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24"/>
  </p:notesMasterIdLst>
  <p:sldIdLst>
    <p:sldId id="257" r:id="rId5"/>
    <p:sldId id="258" r:id="rId6"/>
    <p:sldId id="272" r:id="rId7"/>
    <p:sldId id="259" r:id="rId8"/>
    <p:sldId id="260" r:id="rId9"/>
    <p:sldId id="261" r:id="rId10"/>
    <p:sldId id="298" r:id="rId11"/>
    <p:sldId id="262" r:id="rId12"/>
    <p:sldId id="288" r:id="rId13"/>
    <p:sldId id="267" r:id="rId14"/>
    <p:sldId id="290" r:id="rId15"/>
    <p:sldId id="294" r:id="rId16"/>
    <p:sldId id="271" r:id="rId17"/>
    <p:sldId id="287" r:id="rId18"/>
    <p:sldId id="265" r:id="rId19"/>
    <p:sldId id="277" r:id="rId20"/>
    <p:sldId id="276" r:id="rId21"/>
    <p:sldId id="299" r:id="rId22"/>
    <p:sldId id="289" r:id="rId23"/>
  </p:sldIdLst>
  <p:sldSz cx="6480175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19" userDrawn="1">
          <p15:clr>
            <a:srgbClr val="A4A3A4"/>
          </p15:clr>
        </p15:guide>
        <p15:guide id="2" pos="2017" userDrawn="1">
          <p15:clr>
            <a:srgbClr val="A4A3A4"/>
          </p15:clr>
        </p15:guide>
        <p15:guide id="3" orient="horz" pos="256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F7EBBDC-18B4-F32A-DDB3-1223FA31AA26}" name="Graham, Gabriel J." initials="GGJ" userId="S::gjg2134@cumc.columbia.edu::d04249e3-dddd-46f1-a69e-ff52b653090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65B0"/>
    <a:srgbClr val="7BAFDE"/>
    <a:srgbClr val="882D72"/>
    <a:srgbClr val="D107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69" autoAdjust="0"/>
    <p:restoredTop sz="95270" autoAdjust="0"/>
  </p:normalViewPr>
  <p:slideViewPr>
    <p:cSldViewPr snapToGrid="0">
      <p:cViewPr>
        <p:scale>
          <a:sx n="246" d="100"/>
          <a:sy n="246" d="100"/>
        </p:scale>
        <p:origin x="376" y="168"/>
      </p:cViewPr>
      <p:guideLst>
        <p:guide orient="horz" pos="2519"/>
        <p:guide pos="2017"/>
        <p:guide orient="horz" pos="256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F2D50A-EDBB-6042-A5F1-B11CE8363EA7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66938" y="1143000"/>
            <a:ext cx="2524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E56EF0-491D-284F-AC71-E93908F2F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80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to note that the female example is from a previous publication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098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574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9E83-B91A-EA75-E7B9-37E712B90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745BE-2662-FE1C-37E9-C1A7BA924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ABFF7A-F896-6F87-1991-7902B588A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32B0D-FEF7-C49E-A97B-295345F19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178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66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31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73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caveat that </a:t>
            </a:r>
            <a:r>
              <a:rPr lang="en-US" dirty="0" err="1"/>
              <a:t>lh</a:t>
            </a:r>
            <a:r>
              <a:rPr lang="en-US" dirty="0"/>
              <a:t> and </a:t>
            </a:r>
            <a:r>
              <a:rPr lang="en-US" dirty="0" err="1"/>
              <a:t>fsh</a:t>
            </a:r>
            <a:r>
              <a:rPr lang="en-US" dirty="0"/>
              <a:t> were not observed, dotted circle around the same cells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225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Supplementary physiology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337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in progress, I will make better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000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49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526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6938" y="1143000"/>
            <a:ext cx="25241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0646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0262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56EF0-491D-284F-AC71-E93908F2F27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663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013" y="1296173"/>
            <a:ext cx="5508149" cy="2757347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22" y="4159854"/>
            <a:ext cx="4860131" cy="1912175"/>
          </a:xfrm>
        </p:spPr>
        <p:txBody>
          <a:bodyPr/>
          <a:lstStyle>
            <a:lvl1pPr marL="0" indent="0" algn="ctr">
              <a:buNone/>
              <a:defRPr sz="1701"/>
            </a:lvl1pPr>
            <a:lvl2pPr marL="324018" indent="0" algn="ctr">
              <a:buNone/>
              <a:defRPr sz="1417"/>
            </a:lvl2pPr>
            <a:lvl3pPr marL="648035" indent="0" algn="ctr">
              <a:buNone/>
              <a:defRPr sz="1276"/>
            </a:lvl3pPr>
            <a:lvl4pPr marL="972053" indent="0" algn="ctr">
              <a:buNone/>
              <a:defRPr sz="1134"/>
            </a:lvl4pPr>
            <a:lvl5pPr marL="1296071" indent="0" algn="ctr">
              <a:buNone/>
              <a:defRPr sz="1134"/>
            </a:lvl5pPr>
            <a:lvl6pPr marL="1620088" indent="0" algn="ctr">
              <a:buNone/>
              <a:defRPr sz="1134"/>
            </a:lvl6pPr>
            <a:lvl7pPr marL="1944106" indent="0" algn="ctr">
              <a:buNone/>
              <a:defRPr sz="1134"/>
            </a:lvl7pPr>
            <a:lvl8pPr marL="2268123" indent="0" algn="ctr">
              <a:buNone/>
              <a:defRPr sz="1134"/>
            </a:lvl8pPr>
            <a:lvl9pPr marL="2592141" indent="0" algn="ctr">
              <a:buNone/>
              <a:defRPr sz="1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2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51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37" y="1974512"/>
            <a:ext cx="5589151" cy="3294515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37" y="5300194"/>
            <a:ext cx="5589151" cy="1732508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1pPr>
            <a:lvl2pPr marL="324018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2pPr>
            <a:lvl3pPr marL="648035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3pPr>
            <a:lvl4pPr marL="972053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4pPr>
            <a:lvl5pPr marL="129607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5pPr>
            <a:lvl6pPr marL="1620088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6pPr>
            <a:lvl7pPr marL="1944106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7pPr>
            <a:lvl8pPr marL="2268123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8pPr>
            <a:lvl9pPr marL="259214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43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512" y="2108344"/>
            <a:ext cx="2754074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0589" y="2108344"/>
            <a:ext cx="2754074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25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421671"/>
            <a:ext cx="5589151" cy="15308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357" y="1941510"/>
            <a:ext cx="2741417" cy="951504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4018" indent="0">
              <a:buNone/>
              <a:defRPr sz="1417" b="1"/>
            </a:lvl2pPr>
            <a:lvl3pPr marL="648035" indent="0">
              <a:buNone/>
              <a:defRPr sz="1276" b="1"/>
            </a:lvl3pPr>
            <a:lvl4pPr marL="972053" indent="0">
              <a:buNone/>
              <a:defRPr sz="1134" b="1"/>
            </a:lvl4pPr>
            <a:lvl5pPr marL="1296071" indent="0">
              <a:buNone/>
              <a:defRPr sz="1134" b="1"/>
            </a:lvl5pPr>
            <a:lvl6pPr marL="1620088" indent="0">
              <a:buNone/>
              <a:defRPr sz="1134" b="1"/>
            </a:lvl6pPr>
            <a:lvl7pPr marL="1944106" indent="0">
              <a:buNone/>
              <a:defRPr sz="1134" b="1"/>
            </a:lvl7pPr>
            <a:lvl8pPr marL="2268123" indent="0">
              <a:buNone/>
              <a:defRPr sz="1134" b="1"/>
            </a:lvl8pPr>
            <a:lvl9pPr marL="2592141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357" y="2893014"/>
            <a:ext cx="2741417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589" y="1941510"/>
            <a:ext cx="2754918" cy="951504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4018" indent="0">
              <a:buNone/>
              <a:defRPr sz="1417" b="1"/>
            </a:lvl2pPr>
            <a:lvl3pPr marL="648035" indent="0">
              <a:buNone/>
              <a:defRPr sz="1276" b="1"/>
            </a:lvl3pPr>
            <a:lvl4pPr marL="972053" indent="0">
              <a:buNone/>
              <a:defRPr sz="1134" b="1"/>
            </a:lvl4pPr>
            <a:lvl5pPr marL="1296071" indent="0">
              <a:buNone/>
              <a:defRPr sz="1134" b="1"/>
            </a:lvl5pPr>
            <a:lvl6pPr marL="1620088" indent="0">
              <a:buNone/>
              <a:defRPr sz="1134" b="1"/>
            </a:lvl6pPr>
            <a:lvl7pPr marL="1944106" indent="0">
              <a:buNone/>
              <a:defRPr sz="1134" b="1"/>
            </a:lvl7pPr>
            <a:lvl8pPr marL="2268123" indent="0">
              <a:buNone/>
              <a:defRPr sz="1134" b="1"/>
            </a:lvl8pPr>
            <a:lvl9pPr marL="2592141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0589" y="2893014"/>
            <a:ext cx="2754918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7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431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68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528002"/>
            <a:ext cx="2090025" cy="1848009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918" y="1140341"/>
            <a:ext cx="3280589" cy="5628360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2376011"/>
            <a:ext cx="2090025" cy="4401855"/>
          </a:xfrm>
        </p:spPr>
        <p:txBody>
          <a:bodyPr/>
          <a:lstStyle>
            <a:lvl1pPr marL="0" indent="0">
              <a:buNone/>
              <a:defRPr sz="1134"/>
            </a:lvl1pPr>
            <a:lvl2pPr marL="324018" indent="0">
              <a:buNone/>
              <a:defRPr sz="992"/>
            </a:lvl2pPr>
            <a:lvl3pPr marL="648035" indent="0">
              <a:buNone/>
              <a:defRPr sz="850"/>
            </a:lvl3pPr>
            <a:lvl4pPr marL="972053" indent="0">
              <a:buNone/>
              <a:defRPr sz="709"/>
            </a:lvl4pPr>
            <a:lvl5pPr marL="1296071" indent="0">
              <a:buNone/>
              <a:defRPr sz="709"/>
            </a:lvl5pPr>
            <a:lvl6pPr marL="1620088" indent="0">
              <a:buNone/>
              <a:defRPr sz="709"/>
            </a:lvl6pPr>
            <a:lvl7pPr marL="1944106" indent="0">
              <a:buNone/>
              <a:defRPr sz="709"/>
            </a:lvl7pPr>
            <a:lvl8pPr marL="2268123" indent="0">
              <a:buNone/>
              <a:defRPr sz="709"/>
            </a:lvl8pPr>
            <a:lvl9pPr marL="2592141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79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528002"/>
            <a:ext cx="2090025" cy="1848009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4918" y="1140341"/>
            <a:ext cx="3280589" cy="5628360"/>
          </a:xfrm>
        </p:spPr>
        <p:txBody>
          <a:bodyPr anchor="t"/>
          <a:lstStyle>
            <a:lvl1pPr marL="0" indent="0">
              <a:buNone/>
              <a:defRPr sz="2268"/>
            </a:lvl1pPr>
            <a:lvl2pPr marL="324018" indent="0">
              <a:buNone/>
              <a:defRPr sz="1984"/>
            </a:lvl2pPr>
            <a:lvl3pPr marL="648035" indent="0">
              <a:buNone/>
              <a:defRPr sz="1701"/>
            </a:lvl3pPr>
            <a:lvl4pPr marL="972053" indent="0">
              <a:buNone/>
              <a:defRPr sz="1417"/>
            </a:lvl4pPr>
            <a:lvl5pPr marL="1296071" indent="0">
              <a:buNone/>
              <a:defRPr sz="1417"/>
            </a:lvl5pPr>
            <a:lvl6pPr marL="1620088" indent="0">
              <a:buNone/>
              <a:defRPr sz="1417"/>
            </a:lvl6pPr>
            <a:lvl7pPr marL="1944106" indent="0">
              <a:buNone/>
              <a:defRPr sz="1417"/>
            </a:lvl7pPr>
            <a:lvl8pPr marL="2268123" indent="0">
              <a:buNone/>
              <a:defRPr sz="1417"/>
            </a:lvl8pPr>
            <a:lvl9pPr marL="2592141" indent="0">
              <a:buNone/>
              <a:defRPr sz="141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2376011"/>
            <a:ext cx="2090025" cy="4401855"/>
          </a:xfrm>
        </p:spPr>
        <p:txBody>
          <a:bodyPr/>
          <a:lstStyle>
            <a:lvl1pPr marL="0" indent="0">
              <a:buNone/>
              <a:defRPr sz="1134"/>
            </a:lvl1pPr>
            <a:lvl2pPr marL="324018" indent="0">
              <a:buNone/>
              <a:defRPr sz="992"/>
            </a:lvl2pPr>
            <a:lvl3pPr marL="648035" indent="0">
              <a:buNone/>
              <a:defRPr sz="850"/>
            </a:lvl3pPr>
            <a:lvl4pPr marL="972053" indent="0">
              <a:buNone/>
              <a:defRPr sz="709"/>
            </a:lvl4pPr>
            <a:lvl5pPr marL="1296071" indent="0">
              <a:buNone/>
              <a:defRPr sz="709"/>
            </a:lvl5pPr>
            <a:lvl6pPr marL="1620088" indent="0">
              <a:buNone/>
              <a:defRPr sz="709"/>
            </a:lvl6pPr>
            <a:lvl7pPr marL="1944106" indent="0">
              <a:buNone/>
              <a:defRPr sz="709"/>
            </a:lvl7pPr>
            <a:lvl8pPr marL="2268123" indent="0">
              <a:buNone/>
              <a:defRPr sz="709"/>
            </a:lvl8pPr>
            <a:lvl9pPr marL="2592141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0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8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7375" y="421669"/>
            <a:ext cx="1397288" cy="67118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512" y="421669"/>
            <a:ext cx="4110861" cy="67118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449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512" y="421671"/>
            <a:ext cx="5589151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512" y="2108344"/>
            <a:ext cx="5589151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512" y="7340703"/>
            <a:ext cx="145803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9DD4B-6F0E-E948-B39C-00D8A06B8991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6558" y="7340703"/>
            <a:ext cx="218705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6624" y="7340703"/>
            <a:ext cx="145803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3932D-54D9-D64F-AF77-D354526F57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478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48035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09" indent="-162009" algn="l" defTabSz="648035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6026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10044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4062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458079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782097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2106115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430132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754150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1pPr>
      <a:lvl2pPr marL="324018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2pPr>
      <a:lvl3pPr marL="648035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3pPr>
      <a:lvl4pPr marL="972053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296071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620088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1944106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268123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592141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3" name="Graphic 52">
            <a:extLst>
              <a:ext uri="{FF2B5EF4-FFF2-40B4-BE49-F238E27FC236}">
                <a16:creationId xmlns:a16="http://schemas.microsoft.com/office/drawing/2014/main" id="{98875170-FDFC-7352-4670-FFC0A9E39C03}"/>
              </a:ext>
            </a:extLst>
          </p:cNvPr>
          <p:cNvGrpSpPr/>
          <p:nvPr/>
        </p:nvGrpSpPr>
        <p:grpSpPr>
          <a:xfrm>
            <a:off x="47419" y="2948573"/>
            <a:ext cx="2538865" cy="1714763"/>
            <a:chOff x="50184" y="3008831"/>
            <a:chExt cx="2686893" cy="1814742"/>
          </a:xfrm>
        </p:grpSpPr>
        <p:sp>
          <p:nvSpPr>
            <p:cNvPr id="2444" name="Freeform 2443">
              <a:extLst>
                <a:ext uri="{FF2B5EF4-FFF2-40B4-BE49-F238E27FC236}">
                  <a16:creationId xmlns:a16="http://schemas.microsoft.com/office/drawing/2014/main" id="{789C5BBF-D8EC-3911-E680-4D45E960A9D2}"/>
                </a:ext>
              </a:extLst>
            </p:cNvPr>
            <p:cNvSpPr/>
            <p:nvPr/>
          </p:nvSpPr>
          <p:spPr>
            <a:xfrm>
              <a:off x="50184" y="3008831"/>
              <a:ext cx="2673296" cy="1814742"/>
            </a:xfrm>
            <a:custGeom>
              <a:avLst/>
              <a:gdLst>
                <a:gd name="csX0" fmla="*/ 0 w 2673296"/>
                <a:gd name="csY0" fmla="*/ 0 h 1814742"/>
                <a:gd name="csX1" fmla="*/ 2673296 w 2673296"/>
                <a:gd name="csY1" fmla="*/ 0 h 1814742"/>
                <a:gd name="csX2" fmla="*/ 2673296 w 2673296"/>
                <a:gd name="csY2" fmla="*/ 1814742 h 1814742"/>
                <a:gd name="csX3" fmla="*/ 0 w 2673296"/>
                <a:gd name="csY3" fmla="*/ 1814742 h 1814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3296" h="1814742">
                  <a:moveTo>
                    <a:pt x="0" y="0"/>
                  </a:moveTo>
                  <a:lnTo>
                    <a:pt x="2673296" y="0"/>
                  </a:lnTo>
                  <a:lnTo>
                    <a:pt x="2673296" y="1814742"/>
                  </a:lnTo>
                  <a:lnTo>
                    <a:pt x="0" y="1814742"/>
                  </a:lnTo>
                  <a:close/>
                </a:path>
              </a:pathLst>
            </a:custGeom>
            <a:solidFill>
              <a:srgbClr val="FFFFFF"/>
            </a:solidFill>
            <a:ln w="12347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sp>
          <p:nvSpPr>
            <p:cNvPr id="2445" name="Freeform 2444">
              <a:extLst>
                <a:ext uri="{FF2B5EF4-FFF2-40B4-BE49-F238E27FC236}">
                  <a16:creationId xmlns:a16="http://schemas.microsoft.com/office/drawing/2014/main" id="{43C801AD-34A5-3CA1-C278-9E098DCC8CBC}"/>
                </a:ext>
              </a:extLst>
            </p:cNvPr>
            <p:cNvSpPr/>
            <p:nvPr/>
          </p:nvSpPr>
          <p:spPr>
            <a:xfrm>
              <a:off x="50184" y="3008831"/>
              <a:ext cx="2673296" cy="1814742"/>
            </a:xfrm>
            <a:custGeom>
              <a:avLst/>
              <a:gdLst>
                <a:gd name="csX0" fmla="*/ 0 w 2673296"/>
                <a:gd name="csY0" fmla="*/ 0 h 1814742"/>
                <a:gd name="csX1" fmla="*/ 2673296 w 2673296"/>
                <a:gd name="csY1" fmla="*/ 0 h 1814742"/>
                <a:gd name="csX2" fmla="*/ 2673296 w 2673296"/>
                <a:gd name="csY2" fmla="*/ 1814742 h 1814742"/>
                <a:gd name="csX3" fmla="*/ 0 w 2673296"/>
                <a:gd name="csY3" fmla="*/ 1814742 h 1814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3296" h="1814742">
                  <a:moveTo>
                    <a:pt x="0" y="0"/>
                  </a:moveTo>
                  <a:lnTo>
                    <a:pt x="2673296" y="0"/>
                  </a:lnTo>
                  <a:lnTo>
                    <a:pt x="2673296" y="1814742"/>
                  </a:lnTo>
                  <a:lnTo>
                    <a:pt x="0" y="1814742"/>
                  </a:lnTo>
                  <a:close/>
                </a:path>
              </a:pathLst>
            </a:custGeom>
            <a:solidFill>
              <a:srgbClr val="FFFFFF"/>
            </a:solidFill>
            <a:ln w="13212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grpSp>
          <p:nvGrpSpPr>
            <p:cNvPr id="2446" name="Graphic 52">
              <a:extLst>
                <a:ext uri="{FF2B5EF4-FFF2-40B4-BE49-F238E27FC236}">
                  <a16:creationId xmlns:a16="http://schemas.microsoft.com/office/drawing/2014/main" id="{1FD83820-194C-8C10-0F2A-288272210998}"/>
                </a:ext>
              </a:extLst>
            </p:cNvPr>
            <p:cNvGrpSpPr/>
            <p:nvPr/>
          </p:nvGrpSpPr>
          <p:grpSpPr>
            <a:xfrm>
              <a:off x="492687" y="3034553"/>
              <a:ext cx="2244390" cy="1392045"/>
              <a:chOff x="492687" y="3034553"/>
              <a:chExt cx="2244390" cy="1392045"/>
            </a:xfrm>
          </p:grpSpPr>
          <p:sp>
            <p:nvSpPr>
              <p:cNvPr id="2447" name="Freeform 2446">
                <a:extLst>
                  <a:ext uri="{FF2B5EF4-FFF2-40B4-BE49-F238E27FC236}">
                    <a16:creationId xmlns:a16="http://schemas.microsoft.com/office/drawing/2014/main" id="{37A5FA61-3F65-DD49-BA1D-FCCBFCF42C2A}"/>
                  </a:ext>
                </a:extLst>
              </p:cNvPr>
              <p:cNvSpPr/>
              <p:nvPr/>
            </p:nvSpPr>
            <p:spPr>
              <a:xfrm>
                <a:off x="520733" y="3077892"/>
                <a:ext cx="2134923" cy="1348706"/>
              </a:xfrm>
              <a:custGeom>
                <a:avLst/>
                <a:gdLst>
                  <a:gd name="csX0" fmla="*/ 0 w 2134923"/>
                  <a:gd name="csY0" fmla="*/ 0 h 1348706"/>
                  <a:gd name="csX1" fmla="*/ 2134924 w 2134923"/>
                  <a:gd name="csY1" fmla="*/ 0 h 1348706"/>
                  <a:gd name="csX2" fmla="*/ 2134924 w 2134923"/>
                  <a:gd name="csY2" fmla="*/ 1348706 h 1348706"/>
                  <a:gd name="csX3" fmla="*/ 0 w 2134923"/>
                  <a:gd name="csY3" fmla="*/ 1348706 h 1348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34923" h="1348706">
                    <a:moveTo>
                      <a:pt x="0" y="0"/>
                    </a:moveTo>
                    <a:lnTo>
                      <a:pt x="2134924" y="0"/>
                    </a:lnTo>
                    <a:lnTo>
                      <a:pt x="2134924" y="1348706"/>
                    </a:lnTo>
                    <a:lnTo>
                      <a:pt x="0" y="1348706"/>
                    </a:lnTo>
                    <a:close/>
                  </a:path>
                </a:pathLst>
              </a:custGeom>
              <a:solidFill>
                <a:srgbClr val="FFFFFF"/>
              </a:solidFill>
              <a:ln w="263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48" name="Freeform 2447">
                <a:extLst>
                  <a:ext uri="{FF2B5EF4-FFF2-40B4-BE49-F238E27FC236}">
                    <a16:creationId xmlns:a16="http://schemas.microsoft.com/office/drawing/2014/main" id="{2E7687EA-6C99-EBE5-221E-1EC4E33471B6}"/>
                  </a:ext>
                </a:extLst>
              </p:cNvPr>
              <p:cNvSpPr/>
              <p:nvPr/>
            </p:nvSpPr>
            <p:spPr>
              <a:xfrm>
                <a:off x="559719" y="4115823"/>
                <a:ext cx="234408" cy="12602"/>
              </a:xfrm>
              <a:custGeom>
                <a:avLst/>
                <a:gdLst>
                  <a:gd name="csX0" fmla="*/ 0 w 234408"/>
                  <a:gd name="csY0" fmla="*/ 0 h 12602"/>
                  <a:gd name="csX1" fmla="*/ 234408 w 234408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408" h="12602">
                    <a:moveTo>
                      <a:pt x="0" y="0"/>
                    </a:moveTo>
                    <a:lnTo>
                      <a:pt x="234408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49" name="Freeform 2448">
                <a:extLst>
                  <a:ext uri="{FF2B5EF4-FFF2-40B4-BE49-F238E27FC236}">
                    <a16:creationId xmlns:a16="http://schemas.microsoft.com/office/drawing/2014/main" id="{DF221E9D-5CFA-C7F8-7B23-483E0449FE33}"/>
                  </a:ext>
                </a:extLst>
              </p:cNvPr>
              <p:cNvSpPr/>
              <p:nvPr/>
            </p:nvSpPr>
            <p:spPr>
              <a:xfrm>
                <a:off x="820118" y="3812988"/>
                <a:ext cx="234284" cy="12602"/>
              </a:xfrm>
              <a:custGeom>
                <a:avLst/>
                <a:gdLst>
                  <a:gd name="csX0" fmla="*/ 0 w 234284"/>
                  <a:gd name="csY0" fmla="*/ 0 h 12602"/>
                  <a:gd name="csX1" fmla="*/ 234285 w 234284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602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0" name="Freeform 2449">
                <a:extLst>
                  <a:ext uri="{FF2B5EF4-FFF2-40B4-BE49-F238E27FC236}">
                    <a16:creationId xmlns:a16="http://schemas.microsoft.com/office/drawing/2014/main" id="{3E08F77A-D801-60AE-F8B0-12FDADB63516}"/>
                  </a:ext>
                </a:extLst>
              </p:cNvPr>
              <p:cNvSpPr/>
              <p:nvPr/>
            </p:nvSpPr>
            <p:spPr>
              <a:xfrm>
                <a:off x="1080516" y="3791564"/>
                <a:ext cx="234284" cy="12602"/>
              </a:xfrm>
              <a:custGeom>
                <a:avLst/>
                <a:gdLst>
                  <a:gd name="csX0" fmla="*/ 0 w 234284"/>
                  <a:gd name="csY0" fmla="*/ 0 h 12602"/>
                  <a:gd name="csX1" fmla="*/ 234285 w 234284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602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1" name="Freeform 2450">
                <a:extLst>
                  <a:ext uri="{FF2B5EF4-FFF2-40B4-BE49-F238E27FC236}">
                    <a16:creationId xmlns:a16="http://schemas.microsoft.com/office/drawing/2014/main" id="{7905DDB6-F96E-CE1A-518F-625338B84182}"/>
                  </a:ext>
                </a:extLst>
              </p:cNvPr>
              <p:cNvSpPr/>
              <p:nvPr/>
            </p:nvSpPr>
            <p:spPr>
              <a:xfrm>
                <a:off x="1340791" y="4217398"/>
                <a:ext cx="234408" cy="12602"/>
              </a:xfrm>
              <a:custGeom>
                <a:avLst/>
                <a:gdLst>
                  <a:gd name="csX0" fmla="*/ 0 w 234408"/>
                  <a:gd name="csY0" fmla="*/ 0 h 12602"/>
                  <a:gd name="csX1" fmla="*/ 234408 w 234408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408" h="12602">
                    <a:moveTo>
                      <a:pt x="0" y="0"/>
                    </a:moveTo>
                    <a:lnTo>
                      <a:pt x="234408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2" name="Freeform 2451">
                <a:extLst>
                  <a:ext uri="{FF2B5EF4-FFF2-40B4-BE49-F238E27FC236}">
                    <a16:creationId xmlns:a16="http://schemas.microsoft.com/office/drawing/2014/main" id="{F53B9604-B5F2-F558-9F3D-D8CB0CEDB5BE}"/>
                  </a:ext>
                </a:extLst>
              </p:cNvPr>
              <p:cNvSpPr/>
              <p:nvPr/>
            </p:nvSpPr>
            <p:spPr>
              <a:xfrm>
                <a:off x="1601190" y="4259238"/>
                <a:ext cx="234284" cy="12602"/>
              </a:xfrm>
              <a:custGeom>
                <a:avLst/>
                <a:gdLst>
                  <a:gd name="csX0" fmla="*/ 0 w 234284"/>
                  <a:gd name="csY0" fmla="*/ 0 h 12602"/>
                  <a:gd name="csX1" fmla="*/ 234285 w 234284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602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3" name="Freeform 2452">
                <a:extLst>
                  <a:ext uri="{FF2B5EF4-FFF2-40B4-BE49-F238E27FC236}">
                    <a16:creationId xmlns:a16="http://schemas.microsoft.com/office/drawing/2014/main" id="{69200490-2544-CA13-EAA9-E6DE9A84CADD}"/>
                  </a:ext>
                </a:extLst>
              </p:cNvPr>
              <p:cNvSpPr/>
              <p:nvPr/>
            </p:nvSpPr>
            <p:spPr>
              <a:xfrm>
                <a:off x="1861589" y="3554765"/>
                <a:ext cx="234284" cy="12602"/>
              </a:xfrm>
              <a:custGeom>
                <a:avLst/>
                <a:gdLst>
                  <a:gd name="csX0" fmla="*/ 0 w 234284"/>
                  <a:gd name="csY0" fmla="*/ 0 h 12602"/>
                  <a:gd name="csX1" fmla="*/ 234285 w 234284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602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4" name="Freeform 2453">
                <a:extLst>
                  <a:ext uri="{FF2B5EF4-FFF2-40B4-BE49-F238E27FC236}">
                    <a16:creationId xmlns:a16="http://schemas.microsoft.com/office/drawing/2014/main" id="{D8F3B824-2E2E-5FB0-52D2-3754529A6260}"/>
                  </a:ext>
                </a:extLst>
              </p:cNvPr>
              <p:cNvSpPr/>
              <p:nvPr/>
            </p:nvSpPr>
            <p:spPr>
              <a:xfrm>
                <a:off x="624818" y="4003032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5" name="Freeform 2454">
                <a:extLst>
                  <a:ext uri="{FF2B5EF4-FFF2-40B4-BE49-F238E27FC236}">
                    <a16:creationId xmlns:a16="http://schemas.microsoft.com/office/drawing/2014/main" id="{3490DEC1-AA7E-5466-851D-3618CF770821}"/>
                  </a:ext>
                </a:extLst>
              </p:cNvPr>
              <p:cNvSpPr/>
              <p:nvPr/>
            </p:nvSpPr>
            <p:spPr>
              <a:xfrm>
                <a:off x="676923" y="4003032"/>
                <a:ext cx="12376" cy="225582"/>
              </a:xfrm>
              <a:custGeom>
                <a:avLst/>
                <a:gdLst>
                  <a:gd name="csX0" fmla="*/ 0 w 12376"/>
                  <a:gd name="csY0" fmla="*/ 0 h 225582"/>
                  <a:gd name="csX1" fmla="*/ 0 w 12376"/>
                  <a:gd name="csY1" fmla="*/ 225583 h 225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225582">
                    <a:moveTo>
                      <a:pt x="0" y="0"/>
                    </a:moveTo>
                    <a:lnTo>
                      <a:pt x="0" y="225583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6" name="Freeform 2455">
                <a:extLst>
                  <a:ext uri="{FF2B5EF4-FFF2-40B4-BE49-F238E27FC236}">
                    <a16:creationId xmlns:a16="http://schemas.microsoft.com/office/drawing/2014/main" id="{B484254F-CA24-80F7-67B6-8197F71C0B8A}"/>
                  </a:ext>
                </a:extLst>
              </p:cNvPr>
              <p:cNvSpPr/>
              <p:nvPr/>
            </p:nvSpPr>
            <p:spPr>
              <a:xfrm>
                <a:off x="624818" y="4228614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7" name="Freeform 2456">
                <a:extLst>
                  <a:ext uri="{FF2B5EF4-FFF2-40B4-BE49-F238E27FC236}">
                    <a16:creationId xmlns:a16="http://schemas.microsoft.com/office/drawing/2014/main" id="{7696D125-614A-1AFE-0B60-F81FC6257DF1}"/>
                  </a:ext>
                </a:extLst>
              </p:cNvPr>
              <p:cNvSpPr/>
              <p:nvPr/>
            </p:nvSpPr>
            <p:spPr>
              <a:xfrm>
                <a:off x="885217" y="3691627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8" name="Freeform 2457">
                <a:extLst>
                  <a:ext uri="{FF2B5EF4-FFF2-40B4-BE49-F238E27FC236}">
                    <a16:creationId xmlns:a16="http://schemas.microsoft.com/office/drawing/2014/main" id="{80156DCB-322C-3E2B-6929-5DA1931CAA96}"/>
                  </a:ext>
                </a:extLst>
              </p:cNvPr>
              <p:cNvSpPr/>
              <p:nvPr/>
            </p:nvSpPr>
            <p:spPr>
              <a:xfrm>
                <a:off x="937322" y="3691627"/>
                <a:ext cx="12376" cy="242721"/>
              </a:xfrm>
              <a:custGeom>
                <a:avLst/>
                <a:gdLst>
                  <a:gd name="csX0" fmla="*/ 0 w 12376"/>
                  <a:gd name="csY0" fmla="*/ 0 h 242721"/>
                  <a:gd name="csX1" fmla="*/ 0 w 12376"/>
                  <a:gd name="csY1" fmla="*/ 242722 h 2427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242721">
                    <a:moveTo>
                      <a:pt x="0" y="0"/>
                    </a:moveTo>
                    <a:lnTo>
                      <a:pt x="0" y="242722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9" name="Freeform 2458">
                <a:extLst>
                  <a:ext uri="{FF2B5EF4-FFF2-40B4-BE49-F238E27FC236}">
                    <a16:creationId xmlns:a16="http://schemas.microsoft.com/office/drawing/2014/main" id="{F89EA9CF-17B2-682B-E012-F4F3A7A9AFF7}"/>
                  </a:ext>
                </a:extLst>
              </p:cNvPr>
              <p:cNvSpPr/>
              <p:nvPr/>
            </p:nvSpPr>
            <p:spPr>
              <a:xfrm>
                <a:off x="885217" y="3934349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0" name="Freeform 2459">
                <a:extLst>
                  <a:ext uri="{FF2B5EF4-FFF2-40B4-BE49-F238E27FC236}">
                    <a16:creationId xmlns:a16="http://schemas.microsoft.com/office/drawing/2014/main" id="{FCEEE09F-239A-9603-4C2F-EB4D2AA01EE0}"/>
                  </a:ext>
                </a:extLst>
              </p:cNvPr>
              <p:cNvSpPr/>
              <p:nvPr/>
            </p:nvSpPr>
            <p:spPr>
              <a:xfrm>
                <a:off x="1145616" y="3654702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1" name="Freeform 2460">
                <a:extLst>
                  <a:ext uri="{FF2B5EF4-FFF2-40B4-BE49-F238E27FC236}">
                    <a16:creationId xmlns:a16="http://schemas.microsoft.com/office/drawing/2014/main" id="{24503DB3-E486-C794-2831-2D51EE4BCAF0}"/>
                  </a:ext>
                </a:extLst>
              </p:cNvPr>
              <p:cNvSpPr/>
              <p:nvPr/>
            </p:nvSpPr>
            <p:spPr>
              <a:xfrm>
                <a:off x="1197597" y="3654702"/>
                <a:ext cx="12376" cy="273723"/>
              </a:xfrm>
              <a:custGeom>
                <a:avLst/>
                <a:gdLst>
                  <a:gd name="csX0" fmla="*/ 0 w 12376"/>
                  <a:gd name="csY0" fmla="*/ 0 h 273723"/>
                  <a:gd name="csX1" fmla="*/ 0 w 12376"/>
                  <a:gd name="csY1" fmla="*/ 273724 h 273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273723">
                    <a:moveTo>
                      <a:pt x="0" y="0"/>
                    </a:moveTo>
                    <a:lnTo>
                      <a:pt x="0" y="273724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2" name="Freeform 2461">
                <a:extLst>
                  <a:ext uri="{FF2B5EF4-FFF2-40B4-BE49-F238E27FC236}">
                    <a16:creationId xmlns:a16="http://schemas.microsoft.com/office/drawing/2014/main" id="{F35D8B96-3C2D-C02D-7BC8-0C62BDB133CB}"/>
                  </a:ext>
                </a:extLst>
              </p:cNvPr>
              <p:cNvSpPr/>
              <p:nvPr/>
            </p:nvSpPr>
            <p:spPr>
              <a:xfrm>
                <a:off x="1145616" y="3928426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3" name="Freeform 2462">
                <a:extLst>
                  <a:ext uri="{FF2B5EF4-FFF2-40B4-BE49-F238E27FC236}">
                    <a16:creationId xmlns:a16="http://schemas.microsoft.com/office/drawing/2014/main" id="{1B9D62B9-8F40-AA2A-5B03-D2A75670D7E3}"/>
                  </a:ext>
                </a:extLst>
              </p:cNvPr>
              <p:cNvSpPr/>
              <p:nvPr/>
            </p:nvSpPr>
            <p:spPr>
              <a:xfrm>
                <a:off x="1405891" y="4103347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4" name="Freeform 2463">
                <a:extLst>
                  <a:ext uri="{FF2B5EF4-FFF2-40B4-BE49-F238E27FC236}">
                    <a16:creationId xmlns:a16="http://schemas.microsoft.com/office/drawing/2014/main" id="{EAD0D083-4D48-17B9-5FED-F70AC7AF3377}"/>
                  </a:ext>
                </a:extLst>
              </p:cNvPr>
              <p:cNvSpPr/>
              <p:nvPr/>
            </p:nvSpPr>
            <p:spPr>
              <a:xfrm>
                <a:off x="1457996" y="4103347"/>
                <a:ext cx="12376" cy="228229"/>
              </a:xfrm>
              <a:custGeom>
                <a:avLst/>
                <a:gdLst>
                  <a:gd name="csX0" fmla="*/ 0 w 12376"/>
                  <a:gd name="csY0" fmla="*/ 0 h 228229"/>
                  <a:gd name="csX1" fmla="*/ 0 w 12376"/>
                  <a:gd name="csY1" fmla="*/ 228229 h 2282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228229">
                    <a:moveTo>
                      <a:pt x="0" y="0"/>
                    </a:moveTo>
                    <a:lnTo>
                      <a:pt x="0" y="228229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5" name="Freeform 2464">
                <a:extLst>
                  <a:ext uri="{FF2B5EF4-FFF2-40B4-BE49-F238E27FC236}">
                    <a16:creationId xmlns:a16="http://schemas.microsoft.com/office/drawing/2014/main" id="{325A4435-675F-0408-3BCC-2EB1C888DA11}"/>
                  </a:ext>
                </a:extLst>
              </p:cNvPr>
              <p:cNvSpPr/>
              <p:nvPr/>
            </p:nvSpPr>
            <p:spPr>
              <a:xfrm>
                <a:off x="1405891" y="4331576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6" name="Freeform 2465">
                <a:extLst>
                  <a:ext uri="{FF2B5EF4-FFF2-40B4-BE49-F238E27FC236}">
                    <a16:creationId xmlns:a16="http://schemas.microsoft.com/office/drawing/2014/main" id="{69969F95-312B-BC61-506F-565EC4CBC724}"/>
                  </a:ext>
                </a:extLst>
              </p:cNvPr>
              <p:cNvSpPr/>
              <p:nvPr/>
            </p:nvSpPr>
            <p:spPr>
              <a:xfrm>
                <a:off x="1666290" y="4254827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7" name="Freeform 2466">
                <a:extLst>
                  <a:ext uri="{FF2B5EF4-FFF2-40B4-BE49-F238E27FC236}">
                    <a16:creationId xmlns:a16="http://schemas.microsoft.com/office/drawing/2014/main" id="{0C0BA53E-C667-595E-243C-E76BC0835B60}"/>
                  </a:ext>
                </a:extLst>
              </p:cNvPr>
              <p:cNvSpPr/>
              <p:nvPr/>
            </p:nvSpPr>
            <p:spPr>
              <a:xfrm>
                <a:off x="1718394" y="4254827"/>
                <a:ext cx="12376" cy="8947"/>
              </a:xfrm>
              <a:custGeom>
                <a:avLst/>
                <a:gdLst>
                  <a:gd name="csX0" fmla="*/ 0 w 12376"/>
                  <a:gd name="csY0" fmla="*/ 0 h 8947"/>
                  <a:gd name="csX1" fmla="*/ 0 w 12376"/>
                  <a:gd name="csY1" fmla="*/ 8948 h 89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8947">
                    <a:moveTo>
                      <a:pt x="0" y="0"/>
                    </a:moveTo>
                    <a:lnTo>
                      <a:pt x="0" y="8948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8" name="Freeform 2467">
                <a:extLst>
                  <a:ext uri="{FF2B5EF4-FFF2-40B4-BE49-F238E27FC236}">
                    <a16:creationId xmlns:a16="http://schemas.microsoft.com/office/drawing/2014/main" id="{4C870ABB-2588-3247-7F95-3BAB0249A18E}"/>
                  </a:ext>
                </a:extLst>
              </p:cNvPr>
              <p:cNvSpPr/>
              <p:nvPr/>
            </p:nvSpPr>
            <p:spPr>
              <a:xfrm>
                <a:off x="1666290" y="4263775"/>
                <a:ext cx="104209" cy="12602"/>
              </a:xfrm>
              <a:custGeom>
                <a:avLst/>
                <a:gdLst>
                  <a:gd name="csX0" fmla="*/ 0 w 104209"/>
                  <a:gd name="csY0" fmla="*/ 0 h 12602"/>
                  <a:gd name="csX1" fmla="*/ 104209 w 104209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602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9" name="Freeform 2468">
                <a:extLst>
                  <a:ext uri="{FF2B5EF4-FFF2-40B4-BE49-F238E27FC236}">
                    <a16:creationId xmlns:a16="http://schemas.microsoft.com/office/drawing/2014/main" id="{DCB642AC-10D1-1834-B28E-223A52866ADF}"/>
                  </a:ext>
                </a:extLst>
              </p:cNvPr>
              <p:cNvSpPr/>
              <p:nvPr/>
            </p:nvSpPr>
            <p:spPr>
              <a:xfrm>
                <a:off x="1926689" y="3549472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0" name="Freeform 2469">
                <a:extLst>
                  <a:ext uri="{FF2B5EF4-FFF2-40B4-BE49-F238E27FC236}">
                    <a16:creationId xmlns:a16="http://schemas.microsoft.com/office/drawing/2014/main" id="{6B876FE1-6FC7-DCBF-3468-28019DBB79FF}"/>
                  </a:ext>
                </a:extLst>
              </p:cNvPr>
              <p:cNvSpPr/>
              <p:nvPr/>
            </p:nvSpPr>
            <p:spPr>
              <a:xfrm>
                <a:off x="1978670" y="3549472"/>
                <a:ext cx="12376" cy="10459"/>
              </a:xfrm>
              <a:custGeom>
                <a:avLst/>
                <a:gdLst>
                  <a:gd name="csX0" fmla="*/ 0 w 12376"/>
                  <a:gd name="csY0" fmla="*/ 0 h 10459"/>
                  <a:gd name="csX1" fmla="*/ 0 w 12376"/>
                  <a:gd name="csY1" fmla="*/ 10460 h 104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0459">
                    <a:moveTo>
                      <a:pt x="0" y="0"/>
                    </a:moveTo>
                    <a:lnTo>
                      <a:pt x="0" y="1046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1" name="Freeform 2470">
                <a:extLst>
                  <a:ext uri="{FF2B5EF4-FFF2-40B4-BE49-F238E27FC236}">
                    <a16:creationId xmlns:a16="http://schemas.microsoft.com/office/drawing/2014/main" id="{4A0A3F30-3244-9C8B-9529-B406402FDF9E}"/>
                  </a:ext>
                </a:extLst>
              </p:cNvPr>
              <p:cNvSpPr/>
              <p:nvPr/>
            </p:nvSpPr>
            <p:spPr>
              <a:xfrm>
                <a:off x="1926689" y="3559932"/>
                <a:ext cx="104085" cy="12602"/>
              </a:xfrm>
              <a:custGeom>
                <a:avLst/>
                <a:gdLst>
                  <a:gd name="csX0" fmla="*/ 0 w 104085"/>
                  <a:gd name="csY0" fmla="*/ 0 h 12602"/>
                  <a:gd name="csX1" fmla="*/ 104085 w 104085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602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2" name="Freeform 2471">
                <a:extLst>
                  <a:ext uri="{FF2B5EF4-FFF2-40B4-BE49-F238E27FC236}">
                    <a16:creationId xmlns:a16="http://schemas.microsoft.com/office/drawing/2014/main" id="{DE3CCAD2-0615-08D6-CA75-B56F7BDD10E6}"/>
                  </a:ext>
                </a:extLst>
              </p:cNvPr>
              <p:cNvSpPr/>
              <p:nvPr/>
            </p:nvSpPr>
            <p:spPr>
              <a:xfrm>
                <a:off x="1067521" y="3077892"/>
                <a:ext cx="12376" cy="1348706"/>
              </a:xfrm>
              <a:custGeom>
                <a:avLst/>
                <a:gdLst>
                  <a:gd name="csX0" fmla="*/ 0 w 12376"/>
                  <a:gd name="csY0" fmla="*/ 1348706 h 1348706"/>
                  <a:gd name="csX1" fmla="*/ 0 w 12376"/>
                  <a:gd name="csY1" fmla="*/ 0 h 1348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8706">
                    <a:moveTo>
                      <a:pt x="0" y="1348706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3" name="Freeform 2472">
                <a:extLst>
                  <a:ext uri="{FF2B5EF4-FFF2-40B4-BE49-F238E27FC236}">
                    <a16:creationId xmlns:a16="http://schemas.microsoft.com/office/drawing/2014/main" id="{A2EEC523-3A69-7762-BD48-213F7A62A9E4}"/>
                  </a:ext>
                </a:extLst>
              </p:cNvPr>
              <p:cNvSpPr/>
              <p:nvPr/>
            </p:nvSpPr>
            <p:spPr>
              <a:xfrm>
                <a:off x="1588195" y="3077892"/>
                <a:ext cx="12376" cy="1348706"/>
              </a:xfrm>
              <a:custGeom>
                <a:avLst/>
                <a:gdLst>
                  <a:gd name="csX0" fmla="*/ 0 w 12376"/>
                  <a:gd name="csY0" fmla="*/ 1348706 h 1348706"/>
                  <a:gd name="csX1" fmla="*/ 0 w 12376"/>
                  <a:gd name="csY1" fmla="*/ 0 h 1348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8706">
                    <a:moveTo>
                      <a:pt x="0" y="1348706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4" name="Freeform 2473">
                <a:extLst>
                  <a:ext uri="{FF2B5EF4-FFF2-40B4-BE49-F238E27FC236}">
                    <a16:creationId xmlns:a16="http://schemas.microsoft.com/office/drawing/2014/main" id="{651A0C36-C101-52D2-A344-D37F2266B81A}"/>
                  </a:ext>
                </a:extLst>
              </p:cNvPr>
              <p:cNvSpPr/>
              <p:nvPr/>
            </p:nvSpPr>
            <p:spPr>
              <a:xfrm>
                <a:off x="2108869" y="3077892"/>
                <a:ext cx="12376" cy="1348706"/>
              </a:xfrm>
              <a:custGeom>
                <a:avLst/>
                <a:gdLst>
                  <a:gd name="csX0" fmla="*/ 0 w 12376"/>
                  <a:gd name="csY0" fmla="*/ 1348706 h 1348706"/>
                  <a:gd name="csX1" fmla="*/ 0 w 12376"/>
                  <a:gd name="csY1" fmla="*/ 0 h 1348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8706">
                    <a:moveTo>
                      <a:pt x="0" y="1348706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5" name="Freeform 2474">
                <a:extLst>
                  <a:ext uri="{FF2B5EF4-FFF2-40B4-BE49-F238E27FC236}">
                    <a16:creationId xmlns:a16="http://schemas.microsoft.com/office/drawing/2014/main" id="{C2720C70-2E6E-F0B0-82E8-AD79062B2B62}"/>
                  </a:ext>
                </a:extLst>
              </p:cNvPr>
              <p:cNvSpPr/>
              <p:nvPr/>
            </p:nvSpPr>
            <p:spPr>
              <a:xfrm>
                <a:off x="807122" y="3812988"/>
                <a:ext cx="12376" cy="302835"/>
              </a:xfrm>
              <a:custGeom>
                <a:avLst/>
                <a:gdLst>
                  <a:gd name="csX0" fmla="*/ 0 w 12376"/>
                  <a:gd name="csY0" fmla="*/ 302835 h 302835"/>
                  <a:gd name="csX1" fmla="*/ 0 w 12376"/>
                  <a:gd name="csY1" fmla="*/ 0 h 3028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02835">
                    <a:moveTo>
                      <a:pt x="0" y="302835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6" name="Freeform 2475">
                <a:extLst>
                  <a:ext uri="{FF2B5EF4-FFF2-40B4-BE49-F238E27FC236}">
                    <a16:creationId xmlns:a16="http://schemas.microsoft.com/office/drawing/2014/main" id="{B493AF16-EECC-30D4-B591-E624777E17FC}"/>
                  </a:ext>
                </a:extLst>
              </p:cNvPr>
              <p:cNvSpPr/>
              <p:nvPr/>
            </p:nvSpPr>
            <p:spPr>
              <a:xfrm>
                <a:off x="771973" y="4053945"/>
                <a:ext cx="70174" cy="61877"/>
              </a:xfrm>
              <a:custGeom>
                <a:avLst/>
                <a:gdLst>
                  <a:gd name="csX0" fmla="*/ 0 w 70174"/>
                  <a:gd name="csY0" fmla="*/ 0 h 61877"/>
                  <a:gd name="csX1" fmla="*/ 35149 w 70174"/>
                  <a:gd name="csY1" fmla="*/ 61878 h 61877"/>
                  <a:gd name="csX2" fmla="*/ 70174 w 70174"/>
                  <a:gd name="csY2" fmla="*/ 0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4" h="61877">
                    <a:moveTo>
                      <a:pt x="0" y="0"/>
                    </a:moveTo>
                    <a:lnTo>
                      <a:pt x="35149" y="61878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7" name="Freeform 2476">
                <a:extLst>
                  <a:ext uri="{FF2B5EF4-FFF2-40B4-BE49-F238E27FC236}">
                    <a16:creationId xmlns:a16="http://schemas.microsoft.com/office/drawing/2014/main" id="{533123E6-EC0E-0AB8-C417-E4C57F983762}"/>
                  </a:ext>
                </a:extLst>
              </p:cNvPr>
              <p:cNvSpPr/>
              <p:nvPr/>
            </p:nvSpPr>
            <p:spPr>
              <a:xfrm>
                <a:off x="771973" y="3812988"/>
                <a:ext cx="70174" cy="61877"/>
              </a:xfrm>
              <a:custGeom>
                <a:avLst/>
                <a:gdLst>
                  <a:gd name="csX0" fmla="*/ 70174 w 70174"/>
                  <a:gd name="csY0" fmla="*/ 61878 h 61877"/>
                  <a:gd name="csX1" fmla="*/ 35149 w 70174"/>
                  <a:gd name="csY1" fmla="*/ 0 h 61877"/>
                  <a:gd name="csX2" fmla="*/ 0 w 70174"/>
                  <a:gd name="csY2" fmla="*/ 61878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4" h="61877">
                    <a:moveTo>
                      <a:pt x="70174" y="61878"/>
                    </a:moveTo>
                    <a:lnTo>
                      <a:pt x="35149" y="0"/>
                    </a:lnTo>
                    <a:lnTo>
                      <a:pt x="0" y="61878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8" name="TextBox 2477">
                <a:extLst>
                  <a:ext uri="{FF2B5EF4-FFF2-40B4-BE49-F238E27FC236}">
                    <a16:creationId xmlns:a16="http://schemas.microsoft.com/office/drawing/2014/main" id="{F7B9B0A3-2556-CBBF-64F7-43E14F79A399}"/>
                  </a:ext>
                </a:extLst>
              </p:cNvPr>
              <p:cNvSpPr txBox="1"/>
              <p:nvPr/>
            </p:nvSpPr>
            <p:spPr>
              <a:xfrm>
                <a:off x="731032" y="3899511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2.21x</a:t>
                </a:r>
              </a:p>
            </p:txBody>
          </p:sp>
          <p:sp>
            <p:nvSpPr>
              <p:cNvPr id="2510" name="Freeform 2509">
                <a:extLst>
                  <a:ext uri="{FF2B5EF4-FFF2-40B4-BE49-F238E27FC236}">
                    <a16:creationId xmlns:a16="http://schemas.microsoft.com/office/drawing/2014/main" id="{F53A2DAB-F739-E80A-9749-7F4F21333D93}"/>
                  </a:ext>
                </a:extLst>
              </p:cNvPr>
              <p:cNvSpPr/>
              <p:nvPr/>
            </p:nvSpPr>
            <p:spPr>
              <a:xfrm>
                <a:off x="1327796" y="3791564"/>
                <a:ext cx="12376" cy="425834"/>
              </a:xfrm>
              <a:custGeom>
                <a:avLst/>
                <a:gdLst>
                  <a:gd name="csX0" fmla="*/ 0 w 12376"/>
                  <a:gd name="csY0" fmla="*/ 0 h 425834"/>
                  <a:gd name="csX1" fmla="*/ 0 w 12376"/>
                  <a:gd name="csY1" fmla="*/ 425834 h 4258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425834">
                    <a:moveTo>
                      <a:pt x="0" y="0"/>
                    </a:moveTo>
                    <a:lnTo>
                      <a:pt x="0" y="425834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11" name="Freeform 2510">
                <a:extLst>
                  <a:ext uri="{FF2B5EF4-FFF2-40B4-BE49-F238E27FC236}">
                    <a16:creationId xmlns:a16="http://schemas.microsoft.com/office/drawing/2014/main" id="{F8BFE60E-C168-57FC-7DCE-AE5F02DC3752}"/>
                  </a:ext>
                </a:extLst>
              </p:cNvPr>
              <p:cNvSpPr/>
              <p:nvPr/>
            </p:nvSpPr>
            <p:spPr>
              <a:xfrm>
                <a:off x="1292771" y="3791564"/>
                <a:ext cx="70173" cy="61877"/>
              </a:xfrm>
              <a:custGeom>
                <a:avLst/>
                <a:gdLst>
                  <a:gd name="csX0" fmla="*/ 70174 w 70173"/>
                  <a:gd name="csY0" fmla="*/ 61878 h 61877"/>
                  <a:gd name="csX1" fmla="*/ 35025 w 70173"/>
                  <a:gd name="csY1" fmla="*/ 0 h 61877"/>
                  <a:gd name="csX2" fmla="*/ 0 w 70173"/>
                  <a:gd name="csY2" fmla="*/ 61878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877">
                    <a:moveTo>
                      <a:pt x="70174" y="61878"/>
                    </a:moveTo>
                    <a:lnTo>
                      <a:pt x="35025" y="0"/>
                    </a:lnTo>
                    <a:lnTo>
                      <a:pt x="0" y="61878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12" name="Freeform 2511">
                <a:extLst>
                  <a:ext uri="{FF2B5EF4-FFF2-40B4-BE49-F238E27FC236}">
                    <a16:creationId xmlns:a16="http://schemas.microsoft.com/office/drawing/2014/main" id="{8DC2914B-30B8-3EC0-BB58-6BD729F7CC84}"/>
                  </a:ext>
                </a:extLst>
              </p:cNvPr>
              <p:cNvSpPr/>
              <p:nvPr/>
            </p:nvSpPr>
            <p:spPr>
              <a:xfrm>
                <a:off x="1292771" y="4155521"/>
                <a:ext cx="70173" cy="61877"/>
              </a:xfrm>
              <a:custGeom>
                <a:avLst/>
                <a:gdLst>
                  <a:gd name="csX0" fmla="*/ 0 w 70173"/>
                  <a:gd name="csY0" fmla="*/ 0 h 61877"/>
                  <a:gd name="csX1" fmla="*/ 35025 w 70173"/>
                  <a:gd name="csY1" fmla="*/ 61878 h 61877"/>
                  <a:gd name="csX2" fmla="*/ 70174 w 70173"/>
                  <a:gd name="csY2" fmla="*/ 0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877">
                    <a:moveTo>
                      <a:pt x="0" y="0"/>
                    </a:moveTo>
                    <a:lnTo>
                      <a:pt x="35025" y="61878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13" name="TextBox 2512">
                <a:extLst>
                  <a:ext uri="{FF2B5EF4-FFF2-40B4-BE49-F238E27FC236}">
                    <a16:creationId xmlns:a16="http://schemas.microsoft.com/office/drawing/2014/main" id="{2BA89307-564C-6DFB-4970-47D3833580B5}"/>
                  </a:ext>
                </a:extLst>
              </p:cNvPr>
              <p:cNvSpPr txBox="1"/>
              <p:nvPr/>
            </p:nvSpPr>
            <p:spPr>
              <a:xfrm>
                <a:off x="1251706" y="3909719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3.88x</a:t>
                </a:r>
              </a:p>
            </p:txBody>
          </p:sp>
          <p:sp>
            <p:nvSpPr>
              <p:cNvPr id="2545" name="Freeform 2544">
                <a:extLst>
                  <a:ext uri="{FF2B5EF4-FFF2-40B4-BE49-F238E27FC236}">
                    <a16:creationId xmlns:a16="http://schemas.microsoft.com/office/drawing/2014/main" id="{91347E7B-3364-3338-CF5D-CE7C7314D0E8}"/>
                  </a:ext>
                </a:extLst>
              </p:cNvPr>
              <p:cNvSpPr/>
              <p:nvPr/>
            </p:nvSpPr>
            <p:spPr>
              <a:xfrm>
                <a:off x="1848594" y="3554765"/>
                <a:ext cx="12376" cy="704472"/>
              </a:xfrm>
              <a:custGeom>
                <a:avLst/>
                <a:gdLst>
                  <a:gd name="csX0" fmla="*/ 0 w 12376"/>
                  <a:gd name="csY0" fmla="*/ 704473 h 704472"/>
                  <a:gd name="csX1" fmla="*/ 0 w 12376"/>
                  <a:gd name="csY1" fmla="*/ 0 h 7044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704472">
                    <a:moveTo>
                      <a:pt x="0" y="704473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46" name="Freeform 2545">
                <a:extLst>
                  <a:ext uri="{FF2B5EF4-FFF2-40B4-BE49-F238E27FC236}">
                    <a16:creationId xmlns:a16="http://schemas.microsoft.com/office/drawing/2014/main" id="{602BA32E-395F-9C2B-53C9-EF47142E1EFF}"/>
                  </a:ext>
                </a:extLst>
              </p:cNvPr>
              <p:cNvSpPr/>
              <p:nvPr/>
            </p:nvSpPr>
            <p:spPr>
              <a:xfrm>
                <a:off x="1813445" y="4197360"/>
                <a:ext cx="70173" cy="61877"/>
              </a:xfrm>
              <a:custGeom>
                <a:avLst/>
                <a:gdLst>
                  <a:gd name="csX0" fmla="*/ 0 w 70173"/>
                  <a:gd name="csY0" fmla="*/ 0 h 61877"/>
                  <a:gd name="csX1" fmla="*/ 35149 w 70173"/>
                  <a:gd name="csY1" fmla="*/ 61878 h 61877"/>
                  <a:gd name="csX2" fmla="*/ 70174 w 70173"/>
                  <a:gd name="csY2" fmla="*/ 0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877">
                    <a:moveTo>
                      <a:pt x="0" y="0"/>
                    </a:moveTo>
                    <a:lnTo>
                      <a:pt x="35149" y="61878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47" name="Freeform 2546">
                <a:extLst>
                  <a:ext uri="{FF2B5EF4-FFF2-40B4-BE49-F238E27FC236}">
                    <a16:creationId xmlns:a16="http://schemas.microsoft.com/office/drawing/2014/main" id="{DBBA8334-F6B9-8D72-641A-7A8FD0F06C3A}"/>
                  </a:ext>
                </a:extLst>
              </p:cNvPr>
              <p:cNvSpPr/>
              <p:nvPr/>
            </p:nvSpPr>
            <p:spPr>
              <a:xfrm>
                <a:off x="1813445" y="3554765"/>
                <a:ext cx="70173" cy="61877"/>
              </a:xfrm>
              <a:custGeom>
                <a:avLst/>
                <a:gdLst>
                  <a:gd name="csX0" fmla="*/ 70174 w 70173"/>
                  <a:gd name="csY0" fmla="*/ 61878 h 61877"/>
                  <a:gd name="csX1" fmla="*/ 35149 w 70173"/>
                  <a:gd name="csY1" fmla="*/ 0 h 61877"/>
                  <a:gd name="csX2" fmla="*/ 0 w 70173"/>
                  <a:gd name="csY2" fmla="*/ 61878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877">
                    <a:moveTo>
                      <a:pt x="70174" y="61878"/>
                    </a:moveTo>
                    <a:lnTo>
                      <a:pt x="35149" y="0"/>
                    </a:lnTo>
                    <a:lnTo>
                      <a:pt x="0" y="61878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48" name="TextBox 2547">
                <a:extLst>
                  <a:ext uri="{FF2B5EF4-FFF2-40B4-BE49-F238E27FC236}">
                    <a16:creationId xmlns:a16="http://schemas.microsoft.com/office/drawing/2014/main" id="{D4ADA72F-D223-3BFB-9032-1F46FC961516}"/>
                  </a:ext>
                </a:extLst>
              </p:cNvPr>
              <p:cNvSpPr txBox="1"/>
              <p:nvPr/>
            </p:nvSpPr>
            <p:spPr>
              <a:xfrm>
                <a:off x="1772380" y="3812177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7.64x</a:t>
                </a:r>
              </a:p>
            </p:txBody>
          </p:sp>
          <p:sp>
            <p:nvSpPr>
              <p:cNvPr id="2580" name="Freeform 2579">
                <a:extLst>
                  <a:ext uri="{FF2B5EF4-FFF2-40B4-BE49-F238E27FC236}">
                    <a16:creationId xmlns:a16="http://schemas.microsoft.com/office/drawing/2014/main" id="{84AE43AD-90D7-1B91-C433-9CD88DBE2F8A}"/>
                  </a:ext>
                </a:extLst>
              </p:cNvPr>
              <p:cNvSpPr/>
              <p:nvPr/>
            </p:nvSpPr>
            <p:spPr>
              <a:xfrm>
                <a:off x="2369268" y="3967871"/>
                <a:ext cx="12376" cy="361562"/>
              </a:xfrm>
              <a:custGeom>
                <a:avLst/>
                <a:gdLst>
                  <a:gd name="csX0" fmla="*/ 0 w 12376"/>
                  <a:gd name="csY0" fmla="*/ 361562 h 361562"/>
                  <a:gd name="csX1" fmla="*/ 0 w 12376"/>
                  <a:gd name="csY1" fmla="*/ 0 h 361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61562">
                    <a:moveTo>
                      <a:pt x="0" y="361562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81" name="Freeform 2580">
                <a:extLst>
                  <a:ext uri="{FF2B5EF4-FFF2-40B4-BE49-F238E27FC236}">
                    <a16:creationId xmlns:a16="http://schemas.microsoft.com/office/drawing/2014/main" id="{94BABFCE-8224-C30A-B269-ABDF8674BFDA}"/>
                  </a:ext>
                </a:extLst>
              </p:cNvPr>
              <p:cNvSpPr/>
              <p:nvPr/>
            </p:nvSpPr>
            <p:spPr>
              <a:xfrm>
                <a:off x="2334243" y="4267556"/>
                <a:ext cx="70050" cy="61877"/>
              </a:xfrm>
              <a:custGeom>
                <a:avLst/>
                <a:gdLst>
                  <a:gd name="csX0" fmla="*/ 0 w 70050"/>
                  <a:gd name="csY0" fmla="*/ 0 h 61877"/>
                  <a:gd name="csX1" fmla="*/ 35025 w 70050"/>
                  <a:gd name="csY1" fmla="*/ 61878 h 61877"/>
                  <a:gd name="csX2" fmla="*/ 70050 w 70050"/>
                  <a:gd name="csY2" fmla="*/ 0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050" h="61877">
                    <a:moveTo>
                      <a:pt x="0" y="0"/>
                    </a:moveTo>
                    <a:lnTo>
                      <a:pt x="35025" y="61878"/>
                    </a:lnTo>
                    <a:lnTo>
                      <a:pt x="70050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82" name="Freeform 2581">
                <a:extLst>
                  <a:ext uri="{FF2B5EF4-FFF2-40B4-BE49-F238E27FC236}">
                    <a16:creationId xmlns:a16="http://schemas.microsoft.com/office/drawing/2014/main" id="{CCAD0344-25C6-441A-2509-E6A75DA343F7}"/>
                  </a:ext>
                </a:extLst>
              </p:cNvPr>
              <p:cNvSpPr/>
              <p:nvPr/>
            </p:nvSpPr>
            <p:spPr>
              <a:xfrm>
                <a:off x="2334243" y="3967871"/>
                <a:ext cx="70050" cy="61877"/>
              </a:xfrm>
              <a:custGeom>
                <a:avLst/>
                <a:gdLst>
                  <a:gd name="csX0" fmla="*/ 70050 w 70050"/>
                  <a:gd name="csY0" fmla="*/ 61878 h 61877"/>
                  <a:gd name="csX1" fmla="*/ 35025 w 70050"/>
                  <a:gd name="csY1" fmla="*/ 0 h 61877"/>
                  <a:gd name="csX2" fmla="*/ 0 w 70050"/>
                  <a:gd name="csY2" fmla="*/ 61878 h 61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050" h="61877">
                    <a:moveTo>
                      <a:pt x="70050" y="61878"/>
                    </a:moveTo>
                    <a:lnTo>
                      <a:pt x="35025" y="0"/>
                    </a:lnTo>
                    <a:lnTo>
                      <a:pt x="0" y="61878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583" name="TextBox 2582">
                <a:extLst>
                  <a:ext uri="{FF2B5EF4-FFF2-40B4-BE49-F238E27FC236}">
                    <a16:creationId xmlns:a16="http://schemas.microsoft.com/office/drawing/2014/main" id="{AB3E0283-BC50-713F-91CF-4D2F6CF41A28}"/>
                  </a:ext>
                </a:extLst>
              </p:cNvPr>
              <p:cNvSpPr txBox="1"/>
              <p:nvPr/>
            </p:nvSpPr>
            <p:spPr>
              <a:xfrm>
                <a:off x="2275298" y="4053890"/>
                <a:ext cx="461779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11.08x</a:t>
                </a:r>
              </a:p>
            </p:txBody>
          </p:sp>
          <p:sp>
            <p:nvSpPr>
              <p:cNvPr id="2615" name="Freeform 2614">
                <a:extLst>
                  <a:ext uri="{FF2B5EF4-FFF2-40B4-BE49-F238E27FC236}">
                    <a16:creationId xmlns:a16="http://schemas.microsoft.com/office/drawing/2014/main" id="{98F94910-6535-6BA1-2E78-F26CB57ADDCB}"/>
                  </a:ext>
                </a:extLst>
              </p:cNvPr>
              <p:cNvSpPr/>
              <p:nvPr/>
            </p:nvSpPr>
            <p:spPr>
              <a:xfrm>
                <a:off x="1680399" y="4232395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16" name="Freeform 2615">
                <a:extLst>
                  <a:ext uri="{FF2B5EF4-FFF2-40B4-BE49-F238E27FC236}">
                    <a16:creationId xmlns:a16="http://schemas.microsoft.com/office/drawing/2014/main" id="{B4570936-A3CE-1F0B-F0A9-48F2C18F7547}"/>
                  </a:ext>
                </a:extLst>
              </p:cNvPr>
              <p:cNvSpPr/>
              <p:nvPr/>
            </p:nvSpPr>
            <p:spPr>
              <a:xfrm>
                <a:off x="1935971" y="3500701"/>
                <a:ext cx="83045" cy="73219"/>
              </a:xfrm>
              <a:custGeom>
                <a:avLst/>
                <a:gdLst>
                  <a:gd name="csX0" fmla="*/ 41585 w 83045"/>
                  <a:gd name="csY0" fmla="*/ 0 h 73219"/>
                  <a:gd name="csX1" fmla="*/ 83046 w 83045"/>
                  <a:gd name="csY1" fmla="*/ 73220 h 73219"/>
                  <a:gd name="csX2" fmla="*/ 0 w 83045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3219">
                    <a:moveTo>
                      <a:pt x="41585" y="0"/>
                    </a:moveTo>
                    <a:lnTo>
                      <a:pt x="83046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17" name="Freeform 2616">
                <a:extLst>
                  <a:ext uri="{FF2B5EF4-FFF2-40B4-BE49-F238E27FC236}">
                    <a16:creationId xmlns:a16="http://schemas.microsoft.com/office/drawing/2014/main" id="{77EBBF80-43D9-DBE9-5E34-51ED5B3F8C60}"/>
                  </a:ext>
                </a:extLst>
              </p:cNvPr>
              <p:cNvSpPr/>
              <p:nvPr/>
            </p:nvSpPr>
            <p:spPr>
              <a:xfrm>
                <a:off x="1178290" y="3219290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18" name="Freeform 2617">
                <a:extLst>
                  <a:ext uri="{FF2B5EF4-FFF2-40B4-BE49-F238E27FC236}">
                    <a16:creationId xmlns:a16="http://schemas.microsoft.com/office/drawing/2014/main" id="{88BDA42D-9A8C-B43E-D723-4E0147D24A78}"/>
                  </a:ext>
                </a:extLst>
              </p:cNvPr>
              <p:cNvSpPr/>
              <p:nvPr/>
            </p:nvSpPr>
            <p:spPr>
              <a:xfrm>
                <a:off x="1416411" y="4313554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19" name="Freeform 2618">
                <a:extLst>
                  <a:ext uri="{FF2B5EF4-FFF2-40B4-BE49-F238E27FC236}">
                    <a16:creationId xmlns:a16="http://schemas.microsoft.com/office/drawing/2014/main" id="{AA904F3B-0427-256E-A343-D554B6FE2F8B}"/>
                  </a:ext>
                </a:extLst>
              </p:cNvPr>
              <p:cNvSpPr/>
              <p:nvPr/>
            </p:nvSpPr>
            <p:spPr>
              <a:xfrm>
                <a:off x="1184478" y="3522629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0" name="Freeform 2619">
                <a:extLst>
                  <a:ext uri="{FF2B5EF4-FFF2-40B4-BE49-F238E27FC236}">
                    <a16:creationId xmlns:a16="http://schemas.microsoft.com/office/drawing/2014/main" id="{2572BDE0-DAAE-EC7F-A4A3-930E12422D83}"/>
                  </a:ext>
                </a:extLst>
              </p:cNvPr>
              <p:cNvSpPr/>
              <p:nvPr/>
            </p:nvSpPr>
            <p:spPr>
              <a:xfrm>
                <a:off x="1428540" y="4316579"/>
                <a:ext cx="82921" cy="73093"/>
              </a:xfrm>
              <a:custGeom>
                <a:avLst/>
                <a:gdLst>
                  <a:gd name="csX0" fmla="*/ 41461 w 82921"/>
                  <a:gd name="csY0" fmla="*/ 0 h 73093"/>
                  <a:gd name="csX1" fmla="*/ 82922 w 82921"/>
                  <a:gd name="csY1" fmla="*/ 73094 h 73093"/>
                  <a:gd name="csX2" fmla="*/ 0 w 82921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93">
                    <a:moveTo>
                      <a:pt x="41461" y="0"/>
                    </a:moveTo>
                    <a:lnTo>
                      <a:pt x="82922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1" name="Freeform 2620">
                <a:extLst>
                  <a:ext uri="{FF2B5EF4-FFF2-40B4-BE49-F238E27FC236}">
                    <a16:creationId xmlns:a16="http://schemas.microsoft.com/office/drawing/2014/main" id="{88FE8511-D127-4088-F7B6-AE3E60819643}"/>
                  </a:ext>
                </a:extLst>
              </p:cNvPr>
              <p:cNvSpPr/>
              <p:nvPr/>
            </p:nvSpPr>
            <p:spPr>
              <a:xfrm>
                <a:off x="665042" y="4154638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2" name="Freeform 2621">
                <a:extLst>
                  <a:ext uri="{FF2B5EF4-FFF2-40B4-BE49-F238E27FC236}">
                    <a16:creationId xmlns:a16="http://schemas.microsoft.com/office/drawing/2014/main" id="{E3145636-64CE-0899-19F8-26FA539DC944}"/>
                  </a:ext>
                </a:extLst>
              </p:cNvPr>
              <p:cNvSpPr/>
              <p:nvPr/>
            </p:nvSpPr>
            <p:spPr>
              <a:xfrm>
                <a:off x="914425" y="3420046"/>
                <a:ext cx="82921" cy="73093"/>
              </a:xfrm>
              <a:custGeom>
                <a:avLst/>
                <a:gdLst>
                  <a:gd name="csX0" fmla="*/ 41461 w 82921"/>
                  <a:gd name="csY0" fmla="*/ 0 h 73093"/>
                  <a:gd name="csX1" fmla="*/ 82922 w 82921"/>
                  <a:gd name="csY1" fmla="*/ 73094 h 73093"/>
                  <a:gd name="csX2" fmla="*/ 0 w 82921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93">
                    <a:moveTo>
                      <a:pt x="41461" y="0"/>
                    </a:moveTo>
                    <a:lnTo>
                      <a:pt x="82922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3" name="Freeform 2622">
                <a:extLst>
                  <a:ext uri="{FF2B5EF4-FFF2-40B4-BE49-F238E27FC236}">
                    <a16:creationId xmlns:a16="http://schemas.microsoft.com/office/drawing/2014/main" id="{F7832CBE-22F9-708B-930E-223F833E9D7F}"/>
                  </a:ext>
                </a:extLst>
              </p:cNvPr>
              <p:cNvSpPr/>
              <p:nvPr/>
            </p:nvSpPr>
            <p:spPr>
              <a:xfrm>
                <a:off x="648333" y="4154638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4" name="Freeform 2623">
                <a:extLst>
                  <a:ext uri="{FF2B5EF4-FFF2-40B4-BE49-F238E27FC236}">
                    <a16:creationId xmlns:a16="http://schemas.microsoft.com/office/drawing/2014/main" id="{058DCF42-B9FC-25E2-FDC1-DEE529B918C0}"/>
                  </a:ext>
                </a:extLst>
              </p:cNvPr>
              <p:cNvSpPr/>
              <p:nvPr/>
            </p:nvSpPr>
            <p:spPr>
              <a:xfrm>
                <a:off x="880267" y="3877260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5" name="Freeform 2624">
                <a:extLst>
                  <a:ext uri="{FF2B5EF4-FFF2-40B4-BE49-F238E27FC236}">
                    <a16:creationId xmlns:a16="http://schemas.microsoft.com/office/drawing/2014/main" id="{164DD38D-AB0F-67B5-743E-039B9C7FC034}"/>
                  </a:ext>
                </a:extLst>
              </p:cNvPr>
              <p:cNvSpPr/>
              <p:nvPr/>
            </p:nvSpPr>
            <p:spPr>
              <a:xfrm>
                <a:off x="649324" y="4227858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6" name="Freeform 2625">
                <a:extLst>
                  <a:ext uri="{FF2B5EF4-FFF2-40B4-BE49-F238E27FC236}">
                    <a16:creationId xmlns:a16="http://schemas.microsoft.com/office/drawing/2014/main" id="{FC587914-D813-EE3A-1CF0-B78AD77B1580}"/>
                  </a:ext>
                </a:extLst>
              </p:cNvPr>
              <p:cNvSpPr/>
              <p:nvPr/>
            </p:nvSpPr>
            <p:spPr>
              <a:xfrm>
                <a:off x="878534" y="3418534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7" name="Freeform 2626">
                <a:extLst>
                  <a:ext uri="{FF2B5EF4-FFF2-40B4-BE49-F238E27FC236}">
                    <a16:creationId xmlns:a16="http://schemas.microsoft.com/office/drawing/2014/main" id="{3F3F4690-EA9F-2AF4-FE03-7BC9826EF185}"/>
                  </a:ext>
                </a:extLst>
              </p:cNvPr>
              <p:cNvSpPr/>
              <p:nvPr/>
            </p:nvSpPr>
            <p:spPr>
              <a:xfrm>
                <a:off x="650437" y="4201015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0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8" name="Freeform 2627">
                <a:extLst>
                  <a:ext uri="{FF2B5EF4-FFF2-40B4-BE49-F238E27FC236}">
                    <a16:creationId xmlns:a16="http://schemas.microsoft.com/office/drawing/2014/main" id="{0711F19C-C662-CE96-B763-765EB78BAD8D}"/>
                  </a:ext>
                </a:extLst>
              </p:cNvPr>
              <p:cNvSpPr/>
              <p:nvPr/>
            </p:nvSpPr>
            <p:spPr>
              <a:xfrm>
                <a:off x="905143" y="3833908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29" name="Freeform 2628">
                <a:extLst>
                  <a:ext uri="{FF2B5EF4-FFF2-40B4-BE49-F238E27FC236}">
                    <a16:creationId xmlns:a16="http://schemas.microsoft.com/office/drawing/2014/main" id="{9BADA001-C4A0-B06B-67E5-DB5C44D309F4}"/>
                  </a:ext>
                </a:extLst>
              </p:cNvPr>
              <p:cNvSpPr/>
              <p:nvPr/>
            </p:nvSpPr>
            <p:spPr>
              <a:xfrm>
                <a:off x="652789" y="4242855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0" name="Freeform 2629">
                <a:extLst>
                  <a:ext uri="{FF2B5EF4-FFF2-40B4-BE49-F238E27FC236}">
                    <a16:creationId xmlns:a16="http://schemas.microsoft.com/office/drawing/2014/main" id="{9C489C19-AABF-69B6-47E0-867251BC3284}"/>
                  </a:ext>
                </a:extLst>
              </p:cNvPr>
              <p:cNvSpPr/>
              <p:nvPr/>
            </p:nvSpPr>
            <p:spPr>
              <a:xfrm>
                <a:off x="881381" y="3847393"/>
                <a:ext cx="82921" cy="73093"/>
              </a:xfrm>
              <a:custGeom>
                <a:avLst/>
                <a:gdLst>
                  <a:gd name="csX0" fmla="*/ 41461 w 82921"/>
                  <a:gd name="csY0" fmla="*/ 0 h 73093"/>
                  <a:gd name="csX1" fmla="*/ 82922 w 82921"/>
                  <a:gd name="csY1" fmla="*/ 73094 h 73093"/>
                  <a:gd name="csX2" fmla="*/ 0 w 82921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93">
                    <a:moveTo>
                      <a:pt x="41461" y="0"/>
                    </a:moveTo>
                    <a:lnTo>
                      <a:pt x="82922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1" name="Freeform 2630">
                <a:extLst>
                  <a:ext uri="{FF2B5EF4-FFF2-40B4-BE49-F238E27FC236}">
                    <a16:creationId xmlns:a16="http://schemas.microsoft.com/office/drawing/2014/main" id="{70AC7B40-C478-6AE6-54EA-AA128A2E44E6}"/>
                  </a:ext>
                </a:extLst>
              </p:cNvPr>
              <p:cNvSpPr/>
              <p:nvPr/>
            </p:nvSpPr>
            <p:spPr>
              <a:xfrm>
                <a:off x="1150938" y="3939516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0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2" name="Freeform 2631">
                <a:extLst>
                  <a:ext uri="{FF2B5EF4-FFF2-40B4-BE49-F238E27FC236}">
                    <a16:creationId xmlns:a16="http://schemas.microsoft.com/office/drawing/2014/main" id="{05D1CC61-900B-5A65-BC26-D03562FC58C2}"/>
                  </a:ext>
                </a:extLst>
              </p:cNvPr>
              <p:cNvSpPr/>
              <p:nvPr/>
            </p:nvSpPr>
            <p:spPr>
              <a:xfrm>
                <a:off x="1400074" y="4316579"/>
                <a:ext cx="83045" cy="73093"/>
              </a:xfrm>
              <a:custGeom>
                <a:avLst/>
                <a:gdLst>
                  <a:gd name="csX0" fmla="*/ 41585 w 83045"/>
                  <a:gd name="csY0" fmla="*/ 0 h 73093"/>
                  <a:gd name="csX1" fmla="*/ 83045 w 83045"/>
                  <a:gd name="csY1" fmla="*/ 73094 h 73093"/>
                  <a:gd name="csX2" fmla="*/ 0 w 83045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3093">
                    <a:moveTo>
                      <a:pt x="41585" y="0"/>
                    </a:moveTo>
                    <a:lnTo>
                      <a:pt x="83045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3" name="Freeform 2632">
                <a:extLst>
                  <a:ext uri="{FF2B5EF4-FFF2-40B4-BE49-F238E27FC236}">
                    <a16:creationId xmlns:a16="http://schemas.microsoft.com/office/drawing/2014/main" id="{7932C28F-B8EA-9B40-C172-9310C59048D1}"/>
                  </a:ext>
                </a:extLst>
              </p:cNvPr>
              <p:cNvSpPr/>
              <p:nvPr/>
            </p:nvSpPr>
            <p:spPr>
              <a:xfrm>
                <a:off x="637690" y="3525654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4" name="Freeform 2633">
                <a:extLst>
                  <a:ext uri="{FF2B5EF4-FFF2-40B4-BE49-F238E27FC236}">
                    <a16:creationId xmlns:a16="http://schemas.microsoft.com/office/drawing/2014/main" id="{D0C9B62A-2B7B-FF39-2448-A9D9DAC85DFB}"/>
                  </a:ext>
                </a:extLst>
              </p:cNvPr>
              <p:cNvSpPr/>
              <p:nvPr/>
            </p:nvSpPr>
            <p:spPr>
              <a:xfrm>
                <a:off x="891777" y="4188035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5" name="Freeform 2634">
                <a:extLst>
                  <a:ext uri="{FF2B5EF4-FFF2-40B4-BE49-F238E27FC236}">
                    <a16:creationId xmlns:a16="http://schemas.microsoft.com/office/drawing/2014/main" id="{0B6DF671-7EF2-F57A-A689-F6C0FB0C5F94}"/>
                  </a:ext>
                </a:extLst>
              </p:cNvPr>
              <p:cNvSpPr/>
              <p:nvPr/>
            </p:nvSpPr>
            <p:spPr>
              <a:xfrm>
                <a:off x="1672478" y="4223447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6" name="Freeform 2635">
                <a:extLst>
                  <a:ext uri="{FF2B5EF4-FFF2-40B4-BE49-F238E27FC236}">
                    <a16:creationId xmlns:a16="http://schemas.microsoft.com/office/drawing/2014/main" id="{0AFEE7CD-2E18-1C60-B49E-0B8C8A7C6BBF}"/>
                  </a:ext>
                </a:extLst>
              </p:cNvPr>
              <p:cNvSpPr/>
              <p:nvPr/>
            </p:nvSpPr>
            <p:spPr>
              <a:xfrm>
                <a:off x="1918644" y="3511161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7" name="Freeform 2636">
                <a:extLst>
                  <a:ext uri="{FF2B5EF4-FFF2-40B4-BE49-F238E27FC236}">
                    <a16:creationId xmlns:a16="http://schemas.microsoft.com/office/drawing/2014/main" id="{5062B060-F40E-9BAA-EC4C-6798B4FE1E98}"/>
                  </a:ext>
                </a:extLst>
              </p:cNvPr>
              <p:cNvSpPr/>
              <p:nvPr/>
            </p:nvSpPr>
            <p:spPr>
              <a:xfrm>
                <a:off x="1180394" y="3819919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0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8" name="Freeform 2637">
                <a:extLst>
                  <a:ext uri="{FF2B5EF4-FFF2-40B4-BE49-F238E27FC236}">
                    <a16:creationId xmlns:a16="http://schemas.microsoft.com/office/drawing/2014/main" id="{997A87E3-F0C0-7A5A-88A6-A012A9813C72}"/>
                  </a:ext>
                </a:extLst>
              </p:cNvPr>
              <p:cNvSpPr/>
              <p:nvPr/>
            </p:nvSpPr>
            <p:spPr>
              <a:xfrm>
                <a:off x="1408243" y="3511161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39" name="Freeform 2638">
                <a:extLst>
                  <a:ext uri="{FF2B5EF4-FFF2-40B4-BE49-F238E27FC236}">
                    <a16:creationId xmlns:a16="http://schemas.microsoft.com/office/drawing/2014/main" id="{4841D87B-FD7E-0021-90A3-F2797729FF70}"/>
                  </a:ext>
                </a:extLst>
              </p:cNvPr>
              <p:cNvSpPr/>
              <p:nvPr/>
            </p:nvSpPr>
            <p:spPr>
              <a:xfrm>
                <a:off x="1175814" y="4182994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0" name="Freeform 2639">
                <a:extLst>
                  <a:ext uri="{FF2B5EF4-FFF2-40B4-BE49-F238E27FC236}">
                    <a16:creationId xmlns:a16="http://schemas.microsoft.com/office/drawing/2014/main" id="{6B80B630-8739-914B-9DC2-B41687C182ED}"/>
                  </a:ext>
                </a:extLst>
              </p:cNvPr>
              <p:cNvSpPr/>
              <p:nvPr/>
            </p:nvSpPr>
            <p:spPr>
              <a:xfrm>
                <a:off x="1438070" y="4316579"/>
                <a:ext cx="82921" cy="73093"/>
              </a:xfrm>
              <a:custGeom>
                <a:avLst/>
                <a:gdLst>
                  <a:gd name="csX0" fmla="*/ 41461 w 82921"/>
                  <a:gd name="csY0" fmla="*/ 0 h 73093"/>
                  <a:gd name="csX1" fmla="*/ 82922 w 82921"/>
                  <a:gd name="csY1" fmla="*/ 73094 h 73093"/>
                  <a:gd name="csX2" fmla="*/ 0 w 82921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93">
                    <a:moveTo>
                      <a:pt x="41461" y="0"/>
                    </a:moveTo>
                    <a:lnTo>
                      <a:pt x="82922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1" name="Freeform 2640">
                <a:extLst>
                  <a:ext uri="{FF2B5EF4-FFF2-40B4-BE49-F238E27FC236}">
                    <a16:creationId xmlns:a16="http://schemas.microsoft.com/office/drawing/2014/main" id="{D24D6A3E-D81F-21C6-141E-C0BEAC017FFD}"/>
                  </a:ext>
                </a:extLst>
              </p:cNvPr>
              <p:cNvSpPr/>
              <p:nvPr/>
            </p:nvSpPr>
            <p:spPr>
              <a:xfrm>
                <a:off x="2223722" y="4298053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2" name="Freeform 2641">
                <a:extLst>
                  <a:ext uri="{FF2B5EF4-FFF2-40B4-BE49-F238E27FC236}">
                    <a16:creationId xmlns:a16="http://schemas.microsoft.com/office/drawing/2014/main" id="{54F90873-3166-06E0-BE8C-A50D3D0B4A0A}"/>
                  </a:ext>
                </a:extLst>
              </p:cNvPr>
              <p:cNvSpPr/>
              <p:nvPr/>
            </p:nvSpPr>
            <p:spPr>
              <a:xfrm>
                <a:off x="2461224" y="3919100"/>
                <a:ext cx="82921" cy="73219"/>
              </a:xfrm>
              <a:custGeom>
                <a:avLst/>
                <a:gdLst>
                  <a:gd name="csX0" fmla="*/ 41461 w 82921"/>
                  <a:gd name="csY0" fmla="*/ 0 h 73219"/>
                  <a:gd name="csX1" fmla="*/ 82922 w 82921"/>
                  <a:gd name="csY1" fmla="*/ 73220 h 73219"/>
                  <a:gd name="csX2" fmla="*/ 0 w 82921"/>
                  <a:gd name="csY2" fmla="*/ 73220 h 73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219">
                    <a:moveTo>
                      <a:pt x="41461" y="0"/>
                    </a:moveTo>
                    <a:lnTo>
                      <a:pt x="82922" y="73220"/>
                    </a:lnTo>
                    <a:lnTo>
                      <a:pt x="0" y="73220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3" name="Freeform 2642">
                <a:extLst>
                  <a:ext uri="{FF2B5EF4-FFF2-40B4-BE49-F238E27FC236}">
                    <a16:creationId xmlns:a16="http://schemas.microsoft.com/office/drawing/2014/main" id="{FC64BC34-F5DB-FA20-D11F-9A08D8907640}"/>
                  </a:ext>
                </a:extLst>
              </p:cNvPr>
              <p:cNvSpPr/>
              <p:nvPr/>
            </p:nvSpPr>
            <p:spPr>
              <a:xfrm>
                <a:off x="1159849" y="3489737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1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4" name="Freeform 2643">
                <a:extLst>
                  <a:ext uri="{FF2B5EF4-FFF2-40B4-BE49-F238E27FC236}">
                    <a16:creationId xmlns:a16="http://schemas.microsoft.com/office/drawing/2014/main" id="{1A7C712E-6AD6-BBE1-6324-759BD8FADD0D}"/>
                  </a:ext>
                </a:extLst>
              </p:cNvPr>
              <p:cNvSpPr/>
              <p:nvPr/>
            </p:nvSpPr>
            <p:spPr>
              <a:xfrm>
                <a:off x="1401188" y="4316579"/>
                <a:ext cx="82921" cy="73093"/>
              </a:xfrm>
              <a:custGeom>
                <a:avLst/>
                <a:gdLst>
                  <a:gd name="csX0" fmla="*/ 41461 w 82921"/>
                  <a:gd name="csY0" fmla="*/ 0 h 73093"/>
                  <a:gd name="csX1" fmla="*/ 82922 w 82921"/>
                  <a:gd name="csY1" fmla="*/ 73094 h 73093"/>
                  <a:gd name="csX2" fmla="*/ 0 w 82921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93">
                    <a:moveTo>
                      <a:pt x="41461" y="0"/>
                    </a:moveTo>
                    <a:lnTo>
                      <a:pt x="82922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5" name="Freeform 2644">
                <a:extLst>
                  <a:ext uri="{FF2B5EF4-FFF2-40B4-BE49-F238E27FC236}">
                    <a16:creationId xmlns:a16="http://schemas.microsoft.com/office/drawing/2014/main" id="{23519DBA-C646-2AB4-8201-3763D1E362B0}"/>
                  </a:ext>
                </a:extLst>
              </p:cNvPr>
              <p:cNvSpPr/>
              <p:nvPr/>
            </p:nvSpPr>
            <p:spPr>
              <a:xfrm>
                <a:off x="1152052" y="4147203"/>
                <a:ext cx="61634" cy="62759"/>
              </a:xfrm>
              <a:custGeom>
                <a:avLst/>
                <a:gdLst>
                  <a:gd name="csX0" fmla="*/ 61634 w 61634"/>
                  <a:gd name="csY0" fmla="*/ 31380 h 62759"/>
                  <a:gd name="csX1" fmla="*/ 30817 w 61634"/>
                  <a:gd name="csY1" fmla="*/ 62760 h 62759"/>
                  <a:gd name="csX2" fmla="*/ 0 w 61634"/>
                  <a:gd name="csY2" fmla="*/ 31380 h 62759"/>
                  <a:gd name="csX3" fmla="*/ 30817 w 61634"/>
                  <a:gd name="csY3" fmla="*/ 0 h 62759"/>
                  <a:gd name="csX4" fmla="*/ 61634 w 61634"/>
                  <a:gd name="csY4" fmla="*/ 31380 h 62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759">
                    <a:moveTo>
                      <a:pt x="61634" y="31380"/>
                    </a:moveTo>
                    <a:cubicBezTo>
                      <a:pt x="61634" y="48711"/>
                      <a:pt x="47837" y="62760"/>
                      <a:pt x="30817" y="62760"/>
                    </a:cubicBezTo>
                    <a:cubicBezTo>
                      <a:pt x="13797" y="62760"/>
                      <a:pt x="0" y="48710"/>
                      <a:pt x="0" y="31380"/>
                    </a:cubicBezTo>
                    <a:cubicBezTo>
                      <a:pt x="0" y="14049"/>
                      <a:pt x="13797" y="0"/>
                      <a:pt x="30817" y="0"/>
                    </a:cubicBezTo>
                    <a:cubicBezTo>
                      <a:pt x="47837" y="0"/>
                      <a:pt x="61634" y="14049"/>
                      <a:pt x="61634" y="31380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6" name="Freeform 2645">
                <a:extLst>
                  <a:ext uri="{FF2B5EF4-FFF2-40B4-BE49-F238E27FC236}">
                    <a16:creationId xmlns:a16="http://schemas.microsoft.com/office/drawing/2014/main" id="{9B249D4E-13E3-B7D2-A667-8B187270BA08}"/>
                  </a:ext>
                </a:extLst>
              </p:cNvPr>
              <p:cNvSpPr/>
              <p:nvPr/>
            </p:nvSpPr>
            <p:spPr>
              <a:xfrm>
                <a:off x="1417525" y="4089484"/>
                <a:ext cx="83045" cy="73093"/>
              </a:xfrm>
              <a:custGeom>
                <a:avLst/>
                <a:gdLst>
                  <a:gd name="csX0" fmla="*/ 41585 w 83045"/>
                  <a:gd name="csY0" fmla="*/ 0 h 73093"/>
                  <a:gd name="csX1" fmla="*/ 83045 w 83045"/>
                  <a:gd name="csY1" fmla="*/ 73094 h 73093"/>
                  <a:gd name="csX2" fmla="*/ 0 w 83045"/>
                  <a:gd name="csY2" fmla="*/ 73094 h 730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3093">
                    <a:moveTo>
                      <a:pt x="41585" y="0"/>
                    </a:moveTo>
                    <a:lnTo>
                      <a:pt x="83045" y="73094"/>
                    </a:lnTo>
                    <a:lnTo>
                      <a:pt x="0" y="73094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47" name="TextBox 2646">
                <a:extLst>
                  <a:ext uri="{FF2B5EF4-FFF2-40B4-BE49-F238E27FC236}">
                    <a16:creationId xmlns:a16="http://schemas.microsoft.com/office/drawing/2014/main" id="{845E7BBC-E750-BB02-17DC-E1A187B92634}"/>
                  </a:ext>
                </a:extLst>
              </p:cNvPr>
              <p:cNvSpPr txBox="1"/>
              <p:nvPr/>
            </p:nvSpPr>
            <p:spPr>
              <a:xfrm>
                <a:off x="2054832" y="3034553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648" name="TextBox 2647">
                <a:extLst>
                  <a:ext uri="{FF2B5EF4-FFF2-40B4-BE49-F238E27FC236}">
                    <a16:creationId xmlns:a16="http://schemas.microsoft.com/office/drawing/2014/main" id="{53A4A3BD-6F98-CA62-C10D-F2B95694C831}"/>
                  </a:ext>
                </a:extLst>
              </p:cNvPr>
              <p:cNvSpPr txBox="1"/>
              <p:nvPr/>
            </p:nvSpPr>
            <p:spPr>
              <a:xfrm>
                <a:off x="1534158" y="3034553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649" name="TextBox 2648">
                <a:extLst>
                  <a:ext uri="{FF2B5EF4-FFF2-40B4-BE49-F238E27FC236}">
                    <a16:creationId xmlns:a16="http://schemas.microsoft.com/office/drawing/2014/main" id="{48600294-024C-83E2-2E19-065193D38E36}"/>
                  </a:ext>
                </a:extLst>
              </p:cNvPr>
              <p:cNvSpPr txBox="1"/>
              <p:nvPr/>
            </p:nvSpPr>
            <p:spPr>
              <a:xfrm>
                <a:off x="1288180" y="3034553"/>
                <a:ext cx="33963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650" name="TextBox 2649">
                <a:extLst>
                  <a:ext uri="{FF2B5EF4-FFF2-40B4-BE49-F238E27FC236}">
                    <a16:creationId xmlns:a16="http://schemas.microsoft.com/office/drawing/2014/main" id="{2533470A-3523-46E3-B429-191F0861CF25}"/>
                  </a:ext>
                </a:extLst>
              </p:cNvPr>
              <p:cNvSpPr txBox="1"/>
              <p:nvPr/>
            </p:nvSpPr>
            <p:spPr>
              <a:xfrm>
                <a:off x="492687" y="3034553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651" name="TextBox 2650">
                <a:extLst>
                  <a:ext uri="{FF2B5EF4-FFF2-40B4-BE49-F238E27FC236}">
                    <a16:creationId xmlns:a16="http://schemas.microsoft.com/office/drawing/2014/main" id="{88F5349A-604C-E42A-F73C-35A20A662758}"/>
                  </a:ext>
                </a:extLst>
              </p:cNvPr>
              <p:cNvSpPr txBox="1"/>
              <p:nvPr/>
            </p:nvSpPr>
            <p:spPr>
              <a:xfrm>
                <a:off x="2304204" y="3034553"/>
                <a:ext cx="39052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</a:t>
                </a:r>
              </a:p>
            </p:txBody>
          </p:sp>
          <p:sp>
            <p:nvSpPr>
              <p:cNvPr id="2652" name="TextBox 2651">
                <a:extLst>
                  <a:ext uri="{FF2B5EF4-FFF2-40B4-BE49-F238E27FC236}">
                    <a16:creationId xmlns:a16="http://schemas.microsoft.com/office/drawing/2014/main" id="{FD42DA7C-EE6E-9305-BBA8-89FDACBAE1A4}"/>
                  </a:ext>
                </a:extLst>
              </p:cNvPr>
              <p:cNvSpPr txBox="1"/>
              <p:nvPr/>
            </p:nvSpPr>
            <p:spPr>
              <a:xfrm>
                <a:off x="756478" y="3034553"/>
                <a:ext cx="36168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bc</a:t>
                </a:r>
              </a:p>
            </p:txBody>
          </p:sp>
          <p:sp>
            <p:nvSpPr>
              <p:cNvPr id="2653" name="TextBox 2652">
                <a:extLst>
                  <a:ext uri="{FF2B5EF4-FFF2-40B4-BE49-F238E27FC236}">
                    <a16:creationId xmlns:a16="http://schemas.microsoft.com/office/drawing/2014/main" id="{2217EB21-F37A-1C6D-EE76-8066C91EBEF2}"/>
                  </a:ext>
                </a:extLst>
              </p:cNvPr>
              <p:cNvSpPr txBox="1"/>
              <p:nvPr/>
            </p:nvSpPr>
            <p:spPr>
              <a:xfrm>
                <a:off x="1016753" y="3034553"/>
                <a:ext cx="36168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</a:t>
                </a:r>
                <a:r>
                  <a:rPr lang="en-US" sz="756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bc</a:t>
                </a:r>
                <a:endPara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654" name="TextBox 2653">
                <a:extLst>
                  <a:ext uri="{FF2B5EF4-FFF2-40B4-BE49-F238E27FC236}">
                    <a16:creationId xmlns:a16="http://schemas.microsoft.com/office/drawing/2014/main" id="{C6968801-DA46-8DFE-39AF-2D5626CF0BB6}"/>
                  </a:ext>
                </a:extLst>
              </p:cNvPr>
              <p:cNvSpPr txBox="1"/>
              <p:nvPr/>
            </p:nvSpPr>
            <p:spPr>
              <a:xfrm>
                <a:off x="1812247" y="3034553"/>
                <a:ext cx="33284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</a:t>
                </a:r>
              </a:p>
            </p:txBody>
          </p:sp>
          <p:sp>
            <p:nvSpPr>
              <p:cNvPr id="2655" name="Freeform 2654">
                <a:extLst>
                  <a:ext uri="{FF2B5EF4-FFF2-40B4-BE49-F238E27FC236}">
                    <a16:creationId xmlns:a16="http://schemas.microsoft.com/office/drawing/2014/main" id="{2B42C8F1-6B09-1283-B613-9E143A3495CD}"/>
                  </a:ext>
                </a:extLst>
              </p:cNvPr>
              <p:cNvSpPr/>
              <p:nvPr/>
            </p:nvSpPr>
            <p:spPr>
              <a:xfrm>
                <a:off x="520733" y="3077892"/>
                <a:ext cx="2134923" cy="1348706"/>
              </a:xfrm>
              <a:custGeom>
                <a:avLst/>
                <a:gdLst>
                  <a:gd name="csX0" fmla="*/ 0 w 2134923"/>
                  <a:gd name="csY0" fmla="*/ 0 h 1348706"/>
                  <a:gd name="csX1" fmla="*/ 2134924 w 2134923"/>
                  <a:gd name="csY1" fmla="*/ 0 h 1348706"/>
                  <a:gd name="csX2" fmla="*/ 2134924 w 2134923"/>
                  <a:gd name="csY2" fmla="*/ 1348706 h 1348706"/>
                  <a:gd name="csX3" fmla="*/ 0 w 2134923"/>
                  <a:gd name="csY3" fmla="*/ 1348706 h 1348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34923" h="1348706">
                    <a:moveTo>
                      <a:pt x="0" y="0"/>
                    </a:moveTo>
                    <a:lnTo>
                      <a:pt x="2134924" y="0"/>
                    </a:lnTo>
                    <a:lnTo>
                      <a:pt x="2134924" y="1348706"/>
                    </a:lnTo>
                    <a:lnTo>
                      <a:pt x="0" y="1348706"/>
                    </a:lnTo>
                    <a:close/>
                  </a:path>
                </a:pathLst>
              </a:custGeom>
              <a:noFill/>
              <a:ln w="13212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</p:grpSp>
        <p:grpSp>
          <p:nvGrpSpPr>
            <p:cNvPr id="2656" name="Graphic 52">
              <a:extLst>
                <a:ext uri="{FF2B5EF4-FFF2-40B4-BE49-F238E27FC236}">
                  <a16:creationId xmlns:a16="http://schemas.microsoft.com/office/drawing/2014/main" id="{7349E3B1-E47E-8AD2-A2CA-D16E4B99792C}"/>
                </a:ext>
              </a:extLst>
            </p:cNvPr>
            <p:cNvGrpSpPr/>
            <p:nvPr/>
          </p:nvGrpSpPr>
          <p:grpSpPr>
            <a:xfrm>
              <a:off x="174446" y="3063597"/>
              <a:ext cx="2512651" cy="1742081"/>
              <a:chOff x="174446" y="3063597"/>
              <a:chExt cx="2512651" cy="1742081"/>
            </a:xfrm>
          </p:grpSpPr>
          <p:sp>
            <p:nvSpPr>
              <p:cNvPr id="2657" name="TextBox 2656">
                <a:extLst>
                  <a:ext uri="{FF2B5EF4-FFF2-40B4-BE49-F238E27FC236}">
                    <a16:creationId xmlns:a16="http://schemas.microsoft.com/office/drawing/2014/main" id="{02932E02-B0A3-EE6D-9AB2-20FA4C410B89}"/>
                  </a:ext>
                </a:extLst>
              </p:cNvPr>
              <p:cNvSpPr txBox="1"/>
              <p:nvPr/>
            </p:nvSpPr>
            <p:spPr>
              <a:xfrm>
                <a:off x="299481" y="4258932"/>
                <a:ext cx="25990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658" name="TextBox 2657">
                <a:extLst>
                  <a:ext uri="{FF2B5EF4-FFF2-40B4-BE49-F238E27FC236}">
                    <a16:creationId xmlns:a16="http://schemas.microsoft.com/office/drawing/2014/main" id="{EDF9B2D7-89F5-EBB5-03E7-1AF62F699B2D}"/>
                  </a:ext>
                </a:extLst>
              </p:cNvPr>
              <p:cNvSpPr txBox="1"/>
              <p:nvPr/>
            </p:nvSpPr>
            <p:spPr>
              <a:xfrm>
                <a:off x="174446" y="3960130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2659" name="TextBox 2658">
                <a:extLst>
                  <a:ext uri="{FF2B5EF4-FFF2-40B4-BE49-F238E27FC236}">
                    <a16:creationId xmlns:a16="http://schemas.microsoft.com/office/drawing/2014/main" id="{9FD762FD-F37C-C441-CAA8-762B115E7769}"/>
                  </a:ext>
                </a:extLst>
              </p:cNvPr>
              <p:cNvSpPr txBox="1"/>
              <p:nvPr/>
            </p:nvSpPr>
            <p:spPr>
              <a:xfrm>
                <a:off x="174446" y="3661201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2660" name="TextBox 2659">
                <a:extLst>
                  <a:ext uri="{FF2B5EF4-FFF2-40B4-BE49-F238E27FC236}">
                    <a16:creationId xmlns:a16="http://schemas.microsoft.com/office/drawing/2014/main" id="{E921BB03-B892-CA1D-A9C3-7751524DB5C7}"/>
                  </a:ext>
                </a:extLst>
              </p:cNvPr>
              <p:cNvSpPr txBox="1"/>
              <p:nvPr/>
            </p:nvSpPr>
            <p:spPr>
              <a:xfrm>
                <a:off x="174446" y="3362399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600</a:t>
                </a:r>
              </a:p>
            </p:txBody>
          </p:sp>
          <p:sp>
            <p:nvSpPr>
              <p:cNvPr id="2661" name="TextBox 2660">
                <a:extLst>
                  <a:ext uri="{FF2B5EF4-FFF2-40B4-BE49-F238E27FC236}">
                    <a16:creationId xmlns:a16="http://schemas.microsoft.com/office/drawing/2014/main" id="{421B9ED5-9DC4-CC39-E243-8F2DCA0FD62A}"/>
                  </a:ext>
                </a:extLst>
              </p:cNvPr>
              <p:cNvSpPr txBox="1"/>
              <p:nvPr/>
            </p:nvSpPr>
            <p:spPr>
              <a:xfrm>
                <a:off x="174446" y="3063597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800</a:t>
                </a:r>
              </a:p>
            </p:txBody>
          </p:sp>
          <p:sp>
            <p:nvSpPr>
              <p:cNvPr id="2662" name="Freeform 2661">
                <a:extLst>
                  <a:ext uri="{FF2B5EF4-FFF2-40B4-BE49-F238E27FC236}">
                    <a16:creationId xmlns:a16="http://schemas.microsoft.com/office/drawing/2014/main" id="{F661A5F5-6948-2CBE-5250-E4A41D4439BF}"/>
                  </a:ext>
                </a:extLst>
              </p:cNvPr>
              <p:cNvSpPr/>
              <p:nvPr/>
            </p:nvSpPr>
            <p:spPr>
              <a:xfrm>
                <a:off x="486822" y="4365350"/>
                <a:ext cx="33911" cy="12602"/>
              </a:xfrm>
              <a:custGeom>
                <a:avLst/>
                <a:gdLst>
                  <a:gd name="csX0" fmla="*/ 0 w 33911"/>
                  <a:gd name="csY0" fmla="*/ 0 h 12602"/>
                  <a:gd name="csX1" fmla="*/ 33911 w 33911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602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3" name="Freeform 2662">
                <a:extLst>
                  <a:ext uri="{FF2B5EF4-FFF2-40B4-BE49-F238E27FC236}">
                    <a16:creationId xmlns:a16="http://schemas.microsoft.com/office/drawing/2014/main" id="{4D58990F-1573-0659-0277-81A78C993832}"/>
                  </a:ext>
                </a:extLst>
              </p:cNvPr>
              <p:cNvSpPr/>
              <p:nvPr/>
            </p:nvSpPr>
            <p:spPr>
              <a:xfrm>
                <a:off x="486822" y="4066548"/>
                <a:ext cx="33911" cy="12602"/>
              </a:xfrm>
              <a:custGeom>
                <a:avLst/>
                <a:gdLst>
                  <a:gd name="csX0" fmla="*/ 0 w 33911"/>
                  <a:gd name="csY0" fmla="*/ 0 h 12602"/>
                  <a:gd name="csX1" fmla="*/ 33911 w 33911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602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4" name="Freeform 2663">
                <a:extLst>
                  <a:ext uri="{FF2B5EF4-FFF2-40B4-BE49-F238E27FC236}">
                    <a16:creationId xmlns:a16="http://schemas.microsoft.com/office/drawing/2014/main" id="{653CD650-6B3C-6DDA-862B-E636D78FD5F4}"/>
                  </a:ext>
                </a:extLst>
              </p:cNvPr>
              <p:cNvSpPr/>
              <p:nvPr/>
            </p:nvSpPr>
            <p:spPr>
              <a:xfrm>
                <a:off x="486822" y="3767619"/>
                <a:ext cx="33911" cy="12602"/>
              </a:xfrm>
              <a:custGeom>
                <a:avLst/>
                <a:gdLst>
                  <a:gd name="csX0" fmla="*/ 0 w 33911"/>
                  <a:gd name="csY0" fmla="*/ 0 h 12602"/>
                  <a:gd name="csX1" fmla="*/ 33911 w 33911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602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5" name="Freeform 2664">
                <a:extLst>
                  <a:ext uri="{FF2B5EF4-FFF2-40B4-BE49-F238E27FC236}">
                    <a16:creationId xmlns:a16="http://schemas.microsoft.com/office/drawing/2014/main" id="{BB0C7BF1-BF07-7643-88B8-3B7256B64984}"/>
                  </a:ext>
                </a:extLst>
              </p:cNvPr>
              <p:cNvSpPr/>
              <p:nvPr/>
            </p:nvSpPr>
            <p:spPr>
              <a:xfrm>
                <a:off x="486822" y="3468817"/>
                <a:ext cx="33911" cy="12602"/>
              </a:xfrm>
              <a:custGeom>
                <a:avLst/>
                <a:gdLst>
                  <a:gd name="csX0" fmla="*/ 0 w 33911"/>
                  <a:gd name="csY0" fmla="*/ 0 h 12602"/>
                  <a:gd name="csX1" fmla="*/ 33911 w 33911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602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6" name="Freeform 2665">
                <a:extLst>
                  <a:ext uri="{FF2B5EF4-FFF2-40B4-BE49-F238E27FC236}">
                    <a16:creationId xmlns:a16="http://schemas.microsoft.com/office/drawing/2014/main" id="{642A78E4-A6B2-B892-40D6-1435BCBC828F}"/>
                  </a:ext>
                </a:extLst>
              </p:cNvPr>
              <p:cNvSpPr/>
              <p:nvPr/>
            </p:nvSpPr>
            <p:spPr>
              <a:xfrm>
                <a:off x="486822" y="3170015"/>
                <a:ext cx="33911" cy="12602"/>
              </a:xfrm>
              <a:custGeom>
                <a:avLst/>
                <a:gdLst>
                  <a:gd name="csX0" fmla="*/ 0 w 33911"/>
                  <a:gd name="csY0" fmla="*/ 0 h 12602"/>
                  <a:gd name="csX1" fmla="*/ 33911 w 33911"/>
                  <a:gd name="csY1" fmla="*/ 0 h 12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602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7" name="Freeform 2666">
                <a:extLst>
                  <a:ext uri="{FF2B5EF4-FFF2-40B4-BE49-F238E27FC236}">
                    <a16:creationId xmlns:a16="http://schemas.microsoft.com/office/drawing/2014/main" id="{25B354F0-0C41-EB6D-24E9-222B187A6368}"/>
                  </a:ext>
                </a:extLst>
              </p:cNvPr>
              <p:cNvSpPr/>
              <p:nvPr/>
            </p:nvSpPr>
            <p:spPr>
              <a:xfrm>
                <a:off x="676923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8" name="Freeform 2667">
                <a:extLst>
                  <a:ext uri="{FF2B5EF4-FFF2-40B4-BE49-F238E27FC236}">
                    <a16:creationId xmlns:a16="http://schemas.microsoft.com/office/drawing/2014/main" id="{D9ABA0DC-ECA0-9036-DF01-EF018AB0F49C}"/>
                  </a:ext>
                </a:extLst>
              </p:cNvPr>
              <p:cNvSpPr/>
              <p:nvPr/>
            </p:nvSpPr>
            <p:spPr>
              <a:xfrm>
                <a:off x="937322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69" name="Freeform 2668">
                <a:extLst>
                  <a:ext uri="{FF2B5EF4-FFF2-40B4-BE49-F238E27FC236}">
                    <a16:creationId xmlns:a16="http://schemas.microsoft.com/office/drawing/2014/main" id="{0671C713-C1C4-66C6-7991-D6ECC10E8626}"/>
                  </a:ext>
                </a:extLst>
              </p:cNvPr>
              <p:cNvSpPr/>
              <p:nvPr/>
            </p:nvSpPr>
            <p:spPr>
              <a:xfrm>
                <a:off x="1197597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0" name="Freeform 2669">
                <a:extLst>
                  <a:ext uri="{FF2B5EF4-FFF2-40B4-BE49-F238E27FC236}">
                    <a16:creationId xmlns:a16="http://schemas.microsoft.com/office/drawing/2014/main" id="{2FB0A94C-7705-A641-7CDD-8369FB4BFC1A}"/>
                  </a:ext>
                </a:extLst>
              </p:cNvPr>
              <p:cNvSpPr/>
              <p:nvPr/>
            </p:nvSpPr>
            <p:spPr>
              <a:xfrm>
                <a:off x="1457996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1" name="Freeform 2670">
                <a:extLst>
                  <a:ext uri="{FF2B5EF4-FFF2-40B4-BE49-F238E27FC236}">
                    <a16:creationId xmlns:a16="http://schemas.microsoft.com/office/drawing/2014/main" id="{1DBC92F0-38A8-DBD4-8387-BE3B0F20915C}"/>
                  </a:ext>
                </a:extLst>
              </p:cNvPr>
              <p:cNvSpPr/>
              <p:nvPr/>
            </p:nvSpPr>
            <p:spPr>
              <a:xfrm>
                <a:off x="1718394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2" name="Freeform 2671">
                <a:extLst>
                  <a:ext uri="{FF2B5EF4-FFF2-40B4-BE49-F238E27FC236}">
                    <a16:creationId xmlns:a16="http://schemas.microsoft.com/office/drawing/2014/main" id="{5D1124EC-B673-B90A-8E53-922B421620CF}"/>
                  </a:ext>
                </a:extLst>
              </p:cNvPr>
              <p:cNvSpPr/>
              <p:nvPr/>
            </p:nvSpPr>
            <p:spPr>
              <a:xfrm>
                <a:off x="1978670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3" name="Freeform 2672">
                <a:extLst>
                  <a:ext uri="{FF2B5EF4-FFF2-40B4-BE49-F238E27FC236}">
                    <a16:creationId xmlns:a16="http://schemas.microsoft.com/office/drawing/2014/main" id="{1B7909FD-A373-70A7-6317-745F76F17B0A}"/>
                  </a:ext>
                </a:extLst>
              </p:cNvPr>
              <p:cNvSpPr/>
              <p:nvPr/>
            </p:nvSpPr>
            <p:spPr>
              <a:xfrm>
                <a:off x="2239068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4" name="Freeform 2673">
                <a:extLst>
                  <a:ext uri="{FF2B5EF4-FFF2-40B4-BE49-F238E27FC236}">
                    <a16:creationId xmlns:a16="http://schemas.microsoft.com/office/drawing/2014/main" id="{14103321-B095-D87E-4763-16AD7396A516}"/>
                  </a:ext>
                </a:extLst>
              </p:cNvPr>
              <p:cNvSpPr/>
              <p:nvPr/>
            </p:nvSpPr>
            <p:spPr>
              <a:xfrm>
                <a:off x="2499467" y="4426598"/>
                <a:ext cx="12376" cy="34530"/>
              </a:xfrm>
              <a:custGeom>
                <a:avLst/>
                <a:gdLst>
                  <a:gd name="csX0" fmla="*/ 0 w 12376"/>
                  <a:gd name="csY0" fmla="*/ 34530 h 34530"/>
                  <a:gd name="csX1" fmla="*/ 0 w 12376"/>
                  <a:gd name="csY1" fmla="*/ 0 h 34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530">
                    <a:moveTo>
                      <a:pt x="0" y="34530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75" name="TextBox 2674">
                <a:extLst>
                  <a:ext uri="{FF2B5EF4-FFF2-40B4-BE49-F238E27FC236}">
                    <a16:creationId xmlns:a16="http://schemas.microsoft.com/office/drawing/2014/main" id="{DD4A17F3-CAC2-8B42-64BC-E806119E78D4}"/>
                  </a:ext>
                </a:extLst>
              </p:cNvPr>
              <p:cNvSpPr txBox="1"/>
              <p:nvPr/>
            </p:nvSpPr>
            <p:spPr>
              <a:xfrm>
                <a:off x="543580" y="4422133"/>
                <a:ext cx="26668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676" name="TextBox 2675">
                <a:extLst>
                  <a:ext uri="{FF2B5EF4-FFF2-40B4-BE49-F238E27FC236}">
                    <a16:creationId xmlns:a16="http://schemas.microsoft.com/office/drawing/2014/main" id="{7D5BD189-3862-AC13-B76F-A6ACF422BCB2}"/>
                  </a:ext>
                </a:extLst>
              </p:cNvPr>
              <p:cNvSpPr txBox="1"/>
              <p:nvPr/>
            </p:nvSpPr>
            <p:spPr>
              <a:xfrm>
                <a:off x="791256" y="4422133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677" name="TextBox 2676">
                <a:extLst>
                  <a:ext uri="{FF2B5EF4-FFF2-40B4-BE49-F238E27FC236}">
                    <a16:creationId xmlns:a16="http://schemas.microsoft.com/office/drawing/2014/main" id="{888C357B-92D4-AC53-C342-FE470E48812D}"/>
                  </a:ext>
                </a:extLst>
              </p:cNvPr>
              <p:cNvSpPr txBox="1"/>
              <p:nvPr/>
            </p:nvSpPr>
            <p:spPr>
              <a:xfrm>
                <a:off x="1083765" y="4422133"/>
                <a:ext cx="227666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678" name="TextBox 2677">
                <a:extLst>
                  <a:ext uri="{FF2B5EF4-FFF2-40B4-BE49-F238E27FC236}">
                    <a16:creationId xmlns:a16="http://schemas.microsoft.com/office/drawing/2014/main" id="{DD1EB0D7-3543-DBB6-B64A-F81737849217}"/>
                  </a:ext>
                </a:extLst>
              </p:cNvPr>
              <p:cNvSpPr txBox="1"/>
              <p:nvPr/>
            </p:nvSpPr>
            <p:spPr>
              <a:xfrm>
                <a:off x="1305993" y="4422133"/>
                <a:ext cx="30400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679" name="TextBox 2678">
                <a:extLst>
                  <a:ext uri="{FF2B5EF4-FFF2-40B4-BE49-F238E27FC236}">
                    <a16:creationId xmlns:a16="http://schemas.microsoft.com/office/drawing/2014/main" id="{2B006CCE-49C7-E690-B006-F784B274A6D4}"/>
                  </a:ext>
                </a:extLst>
              </p:cNvPr>
              <p:cNvSpPr txBox="1"/>
              <p:nvPr/>
            </p:nvSpPr>
            <p:spPr>
              <a:xfrm>
                <a:off x="1572328" y="4422133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680" name="TextBox 2679">
                <a:extLst>
                  <a:ext uri="{FF2B5EF4-FFF2-40B4-BE49-F238E27FC236}">
                    <a16:creationId xmlns:a16="http://schemas.microsoft.com/office/drawing/2014/main" id="{AB45519D-1AF0-DCA7-A8E7-BA15106FDEC1}"/>
                  </a:ext>
                </a:extLst>
              </p:cNvPr>
              <p:cNvSpPr txBox="1"/>
              <p:nvPr/>
            </p:nvSpPr>
            <p:spPr>
              <a:xfrm>
                <a:off x="1794432" y="4422133"/>
                <a:ext cx="36847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681" name="TextBox 2680">
                <a:extLst>
                  <a:ext uri="{FF2B5EF4-FFF2-40B4-BE49-F238E27FC236}">
                    <a16:creationId xmlns:a16="http://schemas.microsoft.com/office/drawing/2014/main" id="{3F566040-5831-C6F1-875E-941F4221CE52}"/>
                  </a:ext>
                </a:extLst>
              </p:cNvPr>
              <p:cNvSpPr txBox="1"/>
              <p:nvPr/>
            </p:nvSpPr>
            <p:spPr>
              <a:xfrm>
                <a:off x="2064162" y="4422133"/>
                <a:ext cx="34981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682" name="TextBox 2681">
                <a:extLst>
                  <a:ext uri="{FF2B5EF4-FFF2-40B4-BE49-F238E27FC236}">
                    <a16:creationId xmlns:a16="http://schemas.microsoft.com/office/drawing/2014/main" id="{46EB8EB8-46F1-D792-BEF7-0653E1D49CA6}"/>
                  </a:ext>
                </a:extLst>
              </p:cNvPr>
              <p:cNvSpPr txBox="1"/>
              <p:nvPr/>
            </p:nvSpPr>
            <p:spPr>
              <a:xfrm>
                <a:off x="2311839" y="4422133"/>
                <a:ext cx="375258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683" name="TextBox 2682">
                <a:extLst>
                  <a:ext uri="{FF2B5EF4-FFF2-40B4-BE49-F238E27FC236}">
                    <a16:creationId xmlns:a16="http://schemas.microsoft.com/office/drawing/2014/main" id="{02D3F3A6-1821-DE4B-0C4C-7ACDBE5B56A9}"/>
                  </a:ext>
                </a:extLst>
              </p:cNvPr>
              <p:cNvSpPr txBox="1"/>
              <p:nvPr/>
            </p:nvSpPr>
            <p:spPr>
              <a:xfrm>
                <a:off x="1308957" y="4554059"/>
                <a:ext cx="558477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</p:grpSp>
      </p:grpSp>
      <p:grpSp>
        <p:nvGrpSpPr>
          <p:cNvPr id="2685" name="Graphic 53">
            <a:extLst>
              <a:ext uri="{FF2B5EF4-FFF2-40B4-BE49-F238E27FC236}">
                <a16:creationId xmlns:a16="http://schemas.microsoft.com/office/drawing/2014/main" id="{E9E61E75-4920-78B4-C13F-07A26CFBD123}"/>
              </a:ext>
            </a:extLst>
          </p:cNvPr>
          <p:cNvGrpSpPr/>
          <p:nvPr/>
        </p:nvGrpSpPr>
        <p:grpSpPr>
          <a:xfrm>
            <a:off x="47419" y="4295274"/>
            <a:ext cx="2532515" cy="1710195"/>
            <a:chOff x="50184" y="4434051"/>
            <a:chExt cx="2680173" cy="1809908"/>
          </a:xfrm>
        </p:grpSpPr>
        <p:sp>
          <p:nvSpPr>
            <p:cNvPr id="2686" name="Freeform 2685">
              <a:extLst>
                <a:ext uri="{FF2B5EF4-FFF2-40B4-BE49-F238E27FC236}">
                  <a16:creationId xmlns:a16="http://schemas.microsoft.com/office/drawing/2014/main" id="{FD8882CF-A318-EC65-1A90-4D236236C940}"/>
                </a:ext>
              </a:extLst>
            </p:cNvPr>
            <p:cNvSpPr/>
            <p:nvPr/>
          </p:nvSpPr>
          <p:spPr>
            <a:xfrm>
              <a:off x="50184" y="4434051"/>
              <a:ext cx="2673296" cy="1809908"/>
            </a:xfrm>
            <a:custGeom>
              <a:avLst/>
              <a:gdLst>
                <a:gd name="csX0" fmla="*/ 0 w 2673296"/>
                <a:gd name="csY0" fmla="*/ 0 h 1809908"/>
                <a:gd name="csX1" fmla="*/ 2673296 w 2673296"/>
                <a:gd name="csY1" fmla="*/ 0 h 1809908"/>
                <a:gd name="csX2" fmla="*/ 2673296 w 2673296"/>
                <a:gd name="csY2" fmla="*/ 1809908 h 1809908"/>
                <a:gd name="csX3" fmla="*/ 0 w 2673296"/>
                <a:gd name="csY3" fmla="*/ 1809908 h 180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3296" h="1809908">
                  <a:moveTo>
                    <a:pt x="0" y="0"/>
                  </a:moveTo>
                  <a:lnTo>
                    <a:pt x="2673296" y="0"/>
                  </a:lnTo>
                  <a:lnTo>
                    <a:pt x="2673296" y="1809908"/>
                  </a:lnTo>
                  <a:lnTo>
                    <a:pt x="0" y="1809908"/>
                  </a:lnTo>
                  <a:close/>
                </a:path>
              </a:pathLst>
            </a:custGeom>
            <a:solidFill>
              <a:srgbClr val="FFFFFF"/>
            </a:solidFill>
            <a:ln w="12347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sp>
          <p:nvSpPr>
            <p:cNvPr id="2687" name="Freeform 2686">
              <a:extLst>
                <a:ext uri="{FF2B5EF4-FFF2-40B4-BE49-F238E27FC236}">
                  <a16:creationId xmlns:a16="http://schemas.microsoft.com/office/drawing/2014/main" id="{CBAC3FFE-3ACB-B399-B9AA-41D85DF1ABD3}"/>
                </a:ext>
              </a:extLst>
            </p:cNvPr>
            <p:cNvSpPr/>
            <p:nvPr/>
          </p:nvSpPr>
          <p:spPr>
            <a:xfrm>
              <a:off x="50184" y="4434051"/>
              <a:ext cx="2673296" cy="1809908"/>
            </a:xfrm>
            <a:custGeom>
              <a:avLst/>
              <a:gdLst>
                <a:gd name="csX0" fmla="*/ 0 w 2673296"/>
                <a:gd name="csY0" fmla="*/ 0 h 1809908"/>
                <a:gd name="csX1" fmla="*/ 2673296 w 2673296"/>
                <a:gd name="csY1" fmla="*/ 0 h 1809908"/>
                <a:gd name="csX2" fmla="*/ 2673296 w 2673296"/>
                <a:gd name="csY2" fmla="*/ 1809908 h 1809908"/>
                <a:gd name="csX3" fmla="*/ 0 w 2673296"/>
                <a:gd name="csY3" fmla="*/ 1809908 h 180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3296" h="1809908">
                  <a:moveTo>
                    <a:pt x="0" y="0"/>
                  </a:moveTo>
                  <a:lnTo>
                    <a:pt x="2673296" y="0"/>
                  </a:lnTo>
                  <a:lnTo>
                    <a:pt x="2673296" y="1809908"/>
                  </a:lnTo>
                  <a:lnTo>
                    <a:pt x="0" y="1809908"/>
                  </a:lnTo>
                  <a:close/>
                </a:path>
              </a:pathLst>
            </a:custGeom>
            <a:solidFill>
              <a:srgbClr val="FFFFFF"/>
            </a:solidFill>
            <a:ln w="13212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grpSp>
          <p:nvGrpSpPr>
            <p:cNvPr id="2688" name="Graphic 53">
              <a:extLst>
                <a:ext uri="{FF2B5EF4-FFF2-40B4-BE49-F238E27FC236}">
                  <a16:creationId xmlns:a16="http://schemas.microsoft.com/office/drawing/2014/main" id="{EEE6901F-D445-B60D-5ADE-0B2A9961B999}"/>
                </a:ext>
              </a:extLst>
            </p:cNvPr>
            <p:cNvGrpSpPr/>
            <p:nvPr/>
          </p:nvGrpSpPr>
          <p:grpSpPr>
            <a:xfrm>
              <a:off x="492687" y="4459583"/>
              <a:ext cx="2237670" cy="1388458"/>
              <a:chOff x="492687" y="4459583"/>
              <a:chExt cx="2237670" cy="1388458"/>
            </a:xfrm>
          </p:grpSpPr>
          <p:sp>
            <p:nvSpPr>
              <p:cNvPr id="2689" name="Freeform 2688">
                <a:extLst>
                  <a:ext uri="{FF2B5EF4-FFF2-40B4-BE49-F238E27FC236}">
                    <a16:creationId xmlns:a16="http://schemas.microsoft.com/office/drawing/2014/main" id="{9AC0F4A5-2737-7C90-9F20-1E77DB2D7581}"/>
                  </a:ext>
                </a:extLst>
              </p:cNvPr>
              <p:cNvSpPr/>
              <p:nvPr/>
            </p:nvSpPr>
            <p:spPr>
              <a:xfrm>
                <a:off x="520733" y="4502928"/>
                <a:ext cx="2134923" cy="1345113"/>
              </a:xfrm>
              <a:custGeom>
                <a:avLst/>
                <a:gdLst>
                  <a:gd name="csX0" fmla="*/ 0 w 2134923"/>
                  <a:gd name="csY0" fmla="*/ 0 h 1345113"/>
                  <a:gd name="csX1" fmla="*/ 2134924 w 2134923"/>
                  <a:gd name="csY1" fmla="*/ 0 h 1345113"/>
                  <a:gd name="csX2" fmla="*/ 2134924 w 2134923"/>
                  <a:gd name="csY2" fmla="*/ 1345114 h 1345113"/>
                  <a:gd name="csX3" fmla="*/ 0 w 2134923"/>
                  <a:gd name="csY3" fmla="*/ 1345114 h 1345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34923" h="1345113">
                    <a:moveTo>
                      <a:pt x="0" y="0"/>
                    </a:moveTo>
                    <a:lnTo>
                      <a:pt x="2134924" y="0"/>
                    </a:lnTo>
                    <a:lnTo>
                      <a:pt x="2134924" y="1345114"/>
                    </a:lnTo>
                    <a:lnTo>
                      <a:pt x="0" y="1345114"/>
                    </a:lnTo>
                    <a:close/>
                  </a:path>
                </a:pathLst>
              </a:custGeom>
              <a:solidFill>
                <a:srgbClr val="FFFFFF"/>
              </a:solidFill>
              <a:ln w="263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0" name="Freeform 2689">
                <a:extLst>
                  <a:ext uri="{FF2B5EF4-FFF2-40B4-BE49-F238E27FC236}">
                    <a16:creationId xmlns:a16="http://schemas.microsoft.com/office/drawing/2014/main" id="{6FE493D3-ECC4-0E52-4769-0ED0ECCB3E79}"/>
                  </a:ext>
                </a:extLst>
              </p:cNvPr>
              <p:cNvSpPr/>
              <p:nvPr/>
            </p:nvSpPr>
            <p:spPr>
              <a:xfrm>
                <a:off x="559719" y="5222492"/>
                <a:ext cx="234408" cy="12568"/>
              </a:xfrm>
              <a:custGeom>
                <a:avLst/>
                <a:gdLst>
                  <a:gd name="csX0" fmla="*/ 0 w 234408"/>
                  <a:gd name="csY0" fmla="*/ 0 h 12568"/>
                  <a:gd name="csX1" fmla="*/ 234408 w 234408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408" h="12568">
                    <a:moveTo>
                      <a:pt x="0" y="0"/>
                    </a:moveTo>
                    <a:lnTo>
                      <a:pt x="234408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1" name="Freeform 2690">
                <a:extLst>
                  <a:ext uri="{FF2B5EF4-FFF2-40B4-BE49-F238E27FC236}">
                    <a16:creationId xmlns:a16="http://schemas.microsoft.com/office/drawing/2014/main" id="{617D19B4-7CC8-57AF-C774-6302363BE61D}"/>
                  </a:ext>
                </a:extLst>
              </p:cNvPr>
              <p:cNvSpPr/>
              <p:nvPr/>
            </p:nvSpPr>
            <p:spPr>
              <a:xfrm>
                <a:off x="820118" y="4834618"/>
                <a:ext cx="234284" cy="12568"/>
              </a:xfrm>
              <a:custGeom>
                <a:avLst/>
                <a:gdLst>
                  <a:gd name="csX0" fmla="*/ 0 w 234284"/>
                  <a:gd name="csY0" fmla="*/ 0 h 12568"/>
                  <a:gd name="csX1" fmla="*/ 234285 w 234284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568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2" name="Freeform 2691">
                <a:extLst>
                  <a:ext uri="{FF2B5EF4-FFF2-40B4-BE49-F238E27FC236}">
                    <a16:creationId xmlns:a16="http://schemas.microsoft.com/office/drawing/2014/main" id="{CFCCF3C2-6067-B24C-77E1-90E2EAE66366}"/>
                  </a:ext>
                </a:extLst>
              </p:cNvPr>
              <p:cNvSpPr/>
              <p:nvPr/>
            </p:nvSpPr>
            <p:spPr>
              <a:xfrm>
                <a:off x="1080516" y="4901610"/>
                <a:ext cx="234284" cy="12568"/>
              </a:xfrm>
              <a:custGeom>
                <a:avLst/>
                <a:gdLst>
                  <a:gd name="csX0" fmla="*/ 0 w 234284"/>
                  <a:gd name="csY0" fmla="*/ 0 h 12568"/>
                  <a:gd name="csX1" fmla="*/ 234285 w 234284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568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3" name="Freeform 2692">
                <a:extLst>
                  <a:ext uri="{FF2B5EF4-FFF2-40B4-BE49-F238E27FC236}">
                    <a16:creationId xmlns:a16="http://schemas.microsoft.com/office/drawing/2014/main" id="{6EA45941-503C-A746-827F-3C775E6AB699}"/>
                  </a:ext>
                </a:extLst>
              </p:cNvPr>
              <p:cNvSpPr/>
              <p:nvPr/>
            </p:nvSpPr>
            <p:spPr>
              <a:xfrm>
                <a:off x="1340791" y="5374574"/>
                <a:ext cx="234408" cy="12568"/>
              </a:xfrm>
              <a:custGeom>
                <a:avLst/>
                <a:gdLst>
                  <a:gd name="csX0" fmla="*/ 0 w 234408"/>
                  <a:gd name="csY0" fmla="*/ 0 h 12568"/>
                  <a:gd name="csX1" fmla="*/ 234408 w 234408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408" h="12568">
                    <a:moveTo>
                      <a:pt x="0" y="0"/>
                    </a:moveTo>
                    <a:lnTo>
                      <a:pt x="234408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4" name="Freeform 2693">
                <a:extLst>
                  <a:ext uri="{FF2B5EF4-FFF2-40B4-BE49-F238E27FC236}">
                    <a16:creationId xmlns:a16="http://schemas.microsoft.com/office/drawing/2014/main" id="{967B82ED-8A85-F63D-36B2-376E929AEF23}"/>
                  </a:ext>
                </a:extLst>
              </p:cNvPr>
              <p:cNvSpPr/>
              <p:nvPr/>
            </p:nvSpPr>
            <p:spPr>
              <a:xfrm>
                <a:off x="1601190" y="5238454"/>
                <a:ext cx="234284" cy="12568"/>
              </a:xfrm>
              <a:custGeom>
                <a:avLst/>
                <a:gdLst>
                  <a:gd name="csX0" fmla="*/ 0 w 234284"/>
                  <a:gd name="csY0" fmla="*/ 0 h 12568"/>
                  <a:gd name="csX1" fmla="*/ 234285 w 234284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568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5" name="Freeform 2694">
                <a:extLst>
                  <a:ext uri="{FF2B5EF4-FFF2-40B4-BE49-F238E27FC236}">
                    <a16:creationId xmlns:a16="http://schemas.microsoft.com/office/drawing/2014/main" id="{59B935C6-6A0D-C7EA-DC38-A82139514314}"/>
                  </a:ext>
                </a:extLst>
              </p:cNvPr>
              <p:cNvSpPr/>
              <p:nvPr/>
            </p:nvSpPr>
            <p:spPr>
              <a:xfrm>
                <a:off x="1861589" y="4778939"/>
                <a:ext cx="234284" cy="12568"/>
              </a:xfrm>
              <a:custGeom>
                <a:avLst/>
                <a:gdLst>
                  <a:gd name="csX0" fmla="*/ 0 w 234284"/>
                  <a:gd name="csY0" fmla="*/ 0 h 12568"/>
                  <a:gd name="csX1" fmla="*/ 234285 w 234284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4284" h="12568">
                    <a:moveTo>
                      <a:pt x="0" y="0"/>
                    </a:moveTo>
                    <a:lnTo>
                      <a:pt x="234285" y="0"/>
                    </a:lnTo>
                  </a:path>
                </a:pathLst>
              </a:custGeom>
              <a:ln w="32967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6" name="Freeform 2695">
                <a:extLst>
                  <a:ext uri="{FF2B5EF4-FFF2-40B4-BE49-F238E27FC236}">
                    <a16:creationId xmlns:a16="http://schemas.microsoft.com/office/drawing/2014/main" id="{82C130B6-B0E5-95E0-031F-6A2E21666F29}"/>
                  </a:ext>
                </a:extLst>
              </p:cNvPr>
              <p:cNvSpPr/>
              <p:nvPr/>
            </p:nvSpPr>
            <p:spPr>
              <a:xfrm>
                <a:off x="624818" y="5101705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7" name="Freeform 2696">
                <a:extLst>
                  <a:ext uri="{FF2B5EF4-FFF2-40B4-BE49-F238E27FC236}">
                    <a16:creationId xmlns:a16="http://schemas.microsoft.com/office/drawing/2014/main" id="{4038846E-1931-F696-408A-8FFCE2BC3A96}"/>
                  </a:ext>
                </a:extLst>
              </p:cNvPr>
              <p:cNvSpPr/>
              <p:nvPr/>
            </p:nvSpPr>
            <p:spPr>
              <a:xfrm>
                <a:off x="676923" y="5101705"/>
                <a:ext cx="12376" cy="241446"/>
              </a:xfrm>
              <a:custGeom>
                <a:avLst/>
                <a:gdLst>
                  <a:gd name="csX0" fmla="*/ 0 w 12376"/>
                  <a:gd name="csY0" fmla="*/ 0 h 241446"/>
                  <a:gd name="csX1" fmla="*/ 0 w 12376"/>
                  <a:gd name="csY1" fmla="*/ 241447 h 2414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241446">
                    <a:moveTo>
                      <a:pt x="0" y="0"/>
                    </a:moveTo>
                    <a:lnTo>
                      <a:pt x="0" y="241447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8" name="Freeform 2697">
                <a:extLst>
                  <a:ext uri="{FF2B5EF4-FFF2-40B4-BE49-F238E27FC236}">
                    <a16:creationId xmlns:a16="http://schemas.microsoft.com/office/drawing/2014/main" id="{55071167-7192-96D9-6FD3-1A6972804378}"/>
                  </a:ext>
                </a:extLst>
              </p:cNvPr>
              <p:cNvSpPr/>
              <p:nvPr/>
            </p:nvSpPr>
            <p:spPr>
              <a:xfrm>
                <a:off x="624818" y="5343152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99" name="Freeform 2698">
                <a:extLst>
                  <a:ext uri="{FF2B5EF4-FFF2-40B4-BE49-F238E27FC236}">
                    <a16:creationId xmlns:a16="http://schemas.microsoft.com/office/drawing/2014/main" id="{14E2E408-A2A3-27E8-6296-01C88EA6D723}"/>
                  </a:ext>
                </a:extLst>
              </p:cNvPr>
              <p:cNvSpPr/>
              <p:nvPr/>
            </p:nvSpPr>
            <p:spPr>
              <a:xfrm>
                <a:off x="885217" y="4753675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0" name="Freeform 2699">
                <a:extLst>
                  <a:ext uri="{FF2B5EF4-FFF2-40B4-BE49-F238E27FC236}">
                    <a16:creationId xmlns:a16="http://schemas.microsoft.com/office/drawing/2014/main" id="{B9AD3056-8B77-F4AA-8B1E-C8F5ACB3184C}"/>
                  </a:ext>
                </a:extLst>
              </p:cNvPr>
              <p:cNvSpPr/>
              <p:nvPr/>
            </p:nvSpPr>
            <p:spPr>
              <a:xfrm>
                <a:off x="937322" y="4753675"/>
                <a:ext cx="12376" cy="161760"/>
              </a:xfrm>
              <a:custGeom>
                <a:avLst/>
                <a:gdLst>
                  <a:gd name="csX0" fmla="*/ 0 w 12376"/>
                  <a:gd name="csY0" fmla="*/ 0 h 161760"/>
                  <a:gd name="csX1" fmla="*/ 0 w 12376"/>
                  <a:gd name="csY1" fmla="*/ 161761 h 161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61760">
                    <a:moveTo>
                      <a:pt x="0" y="0"/>
                    </a:moveTo>
                    <a:lnTo>
                      <a:pt x="0" y="161761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1" name="Freeform 2700">
                <a:extLst>
                  <a:ext uri="{FF2B5EF4-FFF2-40B4-BE49-F238E27FC236}">
                    <a16:creationId xmlns:a16="http://schemas.microsoft.com/office/drawing/2014/main" id="{8E851FA0-067F-B73F-AD8C-C46DA1B54BF9}"/>
                  </a:ext>
                </a:extLst>
              </p:cNvPr>
              <p:cNvSpPr/>
              <p:nvPr/>
            </p:nvSpPr>
            <p:spPr>
              <a:xfrm>
                <a:off x="885217" y="4915436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2" name="Freeform 2701">
                <a:extLst>
                  <a:ext uri="{FF2B5EF4-FFF2-40B4-BE49-F238E27FC236}">
                    <a16:creationId xmlns:a16="http://schemas.microsoft.com/office/drawing/2014/main" id="{70A5660D-BA78-627C-6042-C011F38216B0}"/>
                  </a:ext>
                </a:extLst>
              </p:cNvPr>
              <p:cNvSpPr/>
              <p:nvPr/>
            </p:nvSpPr>
            <p:spPr>
              <a:xfrm>
                <a:off x="1145616" y="4820667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3" name="Freeform 2702">
                <a:extLst>
                  <a:ext uri="{FF2B5EF4-FFF2-40B4-BE49-F238E27FC236}">
                    <a16:creationId xmlns:a16="http://schemas.microsoft.com/office/drawing/2014/main" id="{646EA0CB-9081-EBFD-3957-5400E4444017}"/>
                  </a:ext>
                </a:extLst>
              </p:cNvPr>
              <p:cNvSpPr/>
              <p:nvPr/>
            </p:nvSpPr>
            <p:spPr>
              <a:xfrm>
                <a:off x="1197597" y="4820667"/>
                <a:ext cx="12376" cy="161760"/>
              </a:xfrm>
              <a:custGeom>
                <a:avLst/>
                <a:gdLst>
                  <a:gd name="csX0" fmla="*/ 0 w 12376"/>
                  <a:gd name="csY0" fmla="*/ 0 h 161760"/>
                  <a:gd name="csX1" fmla="*/ 0 w 12376"/>
                  <a:gd name="csY1" fmla="*/ 161761 h 161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61760">
                    <a:moveTo>
                      <a:pt x="0" y="0"/>
                    </a:moveTo>
                    <a:lnTo>
                      <a:pt x="0" y="161761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4" name="Freeform 2703">
                <a:extLst>
                  <a:ext uri="{FF2B5EF4-FFF2-40B4-BE49-F238E27FC236}">
                    <a16:creationId xmlns:a16="http://schemas.microsoft.com/office/drawing/2014/main" id="{6D4132EB-B97D-548B-F27C-EDBEE3F8F3D8}"/>
                  </a:ext>
                </a:extLst>
              </p:cNvPr>
              <p:cNvSpPr/>
              <p:nvPr/>
            </p:nvSpPr>
            <p:spPr>
              <a:xfrm>
                <a:off x="1145616" y="4982427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5" name="Freeform 2704">
                <a:extLst>
                  <a:ext uri="{FF2B5EF4-FFF2-40B4-BE49-F238E27FC236}">
                    <a16:creationId xmlns:a16="http://schemas.microsoft.com/office/drawing/2014/main" id="{FA36818D-FF45-822D-BFA8-81C6AEF4EF01}"/>
                  </a:ext>
                </a:extLst>
              </p:cNvPr>
              <p:cNvSpPr/>
              <p:nvPr/>
            </p:nvSpPr>
            <p:spPr>
              <a:xfrm>
                <a:off x="1405891" y="5202759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6" name="Freeform 2705">
                <a:extLst>
                  <a:ext uri="{FF2B5EF4-FFF2-40B4-BE49-F238E27FC236}">
                    <a16:creationId xmlns:a16="http://schemas.microsoft.com/office/drawing/2014/main" id="{383232BD-8B15-1AC8-AFC5-C82A99C020BE}"/>
                  </a:ext>
                </a:extLst>
              </p:cNvPr>
              <p:cNvSpPr/>
              <p:nvPr/>
            </p:nvSpPr>
            <p:spPr>
              <a:xfrm>
                <a:off x="1457996" y="5202759"/>
                <a:ext cx="12376" cy="343631"/>
              </a:xfrm>
              <a:custGeom>
                <a:avLst/>
                <a:gdLst>
                  <a:gd name="csX0" fmla="*/ 0 w 12376"/>
                  <a:gd name="csY0" fmla="*/ 0 h 343631"/>
                  <a:gd name="csX1" fmla="*/ 0 w 12376"/>
                  <a:gd name="csY1" fmla="*/ 343631 h 34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3631">
                    <a:moveTo>
                      <a:pt x="0" y="0"/>
                    </a:moveTo>
                    <a:lnTo>
                      <a:pt x="0" y="343631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7" name="Freeform 2706">
                <a:extLst>
                  <a:ext uri="{FF2B5EF4-FFF2-40B4-BE49-F238E27FC236}">
                    <a16:creationId xmlns:a16="http://schemas.microsoft.com/office/drawing/2014/main" id="{108C7030-ADAE-1121-66EF-93DA9CC6213C}"/>
                  </a:ext>
                </a:extLst>
              </p:cNvPr>
              <p:cNvSpPr/>
              <p:nvPr/>
            </p:nvSpPr>
            <p:spPr>
              <a:xfrm>
                <a:off x="1405891" y="5546390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8" name="Freeform 2707">
                <a:extLst>
                  <a:ext uri="{FF2B5EF4-FFF2-40B4-BE49-F238E27FC236}">
                    <a16:creationId xmlns:a16="http://schemas.microsoft.com/office/drawing/2014/main" id="{AEAF7FA5-AB60-2075-5C86-5B08475BF57C}"/>
                  </a:ext>
                </a:extLst>
              </p:cNvPr>
              <p:cNvSpPr/>
              <p:nvPr/>
            </p:nvSpPr>
            <p:spPr>
              <a:xfrm>
                <a:off x="1666290" y="5197731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09" name="Freeform 2708">
                <a:extLst>
                  <a:ext uri="{FF2B5EF4-FFF2-40B4-BE49-F238E27FC236}">
                    <a16:creationId xmlns:a16="http://schemas.microsoft.com/office/drawing/2014/main" id="{32DDCBEC-9721-B449-C64D-F32B6A75F274}"/>
                  </a:ext>
                </a:extLst>
              </p:cNvPr>
              <p:cNvSpPr/>
              <p:nvPr/>
            </p:nvSpPr>
            <p:spPr>
              <a:xfrm>
                <a:off x="1718394" y="5197731"/>
                <a:ext cx="12376" cy="81571"/>
              </a:xfrm>
              <a:custGeom>
                <a:avLst/>
                <a:gdLst>
                  <a:gd name="csX0" fmla="*/ 0 w 12376"/>
                  <a:gd name="csY0" fmla="*/ 0 h 81571"/>
                  <a:gd name="csX1" fmla="*/ 0 w 12376"/>
                  <a:gd name="csY1" fmla="*/ 81572 h 815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81571">
                    <a:moveTo>
                      <a:pt x="0" y="0"/>
                    </a:moveTo>
                    <a:lnTo>
                      <a:pt x="0" y="81572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0" name="Freeform 2709">
                <a:extLst>
                  <a:ext uri="{FF2B5EF4-FFF2-40B4-BE49-F238E27FC236}">
                    <a16:creationId xmlns:a16="http://schemas.microsoft.com/office/drawing/2014/main" id="{2FBAE9EC-1F23-362C-522D-2FB98F7D1B15}"/>
                  </a:ext>
                </a:extLst>
              </p:cNvPr>
              <p:cNvSpPr/>
              <p:nvPr/>
            </p:nvSpPr>
            <p:spPr>
              <a:xfrm>
                <a:off x="1666290" y="5279303"/>
                <a:ext cx="104209" cy="12568"/>
              </a:xfrm>
              <a:custGeom>
                <a:avLst/>
                <a:gdLst>
                  <a:gd name="csX0" fmla="*/ 0 w 104209"/>
                  <a:gd name="csY0" fmla="*/ 0 h 12568"/>
                  <a:gd name="csX1" fmla="*/ 104209 w 104209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209" h="12568">
                    <a:moveTo>
                      <a:pt x="0" y="0"/>
                    </a:moveTo>
                    <a:lnTo>
                      <a:pt x="104209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1" name="Freeform 2710">
                <a:extLst>
                  <a:ext uri="{FF2B5EF4-FFF2-40B4-BE49-F238E27FC236}">
                    <a16:creationId xmlns:a16="http://schemas.microsoft.com/office/drawing/2014/main" id="{5FF3B38B-56B3-DB37-CE90-850D8CEC6343}"/>
                  </a:ext>
                </a:extLst>
              </p:cNvPr>
              <p:cNvSpPr/>
              <p:nvPr/>
            </p:nvSpPr>
            <p:spPr>
              <a:xfrm>
                <a:off x="1926689" y="4754932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2" name="Freeform 2711">
                <a:extLst>
                  <a:ext uri="{FF2B5EF4-FFF2-40B4-BE49-F238E27FC236}">
                    <a16:creationId xmlns:a16="http://schemas.microsoft.com/office/drawing/2014/main" id="{6D711062-F022-9036-B2CC-7A6E811F7FBD}"/>
                  </a:ext>
                </a:extLst>
              </p:cNvPr>
              <p:cNvSpPr/>
              <p:nvPr/>
            </p:nvSpPr>
            <p:spPr>
              <a:xfrm>
                <a:off x="1978670" y="4754932"/>
                <a:ext cx="12376" cy="48138"/>
              </a:xfrm>
              <a:custGeom>
                <a:avLst/>
                <a:gdLst>
                  <a:gd name="csX0" fmla="*/ 0 w 12376"/>
                  <a:gd name="csY0" fmla="*/ 0 h 48138"/>
                  <a:gd name="csX1" fmla="*/ 0 w 12376"/>
                  <a:gd name="csY1" fmla="*/ 48139 h 481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48138">
                    <a:moveTo>
                      <a:pt x="0" y="0"/>
                    </a:moveTo>
                    <a:lnTo>
                      <a:pt x="0" y="48139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3" name="Freeform 2712">
                <a:extLst>
                  <a:ext uri="{FF2B5EF4-FFF2-40B4-BE49-F238E27FC236}">
                    <a16:creationId xmlns:a16="http://schemas.microsoft.com/office/drawing/2014/main" id="{9CAF1BD5-2551-A3D8-6A64-F23CC18158CA}"/>
                  </a:ext>
                </a:extLst>
              </p:cNvPr>
              <p:cNvSpPr/>
              <p:nvPr/>
            </p:nvSpPr>
            <p:spPr>
              <a:xfrm>
                <a:off x="1926689" y="4803071"/>
                <a:ext cx="104085" cy="12568"/>
              </a:xfrm>
              <a:custGeom>
                <a:avLst/>
                <a:gdLst>
                  <a:gd name="csX0" fmla="*/ 0 w 104085"/>
                  <a:gd name="csY0" fmla="*/ 0 h 12568"/>
                  <a:gd name="csX1" fmla="*/ 104085 w 104085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4085" h="12568">
                    <a:moveTo>
                      <a:pt x="0" y="0"/>
                    </a:moveTo>
                    <a:lnTo>
                      <a:pt x="104085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4" name="Freeform 2713">
                <a:extLst>
                  <a:ext uri="{FF2B5EF4-FFF2-40B4-BE49-F238E27FC236}">
                    <a16:creationId xmlns:a16="http://schemas.microsoft.com/office/drawing/2014/main" id="{4DA9BC15-6175-1E99-E05F-D7A6D4F496DF}"/>
                  </a:ext>
                </a:extLst>
              </p:cNvPr>
              <p:cNvSpPr/>
              <p:nvPr/>
            </p:nvSpPr>
            <p:spPr>
              <a:xfrm>
                <a:off x="1067521" y="4502928"/>
                <a:ext cx="12376" cy="1345113"/>
              </a:xfrm>
              <a:custGeom>
                <a:avLst/>
                <a:gdLst>
                  <a:gd name="csX0" fmla="*/ 0 w 12376"/>
                  <a:gd name="csY0" fmla="*/ 1345114 h 1345113"/>
                  <a:gd name="csX1" fmla="*/ 0 w 12376"/>
                  <a:gd name="csY1" fmla="*/ 0 h 1345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5113">
                    <a:moveTo>
                      <a:pt x="0" y="1345114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5" name="Freeform 2714">
                <a:extLst>
                  <a:ext uri="{FF2B5EF4-FFF2-40B4-BE49-F238E27FC236}">
                    <a16:creationId xmlns:a16="http://schemas.microsoft.com/office/drawing/2014/main" id="{38F620DE-5A9F-AA7A-C606-0A8A00A9CD72}"/>
                  </a:ext>
                </a:extLst>
              </p:cNvPr>
              <p:cNvSpPr/>
              <p:nvPr/>
            </p:nvSpPr>
            <p:spPr>
              <a:xfrm>
                <a:off x="1588195" y="4502928"/>
                <a:ext cx="12376" cy="1345113"/>
              </a:xfrm>
              <a:custGeom>
                <a:avLst/>
                <a:gdLst>
                  <a:gd name="csX0" fmla="*/ 0 w 12376"/>
                  <a:gd name="csY0" fmla="*/ 1345114 h 1345113"/>
                  <a:gd name="csX1" fmla="*/ 0 w 12376"/>
                  <a:gd name="csY1" fmla="*/ 0 h 1345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5113">
                    <a:moveTo>
                      <a:pt x="0" y="1345114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6" name="Freeform 2715">
                <a:extLst>
                  <a:ext uri="{FF2B5EF4-FFF2-40B4-BE49-F238E27FC236}">
                    <a16:creationId xmlns:a16="http://schemas.microsoft.com/office/drawing/2014/main" id="{9EBAED2D-2278-9647-B052-5FAC6B9EB8A3}"/>
                  </a:ext>
                </a:extLst>
              </p:cNvPr>
              <p:cNvSpPr/>
              <p:nvPr/>
            </p:nvSpPr>
            <p:spPr>
              <a:xfrm>
                <a:off x="2108869" y="4502928"/>
                <a:ext cx="12376" cy="1345113"/>
              </a:xfrm>
              <a:custGeom>
                <a:avLst/>
                <a:gdLst>
                  <a:gd name="csX0" fmla="*/ 0 w 12376"/>
                  <a:gd name="csY0" fmla="*/ 1345114 h 1345113"/>
                  <a:gd name="csX1" fmla="*/ 0 w 12376"/>
                  <a:gd name="csY1" fmla="*/ 0 h 1345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1345113">
                    <a:moveTo>
                      <a:pt x="0" y="1345114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7" name="Freeform 2716">
                <a:extLst>
                  <a:ext uri="{FF2B5EF4-FFF2-40B4-BE49-F238E27FC236}">
                    <a16:creationId xmlns:a16="http://schemas.microsoft.com/office/drawing/2014/main" id="{0EB0D263-1896-67F6-0B6E-D4A0FE82C7CD}"/>
                  </a:ext>
                </a:extLst>
              </p:cNvPr>
              <p:cNvSpPr/>
              <p:nvPr/>
            </p:nvSpPr>
            <p:spPr>
              <a:xfrm>
                <a:off x="807122" y="4834618"/>
                <a:ext cx="12376" cy="387873"/>
              </a:xfrm>
              <a:custGeom>
                <a:avLst/>
                <a:gdLst>
                  <a:gd name="csX0" fmla="*/ 0 w 12376"/>
                  <a:gd name="csY0" fmla="*/ 387873 h 387873"/>
                  <a:gd name="csX1" fmla="*/ 0 w 12376"/>
                  <a:gd name="csY1" fmla="*/ 0 h 3878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87873">
                    <a:moveTo>
                      <a:pt x="0" y="387873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8" name="Freeform 2717">
                <a:extLst>
                  <a:ext uri="{FF2B5EF4-FFF2-40B4-BE49-F238E27FC236}">
                    <a16:creationId xmlns:a16="http://schemas.microsoft.com/office/drawing/2014/main" id="{1BB18D78-9445-A5FC-2475-ABAD3736F27F}"/>
                  </a:ext>
                </a:extLst>
              </p:cNvPr>
              <p:cNvSpPr/>
              <p:nvPr/>
            </p:nvSpPr>
            <p:spPr>
              <a:xfrm>
                <a:off x="771973" y="5160779"/>
                <a:ext cx="70174" cy="61712"/>
              </a:xfrm>
              <a:custGeom>
                <a:avLst/>
                <a:gdLst>
                  <a:gd name="csX0" fmla="*/ 0 w 70174"/>
                  <a:gd name="csY0" fmla="*/ 0 h 61712"/>
                  <a:gd name="csX1" fmla="*/ 35149 w 70174"/>
                  <a:gd name="csY1" fmla="*/ 61713 h 61712"/>
                  <a:gd name="csX2" fmla="*/ 70174 w 70174"/>
                  <a:gd name="csY2" fmla="*/ 0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4" h="61712">
                    <a:moveTo>
                      <a:pt x="0" y="0"/>
                    </a:moveTo>
                    <a:lnTo>
                      <a:pt x="35149" y="61713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19" name="Freeform 2718">
                <a:extLst>
                  <a:ext uri="{FF2B5EF4-FFF2-40B4-BE49-F238E27FC236}">
                    <a16:creationId xmlns:a16="http://schemas.microsoft.com/office/drawing/2014/main" id="{572BAEC9-1F30-D742-0F89-79C0BCA644B7}"/>
                  </a:ext>
                </a:extLst>
              </p:cNvPr>
              <p:cNvSpPr/>
              <p:nvPr/>
            </p:nvSpPr>
            <p:spPr>
              <a:xfrm>
                <a:off x="771973" y="4834618"/>
                <a:ext cx="70174" cy="61712"/>
              </a:xfrm>
              <a:custGeom>
                <a:avLst/>
                <a:gdLst>
                  <a:gd name="csX0" fmla="*/ 70174 w 70174"/>
                  <a:gd name="csY0" fmla="*/ 61713 h 61712"/>
                  <a:gd name="csX1" fmla="*/ 35149 w 70174"/>
                  <a:gd name="csY1" fmla="*/ 0 h 61712"/>
                  <a:gd name="csX2" fmla="*/ 0 w 70174"/>
                  <a:gd name="csY2" fmla="*/ 61713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4" h="61712">
                    <a:moveTo>
                      <a:pt x="70174" y="61713"/>
                    </a:moveTo>
                    <a:lnTo>
                      <a:pt x="35149" y="0"/>
                    </a:lnTo>
                    <a:lnTo>
                      <a:pt x="0" y="61713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20" name="TextBox 2719">
                <a:extLst>
                  <a:ext uri="{FF2B5EF4-FFF2-40B4-BE49-F238E27FC236}">
                    <a16:creationId xmlns:a16="http://schemas.microsoft.com/office/drawing/2014/main" id="{67962DD1-A7F8-A32E-2102-5F45D66ADE1A}"/>
                  </a:ext>
                </a:extLst>
              </p:cNvPr>
              <p:cNvSpPr txBox="1"/>
              <p:nvPr/>
            </p:nvSpPr>
            <p:spPr>
              <a:xfrm>
                <a:off x="731032" y="4933861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1.69x</a:t>
                </a:r>
              </a:p>
            </p:txBody>
          </p:sp>
          <p:sp>
            <p:nvSpPr>
              <p:cNvPr id="2752" name="Freeform 2751">
                <a:extLst>
                  <a:ext uri="{FF2B5EF4-FFF2-40B4-BE49-F238E27FC236}">
                    <a16:creationId xmlns:a16="http://schemas.microsoft.com/office/drawing/2014/main" id="{CC850CD5-35DD-1370-ACB4-069CC79DECD5}"/>
                  </a:ext>
                </a:extLst>
              </p:cNvPr>
              <p:cNvSpPr/>
              <p:nvPr/>
            </p:nvSpPr>
            <p:spPr>
              <a:xfrm>
                <a:off x="1327796" y="4901610"/>
                <a:ext cx="12376" cy="472964"/>
              </a:xfrm>
              <a:custGeom>
                <a:avLst/>
                <a:gdLst>
                  <a:gd name="csX0" fmla="*/ 0 w 12376"/>
                  <a:gd name="csY0" fmla="*/ 0 h 472964"/>
                  <a:gd name="csX1" fmla="*/ 0 w 12376"/>
                  <a:gd name="csY1" fmla="*/ 472964 h 4729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472964">
                    <a:moveTo>
                      <a:pt x="0" y="0"/>
                    </a:moveTo>
                    <a:lnTo>
                      <a:pt x="0" y="472964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53" name="Freeform 2752">
                <a:extLst>
                  <a:ext uri="{FF2B5EF4-FFF2-40B4-BE49-F238E27FC236}">
                    <a16:creationId xmlns:a16="http://schemas.microsoft.com/office/drawing/2014/main" id="{DB4BA71D-7173-EC1B-9447-93B0D029C15A}"/>
                  </a:ext>
                </a:extLst>
              </p:cNvPr>
              <p:cNvSpPr/>
              <p:nvPr/>
            </p:nvSpPr>
            <p:spPr>
              <a:xfrm>
                <a:off x="1292771" y="4901610"/>
                <a:ext cx="70173" cy="61587"/>
              </a:xfrm>
              <a:custGeom>
                <a:avLst/>
                <a:gdLst>
                  <a:gd name="csX0" fmla="*/ 70174 w 70173"/>
                  <a:gd name="csY0" fmla="*/ 61587 h 61587"/>
                  <a:gd name="csX1" fmla="*/ 35025 w 70173"/>
                  <a:gd name="csY1" fmla="*/ 0 h 61587"/>
                  <a:gd name="csX2" fmla="*/ 0 w 70173"/>
                  <a:gd name="csY2" fmla="*/ 61587 h 61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587">
                    <a:moveTo>
                      <a:pt x="70174" y="61587"/>
                    </a:moveTo>
                    <a:lnTo>
                      <a:pt x="35025" y="0"/>
                    </a:lnTo>
                    <a:lnTo>
                      <a:pt x="0" y="61587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54" name="Freeform 2753">
                <a:extLst>
                  <a:ext uri="{FF2B5EF4-FFF2-40B4-BE49-F238E27FC236}">
                    <a16:creationId xmlns:a16="http://schemas.microsoft.com/office/drawing/2014/main" id="{7BA7DC07-1505-592C-79F7-14BE376536CC}"/>
                  </a:ext>
                </a:extLst>
              </p:cNvPr>
              <p:cNvSpPr/>
              <p:nvPr/>
            </p:nvSpPr>
            <p:spPr>
              <a:xfrm>
                <a:off x="1292771" y="5312861"/>
                <a:ext cx="70173" cy="61712"/>
              </a:xfrm>
              <a:custGeom>
                <a:avLst/>
                <a:gdLst>
                  <a:gd name="csX0" fmla="*/ 0 w 70173"/>
                  <a:gd name="csY0" fmla="*/ 0 h 61712"/>
                  <a:gd name="csX1" fmla="*/ 35025 w 70173"/>
                  <a:gd name="csY1" fmla="*/ 61713 h 61712"/>
                  <a:gd name="csX2" fmla="*/ 70174 w 70173"/>
                  <a:gd name="csY2" fmla="*/ 0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712">
                    <a:moveTo>
                      <a:pt x="0" y="0"/>
                    </a:moveTo>
                    <a:lnTo>
                      <a:pt x="35025" y="61713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55" name="TextBox 2754">
                <a:extLst>
                  <a:ext uri="{FF2B5EF4-FFF2-40B4-BE49-F238E27FC236}">
                    <a16:creationId xmlns:a16="http://schemas.microsoft.com/office/drawing/2014/main" id="{0C54FEE8-DB41-9544-4A0A-6C33ED9348C4}"/>
                  </a:ext>
                </a:extLst>
              </p:cNvPr>
              <p:cNvSpPr txBox="1"/>
              <p:nvPr/>
            </p:nvSpPr>
            <p:spPr>
              <a:xfrm>
                <a:off x="1251706" y="5043461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2.14x</a:t>
                </a:r>
              </a:p>
            </p:txBody>
          </p:sp>
          <p:sp>
            <p:nvSpPr>
              <p:cNvPr id="2787" name="Freeform 2786">
                <a:extLst>
                  <a:ext uri="{FF2B5EF4-FFF2-40B4-BE49-F238E27FC236}">
                    <a16:creationId xmlns:a16="http://schemas.microsoft.com/office/drawing/2014/main" id="{59DC0ABB-A118-6D5B-DD8F-700C295D8708}"/>
                  </a:ext>
                </a:extLst>
              </p:cNvPr>
              <p:cNvSpPr/>
              <p:nvPr/>
            </p:nvSpPr>
            <p:spPr>
              <a:xfrm>
                <a:off x="1848594" y="4778939"/>
                <a:ext cx="12376" cy="459515"/>
              </a:xfrm>
              <a:custGeom>
                <a:avLst/>
                <a:gdLst>
                  <a:gd name="csX0" fmla="*/ 0 w 12376"/>
                  <a:gd name="csY0" fmla="*/ 459516 h 459515"/>
                  <a:gd name="csX1" fmla="*/ 0 w 12376"/>
                  <a:gd name="csY1" fmla="*/ 0 h 4595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459515">
                    <a:moveTo>
                      <a:pt x="0" y="459516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88" name="Freeform 2787">
                <a:extLst>
                  <a:ext uri="{FF2B5EF4-FFF2-40B4-BE49-F238E27FC236}">
                    <a16:creationId xmlns:a16="http://schemas.microsoft.com/office/drawing/2014/main" id="{745EFCB8-D089-DF17-7B79-72E787CFFA98}"/>
                  </a:ext>
                </a:extLst>
              </p:cNvPr>
              <p:cNvSpPr/>
              <p:nvPr/>
            </p:nvSpPr>
            <p:spPr>
              <a:xfrm>
                <a:off x="1813445" y="5176741"/>
                <a:ext cx="70173" cy="61712"/>
              </a:xfrm>
              <a:custGeom>
                <a:avLst/>
                <a:gdLst>
                  <a:gd name="csX0" fmla="*/ 0 w 70173"/>
                  <a:gd name="csY0" fmla="*/ 0 h 61712"/>
                  <a:gd name="csX1" fmla="*/ 35149 w 70173"/>
                  <a:gd name="csY1" fmla="*/ 61713 h 61712"/>
                  <a:gd name="csX2" fmla="*/ 70174 w 70173"/>
                  <a:gd name="csY2" fmla="*/ 0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712">
                    <a:moveTo>
                      <a:pt x="0" y="0"/>
                    </a:moveTo>
                    <a:lnTo>
                      <a:pt x="35149" y="61713"/>
                    </a:lnTo>
                    <a:lnTo>
                      <a:pt x="70174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89" name="Freeform 2788">
                <a:extLst>
                  <a:ext uri="{FF2B5EF4-FFF2-40B4-BE49-F238E27FC236}">
                    <a16:creationId xmlns:a16="http://schemas.microsoft.com/office/drawing/2014/main" id="{DD92C674-93A2-540F-1F4E-6C128947FFC0}"/>
                  </a:ext>
                </a:extLst>
              </p:cNvPr>
              <p:cNvSpPr/>
              <p:nvPr/>
            </p:nvSpPr>
            <p:spPr>
              <a:xfrm>
                <a:off x="1813445" y="4778939"/>
                <a:ext cx="70173" cy="61712"/>
              </a:xfrm>
              <a:custGeom>
                <a:avLst/>
                <a:gdLst>
                  <a:gd name="csX0" fmla="*/ 70174 w 70173"/>
                  <a:gd name="csY0" fmla="*/ 61713 h 61712"/>
                  <a:gd name="csX1" fmla="*/ 35149 w 70173"/>
                  <a:gd name="csY1" fmla="*/ 0 h 61712"/>
                  <a:gd name="csX2" fmla="*/ 0 w 70173"/>
                  <a:gd name="csY2" fmla="*/ 61713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173" h="61712">
                    <a:moveTo>
                      <a:pt x="70174" y="61713"/>
                    </a:moveTo>
                    <a:lnTo>
                      <a:pt x="35149" y="0"/>
                    </a:lnTo>
                    <a:lnTo>
                      <a:pt x="0" y="61713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90" name="TextBox 2789">
                <a:extLst>
                  <a:ext uri="{FF2B5EF4-FFF2-40B4-BE49-F238E27FC236}">
                    <a16:creationId xmlns:a16="http://schemas.microsoft.com/office/drawing/2014/main" id="{FF2FD99D-C388-1848-1CAA-7C9C0941F0AF}"/>
                  </a:ext>
                </a:extLst>
              </p:cNvPr>
              <p:cNvSpPr txBox="1"/>
              <p:nvPr/>
            </p:nvSpPr>
            <p:spPr>
              <a:xfrm>
                <a:off x="1772380" y="4914128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1.84x</a:t>
                </a:r>
              </a:p>
            </p:txBody>
          </p:sp>
          <p:sp>
            <p:nvSpPr>
              <p:cNvPr id="2822" name="Freeform 2821">
                <a:extLst>
                  <a:ext uri="{FF2B5EF4-FFF2-40B4-BE49-F238E27FC236}">
                    <a16:creationId xmlns:a16="http://schemas.microsoft.com/office/drawing/2014/main" id="{010D2807-D6BD-32E9-AA92-BFB6A9BB805C}"/>
                  </a:ext>
                </a:extLst>
              </p:cNvPr>
              <p:cNvSpPr/>
              <p:nvPr/>
            </p:nvSpPr>
            <p:spPr>
              <a:xfrm>
                <a:off x="2369268" y="4897588"/>
                <a:ext cx="12376" cy="806037"/>
              </a:xfrm>
              <a:custGeom>
                <a:avLst/>
                <a:gdLst>
                  <a:gd name="csX0" fmla="*/ 0 w 12376"/>
                  <a:gd name="csY0" fmla="*/ 806038 h 806037"/>
                  <a:gd name="csX1" fmla="*/ 0 w 12376"/>
                  <a:gd name="csY1" fmla="*/ 0 h 806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806037">
                    <a:moveTo>
                      <a:pt x="0" y="806038"/>
                    </a:moveTo>
                    <a:lnTo>
                      <a:pt x="0" y="0"/>
                    </a:lnTo>
                  </a:path>
                </a:pathLst>
              </a:custGeom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23" name="Freeform 2822">
                <a:extLst>
                  <a:ext uri="{FF2B5EF4-FFF2-40B4-BE49-F238E27FC236}">
                    <a16:creationId xmlns:a16="http://schemas.microsoft.com/office/drawing/2014/main" id="{BF647EEB-78E8-708E-60EF-47E66090AA24}"/>
                  </a:ext>
                </a:extLst>
              </p:cNvPr>
              <p:cNvSpPr/>
              <p:nvPr/>
            </p:nvSpPr>
            <p:spPr>
              <a:xfrm>
                <a:off x="2334243" y="5641913"/>
                <a:ext cx="70050" cy="61712"/>
              </a:xfrm>
              <a:custGeom>
                <a:avLst/>
                <a:gdLst>
                  <a:gd name="csX0" fmla="*/ 0 w 70050"/>
                  <a:gd name="csY0" fmla="*/ 0 h 61712"/>
                  <a:gd name="csX1" fmla="*/ 35025 w 70050"/>
                  <a:gd name="csY1" fmla="*/ 61713 h 61712"/>
                  <a:gd name="csX2" fmla="*/ 70050 w 70050"/>
                  <a:gd name="csY2" fmla="*/ 0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050" h="61712">
                    <a:moveTo>
                      <a:pt x="0" y="0"/>
                    </a:moveTo>
                    <a:lnTo>
                      <a:pt x="35025" y="61713"/>
                    </a:lnTo>
                    <a:lnTo>
                      <a:pt x="70050" y="0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24" name="Freeform 2823">
                <a:extLst>
                  <a:ext uri="{FF2B5EF4-FFF2-40B4-BE49-F238E27FC236}">
                    <a16:creationId xmlns:a16="http://schemas.microsoft.com/office/drawing/2014/main" id="{8846BE4B-DE5E-8865-808C-D47180B23732}"/>
                  </a:ext>
                </a:extLst>
              </p:cNvPr>
              <p:cNvSpPr/>
              <p:nvPr/>
            </p:nvSpPr>
            <p:spPr>
              <a:xfrm>
                <a:off x="2334243" y="4897588"/>
                <a:ext cx="70050" cy="61712"/>
              </a:xfrm>
              <a:custGeom>
                <a:avLst/>
                <a:gdLst>
                  <a:gd name="csX0" fmla="*/ 70050 w 70050"/>
                  <a:gd name="csY0" fmla="*/ 61713 h 61712"/>
                  <a:gd name="csX1" fmla="*/ 35025 w 70050"/>
                  <a:gd name="csY1" fmla="*/ 0 h 61712"/>
                  <a:gd name="csX2" fmla="*/ 0 w 70050"/>
                  <a:gd name="csY2" fmla="*/ 61713 h 6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0050" h="61712">
                    <a:moveTo>
                      <a:pt x="70050" y="61713"/>
                    </a:moveTo>
                    <a:lnTo>
                      <a:pt x="35025" y="0"/>
                    </a:lnTo>
                    <a:lnTo>
                      <a:pt x="0" y="61713"/>
                    </a:lnTo>
                  </a:path>
                </a:pathLst>
              </a:custGeom>
              <a:noFill/>
              <a:ln w="1321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25" name="TextBox 2824">
                <a:extLst>
                  <a:ext uri="{FF2B5EF4-FFF2-40B4-BE49-F238E27FC236}">
                    <a16:creationId xmlns:a16="http://schemas.microsoft.com/office/drawing/2014/main" id="{F3A0228B-15D5-FA7D-3394-39480277ABAA}"/>
                  </a:ext>
                </a:extLst>
              </p:cNvPr>
              <p:cNvSpPr txBox="1"/>
              <p:nvPr/>
            </p:nvSpPr>
            <p:spPr>
              <a:xfrm>
                <a:off x="2268578" y="5205975"/>
                <a:ext cx="461779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10.67x</a:t>
                </a:r>
              </a:p>
            </p:txBody>
          </p:sp>
          <p:sp>
            <p:nvSpPr>
              <p:cNvPr id="2857" name="Freeform 2856">
                <a:extLst>
                  <a:ext uri="{FF2B5EF4-FFF2-40B4-BE49-F238E27FC236}">
                    <a16:creationId xmlns:a16="http://schemas.microsoft.com/office/drawing/2014/main" id="{2B2CB989-02B0-8F53-F3BA-D5A62E8826B3}"/>
                  </a:ext>
                </a:extLst>
              </p:cNvPr>
              <p:cNvSpPr/>
              <p:nvPr/>
            </p:nvSpPr>
            <p:spPr>
              <a:xfrm>
                <a:off x="1681142" y="5248006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58" name="Freeform 2857">
                <a:extLst>
                  <a:ext uri="{FF2B5EF4-FFF2-40B4-BE49-F238E27FC236}">
                    <a16:creationId xmlns:a16="http://schemas.microsoft.com/office/drawing/2014/main" id="{15C778BD-4436-21D7-DCFF-1E850F460215}"/>
                  </a:ext>
                </a:extLst>
              </p:cNvPr>
              <p:cNvSpPr/>
              <p:nvPr/>
            </p:nvSpPr>
            <p:spPr>
              <a:xfrm>
                <a:off x="1930897" y="4706291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59" name="Freeform 2858">
                <a:extLst>
                  <a:ext uri="{FF2B5EF4-FFF2-40B4-BE49-F238E27FC236}">
                    <a16:creationId xmlns:a16="http://schemas.microsoft.com/office/drawing/2014/main" id="{1FCF2540-CE4E-5C39-7A48-15B65D7F3652}"/>
                  </a:ext>
                </a:extLst>
              </p:cNvPr>
              <p:cNvSpPr/>
              <p:nvPr/>
            </p:nvSpPr>
            <p:spPr>
              <a:xfrm>
                <a:off x="1182621" y="5248006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0" name="Freeform 2859">
                <a:extLst>
                  <a:ext uri="{FF2B5EF4-FFF2-40B4-BE49-F238E27FC236}">
                    <a16:creationId xmlns:a16="http://schemas.microsoft.com/office/drawing/2014/main" id="{7FFBA27E-75F1-F756-FC91-81CFF8CBDAD7}"/>
                  </a:ext>
                </a:extLst>
              </p:cNvPr>
              <p:cNvSpPr/>
              <p:nvPr/>
            </p:nvSpPr>
            <p:spPr>
              <a:xfrm>
                <a:off x="1408614" y="5693822"/>
                <a:ext cx="83045" cy="73024"/>
              </a:xfrm>
              <a:custGeom>
                <a:avLst/>
                <a:gdLst>
                  <a:gd name="csX0" fmla="*/ 41585 w 83045"/>
                  <a:gd name="csY0" fmla="*/ 0 h 73024"/>
                  <a:gd name="csX1" fmla="*/ 83045 w 83045"/>
                  <a:gd name="csY1" fmla="*/ 73025 h 73024"/>
                  <a:gd name="csX2" fmla="*/ 0 w 83045"/>
                  <a:gd name="csY2" fmla="*/ 73025 h 73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3024">
                    <a:moveTo>
                      <a:pt x="41585" y="0"/>
                    </a:moveTo>
                    <a:lnTo>
                      <a:pt x="83045" y="73025"/>
                    </a:lnTo>
                    <a:lnTo>
                      <a:pt x="0" y="73025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1" name="Freeform 2860">
                <a:extLst>
                  <a:ext uri="{FF2B5EF4-FFF2-40B4-BE49-F238E27FC236}">
                    <a16:creationId xmlns:a16="http://schemas.microsoft.com/office/drawing/2014/main" id="{33904BE2-E1A4-C53E-EA4A-A38DCA5CC773}"/>
                  </a:ext>
                </a:extLst>
              </p:cNvPr>
              <p:cNvSpPr/>
              <p:nvPr/>
            </p:nvSpPr>
            <p:spPr>
              <a:xfrm>
                <a:off x="1179899" y="4697618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2" name="Freeform 2861">
                <a:extLst>
                  <a:ext uri="{FF2B5EF4-FFF2-40B4-BE49-F238E27FC236}">
                    <a16:creationId xmlns:a16="http://schemas.microsoft.com/office/drawing/2014/main" id="{B9BF1B88-EBDA-4C8B-748C-BC5CCDF388F4}"/>
                  </a:ext>
                </a:extLst>
              </p:cNvPr>
              <p:cNvSpPr/>
              <p:nvPr/>
            </p:nvSpPr>
            <p:spPr>
              <a:xfrm>
                <a:off x="1428787" y="5438172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3" name="Freeform 2862">
                <a:extLst>
                  <a:ext uri="{FF2B5EF4-FFF2-40B4-BE49-F238E27FC236}">
                    <a16:creationId xmlns:a16="http://schemas.microsoft.com/office/drawing/2014/main" id="{F38D3D33-1DB9-E6A6-BA6A-989A5827ECCC}"/>
                  </a:ext>
                </a:extLst>
              </p:cNvPr>
              <p:cNvSpPr/>
              <p:nvPr/>
            </p:nvSpPr>
            <p:spPr>
              <a:xfrm>
                <a:off x="630759" y="4923731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4" name="Freeform 2863">
                <a:extLst>
                  <a:ext uri="{FF2B5EF4-FFF2-40B4-BE49-F238E27FC236}">
                    <a16:creationId xmlns:a16="http://schemas.microsoft.com/office/drawing/2014/main" id="{35A6ED89-1ADB-CEBE-FA15-3E7FAF547C12}"/>
                  </a:ext>
                </a:extLst>
              </p:cNvPr>
              <p:cNvSpPr/>
              <p:nvPr/>
            </p:nvSpPr>
            <p:spPr>
              <a:xfrm>
                <a:off x="898212" y="4626605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5" name="Freeform 2864">
                <a:extLst>
                  <a:ext uri="{FF2B5EF4-FFF2-40B4-BE49-F238E27FC236}">
                    <a16:creationId xmlns:a16="http://schemas.microsoft.com/office/drawing/2014/main" id="{88ADED40-7960-B4D1-CC24-3DF0234DD49C}"/>
                  </a:ext>
                </a:extLst>
              </p:cNvPr>
              <p:cNvSpPr/>
              <p:nvPr/>
            </p:nvSpPr>
            <p:spPr>
              <a:xfrm>
                <a:off x="650437" y="5118296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6" name="Freeform 2865">
                <a:extLst>
                  <a:ext uri="{FF2B5EF4-FFF2-40B4-BE49-F238E27FC236}">
                    <a16:creationId xmlns:a16="http://schemas.microsoft.com/office/drawing/2014/main" id="{313F20A1-FDB3-C228-39DA-6BC30FF0EADD}"/>
                  </a:ext>
                </a:extLst>
              </p:cNvPr>
              <p:cNvSpPr/>
              <p:nvPr/>
            </p:nvSpPr>
            <p:spPr>
              <a:xfrm>
                <a:off x="890291" y="4830471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7" name="Freeform 2866">
                <a:extLst>
                  <a:ext uri="{FF2B5EF4-FFF2-40B4-BE49-F238E27FC236}">
                    <a16:creationId xmlns:a16="http://schemas.microsoft.com/office/drawing/2014/main" id="{81B00817-692D-CF7E-79F2-9D8E032C2CA4}"/>
                  </a:ext>
                </a:extLst>
              </p:cNvPr>
              <p:cNvSpPr/>
              <p:nvPr/>
            </p:nvSpPr>
            <p:spPr>
              <a:xfrm>
                <a:off x="654150" y="5277669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8" name="Freeform 2867">
                <a:extLst>
                  <a:ext uri="{FF2B5EF4-FFF2-40B4-BE49-F238E27FC236}">
                    <a16:creationId xmlns:a16="http://schemas.microsoft.com/office/drawing/2014/main" id="{DC2B166E-F250-2D98-6308-3E38DD813AA7}"/>
                  </a:ext>
                </a:extLst>
              </p:cNvPr>
              <p:cNvSpPr/>
              <p:nvPr/>
            </p:nvSpPr>
            <p:spPr>
              <a:xfrm>
                <a:off x="896851" y="4634020"/>
                <a:ext cx="83045" cy="72899"/>
              </a:xfrm>
              <a:custGeom>
                <a:avLst/>
                <a:gdLst>
                  <a:gd name="csX0" fmla="*/ 41461 w 83045"/>
                  <a:gd name="csY0" fmla="*/ 0 h 72899"/>
                  <a:gd name="csX1" fmla="*/ 83045 w 83045"/>
                  <a:gd name="csY1" fmla="*/ 72899 h 72899"/>
                  <a:gd name="csX2" fmla="*/ 0 w 83045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2899">
                    <a:moveTo>
                      <a:pt x="41461" y="0"/>
                    </a:moveTo>
                    <a:lnTo>
                      <a:pt x="83045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69" name="Freeform 2868">
                <a:extLst>
                  <a:ext uri="{FF2B5EF4-FFF2-40B4-BE49-F238E27FC236}">
                    <a16:creationId xmlns:a16="http://schemas.microsoft.com/office/drawing/2014/main" id="{23A1ADA6-18E0-64FB-FBF5-3BAA49010C7B}"/>
                  </a:ext>
                </a:extLst>
              </p:cNvPr>
              <p:cNvSpPr/>
              <p:nvPr/>
            </p:nvSpPr>
            <p:spPr>
              <a:xfrm>
                <a:off x="662071" y="5462933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0" name="Freeform 2869">
                <a:extLst>
                  <a:ext uri="{FF2B5EF4-FFF2-40B4-BE49-F238E27FC236}">
                    <a16:creationId xmlns:a16="http://schemas.microsoft.com/office/drawing/2014/main" id="{F36A73E9-94A9-618E-9CC3-8B283B5A9669}"/>
                  </a:ext>
                </a:extLst>
              </p:cNvPr>
              <p:cNvSpPr/>
              <p:nvPr/>
            </p:nvSpPr>
            <p:spPr>
              <a:xfrm>
                <a:off x="887692" y="5150975"/>
                <a:ext cx="83045" cy="72899"/>
              </a:xfrm>
              <a:custGeom>
                <a:avLst/>
                <a:gdLst>
                  <a:gd name="csX0" fmla="*/ 41461 w 83045"/>
                  <a:gd name="csY0" fmla="*/ 0 h 72899"/>
                  <a:gd name="csX1" fmla="*/ 83045 w 83045"/>
                  <a:gd name="csY1" fmla="*/ 72899 h 72899"/>
                  <a:gd name="csX2" fmla="*/ 0 w 83045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2899">
                    <a:moveTo>
                      <a:pt x="41461" y="0"/>
                    </a:moveTo>
                    <a:lnTo>
                      <a:pt x="83045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1" name="Freeform 2870">
                <a:extLst>
                  <a:ext uri="{FF2B5EF4-FFF2-40B4-BE49-F238E27FC236}">
                    <a16:creationId xmlns:a16="http://schemas.microsoft.com/office/drawing/2014/main" id="{767E3D3D-BC72-8F81-CFFC-E9C8F1B32F8E}"/>
                  </a:ext>
                </a:extLst>
              </p:cNvPr>
              <p:cNvSpPr/>
              <p:nvPr/>
            </p:nvSpPr>
            <p:spPr>
              <a:xfrm>
                <a:off x="646106" y="5555565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2" name="Freeform 2871">
                <a:extLst>
                  <a:ext uri="{FF2B5EF4-FFF2-40B4-BE49-F238E27FC236}">
                    <a16:creationId xmlns:a16="http://schemas.microsoft.com/office/drawing/2014/main" id="{9FA8D0EB-470B-957A-65A0-776314A8D513}"/>
                  </a:ext>
                </a:extLst>
              </p:cNvPr>
              <p:cNvSpPr/>
              <p:nvPr/>
            </p:nvSpPr>
            <p:spPr>
              <a:xfrm>
                <a:off x="880019" y="4798923"/>
                <a:ext cx="83045" cy="72899"/>
              </a:xfrm>
              <a:custGeom>
                <a:avLst/>
                <a:gdLst>
                  <a:gd name="csX0" fmla="*/ 41585 w 83045"/>
                  <a:gd name="csY0" fmla="*/ 0 h 72899"/>
                  <a:gd name="csX1" fmla="*/ 83045 w 83045"/>
                  <a:gd name="csY1" fmla="*/ 72899 h 72899"/>
                  <a:gd name="csX2" fmla="*/ 0 w 83045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2899">
                    <a:moveTo>
                      <a:pt x="41585" y="0"/>
                    </a:moveTo>
                    <a:lnTo>
                      <a:pt x="83045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3" name="Freeform 2872">
                <a:extLst>
                  <a:ext uri="{FF2B5EF4-FFF2-40B4-BE49-F238E27FC236}">
                    <a16:creationId xmlns:a16="http://schemas.microsoft.com/office/drawing/2014/main" id="{5DDDAC18-F381-ACB0-B036-82C6D8984FEB}"/>
                  </a:ext>
                </a:extLst>
              </p:cNvPr>
              <p:cNvSpPr/>
              <p:nvPr/>
            </p:nvSpPr>
            <p:spPr>
              <a:xfrm>
                <a:off x="1184478" y="4836629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4" name="Freeform 2873">
                <a:extLst>
                  <a:ext uri="{FF2B5EF4-FFF2-40B4-BE49-F238E27FC236}">
                    <a16:creationId xmlns:a16="http://schemas.microsoft.com/office/drawing/2014/main" id="{AD10FBA0-A901-7D99-7947-58733FFA14F1}"/>
                  </a:ext>
                </a:extLst>
              </p:cNvPr>
              <p:cNvSpPr/>
              <p:nvPr/>
            </p:nvSpPr>
            <p:spPr>
              <a:xfrm>
                <a:off x="1417896" y="5738315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5" name="Freeform 2874">
                <a:extLst>
                  <a:ext uri="{FF2B5EF4-FFF2-40B4-BE49-F238E27FC236}">
                    <a16:creationId xmlns:a16="http://schemas.microsoft.com/office/drawing/2014/main" id="{5ADD5D87-BDA9-ABB9-086E-A8C96ED79C95}"/>
                  </a:ext>
                </a:extLst>
              </p:cNvPr>
              <p:cNvSpPr/>
              <p:nvPr/>
            </p:nvSpPr>
            <p:spPr>
              <a:xfrm>
                <a:off x="666651" y="4808852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6" name="Freeform 2875">
                <a:extLst>
                  <a:ext uri="{FF2B5EF4-FFF2-40B4-BE49-F238E27FC236}">
                    <a16:creationId xmlns:a16="http://schemas.microsoft.com/office/drawing/2014/main" id="{EA530D24-5711-FA01-AC8F-512F1BC2AEA6}"/>
                  </a:ext>
                </a:extLst>
              </p:cNvPr>
              <p:cNvSpPr/>
              <p:nvPr/>
            </p:nvSpPr>
            <p:spPr>
              <a:xfrm>
                <a:off x="904648" y="4674743"/>
                <a:ext cx="82921" cy="73024"/>
              </a:xfrm>
              <a:custGeom>
                <a:avLst/>
                <a:gdLst>
                  <a:gd name="csX0" fmla="*/ 41461 w 82921"/>
                  <a:gd name="csY0" fmla="*/ 0 h 73024"/>
                  <a:gd name="csX1" fmla="*/ 82922 w 82921"/>
                  <a:gd name="csY1" fmla="*/ 73025 h 73024"/>
                  <a:gd name="csX2" fmla="*/ 0 w 82921"/>
                  <a:gd name="csY2" fmla="*/ 73025 h 73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24">
                    <a:moveTo>
                      <a:pt x="41461" y="0"/>
                    </a:moveTo>
                    <a:lnTo>
                      <a:pt x="82922" y="73025"/>
                    </a:lnTo>
                    <a:lnTo>
                      <a:pt x="0" y="73025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7" name="Freeform 2876">
                <a:extLst>
                  <a:ext uri="{FF2B5EF4-FFF2-40B4-BE49-F238E27FC236}">
                    <a16:creationId xmlns:a16="http://schemas.microsoft.com/office/drawing/2014/main" id="{0355018E-ED07-1000-2C49-0ADFF0294FEE}"/>
                  </a:ext>
                </a:extLst>
              </p:cNvPr>
              <p:cNvSpPr/>
              <p:nvPr/>
            </p:nvSpPr>
            <p:spPr>
              <a:xfrm>
                <a:off x="1689929" y="5166435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8" name="Freeform 2877">
                <a:extLst>
                  <a:ext uri="{FF2B5EF4-FFF2-40B4-BE49-F238E27FC236}">
                    <a16:creationId xmlns:a16="http://schemas.microsoft.com/office/drawing/2014/main" id="{582433FC-3E43-325D-102A-B1652B147BF8}"/>
                  </a:ext>
                </a:extLst>
              </p:cNvPr>
              <p:cNvSpPr/>
              <p:nvPr/>
            </p:nvSpPr>
            <p:spPr>
              <a:xfrm>
                <a:off x="1927926" y="4754429"/>
                <a:ext cx="83045" cy="73024"/>
              </a:xfrm>
              <a:custGeom>
                <a:avLst/>
                <a:gdLst>
                  <a:gd name="csX0" fmla="*/ 41585 w 83045"/>
                  <a:gd name="csY0" fmla="*/ 0 h 73024"/>
                  <a:gd name="csX1" fmla="*/ 83045 w 83045"/>
                  <a:gd name="csY1" fmla="*/ 73025 h 73024"/>
                  <a:gd name="csX2" fmla="*/ 0 w 83045"/>
                  <a:gd name="csY2" fmla="*/ 73025 h 73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3045" h="73024">
                    <a:moveTo>
                      <a:pt x="41585" y="0"/>
                    </a:moveTo>
                    <a:lnTo>
                      <a:pt x="83045" y="73025"/>
                    </a:lnTo>
                    <a:lnTo>
                      <a:pt x="0" y="73025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79" name="Freeform 2878">
                <a:extLst>
                  <a:ext uri="{FF2B5EF4-FFF2-40B4-BE49-F238E27FC236}">
                    <a16:creationId xmlns:a16="http://schemas.microsoft.com/office/drawing/2014/main" id="{A7950A7C-F324-7CE5-84EF-9DA4614E539B}"/>
                  </a:ext>
                </a:extLst>
              </p:cNvPr>
              <p:cNvSpPr/>
              <p:nvPr/>
            </p:nvSpPr>
            <p:spPr>
              <a:xfrm>
                <a:off x="1148339" y="4693973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0" name="Freeform 2879">
                <a:extLst>
                  <a:ext uri="{FF2B5EF4-FFF2-40B4-BE49-F238E27FC236}">
                    <a16:creationId xmlns:a16="http://schemas.microsoft.com/office/drawing/2014/main" id="{E7238387-DC8F-5CFB-2CEB-D3A06CB7D199}"/>
                  </a:ext>
                </a:extLst>
              </p:cNvPr>
              <p:cNvSpPr/>
              <p:nvPr/>
            </p:nvSpPr>
            <p:spPr>
              <a:xfrm>
                <a:off x="1407500" y="4797038"/>
                <a:ext cx="82921" cy="73024"/>
              </a:xfrm>
              <a:custGeom>
                <a:avLst/>
                <a:gdLst>
                  <a:gd name="csX0" fmla="*/ 41461 w 82921"/>
                  <a:gd name="csY0" fmla="*/ 0 h 73024"/>
                  <a:gd name="csX1" fmla="*/ 82922 w 82921"/>
                  <a:gd name="csY1" fmla="*/ 73025 h 73024"/>
                  <a:gd name="csX2" fmla="*/ 0 w 82921"/>
                  <a:gd name="csY2" fmla="*/ 73025 h 73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24">
                    <a:moveTo>
                      <a:pt x="41461" y="0"/>
                    </a:moveTo>
                    <a:lnTo>
                      <a:pt x="82922" y="73025"/>
                    </a:lnTo>
                    <a:lnTo>
                      <a:pt x="0" y="73025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1" name="Freeform 2880">
                <a:extLst>
                  <a:ext uri="{FF2B5EF4-FFF2-40B4-BE49-F238E27FC236}">
                    <a16:creationId xmlns:a16="http://schemas.microsoft.com/office/drawing/2014/main" id="{B6366271-F4E3-BDD6-0D07-392BD088BD30}"/>
                  </a:ext>
                </a:extLst>
              </p:cNvPr>
              <p:cNvSpPr/>
              <p:nvPr/>
            </p:nvSpPr>
            <p:spPr>
              <a:xfrm>
                <a:off x="1150567" y="5049671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2" name="Freeform 2881">
                <a:extLst>
                  <a:ext uri="{FF2B5EF4-FFF2-40B4-BE49-F238E27FC236}">
                    <a16:creationId xmlns:a16="http://schemas.microsoft.com/office/drawing/2014/main" id="{9CB872C5-C77D-1C1D-0446-F6073C003840}"/>
                  </a:ext>
                </a:extLst>
              </p:cNvPr>
              <p:cNvSpPr/>
              <p:nvPr/>
            </p:nvSpPr>
            <p:spPr>
              <a:xfrm>
                <a:off x="1403416" y="5738315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3" name="Freeform 2882">
                <a:extLst>
                  <a:ext uri="{FF2B5EF4-FFF2-40B4-BE49-F238E27FC236}">
                    <a16:creationId xmlns:a16="http://schemas.microsoft.com/office/drawing/2014/main" id="{CB22E512-80A8-E4BF-6C29-79CA46470611}"/>
                  </a:ext>
                </a:extLst>
              </p:cNvPr>
              <p:cNvSpPr/>
              <p:nvPr/>
            </p:nvSpPr>
            <p:spPr>
              <a:xfrm>
                <a:off x="2215182" y="5672329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4" name="Freeform 2883">
                <a:extLst>
                  <a:ext uri="{FF2B5EF4-FFF2-40B4-BE49-F238E27FC236}">
                    <a16:creationId xmlns:a16="http://schemas.microsoft.com/office/drawing/2014/main" id="{6CFEE757-95F3-BD4C-E59F-87EF9ECD0492}"/>
                  </a:ext>
                </a:extLst>
              </p:cNvPr>
              <p:cNvSpPr/>
              <p:nvPr/>
            </p:nvSpPr>
            <p:spPr>
              <a:xfrm>
                <a:off x="2454417" y="4848947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5" name="Freeform 2884">
                <a:extLst>
                  <a:ext uri="{FF2B5EF4-FFF2-40B4-BE49-F238E27FC236}">
                    <a16:creationId xmlns:a16="http://schemas.microsoft.com/office/drawing/2014/main" id="{413B5B51-42FA-E0A4-6B97-235AA2A1DD05}"/>
                  </a:ext>
                </a:extLst>
              </p:cNvPr>
              <p:cNvSpPr/>
              <p:nvPr/>
            </p:nvSpPr>
            <p:spPr>
              <a:xfrm>
                <a:off x="1176804" y="4888539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6" name="Freeform 2885">
                <a:extLst>
                  <a:ext uri="{FF2B5EF4-FFF2-40B4-BE49-F238E27FC236}">
                    <a16:creationId xmlns:a16="http://schemas.microsoft.com/office/drawing/2014/main" id="{E088B68D-1238-EF8A-D2C2-6D11B24263BE}"/>
                  </a:ext>
                </a:extLst>
              </p:cNvPr>
              <p:cNvSpPr/>
              <p:nvPr/>
            </p:nvSpPr>
            <p:spPr>
              <a:xfrm>
                <a:off x="1434481" y="5230661"/>
                <a:ext cx="82921" cy="72899"/>
              </a:xfrm>
              <a:custGeom>
                <a:avLst/>
                <a:gdLst>
                  <a:gd name="csX0" fmla="*/ 41461 w 82921"/>
                  <a:gd name="csY0" fmla="*/ 0 h 72899"/>
                  <a:gd name="csX1" fmla="*/ 82922 w 82921"/>
                  <a:gd name="csY1" fmla="*/ 72899 h 72899"/>
                  <a:gd name="csX2" fmla="*/ 0 w 82921"/>
                  <a:gd name="csY2" fmla="*/ 72899 h 72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2899">
                    <a:moveTo>
                      <a:pt x="41461" y="0"/>
                    </a:moveTo>
                    <a:lnTo>
                      <a:pt x="82922" y="72899"/>
                    </a:lnTo>
                    <a:lnTo>
                      <a:pt x="0" y="72899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7" name="Freeform 2886">
                <a:extLst>
                  <a:ext uri="{FF2B5EF4-FFF2-40B4-BE49-F238E27FC236}">
                    <a16:creationId xmlns:a16="http://schemas.microsoft.com/office/drawing/2014/main" id="{6719D2EF-2EEF-80E6-BC74-FA608B66FD3E}"/>
                  </a:ext>
                </a:extLst>
              </p:cNvPr>
              <p:cNvSpPr/>
              <p:nvPr/>
            </p:nvSpPr>
            <p:spPr>
              <a:xfrm>
                <a:off x="1158859" y="4677257"/>
                <a:ext cx="61634" cy="62592"/>
              </a:xfrm>
              <a:custGeom>
                <a:avLst/>
                <a:gdLst>
                  <a:gd name="csX0" fmla="*/ 61634 w 61634"/>
                  <a:gd name="csY0" fmla="*/ 31296 h 62592"/>
                  <a:gd name="csX1" fmla="*/ 30817 w 61634"/>
                  <a:gd name="csY1" fmla="*/ 62593 h 62592"/>
                  <a:gd name="csX2" fmla="*/ 0 w 61634"/>
                  <a:gd name="csY2" fmla="*/ 31296 h 62592"/>
                  <a:gd name="csX3" fmla="*/ 30817 w 61634"/>
                  <a:gd name="csY3" fmla="*/ 0 h 62592"/>
                  <a:gd name="csX4" fmla="*/ 61634 w 61634"/>
                  <a:gd name="csY4" fmla="*/ 31296 h 6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634" h="62592">
                    <a:moveTo>
                      <a:pt x="61634" y="31296"/>
                    </a:moveTo>
                    <a:cubicBezTo>
                      <a:pt x="61634" y="48581"/>
                      <a:pt x="47837" y="62593"/>
                      <a:pt x="30817" y="62593"/>
                    </a:cubicBezTo>
                    <a:cubicBezTo>
                      <a:pt x="13797" y="62593"/>
                      <a:pt x="0" y="48581"/>
                      <a:pt x="0" y="31296"/>
                    </a:cubicBezTo>
                    <a:cubicBezTo>
                      <a:pt x="0" y="14012"/>
                      <a:pt x="13797" y="0"/>
                      <a:pt x="30817" y="0"/>
                    </a:cubicBezTo>
                    <a:cubicBezTo>
                      <a:pt x="47837" y="0"/>
                      <a:pt x="61634" y="14012"/>
                      <a:pt x="61634" y="31296"/>
                    </a:cubicBezTo>
                    <a:close/>
                  </a:path>
                </a:pathLst>
              </a:custGeom>
              <a:solidFill>
                <a:srgbClr val="F8766D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8" name="Freeform 2887">
                <a:extLst>
                  <a:ext uri="{FF2B5EF4-FFF2-40B4-BE49-F238E27FC236}">
                    <a16:creationId xmlns:a16="http://schemas.microsoft.com/office/drawing/2014/main" id="{2F654BF3-9F7C-3181-2039-F5FA813FB971}"/>
                  </a:ext>
                </a:extLst>
              </p:cNvPr>
              <p:cNvSpPr/>
              <p:nvPr/>
            </p:nvSpPr>
            <p:spPr>
              <a:xfrm>
                <a:off x="1398589" y="4645081"/>
                <a:ext cx="82921" cy="73024"/>
              </a:xfrm>
              <a:custGeom>
                <a:avLst/>
                <a:gdLst>
                  <a:gd name="csX0" fmla="*/ 41461 w 82921"/>
                  <a:gd name="csY0" fmla="*/ 0 h 73024"/>
                  <a:gd name="csX1" fmla="*/ 82922 w 82921"/>
                  <a:gd name="csY1" fmla="*/ 73025 h 73024"/>
                  <a:gd name="csX2" fmla="*/ 0 w 82921"/>
                  <a:gd name="csY2" fmla="*/ 73025 h 73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2921" h="73024">
                    <a:moveTo>
                      <a:pt x="41461" y="0"/>
                    </a:moveTo>
                    <a:lnTo>
                      <a:pt x="82922" y="73025"/>
                    </a:lnTo>
                    <a:lnTo>
                      <a:pt x="0" y="73025"/>
                    </a:lnTo>
                    <a:close/>
                  </a:path>
                </a:pathLst>
              </a:custGeom>
              <a:solidFill>
                <a:srgbClr val="00BFC4"/>
              </a:solidFill>
              <a:ln w="8767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89" name="TextBox 2888">
                <a:extLst>
                  <a:ext uri="{FF2B5EF4-FFF2-40B4-BE49-F238E27FC236}">
                    <a16:creationId xmlns:a16="http://schemas.microsoft.com/office/drawing/2014/main" id="{04E3D2EB-D723-7CAF-044F-B74449374314}"/>
                  </a:ext>
                </a:extLst>
              </p:cNvPr>
              <p:cNvSpPr txBox="1"/>
              <p:nvPr/>
            </p:nvSpPr>
            <p:spPr>
              <a:xfrm>
                <a:off x="2069252" y="4459583"/>
                <a:ext cx="33963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890" name="TextBox 2889">
                <a:extLst>
                  <a:ext uri="{FF2B5EF4-FFF2-40B4-BE49-F238E27FC236}">
                    <a16:creationId xmlns:a16="http://schemas.microsoft.com/office/drawing/2014/main" id="{4A6C7EC7-3748-08D2-B7BF-4330B42A3111}"/>
                  </a:ext>
                </a:extLst>
              </p:cNvPr>
              <p:cNvSpPr txBox="1"/>
              <p:nvPr/>
            </p:nvSpPr>
            <p:spPr>
              <a:xfrm>
                <a:off x="1288180" y="4459583"/>
                <a:ext cx="33963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891" name="TextBox 2890">
                <a:extLst>
                  <a:ext uri="{FF2B5EF4-FFF2-40B4-BE49-F238E27FC236}">
                    <a16:creationId xmlns:a16="http://schemas.microsoft.com/office/drawing/2014/main" id="{C56B7407-1A2E-6AFD-CF15-8B603192997F}"/>
                  </a:ext>
                </a:extLst>
              </p:cNvPr>
              <p:cNvSpPr txBox="1"/>
              <p:nvPr/>
            </p:nvSpPr>
            <p:spPr>
              <a:xfrm>
                <a:off x="1523132" y="4459583"/>
                <a:ext cx="39052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</a:t>
                </a:r>
              </a:p>
            </p:txBody>
          </p:sp>
          <p:sp>
            <p:nvSpPr>
              <p:cNvPr id="2892" name="TextBox 2891">
                <a:extLst>
                  <a:ext uri="{FF2B5EF4-FFF2-40B4-BE49-F238E27FC236}">
                    <a16:creationId xmlns:a16="http://schemas.microsoft.com/office/drawing/2014/main" id="{19B74178-C0CF-6A63-4B39-7D5CA8A6B989}"/>
                  </a:ext>
                </a:extLst>
              </p:cNvPr>
              <p:cNvSpPr txBox="1"/>
              <p:nvPr/>
            </p:nvSpPr>
            <p:spPr>
              <a:xfrm>
                <a:off x="492687" y="4459583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893" name="TextBox 2892">
                <a:extLst>
                  <a:ext uri="{FF2B5EF4-FFF2-40B4-BE49-F238E27FC236}">
                    <a16:creationId xmlns:a16="http://schemas.microsoft.com/office/drawing/2014/main" id="{E3790D5A-3588-6849-DCF0-657834A16E58}"/>
                  </a:ext>
                </a:extLst>
              </p:cNvPr>
              <p:cNvSpPr txBox="1"/>
              <p:nvPr/>
            </p:nvSpPr>
            <p:spPr>
              <a:xfrm>
                <a:off x="1016753" y="4459583"/>
                <a:ext cx="36168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</a:t>
                </a:r>
                <a:r>
                  <a:rPr lang="en-US" sz="756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bc</a:t>
                </a:r>
                <a:endPara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894" name="TextBox 2893">
                <a:extLst>
                  <a:ext uri="{FF2B5EF4-FFF2-40B4-BE49-F238E27FC236}">
                    <a16:creationId xmlns:a16="http://schemas.microsoft.com/office/drawing/2014/main" id="{4B062D8E-364E-A577-838B-A17A5C3DC8F7}"/>
                  </a:ext>
                </a:extLst>
              </p:cNvPr>
              <p:cNvSpPr txBox="1"/>
              <p:nvPr/>
            </p:nvSpPr>
            <p:spPr>
              <a:xfrm>
                <a:off x="2304204" y="4459583"/>
                <a:ext cx="39052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</a:t>
                </a:r>
              </a:p>
            </p:txBody>
          </p:sp>
          <p:sp>
            <p:nvSpPr>
              <p:cNvPr id="2895" name="TextBox 2894">
                <a:extLst>
                  <a:ext uri="{FF2B5EF4-FFF2-40B4-BE49-F238E27FC236}">
                    <a16:creationId xmlns:a16="http://schemas.microsoft.com/office/drawing/2014/main" id="{6F9FCACB-DFFD-2846-7613-46A4C2125229}"/>
                  </a:ext>
                </a:extLst>
              </p:cNvPr>
              <p:cNvSpPr txBox="1"/>
              <p:nvPr/>
            </p:nvSpPr>
            <p:spPr>
              <a:xfrm>
                <a:off x="770898" y="4459583"/>
                <a:ext cx="33284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</a:t>
                </a:r>
              </a:p>
            </p:txBody>
          </p:sp>
          <p:sp>
            <p:nvSpPr>
              <p:cNvPr id="2896" name="TextBox 2895">
                <a:extLst>
                  <a:ext uri="{FF2B5EF4-FFF2-40B4-BE49-F238E27FC236}">
                    <a16:creationId xmlns:a16="http://schemas.microsoft.com/office/drawing/2014/main" id="{933BEB18-01C3-FC54-EABC-85758E4035AB}"/>
                  </a:ext>
                </a:extLst>
              </p:cNvPr>
              <p:cNvSpPr txBox="1"/>
              <p:nvPr/>
            </p:nvSpPr>
            <p:spPr>
              <a:xfrm>
                <a:off x="1797826" y="4459583"/>
                <a:ext cx="36168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bc</a:t>
                </a:r>
              </a:p>
            </p:txBody>
          </p:sp>
          <p:sp>
            <p:nvSpPr>
              <p:cNvPr id="2897" name="Freeform 2896">
                <a:extLst>
                  <a:ext uri="{FF2B5EF4-FFF2-40B4-BE49-F238E27FC236}">
                    <a16:creationId xmlns:a16="http://schemas.microsoft.com/office/drawing/2014/main" id="{ADDC030B-C6CC-A8F2-4D34-18BCF095A4BD}"/>
                  </a:ext>
                </a:extLst>
              </p:cNvPr>
              <p:cNvSpPr/>
              <p:nvPr/>
            </p:nvSpPr>
            <p:spPr>
              <a:xfrm>
                <a:off x="520733" y="4502928"/>
                <a:ext cx="2134923" cy="1345113"/>
              </a:xfrm>
              <a:custGeom>
                <a:avLst/>
                <a:gdLst>
                  <a:gd name="csX0" fmla="*/ 0 w 2134923"/>
                  <a:gd name="csY0" fmla="*/ 0 h 1345113"/>
                  <a:gd name="csX1" fmla="*/ 2134924 w 2134923"/>
                  <a:gd name="csY1" fmla="*/ 0 h 1345113"/>
                  <a:gd name="csX2" fmla="*/ 2134924 w 2134923"/>
                  <a:gd name="csY2" fmla="*/ 1345114 h 1345113"/>
                  <a:gd name="csX3" fmla="*/ 0 w 2134923"/>
                  <a:gd name="csY3" fmla="*/ 1345114 h 1345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34923" h="1345113">
                    <a:moveTo>
                      <a:pt x="0" y="0"/>
                    </a:moveTo>
                    <a:lnTo>
                      <a:pt x="2134924" y="0"/>
                    </a:lnTo>
                    <a:lnTo>
                      <a:pt x="2134924" y="1345114"/>
                    </a:lnTo>
                    <a:lnTo>
                      <a:pt x="0" y="1345114"/>
                    </a:lnTo>
                    <a:close/>
                  </a:path>
                </a:pathLst>
              </a:custGeom>
              <a:noFill/>
              <a:ln w="13212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</p:grpSp>
        <p:grpSp>
          <p:nvGrpSpPr>
            <p:cNvPr id="2898" name="Graphic 53">
              <a:extLst>
                <a:ext uri="{FF2B5EF4-FFF2-40B4-BE49-F238E27FC236}">
                  <a16:creationId xmlns:a16="http://schemas.microsoft.com/office/drawing/2014/main" id="{09E2EE83-7603-27D2-7AD4-BE958511C633}"/>
                </a:ext>
              </a:extLst>
            </p:cNvPr>
            <p:cNvGrpSpPr/>
            <p:nvPr/>
          </p:nvGrpSpPr>
          <p:grpSpPr>
            <a:xfrm>
              <a:off x="174447" y="4568989"/>
              <a:ext cx="2512650" cy="1657672"/>
              <a:chOff x="174447" y="4568989"/>
              <a:chExt cx="2512650" cy="1657672"/>
            </a:xfrm>
          </p:grpSpPr>
          <p:sp>
            <p:nvSpPr>
              <p:cNvPr id="2899" name="TextBox 2898">
                <a:extLst>
                  <a:ext uri="{FF2B5EF4-FFF2-40B4-BE49-F238E27FC236}">
                    <a16:creationId xmlns:a16="http://schemas.microsoft.com/office/drawing/2014/main" id="{3F0A100B-CD40-A1E0-911B-51C9CEF4A934}"/>
                  </a:ext>
                </a:extLst>
              </p:cNvPr>
              <p:cNvSpPr txBox="1"/>
              <p:nvPr/>
            </p:nvSpPr>
            <p:spPr>
              <a:xfrm>
                <a:off x="299482" y="5680700"/>
                <a:ext cx="25990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900" name="TextBox 2899">
                <a:extLst>
                  <a:ext uri="{FF2B5EF4-FFF2-40B4-BE49-F238E27FC236}">
                    <a16:creationId xmlns:a16="http://schemas.microsoft.com/office/drawing/2014/main" id="{D31DE12D-E65C-016F-E9DA-E53704B63E99}"/>
                  </a:ext>
                </a:extLst>
              </p:cNvPr>
              <p:cNvSpPr txBox="1"/>
              <p:nvPr/>
            </p:nvSpPr>
            <p:spPr>
              <a:xfrm>
                <a:off x="174447" y="5310172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2901" name="TextBox 2900">
                <a:extLst>
                  <a:ext uri="{FF2B5EF4-FFF2-40B4-BE49-F238E27FC236}">
                    <a16:creationId xmlns:a16="http://schemas.microsoft.com/office/drawing/2014/main" id="{F43379E0-4542-9D07-292F-C8AD8C366918}"/>
                  </a:ext>
                </a:extLst>
              </p:cNvPr>
              <p:cNvSpPr txBox="1"/>
              <p:nvPr/>
            </p:nvSpPr>
            <p:spPr>
              <a:xfrm>
                <a:off x="174447" y="4939518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2902" name="TextBox 2901">
                <a:extLst>
                  <a:ext uri="{FF2B5EF4-FFF2-40B4-BE49-F238E27FC236}">
                    <a16:creationId xmlns:a16="http://schemas.microsoft.com/office/drawing/2014/main" id="{7B89D6DF-8794-F41C-6674-E1577DB3C503}"/>
                  </a:ext>
                </a:extLst>
              </p:cNvPr>
              <p:cNvSpPr txBox="1"/>
              <p:nvPr/>
            </p:nvSpPr>
            <p:spPr>
              <a:xfrm>
                <a:off x="174447" y="4568989"/>
                <a:ext cx="3888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600</a:t>
                </a:r>
              </a:p>
            </p:txBody>
          </p:sp>
          <p:sp>
            <p:nvSpPr>
              <p:cNvPr id="2903" name="Freeform 2902">
                <a:extLst>
                  <a:ext uri="{FF2B5EF4-FFF2-40B4-BE49-F238E27FC236}">
                    <a16:creationId xmlns:a16="http://schemas.microsoft.com/office/drawing/2014/main" id="{B096FD74-5CAA-23DE-2971-0EB7A4E1D892}"/>
                  </a:ext>
                </a:extLst>
              </p:cNvPr>
              <p:cNvSpPr/>
              <p:nvPr/>
            </p:nvSpPr>
            <p:spPr>
              <a:xfrm>
                <a:off x="486822" y="5786957"/>
                <a:ext cx="33911" cy="12568"/>
              </a:xfrm>
              <a:custGeom>
                <a:avLst/>
                <a:gdLst>
                  <a:gd name="csX0" fmla="*/ 0 w 33911"/>
                  <a:gd name="csY0" fmla="*/ 0 h 12568"/>
                  <a:gd name="csX1" fmla="*/ 33911 w 33911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568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4" name="Freeform 2903">
                <a:extLst>
                  <a:ext uri="{FF2B5EF4-FFF2-40B4-BE49-F238E27FC236}">
                    <a16:creationId xmlns:a16="http://schemas.microsoft.com/office/drawing/2014/main" id="{BFCF3D6E-EE5F-740F-CD6E-07D3DB97F073}"/>
                  </a:ext>
                </a:extLst>
              </p:cNvPr>
              <p:cNvSpPr/>
              <p:nvPr/>
            </p:nvSpPr>
            <p:spPr>
              <a:xfrm>
                <a:off x="486822" y="5416428"/>
                <a:ext cx="33911" cy="12568"/>
              </a:xfrm>
              <a:custGeom>
                <a:avLst/>
                <a:gdLst>
                  <a:gd name="csX0" fmla="*/ 0 w 33911"/>
                  <a:gd name="csY0" fmla="*/ 0 h 12568"/>
                  <a:gd name="csX1" fmla="*/ 33911 w 33911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568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5" name="Freeform 2904">
                <a:extLst>
                  <a:ext uri="{FF2B5EF4-FFF2-40B4-BE49-F238E27FC236}">
                    <a16:creationId xmlns:a16="http://schemas.microsoft.com/office/drawing/2014/main" id="{FDC1D3A1-B23C-88A3-8F3D-E892D3CC67AB}"/>
                  </a:ext>
                </a:extLst>
              </p:cNvPr>
              <p:cNvSpPr/>
              <p:nvPr/>
            </p:nvSpPr>
            <p:spPr>
              <a:xfrm>
                <a:off x="486822" y="5045774"/>
                <a:ext cx="33911" cy="12568"/>
              </a:xfrm>
              <a:custGeom>
                <a:avLst/>
                <a:gdLst>
                  <a:gd name="csX0" fmla="*/ 0 w 33911"/>
                  <a:gd name="csY0" fmla="*/ 0 h 12568"/>
                  <a:gd name="csX1" fmla="*/ 33911 w 33911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568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6" name="Freeform 2905">
                <a:extLst>
                  <a:ext uri="{FF2B5EF4-FFF2-40B4-BE49-F238E27FC236}">
                    <a16:creationId xmlns:a16="http://schemas.microsoft.com/office/drawing/2014/main" id="{12F7A887-F58E-26F6-CED4-2987F02D1A99}"/>
                  </a:ext>
                </a:extLst>
              </p:cNvPr>
              <p:cNvSpPr/>
              <p:nvPr/>
            </p:nvSpPr>
            <p:spPr>
              <a:xfrm>
                <a:off x="486822" y="4675246"/>
                <a:ext cx="33911" cy="12568"/>
              </a:xfrm>
              <a:custGeom>
                <a:avLst/>
                <a:gdLst>
                  <a:gd name="csX0" fmla="*/ 0 w 33911"/>
                  <a:gd name="csY0" fmla="*/ 0 h 12568"/>
                  <a:gd name="csX1" fmla="*/ 33911 w 33911"/>
                  <a:gd name="csY1" fmla="*/ 0 h 125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911" h="12568">
                    <a:moveTo>
                      <a:pt x="0" y="0"/>
                    </a:moveTo>
                    <a:lnTo>
                      <a:pt x="33911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7" name="Freeform 2906">
                <a:extLst>
                  <a:ext uri="{FF2B5EF4-FFF2-40B4-BE49-F238E27FC236}">
                    <a16:creationId xmlns:a16="http://schemas.microsoft.com/office/drawing/2014/main" id="{07FDB9E0-816C-8456-FFAF-FDDCC8D20DED}"/>
                  </a:ext>
                </a:extLst>
              </p:cNvPr>
              <p:cNvSpPr/>
              <p:nvPr/>
            </p:nvSpPr>
            <p:spPr>
              <a:xfrm>
                <a:off x="676923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8" name="Freeform 2907">
                <a:extLst>
                  <a:ext uri="{FF2B5EF4-FFF2-40B4-BE49-F238E27FC236}">
                    <a16:creationId xmlns:a16="http://schemas.microsoft.com/office/drawing/2014/main" id="{86033FA2-C7B3-72C0-62CF-4CF498B643D2}"/>
                  </a:ext>
                </a:extLst>
              </p:cNvPr>
              <p:cNvSpPr/>
              <p:nvPr/>
            </p:nvSpPr>
            <p:spPr>
              <a:xfrm>
                <a:off x="937322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09" name="Freeform 2908">
                <a:extLst>
                  <a:ext uri="{FF2B5EF4-FFF2-40B4-BE49-F238E27FC236}">
                    <a16:creationId xmlns:a16="http://schemas.microsoft.com/office/drawing/2014/main" id="{E470E035-6135-B59E-E69B-449738FEB1C8}"/>
                  </a:ext>
                </a:extLst>
              </p:cNvPr>
              <p:cNvSpPr/>
              <p:nvPr/>
            </p:nvSpPr>
            <p:spPr>
              <a:xfrm>
                <a:off x="1197597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0" name="Freeform 2909">
                <a:extLst>
                  <a:ext uri="{FF2B5EF4-FFF2-40B4-BE49-F238E27FC236}">
                    <a16:creationId xmlns:a16="http://schemas.microsoft.com/office/drawing/2014/main" id="{2B22BE2F-2595-2B8D-2B58-E6AC48541E65}"/>
                  </a:ext>
                </a:extLst>
              </p:cNvPr>
              <p:cNvSpPr/>
              <p:nvPr/>
            </p:nvSpPr>
            <p:spPr>
              <a:xfrm>
                <a:off x="1457996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1" name="Freeform 2910">
                <a:extLst>
                  <a:ext uri="{FF2B5EF4-FFF2-40B4-BE49-F238E27FC236}">
                    <a16:creationId xmlns:a16="http://schemas.microsoft.com/office/drawing/2014/main" id="{C0ABD4F2-62FD-1C04-5F0E-7D8E5A0D7874}"/>
                  </a:ext>
                </a:extLst>
              </p:cNvPr>
              <p:cNvSpPr/>
              <p:nvPr/>
            </p:nvSpPr>
            <p:spPr>
              <a:xfrm>
                <a:off x="1718394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2" name="Freeform 2911">
                <a:extLst>
                  <a:ext uri="{FF2B5EF4-FFF2-40B4-BE49-F238E27FC236}">
                    <a16:creationId xmlns:a16="http://schemas.microsoft.com/office/drawing/2014/main" id="{DF851978-1D85-7DEB-B163-3DBE94107602}"/>
                  </a:ext>
                </a:extLst>
              </p:cNvPr>
              <p:cNvSpPr/>
              <p:nvPr/>
            </p:nvSpPr>
            <p:spPr>
              <a:xfrm>
                <a:off x="1978670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3" name="Freeform 2912">
                <a:extLst>
                  <a:ext uri="{FF2B5EF4-FFF2-40B4-BE49-F238E27FC236}">
                    <a16:creationId xmlns:a16="http://schemas.microsoft.com/office/drawing/2014/main" id="{ACFFADE9-0C02-8B50-D241-CE8C38F67CE8}"/>
                  </a:ext>
                </a:extLst>
              </p:cNvPr>
              <p:cNvSpPr/>
              <p:nvPr/>
            </p:nvSpPr>
            <p:spPr>
              <a:xfrm>
                <a:off x="2239068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4" name="Freeform 2913">
                <a:extLst>
                  <a:ext uri="{FF2B5EF4-FFF2-40B4-BE49-F238E27FC236}">
                    <a16:creationId xmlns:a16="http://schemas.microsoft.com/office/drawing/2014/main" id="{5F539D03-7EFC-E1E0-BE16-8BFEB93B539E}"/>
                  </a:ext>
                </a:extLst>
              </p:cNvPr>
              <p:cNvSpPr/>
              <p:nvPr/>
            </p:nvSpPr>
            <p:spPr>
              <a:xfrm>
                <a:off x="2499467" y="5848041"/>
                <a:ext cx="12376" cy="34438"/>
              </a:xfrm>
              <a:custGeom>
                <a:avLst/>
                <a:gdLst>
                  <a:gd name="csX0" fmla="*/ 0 w 12376"/>
                  <a:gd name="csY0" fmla="*/ 34439 h 34438"/>
                  <a:gd name="csX1" fmla="*/ 0 w 12376"/>
                  <a:gd name="csY1" fmla="*/ 0 h 34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76" h="34438">
                    <a:moveTo>
                      <a:pt x="0" y="34439"/>
                    </a:moveTo>
                    <a:lnTo>
                      <a:pt x="0" y="0"/>
                    </a:lnTo>
                  </a:path>
                </a:pathLst>
              </a:custGeom>
              <a:noFill/>
              <a:ln w="1321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15" name="TextBox 2914">
                <a:extLst>
                  <a:ext uri="{FF2B5EF4-FFF2-40B4-BE49-F238E27FC236}">
                    <a16:creationId xmlns:a16="http://schemas.microsoft.com/office/drawing/2014/main" id="{479F413F-88BF-1E30-01B5-B24E0CCEBD10}"/>
                  </a:ext>
                </a:extLst>
              </p:cNvPr>
              <p:cNvSpPr txBox="1"/>
              <p:nvPr/>
            </p:nvSpPr>
            <p:spPr>
              <a:xfrm>
                <a:off x="543579" y="5843466"/>
                <a:ext cx="26668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916" name="TextBox 2915">
                <a:extLst>
                  <a:ext uri="{FF2B5EF4-FFF2-40B4-BE49-F238E27FC236}">
                    <a16:creationId xmlns:a16="http://schemas.microsoft.com/office/drawing/2014/main" id="{AD26BC2B-4303-5B04-E70C-34F364E60C0B}"/>
                  </a:ext>
                </a:extLst>
              </p:cNvPr>
              <p:cNvSpPr txBox="1"/>
              <p:nvPr/>
            </p:nvSpPr>
            <p:spPr>
              <a:xfrm>
                <a:off x="791256" y="5843466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917" name="TextBox 2916">
                <a:extLst>
                  <a:ext uri="{FF2B5EF4-FFF2-40B4-BE49-F238E27FC236}">
                    <a16:creationId xmlns:a16="http://schemas.microsoft.com/office/drawing/2014/main" id="{2C32F4FC-A9E9-2108-9E8C-900F0F639FB3}"/>
                  </a:ext>
                </a:extLst>
              </p:cNvPr>
              <p:cNvSpPr txBox="1"/>
              <p:nvPr/>
            </p:nvSpPr>
            <p:spPr>
              <a:xfrm>
                <a:off x="1083765" y="5843466"/>
                <a:ext cx="227666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918" name="TextBox 2917">
                <a:extLst>
                  <a:ext uri="{FF2B5EF4-FFF2-40B4-BE49-F238E27FC236}">
                    <a16:creationId xmlns:a16="http://schemas.microsoft.com/office/drawing/2014/main" id="{79C2F5D3-E340-4286-33FE-7B82E5397E71}"/>
                  </a:ext>
                </a:extLst>
              </p:cNvPr>
              <p:cNvSpPr txBox="1"/>
              <p:nvPr/>
            </p:nvSpPr>
            <p:spPr>
              <a:xfrm>
                <a:off x="1305993" y="5843466"/>
                <a:ext cx="30400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919" name="TextBox 2918">
                <a:extLst>
                  <a:ext uri="{FF2B5EF4-FFF2-40B4-BE49-F238E27FC236}">
                    <a16:creationId xmlns:a16="http://schemas.microsoft.com/office/drawing/2014/main" id="{1FBD8C34-23B1-08EC-4291-DA34C7066B2A}"/>
                  </a:ext>
                </a:extLst>
              </p:cNvPr>
              <p:cNvSpPr txBox="1"/>
              <p:nvPr/>
            </p:nvSpPr>
            <p:spPr>
              <a:xfrm>
                <a:off x="1572328" y="5843466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920" name="TextBox 2919">
                <a:extLst>
                  <a:ext uri="{FF2B5EF4-FFF2-40B4-BE49-F238E27FC236}">
                    <a16:creationId xmlns:a16="http://schemas.microsoft.com/office/drawing/2014/main" id="{2686D6F3-1870-0FB3-5A65-6A0229EA257F}"/>
                  </a:ext>
                </a:extLst>
              </p:cNvPr>
              <p:cNvSpPr txBox="1"/>
              <p:nvPr/>
            </p:nvSpPr>
            <p:spPr>
              <a:xfrm>
                <a:off x="1794432" y="5843466"/>
                <a:ext cx="36847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921" name="TextBox 2920">
                <a:extLst>
                  <a:ext uri="{FF2B5EF4-FFF2-40B4-BE49-F238E27FC236}">
                    <a16:creationId xmlns:a16="http://schemas.microsoft.com/office/drawing/2014/main" id="{B262B082-8C4B-1D3F-15C9-B6E5E4ED640F}"/>
                  </a:ext>
                </a:extLst>
              </p:cNvPr>
              <p:cNvSpPr txBox="1"/>
              <p:nvPr/>
            </p:nvSpPr>
            <p:spPr>
              <a:xfrm>
                <a:off x="2064162" y="5843466"/>
                <a:ext cx="34981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922" name="TextBox 2921">
                <a:extLst>
                  <a:ext uri="{FF2B5EF4-FFF2-40B4-BE49-F238E27FC236}">
                    <a16:creationId xmlns:a16="http://schemas.microsoft.com/office/drawing/2014/main" id="{3A078C94-560A-06CF-AB45-50DEBDF0C1AA}"/>
                  </a:ext>
                </a:extLst>
              </p:cNvPr>
              <p:cNvSpPr txBox="1"/>
              <p:nvPr/>
            </p:nvSpPr>
            <p:spPr>
              <a:xfrm>
                <a:off x="2311839" y="5843466"/>
                <a:ext cx="375258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923" name="TextBox 2922">
                <a:extLst>
                  <a:ext uri="{FF2B5EF4-FFF2-40B4-BE49-F238E27FC236}">
                    <a16:creationId xmlns:a16="http://schemas.microsoft.com/office/drawing/2014/main" id="{51809183-43A7-101D-1C33-27298FA1C2AC}"/>
                  </a:ext>
                </a:extLst>
              </p:cNvPr>
              <p:cNvSpPr txBox="1"/>
              <p:nvPr/>
            </p:nvSpPr>
            <p:spPr>
              <a:xfrm>
                <a:off x="1308957" y="5975042"/>
                <a:ext cx="558477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</p:grpSp>
      </p:grpSp>
      <p:pic>
        <p:nvPicPr>
          <p:cNvPr id="56" name="Graphic 55">
            <a:extLst>
              <a:ext uri="{FF2B5EF4-FFF2-40B4-BE49-F238E27FC236}">
                <a16:creationId xmlns:a16="http://schemas.microsoft.com/office/drawing/2014/main" id="{48F1C2E9-112E-E5DA-F108-20803CE98F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4053" t="21771" r="6855" b="67280"/>
          <a:stretch>
            <a:fillRect/>
          </a:stretch>
        </p:blipFill>
        <p:spPr>
          <a:xfrm>
            <a:off x="905095" y="2532376"/>
            <a:ext cx="1036696" cy="226397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6DB3A5E4-509C-F202-DB95-4AC774CFEF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855" t="34725" b="54938"/>
          <a:stretch>
            <a:fillRect/>
          </a:stretch>
        </p:blipFill>
        <p:spPr>
          <a:xfrm>
            <a:off x="497139" y="2734693"/>
            <a:ext cx="1145462" cy="21376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79A565D6-151E-0B24-3492-9EB46CE60F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553" t="47870" r="3489" b="43886"/>
          <a:stretch>
            <a:fillRect/>
          </a:stretch>
        </p:blipFill>
        <p:spPr>
          <a:xfrm>
            <a:off x="1486437" y="2758773"/>
            <a:ext cx="1031904" cy="170489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727971EC-CD4E-C6D1-670F-FCF827668ED4}"/>
              </a:ext>
            </a:extLst>
          </p:cNvPr>
          <p:cNvSpPr txBox="1"/>
          <p:nvPr/>
        </p:nvSpPr>
        <p:spPr>
          <a:xfrm>
            <a:off x="4693306" y="2547265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0655493-4CA9-A5F2-C819-2949224A6B4F}"/>
              </a:ext>
            </a:extLst>
          </p:cNvPr>
          <p:cNvGrpSpPr/>
          <p:nvPr/>
        </p:nvGrpSpPr>
        <p:grpSpPr>
          <a:xfrm>
            <a:off x="4898434" y="2532754"/>
            <a:ext cx="1500605" cy="4710059"/>
            <a:chOff x="5262093" y="2691428"/>
            <a:chExt cx="1588097" cy="498467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CDA74729-6677-10DE-DF88-AA9B766B1EC1}"/>
                </a:ext>
              </a:extLst>
            </p:cNvPr>
            <p:cNvGrpSpPr/>
            <p:nvPr/>
          </p:nvGrpSpPr>
          <p:grpSpPr>
            <a:xfrm>
              <a:off x="5262093" y="2691428"/>
              <a:ext cx="1588097" cy="1337883"/>
              <a:chOff x="5706446" y="1985335"/>
              <a:chExt cx="1870275" cy="1575597"/>
            </a:xfrm>
          </p:grpSpPr>
          <p:pic>
            <p:nvPicPr>
              <p:cNvPr id="66" name="Picture 65" descr="A close-up of a purple cell&#10;&#10;AI-generated content may be incorrect.">
                <a:extLst>
                  <a:ext uri="{FF2B5EF4-FFF2-40B4-BE49-F238E27FC236}">
                    <a16:creationId xmlns:a16="http://schemas.microsoft.com/office/drawing/2014/main" id="{686448C9-15AC-FD39-23AD-5F419E59E4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800000" flipH="1">
                <a:off x="5817612" y="2244596"/>
                <a:ext cx="1759109" cy="1316336"/>
              </a:xfrm>
              <a:prstGeom prst="rect">
                <a:avLst/>
              </a:prstGeom>
            </p:spPr>
          </p:pic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EC3CDAF-D3E3-8277-FA8A-565936D8CE17}"/>
                  </a:ext>
                </a:extLst>
              </p:cNvPr>
              <p:cNvSpPr txBox="1"/>
              <p:nvPr/>
            </p:nvSpPr>
            <p:spPr>
              <a:xfrm>
                <a:off x="5706446" y="1985335"/>
                <a:ext cx="635732" cy="3329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6" b="1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CB0B7FD-D530-7DDF-530E-0C008C319EBD}"/>
                </a:ext>
              </a:extLst>
            </p:cNvPr>
            <p:cNvGrpSpPr/>
            <p:nvPr/>
          </p:nvGrpSpPr>
          <p:grpSpPr>
            <a:xfrm>
              <a:off x="5262093" y="3946476"/>
              <a:ext cx="1588097" cy="1315031"/>
              <a:chOff x="5255415" y="3710017"/>
              <a:chExt cx="1588097" cy="1315031"/>
            </a:xfrm>
          </p:grpSpPr>
          <p:pic>
            <p:nvPicPr>
              <p:cNvPr id="69" name="Picture 68" descr="A close-up of a microscope&#10;&#10;AI-generated content may be incorrect.">
                <a:extLst>
                  <a:ext uri="{FF2B5EF4-FFF2-40B4-BE49-F238E27FC236}">
                    <a16:creationId xmlns:a16="http://schemas.microsoft.com/office/drawing/2014/main" id="{EF92DDC0-61B6-9483-B5F3-1BF86BFCA885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0800000">
                <a:off x="5336953" y="3919247"/>
                <a:ext cx="1506559" cy="1105801"/>
              </a:xfrm>
              <a:prstGeom prst="rect">
                <a:avLst/>
              </a:prstGeom>
            </p:spPr>
          </p:pic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61E6A82-BCAC-6180-CEBE-251564395C1E}"/>
                  </a:ext>
                </a:extLst>
              </p:cNvPr>
              <p:cNvSpPr txBox="1"/>
              <p:nvPr/>
            </p:nvSpPr>
            <p:spPr>
              <a:xfrm>
                <a:off x="5255415" y="3710017"/>
                <a:ext cx="1114917" cy="282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6" b="1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Intermediate</a:t>
                </a: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5453A0E5-129E-E4DC-5DE2-108B37A85CED}"/>
                </a:ext>
              </a:extLst>
            </p:cNvPr>
            <p:cNvGrpSpPr/>
            <p:nvPr/>
          </p:nvGrpSpPr>
          <p:grpSpPr>
            <a:xfrm>
              <a:off x="5262093" y="5178686"/>
              <a:ext cx="1588097" cy="1284085"/>
              <a:chOff x="5254639" y="5071856"/>
              <a:chExt cx="1588097" cy="1284085"/>
            </a:xfrm>
          </p:grpSpPr>
          <p:pic>
            <p:nvPicPr>
              <p:cNvPr id="71" name="Picture 46" descr="A picture containing purple&#10;&#10;Description automatically generated">
                <a:extLst>
                  <a:ext uri="{FF2B5EF4-FFF2-40B4-BE49-F238E27FC236}">
                    <a16:creationId xmlns:a16="http://schemas.microsoft.com/office/drawing/2014/main" id="{BD4FF7D6-69A6-48A8-CA55-3C86E8C80826}"/>
                  </a:ext>
                </a:extLst>
              </p:cNvPr>
              <p:cNvPicPr>
                <a:picLocks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2883" r="772"/>
              <a:stretch/>
            </p:blipFill>
            <p:spPr bwMode="auto">
              <a:xfrm>
                <a:off x="5369423" y="5282505"/>
                <a:ext cx="1473313" cy="10734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0D1C48D-1362-B366-85ED-BDC407BDB03D}"/>
                  </a:ext>
                </a:extLst>
              </p:cNvPr>
              <p:cNvSpPr txBox="1"/>
              <p:nvPr/>
            </p:nvSpPr>
            <p:spPr>
              <a:xfrm>
                <a:off x="5254639" y="5071856"/>
                <a:ext cx="1476265" cy="282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6" b="1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Late Intermediate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E79EDFD4-2AB3-8749-453D-78C2DAFA0D19}"/>
                </a:ext>
              </a:extLst>
            </p:cNvPr>
            <p:cNvGrpSpPr/>
            <p:nvPr/>
          </p:nvGrpSpPr>
          <p:grpSpPr>
            <a:xfrm>
              <a:off x="5262093" y="6379949"/>
              <a:ext cx="1588097" cy="1296157"/>
              <a:chOff x="5262093" y="6379949"/>
              <a:chExt cx="1588097" cy="1296157"/>
            </a:xfrm>
          </p:grpSpPr>
          <p:pic>
            <p:nvPicPr>
              <p:cNvPr id="73" name="Google Shape;143;p21" descr="A picture containing purple, plant, close&#10;&#10;Description automatically generated">
                <a:extLst>
                  <a:ext uri="{FF2B5EF4-FFF2-40B4-BE49-F238E27FC236}">
                    <a16:creationId xmlns:a16="http://schemas.microsoft.com/office/drawing/2014/main" id="{02F187F0-7EE9-6607-7AD2-8155762CDA80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7">
                <a:alphaModFix/>
              </a:blip>
              <a:srcRect l="-791" r="109"/>
              <a:stretch/>
            </p:blipFill>
            <p:spPr>
              <a:xfrm>
                <a:off x="5414852" y="6591433"/>
                <a:ext cx="1435338" cy="108467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62801E3-9F93-DE10-9704-0D788EAC47E6}"/>
                  </a:ext>
                </a:extLst>
              </p:cNvPr>
              <p:cNvSpPr txBox="1"/>
              <p:nvPr/>
            </p:nvSpPr>
            <p:spPr>
              <a:xfrm>
                <a:off x="5262093" y="6379949"/>
                <a:ext cx="729819" cy="282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6" b="1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</a:p>
            </p:txBody>
          </p:sp>
        </p:grp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866112DC-5FBC-DDED-C701-B93826E6B4F6}"/>
              </a:ext>
            </a:extLst>
          </p:cNvPr>
          <p:cNvSpPr txBox="1"/>
          <p:nvPr/>
        </p:nvSpPr>
        <p:spPr>
          <a:xfrm>
            <a:off x="1970324" y="2098845"/>
            <a:ext cx="1734857" cy="25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39">
                <a:latin typeface="Arial" panose="020B0604020202020204" pitchFamily="34" charset="0"/>
                <a:cs typeface="Arial" panose="020B0604020202020204" pitchFamily="34" charset="0"/>
              </a:rPr>
              <a:t>Sex Change Progression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1A6914F-1061-3EA1-2A16-522395A11A51}"/>
              </a:ext>
            </a:extLst>
          </p:cNvPr>
          <p:cNvGrpSpPr/>
          <p:nvPr/>
        </p:nvGrpSpPr>
        <p:grpSpPr>
          <a:xfrm>
            <a:off x="405991" y="95117"/>
            <a:ext cx="6000229" cy="2234372"/>
            <a:chOff x="429663" y="-10995"/>
            <a:chExt cx="6350071" cy="23646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35B598A-90A1-6660-6108-264E35E6F11D}"/>
                </a:ext>
              </a:extLst>
            </p:cNvPr>
            <p:cNvSpPr/>
            <p:nvPr/>
          </p:nvSpPr>
          <p:spPr>
            <a:xfrm>
              <a:off x="1016466" y="252560"/>
              <a:ext cx="3873119" cy="1120394"/>
            </a:xfrm>
            <a:custGeom>
              <a:avLst/>
              <a:gdLst>
                <a:gd name="csX0" fmla="*/ 0 w 3873119"/>
                <a:gd name="csY0" fmla="*/ 1120394 h 1120394"/>
                <a:gd name="csX1" fmla="*/ 38735 w 3873119"/>
                <a:gd name="csY1" fmla="*/ 1109218 h 1120394"/>
                <a:gd name="csX2" fmla="*/ 77470 w 3873119"/>
                <a:gd name="csY2" fmla="*/ 1098042 h 1120394"/>
                <a:gd name="csX3" fmla="*/ 116205 w 3873119"/>
                <a:gd name="csY3" fmla="*/ 1086739 h 1120394"/>
                <a:gd name="csX4" fmla="*/ 154940 w 3873119"/>
                <a:gd name="csY4" fmla="*/ 1075563 h 1120394"/>
                <a:gd name="csX5" fmla="*/ 193675 w 3873119"/>
                <a:gd name="csY5" fmla="*/ 1064387 h 1120394"/>
                <a:gd name="csX6" fmla="*/ 232410 w 3873119"/>
                <a:gd name="csY6" fmla="*/ 1053211 h 1120394"/>
                <a:gd name="csX7" fmla="*/ 271145 w 3873119"/>
                <a:gd name="csY7" fmla="*/ 1041908 h 1120394"/>
                <a:gd name="csX8" fmla="*/ 309880 w 3873119"/>
                <a:gd name="csY8" fmla="*/ 1030732 h 1120394"/>
                <a:gd name="csX9" fmla="*/ 348615 w 3873119"/>
                <a:gd name="csY9" fmla="*/ 1019556 h 1120394"/>
                <a:gd name="csX10" fmla="*/ 387350 w 3873119"/>
                <a:gd name="csY10" fmla="*/ 1008380 h 1120394"/>
                <a:gd name="csX11" fmla="*/ 426085 w 3873119"/>
                <a:gd name="csY11" fmla="*/ 997204 h 1120394"/>
                <a:gd name="csX12" fmla="*/ 464820 w 3873119"/>
                <a:gd name="csY12" fmla="*/ 985901 h 1120394"/>
                <a:gd name="csX13" fmla="*/ 503555 w 3873119"/>
                <a:gd name="csY13" fmla="*/ 974725 h 1120394"/>
                <a:gd name="csX14" fmla="*/ 542290 w 3873119"/>
                <a:gd name="csY14" fmla="*/ 963549 h 1120394"/>
                <a:gd name="csX15" fmla="*/ 581025 w 3873119"/>
                <a:gd name="csY15" fmla="*/ 952373 h 1120394"/>
                <a:gd name="csX16" fmla="*/ 619760 w 3873119"/>
                <a:gd name="csY16" fmla="*/ 941070 h 1120394"/>
                <a:gd name="csX17" fmla="*/ 658495 w 3873119"/>
                <a:gd name="csY17" fmla="*/ 929894 h 1120394"/>
                <a:gd name="csX18" fmla="*/ 697230 w 3873119"/>
                <a:gd name="csY18" fmla="*/ 918718 h 1120394"/>
                <a:gd name="csX19" fmla="*/ 735965 w 3873119"/>
                <a:gd name="csY19" fmla="*/ 907542 h 1120394"/>
                <a:gd name="csX20" fmla="*/ 774700 w 3873119"/>
                <a:gd name="csY20" fmla="*/ 896366 h 1120394"/>
                <a:gd name="csX21" fmla="*/ 813435 w 3873119"/>
                <a:gd name="csY21" fmla="*/ 885063 h 1120394"/>
                <a:gd name="csX22" fmla="*/ 852170 w 3873119"/>
                <a:gd name="csY22" fmla="*/ 873887 h 1120394"/>
                <a:gd name="csX23" fmla="*/ 890905 w 3873119"/>
                <a:gd name="csY23" fmla="*/ 862711 h 1120394"/>
                <a:gd name="csX24" fmla="*/ 929513 w 3873119"/>
                <a:gd name="csY24" fmla="*/ 851535 h 1120394"/>
                <a:gd name="csX25" fmla="*/ 968248 w 3873119"/>
                <a:gd name="csY25" fmla="*/ 840232 h 1120394"/>
                <a:gd name="csX26" fmla="*/ 1006983 w 3873119"/>
                <a:gd name="csY26" fmla="*/ 829056 h 1120394"/>
                <a:gd name="csX27" fmla="*/ 1045718 w 3873119"/>
                <a:gd name="csY27" fmla="*/ 817880 h 1120394"/>
                <a:gd name="csX28" fmla="*/ 1084453 w 3873119"/>
                <a:gd name="csY28" fmla="*/ 806704 h 1120394"/>
                <a:gd name="csX29" fmla="*/ 1123188 w 3873119"/>
                <a:gd name="csY29" fmla="*/ 795528 h 1120394"/>
                <a:gd name="csX30" fmla="*/ 1161923 w 3873119"/>
                <a:gd name="csY30" fmla="*/ 784225 h 1120394"/>
                <a:gd name="csX31" fmla="*/ 1200658 w 3873119"/>
                <a:gd name="csY31" fmla="*/ 773049 h 1120394"/>
                <a:gd name="csX32" fmla="*/ 1239393 w 3873119"/>
                <a:gd name="csY32" fmla="*/ 761873 h 1120394"/>
                <a:gd name="csX33" fmla="*/ 1278128 w 3873119"/>
                <a:gd name="csY33" fmla="*/ 750697 h 1120394"/>
                <a:gd name="csX34" fmla="*/ 1316863 w 3873119"/>
                <a:gd name="csY34" fmla="*/ 739521 h 1120394"/>
                <a:gd name="csX35" fmla="*/ 1355598 w 3873119"/>
                <a:gd name="csY35" fmla="*/ 728218 h 1120394"/>
                <a:gd name="csX36" fmla="*/ 1394333 w 3873119"/>
                <a:gd name="csY36" fmla="*/ 717042 h 1120394"/>
                <a:gd name="csX37" fmla="*/ 1433068 w 3873119"/>
                <a:gd name="csY37" fmla="*/ 705866 h 1120394"/>
                <a:gd name="csX38" fmla="*/ 1471803 w 3873119"/>
                <a:gd name="csY38" fmla="*/ 694690 h 1120394"/>
                <a:gd name="csX39" fmla="*/ 1510538 w 3873119"/>
                <a:gd name="csY39" fmla="*/ 683387 h 1120394"/>
                <a:gd name="csX40" fmla="*/ 1549273 w 3873119"/>
                <a:gd name="csY40" fmla="*/ 672211 h 1120394"/>
                <a:gd name="csX41" fmla="*/ 1588008 w 3873119"/>
                <a:gd name="csY41" fmla="*/ 661035 h 1120394"/>
                <a:gd name="csX42" fmla="*/ 1626743 w 3873119"/>
                <a:gd name="csY42" fmla="*/ 649859 h 1120394"/>
                <a:gd name="csX43" fmla="*/ 1665478 w 3873119"/>
                <a:gd name="csY43" fmla="*/ 638683 h 1120394"/>
                <a:gd name="csX44" fmla="*/ 1704213 w 3873119"/>
                <a:gd name="csY44" fmla="*/ 627380 h 1120394"/>
                <a:gd name="csX45" fmla="*/ 1742948 w 3873119"/>
                <a:gd name="csY45" fmla="*/ 616204 h 1120394"/>
                <a:gd name="csX46" fmla="*/ 1781683 w 3873119"/>
                <a:gd name="csY46" fmla="*/ 605028 h 1120394"/>
                <a:gd name="csX47" fmla="*/ 1820418 w 3873119"/>
                <a:gd name="csY47" fmla="*/ 593852 h 1120394"/>
                <a:gd name="csX48" fmla="*/ 1859153 w 3873119"/>
                <a:gd name="csY48" fmla="*/ 582549 h 1120394"/>
                <a:gd name="csX49" fmla="*/ 1897888 w 3873119"/>
                <a:gd name="csY49" fmla="*/ 571373 h 1120394"/>
                <a:gd name="csX50" fmla="*/ 1936496 w 3873119"/>
                <a:gd name="csY50" fmla="*/ 560197 h 1120394"/>
                <a:gd name="csX51" fmla="*/ 1975231 w 3873119"/>
                <a:gd name="csY51" fmla="*/ 549021 h 1120394"/>
                <a:gd name="csX52" fmla="*/ 2013966 w 3873119"/>
                <a:gd name="csY52" fmla="*/ 537845 h 1120394"/>
                <a:gd name="csX53" fmla="*/ 2052701 w 3873119"/>
                <a:gd name="csY53" fmla="*/ 526542 h 1120394"/>
                <a:gd name="csX54" fmla="*/ 2091436 w 3873119"/>
                <a:gd name="csY54" fmla="*/ 515366 h 1120394"/>
                <a:gd name="csX55" fmla="*/ 2130171 w 3873119"/>
                <a:gd name="csY55" fmla="*/ 504190 h 1120394"/>
                <a:gd name="csX56" fmla="*/ 2168906 w 3873119"/>
                <a:gd name="csY56" fmla="*/ 493014 h 1120394"/>
                <a:gd name="csX57" fmla="*/ 2207641 w 3873119"/>
                <a:gd name="csY57" fmla="*/ 481711 h 1120394"/>
                <a:gd name="csX58" fmla="*/ 2246376 w 3873119"/>
                <a:gd name="csY58" fmla="*/ 470535 h 1120394"/>
                <a:gd name="csX59" fmla="*/ 2285111 w 3873119"/>
                <a:gd name="csY59" fmla="*/ 459359 h 1120394"/>
                <a:gd name="csX60" fmla="*/ 2323846 w 3873119"/>
                <a:gd name="csY60" fmla="*/ 448183 h 1120394"/>
                <a:gd name="csX61" fmla="*/ 2362581 w 3873119"/>
                <a:gd name="csY61" fmla="*/ 437007 h 1120394"/>
                <a:gd name="csX62" fmla="*/ 2401316 w 3873119"/>
                <a:gd name="csY62" fmla="*/ 425704 h 1120394"/>
                <a:gd name="csX63" fmla="*/ 2440051 w 3873119"/>
                <a:gd name="csY63" fmla="*/ 414528 h 1120394"/>
                <a:gd name="csX64" fmla="*/ 2478786 w 3873119"/>
                <a:gd name="csY64" fmla="*/ 403352 h 1120394"/>
                <a:gd name="csX65" fmla="*/ 2517521 w 3873119"/>
                <a:gd name="csY65" fmla="*/ 392176 h 1120394"/>
                <a:gd name="csX66" fmla="*/ 2556256 w 3873119"/>
                <a:gd name="csY66" fmla="*/ 380873 h 1120394"/>
                <a:gd name="csX67" fmla="*/ 2594991 w 3873119"/>
                <a:gd name="csY67" fmla="*/ 369697 h 1120394"/>
                <a:gd name="csX68" fmla="*/ 2633726 w 3873119"/>
                <a:gd name="csY68" fmla="*/ 358521 h 1120394"/>
                <a:gd name="csX69" fmla="*/ 2672461 w 3873119"/>
                <a:gd name="csY69" fmla="*/ 347345 h 1120394"/>
                <a:gd name="csX70" fmla="*/ 2711196 w 3873119"/>
                <a:gd name="csY70" fmla="*/ 336169 h 1120394"/>
                <a:gd name="csX71" fmla="*/ 2749931 w 3873119"/>
                <a:gd name="csY71" fmla="*/ 324866 h 1120394"/>
                <a:gd name="csX72" fmla="*/ 2788666 w 3873119"/>
                <a:gd name="csY72" fmla="*/ 313690 h 1120394"/>
                <a:gd name="csX73" fmla="*/ 2827401 w 3873119"/>
                <a:gd name="csY73" fmla="*/ 302514 h 1120394"/>
                <a:gd name="csX74" fmla="*/ 2866136 w 3873119"/>
                <a:gd name="csY74" fmla="*/ 291338 h 1120394"/>
                <a:gd name="csX75" fmla="*/ 2904744 w 3873119"/>
                <a:gd name="csY75" fmla="*/ 280162 h 1120394"/>
                <a:gd name="csX76" fmla="*/ 2943479 w 3873119"/>
                <a:gd name="csY76" fmla="*/ 268859 h 1120394"/>
                <a:gd name="csX77" fmla="*/ 2982214 w 3873119"/>
                <a:gd name="csY77" fmla="*/ 257683 h 1120394"/>
                <a:gd name="csX78" fmla="*/ 3020949 w 3873119"/>
                <a:gd name="csY78" fmla="*/ 246507 h 1120394"/>
                <a:gd name="csX79" fmla="*/ 3059684 w 3873119"/>
                <a:gd name="csY79" fmla="*/ 235331 h 1120394"/>
                <a:gd name="csX80" fmla="*/ 3098419 w 3873119"/>
                <a:gd name="csY80" fmla="*/ 224028 h 1120394"/>
                <a:gd name="csX81" fmla="*/ 3137154 w 3873119"/>
                <a:gd name="csY81" fmla="*/ 212852 h 1120394"/>
                <a:gd name="csX82" fmla="*/ 3175889 w 3873119"/>
                <a:gd name="csY82" fmla="*/ 201676 h 1120394"/>
                <a:gd name="csX83" fmla="*/ 3214624 w 3873119"/>
                <a:gd name="csY83" fmla="*/ 190500 h 1120394"/>
                <a:gd name="csX84" fmla="*/ 3253359 w 3873119"/>
                <a:gd name="csY84" fmla="*/ 179324 h 1120394"/>
                <a:gd name="csX85" fmla="*/ 3292094 w 3873119"/>
                <a:gd name="csY85" fmla="*/ 168021 h 1120394"/>
                <a:gd name="csX86" fmla="*/ 3330829 w 3873119"/>
                <a:gd name="csY86" fmla="*/ 156845 h 1120394"/>
                <a:gd name="csX87" fmla="*/ 3369564 w 3873119"/>
                <a:gd name="csY87" fmla="*/ 145669 h 1120394"/>
                <a:gd name="csX88" fmla="*/ 3408299 w 3873119"/>
                <a:gd name="csY88" fmla="*/ 134493 h 1120394"/>
                <a:gd name="csX89" fmla="*/ 3447034 w 3873119"/>
                <a:gd name="csY89" fmla="*/ 123190 h 1120394"/>
                <a:gd name="csX90" fmla="*/ 3485769 w 3873119"/>
                <a:gd name="csY90" fmla="*/ 112014 h 1120394"/>
                <a:gd name="csX91" fmla="*/ 3524504 w 3873119"/>
                <a:gd name="csY91" fmla="*/ 100838 h 1120394"/>
                <a:gd name="csX92" fmla="*/ 3563239 w 3873119"/>
                <a:gd name="csY92" fmla="*/ 89662 h 1120394"/>
                <a:gd name="csX93" fmla="*/ 3601974 w 3873119"/>
                <a:gd name="csY93" fmla="*/ 78486 h 1120394"/>
                <a:gd name="csX94" fmla="*/ 3640709 w 3873119"/>
                <a:gd name="csY94" fmla="*/ 67183 h 1120394"/>
                <a:gd name="csX95" fmla="*/ 3679444 w 3873119"/>
                <a:gd name="csY95" fmla="*/ 56007 h 1120394"/>
                <a:gd name="csX96" fmla="*/ 3718179 w 3873119"/>
                <a:gd name="csY96" fmla="*/ 44831 h 1120394"/>
                <a:gd name="csX97" fmla="*/ 3756914 w 3873119"/>
                <a:gd name="csY97" fmla="*/ 33655 h 1120394"/>
                <a:gd name="csX98" fmla="*/ 3795649 w 3873119"/>
                <a:gd name="csY98" fmla="*/ 22352 h 1120394"/>
                <a:gd name="csX99" fmla="*/ 3834384 w 3873119"/>
                <a:gd name="csY99" fmla="*/ 11176 h 1120394"/>
                <a:gd name="csX100" fmla="*/ 3873119 w 3873119"/>
                <a:gd name="csY100" fmla="*/ 0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20394">
                  <a:moveTo>
                    <a:pt x="0" y="1120394"/>
                  </a:moveTo>
                  <a:lnTo>
                    <a:pt x="38735" y="1109218"/>
                  </a:lnTo>
                  <a:lnTo>
                    <a:pt x="77470" y="1098042"/>
                  </a:lnTo>
                  <a:lnTo>
                    <a:pt x="116205" y="1086739"/>
                  </a:lnTo>
                  <a:lnTo>
                    <a:pt x="154940" y="1075563"/>
                  </a:lnTo>
                  <a:lnTo>
                    <a:pt x="193675" y="1064387"/>
                  </a:lnTo>
                  <a:lnTo>
                    <a:pt x="232410" y="1053211"/>
                  </a:lnTo>
                  <a:lnTo>
                    <a:pt x="271145" y="1041908"/>
                  </a:lnTo>
                  <a:lnTo>
                    <a:pt x="309880" y="1030732"/>
                  </a:lnTo>
                  <a:lnTo>
                    <a:pt x="348615" y="1019556"/>
                  </a:lnTo>
                  <a:lnTo>
                    <a:pt x="387350" y="1008380"/>
                  </a:lnTo>
                  <a:lnTo>
                    <a:pt x="426085" y="997204"/>
                  </a:lnTo>
                  <a:lnTo>
                    <a:pt x="464820" y="985901"/>
                  </a:lnTo>
                  <a:lnTo>
                    <a:pt x="503555" y="974725"/>
                  </a:lnTo>
                  <a:lnTo>
                    <a:pt x="542290" y="963549"/>
                  </a:lnTo>
                  <a:lnTo>
                    <a:pt x="581025" y="952373"/>
                  </a:lnTo>
                  <a:lnTo>
                    <a:pt x="619760" y="941070"/>
                  </a:lnTo>
                  <a:lnTo>
                    <a:pt x="658495" y="929894"/>
                  </a:lnTo>
                  <a:lnTo>
                    <a:pt x="697230" y="918718"/>
                  </a:lnTo>
                  <a:lnTo>
                    <a:pt x="735965" y="907542"/>
                  </a:lnTo>
                  <a:lnTo>
                    <a:pt x="774700" y="896366"/>
                  </a:lnTo>
                  <a:lnTo>
                    <a:pt x="813435" y="885063"/>
                  </a:lnTo>
                  <a:lnTo>
                    <a:pt x="852170" y="873887"/>
                  </a:lnTo>
                  <a:lnTo>
                    <a:pt x="890905" y="862711"/>
                  </a:lnTo>
                  <a:lnTo>
                    <a:pt x="929513" y="851535"/>
                  </a:lnTo>
                  <a:lnTo>
                    <a:pt x="968248" y="840232"/>
                  </a:lnTo>
                  <a:lnTo>
                    <a:pt x="1006983" y="829056"/>
                  </a:lnTo>
                  <a:lnTo>
                    <a:pt x="1045718" y="817880"/>
                  </a:lnTo>
                  <a:lnTo>
                    <a:pt x="1084453" y="806704"/>
                  </a:lnTo>
                  <a:lnTo>
                    <a:pt x="1123188" y="795528"/>
                  </a:lnTo>
                  <a:lnTo>
                    <a:pt x="1161923" y="784225"/>
                  </a:lnTo>
                  <a:lnTo>
                    <a:pt x="1200658" y="773049"/>
                  </a:lnTo>
                  <a:lnTo>
                    <a:pt x="1239393" y="761873"/>
                  </a:lnTo>
                  <a:lnTo>
                    <a:pt x="1278128" y="750697"/>
                  </a:lnTo>
                  <a:lnTo>
                    <a:pt x="1316863" y="739521"/>
                  </a:lnTo>
                  <a:lnTo>
                    <a:pt x="1355598" y="728218"/>
                  </a:lnTo>
                  <a:lnTo>
                    <a:pt x="1394333" y="717042"/>
                  </a:lnTo>
                  <a:lnTo>
                    <a:pt x="1433068" y="705866"/>
                  </a:lnTo>
                  <a:lnTo>
                    <a:pt x="1471803" y="694690"/>
                  </a:lnTo>
                  <a:lnTo>
                    <a:pt x="1510538" y="683387"/>
                  </a:lnTo>
                  <a:lnTo>
                    <a:pt x="1549273" y="672211"/>
                  </a:lnTo>
                  <a:lnTo>
                    <a:pt x="1588008" y="661035"/>
                  </a:lnTo>
                  <a:lnTo>
                    <a:pt x="1626743" y="649859"/>
                  </a:lnTo>
                  <a:lnTo>
                    <a:pt x="1665478" y="638683"/>
                  </a:lnTo>
                  <a:lnTo>
                    <a:pt x="1704213" y="627380"/>
                  </a:lnTo>
                  <a:lnTo>
                    <a:pt x="1742948" y="616204"/>
                  </a:lnTo>
                  <a:lnTo>
                    <a:pt x="1781683" y="605028"/>
                  </a:lnTo>
                  <a:lnTo>
                    <a:pt x="1820418" y="593852"/>
                  </a:lnTo>
                  <a:lnTo>
                    <a:pt x="1859153" y="582549"/>
                  </a:lnTo>
                  <a:lnTo>
                    <a:pt x="1897888" y="571373"/>
                  </a:lnTo>
                  <a:lnTo>
                    <a:pt x="1936496" y="560197"/>
                  </a:lnTo>
                  <a:lnTo>
                    <a:pt x="1975231" y="549021"/>
                  </a:lnTo>
                  <a:lnTo>
                    <a:pt x="2013966" y="537845"/>
                  </a:lnTo>
                  <a:lnTo>
                    <a:pt x="2052701" y="526542"/>
                  </a:lnTo>
                  <a:lnTo>
                    <a:pt x="2091436" y="515366"/>
                  </a:lnTo>
                  <a:lnTo>
                    <a:pt x="2130171" y="504190"/>
                  </a:lnTo>
                  <a:lnTo>
                    <a:pt x="2168906" y="493014"/>
                  </a:lnTo>
                  <a:lnTo>
                    <a:pt x="2207641" y="481711"/>
                  </a:lnTo>
                  <a:lnTo>
                    <a:pt x="2246376" y="470535"/>
                  </a:lnTo>
                  <a:lnTo>
                    <a:pt x="2285111" y="459359"/>
                  </a:lnTo>
                  <a:lnTo>
                    <a:pt x="2323846" y="448183"/>
                  </a:lnTo>
                  <a:lnTo>
                    <a:pt x="2362581" y="437007"/>
                  </a:lnTo>
                  <a:lnTo>
                    <a:pt x="2401316" y="425704"/>
                  </a:lnTo>
                  <a:lnTo>
                    <a:pt x="2440051" y="414528"/>
                  </a:lnTo>
                  <a:lnTo>
                    <a:pt x="2478786" y="403352"/>
                  </a:lnTo>
                  <a:lnTo>
                    <a:pt x="2517521" y="392176"/>
                  </a:lnTo>
                  <a:lnTo>
                    <a:pt x="2556256" y="380873"/>
                  </a:lnTo>
                  <a:lnTo>
                    <a:pt x="2594991" y="369697"/>
                  </a:lnTo>
                  <a:lnTo>
                    <a:pt x="2633726" y="358521"/>
                  </a:lnTo>
                  <a:lnTo>
                    <a:pt x="2672461" y="347345"/>
                  </a:lnTo>
                  <a:lnTo>
                    <a:pt x="2711196" y="336169"/>
                  </a:lnTo>
                  <a:lnTo>
                    <a:pt x="2749931" y="324866"/>
                  </a:lnTo>
                  <a:lnTo>
                    <a:pt x="2788666" y="313690"/>
                  </a:lnTo>
                  <a:lnTo>
                    <a:pt x="2827401" y="302514"/>
                  </a:lnTo>
                  <a:lnTo>
                    <a:pt x="2866136" y="291338"/>
                  </a:lnTo>
                  <a:lnTo>
                    <a:pt x="2904744" y="280162"/>
                  </a:lnTo>
                  <a:lnTo>
                    <a:pt x="2943479" y="268859"/>
                  </a:lnTo>
                  <a:lnTo>
                    <a:pt x="2982214" y="257683"/>
                  </a:lnTo>
                  <a:lnTo>
                    <a:pt x="3020949" y="246507"/>
                  </a:lnTo>
                  <a:lnTo>
                    <a:pt x="3059684" y="235331"/>
                  </a:lnTo>
                  <a:lnTo>
                    <a:pt x="3098419" y="224028"/>
                  </a:lnTo>
                  <a:lnTo>
                    <a:pt x="3137154" y="212852"/>
                  </a:lnTo>
                  <a:lnTo>
                    <a:pt x="3175889" y="201676"/>
                  </a:lnTo>
                  <a:lnTo>
                    <a:pt x="3214624" y="190500"/>
                  </a:lnTo>
                  <a:lnTo>
                    <a:pt x="3253359" y="179324"/>
                  </a:lnTo>
                  <a:lnTo>
                    <a:pt x="3292094" y="168021"/>
                  </a:lnTo>
                  <a:lnTo>
                    <a:pt x="3330829" y="156845"/>
                  </a:lnTo>
                  <a:lnTo>
                    <a:pt x="3369564" y="145669"/>
                  </a:lnTo>
                  <a:lnTo>
                    <a:pt x="3408299" y="134493"/>
                  </a:lnTo>
                  <a:lnTo>
                    <a:pt x="3447034" y="123190"/>
                  </a:lnTo>
                  <a:lnTo>
                    <a:pt x="3485769" y="112014"/>
                  </a:lnTo>
                  <a:lnTo>
                    <a:pt x="3524504" y="100838"/>
                  </a:lnTo>
                  <a:lnTo>
                    <a:pt x="3563239" y="89662"/>
                  </a:lnTo>
                  <a:lnTo>
                    <a:pt x="3601974" y="78486"/>
                  </a:lnTo>
                  <a:lnTo>
                    <a:pt x="3640709" y="67183"/>
                  </a:lnTo>
                  <a:lnTo>
                    <a:pt x="3679444" y="56007"/>
                  </a:lnTo>
                  <a:lnTo>
                    <a:pt x="3718179" y="44831"/>
                  </a:lnTo>
                  <a:lnTo>
                    <a:pt x="3756914" y="33655"/>
                  </a:lnTo>
                  <a:lnTo>
                    <a:pt x="3795649" y="22352"/>
                  </a:lnTo>
                  <a:lnTo>
                    <a:pt x="3834384" y="11176"/>
                  </a:lnTo>
                  <a:lnTo>
                    <a:pt x="3873119" y="0"/>
                  </a:lnTo>
                </a:path>
              </a:pathLst>
            </a:custGeom>
            <a:noFill/>
            <a:ln w="54173" cap="flat">
              <a:solidFill>
                <a:srgbClr val="7BAFDE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598706F-A1F4-BD7D-A2FC-5CBB265B6A83}"/>
                </a:ext>
              </a:extLst>
            </p:cNvPr>
            <p:cNvSpPr/>
            <p:nvPr/>
          </p:nvSpPr>
          <p:spPr>
            <a:xfrm>
              <a:off x="1016466" y="252560"/>
              <a:ext cx="3873119" cy="1120394"/>
            </a:xfrm>
            <a:custGeom>
              <a:avLst/>
              <a:gdLst>
                <a:gd name="csX0" fmla="*/ 0 w 3873119"/>
                <a:gd name="csY0" fmla="*/ 0 h 1120394"/>
                <a:gd name="csX1" fmla="*/ 38735 w 3873119"/>
                <a:gd name="csY1" fmla="*/ 51689 h 1120394"/>
                <a:gd name="csX2" fmla="*/ 77470 w 3873119"/>
                <a:gd name="csY2" fmla="*/ 98552 h 1120394"/>
                <a:gd name="csX3" fmla="*/ 116205 w 3873119"/>
                <a:gd name="csY3" fmla="*/ 141605 h 1120394"/>
                <a:gd name="csX4" fmla="*/ 154940 w 3873119"/>
                <a:gd name="csY4" fmla="*/ 181229 h 1120394"/>
                <a:gd name="csX5" fmla="*/ 193675 w 3873119"/>
                <a:gd name="csY5" fmla="*/ 217932 h 1120394"/>
                <a:gd name="csX6" fmla="*/ 232410 w 3873119"/>
                <a:gd name="csY6" fmla="*/ 252222 h 1120394"/>
                <a:gd name="csX7" fmla="*/ 271145 w 3873119"/>
                <a:gd name="csY7" fmla="*/ 284353 h 1120394"/>
                <a:gd name="csX8" fmla="*/ 309880 w 3873119"/>
                <a:gd name="csY8" fmla="*/ 314579 h 1120394"/>
                <a:gd name="csX9" fmla="*/ 348615 w 3873119"/>
                <a:gd name="csY9" fmla="*/ 343154 h 1120394"/>
                <a:gd name="csX10" fmla="*/ 387350 w 3873119"/>
                <a:gd name="csY10" fmla="*/ 370205 h 1120394"/>
                <a:gd name="csX11" fmla="*/ 426085 w 3873119"/>
                <a:gd name="csY11" fmla="*/ 395859 h 1120394"/>
                <a:gd name="csX12" fmla="*/ 464820 w 3873119"/>
                <a:gd name="csY12" fmla="*/ 420243 h 1120394"/>
                <a:gd name="csX13" fmla="*/ 503555 w 3873119"/>
                <a:gd name="csY13" fmla="*/ 443611 h 1120394"/>
                <a:gd name="csX14" fmla="*/ 542290 w 3873119"/>
                <a:gd name="csY14" fmla="*/ 465836 h 1120394"/>
                <a:gd name="csX15" fmla="*/ 581025 w 3873119"/>
                <a:gd name="csY15" fmla="*/ 487172 h 1120394"/>
                <a:gd name="csX16" fmla="*/ 619760 w 3873119"/>
                <a:gd name="csY16" fmla="*/ 507746 h 1120394"/>
                <a:gd name="csX17" fmla="*/ 658495 w 3873119"/>
                <a:gd name="csY17" fmla="*/ 527431 h 1120394"/>
                <a:gd name="csX18" fmla="*/ 697230 w 3873119"/>
                <a:gd name="csY18" fmla="*/ 546354 h 1120394"/>
                <a:gd name="csX19" fmla="*/ 735965 w 3873119"/>
                <a:gd name="csY19" fmla="*/ 564769 h 1120394"/>
                <a:gd name="csX20" fmla="*/ 774700 w 3873119"/>
                <a:gd name="csY20" fmla="*/ 582422 h 1120394"/>
                <a:gd name="csX21" fmla="*/ 813435 w 3873119"/>
                <a:gd name="csY21" fmla="*/ 599440 h 1120394"/>
                <a:gd name="csX22" fmla="*/ 852170 w 3873119"/>
                <a:gd name="csY22" fmla="*/ 615950 h 1120394"/>
                <a:gd name="csX23" fmla="*/ 890905 w 3873119"/>
                <a:gd name="csY23" fmla="*/ 631952 h 1120394"/>
                <a:gd name="csX24" fmla="*/ 929513 w 3873119"/>
                <a:gd name="csY24" fmla="*/ 647446 h 1120394"/>
                <a:gd name="csX25" fmla="*/ 968248 w 3873119"/>
                <a:gd name="csY25" fmla="*/ 662559 h 1120394"/>
                <a:gd name="csX26" fmla="*/ 1006983 w 3873119"/>
                <a:gd name="csY26" fmla="*/ 677164 h 1120394"/>
                <a:gd name="csX27" fmla="*/ 1045718 w 3873119"/>
                <a:gd name="csY27" fmla="*/ 691388 h 1120394"/>
                <a:gd name="csX28" fmla="*/ 1084453 w 3873119"/>
                <a:gd name="csY28" fmla="*/ 705231 h 1120394"/>
                <a:gd name="csX29" fmla="*/ 1123188 w 3873119"/>
                <a:gd name="csY29" fmla="*/ 718693 h 1120394"/>
                <a:gd name="csX30" fmla="*/ 1161923 w 3873119"/>
                <a:gd name="csY30" fmla="*/ 731774 h 1120394"/>
                <a:gd name="csX31" fmla="*/ 1200658 w 3873119"/>
                <a:gd name="csY31" fmla="*/ 744601 h 1120394"/>
                <a:gd name="csX32" fmla="*/ 1239393 w 3873119"/>
                <a:gd name="csY32" fmla="*/ 757047 h 1120394"/>
                <a:gd name="csX33" fmla="*/ 1278128 w 3873119"/>
                <a:gd name="csY33" fmla="*/ 769239 h 1120394"/>
                <a:gd name="csX34" fmla="*/ 1316863 w 3873119"/>
                <a:gd name="csY34" fmla="*/ 781050 h 1120394"/>
                <a:gd name="csX35" fmla="*/ 1355598 w 3873119"/>
                <a:gd name="csY35" fmla="*/ 792734 h 1120394"/>
                <a:gd name="csX36" fmla="*/ 1394333 w 3873119"/>
                <a:gd name="csY36" fmla="*/ 804037 h 1120394"/>
                <a:gd name="csX37" fmla="*/ 1433068 w 3873119"/>
                <a:gd name="csY37" fmla="*/ 815213 h 1120394"/>
                <a:gd name="csX38" fmla="*/ 1471803 w 3873119"/>
                <a:gd name="csY38" fmla="*/ 826135 h 1120394"/>
                <a:gd name="csX39" fmla="*/ 1510538 w 3873119"/>
                <a:gd name="csY39" fmla="*/ 836676 h 1120394"/>
                <a:gd name="csX40" fmla="*/ 1549273 w 3873119"/>
                <a:gd name="csY40" fmla="*/ 847217 h 1120394"/>
                <a:gd name="csX41" fmla="*/ 1588008 w 3873119"/>
                <a:gd name="csY41" fmla="*/ 857377 h 1120394"/>
                <a:gd name="csX42" fmla="*/ 1626743 w 3873119"/>
                <a:gd name="csY42" fmla="*/ 867410 h 1120394"/>
                <a:gd name="csX43" fmla="*/ 1665478 w 3873119"/>
                <a:gd name="csY43" fmla="*/ 877189 h 1120394"/>
                <a:gd name="csX44" fmla="*/ 1704213 w 3873119"/>
                <a:gd name="csY44" fmla="*/ 886841 h 1120394"/>
                <a:gd name="csX45" fmla="*/ 1742948 w 3873119"/>
                <a:gd name="csY45" fmla="*/ 896366 h 1120394"/>
                <a:gd name="csX46" fmla="*/ 1781683 w 3873119"/>
                <a:gd name="csY46" fmla="*/ 905637 h 1120394"/>
                <a:gd name="csX47" fmla="*/ 1820418 w 3873119"/>
                <a:gd name="csY47" fmla="*/ 914781 h 1120394"/>
                <a:gd name="csX48" fmla="*/ 1859153 w 3873119"/>
                <a:gd name="csY48" fmla="*/ 923798 h 1120394"/>
                <a:gd name="csX49" fmla="*/ 1897888 w 3873119"/>
                <a:gd name="csY49" fmla="*/ 932561 h 1120394"/>
                <a:gd name="csX50" fmla="*/ 1936496 w 3873119"/>
                <a:gd name="csY50" fmla="*/ 941197 h 1120394"/>
                <a:gd name="csX51" fmla="*/ 1975231 w 3873119"/>
                <a:gd name="csY51" fmla="*/ 949706 h 1120394"/>
                <a:gd name="csX52" fmla="*/ 2013966 w 3873119"/>
                <a:gd name="csY52" fmla="*/ 958088 h 1120394"/>
                <a:gd name="csX53" fmla="*/ 2052701 w 3873119"/>
                <a:gd name="csY53" fmla="*/ 966343 h 1120394"/>
                <a:gd name="csX54" fmla="*/ 2091436 w 3873119"/>
                <a:gd name="csY54" fmla="*/ 974471 h 1120394"/>
                <a:gd name="csX55" fmla="*/ 2130171 w 3873119"/>
                <a:gd name="csY55" fmla="*/ 982472 h 1120394"/>
                <a:gd name="csX56" fmla="*/ 2168906 w 3873119"/>
                <a:gd name="csY56" fmla="*/ 990346 h 1120394"/>
                <a:gd name="csX57" fmla="*/ 2207641 w 3873119"/>
                <a:gd name="csY57" fmla="*/ 998093 h 1120394"/>
                <a:gd name="csX58" fmla="*/ 2246376 w 3873119"/>
                <a:gd name="csY58" fmla="*/ 1005713 h 1120394"/>
                <a:gd name="csX59" fmla="*/ 2285111 w 3873119"/>
                <a:gd name="csY59" fmla="*/ 1013206 h 1120394"/>
                <a:gd name="csX60" fmla="*/ 2323846 w 3873119"/>
                <a:gd name="csY60" fmla="*/ 1020572 h 1120394"/>
                <a:gd name="csX61" fmla="*/ 2362581 w 3873119"/>
                <a:gd name="csY61" fmla="*/ 1027938 h 1120394"/>
                <a:gd name="csX62" fmla="*/ 2401316 w 3873119"/>
                <a:gd name="csY62" fmla="*/ 1035050 h 1120394"/>
                <a:gd name="csX63" fmla="*/ 2440051 w 3873119"/>
                <a:gd name="csY63" fmla="*/ 1042162 h 1120394"/>
                <a:gd name="csX64" fmla="*/ 2478786 w 3873119"/>
                <a:gd name="csY64" fmla="*/ 1049147 h 1120394"/>
                <a:gd name="csX65" fmla="*/ 2517521 w 3873119"/>
                <a:gd name="csY65" fmla="*/ 1056005 h 1120394"/>
                <a:gd name="csX66" fmla="*/ 2556256 w 3873119"/>
                <a:gd name="csY66" fmla="*/ 1062863 h 1120394"/>
                <a:gd name="csX67" fmla="*/ 2594991 w 3873119"/>
                <a:gd name="csY67" fmla="*/ 1069594 h 1120394"/>
                <a:gd name="csX68" fmla="*/ 2633726 w 3873119"/>
                <a:gd name="csY68" fmla="*/ 1076198 h 1120394"/>
                <a:gd name="csX69" fmla="*/ 2672461 w 3873119"/>
                <a:gd name="csY69" fmla="*/ 1082802 h 1120394"/>
                <a:gd name="csX70" fmla="*/ 2711196 w 3873119"/>
                <a:gd name="csY70" fmla="*/ 1089279 h 1120394"/>
                <a:gd name="csX71" fmla="*/ 2749931 w 3873119"/>
                <a:gd name="csY71" fmla="*/ 1095629 h 1120394"/>
                <a:gd name="csX72" fmla="*/ 2788666 w 3873119"/>
                <a:gd name="csY72" fmla="*/ 1101979 h 1120394"/>
                <a:gd name="csX73" fmla="*/ 2827401 w 3873119"/>
                <a:gd name="csY73" fmla="*/ 1108202 h 1120394"/>
                <a:gd name="csX74" fmla="*/ 2866136 w 3873119"/>
                <a:gd name="csY74" fmla="*/ 1114298 h 1120394"/>
                <a:gd name="csX75" fmla="*/ 2904744 w 3873119"/>
                <a:gd name="csY75" fmla="*/ 1120394 h 1120394"/>
                <a:gd name="csX76" fmla="*/ 2943479 w 3873119"/>
                <a:gd name="csY76" fmla="*/ 1120394 h 1120394"/>
                <a:gd name="csX77" fmla="*/ 2982214 w 3873119"/>
                <a:gd name="csY77" fmla="*/ 1120394 h 1120394"/>
                <a:gd name="csX78" fmla="*/ 3020949 w 3873119"/>
                <a:gd name="csY78" fmla="*/ 1120394 h 1120394"/>
                <a:gd name="csX79" fmla="*/ 3059684 w 3873119"/>
                <a:gd name="csY79" fmla="*/ 1120394 h 1120394"/>
                <a:gd name="csX80" fmla="*/ 3098419 w 3873119"/>
                <a:gd name="csY80" fmla="*/ 1120394 h 1120394"/>
                <a:gd name="csX81" fmla="*/ 3137154 w 3873119"/>
                <a:gd name="csY81" fmla="*/ 1120394 h 1120394"/>
                <a:gd name="csX82" fmla="*/ 3175889 w 3873119"/>
                <a:gd name="csY82" fmla="*/ 1120394 h 1120394"/>
                <a:gd name="csX83" fmla="*/ 3214624 w 3873119"/>
                <a:gd name="csY83" fmla="*/ 1120394 h 1120394"/>
                <a:gd name="csX84" fmla="*/ 3253359 w 3873119"/>
                <a:gd name="csY84" fmla="*/ 1120394 h 1120394"/>
                <a:gd name="csX85" fmla="*/ 3292094 w 3873119"/>
                <a:gd name="csY85" fmla="*/ 1120394 h 1120394"/>
                <a:gd name="csX86" fmla="*/ 3330829 w 3873119"/>
                <a:gd name="csY86" fmla="*/ 1120394 h 1120394"/>
                <a:gd name="csX87" fmla="*/ 3369564 w 3873119"/>
                <a:gd name="csY87" fmla="*/ 1120394 h 1120394"/>
                <a:gd name="csX88" fmla="*/ 3408299 w 3873119"/>
                <a:gd name="csY88" fmla="*/ 1120394 h 1120394"/>
                <a:gd name="csX89" fmla="*/ 3447034 w 3873119"/>
                <a:gd name="csY89" fmla="*/ 1120394 h 1120394"/>
                <a:gd name="csX90" fmla="*/ 3485769 w 3873119"/>
                <a:gd name="csY90" fmla="*/ 1120394 h 1120394"/>
                <a:gd name="csX91" fmla="*/ 3524504 w 3873119"/>
                <a:gd name="csY91" fmla="*/ 1120394 h 1120394"/>
                <a:gd name="csX92" fmla="*/ 3563239 w 3873119"/>
                <a:gd name="csY92" fmla="*/ 1120394 h 1120394"/>
                <a:gd name="csX93" fmla="*/ 3601974 w 3873119"/>
                <a:gd name="csY93" fmla="*/ 1120394 h 1120394"/>
                <a:gd name="csX94" fmla="*/ 3640709 w 3873119"/>
                <a:gd name="csY94" fmla="*/ 1120394 h 1120394"/>
                <a:gd name="csX95" fmla="*/ 3679444 w 3873119"/>
                <a:gd name="csY95" fmla="*/ 1120394 h 1120394"/>
                <a:gd name="csX96" fmla="*/ 3718179 w 3873119"/>
                <a:gd name="csY96" fmla="*/ 1120394 h 1120394"/>
                <a:gd name="csX97" fmla="*/ 3756914 w 3873119"/>
                <a:gd name="csY97" fmla="*/ 1120394 h 1120394"/>
                <a:gd name="csX98" fmla="*/ 3795649 w 3873119"/>
                <a:gd name="csY98" fmla="*/ 1120394 h 1120394"/>
                <a:gd name="csX99" fmla="*/ 3834384 w 3873119"/>
                <a:gd name="csY99" fmla="*/ 1120394 h 1120394"/>
                <a:gd name="csX100" fmla="*/ 3873119 w 3873119"/>
                <a:gd name="csY100" fmla="*/ 1120394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20394">
                  <a:moveTo>
                    <a:pt x="0" y="0"/>
                  </a:moveTo>
                  <a:lnTo>
                    <a:pt x="38735" y="51689"/>
                  </a:lnTo>
                  <a:lnTo>
                    <a:pt x="77470" y="98552"/>
                  </a:lnTo>
                  <a:lnTo>
                    <a:pt x="116205" y="141605"/>
                  </a:lnTo>
                  <a:lnTo>
                    <a:pt x="154940" y="181229"/>
                  </a:lnTo>
                  <a:lnTo>
                    <a:pt x="193675" y="217932"/>
                  </a:lnTo>
                  <a:lnTo>
                    <a:pt x="232410" y="252222"/>
                  </a:lnTo>
                  <a:lnTo>
                    <a:pt x="271145" y="284353"/>
                  </a:lnTo>
                  <a:lnTo>
                    <a:pt x="309880" y="314579"/>
                  </a:lnTo>
                  <a:lnTo>
                    <a:pt x="348615" y="343154"/>
                  </a:lnTo>
                  <a:lnTo>
                    <a:pt x="387350" y="370205"/>
                  </a:lnTo>
                  <a:lnTo>
                    <a:pt x="426085" y="395859"/>
                  </a:lnTo>
                  <a:lnTo>
                    <a:pt x="464820" y="420243"/>
                  </a:lnTo>
                  <a:lnTo>
                    <a:pt x="503555" y="443611"/>
                  </a:lnTo>
                  <a:lnTo>
                    <a:pt x="542290" y="465836"/>
                  </a:lnTo>
                  <a:lnTo>
                    <a:pt x="581025" y="487172"/>
                  </a:lnTo>
                  <a:lnTo>
                    <a:pt x="619760" y="507746"/>
                  </a:lnTo>
                  <a:lnTo>
                    <a:pt x="658495" y="527431"/>
                  </a:lnTo>
                  <a:lnTo>
                    <a:pt x="697230" y="546354"/>
                  </a:lnTo>
                  <a:lnTo>
                    <a:pt x="735965" y="564769"/>
                  </a:lnTo>
                  <a:lnTo>
                    <a:pt x="774700" y="582422"/>
                  </a:lnTo>
                  <a:lnTo>
                    <a:pt x="813435" y="599440"/>
                  </a:lnTo>
                  <a:lnTo>
                    <a:pt x="852170" y="615950"/>
                  </a:lnTo>
                  <a:lnTo>
                    <a:pt x="890905" y="631952"/>
                  </a:lnTo>
                  <a:lnTo>
                    <a:pt x="929513" y="647446"/>
                  </a:lnTo>
                  <a:lnTo>
                    <a:pt x="968248" y="662559"/>
                  </a:lnTo>
                  <a:lnTo>
                    <a:pt x="1006983" y="677164"/>
                  </a:lnTo>
                  <a:lnTo>
                    <a:pt x="1045718" y="691388"/>
                  </a:lnTo>
                  <a:lnTo>
                    <a:pt x="1084453" y="705231"/>
                  </a:lnTo>
                  <a:lnTo>
                    <a:pt x="1123188" y="718693"/>
                  </a:lnTo>
                  <a:lnTo>
                    <a:pt x="1161923" y="731774"/>
                  </a:lnTo>
                  <a:lnTo>
                    <a:pt x="1200658" y="744601"/>
                  </a:lnTo>
                  <a:lnTo>
                    <a:pt x="1239393" y="757047"/>
                  </a:lnTo>
                  <a:lnTo>
                    <a:pt x="1278128" y="769239"/>
                  </a:lnTo>
                  <a:lnTo>
                    <a:pt x="1316863" y="781050"/>
                  </a:lnTo>
                  <a:lnTo>
                    <a:pt x="1355598" y="792734"/>
                  </a:lnTo>
                  <a:lnTo>
                    <a:pt x="1394333" y="804037"/>
                  </a:lnTo>
                  <a:lnTo>
                    <a:pt x="1433068" y="815213"/>
                  </a:lnTo>
                  <a:lnTo>
                    <a:pt x="1471803" y="826135"/>
                  </a:lnTo>
                  <a:lnTo>
                    <a:pt x="1510538" y="836676"/>
                  </a:lnTo>
                  <a:lnTo>
                    <a:pt x="1549273" y="847217"/>
                  </a:lnTo>
                  <a:lnTo>
                    <a:pt x="1588008" y="857377"/>
                  </a:lnTo>
                  <a:lnTo>
                    <a:pt x="1626743" y="867410"/>
                  </a:lnTo>
                  <a:lnTo>
                    <a:pt x="1665478" y="877189"/>
                  </a:lnTo>
                  <a:lnTo>
                    <a:pt x="1704213" y="886841"/>
                  </a:lnTo>
                  <a:lnTo>
                    <a:pt x="1742948" y="896366"/>
                  </a:lnTo>
                  <a:lnTo>
                    <a:pt x="1781683" y="905637"/>
                  </a:lnTo>
                  <a:lnTo>
                    <a:pt x="1820418" y="914781"/>
                  </a:lnTo>
                  <a:lnTo>
                    <a:pt x="1859153" y="923798"/>
                  </a:lnTo>
                  <a:lnTo>
                    <a:pt x="1897888" y="932561"/>
                  </a:lnTo>
                  <a:lnTo>
                    <a:pt x="1936496" y="941197"/>
                  </a:lnTo>
                  <a:lnTo>
                    <a:pt x="1975231" y="949706"/>
                  </a:lnTo>
                  <a:lnTo>
                    <a:pt x="2013966" y="958088"/>
                  </a:lnTo>
                  <a:lnTo>
                    <a:pt x="2052701" y="966343"/>
                  </a:lnTo>
                  <a:lnTo>
                    <a:pt x="2091436" y="974471"/>
                  </a:lnTo>
                  <a:lnTo>
                    <a:pt x="2130171" y="982472"/>
                  </a:lnTo>
                  <a:lnTo>
                    <a:pt x="2168906" y="990346"/>
                  </a:lnTo>
                  <a:lnTo>
                    <a:pt x="2207641" y="998093"/>
                  </a:lnTo>
                  <a:lnTo>
                    <a:pt x="2246376" y="1005713"/>
                  </a:lnTo>
                  <a:lnTo>
                    <a:pt x="2285111" y="1013206"/>
                  </a:lnTo>
                  <a:lnTo>
                    <a:pt x="2323846" y="1020572"/>
                  </a:lnTo>
                  <a:lnTo>
                    <a:pt x="2362581" y="1027938"/>
                  </a:lnTo>
                  <a:lnTo>
                    <a:pt x="2401316" y="1035050"/>
                  </a:lnTo>
                  <a:lnTo>
                    <a:pt x="2440051" y="1042162"/>
                  </a:lnTo>
                  <a:lnTo>
                    <a:pt x="2478786" y="1049147"/>
                  </a:lnTo>
                  <a:lnTo>
                    <a:pt x="2517521" y="1056005"/>
                  </a:lnTo>
                  <a:lnTo>
                    <a:pt x="2556256" y="1062863"/>
                  </a:lnTo>
                  <a:lnTo>
                    <a:pt x="2594991" y="1069594"/>
                  </a:lnTo>
                  <a:lnTo>
                    <a:pt x="2633726" y="1076198"/>
                  </a:lnTo>
                  <a:lnTo>
                    <a:pt x="2672461" y="1082802"/>
                  </a:lnTo>
                  <a:lnTo>
                    <a:pt x="2711196" y="1089279"/>
                  </a:lnTo>
                  <a:lnTo>
                    <a:pt x="2749931" y="1095629"/>
                  </a:lnTo>
                  <a:lnTo>
                    <a:pt x="2788666" y="1101979"/>
                  </a:lnTo>
                  <a:lnTo>
                    <a:pt x="2827401" y="1108202"/>
                  </a:lnTo>
                  <a:lnTo>
                    <a:pt x="2866136" y="1114298"/>
                  </a:lnTo>
                  <a:lnTo>
                    <a:pt x="2904744" y="1120394"/>
                  </a:lnTo>
                  <a:lnTo>
                    <a:pt x="2943479" y="1120394"/>
                  </a:lnTo>
                  <a:lnTo>
                    <a:pt x="2982214" y="1120394"/>
                  </a:lnTo>
                  <a:lnTo>
                    <a:pt x="3020949" y="1120394"/>
                  </a:lnTo>
                  <a:lnTo>
                    <a:pt x="3059684" y="1120394"/>
                  </a:lnTo>
                  <a:lnTo>
                    <a:pt x="3098419" y="1120394"/>
                  </a:lnTo>
                  <a:lnTo>
                    <a:pt x="3137154" y="1120394"/>
                  </a:lnTo>
                  <a:lnTo>
                    <a:pt x="3175889" y="1120394"/>
                  </a:lnTo>
                  <a:lnTo>
                    <a:pt x="3214624" y="1120394"/>
                  </a:lnTo>
                  <a:lnTo>
                    <a:pt x="3253359" y="1120394"/>
                  </a:lnTo>
                  <a:lnTo>
                    <a:pt x="3292094" y="1120394"/>
                  </a:lnTo>
                  <a:lnTo>
                    <a:pt x="3330829" y="1120394"/>
                  </a:lnTo>
                  <a:lnTo>
                    <a:pt x="3369564" y="1120394"/>
                  </a:lnTo>
                  <a:lnTo>
                    <a:pt x="3408299" y="1120394"/>
                  </a:lnTo>
                  <a:lnTo>
                    <a:pt x="3447034" y="1120394"/>
                  </a:lnTo>
                  <a:lnTo>
                    <a:pt x="3485769" y="1120394"/>
                  </a:lnTo>
                  <a:lnTo>
                    <a:pt x="3524504" y="1120394"/>
                  </a:lnTo>
                  <a:lnTo>
                    <a:pt x="3563239" y="1120394"/>
                  </a:lnTo>
                  <a:lnTo>
                    <a:pt x="3601974" y="1120394"/>
                  </a:lnTo>
                  <a:lnTo>
                    <a:pt x="3640709" y="1120394"/>
                  </a:lnTo>
                  <a:lnTo>
                    <a:pt x="3679444" y="1120394"/>
                  </a:lnTo>
                  <a:lnTo>
                    <a:pt x="3718179" y="1120394"/>
                  </a:lnTo>
                  <a:lnTo>
                    <a:pt x="3756914" y="1120394"/>
                  </a:lnTo>
                  <a:lnTo>
                    <a:pt x="3795649" y="1120394"/>
                  </a:lnTo>
                  <a:lnTo>
                    <a:pt x="3834384" y="1120394"/>
                  </a:lnTo>
                  <a:lnTo>
                    <a:pt x="3873119" y="1120394"/>
                  </a:lnTo>
                </a:path>
              </a:pathLst>
            </a:custGeom>
            <a:noFill/>
            <a:ln w="54173" cap="flat">
              <a:solidFill>
                <a:srgbClr val="EE8026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2049DEA-27FB-C853-CB23-5FC684806C05}"/>
                </a:ext>
              </a:extLst>
            </p:cNvPr>
            <p:cNvSpPr/>
            <p:nvPr/>
          </p:nvSpPr>
          <p:spPr>
            <a:xfrm>
              <a:off x="1016466" y="252560"/>
              <a:ext cx="3873119" cy="1120394"/>
            </a:xfrm>
            <a:custGeom>
              <a:avLst/>
              <a:gdLst>
                <a:gd name="csX0" fmla="*/ 0 w 3873119"/>
                <a:gd name="csY0" fmla="*/ 1120394 h 1120394"/>
                <a:gd name="csX1" fmla="*/ 38735 w 3873119"/>
                <a:gd name="csY1" fmla="*/ 572516 h 1120394"/>
                <a:gd name="csX2" fmla="*/ 77470 w 3873119"/>
                <a:gd name="csY2" fmla="*/ 486918 h 1120394"/>
                <a:gd name="csX3" fmla="*/ 116205 w 3873119"/>
                <a:gd name="csY3" fmla="*/ 436626 h 1120394"/>
                <a:gd name="csX4" fmla="*/ 154940 w 3873119"/>
                <a:gd name="csY4" fmla="*/ 400939 h 1120394"/>
                <a:gd name="csX5" fmla="*/ 193675 w 3873119"/>
                <a:gd name="csY5" fmla="*/ 373126 h 1120394"/>
                <a:gd name="csX6" fmla="*/ 232410 w 3873119"/>
                <a:gd name="csY6" fmla="*/ 350520 h 1120394"/>
                <a:gd name="csX7" fmla="*/ 271145 w 3873119"/>
                <a:gd name="csY7" fmla="*/ 331343 h 1120394"/>
                <a:gd name="csX8" fmla="*/ 309880 w 3873119"/>
                <a:gd name="csY8" fmla="*/ 314706 h 1120394"/>
                <a:gd name="csX9" fmla="*/ 348615 w 3873119"/>
                <a:gd name="csY9" fmla="*/ 299974 h 1120394"/>
                <a:gd name="csX10" fmla="*/ 387350 w 3873119"/>
                <a:gd name="csY10" fmla="*/ 286893 h 1120394"/>
                <a:gd name="csX11" fmla="*/ 426085 w 3873119"/>
                <a:gd name="csY11" fmla="*/ 275082 h 1120394"/>
                <a:gd name="csX12" fmla="*/ 464820 w 3873119"/>
                <a:gd name="csY12" fmla="*/ 264160 h 1120394"/>
                <a:gd name="csX13" fmla="*/ 503555 w 3873119"/>
                <a:gd name="csY13" fmla="*/ 254254 h 1120394"/>
                <a:gd name="csX14" fmla="*/ 542290 w 3873119"/>
                <a:gd name="csY14" fmla="*/ 244983 h 1120394"/>
                <a:gd name="csX15" fmla="*/ 581025 w 3873119"/>
                <a:gd name="csY15" fmla="*/ 236474 h 1120394"/>
                <a:gd name="csX16" fmla="*/ 619760 w 3873119"/>
                <a:gd name="csY16" fmla="*/ 228346 h 1120394"/>
                <a:gd name="csX17" fmla="*/ 658495 w 3873119"/>
                <a:gd name="csY17" fmla="*/ 220853 h 1120394"/>
                <a:gd name="csX18" fmla="*/ 697230 w 3873119"/>
                <a:gd name="csY18" fmla="*/ 213741 h 1120394"/>
                <a:gd name="csX19" fmla="*/ 735965 w 3873119"/>
                <a:gd name="csY19" fmla="*/ 207010 h 1120394"/>
                <a:gd name="csX20" fmla="*/ 774700 w 3873119"/>
                <a:gd name="csY20" fmla="*/ 200533 h 1120394"/>
                <a:gd name="csX21" fmla="*/ 813435 w 3873119"/>
                <a:gd name="csY21" fmla="*/ 194564 h 1120394"/>
                <a:gd name="csX22" fmla="*/ 852170 w 3873119"/>
                <a:gd name="csY22" fmla="*/ 188722 h 1120394"/>
                <a:gd name="csX23" fmla="*/ 890905 w 3873119"/>
                <a:gd name="csY23" fmla="*/ 183134 h 1120394"/>
                <a:gd name="csX24" fmla="*/ 929513 w 3873119"/>
                <a:gd name="csY24" fmla="*/ 177927 h 1120394"/>
                <a:gd name="csX25" fmla="*/ 968248 w 3873119"/>
                <a:gd name="csY25" fmla="*/ 172720 h 1120394"/>
                <a:gd name="csX26" fmla="*/ 1006983 w 3873119"/>
                <a:gd name="csY26" fmla="*/ 167894 h 1120394"/>
                <a:gd name="csX27" fmla="*/ 1045718 w 3873119"/>
                <a:gd name="csY27" fmla="*/ 163195 h 1120394"/>
                <a:gd name="csX28" fmla="*/ 1084453 w 3873119"/>
                <a:gd name="csY28" fmla="*/ 158623 h 1120394"/>
                <a:gd name="csX29" fmla="*/ 1123188 w 3873119"/>
                <a:gd name="csY29" fmla="*/ 154305 h 1120394"/>
                <a:gd name="csX30" fmla="*/ 1161923 w 3873119"/>
                <a:gd name="csY30" fmla="*/ 150114 h 1120394"/>
                <a:gd name="csX31" fmla="*/ 1200658 w 3873119"/>
                <a:gd name="csY31" fmla="*/ 145923 h 1120394"/>
                <a:gd name="csX32" fmla="*/ 1239393 w 3873119"/>
                <a:gd name="csY32" fmla="*/ 141986 h 1120394"/>
                <a:gd name="csX33" fmla="*/ 1278128 w 3873119"/>
                <a:gd name="csY33" fmla="*/ 138176 h 1120394"/>
                <a:gd name="csX34" fmla="*/ 1316863 w 3873119"/>
                <a:gd name="csY34" fmla="*/ 134493 h 1120394"/>
                <a:gd name="csX35" fmla="*/ 1355598 w 3873119"/>
                <a:gd name="csY35" fmla="*/ 130810 h 1120394"/>
                <a:gd name="csX36" fmla="*/ 1394333 w 3873119"/>
                <a:gd name="csY36" fmla="*/ 127381 h 1120394"/>
                <a:gd name="csX37" fmla="*/ 1433068 w 3873119"/>
                <a:gd name="csY37" fmla="*/ 123952 h 1120394"/>
                <a:gd name="csX38" fmla="*/ 1471803 w 3873119"/>
                <a:gd name="csY38" fmla="*/ 120650 h 1120394"/>
                <a:gd name="csX39" fmla="*/ 1510538 w 3873119"/>
                <a:gd name="csY39" fmla="*/ 117348 h 1120394"/>
                <a:gd name="csX40" fmla="*/ 1549273 w 3873119"/>
                <a:gd name="csY40" fmla="*/ 114173 h 1120394"/>
                <a:gd name="csX41" fmla="*/ 1588008 w 3873119"/>
                <a:gd name="csY41" fmla="*/ 111125 h 1120394"/>
                <a:gd name="csX42" fmla="*/ 1626743 w 3873119"/>
                <a:gd name="csY42" fmla="*/ 108077 h 1120394"/>
                <a:gd name="csX43" fmla="*/ 1665478 w 3873119"/>
                <a:gd name="csY43" fmla="*/ 105156 h 1120394"/>
                <a:gd name="csX44" fmla="*/ 1704213 w 3873119"/>
                <a:gd name="csY44" fmla="*/ 102362 h 1120394"/>
                <a:gd name="csX45" fmla="*/ 1742948 w 3873119"/>
                <a:gd name="csY45" fmla="*/ 99568 h 1120394"/>
                <a:gd name="csX46" fmla="*/ 1781683 w 3873119"/>
                <a:gd name="csY46" fmla="*/ 96774 h 1120394"/>
                <a:gd name="csX47" fmla="*/ 1820418 w 3873119"/>
                <a:gd name="csY47" fmla="*/ 94107 h 1120394"/>
                <a:gd name="csX48" fmla="*/ 1859153 w 3873119"/>
                <a:gd name="csY48" fmla="*/ 91440 h 1120394"/>
                <a:gd name="csX49" fmla="*/ 1897888 w 3873119"/>
                <a:gd name="csY49" fmla="*/ 88900 h 1120394"/>
                <a:gd name="csX50" fmla="*/ 1936496 w 3873119"/>
                <a:gd name="csY50" fmla="*/ 86360 h 1120394"/>
                <a:gd name="csX51" fmla="*/ 1975231 w 3873119"/>
                <a:gd name="csY51" fmla="*/ 83947 h 1120394"/>
                <a:gd name="csX52" fmla="*/ 2013966 w 3873119"/>
                <a:gd name="csY52" fmla="*/ 81534 h 1120394"/>
                <a:gd name="csX53" fmla="*/ 2052701 w 3873119"/>
                <a:gd name="csY53" fmla="*/ 79121 h 1120394"/>
                <a:gd name="csX54" fmla="*/ 2091436 w 3873119"/>
                <a:gd name="csY54" fmla="*/ 76835 h 1120394"/>
                <a:gd name="csX55" fmla="*/ 2130171 w 3873119"/>
                <a:gd name="csY55" fmla="*/ 74549 h 1120394"/>
                <a:gd name="csX56" fmla="*/ 2168906 w 3873119"/>
                <a:gd name="csY56" fmla="*/ 72263 h 1120394"/>
                <a:gd name="csX57" fmla="*/ 2207641 w 3873119"/>
                <a:gd name="csY57" fmla="*/ 70104 h 1120394"/>
                <a:gd name="csX58" fmla="*/ 2246376 w 3873119"/>
                <a:gd name="csY58" fmla="*/ 67945 h 1120394"/>
                <a:gd name="csX59" fmla="*/ 2285111 w 3873119"/>
                <a:gd name="csY59" fmla="*/ 65786 h 1120394"/>
                <a:gd name="csX60" fmla="*/ 2323846 w 3873119"/>
                <a:gd name="csY60" fmla="*/ 63627 h 1120394"/>
                <a:gd name="csX61" fmla="*/ 2362581 w 3873119"/>
                <a:gd name="csY61" fmla="*/ 61595 h 1120394"/>
                <a:gd name="csX62" fmla="*/ 2401316 w 3873119"/>
                <a:gd name="csY62" fmla="*/ 59563 h 1120394"/>
                <a:gd name="csX63" fmla="*/ 2440051 w 3873119"/>
                <a:gd name="csY63" fmla="*/ 57658 h 1120394"/>
                <a:gd name="csX64" fmla="*/ 2478786 w 3873119"/>
                <a:gd name="csY64" fmla="*/ 55626 h 1120394"/>
                <a:gd name="csX65" fmla="*/ 2517521 w 3873119"/>
                <a:gd name="csY65" fmla="*/ 53721 h 1120394"/>
                <a:gd name="csX66" fmla="*/ 2556256 w 3873119"/>
                <a:gd name="csY66" fmla="*/ 51816 h 1120394"/>
                <a:gd name="csX67" fmla="*/ 2594991 w 3873119"/>
                <a:gd name="csY67" fmla="*/ 49911 h 1120394"/>
                <a:gd name="csX68" fmla="*/ 2633726 w 3873119"/>
                <a:gd name="csY68" fmla="*/ 48133 h 1120394"/>
                <a:gd name="csX69" fmla="*/ 2672461 w 3873119"/>
                <a:gd name="csY69" fmla="*/ 46228 h 1120394"/>
                <a:gd name="csX70" fmla="*/ 2711196 w 3873119"/>
                <a:gd name="csY70" fmla="*/ 44450 h 1120394"/>
                <a:gd name="csX71" fmla="*/ 2749931 w 3873119"/>
                <a:gd name="csY71" fmla="*/ 42672 h 1120394"/>
                <a:gd name="csX72" fmla="*/ 2788666 w 3873119"/>
                <a:gd name="csY72" fmla="*/ 40894 h 1120394"/>
                <a:gd name="csX73" fmla="*/ 2827401 w 3873119"/>
                <a:gd name="csY73" fmla="*/ 39243 h 1120394"/>
                <a:gd name="csX74" fmla="*/ 2866136 w 3873119"/>
                <a:gd name="csY74" fmla="*/ 37592 h 1120394"/>
                <a:gd name="csX75" fmla="*/ 2904744 w 3873119"/>
                <a:gd name="csY75" fmla="*/ 35814 h 1120394"/>
                <a:gd name="csX76" fmla="*/ 2943479 w 3873119"/>
                <a:gd name="csY76" fmla="*/ 34163 h 1120394"/>
                <a:gd name="csX77" fmla="*/ 2982214 w 3873119"/>
                <a:gd name="csY77" fmla="*/ 32639 h 1120394"/>
                <a:gd name="csX78" fmla="*/ 3020949 w 3873119"/>
                <a:gd name="csY78" fmla="*/ 30988 h 1120394"/>
                <a:gd name="csX79" fmla="*/ 3059684 w 3873119"/>
                <a:gd name="csY79" fmla="*/ 29337 h 1120394"/>
                <a:gd name="csX80" fmla="*/ 3098419 w 3873119"/>
                <a:gd name="csY80" fmla="*/ 27813 h 1120394"/>
                <a:gd name="csX81" fmla="*/ 3137154 w 3873119"/>
                <a:gd name="csY81" fmla="*/ 26289 h 1120394"/>
                <a:gd name="csX82" fmla="*/ 3175889 w 3873119"/>
                <a:gd name="csY82" fmla="*/ 24765 h 1120394"/>
                <a:gd name="csX83" fmla="*/ 3214624 w 3873119"/>
                <a:gd name="csY83" fmla="*/ 23241 h 1120394"/>
                <a:gd name="csX84" fmla="*/ 3253359 w 3873119"/>
                <a:gd name="csY84" fmla="*/ 21717 h 1120394"/>
                <a:gd name="csX85" fmla="*/ 3292094 w 3873119"/>
                <a:gd name="csY85" fmla="*/ 20320 h 1120394"/>
                <a:gd name="csX86" fmla="*/ 3330829 w 3873119"/>
                <a:gd name="csY86" fmla="*/ 18796 h 1120394"/>
                <a:gd name="csX87" fmla="*/ 3369564 w 3873119"/>
                <a:gd name="csY87" fmla="*/ 17399 h 1120394"/>
                <a:gd name="csX88" fmla="*/ 3408299 w 3873119"/>
                <a:gd name="csY88" fmla="*/ 16002 h 1120394"/>
                <a:gd name="csX89" fmla="*/ 3447034 w 3873119"/>
                <a:gd name="csY89" fmla="*/ 14478 h 1120394"/>
                <a:gd name="csX90" fmla="*/ 3485769 w 3873119"/>
                <a:gd name="csY90" fmla="*/ 13081 h 1120394"/>
                <a:gd name="csX91" fmla="*/ 3524504 w 3873119"/>
                <a:gd name="csY91" fmla="*/ 11811 h 1120394"/>
                <a:gd name="csX92" fmla="*/ 3563239 w 3873119"/>
                <a:gd name="csY92" fmla="*/ 10414 h 1120394"/>
                <a:gd name="csX93" fmla="*/ 3601974 w 3873119"/>
                <a:gd name="csY93" fmla="*/ 9017 h 1120394"/>
                <a:gd name="csX94" fmla="*/ 3640709 w 3873119"/>
                <a:gd name="csY94" fmla="*/ 7747 h 1120394"/>
                <a:gd name="csX95" fmla="*/ 3679444 w 3873119"/>
                <a:gd name="csY95" fmla="*/ 6350 h 1120394"/>
                <a:gd name="csX96" fmla="*/ 3718179 w 3873119"/>
                <a:gd name="csY96" fmla="*/ 5080 h 1120394"/>
                <a:gd name="csX97" fmla="*/ 3756914 w 3873119"/>
                <a:gd name="csY97" fmla="*/ 3810 h 1120394"/>
                <a:gd name="csX98" fmla="*/ 3795649 w 3873119"/>
                <a:gd name="csY98" fmla="*/ 2540 h 1120394"/>
                <a:gd name="csX99" fmla="*/ 3834384 w 3873119"/>
                <a:gd name="csY99" fmla="*/ 1270 h 1120394"/>
                <a:gd name="csX100" fmla="*/ 3873119 w 3873119"/>
                <a:gd name="csY100" fmla="*/ 0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20394">
                  <a:moveTo>
                    <a:pt x="0" y="1120394"/>
                  </a:moveTo>
                  <a:lnTo>
                    <a:pt x="38735" y="572516"/>
                  </a:lnTo>
                  <a:lnTo>
                    <a:pt x="77470" y="486918"/>
                  </a:lnTo>
                  <a:lnTo>
                    <a:pt x="116205" y="436626"/>
                  </a:lnTo>
                  <a:lnTo>
                    <a:pt x="154940" y="400939"/>
                  </a:lnTo>
                  <a:lnTo>
                    <a:pt x="193675" y="373126"/>
                  </a:lnTo>
                  <a:lnTo>
                    <a:pt x="232410" y="350520"/>
                  </a:lnTo>
                  <a:lnTo>
                    <a:pt x="271145" y="331343"/>
                  </a:lnTo>
                  <a:lnTo>
                    <a:pt x="309880" y="314706"/>
                  </a:lnTo>
                  <a:lnTo>
                    <a:pt x="348615" y="299974"/>
                  </a:lnTo>
                  <a:lnTo>
                    <a:pt x="387350" y="286893"/>
                  </a:lnTo>
                  <a:lnTo>
                    <a:pt x="426085" y="275082"/>
                  </a:lnTo>
                  <a:lnTo>
                    <a:pt x="464820" y="264160"/>
                  </a:lnTo>
                  <a:lnTo>
                    <a:pt x="503555" y="254254"/>
                  </a:lnTo>
                  <a:lnTo>
                    <a:pt x="542290" y="244983"/>
                  </a:lnTo>
                  <a:lnTo>
                    <a:pt x="581025" y="236474"/>
                  </a:lnTo>
                  <a:lnTo>
                    <a:pt x="619760" y="228346"/>
                  </a:lnTo>
                  <a:lnTo>
                    <a:pt x="658495" y="220853"/>
                  </a:lnTo>
                  <a:lnTo>
                    <a:pt x="697230" y="213741"/>
                  </a:lnTo>
                  <a:lnTo>
                    <a:pt x="735965" y="207010"/>
                  </a:lnTo>
                  <a:lnTo>
                    <a:pt x="774700" y="200533"/>
                  </a:lnTo>
                  <a:lnTo>
                    <a:pt x="813435" y="194564"/>
                  </a:lnTo>
                  <a:lnTo>
                    <a:pt x="852170" y="188722"/>
                  </a:lnTo>
                  <a:lnTo>
                    <a:pt x="890905" y="183134"/>
                  </a:lnTo>
                  <a:lnTo>
                    <a:pt x="929513" y="177927"/>
                  </a:lnTo>
                  <a:lnTo>
                    <a:pt x="968248" y="172720"/>
                  </a:lnTo>
                  <a:lnTo>
                    <a:pt x="1006983" y="167894"/>
                  </a:lnTo>
                  <a:lnTo>
                    <a:pt x="1045718" y="163195"/>
                  </a:lnTo>
                  <a:lnTo>
                    <a:pt x="1084453" y="158623"/>
                  </a:lnTo>
                  <a:lnTo>
                    <a:pt x="1123188" y="154305"/>
                  </a:lnTo>
                  <a:lnTo>
                    <a:pt x="1161923" y="150114"/>
                  </a:lnTo>
                  <a:lnTo>
                    <a:pt x="1200658" y="145923"/>
                  </a:lnTo>
                  <a:lnTo>
                    <a:pt x="1239393" y="141986"/>
                  </a:lnTo>
                  <a:lnTo>
                    <a:pt x="1278128" y="138176"/>
                  </a:lnTo>
                  <a:lnTo>
                    <a:pt x="1316863" y="134493"/>
                  </a:lnTo>
                  <a:lnTo>
                    <a:pt x="1355598" y="130810"/>
                  </a:lnTo>
                  <a:lnTo>
                    <a:pt x="1394333" y="127381"/>
                  </a:lnTo>
                  <a:lnTo>
                    <a:pt x="1433068" y="123952"/>
                  </a:lnTo>
                  <a:lnTo>
                    <a:pt x="1471803" y="120650"/>
                  </a:lnTo>
                  <a:lnTo>
                    <a:pt x="1510538" y="117348"/>
                  </a:lnTo>
                  <a:lnTo>
                    <a:pt x="1549273" y="114173"/>
                  </a:lnTo>
                  <a:lnTo>
                    <a:pt x="1588008" y="111125"/>
                  </a:lnTo>
                  <a:lnTo>
                    <a:pt x="1626743" y="108077"/>
                  </a:lnTo>
                  <a:lnTo>
                    <a:pt x="1665478" y="105156"/>
                  </a:lnTo>
                  <a:lnTo>
                    <a:pt x="1704213" y="102362"/>
                  </a:lnTo>
                  <a:lnTo>
                    <a:pt x="1742948" y="99568"/>
                  </a:lnTo>
                  <a:lnTo>
                    <a:pt x="1781683" y="96774"/>
                  </a:lnTo>
                  <a:lnTo>
                    <a:pt x="1820418" y="94107"/>
                  </a:lnTo>
                  <a:lnTo>
                    <a:pt x="1859153" y="91440"/>
                  </a:lnTo>
                  <a:lnTo>
                    <a:pt x="1897888" y="88900"/>
                  </a:lnTo>
                  <a:lnTo>
                    <a:pt x="1936496" y="86360"/>
                  </a:lnTo>
                  <a:lnTo>
                    <a:pt x="1975231" y="83947"/>
                  </a:lnTo>
                  <a:lnTo>
                    <a:pt x="2013966" y="81534"/>
                  </a:lnTo>
                  <a:lnTo>
                    <a:pt x="2052701" y="79121"/>
                  </a:lnTo>
                  <a:lnTo>
                    <a:pt x="2091436" y="76835"/>
                  </a:lnTo>
                  <a:lnTo>
                    <a:pt x="2130171" y="74549"/>
                  </a:lnTo>
                  <a:lnTo>
                    <a:pt x="2168906" y="72263"/>
                  </a:lnTo>
                  <a:lnTo>
                    <a:pt x="2207641" y="70104"/>
                  </a:lnTo>
                  <a:lnTo>
                    <a:pt x="2246376" y="67945"/>
                  </a:lnTo>
                  <a:lnTo>
                    <a:pt x="2285111" y="65786"/>
                  </a:lnTo>
                  <a:lnTo>
                    <a:pt x="2323846" y="63627"/>
                  </a:lnTo>
                  <a:lnTo>
                    <a:pt x="2362581" y="61595"/>
                  </a:lnTo>
                  <a:lnTo>
                    <a:pt x="2401316" y="59563"/>
                  </a:lnTo>
                  <a:lnTo>
                    <a:pt x="2440051" y="57658"/>
                  </a:lnTo>
                  <a:lnTo>
                    <a:pt x="2478786" y="55626"/>
                  </a:lnTo>
                  <a:lnTo>
                    <a:pt x="2517521" y="53721"/>
                  </a:lnTo>
                  <a:lnTo>
                    <a:pt x="2556256" y="51816"/>
                  </a:lnTo>
                  <a:lnTo>
                    <a:pt x="2594991" y="49911"/>
                  </a:lnTo>
                  <a:lnTo>
                    <a:pt x="2633726" y="48133"/>
                  </a:lnTo>
                  <a:lnTo>
                    <a:pt x="2672461" y="46228"/>
                  </a:lnTo>
                  <a:lnTo>
                    <a:pt x="2711196" y="44450"/>
                  </a:lnTo>
                  <a:lnTo>
                    <a:pt x="2749931" y="42672"/>
                  </a:lnTo>
                  <a:lnTo>
                    <a:pt x="2788666" y="40894"/>
                  </a:lnTo>
                  <a:lnTo>
                    <a:pt x="2827401" y="39243"/>
                  </a:lnTo>
                  <a:lnTo>
                    <a:pt x="2866136" y="37592"/>
                  </a:lnTo>
                  <a:lnTo>
                    <a:pt x="2904744" y="35814"/>
                  </a:lnTo>
                  <a:lnTo>
                    <a:pt x="2943479" y="34163"/>
                  </a:lnTo>
                  <a:lnTo>
                    <a:pt x="2982214" y="32639"/>
                  </a:lnTo>
                  <a:lnTo>
                    <a:pt x="3020949" y="30988"/>
                  </a:lnTo>
                  <a:lnTo>
                    <a:pt x="3059684" y="29337"/>
                  </a:lnTo>
                  <a:lnTo>
                    <a:pt x="3098419" y="27813"/>
                  </a:lnTo>
                  <a:lnTo>
                    <a:pt x="3137154" y="26289"/>
                  </a:lnTo>
                  <a:lnTo>
                    <a:pt x="3175889" y="24765"/>
                  </a:lnTo>
                  <a:lnTo>
                    <a:pt x="3214624" y="23241"/>
                  </a:lnTo>
                  <a:lnTo>
                    <a:pt x="3253359" y="21717"/>
                  </a:lnTo>
                  <a:lnTo>
                    <a:pt x="3292094" y="20320"/>
                  </a:lnTo>
                  <a:lnTo>
                    <a:pt x="3330829" y="18796"/>
                  </a:lnTo>
                  <a:lnTo>
                    <a:pt x="3369564" y="17399"/>
                  </a:lnTo>
                  <a:lnTo>
                    <a:pt x="3408299" y="16002"/>
                  </a:lnTo>
                  <a:lnTo>
                    <a:pt x="3447034" y="14478"/>
                  </a:lnTo>
                  <a:lnTo>
                    <a:pt x="3485769" y="13081"/>
                  </a:lnTo>
                  <a:lnTo>
                    <a:pt x="3524504" y="11811"/>
                  </a:lnTo>
                  <a:lnTo>
                    <a:pt x="3563239" y="10414"/>
                  </a:lnTo>
                  <a:lnTo>
                    <a:pt x="3601974" y="9017"/>
                  </a:lnTo>
                  <a:lnTo>
                    <a:pt x="3640709" y="7747"/>
                  </a:lnTo>
                  <a:lnTo>
                    <a:pt x="3679444" y="6350"/>
                  </a:lnTo>
                  <a:lnTo>
                    <a:pt x="3718179" y="5080"/>
                  </a:lnTo>
                  <a:lnTo>
                    <a:pt x="3756914" y="3810"/>
                  </a:lnTo>
                  <a:lnTo>
                    <a:pt x="3795649" y="2540"/>
                  </a:lnTo>
                  <a:lnTo>
                    <a:pt x="3834384" y="1270"/>
                  </a:lnTo>
                  <a:lnTo>
                    <a:pt x="3873119" y="0"/>
                  </a:lnTo>
                </a:path>
              </a:pathLst>
            </a:custGeom>
            <a:noFill/>
            <a:ln w="54173" cap="flat">
              <a:solidFill>
                <a:srgbClr val="1965B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6831B42-4AB3-01E0-E625-A316F53E5ABB}"/>
                </a:ext>
              </a:extLst>
            </p:cNvPr>
            <p:cNvSpPr/>
            <p:nvPr/>
          </p:nvSpPr>
          <p:spPr>
            <a:xfrm>
              <a:off x="1016466" y="252560"/>
              <a:ext cx="3873119" cy="1120394"/>
            </a:xfrm>
            <a:custGeom>
              <a:avLst/>
              <a:gdLst>
                <a:gd name="csX0" fmla="*/ 0 w 3873119"/>
                <a:gd name="csY0" fmla="*/ 0 h 1120394"/>
                <a:gd name="csX1" fmla="*/ 38735 w 3873119"/>
                <a:gd name="csY1" fmla="*/ 0 h 1120394"/>
                <a:gd name="csX2" fmla="*/ 77470 w 3873119"/>
                <a:gd name="csY2" fmla="*/ 0 h 1120394"/>
                <a:gd name="csX3" fmla="*/ 116205 w 3873119"/>
                <a:gd name="csY3" fmla="*/ 0 h 1120394"/>
                <a:gd name="csX4" fmla="*/ 154940 w 3873119"/>
                <a:gd name="csY4" fmla="*/ 0 h 1120394"/>
                <a:gd name="csX5" fmla="*/ 193675 w 3873119"/>
                <a:gd name="csY5" fmla="*/ 0 h 1120394"/>
                <a:gd name="csX6" fmla="*/ 232410 w 3873119"/>
                <a:gd name="csY6" fmla="*/ 0 h 1120394"/>
                <a:gd name="csX7" fmla="*/ 271145 w 3873119"/>
                <a:gd name="csY7" fmla="*/ 0 h 1120394"/>
                <a:gd name="csX8" fmla="*/ 309880 w 3873119"/>
                <a:gd name="csY8" fmla="*/ 0 h 1120394"/>
                <a:gd name="csX9" fmla="*/ 348615 w 3873119"/>
                <a:gd name="csY9" fmla="*/ 0 h 1120394"/>
                <a:gd name="csX10" fmla="*/ 387350 w 3873119"/>
                <a:gd name="csY10" fmla="*/ 0 h 1120394"/>
                <a:gd name="csX11" fmla="*/ 426085 w 3873119"/>
                <a:gd name="csY11" fmla="*/ 0 h 1120394"/>
                <a:gd name="csX12" fmla="*/ 464820 w 3873119"/>
                <a:gd name="csY12" fmla="*/ 0 h 1120394"/>
                <a:gd name="csX13" fmla="*/ 503555 w 3873119"/>
                <a:gd name="csY13" fmla="*/ 0 h 1120394"/>
                <a:gd name="csX14" fmla="*/ 542290 w 3873119"/>
                <a:gd name="csY14" fmla="*/ 0 h 1120394"/>
                <a:gd name="csX15" fmla="*/ 581025 w 3873119"/>
                <a:gd name="csY15" fmla="*/ 0 h 1120394"/>
                <a:gd name="csX16" fmla="*/ 619760 w 3873119"/>
                <a:gd name="csY16" fmla="*/ 0 h 1120394"/>
                <a:gd name="csX17" fmla="*/ 658495 w 3873119"/>
                <a:gd name="csY17" fmla="*/ 0 h 1120394"/>
                <a:gd name="csX18" fmla="*/ 697230 w 3873119"/>
                <a:gd name="csY18" fmla="*/ 0 h 1120394"/>
                <a:gd name="csX19" fmla="*/ 735965 w 3873119"/>
                <a:gd name="csY19" fmla="*/ 0 h 1120394"/>
                <a:gd name="csX20" fmla="*/ 774700 w 3873119"/>
                <a:gd name="csY20" fmla="*/ 0 h 1120394"/>
                <a:gd name="csX21" fmla="*/ 813435 w 3873119"/>
                <a:gd name="csY21" fmla="*/ 0 h 1120394"/>
                <a:gd name="csX22" fmla="*/ 852170 w 3873119"/>
                <a:gd name="csY22" fmla="*/ 0 h 1120394"/>
                <a:gd name="csX23" fmla="*/ 890905 w 3873119"/>
                <a:gd name="csY23" fmla="*/ 0 h 1120394"/>
                <a:gd name="csX24" fmla="*/ 929513 w 3873119"/>
                <a:gd name="csY24" fmla="*/ 0 h 1120394"/>
                <a:gd name="csX25" fmla="*/ 968248 w 3873119"/>
                <a:gd name="csY25" fmla="*/ 0 h 1120394"/>
                <a:gd name="csX26" fmla="*/ 1006983 w 3873119"/>
                <a:gd name="csY26" fmla="*/ 0 h 1120394"/>
                <a:gd name="csX27" fmla="*/ 1045718 w 3873119"/>
                <a:gd name="csY27" fmla="*/ 0 h 1120394"/>
                <a:gd name="csX28" fmla="*/ 1084453 w 3873119"/>
                <a:gd name="csY28" fmla="*/ 0 h 1120394"/>
                <a:gd name="csX29" fmla="*/ 1123188 w 3873119"/>
                <a:gd name="csY29" fmla="*/ 0 h 1120394"/>
                <a:gd name="csX30" fmla="*/ 1161923 w 3873119"/>
                <a:gd name="csY30" fmla="*/ 0 h 1120394"/>
                <a:gd name="csX31" fmla="*/ 1200658 w 3873119"/>
                <a:gd name="csY31" fmla="*/ 0 h 1120394"/>
                <a:gd name="csX32" fmla="*/ 1239393 w 3873119"/>
                <a:gd name="csY32" fmla="*/ 0 h 1120394"/>
                <a:gd name="csX33" fmla="*/ 1278128 w 3873119"/>
                <a:gd name="csY33" fmla="*/ 127 h 1120394"/>
                <a:gd name="csX34" fmla="*/ 1316863 w 3873119"/>
                <a:gd name="csY34" fmla="*/ 127 h 1120394"/>
                <a:gd name="csX35" fmla="*/ 1355598 w 3873119"/>
                <a:gd name="csY35" fmla="*/ 127 h 1120394"/>
                <a:gd name="csX36" fmla="*/ 1394333 w 3873119"/>
                <a:gd name="csY36" fmla="*/ 254 h 1120394"/>
                <a:gd name="csX37" fmla="*/ 1433068 w 3873119"/>
                <a:gd name="csY37" fmla="*/ 254 h 1120394"/>
                <a:gd name="csX38" fmla="*/ 1471803 w 3873119"/>
                <a:gd name="csY38" fmla="*/ 381 h 1120394"/>
                <a:gd name="csX39" fmla="*/ 1510538 w 3873119"/>
                <a:gd name="csY39" fmla="*/ 508 h 1120394"/>
                <a:gd name="csX40" fmla="*/ 1549273 w 3873119"/>
                <a:gd name="csY40" fmla="*/ 635 h 1120394"/>
                <a:gd name="csX41" fmla="*/ 1588008 w 3873119"/>
                <a:gd name="csY41" fmla="*/ 889 h 1120394"/>
                <a:gd name="csX42" fmla="*/ 1626743 w 3873119"/>
                <a:gd name="csY42" fmla="*/ 1143 h 1120394"/>
                <a:gd name="csX43" fmla="*/ 1665478 w 3873119"/>
                <a:gd name="csY43" fmla="*/ 1524 h 1120394"/>
                <a:gd name="csX44" fmla="*/ 1704213 w 3873119"/>
                <a:gd name="csY44" fmla="*/ 2032 h 1120394"/>
                <a:gd name="csX45" fmla="*/ 1742948 w 3873119"/>
                <a:gd name="csY45" fmla="*/ 2794 h 1120394"/>
                <a:gd name="csX46" fmla="*/ 1781683 w 3873119"/>
                <a:gd name="csY46" fmla="*/ 3683 h 1120394"/>
                <a:gd name="csX47" fmla="*/ 1820418 w 3873119"/>
                <a:gd name="csY47" fmla="*/ 5080 h 1120394"/>
                <a:gd name="csX48" fmla="*/ 1859153 w 3873119"/>
                <a:gd name="csY48" fmla="*/ 6858 h 1120394"/>
                <a:gd name="csX49" fmla="*/ 1897888 w 3873119"/>
                <a:gd name="csY49" fmla="*/ 9144 h 1120394"/>
                <a:gd name="csX50" fmla="*/ 1936496 w 3873119"/>
                <a:gd name="csY50" fmla="*/ 12319 h 1120394"/>
                <a:gd name="csX51" fmla="*/ 1975231 w 3873119"/>
                <a:gd name="csY51" fmla="*/ 16510 h 1120394"/>
                <a:gd name="csX52" fmla="*/ 2013966 w 3873119"/>
                <a:gd name="csY52" fmla="*/ 22225 h 1120394"/>
                <a:gd name="csX53" fmla="*/ 2052701 w 3873119"/>
                <a:gd name="csY53" fmla="*/ 29845 h 1120394"/>
                <a:gd name="csX54" fmla="*/ 2091436 w 3873119"/>
                <a:gd name="csY54" fmla="*/ 39878 h 1120394"/>
                <a:gd name="csX55" fmla="*/ 2130171 w 3873119"/>
                <a:gd name="csY55" fmla="*/ 53086 h 1120394"/>
                <a:gd name="csX56" fmla="*/ 2168906 w 3873119"/>
                <a:gd name="csY56" fmla="*/ 70612 h 1120394"/>
                <a:gd name="csX57" fmla="*/ 2207641 w 3873119"/>
                <a:gd name="csY57" fmla="*/ 93218 h 1120394"/>
                <a:gd name="csX58" fmla="*/ 2246376 w 3873119"/>
                <a:gd name="csY58" fmla="*/ 122174 h 1120394"/>
                <a:gd name="csX59" fmla="*/ 2285111 w 3873119"/>
                <a:gd name="csY59" fmla="*/ 158877 h 1120394"/>
                <a:gd name="csX60" fmla="*/ 2323846 w 3873119"/>
                <a:gd name="csY60" fmla="*/ 204343 h 1120394"/>
                <a:gd name="csX61" fmla="*/ 2362581 w 3873119"/>
                <a:gd name="csY61" fmla="*/ 259334 h 1120394"/>
                <a:gd name="csX62" fmla="*/ 2401316 w 3873119"/>
                <a:gd name="csY62" fmla="*/ 323850 h 1120394"/>
                <a:gd name="csX63" fmla="*/ 2440051 w 3873119"/>
                <a:gd name="csY63" fmla="*/ 397002 h 1120394"/>
                <a:gd name="csX64" fmla="*/ 2478786 w 3873119"/>
                <a:gd name="csY64" fmla="*/ 476758 h 1120394"/>
                <a:gd name="csX65" fmla="*/ 2517521 w 3873119"/>
                <a:gd name="csY65" fmla="*/ 560197 h 1120394"/>
                <a:gd name="csX66" fmla="*/ 2556256 w 3873119"/>
                <a:gd name="csY66" fmla="*/ 643636 h 1120394"/>
                <a:gd name="csX67" fmla="*/ 2594991 w 3873119"/>
                <a:gd name="csY67" fmla="*/ 723392 h 1120394"/>
                <a:gd name="csX68" fmla="*/ 2633726 w 3873119"/>
                <a:gd name="csY68" fmla="*/ 796544 h 1120394"/>
                <a:gd name="csX69" fmla="*/ 2672461 w 3873119"/>
                <a:gd name="csY69" fmla="*/ 861060 h 1120394"/>
                <a:gd name="csX70" fmla="*/ 2711196 w 3873119"/>
                <a:gd name="csY70" fmla="*/ 916051 h 1120394"/>
                <a:gd name="csX71" fmla="*/ 2749931 w 3873119"/>
                <a:gd name="csY71" fmla="*/ 961517 h 1120394"/>
                <a:gd name="csX72" fmla="*/ 2788666 w 3873119"/>
                <a:gd name="csY72" fmla="*/ 998220 h 1120394"/>
                <a:gd name="csX73" fmla="*/ 2827401 w 3873119"/>
                <a:gd name="csY73" fmla="*/ 1027176 h 1120394"/>
                <a:gd name="csX74" fmla="*/ 2866136 w 3873119"/>
                <a:gd name="csY74" fmla="*/ 1049782 h 1120394"/>
                <a:gd name="csX75" fmla="*/ 2904744 w 3873119"/>
                <a:gd name="csY75" fmla="*/ 1067308 h 1120394"/>
                <a:gd name="csX76" fmla="*/ 2943479 w 3873119"/>
                <a:gd name="csY76" fmla="*/ 1080516 h 1120394"/>
                <a:gd name="csX77" fmla="*/ 2982214 w 3873119"/>
                <a:gd name="csY77" fmla="*/ 1090549 h 1120394"/>
                <a:gd name="csX78" fmla="*/ 3020949 w 3873119"/>
                <a:gd name="csY78" fmla="*/ 1098169 h 1120394"/>
                <a:gd name="csX79" fmla="*/ 3059684 w 3873119"/>
                <a:gd name="csY79" fmla="*/ 1103884 h 1120394"/>
                <a:gd name="csX80" fmla="*/ 3098419 w 3873119"/>
                <a:gd name="csY80" fmla="*/ 1108075 h 1120394"/>
                <a:gd name="csX81" fmla="*/ 3137154 w 3873119"/>
                <a:gd name="csY81" fmla="*/ 1111250 h 1120394"/>
                <a:gd name="csX82" fmla="*/ 3175889 w 3873119"/>
                <a:gd name="csY82" fmla="*/ 1113536 h 1120394"/>
                <a:gd name="csX83" fmla="*/ 3214624 w 3873119"/>
                <a:gd name="csY83" fmla="*/ 1115314 h 1120394"/>
                <a:gd name="csX84" fmla="*/ 3253359 w 3873119"/>
                <a:gd name="csY84" fmla="*/ 1116711 h 1120394"/>
                <a:gd name="csX85" fmla="*/ 3292094 w 3873119"/>
                <a:gd name="csY85" fmla="*/ 1117600 h 1120394"/>
                <a:gd name="csX86" fmla="*/ 3330829 w 3873119"/>
                <a:gd name="csY86" fmla="*/ 1118362 h 1120394"/>
                <a:gd name="csX87" fmla="*/ 3369564 w 3873119"/>
                <a:gd name="csY87" fmla="*/ 1118870 h 1120394"/>
                <a:gd name="csX88" fmla="*/ 3408299 w 3873119"/>
                <a:gd name="csY88" fmla="*/ 1119251 h 1120394"/>
                <a:gd name="csX89" fmla="*/ 3447034 w 3873119"/>
                <a:gd name="csY89" fmla="*/ 1119505 h 1120394"/>
                <a:gd name="csX90" fmla="*/ 3485769 w 3873119"/>
                <a:gd name="csY90" fmla="*/ 1119759 h 1120394"/>
                <a:gd name="csX91" fmla="*/ 3524504 w 3873119"/>
                <a:gd name="csY91" fmla="*/ 1119886 h 1120394"/>
                <a:gd name="csX92" fmla="*/ 3563239 w 3873119"/>
                <a:gd name="csY92" fmla="*/ 1120013 h 1120394"/>
                <a:gd name="csX93" fmla="*/ 3601974 w 3873119"/>
                <a:gd name="csY93" fmla="*/ 1120140 h 1120394"/>
                <a:gd name="csX94" fmla="*/ 3640709 w 3873119"/>
                <a:gd name="csY94" fmla="*/ 1120140 h 1120394"/>
                <a:gd name="csX95" fmla="*/ 3679444 w 3873119"/>
                <a:gd name="csY95" fmla="*/ 1120267 h 1120394"/>
                <a:gd name="csX96" fmla="*/ 3718179 w 3873119"/>
                <a:gd name="csY96" fmla="*/ 1120267 h 1120394"/>
                <a:gd name="csX97" fmla="*/ 3756914 w 3873119"/>
                <a:gd name="csY97" fmla="*/ 1120267 h 1120394"/>
                <a:gd name="csX98" fmla="*/ 3795649 w 3873119"/>
                <a:gd name="csY98" fmla="*/ 1120394 h 1120394"/>
                <a:gd name="csX99" fmla="*/ 3834384 w 3873119"/>
                <a:gd name="csY99" fmla="*/ 1120394 h 1120394"/>
                <a:gd name="csX100" fmla="*/ 3873119 w 3873119"/>
                <a:gd name="csY100" fmla="*/ 1120394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20394">
                  <a:moveTo>
                    <a:pt x="0" y="0"/>
                  </a:moveTo>
                  <a:lnTo>
                    <a:pt x="38735" y="0"/>
                  </a:lnTo>
                  <a:lnTo>
                    <a:pt x="77470" y="0"/>
                  </a:lnTo>
                  <a:lnTo>
                    <a:pt x="116205" y="0"/>
                  </a:lnTo>
                  <a:lnTo>
                    <a:pt x="154940" y="0"/>
                  </a:lnTo>
                  <a:lnTo>
                    <a:pt x="193675" y="0"/>
                  </a:lnTo>
                  <a:lnTo>
                    <a:pt x="232410" y="0"/>
                  </a:lnTo>
                  <a:lnTo>
                    <a:pt x="271145" y="0"/>
                  </a:lnTo>
                  <a:lnTo>
                    <a:pt x="309880" y="0"/>
                  </a:lnTo>
                  <a:lnTo>
                    <a:pt x="348615" y="0"/>
                  </a:lnTo>
                  <a:lnTo>
                    <a:pt x="387350" y="0"/>
                  </a:lnTo>
                  <a:lnTo>
                    <a:pt x="426085" y="0"/>
                  </a:lnTo>
                  <a:lnTo>
                    <a:pt x="464820" y="0"/>
                  </a:lnTo>
                  <a:lnTo>
                    <a:pt x="503555" y="0"/>
                  </a:lnTo>
                  <a:lnTo>
                    <a:pt x="542290" y="0"/>
                  </a:lnTo>
                  <a:lnTo>
                    <a:pt x="581025" y="0"/>
                  </a:lnTo>
                  <a:lnTo>
                    <a:pt x="619760" y="0"/>
                  </a:lnTo>
                  <a:lnTo>
                    <a:pt x="658495" y="0"/>
                  </a:lnTo>
                  <a:lnTo>
                    <a:pt x="697230" y="0"/>
                  </a:lnTo>
                  <a:lnTo>
                    <a:pt x="735965" y="0"/>
                  </a:lnTo>
                  <a:lnTo>
                    <a:pt x="774700" y="0"/>
                  </a:lnTo>
                  <a:lnTo>
                    <a:pt x="813435" y="0"/>
                  </a:lnTo>
                  <a:lnTo>
                    <a:pt x="852170" y="0"/>
                  </a:lnTo>
                  <a:lnTo>
                    <a:pt x="890905" y="0"/>
                  </a:lnTo>
                  <a:lnTo>
                    <a:pt x="929513" y="0"/>
                  </a:lnTo>
                  <a:lnTo>
                    <a:pt x="968248" y="0"/>
                  </a:lnTo>
                  <a:lnTo>
                    <a:pt x="1006983" y="0"/>
                  </a:lnTo>
                  <a:lnTo>
                    <a:pt x="1045718" y="0"/>
                  </a:lnTo>
                  <a:lnTo>
                    <a:pt x="1084453" y="0"/>
                  </a:lnTo>
                  <a:lnTo>
                    <a:pt x="1123188" y="0"/>
                  </a:lnTo>
                  <a:lnTo>
                    <a:pt x="1161923" y="0"/>
                  </a:lnTo>
                  <a:lnTo>
                    <a:pt x="1200658" y="0"/>
                  </a:lnTo>
                  <a:lnTo>
                    <a:pt x="1239393" y="0"/>
                  </a:lnTo>
                  <a:lnTo>
                    <a:pt x="1278128" y="127"/>
                  </a:lnTo>
                  <a:lnTo>
                    <a:pt x="1316863" y="127"/>
                  </a:lnTo>
                  <a:lnTo>
                    <a:pt x="1355598" y="127"/>
                  </a:lnTo>
                  <a:lnTo>
                    <a:pt x="1394333" y="254"/>
                  </a:lnTo>
                  <a:lnTo>
                    <a:pt x="1433068" y="254"/>
                  </a:lnTo>
                  <a:lnTo>
                    <a:pt x="1471803" y="381"/>
                  </a:lnTo>
                  <a:lnTo>
                    <a:pt x="1510538" y="508"/>
                  </a:lnTo>
                  <a:lnTo>
                    <a:pt x="1549273" y="635"/>
                  </a:lnTo>
                  <a:lnTo>
                    <a:pt x="1588008" y="889"/>
                  </a:lnTo>
                  <a:lnTo>
                    <a:pt x="1626743" y="1143"/>
                  </a:lnTo>
                  <a:lnTo>
                    <a:pt x="1665478" y="1524"/>
                  </a:lnTo>
                  <a:lnTo>
                    <a:pt x="1704213" y="2032"/>
                  </a:lnTo>
                  <a:lnTo>
                    <a:pt x="1742948" y="2794"/>
                  </a:lnTo>
                  <a:lnTo>
                    <a:pt x="1781683" y="3683"/>
                  </a:lnTo>
                  <a:lnTo>
                    <a:pt x="1820418" y="5080"/>
                  </a:lnTo>
                  <a:lnTo>
                    <a:pt x="1859153" y="6858"/>
                  </a:lnTo>
                  <a:lnTo>
                    <a:pt x="1897888" y="9144"/>
                  </a:lnTo>
                  <a:lnTo>
                    <a:pt x="1936496" y="12319"/>
                  </a:lnTo>
                  <a:lnTo>
                    <a:pt x="1975231" y="16510"/>
                  </a:lnTo>
                  <a:lnTo>
                    <a:pt x="2013966" y="22225"/>
                  </a:lnTo>
                  <a:lnTo>
                    <a:pt x="2052701" y="29845"/>
                  </a:lnTo>
                  <a:lnTo>
                    <a:pt x="2091436" y="39878"/>
                  </a:lnTo>
                  <a:lnTo>
                    <a:pt x="2130171" y="53086"/>
                  </a:lnTo>
                  <a:lnTo>
                    <a:pt x="2168906" y="70612"/>
                  </a:lnTo>
                  <a:lnTo>
                    <a:pt x="2207641" y="93218"/>
                  </a:lnTo>
                  <a:lnTo>
                    <a:pt x="2246376" y="122174"/>
                  </a:lnTo>
                  <a:lnTo>
                    <a:pt x="2285111" y="158877"/>
                  </a:lnTo>
                  <a:lnTo>
                    <a:pt x="2323846" y="204343"/>
                  </a:lnTo>
                  <a:lnTo>
                    <a:pt x="2362581" y="259334"/>
                  </a:lnTo>
                  <a:lnTo>
                    <a:pt x="2401316" y="323850"/>
                  </a:lnTo>
                  <a:lnTo>
                    <a:pt x="2440051" y="397002"/>
                  </a:lnTo>
                  <a:lnTo>
                    <a:pt x="2478786" y="476758"/>
                  </a:lnTo>
                  <a:lnTo>
                    <a:pt x="2517521" y="560197"/>
                  </a:lnTo>
                  <a:lnTo>
                    <a:pt x="2556256" y="643636"/>
                  </a:lnTo>
                  <a:lnTo>
                    <a:pt x="2594991" y="723392"/>
                  </a:lnTo>
                  <a:lnTo>
                    <a:pt x="2633726" y="796544"/>
                  </a:lnTo>
                  <a:lnTo>
                    <a:pt x="2672461" y="861060"/>
                  </a:lnTo>
                  <a:lnTo>
                    <a:pt x="2711196" y="916051"/>
                  </a:lnTo>
                  <a:lnTo>
                    <a:pt x="2749931" y="961517"/>
                  </a:lnTo>
                  <a:lnTo>
                    <a:pt x="2788666" y="998220"/>
                  </a:lnTo>
                  <a:lnTo>
                    <a:pt x="2827401" y="1027176"/>
                  </a:lnTo>
                  <a:lnTo>
                    <a:pt x="2866136" y="1049782"/>
                  </a:lnTo>
                  <a:lnTo>
                    <a:pt x="2904744" y="1067308"/>
                  </a:lnTo>
                  <a:lnTo>
                    <a:pt x="2943479" y="1080516"/>
                  </a:lnTo>
                  <a:lnTo>
                    <a:pt x="2982214" y="1090549"/>
                  </a:lnTo>
                  <a:lnTo>
                    <a:pt x="3020949" y="1098169"/>
                  </a:lnTo>
                  <a:lnTo>
                    <a:pt x="3059684" y="1103884"/>
                  </a:lnTo>
                  <a:lnTo>
                    <a:pt x="3098419" y="1108075"/>
                  </a:lnTo>
                  <a:lnTo>
                    <a:pt x="3137154" y="1111250"/>
                  </a:lnTo>
                  <a:lnTo>
                    <a:pt x="3175889" y="1113536"/>
                  </a:lnTo>
                  <a:lnTo>
                    <a:pt x="3214624" y="1115314"/>
                  </a:lnTo>
                  <a:lnTo>
                    <a:pt x="3253359" y="1116711"/>
                  </a:lnTo>
                  <a:lnTo>
                    <a:pt x="3292094" y="1117600"/>
                  </a:lnTo>
                  <a:lnTo>
                    <a:pt x="3330829" y="1118362"/>
                  </a:lnTo>
                  <a:lnTo>
                    <a:pt x="3369564" y="1118870"/>
                  </a:lnTo>
                  <a:lnTo>
                    <a:pt x="3408299" y="1119251"/>
                  </a:lnTo>
                  <a:lnTo>
                    <a:pt x="3447034" y="1119505"/>
                  </a:lnTo>
                  <a:lnTo>
                    <a:pt x="3485769" y="1119759"/>
                  </a:lnTo>
                  <a:lnTo>
                    <a:pt x="3524504" y="1119886"/>
                  </a:lnTo>
                  <a:lnTo>
                    <a:pt x="3563239" y="1120013"/>
                  </a:lnTo>
                  <a:lnTo>
                    <a:pt x="3601974" y="1120140"/>
                  </a:lnTo>
                  <a:lnTo>
                    <a:pt x="3640709" y="1120140"/>
                  </a:lnTo>
                  <a:lnTo>
                    <a:pt x="3679444" y="1120267"/>
                  </a:lnTo>
                  <a:lnTo>
                    <a:pt x="3718179" y="1120267"/>
                  </a:lnTo>
                  <a:lnTo>
                    <a:pt x="3756914" y="1120267"/>
                  </a:lnTo>
                  <a:lnTo>
                    <a:pt x="3795649" y="1120394"/>
                  </a:lnTo>
                  <a:lnTo>
                    <a:pt x="3834384" y="1120394"/>
                  </a:lnTo>
                  <a:lnTo>
                    <a:pt x="3873119" y="1120394"/>
                  </a:lnTo>
                </a:path>
              </a:pathLst>
            </a:custGeom>
            <a:noFill/>
            <a:ln w="54173" cap="flat">
              <a:solidFill>
                <a:srgbClr val="F7F056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F0259E3-82CA-CFE8-0B5D-18FF3E08395D}"/>
                </a:ext>
              </a:extLst>
            </p:cNvPr>
            <p:cNvSpPr/>
            <p:nvPr/>
          </p:nvSpPr>
          <p:spPr>
            <a:xfrm>
              <a:off x="1016466" y="252560"/>
              <a:ext cx="3873119" cy="1120394"/>
            </a:xfrm>
            <a:custGeom>
              <a:avLst/>
              <a:gdLst>
                <a:gd name="csX0" fmla="*/ 0 w 3873119"/>
                <a:gd name="csY0" fmla="*/ 0 h 1120394"/>
                <a:gd name="csX1" fmla="*/ 38735 w 3873119"/>
                <a:gd name="csY1" fmla="*/ 0 h 1120394"/>
                <a:gd name="csX2" fmla="*/ 77470 w 3873119"/>
                <a:gd name="csY2" fmla="*/ 0 h 1120394"/>
                <a:gd name="csX3" fmla="*/ 116205 w 3873119"/>
                <a:gd name="csY3" fmla="*/ 0 h 1120394"/>
                <a:gd name="csX4" fmla="*/ 154940 w 3873119"/>
                <a:gd name="csY4" fmla="*/ 0 h 1120394"/>
                <a:gd name="csX5" fmla="*/ 193675 w 3873119"/>
                <a:gd name="csY5" fmla="*/ 0 h 1120394"/>
                <a:gd name="csX6" fmla="*/ 232410 w 3873119"/>
                <a:gd name="csY6" fmla="*/ 0 h 1120394"/>
                <a:gd name="csX7" fmla="*/ 271145 w 3873119"/>
                <a:gd name="csY7" fmla="*/ 0 h 1120394"/>
                <a:gd name="csX8" fmla="*/ 309880 w 3873119"/>
                <a:gd name="csY8" fmla="*/ 0 h 1120394"/>
                <a:gd name="csX9" fmla="*/ 348615 w 3873119"/>
                <a:gd name="csY9" fmla="*/ 0 h 1120394"/>
                <a:gd name="csX10" fmla="*/ 387350 w 3873119"/>
                <a:gd name="csY10" fmla="*/ 0 h 1120394"/>
                <a:gd name="csX11" fmla="*/ 426085 w 3873119"/>
                <a:gd name="csY11" fmla="*/ 0 h 1120394"/>
                <a:gd name="csX12" fmla="*/ 464820 w 3873119"/>
                <a:gd name="csY12" fmla="*/ 0 h 1120394"/>
                <a:gd name="csX13" fmla="*/ 503555 w 3873119"/>
                <a:gd name="csY13" fmla="*/ 0 h 1120394"/>
                <a:gd name="csX14" fmla="*/ 542290 w 3873119"/>
                <a:gd name="csY14" fmla="*/ 0 h 1120394"/>
                <a:gd name="csX15" fmla="*/ 581025 w 3873119"/>
                <a:gd name="csY15" fmla="*/ 0 h 1120394"/>
                <a:gd name="csX16" fmla="*/ 619760 w 3873119"/>
                <a:gd name="csY16" fmla="*/ 0 h 1120394"/>
                <a:gd name="csX17" fmla="*/ 658495 w 3873119"/>
                <a:gd name="csY17" fmla="*/ 0 h 1120394"/>
                <a:gd name="csX18" fmla="*/ 697230 w 3873119"/>
                <a:gd name="csY18" fmla="*/ 0 h 1120394"/>
                <a:gd name="csX19" fmla="*/ 735965 w 3873119"/>
                <a:gd name="csY19" fmla="*/ 0 h 1120394"/>
                <a:gd name="csX20" fmla="*/ 774700 w 3873119"/>
                <a:gd name="csY20" fmla="*/ 0 h 1120394"/>
                <a:gd name="csX21" fmla="*/ 813435 w 3873119"/>
                <a:gd name="csY21" fmla="*/ 0 h 1120394"/>
                <a:gd name="csX22" fmla="*/ 852170 w 3873119"/>
                <a:gd name="csY22" fmla="*/ 0 h 1120394"/>
                <a:gd name="csX23" fmla="*/ 890905 w 3873119"/>
                <a:gd name="csY23" fmla="*/ 0 h 1120394"/>
                <a:gd name="csX24" fmla="*/ 929513 w 3873119"/>
                <a:gd name="csY24" fmla="*/ 0 h 1120394"/>
                <a:gd name="csX25" fmla="*/ 968248 w 3873119"/>
                <a:gd name="csY25" fmla="*/ 0 h 1120394"/>
                <a:gd name="csX26" fmla="*/ 1006983 w 3873119"/>
                <a:gd name="csY26" fmla="*/ 0 h 1120394"/>
                <a:gd name="csX27" fmla="*/ 1045718 w 3873119"/>
                <a:gd name="csY27" fmla="*/ 0 h 1120394"/>
                <a:gd name="csX28" fmla="*/ 1084453 w 3873119"/>
                <a:gd name="csY28" fmla="*/ 0 h 1120394"/>
                <a:gd name="csX29" fmla="*/ 1123188 w 3873119"/>
                <a:gd name="csY29" fmla="*/ 0 h 1120394"/>
                <a:gd name="csX30" fmla="*/ 1161923 w 3873119"/>
                <a:gd name="csY30" fmla="*/ 0 h 1120394"/>
                <a:gd name="csX31" fmla="*/ 1200658 w 3873119"/>
                <a:gd name="csY31" fmla="*/ 0 h 1120394"/>
                <a:gd name="csX32" fmla="*/ 1239393 w 3873119"/>
                <a:gd name="csY32" fmla="*/ 0 h 1120394"/>
                <a:gd name="csX33" fmla="*/ 1278128 w 3873119"/>
                <a:gd name="csY33" fmla="*/ 127 h 1120394"/>
                <a:gd name="csX34" fmla="*/ 1316863 w 3873119"/>
                <a:gd name="csY34" fmla="*/ 127 h 1120394"/>
                <a:gd name="csX35" fmla="*/ 1355598 w 3873119"/>
                <a:gd name="csY35" fmla="*/ 127 h 1120394"/>
                <a:gd name="csX36" fmla="*/ 1394333 w 3873119"/>
                <a:gd name="csY36" fmla="*/ 254 h 1120394"/>
                <a:gd name="csX37" fmla="*/ 1433068 w 3873119"/>
                <a:gd name="csY37" fmla="*/ 254 h 1120394"/>
                <a:gd name="csX38" fmla="*/ 1471803 w 3873119"/>
                <a:gd name="csY38" fmla="*/ 381 h 1120394"/>
                <a:gd name="csX39" fmla="*/ 1510538 w 3873119"/>
                <a:gd name="csY39" fmla="*/ 508 h 1120394"/>
                <a:gd name="csX40" fmla="*/ 1549273 w 3873119"/>
                <a:gd name="csY40" fmla="*/ 635 h 1120394"/>
                <a:gd name="csX41" fmla="*/ 1588008 w 3873119"/>
                <a:gd name="csY41" fmla="*/ 889 h 1120394"/>
                <a:gd name="csX42" fmla="*/ 1626743 w 3873119"/>
                <a:gd name="csY42" fmla="*/ 1143 h 1120394"/>
                <a:gd name="csX43" fmla="*/ 1665478 w 3873119"/>
                <a:gd name="csY43" fmla="*/ 1524 h 1120394"/>
                <a:gd name="csX44" fmla="*/ 1704213 w 3873119"/>
                <a:gd name="csY44" fmla="*/ 2032 h 1120394"/>
                <a:gd name="csX45" fmla="*/ 1742948 w 3873119"/>
                <a:gd name="csY45" fmla="*/ 2794 h 1120394"/>
                <a:gd name="csX46" fmla="*/ 1781683 w 3873119"/>
                <a:gd name="csY46" fmla="*/ 3683 h 1120394"/>
                <a:gd name="csX47" fmla="*/ 1820418 w 3873119"/>
                <a:gd name="csY47" fmla="*/ 5080 h 1120394"/>
                <a:gd name="csX48" fmla="*/ 1859153 w 3873119"/>
                <a:gd name="csY48" fmla="*/ 6858 h 1120394"/>
                <a:gd name="csX49" fmla="*/ 1897888 w 3873119"/>
                <a:gd name="csY49" fmla="*/ 9144 h 1120394"/>
                <a:gd name="csX50" fmla="*/ 1936496 w 3873119"/>
                <a:gd name="csY50" fmla="*/ 12319 h 1120394"/>
                <a:gd name="csX51" fmla="*/ 1975231 w 3873119"/>
                <a:gd name="csY51" fmla="*/ 16510 h 1120394"/>
                <a:gd name="csX52" fmla="*/ 2013966 w 3873119"/>
                <a:gd name="csY52" fmla="*/ 22225 h 1120394"/>
                <a:gd name="csX53" fmla="*/ 2052701 w 3873119"/>
                <a:gd name="csY53" fmla="*/ 29845 h 1120394"/>
                <a:gd name="csX54" fmla="*/ 2091436 w 3873119"/>
                <a:gd name="csY54" fmla="*/ 39878 h 1120394"/>
                <a:gd name="csX55" fmla="*/ 2130171 w 3873119"/>
                <a:gd name="csY55" fmla="*/ 53086 h 1120394"/>
                <a:gd name="csX56" fmla="*/ 2168906 w 3873119"/>
                <a:gd name="csY56" fmla="*/ 70612 h 1120394"/>
                <a:gd name="csX57" fmla="*/ 2207641 w 3873119"/>
                <a:gd name="csY57" fmla="*/ 93218 h 1120394"/>
                <a:gd name="csX58" fmla="*/ 2246376 w 3873119"/>
                <a:gd name="csY58" fmla="*/ 122174 h 1120394"/>
                <a:gd name="csX59" fmla="*/ 2285111 w 3873119"/>
                <a:gd name="csY59" fmla="*/ 158877 h 1120394"/>
                <a:gd name="csX60" fmla="*/ 2323846 w 3873119"/>
                <a:gd name="csY60" fmla="*/ 204343 h 1120394"/>
                <a:gd name="csX61" fmla="*/ 2362581 w 3873119"/>
                <a:gd name="csY61" fmla="*/ 259334 h 1120394"/>
                <a:gd name="csX62" fmla="*/ 2401316 w 3873119"/>
                <a:gd name="csY62" fmla="*/ 323850 h 1120394"/>
                <a:gd name="csX63" fmla="*/ 2440051 w 3873119"/>
                <a:gd name="csY63" fmla="*/ 397002 h 1120394"/>
                <a:gd name="csX64" fmla="*/ 2478786 w 3873119"/>
                <a:gd name="csY64" fmla="*/ 476758 h 1120394"/>
                <a:gd name="csX65" fmla="*/ 2517521 w 3873119"/>
                <a:gd name="csY65" fmla="*/ 560197 h 1120394"/>
                <a:gd name="csX66" fmla="*/ 2556256 w 3873119"/>
                <a:gd name="csY66" fmla="*/ 643636 h 1120394"/>
                <a:gd name="csX67" fmla="*/ 2594991 w 3873119"/>
                <a:gd name="csY67" fmla="*/ 723392 h 1120394"/>
                <a:gd name="csX68" fmla="*/ 2633726 w 3873119"/>
                <a:gd name="csY68" fmla="*/ 796544 h 1120394"/>
                <a:gd name="csX69" fmla="*/ 2672461 w 3873119"/>
                <a:gd name="csY69" fmla="*/ 861060 h 1120394"/>
                <a:gd name="csX70" fmla="*/ 2711196 w 3873119"/>
                <a:gd name="csY70" fmla="*/ 916051 h 1120394"/>
                <a:gd name="csX71" fmla="*/ 2749931 w 3873119"/>
                <a:gd name="csY71" fmla="*/ 961517 h 1120394"/>
                <a:gd name="csX72" fmla="*/ 2788666 w 3873119"/>
                <a:gd name="csY72" fmla="*/ 998220 h 1120394"/>
                <a:gd name="csX73" fmla="*/ 2827401 w 3873119"/>
                <a:gd name="csY73" fmla="*/ 1027176 h 1120394"/>
                <a:gd name="csX74" fmla="*/ 2866136 w 3873119"/>
                <a:gd name="csY74" fmla="*/ 1049782 h 1120394"/>
                <a:gd name="csX75" fmla="*/ 2904744 w 3873119"/>
                <a:gd name="csY75" fmla="*/ 1067308 h 1120394"/>
                <a:gd name="csX76" fmla="*/ 2943479 w 3873119"/>
                <a:gd name="csY76" fmla="*/ 1080516 h 1120394"/>
                <a:gd name="csX77" fmla="*/ 2982214 w 3873119"/>
                <a:gd name="csY77" fmla="*/ 1090549 h 1120394"/>
                <a:gd name="csX78" fmla="*/ 3020949 w 3873119"/>
                <a:gd name="csY78" fmla="*/ 1098169 h 1120394"/>
                <a:gd name="csX79" fmla="*/ 3059684 w 3873119"/>
                <a:gd name="csY79" fmla="*/ 1103884 h 1120394"/>
                <a:gd name="csX80" fmla="*/ 3098419 w 3873119"/>
                <a:gd name="csY80" fmla="*/ 1108075 h 1120394"/>
                <a:gd name="csX81" fmla="*/ 3137154 w 3873119"/>
                <a:gd name="csY81" fmla="*/ 1111250 h 1120394"/>
                <a:gd name="csX82" fmla="*/ 3175889 w 3873119"/>
                <a:gd name="csY82" fmla="*/ 1113536 h 1120394"/>
                <a:gd name="csX83" fmla="*/ 3214624 w 3873119"/>
                <a:gd name="csY83" fmla="*/ 1115314 h 1120394"/>
                <a:gd name="csX84" fmla="*/ 3253359 w 3873119"/>
                <a:gd name="csY84" fmla="*/ 1116711 h 1120394"/>
                <a:gd name="csX85" fmla="*/ 3292094 w 3873119"/>
                <a:gd name="csY85" fmla="*/ 1117600 h 1120394"/>
                <a:gd name="csX86" fmla="*/ 3330829 w 3873119"/>
                <a:gd name="csY86" fmla="*/ 1118362 h 1120394"/>
                <a:gd name="csX87" fmla="*/ 3369564 w 3873119"/>
                <a:gd name="csY87" fmla="*/ 1118870 h 1120394"/>
                <a:gd name="csX88" fmla="*/ 3408299 w 3873119"/>
                <a:gd name="csY88" fmla="*/ 1119251 h 1120394"/>
                <a:gd name="csX89" fmla="*/ 3447034 w 3873119"/>
                <a:gd name="csY89" fmla="*/ 1119505 h 1120394"/>
                <a:gd name="csX90" fmla="*/ 3485769 w 3873119"/>
                <a:gd name="csY90" fmla="*/ 1119759 h 1120394"/>
                <a:gd name="csX91" fmla="*/ 3524504 w 3873119"/>
                <a:gd name="csY91" fmla="*/ 1119886 h 1120394"/>
                <a:gd name="csX92" fmla="*/ 3563239 w 3873119"/>
                <a:gd name="csY92" fmla="*/ 1120013 h 1120394"/>
                <a:gd name="csX93" fmla="*/ 3601974 w 3873119"/>
                <a:gd name="csY93" fmla="*/ 1120140 h 1120394"/>
                <a:gd name="csX94" fmla="*/ 3640709 w 3873119"/>
                <a:gd name="csY94" fmla="*/ 1120140 h 1120394"/>
                <a:gd name="csX95" fmla="*/ 3679444 w 3873119"/>
                <a:gd name="csY95" fmla="*/ 1120267 h 1120394"/>
                <a:gd name="csX96" fmla="*/ 3718179 w 3873119"/>
                <a:gd name="csY96" fmla="*/ 1120267 h 1120394"/>
                <a:gd name="csX97" fmla="*/ 3756914 w 3873119"/>
                <a:gd name="csY97" fmla="*/ 1120267 h 1120394"/>
                <a:gd name="csX98" fmla="*/ 3795649 w 3873119"/>
                <a:gd name="csY98" fmla="*/ 1120394 h 1120394"/>
                <a:gd name="csX99" fmla="*/ 3834384 w 3873119"/>
                <a:gd name="csY99" fmla="*/ 1120394 h 1120394"/>
                <a:gd name="csX100" fmla="*/ 3873119 w 3873119"/>
                <a:gd name="csY100" fmla="*/ 1120394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20394">
                  <a:moveTo>
                    <a:pt x="0" y="0"/>
                  </a:moveTo>
                  <a:lnTo>
                    <a:pt x="38735" y="0"/>
                  </a:lnTo>
                  <a:lnTo>
                    <a:pt x="77470" y="0"/>
                  </a:lnTo>
                  <a:lnTo>
                    <a:pt x="116205" y="0"/>
                  </a:lnTo>
                  <a:lnTo>
                    <a:pt x="154940" y="0"/>
                  </a:lnTo>
                  <a:lnTo>
                    <a:pt x="193675" y="0"/>
                  </a:lnTo>
                  <a:lnTo>
                    <a:pt x="232410" y="0"/>
                  </a:lnTo>
                  <a:lnTo>
                    <a:pt x="271145" y="0"/>
                  </a:lnTo>
                  <a:lnTo>
                    <a:pt x="309880" y="0"/>
                  </a:lnTo>
                  <a:lnTo>
                    <a:pt x="348615" y="0"/>
                  </a:lnTo>
                  <a:lnTo>
                    <a:pt x="387350" y="0"/>
                  </a:lnTo>
                  <a:lnTo>
                    <a:pt x="426085" y="0"/>
                  </a:lnTo>
                  <a:lnTo>
                    <a:pt x="464820" y="0"/>
                  </a:lnTo>
                  <a:lnTo>
                    <a:pt x="503555" y="0"/>
                  </a:lnTo>
                  <a:lnTo>
                    <a:pt x="542290" y="0"/>
                  </a:lnTo>
                  <a:lnTo>
                    <a:pt x="581025" y="0"/>
                  </a:lnTo>
                  <a:lnTo>
                    <a:pt x="619760" y="0"/>
                  </a:lnTo>
                  <a:lnTo>
                    <a:pt x="658495" y="0"/>
                  </a:lnTo>
                  <a:lnTo>
                    <a:pt x="697230" y="0"/>
                  </a:lnTo>
                  <a:lnTo>
                    <a:pt x="735965" y="0"/>
                  </a:lnTo>
                  <a:lnTo>
                    <a:pt x="774700" y="0"/>
                  </a:lnTo>
                  <a:lnTo>
                    <a:pt x="813435" y="0"/>
                  </a:lnTo>
                  <a:lnTo>
                    <a:pt x="852170" y="0"/>
                  </a:lnTo>
                  <a:lnTo>
                    <a:pt x="890905" y="0"/>
                  </a:lnTo>
                  <a:lnTo>
                    <a:pt x="929513" y="0"/>
                  </a:lnTo>
                  <a:lnTo>
                    <a:pt x="968248" y="0"/>
                  </a:lnTo>
                  <a:lnTo>
                    <a:pt x="1006983" y="0"/>
                  </a:lnTo>
                  <a:lnTo>
                    <a:pt x="1045718" y="0"/>
                  </a:lnTo>
                  <a:lnTo>
                    <a:pt x="1084453" y="0"/>
                  </a:lnTo>
                  <a:lnTo>
                    <a:pt x="1123188" y="0"/>
                  </a:lnTo>
                  <a:lnTo>
                    <a:pt x="1161923" y="0"/>
                  </a:lnTo>
                  <a:lnTo>
                    <a:pt x="1200658" y="0"/>
                  </a:lnTo>
                  <a:lnTo>
                    <a:pt x="1239393" y="0"/>
                  </a:lnTo>
                  <a:lnTo>
                    <a:pt x="1278128" y="127"/>
                  </a:lnTo>
                  <a:lnTo>
                    <a:pt x="1316863" y="127"/>
                  </a:lnTo>
                  <a:lnTo>
                    <a:pt x="1355598" y="127"/>
                  </a:lnTo>
                  <a:lnTo>
                    <a:pt x="1394333" y="254"/>
                  </a:lnTo>
                  <a:lnTo>
                    <a:pt x="1433068" y="254"/>
                  </a:lnTo>
                  <a:lnTo>
                    <a:pt x="1471803" y="381"/>
                  </a:lnTo>
                  <a:lnTo>
                    <a:pt x="1510538" y="508"/>
                  </a:lnTo>
                  <a:lnTo>
                    <a:pt x="1549273" y="635"/>
                  </a:lnTo>
                  <a:lnTo>
                    <a:pt x="1588008" y="889"/>
                  </a:lnTo>
                  <a:lnTo>
                    <a:pt x="1626743" y="1143"/>
                  </a:lnTo>
                  <a:lnTo>
                    <a:pt x="1665478" y="1524"/>
                  </a:lnTo>
                  <a:lnTo>
                    <a:pt x="1704213" y="2032"/>
                  </a:lnTo>
                  <a:lnTo>
                    <a:pt x="1742948" y="2794"/>
                  </a:lnTo>
                  <a:lnTo>
                    <a:pt x="1781683" y="3683"/>
                  </a:lnTo>
                  <a:lnTo>
                    <a:pt x="1820418" y="5080"/>
                  </a:lnTo>
                  <a:lnTo>
                    <a:pt x="1859153" y="6858"/>
                  </a:lnTo>
                  <a:lnTo>
                    <a:pt x="1897888" y="9144"/>
                  </a:lnTo>
                  <a:lnTo>
                    <a:pt x="1936496" y="12319"/>
                  </a:lnTo>
                  <a:lnTo>
                    <a:pt x="1975231" y="16510"/>
                  </a:lnTo>
                  <a:lnTo>
                    <a:pt x="2013966" y="22225"/>
                  </a:lnTo>
                  <a:lnTo>
                    <a:pt x="2052701" y="29845"/>
                  </a:lnTo>
                  <a:lnTo>
                    <a:pt x="2091436" y="39878"/>
                  </a:lnTo>
                  <a:lnTo>
                    <a:pt x="2130171" y="53086"/>
                  </a:lnTo>
                  <a:lnTo>
                    <a:pt x="2168906" y="70612"/>
                  </a:lnTo>
                  <a:lnTo>
                    <a:pt x="2207641" y="93218"/>
                  </a:lnTo>
                  <a:lnTo>
                    <a:pt x="2246376" y="122174"/>
                  </a:lnTo>
                  <a:lnTo>
                    <a:pt x="2285111" y="158877"/>
                  </a:lnTo>
                  <a:lnTo>
                    <a:pt x="2323846" y="204343"/>
                  </a:lnTo>
                  <a:lnTo>
                    <a:pt x="2362581" y="259334"/>
                  </a:lnTo>
                  <a:lnTo>
                    <a:pt x="2401316" y="323850"/>
                  </a:lnTo>
                  <a:lnTo>
                    <a:pt x="2440051" y="397002"/>
                  </a:lnTo>
                  <a:lnTo>
                    <a:pt x="2478786" y="476758"/>
                  </a:lnTo>
                  <a:lnTo>
                    <a:pt x="2517521" y="560197"/>
                  </a:lnTo>
                  <a:lnTo>
                    <a:pt x="2556256" y="643636"/>
                  </a:lnTo>
                  <a:lnTo>
                    <a:pt x="2594991" y="723392"/>
                  </a:lnTo>
                  <a:lnTo>
                    <a:pt x="2633726" y="796544"/>
                  </a:lnTo>
                  <a:lnTo>
                    <a:pt x="2672461" y="861060"/>
                  </a:lnTo>
                  <a:lnTo>
                    <a:pt x="2711196" y="916051"/>
                  </a:lnTo>
                  <a:lnTo>
                    <a:pt x="2749931" y="961517"/>
                  </a:lnTo>
                  <a:lnTo>
                    <a:pt x="2788666" y="998220"/>
                  </a:lnTo>
                  <a:lnTo>
                    <a:pt x="2827401" y="1027176"/>
                  </a:lnTo>
                  <a:lnTo>
                    <a:pt x="2866136" y="1049782"/>
                  </a:lnTo>
                  <a:lnTo>
                    <a:pt x="2904744" y="1067308"/>
                  </a:lnTo>
                  <a:lnTo>
                    <a:pt x="2943479" y="1080516"/>
                  </a:lnTo>
                  <a:lnTo>
                    <a:pt x="2982214" y="1090549"/>
                  </a:lnTo>
                  <a:lnTo>
                    <a:pt x="3020949" y="1098169"/>
                  </a:lnTo>
                  <a:lnTo>
                    <a:pt x="3059684" y="1103884"/>
                  </a:lnTo>
                  <a:lnTo>
                    <a:pt x="3098419" y="1108075"/>
                  </a:lnTo>
                  <a:lnTo>
                    <a:pt x="3137154" y="1111250"/>
                  </a:lnTo>
                  <a:lnTo>
                    <a:pt x="3175889" y="1113536"/>
                  </a:lnTo>
                  <a:lnTo>
                    <a:pt x="3214624" y="1115314"/>
                  </a:lnTo>
                  <a:lnTo>
                    <a:pt x="3253359" y="1116711"/>
                  </a:lnTo>
                  <a:lnTo>
                    <a:pt x="3292094" y="1117600"/>
                  </a:lnTo>
                  <a:lnTo>
                    <a:pt x="3330829" y="1118362"/>
                  </a:lnTo>
                  <a:lnTo>
                    <a:pt x="3369564" y="1118870"/>
                  </a:lnTo>
                  <a:lnTo>
                    <a:pt x="3408299" y="1119251"/>
                  </a:lnTo>
                  <a:lnTo>
                    <a:pt x="3447034" y="1119505"/>
                  </a:lnTo>
                  <a:lnTo>
                    <a:pt x="3485769" y="1119759"/>
                  </a:lnTo>
                  <a:lnTo>
                    <a:pt x="3524504" y="1119886"/>
                  </a:lnTo>
                  <a:lnTo>
                    <a:pt x="3563239" y="1120013"/>
                  </a:lnTo>
                  <a:lnTo>
                    <a:pt x="3601974" y="1120140"/>
                  </a:lnTo>
                  <a:lnTo>
                    <a:pt x="3640709" y="1120140"/>
                  </a:lnTo>
                  <a:lnTo>
                    <a:pt x="3679444" y="1120267"/>
                  </a:lnTo>
                  <a:lnTo>
                    <a:pt x="3718179" y="1120267"/>
                  </a:lnTo>
                  <a:lnTo>
                    <a:pt x="3756914" y="1120267"/>
                  </a:lnTo>
                  <a:lnTo>
                    <a:pt x="3795649" y="1120394"/>
                  </a:lnTo>
                  <a:lnTo>
                    <a:pt x="3834384" y="1120394"/>
                  </a:lnTo>
                  <a:lnTo>
                    <a:pt x="3873119" y="1120394"/>
                  </a:lnTo>
                </a:path>
              </a:pathLst>
            </a:custGeom>
            <a:noFill/>
            <a:ln w="54173" cap="flat">
              <a:solidFill>
                <a:srgbClr val="882E72"/>
              </a:solidFill>
              <a:custDash>
                <a:ds d="1707000" sp="1707000"/>
              </a:custDash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5803A8F-6DEB-133C-972B-B652A685ACA4}"/>
                </a:ext>
              </a:extLst>
            </p:cNvPr>
            <p:cNvSpPr/>
            <p:nvPr/>
          </p:nvSpPr>
          <p:spPr>
            <a:xfrm>
              <a:off x="1016466" y="280500"/>
              <a:ext cx="3873119" cy="1092454"/>
            </a:xfrm>
            <a:custGeom>
              <a:avLst/>
              <a:gdLst>
                <a:gd name="csX0" fmla="*/ 0 w 3873119"/>
                <a:gd name="csY0" fmla="*/ 1092454 h 1092454"/>
                <a:gd name="csX1" fmla="*/ 38735 w 3873119"/>
                <a:gd name="csY1" fmla="*/ 1092327 h 1092454"/>
                <a:gd name="csX2" fmla="*/ 77470 w 3873119"/>
                <a:gd name="csY2" fmla="*/ 1092073 h 1092454"/>
                <a:gd name="csX3" fmla="*/ 116205 w 3873119"/>
                <a:gd name="csY3" fmla="*/ 1091565 h 1092454"/>
                <a:gd name="csX4" fmla="*/ 154940 w 3873119"/>
                <a:gd name="csY4" fmla="*/ 1090803 h 1092454"/>
                <a:gd name="csX5" fmla="*/ 193675 w 3873119"/>
                <a:gd name="csY5" fmla="*/ 1089914 h 1092454"/>
                <a:gd name="csX6" fmla="*/ 232410 w 3873119"/>
                <a:gd name="csY6" fmla="*/ 1088898 h 1092454"/>
                <a:gd name="csX7" fmla="*/ 271145 w 3873119"/>
                <a:gd name="csY7" fmla="*/ 1087628 h 1092454"/>
                <a:gd name="csX8" fmla="*/ 309880 w 3873119"/>
                <a:gd name="csY8" fmla="*/ 1086104 h 1092454"/>
                <a:gd name="csX9" fmla="*/ 348615 w 3873119"/>
                <a:gd name="csY9" fmla="*/ 1084326 h 1092454"/>
                <a:gd name="csX10" fmla="*/ 387350 w 3873119"/>
                <a:gd name="csY10" fmla="*/ 1082548 h 1092454"/>
                <a:gd name="csX11" fmla="*/ 426085 w 3873119"/>
                <a:gd name="csY11" fmla="*/ 1080389 h 1092454"/>
                <a:gd name="csX12" fmla="*/ 464820 w 3873119"/>
                <a:gd name="csY12" fmla="*/ 1078103 h 1092454"/>
                <a:gd name="csX13" fmla="*/ 503555 w 3873119"/>
                <a:gd name="csY13" fmla="*/ 1075563 h 1092454"/>
                <a:gd name="csX14" fmla="*/ 542290 w 3873119"/>
                <a:gd name="csY14" fmla="*/ 1072896 h 1092454"/>
                <a:gd name="csX15" fmla="*/ 581025 w 3873119"/>
                <a:gd name="csY15" fmla="*/ 1070102 h 1092454"/>
                <a:gd name="csX16" fmla="*/ 619760 w 3873119"/>
                <a:gd name="csY16" fmla="*/ 1066927 h 1092454"/>
                <a:gd name="csX17" fmla="*/ 658495 w 3873119"/>
                <a:gd name="csY17" fmla="*/ 1063625 h 1092454"/>
                <a:gd name="csX18" fmla="*/ 697230 w 3873119"/>
                <a:gd name="csY18" fmla="*/ 1060196 h 1092454"/>
                <a:gd name="csX19" fmla="*/ 735965 w 3873119"/>
                <a:gd name="csY19" fmla="*/ 1056513 h 1092454"/>
                <a:gd name="csX20" fmla="*/ 774700 w 3873119"/>
                <a:gd name="csY20" fmla="*/ 1052576 h 1092454"/>
                <a:gd name="csX21" fmla="*/ 813435 w 3873119"/>
                <a:gd name="csY21" fmla="*/ 1048512 h 1092454"/>
                <a:gd name="csX22" fmla="*/ 852170 w 3873119"/>
                <a:gd name="csY22" fmla="*/ 1044194 h 1092454"/>
                <a:gd name="csX23" fmla="*/ 890905 w 3873119"/>
                <a:gd name="csY23" fmla="*/ 1039749 h 1092454"/>
                <a:gd name="csX24" fmla="*/ 929513 w 3873119"/>
                <a:gd name="csY24" fmla="*/ 1035050 h 1092454"/>
                <a:gd name="csX25" fmla="*/ 968248 w 3873119"/>
                <a:gd name="csY25" fmla="*/ 1030224 h 1092454"/>
                <a:gd name="csX26" fmla="*/ 1006983 w 3873119"/>
                <a:gd name="csY26" fmla="*/ 1025144 h 1092454"/>
                <a:gd name="csX27" fmla="*/ 1045718 w 3873119"/>
                <a:gd name="csY27" fmla="*/ 1019810 h 1092454"/>
                <a:gd name="csX28" fmla="*/ 1084453 w 3873119"/>
                <a:gd name="csY28" fmla="*/ 1014349 h 1092454"/>
                <a:gd name="csX29" fmla="*/ 1123188 w 3873119"/>
                <a:gd name="csY29" fmla="*/ 1008634 h 1092454"/>
                <a:gd name="csX30" fmla="*/ 1161923 w 3873119"/>
                <a:gd name="csY30" fmla="*/ 1002792 h 1092454"/>
                <a:gd name="csX31" fmla="*/ 1200658 w 3873119"/>
                <a:gd name="csY31" fmla="*/ 996696 h 1092454"/>
                <a:gd name="csX32" fmla="*/ 1239393 w 3873119"/>
                <a:gd name="csY32" fmla="*/ 990473 h 1092454"/>
                <a:gd name="csX33" fmla="*/ 1278128 w 3873119"/>
                <a:gd name="csY33" fmla="*/ 983996 h 1092454"/>
                <a:gd name="csX34" fmla="*/ 1316863 w 3873119"/>
                <a:gd name="csY34" fmla="*/ 977265 h 1092454"/>
                <a:gd name="csX35" fmla="*/ 1355598 w 3873119"/>
                <a:gd name="csY35" fmla="*/ 970407 h 1092454"/>
                <a:gd name="csX36" fmla="*/ 1394333 w 3873119"/>
                <a:gd name="csY36" fmla="*/ 963422 h 1092454"/>
                <a:gd name="csX37" fmla="*/ 1433068 w 3873119"/>
                <a:gd name="csY37" fmla="*/ 956056 h 1092454"/>
                <a:gd name="csX38" fmla="*/ 1471803 w 3873119"/>
                <a:gd name="csY38" fmla="*/ 948690 h 1092454"/>
                <a:gd name="csX39" fmla="*/ 1510538 w 3873119"/>
                <a:gd name="csY39" fmla="*/ 940943 h 1092454"/>
                <a:gd name="csX40" fmla="*/ 1549273 w 3873119"/>
                <a:gd name="csY40" fmla="*/ 933069 h 1092454"/>
                <a:gd name="csX41" fmla="*/ 1588008 w 3873119"/>
                <a:gd name="csY41" fmla="*/ 925068 h 1092454"/>
                <a:gd name="csX42" fmla="*/ 1626743 w 3873119"/>
                <a:gd name="csY42" fmla="*/ 916813 h 1092454"/>
                <a:gd name="csX43" fmla="*/ 1665478 w 3873119"/>
                <a:gd name="csY43" fmla="*/ 908304 h 1092454"/>
                <a:gd name="csX44" fmla="*/ 1704213 w 3873119"/>
                <a:gd name="csY44" fmla="*/ 899668 h 1092454"/>
                <a:gd name="csX45" fmla="*/ 1742948 w 3873119"/>
                <a:gd name="csY45" fmla="*/ 890778 h 1092454"/>
                <a:gd name="csX46" fmla="*/ 1781683 w 3873119"/>
                <a:gd name="csY46" fmla="*/ 881761 h 1092454"/>
                <a:gd name="csX47" fmla="*/ 1820418 w 3873119"/>
                <a:gd name="csY47" fmla="*/ 872490 h 1092454"/>
                <a:gd name="csX48" fmla="*/ 1859153 w 3873119"/>
                <a:gd name="csY48" fmla="*/ 862965 h 1092454"/>
                <a:gd name="csX49" fmla="*/ 1897888 w 3873119"/>
                <a:gd name="csY49" fmla="*/ 853313 h 1092454"/>
                <a:gd name="csX50" fmla="*/ 1936496 w 3873119"/>
                <a:gd name="csY50" fmla="*/ 843534 h 1092454"/>
                <a:gd name="csX51" fmla="*/ 1975231 w 3873119"/>
                <a:gd name="csY51" fmla="*/ 833374 h 1092454"/>
                <a:gd name="csX52" fmla="*/ 2013966 w 3873119"/>
                <a:gd name="csY52" fmla="*/ 823214 h 1092454"/>
                <a:gd name="csX53" fmla="*/ 2052701 w 3873119"/>
                <a:gd name="csY53" fmla="*/ 812673 h 1092454"/>
                <a:gd name="csX54" fmla="*/ 2091436 w 3873119"/>
                <a:gd name="csY54" fmla="*/ 802005 h 1092454"/>
                <a:gd name="csX55" fmla="*/ 2130171 w 3873119"/>
                <a:gd name="csY55" fmla="*/ 791210 h 1092454"/>
                <a:gd name="csX56" fmla="*/ 2168906 w 3873119"/>
                <a:gd name="csY56" fmla="*/ 780161 h 1092454"/>
                <a:gd name="csX57" fmla="*/ 2207641 w 3873119"/>
                <a:gd name="csY57" fmla="*/ 768858 h 1092454"/>
                <a:gd name="csX58" fmla="*/ 2246376 w 3873119"/>
                <a:gd name="csY58" fmla="*/ 757428 h 1092454"/>
                <a:gd name="csX59" fmla="*/ 2285111 w 3873119"/>
                <a:gd name="csY59" fmla="*/ 745744 h 1092454"/>
                <a:gd name="csX60" fmla="*/ 2323846 w 3873119"/>
                <a:gd name="csY60" fmla="*/ 733933 h 1092454"/>
                <a:gd name="csX61" fmla="*/ 2362581 w 3873119"/>
                <a:gd name="csY61" fmla="*/ 721868 h 1092454"/>
                <a:gd name="csX62" fmla="*/ 2401316 w 3873119"/>
                <a:gd name="csY62" fmla="*/ 709676 h 1092454"/>
                <a:gd name="csX63" fmla="*/ 2440051 w 3873119"/>
                <a:gd name="csY63" fmla="*/ 697230 h 1092454"/>
                <a:gd name="csX64" fmla="*/ 2478786 w 3873119"/>
                <a:gd name="csY64" fmla="*/ 684530 h 1092454"/>
                <a:gd name="csX65" fmla="*/ 2517521 w 3873119"/>
                <a:gd name="csY65" fmla="*/ 671703 h 1092454"/>
                <a:gd name="csX66" fmla="*/ 2556256 w 3873119"/>
                <a:gd name="csY66" fmla="*/ 658622 h 1092454"/>
                <a:gd name="csX67" fmla="*/ 2594991 w 3873119"/>
                <a:gd name="csY67" fmla="*/ 645414 h 1092454"/>
                <a:gd name="csX68" fmla="*/ 2633726 w 3873119"/>
                <a:gd name="csY68" fmla="*/ 631952 h 1092454"/>
                <a:gd name="csX69" fmla="*/ 2672461 w 3873119"/>
                <a:gd name="csY69" fmla="*/ 618363 h 1092454"/>
                <a:gd name="csX70" fmla="*/ 2711196 w 3873119"/>
                <a:gd name="csY70" fmla="*/ 604520 h 1092454"/>
                <a:gd name="csX71" fmla="*/ 2749931 w 3873119"/>
                <a:gd name="csY71" fmla="*/ 590423 h 1092454"/>
                <a:gd name="csX72" fmla="*/ 2788666 w 3873119"/>
                <a:gd name="csY72" fmla="*/ 576199 h 1092454"/>
                <a:gd name="csX73" fmla="*/ 2827401 w 3873119"/>
                <a:gd name="csY73" fmla="*/ 561721 h 1092454"/>
                <a:gd name="csX74" fmla="*/ 2866136 w 3873119"/>
                <a:gd name="csY74" fmla="*/ 547116 h 1092454"/>
                <a:gd name="csX75" fmla="*/ 2904744 w 3873119"/>
                <a:gd name="csY75" fmla="*/ 532257 h 1092454"/>
                <a:gd name="csX76" fmla="*/ 2943479 w 3873119"/>
                <a:gd name="csY76" fmla="*/ 468884 h 1092454"/>
                <a:gd name="csX77" fmla="*/ 2982214 w 3873119"/>
                <a:gd name="csY77" fmla="*/ 412750 h 1092454"/>
                <a:gd name="csX78" fmla="*/ 3020949 w 3873119"/>
                <a:gd name="csY78" fmla="*/ 362839 h 1092454"/>
                <a:gd name="csX79" fmla="*/ 3059684 w 3873119"/>
                <a:gd name="csY79" fmla="*/ 318643 h 1092454"/>
                <a:gd name="csX80" fmla="*/ 3098419 w 3873119"/>
                <a:gd name="csY80" fmla="*/ 279527 h 1092454"/>
                <a:gd name="csX81" fmla="*/ 3137154 w 3873119"/>
                <a:gd name="csY81" fmla="*/ 244729 h 1092454"/>
                <a:gd name="csX82" fmla="*/ 3175889 w 3873119"/>
                <a:gd name="csY82" fmla="*/ 213868 h 1092454"/>
                <a:gd name="csX83" fmla="*/ 3214624 w 3873119"/>
                <a:gd name="csY83" fmla="*/ 186563 h 1092454"/>
                <a:gd name="csX84" fmla="*/ 3253359 w 3873119"/>
                <a:gd name="csY84" fmla="*/ 162306 h 1092454"/>
                <a:gd name="csX85" fmla="*/ 3292094 w 3873119"/>
                <a:gd name="csY85" fmla="*/ 140843 h 1092454"/>
                <a:gd name="csX86" fmla="*/ 3330829 w 3873119"/>
                <a:gd name="csY86" fmla="*/ 121666 h 1092454"/>
                <a:gd name="csX87" fmla="*/ 3369564 w 3873119"/>
                <a:gd name="csY87" fmla="*/ 104775 h 1092454"/>
                <a:gd name="csX88" fmla="*/ 3408299 w 3873119"/>
                <a:gd name="csY88" fmla="*/ 89789 h 1092454"/>
                <a:gd name="csX89" fmla="*/ 3447034 w 3873119"/>
                <a:gd name="csY89" fmla="*/ 76454 h 1092454"/>
                <a:gd name="csX90" fmla="*/ 3485769 w 3873119"/>
                <a:gd name="csY90" fmla="*/ 64643 h 1092454"/>
                <a:gd name="csX91" fmla="*/ 3524504 w 3873119"/>
                <a:gd name="csY91" fmla="*/ 54229 h 1092454"/>
                <a:gd name="csX92" fmla="*/ 3563239 w 3873119"/>
                <a:gd name="csY92" fmla="*/ 44958 h 1092454"/>
                <a:gd name="csX93" fmla="*/ 3601974 w 3873119"/>
                <a:gd name="csY93" fmla="*/ 36703 h 1092454"/>
                <a:gd name="csX94" fmla="*/ 3640709 w 3873119"/>
                <a:gd name="csY94" fmla="*/ 29337 h 1092454"/>
                <a:gd name="csX95" fmla="*/ 3679444 w 3873119"/>
                <a:gd name="csY95" fmla="*/ 22860 h 1092454"/>
                <a:gd name="csX96" fmla="*/ 3718179 w 3873119"/>
                <a:gd name="csY96" fmla="*/ 17145 h 1092454"/>
                <a:gd name="csX97" fmla="*/ 3756914 w 3873119"/>
                <a:gd name="csY97" fmla="*/ 12065 h 1092454"/>
                <a:gd name="csX98" fmla="*/ 3795649 w 3873119"/>
                <a:gd name="csY98" fmla="*/ 7493 h 1092454"/>
                <a:gd name="csX99" fmla="*/ 3834384 w 3873119"/>
                <a:gd name="csY99" fmla="*/ 3556 h 1092454"/>
                <a:gd name="csX100" fmla="*/ 3873119 w 3873119"/>
                <a:gd name="csY100" fmla="*/ 0 h 1092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092454">
                  <a:moveTo>
                    <a:pt x="0" y="1092454"/>
                  </a:moveTo>
                  <a:lnTo>
                    <a:pt x="38735" y="1092327"/>
                  </a:lnTo>
                  <a:lnTo>
                    <a:pt x="77470" y="1092073"/>
                  </a:lnTo>
                  <a:lnTo>
                    <a:pt x="116205" y="1091565"/>
                  </a:lnTo>
                  <a:lnTo>
                    <a:pt x="154940" y="1090803"/>
                  </a:lnTo>
                  <a:lnTo>
                    <a:pt x="193675" y="1089914"/>
                  </a:lnTo>
                  <a:lnTo>
                    <a:pt x="232410" y="1088898"/>
                  </a:lnTo>
                  <a:lnTo>
                    <a:pt x="271145" y="1087628"/>
                  </a:lnTo>
                  <a:lnTo>
                    <a:pt x="309880" y="1086104"/>
                  </a:lnTo>
                  <a:lnTo>
                    <a:pt x="348615" y="1084326"/>
                  </a:lnTo>
                  <a:lnTo>
                    <a:pt x="387350" y="1082548"/>
                  </a:lnTo>
                  <a:lnTo>
                    <a:pt x="426085" y="1080389"/>
                  </a:lnTo>
                  <a:lnTo>
                    <a:pt x="464820" y="1078103"/>
                  </a:lnTo>
                  <a:lnTo>
                    <a:pt x="503555" y="1075563"/>
                  </a:lnTo>
                  <a:lnTo>
                    <a:pt x="542290" y="1072896"/>
                  </a:lnTo>
                  <a:lnTo>
                    <a:pt x="581025" y="1070102"/>
                  </a:lnTo>
                  <a:lnTo>
                    <a:pt x="619760" y="1066927"/>
                  </a:lnTo>
                  <a:lnTo>
                    <a:pt x="658495" y="1063625"/>
                  </a:lnTo>
                  <a:lnTo>
                    <a:pt x="697230" y="1060196"/>
                  </a:lnTo>
                  <a:lnTo>
                    <a:pt x="735965" y="1056513"/>
                  </a:lnTo>
                  <a:lnTo>
                    <a:pt x="774700" y="1052576"/>
                  </a:lnTo>
                  <a:lnTo>
                    <a:pt x="813435" y="1048512"/>
                  </a:lnTo>
                  <a:lnTo>
                    <a:pt x="852170" y="1044194"/>
                  </a:lnTo>
                  <a:lnTo>
                    <a:pt x="890905" y="1039749"/>
                  </a:lnTo>
                  <a:lnTo>
                    <a:pt x="929513" y="1035050"/>
                  </a:lnTo>
                  <a:lnTo>
                    <a:pt x="968248" y="1030224"/>
                  </a:lnTo>
                  <a:lnTo>
                    <a:pt x="1006983" y="1025144"/>
                  </a:lnTo>
                  <a:lnTo>
                    <a:pt x="1045718" y="1019810"/>
                  </a:lnTo>
                  <a:lnTo>
                    <a:pt x="1084453" y="1014349"/>
                  </a:lnTo>
                  <a:lnTo>
                    <a:pt x="1123188" y="1008634"/>
                  </a:lnTo>
                  <a:lnTo>
                    <a:pt x="1161923" y="1002792"/>
                  </a:lnTo>
                  <a:lnTo>
                    <a:pt x="1200658" y="996696"/>
                  </a:lnTo>
                  <a:lnTo>
                    <a:pt x="1239393" y="990473"/>
                  </a:lnTo>
                  <a:lnTo>
                    <a:pt x="1278128" y="983996"/>
                  </a:lnTo>
                  <a:lnTo>
                    <a:pt x="1316863" y="977265"/>
                  </a:lnTo>
                  <a:lnTo>
                    <a:pt x="1355598" y="970407"/>
                  </a:lnTo>
                  <a:lnTo>
                    <a:pt x="1394333" y="963422"/>
                  </a:lnTo>
                  <a:lnTo>
                    <a:pt x="1433068" y="956056"/>
                  </a:lnTo>
                  <a:lnTo>
                    <a:pt x="1471803" y="948690"/>
                  </a:lnTo>
                  <a:lnTo>
                    <a:pt x="1510538" y="940943"/>
                  </a:lnTo>
                  <a:lnTo>
                    <a:pt x="1549273" y="933069"/>
                  </a:lnTo>
                  <a:lnTo>
                    <a:pt x="1588008" y="925068"/>
                  </a:lnTo>
                  <a:lnTo>
                    <a:pt x="1626743" y="916813"/>
                  </a:lnTo>
                  <a:lnTo>
                    <a:pt x="1665478" y="908304"/>
                  </a:lnTo>
                  <a:lnTo>
                    <a:pt x="1704213" y="899668"/>
                  </a:lnTo>
                  <a:lnTo>
                    <a:pt x="1742948" y="890778"/>
                  </a:lnTo>
                  <a:lnTo>
                    <a:pt x="1781683" y="881761"/>
                  </a:lnTo>
                  <a:lnTo>
                    <a:pt x="1820418" y="872490"/>
                  </a:lnTo>
                  <a:lnTo>
                    <a:pt x="1859153" y="862965"/>
                  </a:lnTo>
                  <a:lnTo>
                    <a:pt x="1897888" y="853313"/>
                  </a:lnTo>
                  <a:lnTo>
                    <a:pt x="1936496" y="843534"/>
                  </a:lnTo>
                  <a:lnTo>
                    <a:pt x="1975231" y="833374"/>
                  </a:lnTo>
                  <a:lnTo>
                    <a:pt x="2013966" y="823214"/>
                  </a:lnTo>
                  <a:lnTo>
                    <a:pt x="2052701" y="812673"/>
                  </a:lnTo>
                  <a:lnTo>
                    <a:pt x="2091436" y="802005"/>
                  </a:lnTo>
                  <a:lnTo>
                    <a:pt x="2130171" y="791210"/>
                  </a:lnTo>
                  <a:lnTo>
                    <a:pt x="2168906" y="780161"/>
                  </a:lnTo>
                  <a:lnTo>
                    <a:pt x="2207641" y="768858"/>
                  </a:lnTo>
                  <a:lnTo>
                    <a:pt x="2246376" y="757428"/>
                  </a:lnTo>
                  <a:lnTo>
                    <a:pt x="2285111" y="745744"/>
                  </a:lnTo>
                  <a:lnTo>
                    <a:pt x="2323846" y="733933"/>
                  </a:lnTo>
                  <a:lnTo>
                    <a:pt x="2362581" y="721868"/>
                  </a:lnTo>
                  <a:lnTo>
                    <a:pt x="2401316" y="709676"/>
                  </a:lnTo>
                  <a:lnTo>
                    <a:pt x="2440051" y="697230"/>
                  </a:lnTo>
                  <a:lnTo>
                    <a:pt x="2478786" y="684530"/>
                  </a:lnTo>
                  <a:lnTo>
                    <a:pt x="2517521" y="671703"/>
                  </a:lnTo>
                  <a:lnTo>
                    <a:pt x="2556256" y="658622"/>
                  </a:lnTo>
                  <a:lnTo>
                    <a:pt x="2594991" y="645414"/>
                  </a:lnTo>
                  <a:lnTo>
                    <a:pt x="2633726" y="631952"/>
                  </a:lnTo>
                  <a:lnTo>
                    <a:pt x="2672461" y="618363"/>
                  </a:lnTo>
                  <a:lnTo>
                    <a:pt x="2711196" y="604520"/>
                  </a:lnTo>
                  <a:lnTo>
                    <a:pt x="2749931" y="590423"/>
                  </a:lnTo>
                  <a:lnTo>
                    <a:pt x="2788666" y="576199"/>
                  </a:lnTo>
                  <a:lnTo>
                    <a:pt x="2827401" y="561721"/>
                  </a:lnTo>
                  <a:lnTo>
                    <a:pt x="2866136" y="547116"/>
                  </a:lnTo>
                  <a:lnTo>
                    <a:pt x="2904744" y="532257"/>
                  </a:lnTo>
                  <a:lnTo>
                    <a:pt x="2943479" y="468884"/>
                  </a:lnTo>
                  <a:lnTo>
                    <a:pt x="2982214" y="412750"/>
                  </a:lnTo>
                  <a:lnTo>
                    <a:pt x="3020949" y="362839"/>
                  </a:lnTo>
                  <a:lnTo>
                    <a:pt x="3059684" y="318643"/>
                  </a:lnTo>
                  <a:lnTo>
                    <a:pt x="3098419" y="279527"/>
                  </a:lnTo>
                  <a:lnTo>
                    <a:pt x="3137154" y="244729"/>
                  </a:lnTo>
                  <a:lnTo>
                    <a:pt x="3175889" y="213868"/>
                  </a:lnTo>
                  <a:lnTo>
                    <a:pt x="3214624" y="186563"/>
                  </a:lnTo>
                  <a:lnTo>
                    <a:pt x="3253359" y="162306"/>
                  </a:lnTo>
                  <a:lnTo>
                    <a:pt x="3292094" y="140843"/>
                  </a:lnTo>
                  <a:lnTo>
                    <a:pt x="3330829" y="121666"/>
                  </a:lnTo>
                  <a:lnTo>
                    <a:pt x="3369564" y="104775"/>
                  </a:lnTo>
                  <a:lnTo>
                    <a:pt x="3408299" y="89789"/>
                  </a:lnTo>
                  <a:lnTo>
                    <a:pt x="3447034" y="76454"/>
                  </a:lnTo>
                  <a:lnTo>
                    <a:pt x="3485769" y="64643"/>
                  </a:lnTo>
                  <a:lnTo>
                    <a:pt x="3524504" y="54229"/>
                  </a:lnTo>
                  <a:lnTo>
                    <a:pt x="3563239" y="44958"/>
                  </a:lnTo>
                  <a:lnTo>
                    <a:pt x="3601974" y="36703"/>
                  </a:lnTo>
                  <a:lnTo>
                    <a:pt x="3640709" y="29337"/>
                  </a:lnTo>
                  <a:lnTo>
                    <a:pt x="3679444" y="22860"/>
                  </a:lnTo>
                  <a:lnTo>
                    <a:pt x="3718179" y="17145"/>
                  </a:lnTo>
                  <a:lnTo>
                    <a:pt x="3756914" y="12065"/>
                  </a:lnTo>
                  <a:lnTo>
                    <a:pt x="3795649" y="7493"/>
                  </a:lnTo>
                  <a:lnTo>
                    <a:pt x="3834384" y="3556"/>
                  </a:lnTo>
                  <a:lnTo>
                    <a:pt x="3873119" y="0"/>
                  </a:lnTo>
                </a:path>
              </a:pathLst>
            </a:custGeom>
            <a:noFill/>
            <a:ln w="54173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E17D1911-A54B-6E29-3142-AA58A6246840}"/>
                </a:ext>
              </a:extLst>
            </p:cNvPr>
            <p:cNvSpPr/>
            <p:nvPr/>
          </p:nvSpPr>
          <p:spPr>
            <a:xfrm>
              <a:off x="1016466" y="253194"/>
              <a:ext cx="3873119" cy="1119759"/>
            </a:xfrm>
            <a:custGeom>
              <a:avLst/>
              <a:gdLst>
                <a:gd name="csX0" fmla="*/ 0 w 3873119"/>
                <a:gd name="csY0" fmla="*/ 1119759 h 1119759"/>
                <a:gd name="csX1" fmla="*/ 38735 w 3873119"/>
                <a:gd name="csY1" fmla="*/ 1119759 h 1119759"/>
                <a:gd name="csX2" fmla="*/ 77470 w 3873119"/>
                <a:gd name="csY2" fmla="*/ 1119759 h 1119759"/>
                <a:gd name="csX3" fmla="*/ 116205 w 3873119"/>
                <a:gd name="csY3" fmla="*/ 1119759 h 1119759"/>
                <a:gd name="csX4" fmla="*/ 154940 w 3873119"/>
                <a:gd name="csY4" fmla="*/ 1119759 h 1119759"/>
                <a:gd name="csX5" fmla="*/ 193675 w 3873119"/>
                <a:gd name="csY5" fmla="*/ 1119759 h 1119759"/>
                <a:gd name="csX6" fmla="*/ 232410 w 3873119"/>
                <a:gd name="csY6" fmla="*/ 1119759 h 1119759"/>
                <a:gd name="csX7" fmla="*/ 271145 w 3873119"/>
                <a:gd name="csY7" fmla="*/ 1119759 h 1119759"/>
                <a:gd name="csX8" fmla="*/ 309880 w 3873119"/>
                <a:gd name="csY8" fmla="*/ 1119759 h 1119759"/>
                <a:gd name="csX9" fmla="*/ 348615 w 3873119"/>
                <a:gd name="csY9" fmla="*/ 1119759 h 1119759"/>
                <a:gd name="csX10" fmla="*/ 387350 w 3873119"/>
                <a:gd name="csY10" fmla="*/ 1119759 h 1119759"/>
                <a:gd name="csX11" fmla="*/ 426085 w 3873119"/>
                <a:gd name="csY11" fmla="*/ 1119759 h 1119759"/>
                <a:gd name="csX12" fmla="*/ 464820 w 3873119"/>
                <a:gd name="csY12" fmla="*/ 1119759 h 1119759"/>
                <a:gd name="csX13" fmla="*/ 503555 w 3873119"/>
                <a:gd name="csY13" fmla="*/ 1119759 h 1119759"/>
                <a:gd name="csX14" fmla="*/ 542290 w 3873119"/>
                <a:gd name="csY14" fmla="*/ 1119759 h 1119759"/>
                <a:gd name="csX15" fmla="*/ 581025 w 3873119"/>
                <a:gd name="csY15" fmla="*/ 1119759 h 1119759"/>
                <a:gd name="csX16" fmla="*/ 619760 w 3873119"/>
                <a:gd name="csY16" fmla="*/ 1119759 h 1119759"/>
                <a:gd name="csX17" fmla="*/ 658495 w 3873119"/>
                <a:gd name="csY17" fmla="*/ 1119759 h 1119759"/>
                <a:gd name="csX18" fmla="*/ 697230 w 3873119"/>
                <a:gd name="csY18" fmla="*/ 1119759 h 1119759"/>
                <a:gd name="csX19" fmla="*/ 735965 w 3873119"/>
                <a:gd name="csY19" fmla="*/ 1119759 h 1119759"/>
                <a:gd name="csX20" fmla="*/ 774700 w 3873119"/>
                <a:gd name="csY20" fmla="*/ 1119759 h 1119759"/>
                <a:gd name="csX21" fmla="*/ 813435 w 3873119"/>
                <a:gd name="csY21" fmla="*/ 1119759 h 1119759"/>
                <a:gd name="csX22" fmla="*/ 852170 w 3873119"/>
                <a:gd name="csY22" fmla="*/ 1119759 h 1119759"/>
                <a:gd name="csX23" fmla="*/ 890905 w 3873119"/>
                <a:gd name="csY23" fmla="*/ 1119759 h 1119759"/>
                <a:gd name="csX24" fmla="*/ 929513 w 3873119"/>
                <a:gd name="csY24" fmla="*/ 1119759 h 1119759"/>
                <a:gd name="csX25" fmla="*/ 968248 w 3873119"/>
                <a:gd name="csY25" fmla="*/ 1119759 h 1119759"/>
                <a:gd name="csX26" fmla="*/ 1006983 w 3873119"/>
                <a:gd name="csY26" fmla="*/ 1119759 h 1119759"/>
                <a:gd name="csX27" fmla="*/ 1045718 w 3873119"/>
                <a:gd name="csY27" fmla="*/ 1119759 h 1119759"/>
                <a:gd name="csX28" fmla="*/ 1084453 w 3873119"/>
                <a:gd name="csY28" fmla="*/ 1119759 h 1119759"/>
                <a:gd name="csX29" fmla="*/ 1123188 w 3873119"/>
                <a:gd name="csY29" fmla="*/ 1119759 h 1119759"/>
                <a:gd name="csX30" fmla="*/ 1161923 w 3873119"/>
                <a:gd name="csY30" fmla="*/ 1119759 h 1119759"/>
                <a:gd name="csX31" fmla="*/ 1200658 w 3873119"/>
                <a:gd name="csY31" fmla="*/ 1119759 h 1119759"/>
                <a:gd name="csX32" fmla="*/ 1239393 w 3873119"/>
                <a:gd name="csY32" fmla="*/ 1119759 h 1119759"/>
                <a:gd name="csX33" fmla="*/ 1278128 w 3873119"/>
                <a:gd name="csY33" fmla="*/ 1119759 h 1119759"/>
                <a:gd name="csX34" fmla="*/ 1316863 w 3873119"/>
                <a:gd name="csY34" fmla="*/ 1119759 h 1119759"/>
                <a:gd name="csX35" fmla="*/ 1355598 w 3873119"/>
                <a:gd name="csY35" fmla="*/ 1119759 h 1119759"/>
                <a:gd name="csX36" fmla="*/ 1394333 w 3873119"/>
                <a:gd name="csY36" fmla="*/ 1119759 h 1119759"/>
                <a:gd name="csX37" fmla="*/ 1433068 w 3873119"/>
                <a:gd name="csY37" fmla="*/ 1119759 h 1119759"/>
                <a:gd name="csX38" fmla="*/ 1471803 w 3873119"/>
                <a:gd name="csY38" fmla="*/ 1119759 h 1119759"/>
                <a:gd name="csX39" fmla="*/ 1510538 w 3873119"/>
                <a:gd name="csY39" fmla="*/ 1119759 h 1119759"/>
                <a:gd name="csX40" fmla="*/ 1549273 w 3873119"/>
                <a:gd name="csY40" fmla="*/ 1119759 h 1119759"/>
                <a:gd name="csX41" fmla="*/ 1588008 w 3873119"/>
                <a:gd name="csY41" fmla="*/ 1119759 h 1119759"/>
                <a:gd name="csX42" fmla="*/ 1626743 w 3873119"/>
                <a:gd name="csY42" fmla="*/ 1119759 h 1119759"/>
                <a:gd name="csX43" fmla="*/ 1665478 w 3873119"/>
                <a:gd name="csY43" fmla="*/ 1119632 h 1119759"/>
                <a:gd name="csX44" fmla="*/ 1704213 w 3873119"/>
                <a:gd name="csY44" fmla="*/ 1119632 h 1119759"/>
                <a:gd name="csX45" fmla="*/ 1742948 w 3873119"/>
                <a:gd name="csY45" fmla="*/ 1119632 h 1119759"/>
                <a:gd name="csX46" fmla="*/ 1781683 w 3873119"/>
                <a:gd name="csY46" fmla="*/ 1119505 h 1119759"/>
                <a:gd name="csX47" fmla="*/ 1820418 w 3873119"/>
                <a:gd name="csY47" fmla="*/ 1119505 h 1119759"/>
                <a:gd name="csX48" fmla="*/ 1859153 w 3873119"/>
                <a:gd name="csY48" fmla="*/ 1119378 h 1119759"/>
                <a:gd name="csX49" fmla="*/ 1897888 w 3873119"/>
                <a:gd name="csY49" fmla="*/ 1119251 h 1119759"/>
                <a:gd name="csX50" fmla="*/ 1936496 w 3873119"/>
                <a:gd name="csY50" fmla="*/ 1119124 h 1119759"/>
                <a:gd name="csX51" fmla="*/ 1975231 w 3873119"/>
                <a:gd name="csY51" fmla="*/ 1118870 h 1119759"/>
                <a:gd name="csX52" fmla="*/ 2013966 w 3873119"/>
                <a:gd name="csY52" fmla="*/ 1118616 h 1119759"/>
                <a:gd name="csX53" fmla="*/ 2052701 w 3873119"/>
                <a:gd name="csY53" fmla="*/ 1118235 h 1119759"/>
                <a:gd name="csX54" fmla="*/ 2091436 w 3873119"/>
                <a:gd name="csY54" fmla="*/ 1117727 h 1119759"/>
                <a:gd name="csX55" fmla="*/ 2130171 w 3873119"/>
                <a:gd name="csY55" fmla="*/ 1116965 h 1119759"/>
                <a:gd name="csX56" fmla="*/ 2168906 w 3873119"/>
                <a:gd name="csY56" fmla="*/ 1116076 h 1119759"/>
                <a:gd name="csX57" fmla="*/ 2207641 w 3873119"/>
                <a:gd name="csY57" fmla="*/ 1114679 h 1119759"/>
                <a:gd name="csX58" fmla="*/ 2246376 w 3873119"/>
                <a:gd name="csY58" fmla="*/ 1112901 h 1119759"/>
                <a:gd name="csX59" fmla="*/ 2285111 w 3873119"/>
                <a:gd name="csY59" fmla="*/ 1110615 h 1119759"/>
                <a:gd name="csX60" fmla="*/ 2323846 w 3873119"/>
                <a:gd name="csY60" fmla="*/ 1107440 h 1119759"/>
                <a:gd name="csX61" fmla="*/ 2362581 w 3873119"/>
                <a:gd name="csY61" fmla="*/ 1103249 h 1119759"/>
                <a:gd name="csX62" fmla="*/ 2401316 w 3873119"/>
                <a:gd name="csY62" fmla="*/ 1097534 h 1119759"/>
                <a:gd name="csX63" fmla="*/ 2440051 w 3873119"/>
                <a:gd name="csY63" fmla="*/ 1089914 h 1119759"/>
                <a:gd name="csX64" fmla="*/ 2478786 w 3873119"/>
                <a:gd name="csY64" fmla="*/ 1079881 h 1119759"/>
                <a:gd name="csX65" fmla="*/ 2517521 w 3873119"/>
                <a:gd name="csY65" fmla="*/ 1066673 h 1119759"/>
                <a:gd name="csX66" fmla="*/ 2556256 w 3873119"/>
                <a:gd name="csY66" fmla="*/ 1049147 h 1119759"/>
                <a:gd name="csX67" fmla="*/ 2594991 w 3873119"/>
                <a:gd name="csY67" fmla="*/ 1026541 h 1119759"/>
                <a:gd name="csX68" fmla="*/ 2633726 w 3873119"/>
                <a:gd name="csY68" fmla="*/ 997585 h 1119759"/>
                <a:gd name="csX69" fmla="*/ 2672461 w 3873119"/>
                <a:gd name="csY69" fmla="*/ 960882 h 1119759"/>
                <a:gd name="csX70" fmla="*/ 2711196 w 3873119"/>
                <a:gd name="csY70" fmla="*/ 915416 h 1119759"/>
                <a:gd name="csX71" fmla="*/ 2749931 w 3873119"/>
                <a:gd name="csY71" fmla="*/ 860425 h 1119759"/>
                <a:gd name="csX72" fmla="*/ 2788666 w 3873119"/>
                <a:gd name="csY72" fmla="*/ 795909 h 1119759"/>
                <a:gd name="csX73" fmla="*/ 2827401 w 3873119"/>
                <a:gd name="csY73" fmla="*/ 722757 h 1119759"/>
                <a:gd name="csX74" fmla="*/ 2866136 w 3873119"/>
                <a:gd name="csY74" fmla="*/ 643001 h 1119759"/>
                <a:gd name="csX75" fmla="*/ 2904744 w 3873119"/>
                <a:gd name="csY75" fmla="*/ 559562 h 1119759"/>
                <a:gd name="csX76" fmla="*/ 2943479 w 3873119"/>
                <a:gd name="csY76" fmla="*/ 476123 h 1119759"/>
                <a:gd name="csX77" fmla="*/ 2982214 w 3873119"/>
                <a:gd name="csY77" fmla="*/ 396367 h 1119759"/>
                <a:gd name="csX78" fmla="*/ 3020949 w 3873119"/>
                <a:gd name="csY78" fmla="*/ 323215 h 1119759"/>
                <a:gd name="csX79" fmla="*/ 3059684 w 3873119"/>
                <a:gd name="csY79" fmla="*/ 258699 h 1119759"/>
                <a:gd name="csX80" fmla="*/ 3098419 w 3873119"/>
                <a:gd name="csY80" fmla="*/ 203708 h 1119759"/>
                <a:gd name="csX81" fmla="*/ 3137154 w 3873119"/>
                <a:gd name="csY81" fmla="*/ 158242 h 1119759"/>
                <a:gd name="csX82" fmla="*/ 3175889 w 3873119"/>
                <a:gd name="csY82" fmla="*/ 121539 h 1119759"/>
                <a:gd name="csX83" fmla="*/ 3214624 w 3873119"/>
                <a:gd name="csY83" fmla="*/ 92583 h 1119759"/>
                <a:gd name="csX84" fmla="*/ 3253359 w 3873119"/>
                <a:gd name="csY84" fmla="*/ 69977 h 1119759"/>
                <a:gd name="csX85" fmla="*/ 3292094 w 3873119"/>
                <a:gd name="csY85" fmla="*/ 52451 h 1119759"/>
                <a:gd name="csX86" fmla="*/ 3330829 w 3873119"/>
                <a:gd name="csY86" fmla="*/ 39243 h 1119759"/>
                <a:gd name="csX87" fmla="*/ 3369564 w 3873119"/>
                <a:gd name="csY87" fmla="*/ 29210 h 1119759"/>
                <a:gd name="csX88" fmla="*/ 3408299 w 3873119"/>
                <a:gd name="csY88" fmla="*/ 21590 h 1119759"/>
                <a:gd name="csX89" fmla="*/ 3447034 w 3873119"/>
                <a:gd name="csY89" fmla="*/ 15875 h 1119759"/>
                <a:gd name="csX90" fmla="*/ 3485769 w 3873119"/>
                <a:gd name="csY90" fmla="*/ 11684 h 1119759"/>
                <a:gd name="csX91" fmla="*/ 3524504 w 3873119"/>
                <a:gd name="csY91" fmla="*/ 8509 h 1119759"/>
                <a:gd name="csX92" fmla="*/ 3563239 w 3873119"/>
                <a:gd name="csY92" fmla="*/ 6223 h 1119759"/>
                <a:gd name="csX93" fmla="*/ 3601974 w 3873119"/>
                <a:gd name="csY93" fmla="*/ 4445 h 1119759"/>
                <a:gd name="csX94" fmla="*/ 3640709 w 3873119"/>
                <a:gd name="csY94" fmla="*/ 3048 h 1119759"/>
                <a:gd name="csX95" fmla="*/ 3679444 w 3873119"/>
                <a:gd name="csY95" fmla="*/ 2159 h 1119759"/>
                <a:gd name="csX96" fmla="*/ 3718179 w 3873119"/>
                <a:gd name="csY96" fmla="*/ 1397 h 1119759"/>
                <a:gd name="csX97" fmla="*/ 3756914 w 3873119"/>
                <a:gd name="csY97" fmla="*/ 889 h 1119759"/>
                <a:gd name="csX98" fmla="*/ 3795649 w 3873119"/>
                <a:gd name="csY98" fmla="*/ 508 h 1119759"/>
                <a:gd name="csX99" fmla="*/ 3834384 w 3873119"/>
                <a:gd name="csY99" fmla="*/ 254 h 1119759"/>
                <a:gd name="csX100" fmla="*/ 3873119 w 3873119"/>
                <a:gd name="csY100" fmla="*/ 0 h 111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3873119" h="1119759">
                  <a:moveTo>
                    <a:pt x="0" y="1119759"/>
                  </a:moveTo>
                  <a:lnTo>
                    <a:pt x="38735" y="1119759"/>
                  </a:lnTo>
                  <a:lnTo>
                    <a:pt x="77470" y="1119759"/>
                  </a:lnTo>
                  <a:lnTo>
                    <a:pt x="116205" y="1119759"/>
                  </a:lnTo>
                  <a:lnTo>
                    <a:pt x="154940" y="1119759"/>
                  </a:lnTo>
                  <a:lnTo>
                    <a:pt x="193675" y="1119759"/>
                  </a:lnTo>
                  <a:lnTo>
                    <a:pt x="232410" y="1119759"/>
                  </a:lnTo>
                  <a:lnTo>
                    <a:pt x="271145" y="1119759"/>
                  </a:lnTo>
                  <a:lnTo>
                    <a:pt x="309880" y="1119759"/>
                  </a:lnTo>
                  <a:lnTo>
                    <a:pt x="348615" y="1119759"/>
                  </a:lnTo>
                  <a:lnTo>
                    <a:pt x="387350" y="1119759"/>
                  </a:lnTo>
                  <a:lnTo>
                    <a:pt x="426085" y="1119759"/>
                  </a:lnTo>
                  <a:lnTo>
                    <a:pt x="464820" y="1119759"/>
                  </a:lnTo>
                  <a:lnTo>
                    <a:pt x="503555" y="1119759"/>
                  </a:lnTo>
                  <a:lnTo>
                    <a:pt x="542290" y="1119759"/>
                  </a:lnTo>
                  <a:lnTo>
                    <a:pt x="581025" y="1119759"/>
                  </a:lnTo>
                  <a:lnTo>
                    <a:pt x="619760" y="1119759"/>
                  </a:lnTo>
                  <a:lnTo>
                    <a:pt x="658495" y="1119759"/>
                  </a:lnTo>
                  <a:lnTo>
                    <a:pt x="697230" y="1119759"/>
                  </a:lnTo>
                  <a:lnTo>
                    <a:pt x="735965" y="1119759"/>
                  </a:lnTo>
                  <a:lnTo>
                    <a:pt x="774700" y="1119759"/>
                  </a:lnTo>
                  <a:lnTo>
                    <a:pt x="813435" y="1119759"/>
                  </a:lnTo>
                  <a:lnTo>
                    <a:pt x="852170" y="1119759"/>
                  </a:lnTo>
                  <a:lnTo>
                    <a:pt x="890905" y="1119759"/>
                  </a:lnTo>
                  <a:lnTo>
                    <a:pt x="929513" y="1119759"/>
                  </a:lnTo>
                  <a:lnTo>
                    <a:pt x="968248" y="1119759"/>
                  </a:lnTo>
                  <a:lnTo>
                    <a:pt x="1006983" y="1119759"/>
                  </a:lnTo>
                  <a:lnTo>
                    <a:pt x="1045718" y="1119759"/>
                  </a:lnTo>
                  <a:lnTo>
                    <a:pt x="1084453" y="1119759"/>
                  </a:lnTo>
                  <a:lnTo>
                    <a:pt x="1123188" y="1119759"/>
                  </a:lnTo>
                  <a:lnTo>
                    <a:pt x="1161923" y="1119759"/>
                  </a:lnTo>
                  <a:lnTo>
                    <a:pt x="1200658" y="1119759"/>
                  </a:lnTo>
                  <a:lnTo>
                    <a:pt x="1239393" y="1119759"/>
                  </a:lnTo>
                  <a:lnTo>
                    <a:pt x="1278128" y="1119759"/>
                  </a:lnTo>
                  <a:lnTo>
                    <a:pt x="1316863" y="1119759"/>
                  </a:lnTo>
                  <a:lnTo>
                    <a:pt x="1355598" y="1119759"/>
                  </a:lnTo>
                  <a:lnTo>
                    <a:pt x="1394333" y="1119759"/>
                  </a:lnTo>
                  <a:lnTo>
                    <a:pt x="1433068" y="1119759"/>
                  </a:lnTo>
                  <a:lnTo>
                    <a:pt x="1471803" y="1119759"/>
                  </a:lnTo>
                  <a:lnTo>
                    <a:pt x="1510538" y="1119759"/>
                  </a:lnTo>
                  <a:lnTo>
                    <a:pt x="1549273" y="1119759"/>
                  </a:lnTo>
                  <a:lnTo>
                    <a:pt x="1588008" y="1119759"/>
                  </a:lnTo>
                  <a:lnTo>
                    <a:pt x="1626743" y="1119759"/>
                  </a:lnTo>
                  <a:lnTo>
                    <a:pt x="1665478" y="1119632"/>
                  </a:lnTo>
                  <a:lnTo>
                    <a:pt x="1704213" y="1119632"/>
                  </a:lnTo>
                  <a:lnTo>
                    <a:pt x="1742948" y="1119632"/>
                  </a:lnTo>
                  <a:lnTo>
                    <a:pt x="1781683" y="1119505"/>
                  </a:lnTo>
                  <a:lnTo>
                    <a:pt x="1820418" y="1119505"/>
                  </a:lnTo>
                  <a:lnTo>
                    <a:pt x="1859153" y="1119378"/>
                  </a:lnTo>
                  <a:lnTo>
                    <a:pt x="1897888" y="1119251"/>
                  </a:lnTo>
                  <a:lnTo>
                    <a:pt x="1936496" y="1119124"/>
                  </a:lnTo>
                  <a:lnTo>
                    <a:pt x="1975231" y="1118870"/>
                  </a:lnTo>
                  <a:lnTo>
                    <a:pt x="2013966" y="1118616"/>
                  </a:lnTo>
                  <a:lnTo>
                    <a:pt x="2052701" y="1118235"/>
                  </a:lnTo>
                  <a:lnTo>
                    <a:pt x="2091436" y="1117727"/>
                  </a:lnTo>
                  <a:lnTo>
                    <a:pt x="2130171" y="1116965"/>
                  </a:lnTo>
                  <a:lnTo>
                    <a:pt x="2168906" y="1116076"/>
                  </a:lnTo>
                  <a:lnTo>
                    <a:pt x="2207641" y="1114679"/>
                  </a:lnTo>
                  <a:lnTo>
                    <a:pt x="2246376" y="1112901"/>
                  </a:lnTo>
                  <a:lnTo>
                    <a:pt x="2285111" y="1110615"/>
                  </a:lnTo>
                  <a:lnTo>
                    <a:pt x="2323846" y="1107440"/>
                  </a:lnTo>
                  <a:lnTo>
                    <a:pt x="2362581" y="1103249"/>
                  </a:lnTo>
                  <a:lnTo>
                    <a:pt x="2401316" y="1097534"/>
                  </a:lnTo>
                  <a:lnTo>
                    <a:pt x="2440051" y="1089914"/>
                  </a:lnTo>
                  <a:lnTo>
                    <a:pt x="2478786" y="1079881"/>
                  </a:lnTo>
                  <a:lnTo>
                    <a:pt x="2517521" y="1066673"/>
                  </a:lnTo>
                  <a:lnTo>
                    <a:pt x="2556256" y="1049147"/>
                  </a:lnTo>
                  <a:lnTo>
                    <a:pt x="2594991" y="1026541"/>
                  </a:lnTo>
                  <a:lnTo>
                    <a:pt x="2633726" y="997585"/>
                  </a:lnTo>
                  <a:lnTo>
                    <a:pt x="2672461" y="960882"/>
                  </a:lnTo>
                  <a:lnTo>
                    <a:pt x="2711196" y="915416"/>
                  </a:lnTo>
                  <a:lnTo>
                    <a:pt x="2749931" y="860425"/>
                  </a:lnTo>
                  <a:lnTo>
                    <a:pt x="2788666" y="795909"/>
                  </a:lnTo>
                  <a:lnTo>
                    <a:pt x="2827401" y="722757"/>
                  </a:lnTo>
                  <a:lnTo>
                    <a:pt x="2866136" y="643001"/>
                  </a:lnTo>
                  <a:lnTo>
                    <a:pt x="2904744" y="559562"/>
                  </a:lnTo>
                  <a:lnTo>
                    <a:pt x="2943479" y="476123"/>
                  </a:lnTo>
                  <a:lnTo>
                    <a:pt x="2982214" y="396367"/>
                  </a:lnTo>
                  <a:lnTo>
                    <a:pt x="3020949" y="323215"/>
                  </a:lnTo>
                  <a:lnTo>
                    <a:pt x="3059684" y="258699"/>
                  </a:lnTo>
                  <a:lnTo>
                    <a:pt x="3098419" y="203708"/>
                  </a:lnTo>
                  <a:lnTo>
                    <a:pt x="3137154" y="158242"/>
                  </a:lnTo>
                  <a:lnTo>
                    <a:pt x="3175889" y="121539"/>
                  </a:lnTo>
                  <a:lnTo>
                    <a:pt x="3214624" y="92583"/>
                  </a:lnTo>
                  <a:lnTo>
                    <a:pt x="3253359" y="69977"/>
                  </a:lnTo>
                  <a:lnTo>
                    <a:pt x="3292094" y="52451"/>
                  </a:lnTo>
                  <a:lnTo>
                    <a:pt x="3330829" y="39243"/>
                  </a:lnTo>
                  <a:lnTo>
                    <a:pt x="3369564" y="29210"/>
                  </a:lnTo>
                  <a:lnTo>
                    <a:pt x="3408299" y="21590"/>
                  </a:lnTo>
                  <a:lnTo>
                    <a:pt x="3447034" y="15875"/>
                  </a:lnTo>
                  <a:lnTo>
                    <a:pt x="3485769" y="11684"/>
                  </a:lnTo>
                  <a:lnTo>
                    <a:pt x="3524504" y="8509"/>
                  </a:lnTo>
                  <a:lnTo>
                    <a:pt x="3563239" y="6223"/>
                  </a:lnTo>
                  <a:lnTo>
                    <a:pt x="3601974" y="4445"/>
                  </a:lnTo>
                  <a:lnTo>
                    <a:pt x="3640709" y="3048"/>
                  </a:lnTo>
                  <a:lnTo>
                    <a:pt x="3679444" y="2159"/>
                  </a:lnTo>
                  <a:lnTo>
                    <a:pt x="3718179" y="1397"/>
                  </a:lnTo>
                  <a:lnTo>
                    <a:pt x="3756914" y="889"/>
                  </a:lnTo>
                  <a:lnTo>
                    <a:pt x="3795649" y="508"/>
                  </a:lnTo>
                  <a:lnTo>
                    <a:pt x="3834384" y="254"/>
                  </a:lnTo>
                  <a:lnTo>
                    <a:pt x="3873119" y="0"/>
                  </a:lnTo>
                </a:path>
              </a:pathLst>
            </a:custGeom>
            <a:noFill/>
            <a:ln w="54173" cap="flat">
              <a:solidFill>
                <a:srgbClr val="4EB265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BDBDED3-7DDA-0B14-F4E4-B533D04D2E30}"/>
                </a:ext>
              </a:extLst>
            </p:cNvPr>
            <p:cNvSpPr/>
            <p:nvPr/>
          </p:nvSpPr>
          <p:spPr>
            <a:xfrm>
              <a:off x="3921211" y="252560"/>
              <a:ext cx="968375" cy="1120394"/>
            </a:xfrm>
            <a:custGeom>
              <a:avLst/>
              <a:gdLst>
                <a:gd name="csX0" fmla="*/ 0 w 968375"/>
                <a:gd name="csY0" fmla="*/ 1120394 h 1120394"/>
                <a:gd name="csX1" fmla="*/ 38735 w 968375"/>
                <a:gd name="csY1" fmla="*/ 1075563 h 1120394"/>
                <a:gd name="csX2" fmla="*/ 77470 w 968375"/>
                <a:gd name="csY2" fmla="*/ 1030732 h 1120394"/>
                <a:gd name="csX3" fmla="*/ 116205 w 968375"/>
                <a:gd name="csY3" fmla="*/ 985901 h 1120394"/>
                <a:gd name="csX4" fmla="*/ 154940 w 968375"/>
                <a:gd name="csY4" fmla="*/ 941070 h 1120394"/>
                <a:gd name="csX5" fmla="*/ 193675 w 968375"/>
                <a:gd name="csY5" fmla="*/ 896366 h 1120394"/>
                <a:gd name="csX6" fmla="*/ 232410 w 968375"/>
                <a:gd name="csY6" fmla="*/ 851535 h 1120394"/>
                <a:gd name="csX7" fmla="*/ 271145 w 968375"/>
                <a:gd name="csY7" fmla="*/ 806704 h 1120394"/>
                <a:gd name="csX8" fmla="*/ 309880 w 968375"/>
                <a:gd name="csY8" fmla="*/ 761873 h 1120394"/>
                <a:gd name="csX9" fmla="*/ 348615 w 968375"/>
                <a:gd name="csY9" fmla="*/ 717042 h 1120394"/>
                <a:gd name="csX10" fmla="*/ 387350 w 968375"/>
                <a:gd name="csY10" fmla="*/ 672211 h 1120394"/>
                <a:gd name="csX11" fmla="*/ 426085 w 968375"/>
                <a:gd name="csY11" fmla="*/ 627380 h 1120394"/>
                <a:gd name="csX12" fmla="*/ 464820 w 968375"/>
                <a:gd name="csY12" fmla="*/ 582549 h 1120394"/>
                <a:gd name="csX13" fmla="*/ 503555 w 968375"/>
                <a:gd name="csY13" fmla="*/ 537845 h 1120394"/>
                <a:gd name="csX14" fmla="*/ 542290 w 968375"/>
                <a:gd name="csY14" fmla="*/ 493014 h 1120394"/>
                <a:gd name="csX15" fmla="*/ 581025 w 968375"/>
                <a:gd name="csY15" fmla="*/ 448183 h 1120394"/>
                <a:gd name="csX16" fmla="*/ 619760 w 968375"/>
                <a:gd name="csY16" fmla="*/ 403352 h 1120394"/>
                <a:gd name="csX17" fmla="*/ 658495 w 968375"/>
                <a:gd name="csY17" fmla="*/ 358521 h 1120394"/>
                <a:gd name="csX18" fmla="*/ 697230 w 968375"/>
                <a:gd name="csY18" fmla="*/ 313690 h 1120394"/>
                <a:gd name="csX19" fmla="*/ 735965 w 968375"/>
                <a:gd name="csY19" fmla="*/ 268859 h 1120394"/>
                <a:gd name="csX20" fmla="*/ 774700 w 968375"/>
                <a:gd name="csY20" fmla="*/ 224028 h 1120394"/>
                <a:gd name="csX21" fmla="*/ 813435 w 968375"/>
                <a:gd name="csY21" fmla="*/ 179324 h 1120394"/>
                <a:gd name="csX22" fmla="*/ 852170 w 968375"/>
                <a:gd name="csY22" fmla="*/ 134493 h 1120394"/>
                <a:gd name="csX23" fmla="*/ 890905 w 968375"/>
                <a:gd name="csY23" fmla="*/ 89662 h 1120394"/>
                <a:gd name="csX24" fmla="*/ 929640 w 968375"/>
                <a:gd name="csY24" fmla="*/ 44831 h 1120394"/>
                <a:gd name="csX25" fmla="*/ 968375 w 968375"/>
                <a:gd name="csY25" fmla="*/ 0 h 11203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968375" h="1120394">
                  <a:moveTo>
                    <a:pt x="0" y="1120394"/>
                  </a:moveTo>
                  <a:lnTo>
                    <a:pt x="38735" y="1075563"/>
                  </a:lnTo>
                  <a:lnTo>
                    <a:pt x="77470" y="1030732"/>
                  </a:lnTo>
                  <a:lnTo>
                    <a:pt x="116205" y="985901"/>
                  </a:lnTo>
                  <a:lnTo>
                    <a:pt x="154940" y="941070"/>
                  </a:lnTo>
                  <a:lnTo>
                    <a:pt x="193675" y="896366"/>
                  </a:lnTo>
                  <a:lnTo>
                    <a:pt x="232410" y="851535"/>
                  </a:lnTo>
                  <a:lnTo>
                    <a:pt x="271145" y="806704"/>
                  </a:lnTo>
                  <a:lnTo>
                    <a:pt x="309880" y="761873"/>
                  </a:lnTo>
                  <a:lnTo>
                    <a:pt x="348615" y="717042"/>
                  </a:lnTo>
                  <a:lnTo>
                    <a:pt x="387350" y="672211"/>
                  </a:lnTo>
                  <a:lnTo>
                    <a:pt x="426085" y="627380"/>
                  </a:lnTo>
                  <a:lnTo>
                    <a:pt x="464820" y="582549"/>
                  </a:lnTo>
                  <a:lnTo>
                    <a:pt x="503555" y="537845"/>
                  </a:lnTo>
                  <a:lnTo>
                    <a:pt x="542290" y="493014"/>
                  </a:lnTo>
                  <a:lnTo>
                    <a:pt x="581025" y="448183"/>
                  </a:lnTo>
                  <a:lnTo>
                    <a:pt x="619760" y="403352"/>
                  </a:lnTo>
                  <a:lnTo>
                    <a:pt x="658495" y="358521"/>
                  </a:lnTo>
                  <a:lnTo>
                    <a:pt x="697230" y="313690"/>
                  </a:lnTo>
                  <a:lnTo>
                    <a:pt x="735965" y="268859"/>
                  </a:lnTo>
                  <a:lnTo>
                    <a:pt x="774700" y="224028"/>
                  </a:lnTo>
                  <a:lnTo>
                    <a:pt x="813435" y="179324"/>
                  </a:lnTo>
                  <a:lnTo>
                    <a:pt x="852170" y="134493"/>
                  </a:lnTo>
                  <a:lnTo>
                    <a:pt x="890905" y="89662"/>
                  </a:lnTo>
                  <a:lnTo>
                    <a:pt x="929640" y="44831"/>
                  </a:lnTo>
                  <a:lnTo>
                    <a:pt x="968375" y="0"/>
                  </a:lnTo>
                </a:path>
              </a:pathLst>
            </a:custGeom>
            <a:noFill/>
            <a:ln w="54173" cap="flat">
              <a:solidFill>
                <a:srgbClr val="DC050C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7363CF3-654E-494C-84A8-512AD595E531}"/>
                </a:ext>
              </a:extLst>
            </p:cNvPr>
            <p:cNvSpPr/>
            <p:nvPr/>
          </p:nvSpPr>
          <p:spPr>
            <a:xfrm>
              <a:off x="822919" y="196553"/>
              <a:ext cx="12700" cy="1232407"/>
            </a:xfrm>
            <a:custGeom>
              <a:avLst/>
              <a:gdLst>
                <a:gd name="csX0" fmla="*/ 0 w 12700"/>
                <a:gd name="csY0" fmla="*/ 1232408 h 1232407"/>
                <a:gd name="csX1" fmla="*/ 0 w 12700"/>
                <a:gd name="csY1" fmla="*/ 0 h 123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232407">
                  <a:moveTo>
                    <a:pt x="0" y="1232408"/>
                  </a:moveTo>
                  <a:lnTo>
                    <a:pt x="0" y="0"/>
                  </a:lnTo>
                </a:path>
              </a:pathLst>
            </a:custGeom>
            <a:noFill/>
            <a:ln w="13575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55D1F4-EB67-6876-538C-B1650C7377D4}"/>
                </a:ext>
              </a:extLst>
            </p:cNvPr>
            <p:cNvSpPr txBox="1"/>
            <p:nvPr/>
          </p:nvSpPr>
          <p:spPr>
            <a:xfrm>
              <a:off x="463850" y="1266065"/>
              <a:ext cx="412580" cy="2592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92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Min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461AF83-9705-2639-DCDF-A493276E22BB}"/>
                </a:ext>
              </a:extLst>
            </p:cNvPr>
            <p:cNvSpPr txBox="1"/>
            <p:nvPr/>
          </p:nvSpPr>
          <p:spPr>
            <a:xfrm>
              <a:off x="429663" y="145671"/>
              <a:ext cx="449902" cy="2592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92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Max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E2F439A-A163-57E8-3795-8644BB4AFE64}"/>
                </a:ext>
              </a:extLst>
            </p:cNvPr>
            <p:cNvSpPr/>
            <p:nvPr/>
          </p:nvSpPr>
          <p:spPr>
            <a:xfrm>
              <a:off x="788120" y="137295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75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CD42AF6-DFF8-BA5C-DD9C-23E1560489E7}"/>
                </a:ext>
              </a:extLst>
            </p:cNvPr>
            <p:cNvSpPr/>
            <p:nvPr/>
          </p:nvSpPr>
          <p:spPr>
            <a:xfrm>
              <a:off x="788120" y="25256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75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E439FBE2-BF25-A050-C014-78D6FCFCD5CF}"/>
                </a:ext>
              </a:extLst>
            </p:cNvPr>
            <p:cNvSpPr/>
            <p:nvPr/>
          </p:nvSpPr>
          <p:spPr>
            <a:xfrm>
              <a:off x="822919" y="1428960"/>
              <a:ext cx="4260214" cy="12700"/>
            </a:xfrm>
            <a:custGeom>
              <a:avLst/>
              <a:gdLst>
                <a:gd name="csX0" fmla="*/ 0 w 4260214"/>
                <a:gd name="csY0" fmla="*/ 0 h 12700"/>
                <a:gd name="csX1" fmla="*/ 4260215 w 426021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60214" h="12700">
                  <a:moveTo>
                    <a:pt x="0" y="0"/>
                  </a:moveTo>
                  <a:lnTo>
                    <a:pt x="4260215" y="0"/>
                  </a:lnTo>
                </a:path>
              </a:pathLst>
            </a:custGeom>
            <a:noFill/>
            <a:ln w="13575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3024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F4FA59-347E-1A8A-BFE6-21449D3EE101}"/>
                </a:ext>
              </a:extLst>
            </p:cNvPr>
            <p:cNvSpPr txBox="1"/>
            <p:nvPr/>
          </p:nvSpPr>
          <p:spPr>
            <a:xfrm>
              <a:off x="5386519" y="-10995"/>
              <a:ext cx="1328172" cy="2669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39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Parameter</a:t>
              </a:r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AC0F87AF-A08F-857F-8332-9A6C679C611C}"/>
                </a:ext>
              </a:extLst>
            </p:cNvPr>
            <p:cNvGrpSpPr/>
            <p:nvPr/>
          </p:nvGrpSpPr>
          <p:grpSpPr>
            <a:xfrm>
              <a:off x="5386518" y="140143"/>
              <a:ext cx="629197" cy="259288"/>
              <a:chOff x="5313893" y="37340"/>
              <a:chExt cx="629197" cy="259288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51FD6D79-4946-5BAB-FFCA-CB84DF3F606C}"/>
                  </a:ext>
                </a:extLst>
              </p:cNvPr>
              <p:cNvSpPr/>
              <p:nvPr/>
            </p:nvSpPr>
            <p:spPr>
              <a:xfrm>
                <a:off x="5313893" y="157948"/>
                <a:ext cx="175513" cy="12700"/>
              </a:xfrm>
              <a:custGeom>
                <a:avLst/>
                <a:gdLst>
                  <a:gd name="csX0" fmla="*/ 0 w 175513"/>
                  <a:gd name="csY0" fmla="*/ 0 h 12700"/>
                  <a:gd name="csX1" fmla="*/ 175514 w 17551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75513" h="12700">
                    <a:moveTo>
                      <a:pt x="0" y="0"/>
                    </a:moveTo>
                    <a:lnTo>
                      <a:pt x="175514" y="0"/>
                    </a:lnTo>
                  </a:path>
                </a:pathLst>
              </a:custGeom>
              <a:ln w="54173" cap="flat">
                <a:solidFill>
                  <a:srgbClr val="882E72"/>
                </a:solidFill>
                <a:custDash>
                  <a:ds d="1707000" sp="1707000"/>
                </a:custDash>
                <a:round/>
              </a:ln>
            </p:spPr>
            <p:txBody>
              <a:bodyPr/>
              <a:lstStyle/>
              <a:p>
                <a:pPr algn="ctr"/>
                <a:endParaRPr lang="en-US" sz="3024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EB9F9E-1232-0120-CF89-7DA92AC94B71}"/>
                  </a:ext>
                </a:extLst>
              </p:cNvPr>
              <p:cNvSpPr txBox="1"/>
              <p:nvPr/>
            </p:nvSpPr>
            <p:spPr>
              <a:xfrm>
                <a:off x="5427024" y="37340"/>
                <a:ext cx="516066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9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11KT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C9977F35-8F41-44BC-E817-0CCC5DBE9DE5}"/>
                </a:ext>
              </a:extLst>
            </p:cNvPr>
            <p:cNvGrpSpPr/>
            <p:nvPr/>
          </p:nvGrpSpPr>
          <p:grpSpPr>
            <a:xfrm>
              <a:off x="5386518" y="306562"/>
              <a:ext cx="1393216" cy="1257803"/>
              <a:chOff x="5386518" y="306562"/>
              <a:chExt cx="1393216" cy="1257803"/>
            </a:xfrm>
          </p:grpSpPr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C263B774-0D22-65D5-FB0C-2DD4FF16AAA9}"/>
                  </a:ext>
                </a:extLst>
              </p:cNvPr>
              <p:cNvGrpSpPr/>
              <p:nvPr/>
            </p:nvGrpSpPr>
            <p:grpSpPr>
              <a:xfrm>
                <a:off x="5386518" y="805819"/>
                <a:ext cx="974558" cy="259288"/>
                <a:chOff x="5313893" y="476252"/>
                <a:chExt cx="974558" cy="259288"/>
              </a:xfrm>
            </p:grpSpPr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E7D63484-6983-FD74-44CA-9436B4E43D5E}"/>
                    </a:ext>
                  </a:extLst>
                </p:cNvPr>
                <p:cNvSpPr/>
                <p:nvPr/>
              </p:nvSpPr>
              <p:spPr>
                <a:xfrm>
                  <a:off x="5313893" y="596860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7BAFD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6071C6E-BC62-59DE-4471-CA7DDBDF8E21}"/>
                    </a:ext>
                  </a:extLst>
                </p:cNvPr>
                <p:cNvSpPr txBox="1"/>
                <p:nvPr/>
              </p:nvSpPr>
              <p:spPr>
                <a:xfrm>
                  <a:off x="5426307" y="476252"/>
                  <a:ext cx="862144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Body Mass</a:t>
                  </a:r>
                </a:p>
              </p:txBody>
            </p:sp>
          </p:grp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FE0A8F3F-6F63-D944-D41F-FA7CD4EE09B4}"/>
                  </a:ext>
                </a:extLst>
              </p:cNvPr>
              <p:cNvGrpSpPr/>
              <p:nvPr/>
            </p:nvGrpSpPr>
            <p:grpSpPr>
              <a:xfrm>
                <a:off x="5386518" y="1138657"/>
                <a:ext cx="982761" cy="259288"/>
                <a:chOff x="5313893" y="256796"/>
                <a:chExt cx="982761" cy="259288"/>
              </a:xfrm>
            </p:grpSpPr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3F5AB06B-F48B-2A74-DD5F-689BE4F69C9B}"/>
                    </a:ext>
                  </a:extLst>
                </p:cNvPr>
                <p:cNvSpPr/>
                <p:nvPr/>
              </p:nvSpPr>
              <p:spPr>
                <a:xfrm>
                  <a:off x="5313893" y="377404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1965B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21B51B49-099C-CC74-1629-752DC163EE82}"/>
                    </a:ext>
                  </a:extLst>
                </p:cNvPr>
                <p:cNvSpPr txBox="1"/>
                <p:nvPr/>
              </p:nvSpPr>
              <p:spPr>
                <a:xfrm>
                  <a:off x="5427723" y="256796"/>
                  <a:ext cx="868931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Aggression</a:t>
                  </a:r>
                </a:p>
              </p:txBody>
            </p: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244C8D2A-8EFC-3870-F600-E91BEA98E66A}"/>
                  </a:ext>
                </a:extLst>
              </p:cNvPr>
              <p:cNvGrpSpPr/>
              <p:nvPr/>
            </p:nvGrpSpPr>
            <p:grpSpPr>
              <a:xfrm>
                <a:off x="5386518" y="306562"/>
                <a:ext cx="472612" cy="259288"/>
                <a:chOff x="5313893" y="695708"/>
                <a:chExt cx="472612" cy="259288"/>
              </a:xfrm>
            </p:grpSpPr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DE61CF23-68E7-66D8-29F9-44D435E71A02}"/>
                    </a:ext>
                  </a:extLst>
                </p:cNvPr>
                <p:cNvSpPr/>
                <p:nvPr/>
              </p:nvSpPr>
              <p:spPr>
                <a:xfrm>
                  <a:off x="5313893" y="816316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4EB26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B208E89-03A5-C42D-733F-1E37C0A071A7}"/>
                    </a:ext>
                  </a:extLst>
                </p:cNvPr>
                <p:cNvSpPr txBox="1"/>
                <p:nvPr/>
              </p:nvSpPr>
              <p:spPr>
                <a:xfrm>
                  <a:off x="5426514" y="695708"/>
                  <a:ext cx="359991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E2</a:t>
                  </a:r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0747D77C-D1F9-B90E-3A95-8E258F9F65D5}"/>
                  </a:ext>
                </a:extLst>
              </p:cNvPr>
              <p:cNvGrpSpPr/>
              <p:nvPr/>
            </p:nvGrpSpPr>
            <p:grpSpPr>
              <a:xfrm>
                <a:off x="5386518" y="972238"/>
                <a:ext cx="1140145" cy="259288"/>
                <a:chOff x="5313893" y="913744"/>
                <a:chExt cx="1140145" cy="259288"/>
              </a:xfrm>
            </p:grpSpPr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567DAA29-93B0-3767-2983-90B846D0C94F}"/>
                    </a:ext>
                  </a:extLst>
                </p:cNvPr>
                <p:cNvSpPr/>
                <p:nvPr/>
              </p:nvSpPr>
              <p:spPr>
                <a:xfrm>
                  <a:off x="5313893" y="1034352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405C01B-E907-0663-A1DC-F8968C99EBED}"/>
                    </a:ext>
                  </a:extLst>
                </p:cNvPr>
                <p:cNvSpPr txBox="1"/>
                <p:nvPr/>
              </p:nvSpPr>
              <p:spPr>
                <a:xfrm>
                  <a:off x="5429033" y="913744"/>
                  <a:ext cx="1025005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Neurogenesis</a:t>
                  </a:r>
                </a:p>
              </p:txBody>
            </p:sp>
          </p:grp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37CF27F-E9C1-668B-79AE-1B091D92F835}"/>
                  </a:ext>
                </a:extLst>
              </p:cNvPr>
              <p:cNvGrpSpPr/>
              <p:nvPr/>
            </p:nvGrpSpPr>
            <p:grpSpPr>
              <a:xfrm>
                <a:off x="5386518" y="1305077"/>
                <a:ext cx="1138496" cy="259288"/>
                <a:chOff x="5313893" y="1133200"/>
                <a:chExt cx="1138496" cy="259288"/>
              </a:xfrm>
            </p:grpSpPr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D91D9D5C-361B-D413-7E88-6A68E264D3D8}"/>
                    </a:ext>
                  </a:extLst>
                </p:cNvPr>
                <p:cNvSpPr/>
                <p:nvPr/>
              </p:nvSpPr>
              <p:spPr>
                <a:xfrm>
                  <a:off x="5313893" y="1241509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F7F05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826CE489-1A83-AA68-7A69-24B1D9BF33C6}"/>
                    </a:ext>
                  </a:extLst>
                </p:cNvPr>
                <p:cNvSpPr txBox="1"/>
                <p:nvPr/>
              </p:nvSpPr>
              <p:spPr>
                <a:xfrm>
                  <a:off x="5429081" y="1133200"/>
                  <a:ext cx="1023308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Parental Care</a:t>
                  </a:r>
                </a:p>
              </p:txBody>
            </p:sp>
          </p:grpSp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236B5541-D23E-4C85-084B-6AEFFF3BAD97}"/>
                  </a:ext>
                </a:extLst>
              </p:cNvPr>
              <p:cNvGrpSpPr/>
              <p:nvPr/>
            </p:nvGrpSpPr>
            <p:grpSpPr>
              <a:xfrm>
                <a:off x="5386518" y="472981"/>
                <a:ext cx="1393216" cy="259288"/>
                <a:chOff x="5313893" y="1354076"/>
                <a:chExt cx="1393216" cy="259288"/>
              </a:xfrm>
            </p:grpSpPr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07352461-6EF2-8444-A635-3A89C9222820}"/>
                    </a:ext>
                  </a:extLst>
                </p:cNvPr>
                <p:cNvSpPr/>
                <p:nvPr/>
              </p:nvSpPr>
              <p:spPr>
                <a:xfrm>
                  <a:off x="5313893" y="1474684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EE802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2D99567-D604-7778-BA97-18ED336238E8}"/>
                    </a:ext>
                  </a:extLst>
                </p:cNvPr>
                <p:cNvSpPr txBox="1"/>
                <p:nvPr/>
              </p:nvSpPr>
              <p:spPr>
                <a:xfrm>
                  <a:off x="5427635" y="1354076"/>
                  <a:ext cx="1279474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Percent Testicular</a:t>
                  </a:r>
                </a:p>
              </p:txBody>
            </p: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B0411D80-95C8-A544-0894-EA1BFCC108AB}"/>
                  </a:ext>
                </a:extLst>
              </p:cNvPr>
              <p:cNvGrpSpPr/>
              <p:nvPr/>
            </p:nvGrpSpPr>
            <p:grpSpPr>
              <a:xfrm>
                <a:off x="5386518" y="639400"/>
                <a:ext cx="1141843" cy="259288"/>
                <a:chOff x="5313893" y="1573532"/>
                <a:chExt cx="1141843" cy="259288"/>
              </a:xfrm>
            </p:grpSpPr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6F80D2DA-4D66-5A89-3A3F-26653195F9B6}"/>
                    </a:ext>
                  </a:extLst>
                </p:cNvPr>
                <p:cNvSpPr/>
                <p:nvPr/>
              </p:nvSpPr>
              <p:spPr>
                <a:xfrm>
                  <a:off x="5313893" y="1694140"/>
                  <a:ext cx="175513" cy="12700"/>
                </a:xfrm>
                <a:custGeom>
                  <a:avLst/>
                  <a:gdLst>
                    <a:gd name="csX0" fmla="*/ 0 w 175513"/>
                    <a:gd name="csY0" fmla="*/ 0 h 12700"/>
                    <a:gd name="csX1" fmla="*/ 175514 w 17551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5513" h="12700">
                      <a:moveTo>
                        <a:pt x="0" y="0"/>
                      </a:moveTo>
                      <a:lnTo>
                        <a:pt x="175514" y="0"/>
                      </a:lnTo>
                    </a:path>
                  </a:pathLst>
                </a:custGeom>
                <a:ln w="54173" cap="flat">
                  <a:solidFill>
                    <a:srgbClr val="DC050C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3024"/>
                </a:p>
              </p:txBody>
            </p: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04616A8-60A3-1A51-6F1E-03BB1BD763CB}"/>
                    </a:ext>
                  </a:extLst>
                </p:cNvPr>
                <p:cNvSpPr txBox="1"/>
                <p:nvPr/>
              </p:nvSpPr>
              <p:spPr>
                <a:xfrm>
                  <a:off x="5427338" y="1573532"/>
                  <a:ext cx="1028398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Vitellogenesis</a:t>
                  </a:r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8C74A315-A005-1BE5-404F-2513A5DE5B92}"/>
                </a:ext>
              </a:extLst>
            </p:cNvPr>
            <p:cNvGrpSpPr/>
            <p:nvPr/>
          </p:nvGrpSpPr>
          <p:grpSpPr>
            <a:xfrm>
              <a:off x="559489" y="1380135"/>
              <a:ext cx="931234" cy="715841"/>
              <a:chOff x="644402" y="2692137"/>
              <a:chExt cx="1119034" cy="860201"/>
            </a:xfrm>
          </p:grpSpPr>
          <p:pic>
            <p:nvPicPr>
              <p:cNvPr id="98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6940514C-D416-A09A-E180-94EDD79C34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064891" y="3196935"/>
                <a:ext cx="680196" cy="355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9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DD98B451-DDE7-FF5E-F351-1A3AABF520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644402" y="2951191"/>
                <a:ext cx="741320" cy="3873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498EEE4-8853-D4E5-A259-42EE82D8D3C9}"/>
                  </a:ext>
                </a:extLst>
              </p:cNvPr>
              <p:cNvSpPr txBox="1"/>
              <p:nvPr/>
            </p:nvSpPr>
            <p:spPr>
              <a:xfrm>
                <a:off x="1250706" y="2876417"/>
                <a:ext cx="512730" cy="450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701">
                    <a:latin typeface="Google Sans"/>
                  </a:rPr>
                  <a:t>♂</a:t>
                </a:r>
                <a:endParaRPr lang="en-US" sz="1701"/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5AA4857F-74E6-B325-55F5-5AA8C7D97D8B}"/>
                  </a:ext>
                </a:extLst>
              </p:cNvPr>
              <p:cNvSpPr txBox="1"/>
              <p:nvPr/>
            </p:nvSpPr>
            <p:spPr>
              <a:xfrm>
                <a:off x="752736" y="2692137"/>
                <a:ext cx="512730" cy="450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701" dirty="0">
                    <a:latin typeface="Google Sans"/>
                  </a:rPr>
                  <a:t>♂</a:t>
                </a:r>
                <a:endParaRPr lang="en-US" sz="1701" dirty="0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E3C31398-B839-0E52-D6AB-2359AA87BCED}"/>
                </a:ext>
              </a:extLst>
            </p:cNvPr>
            <p:cNvGrpSpPr/>
            <p:nvPr/>
          </p:nvGrpSpPr>
          <p:grpSpPr>
            <a:xfrm>
              <a:off x="1917642" y="1354941"/>
              <a:ext cx="1065501" cy="741035"/>
              <a:chOff x="2983240" y="3023252"/>
              <a:chExt cx="1280377" cy="890475"/>
            </a:xfrm>
          </p:grpSpPr>
          <p:pic>
            <p:nvPicPr>
              <p:cNvPr id="103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1B1F6B9D-EBE4-108F-5997-3BD3891AC1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403729" y="3560174"/>
                <a:ext cx="676656" cy="3535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896D9084-4483-0C52-8D8C-60E5ECC42F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2983240" y="3294296"/>
                <a:ext cx="840979" cy="43941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A81C7AE-C8E8-9A07-32B1-0ED20936F944}"/>
                  </a:ext>
                </a:extLst>
              </p:cNvPr>
              <p:cNvSpPr txBox="1"/>
              <p:nvPr/>
            </p:nvSpPr>
            <p:spPr>
              <a:xfrm>
                <a:off x="3750888" y="3272222"/>
                <a:ext cx="512729" cy="450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70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IP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8320551-D0B6-F02F-F12E-332097480B81}"/>
                  </a:ext>
                </a:extLst>
              </p:cNvPr>
              <p:cNvSpPr txBox="1"/>
              <p:nvPr/>
            </p:nvSpPr>
            <p:spPr>
              <a:xfrm>
                <a:off x="3151640" y="3023252"/>
                <a:ext cx="512729" cy="450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70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DB082C3E-69B2-CE88-0963-5523A0870E89}"/>
                </a:ext>
              </a:extLst>
            </p:cNvPr>
            <p:cNvGrpSpPr/>
            <p:nvPr/>
          </p:nvGrpSpPr>
          <p:grpSpPr>
            <a:xfrm>
              <a:off x="4437983" y="1373023"/>
              <a:ext cx="1194195" cy="767343"/>
              <a:chOff x="5686366" y="-1006832"/>
              <a:chExt cx="1435026" cy="922089"/>
            </a:xfrm>
          </p:grpSpPr>
          <p:pic>
            <p:nvPicPr>
              <p:cNvPr id="108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E8C9A362-038D-2E5D-240B-8FB2727C5E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6444736" y="-438296"/>
                <a:ext cx="676656" cy="3535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13E98F7C-64F3-98A1-076B-8A304E7D282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686366" y="-751515"/>
                <a:ext cx="1050028" cy="548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B4786D0-B3AE-9399-695E-A6AFB7C86314}"/>
                  </a:ext>
                </a:extLst>
              </p:cNvPr>
              <p:cNvSpPr txBox="1"/>
              <p:nvPr/>
            </p:nvSpPr>
            <p:spPr>
              <a:xfrm>
                <a:off x="6608661" y="-755482"/>
                <a:ext cx="512731" cy="450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701">
                    <a:latin typeface="Google Sans"/>
                  </a:rPr>
                  <a:t>♂</a:t>
                </a:r>
                <a:endParaRPr lang="en-US" sz="1701"/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1CE3ECAB-4ED3-72DD-087D-B053BAD1BE0F}"/>
                  </a:ext>
                </a:extLst>
              </p:cNvPr>
              <p:cNvSpPr txBox="1"/>
              <p:nvPr/>
            </p:nvSpPr>
            <p:spPr>
              <a:xfrm>
                <a:off x="5978876" y="-1006832"/>
                <a:ext cx="512731" cy="450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701" dirty="0"/>
                  <a:t>♀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DAAC207-93A2-A7BE-2245-E87DD3B94BE4}"/>
                </a:ext>
              </a:extLst>
            </p:cNvPr>
            <p:cNvGrpSpPr/>
            <p:nvPr/>
          </p:nvGrpSpPr>
          <p:grpSpPr>
            <a:xfrm>
              <a:off x="3316401" y="1350506"/>
              <a:ext cx="1233704" cy="754347"/>
              <a:chOff x="3848150" y="235623"/>
              <a:chExt cx="1482503" cy="906473"/>
            </a:xfrm>
          </p:grpSpPr>
          <p:pic>
            <p:nvPicPr>
              <p:cNvPr id="113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6803B303-798A-3006-7D0D-791D2B881A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4268639" y="788543"/>
                <a:ext cx="676656" cy="3535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4" name="Picture 2" descr="Clownfish - Free vector clipart images on creazilla.com">
                <a:extLst>
                  <a:ext uri="{FF2B5EF4-FFF2-40B4-BE49-F238E27FC236}">
                    <a16:creationId xmlns:a16="http://schemas.microsoft.com/office/drawing/2014/main" id="{2824C3F2-2D6E-8FC6-5467-E052AFFCE5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848150" y="522665"/>
                <a:ext cx="840979" cy="43941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5C44446A-282E-CF1E-C88D-2F16873A1AF7}"/>
                  </a:ext>
                </a:extLst>
              </p:cNvPr>
              <p:cNvSpPr txBox="1"/>
              <p:nvPr/>
            </p:nvSpPr>
            <p:spPr>
              <a:xfrm>
                <a:off x="4565918" y="464166"/>
                <a:ext cx="764735" cy="450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70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LIP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D629627-9E6F-7E7B-4B8F-AD9D33684203}"/>
                  </a:ext>
                </a:extLst>
              </p:cNvPr>
              <p:cNvSpPr txBox="1"/>
              <p:nvPr/>
            </p:nvSpPr>
            <p:spPr>
              <a:xfrm>
                <a:off x="3895134" y="235623"/>
                <a:ext cx="605303" cy="450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70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</a:t>
                </a:r>
              </a:p>
            </p:txBody>
          </p:sp>
        </p:grp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82C09DA2-01EF-40B5-098D-6FBEBC5EE086}"/>
                </a:ext>
              </a:extLst>
            </p:cNvPr>
            <p:cNvCxnSpPr>
              <a:cxnSpLocks/>
            </p:cNvCxnSpPr>
            <p:nvPr/>
          </p:nvCxnSpPr>
          <p:spPr>
            <a:xfrm>
              <a:off x="2055006" y="2353651"/>
              <a:ext cx="1996386" cy="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0C547993-109B-E36A-DB4D-2245C70C7E15}"/>
              </a:ext>
            </a:extLst>
          </p:cNvPr>
          <p:cNvSpPr txBox="1"/>
          <p:nvPr/>
        </p:nvSpPr>
        <p:spPr>
          <a:xfrm>
            <a:off x="2850476" y="2547265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BA0D787-9D78-CD85-051B-8974AA848DBA}"/>
              </a:ext>
            </a:extLst>
          </p:cNvPr>
          <p:cNvSpPr txBox="1"/>
          <p:nvPr/>
        </p:nvSpPr>
        <p:spPr>
          <a:xfrm>
            <a:off x="-1954" y="2547265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F698A02-9682-5920-2E5C-8FC57940FAE7}"/>
              </a:ext>
            </a:extLst>
          </p:cNvPr>
          <p:cNvSpPr txBox="1"/>
          <p:nvPr/>
        </p:nvSpPr>
        <p:spPr>
          <a:xfrm>
            <a:off x="-7255" y="175982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1" name="Graphic 1020">
            <a:extLst>
              <a:ext uri="{FF2B5EF4-FFF2-40B4-BE49-F238E27FC236}">
                <a16:creationId xmlns:a16="http://schemas.microsoft.com/office/drawing/2014/main" id="{FCA465F9-3817-2221-F518-E2E32F26E58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97052"/>
          <a:stretch>
            <a:fillRect/>
          </a:stretch>
        </p:blipFill>
        <p:spPr>
          <a:xfrm>
            <a:off x="3203250" y="5610385"/>
            <a:ext cx="1609033" cy="153501"/>
          </a:xfrm>
          <a:prstGeom prst="rect">
            <a:avLst/>
          </a:prstGeom>
        </p:spPr>
      </p:pic>
      <p:grpSp>
        <p:nvGrpSpPr>
          <p:cNvPr id="3168" name="Group 3167">
            <a:extLst>
              <a:ext uri="{FF2B5EF4-FFF2-40B4-BE49-F238E27FC236}">
                <a16:creationId xmlns:a16="http://schemas.microsoft.com/office/drawing/2014/main" id="{95E833E3-2EDC-D0CB-6706-502B5177B9F4}"/>
              </a:ext>
            </a:extLst>
          </p:cNvPr>
          <p:cNvGrpSpPr/>
          <p:nvPr/>
        </p:nvGrpSpPr>
        <p:grpSpPr>
          <a:xfrm>
            <a:off x="2611333" y="2910712"/>
            <a:ext cx="2274674" cy="4348433"/>
            <a:chOff x="2788414" y="2968761"/>
            <a:chExt cx="2407298" cy="4601966"/>
          </a:xfrm>
        </p:grpSpPr>
        <p:grpSp>
          <p:nvGrpSpPr>
            <p:cNvPr id="939" name="Graphic 60">
              <a:extLst>
                <a:ext uri="{FF2B5EF4-FFF2-40B4-BE49-F238E27FC236}">
                  <a16:creationId xmlns:a16="http://schemas.microsoft.com/office/drawing/2014/main" id="{F1A3CEB3-EDC2-29C3-A54E-489021D3C0A6}"/>
                </a:ext>
              </a:extLst>
            </p:cNvPr>
            <p:cNvGrpSpPr/>
            <p:nvPr/>
          </p:nvGrpSpPr>
          <p:grpSpPr>
            <a:xfrm>
              <a:off x="2863991" y="2968761"/>
              <a:ext cx="2331721" cy="1826537"/>
              <a:chOff x="2863991" y="2968761"/>
              <a:chExt cx="2331721" cy="1826537"/>
            </a:xfrm>
          </p:grpSpPr>
          <p:sp>
            <p:nvSpPr>
              <p:cNvPr id="940" name="Freeform 939">
                <a:extLst>
                  <a:ext uri="{FF2B5EF4-FFF2-40B4-BE49-F238E27FC236}">
                    <a16:creationId xmlns:a16="http://schemas.microsoft.com/office/drawing/2014/main" id="{8D14DC00-8378-9B34-CAAF-990347CC9DC8}"/>
                  </a:ext>
                </a:extLst>
              </p:cNvPr>
              <p:cNvSpPr/>
              <p:nvPr/>
            </p:nvSpPr>
            <p:spPr>
              <a:xfrm>
                <a:off x="2863991" y="2975642"/>
                <a:ext cx="2331721" cy="1819656"/>
              </a:xfrm>
              <a:custGeom>
                <a:avLst/>
                <a:gdLst>
                  <a:gd name="csX0" fmla="*/ 0 w 2331721"/>
                  <a:gd name="csY0" fmla="*/ 0 h 1819656"/>
                  <a:gd name="csX1" fmla="*/ 2331721 w 2331721"/>
                  <a:gd name="csY1" fmla="*/ 0 h 1819656"/>
                  <a:gd name="csX2" fmla="*/ 2331721 w 2331721"/>
                  <a:gd name="csY2" fmla="*/ 1819656 h 1819656"/>
                  <a:gd name="csX3" fmla="*/ 0 w 2331721"/>
                  <a:gd name="csY3" fmla="*/ 1819656 h 18196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1721" h="1819656">
                    <a:moveTo>
                      <a:pt x="0" y="0"/>
                    </a:moveTo>
                    <a:lnTo>
                      <a:pt x="2331721" y="0"/>
                    </a:lnTo>
                    <a:lnTo>
                      <a:pt x="2331721" y="1819656"/>
                    </a:lnTo>
                    <a:lnTo>
                      <a:pt x="0" y="1819656"/>
                    </a:lnTo>
                    <a:close/>
                  </a:path>
                </a:pathLst>
              </a:custGeom>
              <a:solidFill>
                <a:srgbClr val="FFFFFF"/>
              </a:solidFill>
              <a:ln w="1291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2268"/>
              </a:p>
            </p:txBody>
          </p:sp>
          <p:sp>
            <p:nvSpPr>
              <p:cNvPr id="941" name="Freeform 940">
                <a:extLst>
                  <a:ext uri="{FF2B5EF4-FFF2-40B4-BE49-F238E27FC236}">
                    <a16:creationId xmlns:a16="http://schemas.microsoft.com/office/drawing/2014/main" id="{7892DEE8-D650-6199-546E-186C853C214B}"/>
                  </a:ext>
                </a:extLst>
              </p:cNvPr>
              <p:cNvSpPr/>
              <p:nvPr/>
            </p:nvSpPr>
            <p:spPr>
              <a:xfrm>
                <a:off x="2863991" y="2975642"/>
                <a:ext cx="2331721" cy="1819656"/>
              </a:xfrm>
              <a:custGeom>
                <a:avLst/>
                <a:gdLst>
                  <a:gd name="csX0" fmla="*/ 0 w 2331721"/>
                  <a:gd name="csY0" fmla="*/ 0 h 1819656"/>
                  <a:gd name="csX1" fmla="*/ 2331721 w 2331721"/>
                  <a:gd name="csY1" fmla="*/ 0 h 1819656"/>
                  <a:gd name="csX2" fmla="*/ 2331721 w 2331721"/>
                  <a:gd name="csY2" fmla="*/ 1819656 h 1819656"/>
                  <a:gd name="csX3" fmla="*/ 0 w 2331721"/>
                  <a:gd name="csY3" fmla="*/ 1819656 h 18196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1721" h="1819656">
                    <a:moveTo>
                      <a:pt x="0" y="0"/>
                    </a:moveTo>
                    <a:lnTo>
                      <a:pt x="2331721" y="0"/>
                    </a:lnTo>
                    <a:lnTo>
                      <a:pt x="2331721" y="1819656"/>
                    </a:lnTo>
                    <a:lnTo>
                      <a:pt x="0" y="1819656"/>
                    </a:lnTo>
                    <a:close/>
                  </a:path>
                </a:pathLst>
              </a:custGeom>
              <a:solidFill>
                <a:srgbClr val="FFFFFF"/>
              </a:solidFill>
              <a:ln w="13815" cap="rnd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268"/>
              </a:p>
            </p:txBody>
          </p:sp>
          <p:grpSp>
            <p:nvGrpSpPr>
              <p:cNvPr id="942" name="Graphic 60">
                <a:extLst>
                  <a:ext uri="{FF2B5EF4-FFF2-40B4-BE49-F238E27FC236}">
                    <a16:creationId xmlns:a16="http://schemas.microsoft.com/office/drawing/2014/main" id="{DF773C84-03DC-29BF-9601-2B394E437C6C}"/>
                  </a:ext>
                </a:extLst>
              </p:cNvPr>
              <p:cNvGrpSpPr/>
              <p:nvPr/>
            </p:nvGrpSpPr>
            <p:grpSpPr>
              <a:xfrm>
                <a:off x="3378278" y="3001557"/>
                <a:ext cx="1746575" cy="1395691"/>
                <a:chOff x="3378278" y="3001557"/>
                <a:chExt cx="1746575" cy="1395691"/>
              </a:xfrm>
            </p:grpSpPr>
            <p:sp>
              <p:nvSpPr>
                <p:cNvPr id="943" name="Freeform 942">
                  <a:extLst>
                    <a:ext uri="{FF2B5EF4-FFF2-40B4-BE49-F238E27FC236}">
                      <a16:creationId xmlns:a16="http://schemas.microsoft.com/office/drawing/2014/main" id="{0F461144-2252-D8CC-44D6-FBA151E4628F}"/>
                    </a:ext>
                  </a:extLst>
                </p:cNvPr>
                <p:cNvSpPr/>
                <p:nvPr/>
              </p:nvSpPr>
              <p:spPr>
                <a:xfrm>
                  <a:off x="3394587" y="3044890"/>
                  <a:ext cx="1730266" cy="1352358"/>
                </a:xfrm>
                <a:custGeom>
                  <a:avLst/>
                  <a:gdLst>
                    <a:gd name="csX0" fmla="*/ 0 w 1730266"/>
                    <a:gd name="csY0" fmla="*/ 0 h 1352358"/>
                    <a:gd name="csX1" fmla="*/ 1730267 w 1730266"/>
                    <a:gd name="csY1" fmla="*/ 0 h 1352358"/>
                    <a:gd name="csX2" fmla="*/ 1730267 w 1730266"/>
                    <a:gd name="csY2" fmla="*/ 1352358 h 1352358"/>
                    <a:gd name="csX3" fmla="*/ 0 w 1730266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30266" h="1352358">
                      <a:moveTo>
                        <a:pt x="0" y="0"/>
                      </a:moveTo>
                      <a:lnTo>
                        <a:pt x="1730267" y="0"/>
                      </a:lnTo>
                      <a:lnTo>
                        <a:pt x="1730267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750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4" name="Freeform 943">
                  <a:extLst>
                    <a:ext uri="{FF2B5EF4-FFF2-40B4-BE49-F238E27FC236}">
                      <a16:creationId xmlns:a16="http://schemas.microsoft.com/office/drawing/2014/main" id="{B9B71667-409A-182E-2C83-8F1094A8E249}"/>
                    </a:ext>
                  </a:extLst>
                </p:cNvPr>
                <p:cNvSpPr/>
                <p:nvPr/>
              </p:nvSpPr>
              <p:spPr>
                <a:xfrm>
                  <a:off x="3715457" y="3954970"/>
                  <a:ext cx="251178" cy="12636"/>
                </a:xfrm>
                <a:custGeom>
                  <a:avLst/>
                  <a:gdLst>
                    <a:gd name="csX0" fmla="*/ 0 w 251178"/>
                    <a:gd name="csY0" fmla="*/ 0 h 12636"/>
                    <a:gd name="csX1" fmla="*/ 251178 w 251178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1178" h="12636">
                      <a:moveTo>
                        <a:pt x="0" y="0"/>
                      </a:moveTo>
                      <a:lnTo>
                        <a:pt x="251178" y="0"/>
                      </a:lnTo>
                    </a:path>
                  </a:pathLst>
                </a:custGeom>
                <a:ln w="34474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5" name="Freeform 944">
                  <a:extLst>
                    <a:ext uri="{FF2B5EF4-FFF2-40B4-BE49-F238E27FC236}">
                      <a16:creationId xmlns:a16="http://schemas.microsoft.com/office/drawing/2014/main" id="{84FAFD95-CC67-9236-F586-19F8D9A2B531}"/>
                    </a:ext>
                  </a:extLst>
                </p:cNvPr>
                <p:cNvSpPr/>
                <p:nvPr/>
              </p:nvSpPr>
              <p:spPr>
                <a:xfrm>
                  <a:off x="3994487" y="4079187"/>
                  <a:ext cx="251178" cy="12636"/>
                </a:xfrm>
                <a:custGeom>
                  <a:avLst/>
                  <a:gdLst>
                    <a:gd name="csX0" fmla="*/ 0 w 251178"/>
                    <a:gd name="csY0" fmla="*/ 0 h 12636"/>
                    <a:gd name="csX1" fmla="*/ 251178 w 251178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1178" h="12636">
                      <a:moveTo>
                        <a:pt x="0" y="0"/>
                      </a:moveTo>
                      <a:lnTo>
                        <a:pt x="251178" y="0"/>
                      </a:lnTo>
                    </a:path>
                  </a:pathLst>
                </a:custGeom>
                <a:ln w="34474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6" name="Freeform 945">
                  <a:extLst>
                    <a:ext uri="{FF2B5EF4-FFF2-40B4-BE49-F238E27FC236}">
                      <a16:creationId xmlns:a16="http://schemas.microsoft.com/office/drawing/2014/main" id="{27837DC2-10FA-5779-AA66-77BB060135DA}"/>
                    </a:ext>
                  </a:extLst>
                </p:cNvPr>
                <p:cNvSpPr/>
                <p:nvPr/>
              </p:nvSpPr>
              <p:spPr>
                <a:xfrm>
                  <a:off x="4273645" y="4335834"/>
                  <a:ext cx="251048" cy="12636"/>
                </a:xfrm>
                <a:custGeom>
                  <a:avLst/>
                  <a:gdLst>
                    <a:gd name="csX0" fmla="*/ 0 w 251048"/>
                    <a:gd name="csY0" fmla="*/ 0 h 12636"/>
                    <a:gd name="csX1" fmla="*/ 251049 w 251048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1048" h="12636">
                      <a:moveTo>
                        <a:pt x="0" y="0"/>
                      </a:moveTo>
                      <a:lnTo>
                        <a:pt x="251049" y="0"/>
                      </a:lnTo>
                    </a:path>
                  </a:pathLst>
                </a:custGeom>
                <a:ln w="34474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7" name="Freeform 946">
                  <a:extLst>
                    <a:ext uri="{FF2B5EF4-FFF2-40B4-BE49-F238E27FC236}">
                      <a16:creationId xmlns:a16="http://schemas.microsoft.com/office/drawing/2014/main" id="{28039F5E-517D-8382-9772-967A9BA68804}"/>
                    </a:ext>
                  </a:extLst>
                </p:cNvPr>
                <p:cNvSpPr/>
                <p:nvPr/>
              </p:nvSpPr>
              <p:spPr>
                <a:xfrm>
                  <a:off x="4552675" y="3616186"/>
                  <a:ext cx="251178" cy="12636"/>
                </a:xfrm>
                <a:custGeom>
                  <a:avLst/>
                  <a:gdLst>
                    <a:gd name="csX0" fmla="*/ 0 w 251178"/>
                    <a:gd name="csY0" fmla="*/ 0 h 12636"/>
                    <a:gd name="csX1" fmla="*/ 251178 w 251178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1178" h="12636">
                      <a:moveTo>
                        <a:pt x="0" y="0"/>
                      </a:moveTo>
                      <a:lnTo>
                        <a:pt x="251178" y="0"/>
                      </a:lnTo>
                    </a:path>
                  </a:pathLst>
                </a:custGeom>
                <a:ln w="34474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8" name="Freeform 947">
                  <a:extLst>
                    <a:ext uri="{FF2B5EF4-FFF2-40B4-BE49-F238E27FC236}">
                      <a16:creationId xmlns:a16="http://schemas.microsoft.com/office/drawing/2014/main" id="{566B41D4-3ADA-C533-6FD0-8E48D3B1BA44}"/>
                    </a:ext>
                  </a:extLst>
                </p:cNvPr>
                <p:cNvSpPr/>
                <p:nvPr/>
              </p:nvSpPr>
              <p:spPr>
                <a:xfrm>
                  <a:off x="3436428" y="3289785"/>
                  <a:ext cx="251178" cy="12636"/>
                </a:xfrm>
                <a:custGeom>
                  <a:avLst/>
                  <a:gdLst>
                    <a:gd name="csX0" fmla="*/ 0 w 251178"/>
                    <a:gd name="csY0" fmla="*/ 0 h 12636"/>
                    <a:gd name="csX1" fmla="*/ 251178 w 251178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1178" h="12636">
                      <a:moveTo>
                        <a:pt x="0" y="0"/>
                      </a:moveTo>
                      <a:lnTo>
                        <a:pt x="251178" y="0"/>
                      </a:lnTo>
                    </a:path>
                  </a:pathLst>
                </a:custGeom>
                <a:ln w="34474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49" name="Freeform 948">
                  <a:extLst>
                    <a:ext uri="{FF2B5EF4-FFF2-40B4-BE49-F238E27FC236}">
                      <a16:creationId xmlns:a16="http://schemas.microsoft.com/office/drawing/2014/main" id="{7F1BD57C-A501-5BDD-8EE9-DEE51DD1EEED}"/>
                    </a:ext>
                  </a:extLst>
                </p:cNvPr>
                <p:cNvSpPr/>
                <p:nvPr/>
              </p:nvSpPr>
              <p:spPr>
                <a:xfrm>
                  <a:off x="3506121" y="3263375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4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0" name="Freeform 949">
                  <a:extLst>
                    <a:ext uri="{FF2B5EF4-FFF2-40B4-BE49-F238E27FC236}">
                      <a16:creationId xmlns:a16="http://schemas.microsoft.com/office/drawing/2014/main" id="{889816D3-D478-E820-4317-2221272DF607}"/>
                    </a:ext>
                  </a:extLst>
                </p:cNvPr>
                <p:cNvSpPr/>
                <p:nvPr/>
              </p:nvSpPr>
              <p:spPr>
                <a:xfrm>
                  <a:off x="3561952" y="3263375"/>
                  <a:ext cx="12954" cy="52946"/>
                </a:xfrm>
                <a:custGeom>
                  <a:avLst/>
                  <a:gdLst>
                    <a:gd name="csX0" fmla="*/ 0 w 12954"/>
                    <a:gd name="csY0" fmla="*/ 0 h 52946"/>
                    <a:gd name="csX1" fmla="*/ 0 w 12954"/>
                    <a:gd name="csY1" fmla="*/ 52947 h 529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52946">
                      <a:moveTo>
                        <a:pt x="0" y="0"/>
                      </a:moveTo>
                      <a:lnTo>
                        <a:pt x="0" y="52947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1" name="Freeform 950">
                  <a:extLst>
                    <a:ext uri="{FF2B5EF4-FFF2-40B4-BE49-F238E27FC236}">
                      <a16:creationId xmlns:a16="http://schemas.microsoft.com/office/drawing/2014/main" id="{5D8B3772-F550-CF47-F60D-EDD345266DA6}"/>
                    </a:ext>
                  </a:extLst>
                </p:cNvPr>
                <p:cNvSpPr/>
                <p:nvPr/>
              </p:nvSpPr>
              <p:spPr>
                <a:xfrm>
                  <a:off x="3506121" y="3316322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4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2" name="Freeform 951">
                  <a:extLst>
                    <a:ext uri="{FF2B5EF4-FFF2-40B4-BE49-F238E27FC236}">
                      <a16:creationId xmlns:a16="http://schemas.microsoft.com/office/drawing/2014/main" id="{0DB378FA-4AC9-0859-3559-8A47EEC96591}"/>
                    </a:ext>
                  </a:extLst>
                </p:cNvPr>
                <p:cNvSpPr/>
                <p:nvPr/>
              </p:nvSpPr>
              <p:spPr>
                <a:xfrm>
                  <a:off x="3785279" y="3887744"/>
                  <a:ext cx="111533" cy="12636"/>
                </a:xfrm>
                <a:custGeom>
                  <a:avLst/>
                  <a:gdLst>
                    <a:gd name="csX0" fmla="*/ 0 w 111533"/>
                    <a:gd name="csY0" fmla="*/ 0 h 12636"/>
                    <a:gd name="csX1" fmla="*/ 111534 w 11153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533" h="12636">
                      <a:moveTo>
                        <a:pt x="0" y="0"/>
                      </a:moveTo>
                      <a:lnTo>
                        <a:pt x="11153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3" name="Freeform 952">
                  <a:extLst>
                    <a:ext uri="{FF2B5EF4-FFF2-40B4-BE49-F238E27FC236}">
                      <a16:creationId xmlns:a16="http://schemas.microsoft.com/office/drawing/2014/main" id="{2BF1D744-5BC2-9A1B-B77F-30EEF18C8EBC}"/>
                    </a:ext>
                  </a:extLst>
                </p:cNvPr>
                <p:cNvSpPr/>
                <p:nvPr/>
              </p:nvSpPr>
              <p:spPr>
                <a:xfrm>
                  <a:off x="3840982" y="3887744"/>
                  <a:ext cx="12954" cy="134578"/>
                </a:xfrm>
                <a:custGeom>
                  <a:avLst/>
                  <a:gdLst>
                    <a:gd name="csX0" fmla="*/ 0 w 12954"/>
                    <a:gd name="csY0" fmla="*/ 0 h 134578"/>
                    <a:gd name="csX1" fmla="*/ 0 w 12954"/>
                    <a:gd name="csY1" fmla="*/ 134579 h 1345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134578">
                      <a:moveTo>
                        <a:pt x="0" y="0"/>
                      </a:moveTo>
                      <a:lnTo>
                        <a:pt x="0" y="134579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4" name="Freeform 953">
                  <a:extLst>
                    <a:ext uri="{FF2B5EF4-FFF2-40B4-BE49-F238E27FC236}">
                      <a16:creationId xmlns:a16="http://schemas.microsoft.com/office/drawing/2014/main" id="{01A4C287-C12B-5614-F9CB-7ECA6A3217AE}"/>
                    </a:ext>
                  </a:extLst>
                </p:cNvPr>
                <p:cNvSpPr/>
                <p:nvPr/>
              </p:nvSpPr>
              <p:spPr>
                <a:xfrm>
                  <a:off x="3785279" y="4022323"/>
                  <a:ext cx="111533" cy="12636"/>
                </a:xfrm>
                <a:custGeom>
                  <a:avLst/>
                  <a:gdLst>
                    <a:gd name="csX0" fmla="*/ 0 w 111533"/>
                    <a:gd name="csY0" fmla="*/ 0 h 12636"/>
                    <a:gd name="csX1" fmla="*/ 111534 w 11153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533" h="12636">
                      <a:moveTo>
                        <a:pt x="0" y="0"/>
                      </a:moveTo>
                      <a:lnTo>
                        <a:pt x="11153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5" name="Freeform 954">
                  <a:extLst>
                    <a:ext uri="{FF2B5EF4-FFF2-40B4-BE49-F238E27FC236}">
                      <a16:creationId xmlns:a16="http://schemas.microsoft.com/office/drawing/2014/main" id="{CB7574CE-FBBF-F9B6-7CC6-26E48EF17A0A}"/>
                    </a:ext>
                  </a:extLst>
                </p:cNvPr>
                <p:cNvSpPr/>
                <p:nvPr/>
              </p:nvSpPr>
              <p:spPr>
                <a:xfrm>
                  <a:off x="4064309" y="3997555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3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3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6" name="Freeform 955">
                  <a:extLst>
                    <a:ext uri="{FF2B5EF4-FFF2-40B4-BE49-F238E27FC236}">
                      <a16:creationId xmlns:a16="http://schemas.microsoft.com/office/drawing/2014/main" id="{2EB98809-3D94-588A-3849-0734058221F9}"/>
                    </a:ext>
                  </a:extLst>
                </p:cNvPr>
                <p:cNvSpPr/>
                <p:nvPr/>
              </p:nvSpPr>
              <p:spPr>
                <a:xfrm>
                  <a:off x="4120140" y="3997555"/>
                  <a:ext cx="12954" cy="163263"/>
                </a:xfrm>
                <a:custGeom>
                  <a:avLst/>
                  <a:gdLst>
                    <a:gd name="csX0" fmla="*/ 0 w 12954"/>
                    <a:gd name="csY0" fmla="*/ 0 h 163263"/>
                    <a:gd name="csX1" fmla="*/ 0 w 12954"/>
                    <a:gd name="csY1" fmla="*/ 163264 h 1632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163263">
                      <a:moveTo>
                        <a:pt x="0" y="0"/>
                      </a:moveTo>
                      <a:lnTo>
                        <a:pt x="0" y="163264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7" name="Freeform 956">
                  <a:extLst>
                    <a:ext uri="{FF2B5EF4-FFF2-40B4-BE49-F238E27FC236}">
                      <a16:creationId xmlns:a16="http://schemas.microsoft.com/office/drawing/2014/main" id="{4DBC8726-043A-A31E-1F8F-839392EA48D3}"/>
                    </a:ext>
                  </a:extLst>
                </p:cNvPr>
                <p:cNvSpPr/>
                <p:nvPr/>
              </p:nvSpPr>
              <p:spPr>
                <a:xfrm>
                  <a:off x="4064309" y="4160819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3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3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8" name="Freeform 957">
                  <a:extLst>
                    <a:ext uri="{FF2B5EF4-FFF2-40B4-BE49-F238E27FC236}">
                      <a16:creationId xmlns:a16="http://schemas.microsoft.com/office/drawing/2014/main" id="{9EDBA43A-3616-C4EE-53E0-2522A6606B69}"/>
                    </a:ext>
                  </a:extLst>
                </p:cNvPr>
                <p:cNvSpPr/>
                <p:nvPr/>
              </p:nvSpPr>
              <p:spPr>
                <a:xfrm>
                  <a:off x="4343338" y="4335834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4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59" name="Freeform 958">
                  <a:extLst>
                    <a:ext uri="{FF2B5EF4-FFF2-40B4-BE49-F238E27FC236}">
                      <a16:creationId xmlns:a16="http://schemas.microsoft.com/office/drawing/2014/main" id="{1C33B139-D087-DE5B-8D98-9183E5C245F8}"/>
                    </a:ext>
                  </a:extLst>
                </p:cNvPr>
                <p:cNvSpPr/>
                <p:nvPr/>
              </p:nvSpPr>
              <p:spPr>
                <a:xfrm>
                  <a:off x="4399170" y="4335834"/>
                  <a:ext cx="12954" cy="12636"/>
                </a:xfrm>
                <a:custGeom>
                  <a:avLst/>
                  <a:gdLst>
                    <a:gd name="csX0" fmla="*/ 0 w 12954"/>
                    <a:gd name="csY0" fmla="*/ 0 h 12636"/>
                    <a:gd name="csX1" fmla="*/ 0 w 1295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12636">
                      <a:moveTo>
                        <a:pt x="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0" name="Freeform 959">
                  <a:extLst>
                    <a:ext uri="{FF2B5EF4-FFF2-40B4-BE49-F238E27FC236}">
                      <a16:creationId xmlns:a16="http://schemas.microsoft.com/office/drawing/2014/main" id="{8B38183D-FBEE-70C5-05BA-340958E9CAE1}"/>
                    </a:ext>
                  </a:extLst>
                </p:cNvPr>
                <p:cNvSpPr/>
                <p:nvPr/>
              </p:nvSpPr>
              <p:spPr>
                <a:xfrm>
                  <a:off x="4343338" y="4335834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4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4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1" name="Freeform 960">
                  <a:extLst>
                    <a:ext uri="{FF2B5EF4-FFF2-40B4-BE49-F238E27FC236}">
                      <a16:creationId xmlns:a16="http://schemas.microsoft.com/office/drawing/2014/main" id="{8E108BEF-79A7-A69F-53D5-36762BF4B1F6}"/>
                    </a:ext>
                  </a:extLst>
                </p:cNvPr>
                <p:cNvSpPr/>
                <p:nvPr/>
              </p:nvSpPr>
              <p:spPr>
                <a:xfrm>
                  <a:off x="4622367" y="3483629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3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3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2" name="Freeform 961">
                  <a:extLst>
                    <a:ext uri="{FF2B5EF4-FFF2-40B4-BE49-F238E27FC236}">
                      <a16:creationId xmlns:a16="http://schemas.microsoft.com/office/drawing/2014/main" id="{8041C4FA-829C-E022-9B79-193D8DA3D815}"/>
                    </a:ext>
                  </a:extLst>
                </p:cNvPr>
                <p:cNvSpPr/>
                <p:nvPr/>
              </p:nvSpPr>
              <p:spPr>
                <a:xfrm>
                  <a:off x="4678199" y="3483629"/>
                  <a:ext cx="12954" cy="264987"/>
                </a:xfrm>
                <a:custGeom>
                  <a:avLst/>
                  <a:gdLst>
                    <a:gd name="csX0" fmla="*/ 0 w 12954"/>
                    <a:gd name="csY0" fmla="*/ 0 h 264987"/>
                    <a:gd name="csX1" fmla="*/ 0 w 12954"/>
                    <a:gd name="csY1" fmla="*/ 264987 h 2649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264987">
                      <a:moveTo>
                        <a:pt x="0" y="0"/>
                      </a:moveTo>
                      <a:lnTo>
                        <a:pt x="0" y="264987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3" name="Freeform 962">
                  <a:extLst>
                    <a:ext uri="{FF2B5EF4-FFF2-40B4-BE49-F238E27FC236}">
                      <a16:creationId xmlns:a16="http://schemas.microsoft.com/office/drawing/2014/main" id="{FDA803AD-B6F2-A059-4B49-C93B6AF3F9FF}"/>
                    </a:ext>
                  </a:extLst>
                </p:cNvPr>
                <p:cNvSpPr/>
                <p:nvPr/>
              </p:nvSpPr>
              <p:spPr>
                <a:xfrm>
                  <a:off x="4622367" y="3748616"/>
                  <a:ext cx="111663" cy="12636"/>
                </a:xfrm>
                <a:custGeom>
                  <a:avLst/>
                  <a:gdLst>
                    <a:gd name="csX0" fmla="*/ 0 w 111663"/>
                    <a:gd name="csY0" fmla="*/ 0 h 12636"/>
                    <a:gd name="csX1" fmla="*/ 111663 w 11166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1663" h="12636">
                      <a:moveTo>
                        <a:pt x="0" y="0"/>
                      </a:moveTo>
                      <a:lnTo>
                        <a:pt x="111663" y="0"/>
                      </a:lnTo>
                    </a:path>
                  </a:pathLst>
                </a:custGeom>
                <a:noFill/>
                <a:ln w="1381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4" name="Freeform 963">
                  <a:extLst>
                    <a:ext uri="{FF2B5EF4-FFF2-40B4-BE49-F238E27FC236}">
                      <a16:creationId xmlns:a16="http://schemas.microsoft.com/office/drawing/2014/main" id="{5C9163A7-C8C3-D4DB-EA37-379C15810A13}"/>
                    </a:ext>
                  </a:extLst>
                </p:cNvPr>
                <p:cNvSpPr/>
                <p:nvPr/>
              </p:nvSpPr>
              <p:spPr>
                <a:xfrm>
                  <a:off x="4370153" y="4304369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5" name="Freeform 964">
                  <a:extLst>
                    <a:ext uri="{FF2B5EF4-FFF2-40B4-BE49-F238E27FC236}">
                      <a16:creationId xmlns:a16="http://schemas.microsoft.com/office/drawing/2014/main" id="{7E8F40B5-80BA-916F-60A0-00F9CBAD4D5C}"/>
                    </a:ext>
                  </a:extLst>
                </p:cNvPr>
                <p:cNvSpPr/>
                <p:nvPr/>
              </p:nvSpPr>
              <p:spPr>
                <a:xfrm>
                  <a:off x="4647498" y="3717151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6" name="Freeform 965">
                  <a:extLst>
                    <a:ext uri="{FF2B5EF4-FFF2-40B4-BE49-F238E27FC236}">
                      <a16:creationId xmlns:a16="http://schemas.microsoft.com/office/drawing/2014/main" id="{2A513970-0A3A-F523-9EBB-FB142C9D6A1D}"/>
                    </a:ext>
                  </a:extLst>
                </p:cNvPr>
                <p:cNvSpPr/>
                <p:nvPr/>
              </p:nvSpPr>
              <p:spPr>
                <a:xfrm>
                  <a:off x="3793311" y="3914281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7" name="Freeform 966">
                  <a:extLst>
                    <a:ext uri="{FF2B5EF4-FFF2-40B4-BE49-F238E27FC236}">
                      <a16:creationId xmlns:a16="http://schemas.microsoft.com/office/drawing/2014/main" id="{2614EABD-2273-A5B6-25DB-B52344AC033A}"/>
                    </a:ext>
                  </a:extLst>
                </p:cNvPr>
                <p:cNvSpPr/>
                <p:nvPr/>
              </p:nvSpPr>
              <p:spPr>
                <a:xfrm>
                  <a:off x="4071045" y="4210733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3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8" name="Freeform 967">
                  <a:extLst>
                    <a:ext uri="{FF2B5EF4-FFF2-40B4-BE49-F238E27FC236}">
                      <a16:creationId xmlns:a16="http://schemas.microsoft.com/office/drawing/2014/main" id="{1A22496B-21BB-C87C-ADA8-26E9D6B7993B}"/>
                    </a:ext>
                  </a:extLst>
                </p:cNvPr>
                <p:cNvSpPr/>
                <p:nvPr/>
              </p:nvSpPr>
              <p:spPr>
                <a:xfrm>
                  <a:off x="3819478" y="3983908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69" name="Freeform 968">
                  <a:extLst>
                    <a:ext uri="{FF2B5EF4-FFF2-40B4-BE49-F238E27FC236}">
                      <a16:creationId xmlns:a16="http://schemas.microsoft.com/office/drawing/2014/main" id="{DFF3E5D7-7095-E10A-B1E2-095A2BE66ACC}"/>
                    </a:ext>
                  </a:extLst>
                </p:cNvPr>
                <p:cNvSpPr/>
                <p:nvPr/>
              </p:nvSpPr>
              <p:spPr>
                <a:xfrm>
                  <a:off x="4066511" y="4102691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0" name="Freeform 969">
                  <a:extLst>
                    <a:ext uri="{FF2B5EF4-FFF2-40B4-BE49-F238E27FC236}">
                      <a16:creationId xmlns:a16="http://schemas.microsoft.com/office/drawing/2014/main" id="{9F4F732E-5D68-B8B3-D2FD-C569312244D2}"/>
                    </a:ext>
                  </a:extLst>
                </p:cNvPr>
                <p:cNvSpPr/>
                <p:nvPr/>
              </p:nvSpPr>
              <p:spPr>
                <a:xfrm>
                  <a:off x="3548480" y="3186671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1" name="Freeform 970">
                  <a:extLst>
                    <a:ext uri="{FF2B5EF4-FFF2-40B4-BE49-F238E27FC236}">
                      <a16:creationId xmlns:a16="http://schemas.microsoft.com/office/drawing/2014/main" id="{8CD737A9-9EF4-3DA7-CCC6-6A2DC9180063}"/>
                    </a:ext>
                  </a:extLst>
                </p:cNvPr>
                <p:cNvSpPr/>
                <p:nvPr/>
              </p:nvSpPr>
              <p:spPr>
                <a:xfrm>
                  <a:off x="3523479" y="3322008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2" name="Freeform 971">
                  <a:extLst>
                    <a:ext uri="{FF2B5EF4-FFF2-40B4-BE49-F238E27FC236}">
                      <a16:creationId xmlns:a16="http://schemas.microsoft.com/office/drawing/2014/main" id="{8239956D-DF04-CB6E-98A2-E4FE83316ABD}"/>
                    </a:ext>
                  </a:extLst>
                </p:cNvPr>
                <p:cNvSpPr/>
                <p:nvPr/>
              </p:nvSpPr>
              <p:spPr>
                <a:xfrm>
                  <a:off x="3538765" y="3239492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3" name="Freeform 972">
                  <a:extLst>
                    <a:ext uri="{FF2B5EF4-FFF2-40B4-BE49-F238E27FC236}">
                      <a16:creationId xmlns:a16="http://schemas.microsoft.com/office/drawing/2014/main" id="{32D24627-9E54-5228-4448-E4CE0CB1E50B}"/>
                    </a:ext>
                  </a:extLst>
                </p:cNvPr>
                <p:cNvSpPr/>
                <p:nvPr/>
              </p:nvSpPr>
              <p:spPr>
                <a:xfrm>
                  <a:off x="3508323" y="3234058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4" name="Freeform 973">
                  <a:extLst>
                    <a:ext uri="{FF2B5EF4-FFF2-40B4-BE49-F238E27FC236}">
                      <a16:creationId xmlns:a16="http://schemas.microsoft.com/office/drawing/2014/main" id="{DB6F4AD0-782A-A70C-1865-61CD63BE16AE}"/>
                    </a:ext>
                  </a:extLst>
                </p:cNvPr>
                <p:cNvSpPr/>
                <p:nvPr/>
              </p:nvSpPr>
              <p:spPr>
                <a:xfrm>
                  <a:off x="3527236" y="3353094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5" name="Freeform 974">
                  <a:extLst>
                    <a:ext uri="{FF2B5EF4-FFF2-40B4-BE49-F238E27FC236}">
                      <a16:creationId xmlns:a16="http://schemas.microsoft.com/office/drawing/2014/main" id="{FCF99CC1-FB68-4B26-5114-25AFA549320C}"/>
                    </a:ext>
                  </a:extLst>
                </p:cNvPr>
                <p:cNvSpPr/>
                <p:nvPr/>
              </p:nvSpPr>
              <p:spPr>
                <a:xfrm>
                  <a:off x="3797715" y="4046079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6" name="Freeform 975">
                  <a:extLst>
                    <a:ext uri="{FF2B5EF4-FFF2-40B4-BE49-F238E27FC236}">
                      <a16:creationId xmlns:a16="http://schemas.microsoft.com/office/drawing/2014/main" id="{93F0AB84-EBE8-C524-E0AD-44AE231454B2}"/>
                    </a:ext>
                  </a:extLst>
                </p:cNvPr>
                <p:cNvSpPr/>
                <p:nvPr/>
              </p:nvSpPr>
              <p:spPr>
                <a:xfrm>
                  <a:off x="4072858" y="4136304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7" name="Freeform 976">
                  <a:extLst>
                    <a:ext uri="{FF2B5EF4-FFF2-40B4-BE49-F238E27FC236}">
                      <a16:creationId xmlns:a16="http://schemas.microsoft.com/office/drawing/2014/main" id="{973BE7D0-DDAA-BB6D-7C66-3508C1ACE8B7}"/>
                    </a:ext>
                  </a:extLst>
                </p:cNvPr>
                <p:cNvSpPr/>
                <p:nvPr/>
              </p:nvSpPr>
              <p:spPr>
                <a:xfrm>
                  <a:off x="3535267" y="3214850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8" name="Freeform 977">
                  <a:extLst>
                    <a:ext uri="{FF2B5EF4-FFF2-40B4-BE49-F238E27FC236}">
                      <a16:creationId xmlns:a16="http://schemas.microsoft.com/office/drawing/2014/main" id="{3A186119-45B3-354E-101D-AA6EECC4FE83}"/>
                    </a:ext>
                  </a:extLst>
                </p:cNvPr>
                <p:cNvSpPr/>
                <p:nvPr/>
              </p:nvSpPr>
              <p:spPr>
                <a:xfrm>
                  <a:off x="4346317" y="4304369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79" name="Freeform 978">
                  <a:extLst>
                    <a:ext uri="{FF2B5EF4-FFF2-40B4-BE49-F238E27FC236}">
                      <a16:creationId xmlns:a16="http://schemas.microsoft.com/office/drawing/2014/main" id="{5970F30A-51FE-331E-C97B-8A1FC1F2D9C9}"/>
                    </a:ext>
                  </a:extLst>
                </p:cNvPr>
                <p:cNvSpPr/>
                <p:nvPr/>
              </p:nvSpPr>
              <p:spPr>
                <a:xfrm>
                  <a:off x="4631824" y="3452164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69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0" name="Freeform 979">
                  <a:extLst>
                    <a:ext uri="{FF2B5EF4-FFF2-40B4-BE49-F238E27FC236}">
                      <a16:creationId xmlns:a16="http://schemas.microsoft.com/office/drawing/2014/main" id="{10FAEB9F-00DA-3FAC-2FAD-F01A2F657F9A}"/>
                    </a:ext>
                  </a:extLst>
                </p:cNvPr>
                <p:cNvSpPr/>
                <p:nvPr/>
              </p:nvSpPr>
              <p:spPr>
                <a:xfrm>
                  <a:off x="3794218" y="4106103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1" name="Freeform 980">
                  <a:extLst>
                    <a:ext uri="{FF2B5EF4-FFF2-40B4-BE49-F238E27FC236}">
                      <a16:creationId xmlns:a16="http://schemas.microsoft.com/office/drawing/2014/main" id="{CE120121-36D6-C90D-9699-948155AC92A9}"/>
                    </a:ext>
                  </a:extLst>
                </p:cNvPr>
                <p:cNvSpPr/>
                <p:nvPr/>
              </p:nvSpPr>
              <p:spPr>
                <a:xfrm>
                  <a:off x="4079983" y="4088664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2" name="Freeform 981">
                  <a:extLst>
                    <a:ext uri="{FF2B5EF4-FFF2-40B4-BE49-F238E27FC236}">
                      <a16:creationId xmlns:a16="http://schemas.microsoft.com/office/drawing/2014/main" id="{94A20998-7AAC-F64E-4F26-933872250863}"/>
                    </a:ext>
                  </a:extLst>
                </p:cNvPr>
                <p:cNvSpPr/>
                <p:nvPr/>
              </p:nvSpPr>
              <p:spPr>
                <a:xfrm>
                  <a:off x="3817405" y="3748363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3" name="Freeform 982">
                  <a:extLst>
                    <a:ext uri="{FF2B5EF4-FFF2-40B4-BE49-F238E27FC236}">
                      <a16:creationId xmlns:a16="http://schemas.microsoft.com/office/drawing/2014/main" id="{67408E16-F1DF-0EC7-8085-F15B0690DA70}"/>
                    </a:ext>
                  </a:extLst>
                </p:cNvPr>
                <p:cNvSpPr/>
                <p:nvPr/>
              </p:nvSpPr>
              <p:spPr>
                <a:xfrm>
                  <a:off x="4075190" y="4074259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4" name="Freeform 983">
                  <a:extLst>
                    <a:ext uri="{FF2B5EF4-FFF2-40B4-BE49-F238E27FC236}">
                      <a16:creationId xmlns:a16="http://schemas.microsoft.com/office/drawing/2014/main" id="{EBEE4545-A222-A542-3892-36D1334BFB13}"/>
                    </a:ext>
                  </a:extLst>
                </p:cNvPr>
                <p:cNvSpPr/>
                <p:nvPr/>
              </p:nvSpPr>
              <p:spPr>
                <a:xfrm>
                  <a:off x="4905024" y="3406420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3"/>
                        <a:pt x="50070" y="62930"/>
                        <a:pt x="32255" y="62930"/>
                      </a:cubicBezTo>
                      <a:cubicBezTo>
                        <a:pt x="14441" y="62930"/>
                        <a:pt x="0" y="48843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69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5" name="Freeform 984">
                  <a:extLst>
                    <a:ext uri="{FF2B5EF4-FFF2-40B4-BE49-F238E27FC236}">
                      <a16:creationId xmlns:a16="http://schemas.microsoft.com/office/drawing/2014/main" id="{79FE4326-6687-FA28-CD47-A8F888C72B80}"/>
                    </a:ext>
                  </a:extLst>
                </p:cNvPr>
                <p:cNvSpPr/>
                <p:nvPr/>
              </p:nvSpPr>
              <p:spPr>
                <a:xfrm>
                  <a:off x="3814685" y="3619724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6" name="Freeform 985">
                  <a:extLst>
                    <a:ext uri="{FF2B5EF4-FFF2-40B4-BE49-F238E27FC236}">
                      <a16:creationId xmlns:a16="http://schemas.microsoft.com/office/drawing/2014/main" id="{CF869457-0906-FA43-A451-57DE5563F1B2}"/>
                    </a:ext>
                  </a:extLst>
                </p:cNvPr>
                <p:cNvSpPr/>
                <p:nvPr/>
              </p:nvSpPr>
              <p:spPr>
                <a:xfrm>
                  <a:off x="4106409" y="4152605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7" name="Freeform 986">
                  <a:extLst>
                    <a:ext uri="{FF2B5EF4-FFF2-40B4-BE49-F238E27FC236}">
                      <a16:creationId xmlns:a16="http://schemas.microsoft.com/office/drawing/2014/main" id="{0FA6613E-2C94-466C-95BA-07BBFEF97855}"/>
                    </a:ext>
                  </a:extLst>
                </p:cNvPr>
                <p:cNvSpPr/>
                <p:nvPr/>
              </p:nvSpPr>
              <p:spPr>
                <a:xfrm>
                  <a:off x="3826991" y="4046332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5 w 64510"/>
                    <a:gd name="csY1" fmla="*/ 62930 h 62929"/>
                    <a:gd name="csX2" fmla="*/ 0 w 64510"/>
                    <a:gd name="csY2" fmla="*/ 31465 h 62929"/>
                    <a:gd name="csX3" fmla="*/ 32255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3"/>
                        <a:pt x="50070" y="62930"/>
                        <a:pt x="32255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5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8" name="Freeform 987">
                  <a:extLst>
                    <a:ext uri="{FF2B5EF4-FFF2-40B4-BE49-F238E27FC236}">
                      <a16:creationId xmlns:a16="http://schemas.microsoft.com/office/drawing/2014/main" id="{291E42F6-CD70-5E4F-F70B-901258351A4A}"/>
                    </a:ext>
                  </a:extLst>
                </p:cNvPr>
                <p:cNvSpPr/>
                <p:nvPr/>
              </p:nvSpPr>
              <p:spPr>
                <a:xfrm>
                  <a:off x="4103818" y="3568799"/>
                  <a:ext cx="64510" cy="62929"/>
                </a:xfrm>
                <a:custGeom>
                  <a:avLst/>
                  <a:gdLst>
                    <a:gd name="csX0" fmla="*/ 64511 w 64510"/>
                    <a:gd name="csY0" fmla="*/ 31465 h 62929"/>
                    <a:gd name="csX1" fmla="*/ 32256 w 64510"/>
                    <a:gd name="csY1" fmla="*/ 62930 h 62929"/>
                    <a:gd name="csX2" fmla="*/ 0 w 64510"/>
                    <a:gd name="csY2" fmla="*/ 31465 h 62929"/>
                    <a:gd name="csX3" fmla="*/ 32256 w 64510"/>
                    <a:gd name="csY3" fmla="*/ 0 h 62929"/>
                    <a:gd name="csX4" fmla="*/ 64511 w 64510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4510" h="62929">
                      <a:moveTo>
                        <a:pt x="64511" y="31465"/>
                      </a:moveTo>
                      <a:cubicBezTo>
                        <a:pt x="64511" y="48842"/>
                        <a:pt x="50070" y="62930"/>
                        <a:pt x="32256" y="62930"/>
                      </a:cubicBezTo>
                      <a:cubicBezTo>
                        <a:pt x="14441" y="62930"/>
                        <a:pt x="0" y="48842"/>
                        <a:pt x="0" y="31465"/>
                      </a:cubicBezTo>
                      <a:cubicBezTo>
                        <a:pt x="0" y="14087"/>
                        <a:pt x="14441" y="0"/>
                        <a:pt x="32256" y="0"/>
                      </a:cubicBezTo>
                      <a:cubicBezTo>
                        <a:pt x="50070" y="0"/>
                        <a:pt x="64511" y="14087"/>
                        <a:pt x="64511" y="31465"/>
                      </a:cubicBezTo>
                      <a:close/>
                    </a:path>
                  </a:pathLst>
                </a:custGeom>
                <a:noFill/>
                <a:ln w="916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89" name="TextBox 988">
                  <a:extLst>
                    <a:ext uri="{FF2B5EF4-FFF2-40B4-BE49-F238E27FC236}">
                      <a16:creationId xmlns:a16="http://schemas.microsoft.com/office/drawing/2014/main" id="{06DA1FB6-882F-FF8C-0EBA-059FEA9C66F7}"/>
                    </a:ext>
                  </a:extLst>
                </p:cNvPr>
                <p:cNvSpPr txBox="1"/>
                <p:nvPr/>
              </p:nvSpPr>
              <p:spPr>
                <a:xfrm>
                  <a:off x="4215495" y="3001557"/>
                  <a:ext cx="38883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   </a:t>
                  </a:r>
                </a:p>
              </p:txBody>
            </p:sp>
            <p:sp>
              <p:nvSpPr>
                <p:cNvPr id="990" name="TextBox 989">
                  <a:extLst>
                    <a:ext uri="{FF2B5EF4-FFF2-40B4-BE49-F238E27FC236}">
                      <a16:creationId xmlns:a16="http://schemas.microsoft.com/office/drawing/2014/main" id="{A14BA7A2-A7B5-5DD9-5722-CF527B8DE49C}"/>
                    </a:ext>
                  </a:extLst>
                </p:cNvPr>
                <p:cNvSpPr txBox="1"/>
                <p:nvPr/>
              </p:nvSpPr>
              <p:spPr>
                <a:xfrm>
                  <a:off x="3921071" y="3001557"/>
                  <a:ext cx="421063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  </a:t>
                  </a:r>
                </a:p>
              </p:txBody>
            </p:sp>
            <p:sp>
              <p:nvSpPr>
                <p:cNvPr id="991" name="TextBox 990">
                  <a:extLst>
                    <a:ext uri="{FF2B5EF4-FFF2-40B4-BE49-F238E27FC236}">
                      <a16:creationId xmlns:a16="http://schemas.microsoft.com/office/drawing/2014/main" id="{FA1B44B7-DB1F-E8ED-29FF-DD58F8F914B2}"/>
                    </a:ext>
                  </a:extLst>
                </p:cNvPr>
                <p:cNvSpPr txBox="1"/>
                <p:nvPr/>
              </p:nvSpPr>
              <p:spPr>
                <a:xfrm>
                  <a:off x="3657307" y="3001557"/>
                  <a:ext cx="38883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b  </a:t>
                  </a:r>
                </a:p>
              </p:txBody>
            </p:sp>
            <p:sp>
              <p:nvSpPr>
                <p:cNvPr id="992" name="TextBox 991">
                  <a:extLst>
                    <a:ext uri="{FF2B5EF4-FFF2-40B4-BE49-F238E27FC236}">
                      <a16:creationId xmlns:a16="http://schemas.microsoft.com/office/drawing/2014/main" id="{26F23697-CD44-BB5A-9A6C-90384ABED056}"/>
                    </a:ext>
                  </a:extLst>
                </p:cNvPr>
                <p:cNvSpPr txBox="1"/>
                <p:nvPr/>
              </p:nvSpPr>
              <p:spPr>
                <a:xfrm>
                  <a:off x="4497631" y="3001557"/>
                  <a:ext cx="34981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c </a:t>
                  </a:r>
                </a:p>
              </p:txBody>
            </p:sp>
            <p:sp>
              <p:nvSpPr>
                <p:cNvPr id="993" name="TextBox 992">
                  <a:extLst>
                    <a:ext uri="{FF2B5EF4-FFF2-40B4-BE49-F238E27FC236}">
                      <a16:creationId xmlns:a16="http://schemas.microsoft.com/office/drawing/2014/main" id="{49559DCB-032D-6E78-C6D8-7C5088010F90}"/>
                    </a:ext>
                  </a:extLst>
                </p:cNvPr>
                <p:cNvSpPr txBox="1"/>
                <p:nvPr/>
              </p:nvSpPr>
              <p:spPr>
                <a:xfrm>
                  <a:off x="4761265" y="3001557"/>
                  <a:ext cx="34981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cd</a:t>
                  </a:r>
                </a:p>
              </p:txBody>
            </p:sp>
            <p:sp>
              <p:nvSpPr>
                <p:cNvPr id="994" name="TextBox 993">
                  <a:extLst>
                    <a:ext uri="{FF2B5EF4-FFF2-40B4-BE49-F238E27FC236}">
                      <a16:creationId xmlns:a16="http://schemas.microsoft.com/office/drawing/2014/main" id="{0CEF2034-B7CE-A3FF-92DD-5DDDFF8F7137}"/>
                    </a:ext>
                  </a:extLst>
                </p:cNvPr>
                <p:cNvSpPr txBox="1"/>
                <p:nvPr/>
              </p:nvSpPr>
              <p:spPr>
                <a:xfrm>
                  <a:off x="3378278" y="3001557"/>
                  <a:ext cx="324364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d</a:t>
                  </a:r>
                </a:p>
              </p:txBody>
            </p:sp>
            <p:sp>
              <p:nvSpPr>
                <p:cNvPr id="995" name="Freeform 994">
                  <a:extLst>
                    <a:ext uri="{FF2B5EF4-FFF2-40B4-BE49-F238E27FC236}">
                      <a16:creationId xmlns:a16="http://schemas.microsoft.com/office/drawing/2014/main" id="{C6DF3D1C-CD7F-A6D8-06D3-5173697CAD34}"/>
                    </a:ext>
                  </a:extLst>
                </p:cNvPr>
                <p:cNvSpPr/>
                <p:nvPr/>
              </p:nvSpPr>
              <p:spPr>
                <a:xfrm>
                  <a:off x="3394587" y="3044890"/>
                  <a:ext cx="1730266" cy="1352358"/>
                </a:xfrm>
                <a:custGeom>
                  <a:avLst/>
                  <a:gdLst>
                    <a:gd name="csX0" fmla="*/ 0 w 1730266"/>
                    <a:gd name="csY0" fmla="*/ 0 h 1352358"/>
                    <a:gd name="csX1" fmla="*/ 1730267 w 1730266"/>
                    <a:gd name="csY1" fmla="*/ 0 h 1352358"/>
                    <a:gd name="csX2" fmla="*/ 1730267 w 1730266"/>
                    <a:gd name="csY2" fmla="*/ 1352358 h 1352358"/>
                    <a:gd name="csX3" fmla="*/ 0 w 1730266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30266" h="1352358">
                      <a:moveTo>
                        <a:pt x="0" y="0"/>
                      </a:moveTo>
                      <a:lnTo>
                        <a:pt x="1730267" y="0"/>
                      </a:lnTo>
                      <a:lnTo>
                        <a:pt x="1730267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noFill/>
                <a:ln w="13815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</p:grpSp>
          <p:grpSp>
            <p:nvGrpSpPr>
              <p:cNvPr id="996" name="Graphic 60">
                <a:extLst>
                  <a:ext uri="{FF2B5EF4-FFF2-40B4-BE49-F238E27FC236}">
                    <a16:creationId xmlns:a16="http://schemas.microsoft.com/office/drawing/2014/main" id="{BA38BCC2-BAF1-516F-9C0E-5398EA78D5CE}"/>
                  </a:ext>
                </a:extLst>
              </p:cNvPr>
              <p:cNvGrpSpPr/>
              <p:nvPr/>
            </p:nvGrpSpPr>
            <p:grpSpPr>
              <a:xfrm>
                <a:off x="3010996" y="2968761"/>
                <a:ext cx="2141409" cy="1808036"/>
                <a:chOff x="3010996" y="2968761"/>
                <a:chExt cx="2141409" cy="1808036"/>
              </a:xfrm>
            </p:grpSpPr>
            <p:sp>
              <p:nvSpPr>
                <p:cNvPr id="997" name="TextBox 996">
                  <a:extLst>
                    <a:ext uri="{FF2B5EF4-FFF2-40B4-BE49-F238E27FC236}">
                      <a16:creationId xmlns:a16="http://schemas.microsoft.com/office/drawing/2014/main" id="{3784E747-A5FB-2CEE-A7FE-BD4125ABD804}"/>
                    </a:ext>
                  </a:extLst>
                </p:cNvPr>
                <p:cNvSpPr txBox="1"/>
                <p:nvPr/>
              </p:nvSpPr>
              <p:spPr>
                <a:xfrm>
                  <a:off x="3074395" y="4229252"/>
                  <a:ext cx="36168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0%</a:t>
                  </a:r>
                </a:p>
              </p:txBody>
            </p:sp>
            <p:sp>
              <p:nvSpPr>
                <p:cNvPr id="998" name="TextBox 997">
                  <a:extLst>
                    <a:ext uri="{FF2B5EF4-FFF2-40B4-BE49-F238E27FC236}">
                      <a16:creationId xmlns:a16="http://schemas.microsoft.com/office/drawing/2014/main" id="{9109B3F5-E3E0-BDD8-654D-279480204ABE}"/>
                    </a:ext>
                  </a:extLst>
                </p:cNvPr>
                <p:cNvSpPr txBox="1"/>
                <p:nvPr/>
              </p:nvSpPr>
              <p:spPr>
                <a:xfrm>
                  <a:off x="3010996" y="3914097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20%</a:t>
                  </a:r>
                </a:p>
              </p:txBody>
            </p:sp>
            <p:sp>
              <p:nvSpPr>
                <p:cNvPr id="999" name="TextBox 998">
                  <a:extLst>
                    <a:ext uri="{FF2B5EF4-FFF2-40B4-BE49-F238E27FC236}">
                      <a16:creationId xmlns:a16="http://schemas.microsoft.com/office/drawing/2014/main" id="{645C0296-9241-F8AC-BFCE-89651ACEF53C}"/>
                    </a:ext>
                  </a:extLst>
                </p:cNvPr>
                <p:cNvSpPr txBox="1"/>
                <p:nvPr/>
              </p:nvSpPr>
              <p:spPr>
                <a:xfrm>
                  <a:off x="3010996" y="3598943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40%</a:t>
                  </a:r>
                </a:p>
              </p:txBody>
            </p:sp>
            <p:sp>
              <p:nvSpPr>
                <p:cNvPr id="1000" name="TextBox 999">
                  <a:extLst>
                    <a:ext uri="{FF2B5EF4-FFF2-40B4-BE49-F238E27FC236}">
                      <a16:creationId xmlns:a16="http://schemas.microsoft.com/office/drawing/2014/main" id="{7BCEDE8D-BD15-C1A6-C9F2-54F779B75098}"/>
                    </a:ext>
                  </a:extLst>
                </p:cNvPr>
                <p:cNvSpPr txBox="1"/>
                <p:nvPr/>
              </p:nvSpPr>
              <p:spPr>
                <a:xfrm>
                  <a:off x="3010996" y="3283915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60%</a:t>
                  </a:r>
                </a:p>
              </p:txBody>
            </p:sp>
            <p:sp>
              <p:nvSpPr>
                <p:cNvPr id="1001" name="TextBox 1000">
                  <a:extLst>
                    <a:ext uri="{FF2B5EF4-FFF2-40B4-BE49-F238E27FC236}">
                      <a16:creationId xmlns:a16="http://schemas.microsoft.com/office/drawing/2014/main" id="{79BBCAB9-247E-6E15-5600-696F61AC23D8}"/>
                    </a:ext>
                  </a:extLst>
                </p:cNvPr>
                <p:cNvSpPr txBox="1"/>
                <p:nvPr/>
              </p:nvSpPr>
              <p:spPr>
                <a:xfrm>
                  <a:off x="3010996" y="2968761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80%</a:t>
                  </a:r>
                </a:p>
              </p:txBody>
            </p:sp>
            <p:sp>
              <p:nvSpPr>
                <p:cNvPr id="1002" name="Freeform 1001">
                  <a:extLst>
                    <a:ext uri="{FF2B5EF4-FFF2-40B4-BE49-F238E27FC236}">
                      <a16:creationId xmlns:a16="http://schemas.microsoft.com/office/drawing/2014/main" id="{468E9FAD-0316-242E-4D85-2606137697B6}"/>
                    </a:ext>
                  </a:extLst>
                </p:cNvPr>
                <p:cNvSpPr/>
                <p:nvPr/>
              </p:nvSpPr>
              <p:spPr>
                <a:xfrm>
                  <a:off x="3359093" y="4335834"/>
                  <a:ext cx="35493" cy="12636"/>
                </a:xfrm>
                <a:custGeom>
                  <a:avLst/>
                  <a:gdLst>
                    <a:gd name="csX0" fmla="*/ 0 w 35493"/>
                    <a:gd name="csY0" fmla="*/ 0 h 12636"/>
                    <a:gd name="csX1" fmla="*/ 35494 w 3549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493" h="12636">
                      <a:moveTo>
                        <a:pt x="0" y="0"/>
                      </a:moveTo>
                      <a:lnTo>
                        <a:pt x="35494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3" name="Freeform 1002">
                  <a:extLst>
                    <a:ext uri="{FF2B5EF4-FFF2-40B4-BE49-F238E27FC236}">
                      <a16:creationId xmlns:a16="http://schemas.microsoft.com/office/drawing/2014/main" id="{1CED3033-CD49-8ADE-D063-550011CDE9AA}"/>
                    </a:ext>
                  </a:extLst>
                </p:cNvPr>
                <p:cNvSpPr/>
                <p:nvPr/>
              </p:nvSpPr>
              <p:spPr>
                <a:xfrm>
                  <a:off x="3359093" y="4020680"/>
                  <a:ext cx="35493" cy="12636"/>
                </a:xfrm>
                <a:custGeom>
                  <a:avLst/>
                  <a:gdLst>
                    <a:gd name="csX0" fmla="*/ 0 w 35493"/>
                    <a:gd name="csY0" fmla="*/ 0 h 12636"/>
                    <a:gd name="csX1" fmla="*/ 35494 w 3549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493" h="12636">
                      <a:moveTo>
                        <a:pt x="0" y="0"/>
                      </a:moveTo>
                      <a:lnTo>
                        <a:pt x="35494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4" name="Freeform 1003">
                  <a:extLst>
                    <a:ext uri="{FF2B5EF4-FFF2-40B4-BE49-F238E27FC236}">
                      <a16:creationId xmlns:a16="http://schemas.microsoft.com/office/drawing/2014/main" id="{C35519DA-17C5-3664-7183-0E224E4B6642}"/>
                    </a:ext>
                  </a:extLst>
                </p:cNvPr>
                <p:cNvSpPr/>
                <p:nvPr/>
              </p:nvSpPr>
              <p:spPr>
                <a:xfrm>
                  <a:off x="3359093" y="3705526"/>
                  <a:ext cx="35493" cy="12636"/>
                </a:xfrm>
                <a:custGeom>
                  <a:avLst/>
                  <a:gdLst>
                    <a:gd name="csX0" fmla="*/ 0 w 35493"/>
                    <a:gd name="csY0" fmla="*/ 0 h 12636"/>
                    <a:gd name="csX1" fmla="*/ 35494 w 3549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493" h="12636">
                      <a:moveTo>
                        <a:pt x="0" y="0"/>
                      </a:moveTo>
                      <a:lnTo>
                        <a:pt x="35494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5" name="Freeform 1004">
                  <a:extLst>
                    <a:ext uri="{FF2B5EF4-FFF2-40B4-BE49-F238E27FC236}">
                      <a16:creationId xmlns:a16="http://schemas.microsoft.com/office/drawing/2014/main" id="{27913FC0-E0ED-6CCD-1BB2-3401DF387D5D}"/>
                    </a:ext>
                  </a:extLst>
                </p:cNvPr>
                <p:cNvSpPr/>
                <p:nvPr/>
              </p:nvSpPr>
              <p:spPr>
                <a:xfrm>
                  <a:off x="3359093" y="3390498"/>
                  <a:ext cx="35493" cy="12636"/>
                </a:xfrm>
                <a:custGeom>
                  <a:avLst/>
                  <a:gdLst>
                    <a:gd name="csX0" fmla="*/ 0 w 35493"/>
                    <a:gd name="csY0" fmla="*/ 0 h 12636"/>
                    <a:gd name="csX1" fmla="*/ 35494 w 3549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493" h="12636">
                      <a:moveTo>
                        <a:pt x="0" y="0"/>
                      </a:moveTo>
                      <a:lnTo>
                        <a:pt x="35494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6" name="Freeform 1005">
                  <a:extLst>
                    <a:ext uri="{FF2B5EF4-FFF2-40B4-BE49-F238E27FC236}">
                      <a16:creationId xmlns:a16="http://schemas.microsoft.com/office/drawing/2014/main" id="{83F5BB70-8BD0-A225-8559-5561A0CA02B1}"/>
                    </a:ext>
                  </a:extLst>
                </p:cNvPr>
                <p:cNvSpPr/>
                <p:nvPr/>
              </p:nvSpPr>
              <p:spPr>
                <a:xfrm>
                  <a:off x="3359093" y="3075343"/>
                  <a:ext cx="35493" cy="12636"/>
                </a:xfrm>
                <a:custGeom>
                  <a:avLst/>
                  <a:gdLst>
                    <a:gd name="csX0" fmla="*/ 0 w 35493"/>
                    <a:gd name="csY0" fmla="*/ 0 h 12636"/>
                    <a:gd name="csX1" fmla="*/ 35494 w 3549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493" h="12636">
                      <a:moveTo>
                        <a:pt x="0" y="0"/>
                      </a:moveTo>
                      <a:lnTo>
                        <a:pt x="35494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7" name="Freeform 1006">
                  <a:extLst>
                    <a:ext uri="{FF2B5EF4-FFF2-40B4-BE49-F238E27FC236}">
                      <a16:creationId xmlns:a16="http://schemas.microsoft.com/office/drawing/2014/main" id="{2C9CB1F1-F05A-F54B-87E1-498E0AA68621}"/>
                    </a:ext>
                  </a:extLst>
                </p:cNvPr>
                <p:cNvSpPr/>
                <p:nvPr/>
              </p:nvSpPr>
              <p:spPr>
                <a:xfrm>
                  <a:off x="3561952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8" name="Freeform 1007">
                  <a:extLst>
                    <a:ext uri="{FF2B5EF4-FFF2-40B4-BE49-F238E27FC236}">
                      <a16:creationId xmlns:a16="http://schemas.microsoft.com/office/drawing/2014/main" id="{FC5CD53A-F40F-E3E3-B48D-6C83E1225E3F}"/>
                    </a:ext>
                  </a:extLst>
                </p:cNvPr>
                <p:cNvSpPr/>
                <p:nvPr/>
              </p:nvSpPr>
              <p:spPr>
                <a:xfrm>
                  <a:off x="3840982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09" name="Freeform 1008">
                  <a:extLst>
                    <a:ext uri="{FF2B5EF4-FFF2-40B4-BE49-F238E27FC236}">
                      <a16:creationId xmlns:a16="http://schemas.microsoft.com/office/drawing/2014/main" id="{A28418B9-EA02-394A-B497-A1954EEA7194}"/>
                    </a:ext>
                  </a:extLst>
                </p:cNvPr>
                <p:cNvSpPr/>
                <p:nvPr/>
              </p:nvSpPr>
              <p:spPr>
                <a:xfrm>
                  <a:off x="4120140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10" name="Freeform 1009">
                  <a:extLst>
                    <a:ext uri="{FF2B5EF4-FFF2-40B4-BE49-F238E27FC236}">
                      <a16:creationId xmlns:a16="http://schemas.microsoft.com/office/drawing/2014/main" id="{89BA1D53-D854-C202-5519-B10EBED89649}"/>
                    </a:ext>
                  </a:extLst>
                </p:cNvPr>
                <p:cNvSpPr/>
                <p:nvPr/>
              </p:nvSpPr>
              <p:spPr>
                <a:xfrm>
                  <a:off x="4399170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11" name="Freeform 1010">
                  <a:extLst>
                    <a:ext uri="{FF2B5EF4-FFF2-40B4-BE49-F238E27FC236}">
                      <a16:creationId xmlns:a16="http://schemas.microsoft.com/office/drawing/2014/main" id="{CE46150A-8752-D603-AE4B-DE6FE45F158D}"/>
                    </a:ext>
                  </a:extLst>
                </p:cNvPr>
                <p:cNvSpPr/>
                <p:nvPr/>
              </p:nvSpPr>
              <p:spPr>
                <a:xfrm>
                  <a:off x="4678199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12" name="Freeform 1011">
                  <a:extLst>
                    <a:ext uri="{FF2B5EF4-FFF2-40B4-BE49-F238E27FC236}">
                      <a16:creationId xmlns:a16="http://schemas.microsoft.com/office/drawing/2014/main" id="{AD63C469-5C2A-0609-6ABB-B3EF8A59A42A}"/>
                    </a:ext>
                  </a:extLst>
                </p:cNvPr>
                <p:cNvSpPr/>
                <p:nvPr/>
              </p:nvSpPr>
              <p:spPr>
                <a:xfrm>
                  <a:off x="4957228" y="4397248"/>
                  <a:ext cx="12954" cy="34623"/>
                </a:xfrm>
                <a:custGeom>
                  <a:avLst/>
                  <a:gdLst>
                    <a:gd name="csX0" fmla="*/ 0 w 12954"/>
                    <a:gd name="csY0" fmla="*/ 34624 h 34623"/>
                    <a:gd name="csX1" fmla="*/ 0 w 12954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954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815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013" name="TextBox 1012">
                  <a:extLst>
                    <a:ext uri="{FF2B5EF4-FFF2-40B4-BE49-F238E27FC236}">
                      <a16:creationId xmlns:a16="http://schemas.microsoft.com/office/drawing/2014/main" id="{44785B40-CF0B-9868-4F86-DD67BA261D7E}"/>
                    </a:ext>
                  </a:extLst>
                </p:cNvPr>
                <p:cNvSpPr txBox="1"/>
                <p:nvPr/>
              </p:nvSpPr>
              <p:spPr>
                <a:xfrm>
                  <a:off x="3423033" y="4392894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1014" name="TextBox 1013">
                  <a:extLst>
                    <a:ext uri="{FF2B5EF4-FFF2-40B4-BE49-F238E27FC236}">
                      <a16:creationId xmlns:a16="http://schemas.microsoft.com/office/drawing/2014/main" id="{E2F9D48D-FEF4-2674-89E3-E59184E3B861}"/>
                    </a:ext>
                  </a:extLst>
                </p:cNvPr>
                <p:cNvSpPr txBox="1"/>
                <p:nvPr/>
              </p:nvSpPr>
              <p:spPr>
                <a:xfrm>
                  <a:off x="3733706" y="4392894"/>
                  <a:ext cx="22766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1015" name="TextBox 1014">
                  <a:extLst>
                    <a:ext uri="{FF2B5EF4-FFF2-40B4-BE49-F238E27FC236}">
                      <a16:creationId xmlns:a16="http://schemas.microsoft.com/office/drawing/2014/main" id="{6C044BCB-3369-11DA-77BD-49DC30699295}"/>
                    </a:ext>
                  </a:extLst>
                </p:cNvPr>
                <p:cNvSpPr txBox="1"/>
                <p:nvPr/>
              </p:nvSpPr>
              <p:spPr>
                <a:xfrm>
                  <a:off x="3974848" y="4392894"/>
                  <a:ext cx="30400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IP</a:t>
                  </a:r>
                </a:p>
              </p:txBody>
            </p:sp>
            <p:sp>
              <p:nvSpPr>
                <p:cNvPr id="1016" name="TextBox 1015">
                  <a:extLst>
                    <a:ext uri="{FF2B5EF4-FFF2-40B4-BE49-F238E27FC236}">
                      <a16:creationId xmlns:a16="http://schemas.microsoft.com/office/drawing/2014/main" id="{3EB6B5F0-ED97-30B3-A65D-A86143F9DE3F}"/>
                    </a:ext>
                  </a:extLst>
                </p:cNvPr>
                <p:cNvSpPr txBox="1"/>
                <p:nvPr/>
              </p:nvSpPr>
              <p:spPr>
                <a:xfrm>
                  <a:off x="4260195" y="4392894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1017" name="TextBox 1016">
                  <a:extLst>
                    <a:ext uri="{FF2B5EF4-FFF2-40B4-BE49-F238E27FC236}">
                      <a16:creationId xmlns:a16="http://schemas.microsoft.com/office/drawing/2014/main" id="{7A3497F3-6451-9163-CB90-45477E0281CB}"/>
                    </a:ext>
                  </a:extLst>
                </p:cNvPr>
                <p:cNvSpPr txBox="1"/>
                <p:nvPr/>
              </p:nvSpPr>
              <p:spPr>
                <a:xfrm>
                  <a:off x="4501207" y="4392894"/>
                  <a:ext cx="36847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LIP</a:t>
                  </a:r>
                </a:p>
              </p:txBody>
            </p:sp>
            <p:sp>
              <p:nvSpPr>
                <p:cNvPr id="1018" name="TextBox 1017">
                  <a:extLst>
                    <a:ext uri="{FF2B5EF4-FFF2-40B4-BE49-F238E27FC236}">
                      <a16:creationId xmlns:a16="http://schemas.microsoft.com/office/drawing/2014/main" id="{66B8D767-66C2-AA46-A3CD-10331C9EAE06}"/>
                    </a:ext>
                  </a:extLst>
                </p:cNvPr>
                <p:cNvSpPr txBox="1"/>
                <p:nvPr/>
              </p:nvSpPr>
              <p:spPr>
                <a:xfrm>
                  <a:off x="4777147" y="4392894"/>
                  <a:ext cx="37525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NM</a:t>
                  </a:r>
                </a:p>
              </p:txBody>
            </p:sp>
            <p:sp>
              <p:nvSpPr>
                <p:cNvPr id="1019" name="TextBox 1018">
                  <a:extLst>
                    <a:ext uri="{FF2B5EF4-FFF2-40B4-BE49-F238E27FC236}">
                      <a16:creationId xmlns:a16="http://schemas.microsoft.com/office/drawing/2014/main" id="{DEE3C9CE-D5C2-6A3F-43B4-CF055C1376AF}"/>
                    </a:ext>
                  </a:extLst>
                </p:cNvPr>
                <p:cNvSpPr txBox="1"/>
                <p:nvPr/>
              </p:nvSpPr>
              <p:spPr>
                <a:xfrm>
                  <a:off x="3966198" y="4525178"/>
                  <a:ext cx="558477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945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Phase</a:t>
                  </a:r>
                </a:p>
              </p:txBody>
            </p:sp>
          </p:grpSp>
        </p:grpSp>
        <p:grpSp>
          <p:nvGrpSpPr>
            <p:cNvPr id="857" name="Graphic 61">
              <a:extLst>
                <a:ext uri="{FF2B5EF4-FFF2-40B4-BE49-F238E27FC236}">
                  <a16:creationId xmlns:a16="http://schemas.microsoft.com/office/drawing/2014/main" id="{356430CD-B407-7E12-0B9D-3804454DC421}"/>
                </a:ext>
              </a:extLst>
            </p:cNvPr>
            <p:cNvGrpSpPr/>
            <p:nvPr/>
          </p:nvGrpSpPr>
          <p:grpSpPr>
            <a:xfrm>
              <a:off x="2788415" y="4372762"/>
              <a:ext cx="2398685" cy="1858505"/>
              <a:chOff x="2788415" y="4372762"/>
              <a:chExt cx="2398685" cy="1858505"/>
            </a:xfrm>
          </p:grpSpPr>
          <p:sp>
            <p:nvSpPr>
              <p:cNvPr id="858" name="Freeform 857">
                <a:extLst>
                  <a:ext uri="{FF2B5EF4-FFF2-40B4-BE49-F238E27FC236}">
                    <a16:creationId xmlns:a16="http://schemas.microsoft.com/office/drawing/2014/main" id="{33D0AB97-6233-B768-E621-F5E2BEBFDC2A}"/>
                  </a:ext>
                </a:extLst>
              </p:cNvPr>
              <p:cNvSpPr/>
              <p:nvPr/>
            </p:nvSpPr>
            <p:spPr>
              <a:xfrm>
                <a:off x="2788415" y="4411611"/>
                <a:ext cx="2398685" cy="1819656"/>
              </a:xfrm>
              <a:custGeom>
                <a:avLst/>
                <a:gdLst>
                  <a:gd name="csX0" fmla="*/ 0 w 2398685"/>
                  <a:gd name="csY0" fmla="*/ 0 h 1819656"/>
                  <a:gd name="csX1" fmla="*/ 2398685 w 2398685"/>
                  <a:gd name="csY1" fmla="*/ 0 h 1819656"/>
                  <a:gd name="csX2" fmla="*/ 2398685 w 2398685"/>
                  <a:gd name="csY2" fmla="*/ 1819656 h 1819656"/>
                  <a:gd name="csX3" fmla="*/ 0 w 2398685"/>
                  <a:gd name="csY3" fmla="*/ 1819656 h 18196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98685" h="1819656">
                    <a:moveTo>
                      <a:pt x="0" y="0"/>
                    </a:moveTo>
                    <a:lnTo>
                      <a:pt x="2398685" y="0"/>
                    </a:lnTo>
                    <a:lnTo>
                      <a:pt x="2398685" y="1819656"/>
                    </a:lnTo>
                    <a:lnTo>
                      <a:pt x="0" y="1819656"/>
                    </a:lnTo>
                    <a:close/>
                  </a:path>
                </a:pathLst>
              </a:custGeom>
              <a:solidFill>
                <a:srgbClr val="FFFFFF"/>
              </a:solidFill>
              <a:ln w="1328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2268"/>
              </a:p>
            </p:txBody>
          </p:sp>
          <p:grpSp>
            <p:nvGrpSpPr>
              <p:cNvPr id="860" name="Graphic 61">
                <a:extLst>
                  <a:ext uri="{FF2B5EF4-FFF2-40B4-BE49-F238E27FC236}">
                    <a16:creationId xmlns:a16="http://schemas.microsoft.com/office/drawing/2014/main" id="{EE232CA8-3C36-EB51-8140-5D79402B1C77}"/>
                  </a:ext>
                </a:extLst>
              </p:cNvPr>
              <p:cNvGrpSpPr/>
              <p:nvPr/>
            </p:nvGrpSpPr>
            <p:grpSpPr>
              <a:xfrm>
                <a:off x="3394808" y="4424639"/>
                <a:ext cx="1755835" cy="1395691"/>
                <a:chOff x="3394808" y="4424639"/>
                <a:chExt cx="1755835" cy="1395691"/>
              </a:xfrm>
            </p:grpSpPr>
            <p:sp>
              <p:nvSpPr>
                <p:cNvPr id="861" name="Freeform 860">
                  <a:extLst>
                    <a:ext uri="{FF2B5EF4-FFF2-40B4-BE49-F238E27FC236}">
                      <a16:creationId xmlns:a16="http://schemas.microsoft.com/office/drawing/2014/main" id="{C8BC3755-AC53-C0BF-7A6C-94B38DCA367C}"/>
                    </a:ext>
                  </a:extLst>
                </p:cNvPr>
                <p:cNvSpPr/>
                <p:nvPr/>
              </p:nvSpPr>
              <p:spPr>
                <a:xfrm>
                  <a:off x="3399413" y="4467972"/>
                  <a:ext cx="1729700" cy="1352358"/>
                </a:xfrm>
                <a:custGeom>
                  <a:avLst/>
                  <a:gdLst>
                    <a:gd name="csX0" fmla="*/ 0 w 1714659"/>
                    <a:gd name="csY0" fmla="*/ 0 h 1352358"/>
                    <a:gd name="csX1" fmla="*/ 1714660 w 1714659"/>
                    <a:gd name="csY1" fmla="*/ 0 h 1352358"/>
                    <a:gd name="csX2" fmla="*/ 1714660 w 1714659"/>
                    <a:gd name="csY2" fmla="*/ 1352358 h 1352358"/>
                    <a:gd name="csX3" fmla="*/ 0 w 1714659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4659" h="1352358">
                      <a:moveTo>
                        <a:pt x="0" y="0"/>
                      </a:moveTo>
                      <a:lnTo>
                        <a:pt x="1714660" y="0"/>
                      </a:lnTo>
                      <a:lnTo>
                        <a:pt x="1714660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8291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2" name="Freeform 861">
                  <a:extLst>
                    <a:ext uri="{FF2B5EF4-FFF2-40B4-BE49-F238E27FC236}">
                      <a16:creationId xmlns:a16="http://schemas.microsoft.com/office/drawing/2014/main" id="{410C41CD-7D3F-D9A2-1486-6479E14611DD}"/>
                    </a:ext>
                  </a:extLst>
                </p:cNvPr>
                <p:cNvSpPr/>
                <p:nvPr/>
              </p:nvSpPr>
              <p:spPr>
                <a:xfrm>
                  <a:off x="3717372" y="5013868"/>
                  <a:ext cx="248930" cy="12636"/>
                </a:xfrm>
                <a:custGeom>
                  <a:avLst/>
                  <a:gdLst>
                    <a:gd name="csX0" fmla="*/ 0 w 248930"/>
                    <a:gd name="csY0" fmla="*/ 0 h 12636"/>
                    <a:gd name="csX1" fmla="*/ 248930 w 248930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8930" h="12636">
                      <a:moveTo>
                        <a:pt x="0" y="0"/>
                      </a:moveTo>
                      <a:lnTo>
                        <a:pt x="248930" y="0"/>
                      </a:lnTo>
                    </a:path>
                  </a:pathLst>
                </a:custGeom>
                <a:ln w="35463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3" name="Freeform 862">
                  <a:extLst>
                    <a:ext uri="{FF2B5EF4-FFF2-40B4-BE49-F238E27FC236}">
                      <a16:creationId xmlns:a16="http://schemas.microsoft.com/office/drawing/2014/main" id="{27F1D751-3A9F-2032-2245-0625E00A8680}"/>
                    </a:ext>
                  </a:extLst>
                </p:cNvPr>
                <p:cNvSpPr/>
                <p:nvPr/>
              </p:nvSpPr>
              <p:spPr>
                <a:xfrm>
                  <a:off x="3994020" y="4902288"/>
                  <a:ext cx="248930" cy="12636"/>
                </a:xfrm>
                <a:custGeom>
                  <a:avLst/>
                  <a:gdLst>
                    <a:gd name="csX0" fmla="*/ 0 w 248930"/>
                    <a:gd name="csY0" fmla="*/ 0 h 12636"/>
                    <a:gd name="csX1" fmla="*/ 248930 w 248930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8930" h="12636">
                      <a:moveTo>
                        <a:pt x="0" y="0"/>
                      </a:moveTo>
                      <a:lnTo>
                        <a:pt x="248930" y="0"/>
                      </a:lnTo>
                    </a:path>
                  </a:pathLst>
                </a:custGeom>
                <a:ln w="35463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4" name="Freeform 863">
                  <a:extLst>
                    <a:ext uri="{FF2B5EF4-FFF2-40B4-BE49-F238E27FC236}">
                      <a16:creationId xmlns:a16="http://schemas.microsoft.com/office/drawing/2014/main" id="{FCF014A1-A631-EB65-B3A7-853635A49EFD}"/>
                    </a:ext>
                  </a:extLst>
                </p:cNvPr>
                <p:cNvSpPr/>
                <p:nvPr/>
              </p:nvSpPr>
              <p:spPr>
                <a:xfrm>
                  <a:off x="4270535" y="5393469"/>
                  <a:ext cx="248930" cy="12636"/>
                </a:xfrm>
                <a:custGeom>
                  <a:avLst/>
                  <a:gdLst>
                    <a:gd name="csX0" fmla="*/ 0 w 248930"/>
                    <a:gd name="csY0" fmla="*/ 0 h 12636"/>
                    <a:gd name="csX1" fmla="*/ 248930 w 248930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8930" h="12636">
                      <a:moveTo>
                        <a:pt x="0" y="0"/>
                      </a:moveTo>
                      <a:lnTo>
                        <a:pt x="248930" y="0"/>
                      </a:lnTo>
                    </a:path>
                  </a:pathLst>
                </a:custGeom>
                <a:ln w="35463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5" name="Freeform 864">
                  <a:extLst>
                    <a:ext uri="{FF2B5EF4-FFF2-40B4-BE49-F238E27FC236}">
                      <a16:creationId xmlns:a16="http://schemas.microsoft.com/office/drawing/2014/main" id="{1FC22B03-733C-1A1B-EC59-B651FA850AA1}"/>
                    </a:ext>
                  </a:extLst>
                </p:cNvPr>
                <p:cNvSpPr/>
                <p:nvPr/>
              </p:nvSpPr>
              <p:spPr>
                <a:xfrm>
                  <a:off x="4547050" y="5316007"/>
                  <a:ext cx="248930" cy="12636"/>
                </a:xfrm>
                <a:custGeom>
                  <a:avLst/>
                  <a:gdLst>
                    <a:gd name="csX0" fmla="*/ 0 w 248930"/>
                    <a:gd name="csY0" fmla="*/ 0 h 12636"/>
                    <a:gd name="csX1" fmla="*/ 248930 w 248930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8930" h="12636">
                      <a:moveTo>
                        <a:pt x="0" y="0"/>
                      </a:moveTo>
                      <a:lnTo>
                        <a:pt x="248930" y="0"/>
                      </a:lnTo>
                    </a:path>
                  </a:pathLst>
                </a:custGeom>
                <a:ln w="35463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6" name="Freeform 865">
                  <a:extLst>
                    <a:ext uri="{FF2B5EF4-FFF2-40B4-BE49-F238E27FC236}">
                      <a16:creationId xmlns:a16="http://schemas.microsoft.com/office/drawing/2014/main" id="{4C7A2EDC-E08A-2E20-7B8F-190624E2CDC7}"/>
                    </a:ext>
                  </a:extLst>
                </p:cNvPr>
                <p:cNvSpPr/>
                <p:nvPr/>
              </p:nvSpPr>
              <p:spPr>
                <a:xfrm>
                  <a:off x="3440857" y="5671093"/>
                  <a:ext cx="248930" cy="12636"/>
                </a:xfrm>
                <a:custGeom>
                  <a:avLst/>
                  <a:gdLst>
                    <a:gd name="csX0" fmla="*/ 0 w 248930"/>
                    <a:gd name="csY0" fmla="*/ 0 h 12636"/>
                    <a:gd name="csX1" fmla="*/ 248930 w 248930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8930" h="12636">
                      <a:moveTo>
                        <a:pt x="0" y="0"/>
                      </a:moveTo>
                      <a:lnTo>
                        <a:pt x="248930" y="0"/>
                      </a:lnTo>
                    </a:path>
                  </a:pathLst>
                </a:custGeom>
                <a:ln w="35463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7" name="Freeform 866">
                  <a:extLst>
                    <a:ext uri="{FF2B5EF4-FFF2-40B4-BE49-F238E27FC236}">
                      <a16:creationId xmlns:a16="http://schemas.microsoft.com/office/drawing/2014/main" id="{F1FA764F-810F-4372-E18E-CCE12F3DB8B8}"/>
                    </a:ext>
                  </a:extLst>
                </p:cNvPr>
                <p:cNvSpPr/>
                <p:nvPr/>
              </p:nvSpPr>
              <p:spPr>
                <a:xfrm>
                  <a:off x="3510019" y="5642787"/>
                  <a:ext cx="110606" cy="12636"/>
                </a:xfrm>
                <a:custGeom>
                  <a:avLst/>
                  <a:gdLst>
                    <a:gd name="csX0" fmla="*/ 0 w 110606"/>
                    <a:gd name="csY0" fmla="*/ 0 h 12636"/>
                    <a:gd name="csX1" fmla="*/ 110606 w 110606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6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8" name="Freeform 867">
                  <a:extLst>
                    <a:ext uri="{FF2B5EF4-FFF2-40B4-BE49-F238E27FC236}">
                      <a16:creationId xmlns:a16="http://schemas.microsoft.com/office/drawing/2014/main" id="{259B1405-4B37-002D-4283-859AAF2C8B72}"/>
                    </a:ext>
                  </a:extLst>
                </p:cNvPr>
                <p:cNvSpPr/>
                <p:nvPr/>
              </p:nvSpPr>
              <p:spPr>
                <a:xfrm>
                  <a:off x="3565322" y="5642787"/>
                  <a:ext cx="13326" cy="56611"/>
                </a:xfrm>
                <a:custGeom>
                  <a:avLst/>
                  <a:gdLst>
                    <a:gd name="csX0" fmla="*/ 0 w 13326"/>
                    <a:gd name="csY0" fmla="*/ 0 h 56611"/>
                    <a:gd name="csX1" fmla="*/ 0 w 13326"/>
                    <a:gd name="csY1" fmla="*/ 56612 h 5661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326" h="56611">
                      <a:moveTo>
                        <a:pt x="0" y="0"/>
                      </a:moveTo>
                      <a:lnTo>
                        <a:pt x="0" y="56612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69" name="Freeform 868">
                  <a:extLst>
                    <a:ext uri="{FF2B5EF4-FFF2-40B4-BE49-F238E27FC236}">
                      <a16:creationId xmlns:a16="http://schemas.microsoft.com/office/drawing/2014/main" id="{867B649B-9F11-E863-9142-2BA1DC3EAD5A}"/>
                    </a:ext>
                  </a:extLst>
                </p:cNvPr>
                <p:cNvSpPr/>
                <p:nvPr/>
              </p:nvSpPr>
              <p:spPr>
                <a:xfrm>
                  <a:off x="3510019" y="5699398"/>
                  <a:ext cx="110606" cy="12636"/>
                </a:xfrm>
                <a:custGeom>
                  <a:avLst/>
                  <a:gdLst>
                    <a:gd name="csX0" fmla="*/ 0 w 110606"/>
                    <a:gd name="csY0" fmla="*/ 0 h 12636"/>
                    <a:gd name="csX1" fmla="*/ 110606 w 110606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6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0" name="Freeform 869">
                  <a:extLst>
                    <a:ext uri="{FF2B5EF4-FFF2-40B4-BE49-F238E27FC236}">
                      <a16:creationId xmlns:a16="http://schemas.microsoft.com/office/drawing/2014/main" id="{423F42A1-64E4-B6CC-4B2C-9FAC46218A38}"/>
                    </a:ext>
                  </a:extLst>
                </p:cNvPr>
                <p:cNvSpPr/>
                <p:nvPr/>
              </p:nvSpPr>
              <p:spPr>
                <a:xfrm>
                  <a:off x="3786534" y="4959405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1" name="Freeform 870">
                  <a:extLst>
                    <a:ext uri="{FF2B5EF4-FFF2-40B4-BE49-F238E27FC236}">
                      <a16:creationId xmlns:a16="http://schemas.microsoft.com/office/drawing/2014/main" id="{602B0487-4E03-590A-0C2B-70DEAD8A090A}"/>
                    </a:ext>
                  </a:extLst>
                </p:cNvPr>
                <p:cNvSpPr/>
                <p:nvPr/>
              </p:nvSpPr>
              <p:spPr>
                <a:xfrm>
                  <a:off x="3841837" y="4959405"/>
                  <a:ext cx="13326" cy="109053"/>
                </a:xfrm>
                <a:custGeom>
                  <a:avLst/>
                  <a:gdLst>
                    <a:gd name="csX0" fmla="*/ 0 w 13326"/>
                    <a:gd name="csY0" fmla="*/ 0 h 109053"/>
                    <a:gd name="csX1" fmla="*/ 0 w 13326"/>
                    <a:gd name="csY1" fmla="*/ 109053 h 1090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326" h="109053">
                      <a:moveTo>
                        <a:pt x="0" y="0"/>
                      </a:moveTo>
                      <a:lnTo>
                        <a:pt x="0" y="109053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2" name="Freeform 871">
                  <a:extLst>
                    <a:ext uri="{FF2B5EF4-FFF2-40B4-BE49-F238E27FC236}">
                      <a16:creationId xmlns:a16="http://schemas.microsoft.com/office/drawing/2014/main" id="{6E07C4BC-EA3C-6F90-ED96-C58F28AA3FBC}"/>
                    </a:ext>
                  </a:extLst>
                </p:cNvPr>
                <p:cNvSpPr/>
                <p:nvPr/>
              </p:nvSpPr>
              <p:spPr>
                <a:xfrm>
                  <a:off x="3786534" y="5068458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3" name="Freeform 872">
                  <a:extLst>
                    <a:ext uri="{FF2B5EF4-FFF2-40B4-BE49-F238E27FC236}">
                      <a16:creationId xmlns:a16="http://schemas.microsoft.com/office/drawing/2014/main" id="{66D96F4C-4175-DFA1-094C-DAA002D85B26}"/>
                    </a:ext>
                  </a:extLst>
                </p:cNvPr>
                <p:cNvSpPr/>
                <p:nvPr/>
              </p:nvSpPr>
              <p:spPr>
                <a:xfrm>
                  <a:off x="4063182" y="4823942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4" name="Freeform 873">
                  <a:extLst>
                    <a:ext uri="{FF2B5EF4-FFF2-40B4-BE49-F238E27FC236}">
                      <a16:creationId xmlns:a16="http://schemas.microsoft.com/office/drawing/2014/main" id="{614B5B74-1409-8DA3-6289-33A306DD34BF}"/>
                    </a:ext>
                  </a:extLst>
                </p:cNvPr>
                <p:cNvSpPr/>
                <p:nvPr/>
              </p:nvSpPr>
              <p:spPr>
                <a:xfrm>
                  <a:off x="4118485" y="4823942"/>
                  <a:ext cx="13326" cy="156692"/>
                </a:xfrm>
                <a:custGeom>
                  <a:avLst/>
                  <a:gdLst>
                    <a:gd name="csX0" fmla="*/ 0 w 13326"/>
                    <a:gd name="csY0" fmla="*/ 0 h 156692"/>
                    <a:gd name="csX1" fmla="*/ 0 w 13326"/>
                    <a:gd name="csY1" fmla="*/ 156693 h 1566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326" h="156692">
                      <a:moveTo>
                        <a:pt x="0" y="0"/>
                      </a:moveTo>
                      <a:lnTo>
                        <a:pt x="0" y="156693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5" name="Freeform 874">
                  <a:extLst>
                    <a:ext uri="{FF2B5EF4-FFF2-40B4-BE49-F238E27FC236}">
                      <a16:creationId xmlns:a16="http://schemas.microsoft.com/office/drawing/2014/main" id="{4FFB687E-EBC3-52EB-0951-3BA0E17E51C4}"/>
                    </a:ext>
                  </a:extLst>
                </p:cNvPr>
                <p:cNvSpPr/>
                <p:nvPr/>
              </p:nvSpPr>
              <p:spPr>
                <a:xfrm>
                  <a:off x="4063182" y="4980634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6" name="Freeform 875">
                  <a:extLst>
                    <a:ext uri="{FF2B5EF4-FFF2-40B4-BE49-F238E27FC236}">
                      <a16:creationId xmlns:a16="http://schemas.microsoft.com/office/drawing/2014/main" id="{EB0D9D62-D1F0-DA4C-F753-77756713DD5B}"/>
                    </a:ext>
                  </a:extLst>
                </p:cNvPr>
                <p:cNvSpPr/>
                <p:nvPr/>
              </p:nvSpPr>
              <p:spPr>
                <a:xfrm>
                  <a:off x="4339697" y="5387909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7" name="Freeform 876">
                  <a:extLst>
                    <a:ext uri="{FF2B5EF4-FFF2-40B4-BE49-F238E27FC236}">
                      <a16:creationId xmlns:a16="http://schemas.microsoft.com/office/drawing/2014/main" id="{F51502F3-044D-B885-4F79-1E0330975CB7}"/>
                    </a:ext>
                  </a:extLst>
                </p:cNvPr>
                <p:cNvSpPr/>
                <p:nvPr/>
              </p:nvSpPr>
              <p:spPr>
                <a:xfrm>
                  <a:off x="4395000" y="5387909"/>
                  <a:ext cx="13326" cy="11246"/>
                </a:xfrm>
                <a:custGeom>
                  <a:avLst/>
                  <a:gdLst>
                    <a:gd name="csX0" fmla="*/ 0 w 13326"/>
                    <a:gd name="csY0" fmla="*/ 0 h 11246"/>
                    <a:gd name="csX1" fmla="*/ 0 w 13326"/>
                    <a:gd name="csY1" fmla="*/ 11246 h 11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326" h="11246">
                      <a:moveTo>
                        <a:pt x="0" y="0"/>
                      </a:moveTo>
                      <a:lnTo>
                        <a:pt x="0" y="11246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8" name="Freeform 877">
                  <a:extLst>
                    <a:ext uri="{FF2B5EF4-FFF2-40B4-BE49-F238E27FC236}">
                      <a16:creationId xmlns:a16="http://schemas.microsoft.com/office/drawing/2014/main" id="{7AC1F9DD-9D9F-1360-9BDB-1937E0B75577}"/>
                    </a:ext>
                  </a:extLst>
                </p:cNvPr>
                <p:cNvSpPr/>
                <p:nvPr/>
              </p:nvSpPr>
              <p:spPr>
                <a:xfrm>
                  <a:off x="4339697" y="5399155"/>
                  <a:ext cx="110605" cy="12636"/>
                </a:xfrm>
                <a:custGeom>
                  <a:avLst/>
                  <a:gdLst>
                    <a:gd name="csX0" fmla="*/ 0 w 110605"/>
                    <a:gd name="csY0" fmla="*/ 0 h 12636"/>
                    <a:gd name="csX1" fmla="*/ 110606 w 11060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5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79" name="Freeform 878">
                  <a:extLst>
                    <a:ext uri="{FF2B5EF4-FFF2-40B4-BE49-F238E27FC236}">
                      <a16:creationId xmlns:a16="http://schemas.microsoft.com/office/drawing/2014/main" id="{93658214-0F9F-4991-0CAD-C0669C0C5A41}"/>
                    </a:ext>
                  </a:extLst>
                </p:cNvPr>
                <p:cNvSpPr/>
                <p:nvPr/>
              </p:nvSpPr>
              <p:spPr>
                <a:xfrm>
                  <a:off x="4616213" y="5176247"/>
                  <a:ext cx="110606" cy="12636"/>
                </a:xfrm>
                <a:custGeom>
                  <a:avLst/>
                  <a:gdLst>
                    <a:gd name="csX0" fmla="*/ 0 w 110606"/>
                    <a:gd name="csY0" fmla="*/ 0 h 12636"/>
                    <a:gd name="csX1" fmla="*/ 110606 w 110606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6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0" name="Freeform 879">
                  <a:extLst>
                    <a:ext uri="{FF2B5EF4-FFF2-40B4-BE49-F238E27FC236}">
                      <a16:creationId xmlns:a16="http://schemas.microsoft.com/office/drawing/2014/main" id="{FD6E910A-5D1B-D0B9-B76A-BB4548E43B96}"/>
                    </a:ext>
                  </a:extLst>
                </p:cNvPr>
                <p:cNvSpPr/>
                <p:nvPr/>
              </p:nvSpPr>
              <p:spPr>
                <a:xfrm>
                  <a:off x="4671515" y="5176247"/>
                  <a:ext cx="13326" cy="279519"/>
                </a:xfrm>
                <a:custGeom>
                  <a:avLst/>
                  <a:gdLst>
                    <a:gd name="csX0" fmla="*/ 0 w 13326"/>
                    <a:gd name="csY0" fmla="*/ 0 h 279519"/>
                    <a:gd name="csX1" fmla="*/ 0 w 13326"/>
                    <a:gd name="csY1" fmla="*/ 279519 h 2795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326" h="279519">
                      <a:moveTo>
                        <a:pt x="0" y="0"/>
                      </a:moveTo>
                      <a:lnTo>
                        <a:pt x="0" y="279519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1" name="Freeform 880">
                  <a:extLst>
                    <a:ext uri="{FF2B5EF4-FFF2-40B4-BE49-F238E27FC236}">
                      <a16:creationId xmlns:a16="http://schemas.microsoft.com/office/drawing/2014/main" id="{9D796DAA-0D13-27F5-1F07-0A4FEFBA0193}"/>
                    </a:ext>
                  </a:extLst>
                </p:cNvPr>
                <p:cNvSpPr/>
                <p:nvPr/>
              </p:nvSpPr>
              <p:spPr>
                <a:xfrm>
                  <a:off x="4616213" y="5455767"/>
                  <a:ext cx="110606" cy="12636"/>
                </a:xfrm>
                <a:custGeom>
                  <a:avLst/>
                  <a:gdLst>
                    <a:gd name="csX0" fmla="*/ 0 w 110606"/>
                    <a:gd name="csY0" fmla="*/ 0 h 12636"/>
                    <a:gd name="csX1" fmla="*/ 110606 w 110606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0606" h="12636">
                      <a:moveTo>
                        <a:pt x="0" y="0"/>
                      </a:moveTo>
                      <a:lnTo>
                        <a:pt x="110606" y="0"/>
                      </a:lnTo>
                    </a:path>
                  </a:pathLst>
                </a:custGeom>
                <a:noFill/>
                <a:ln w="1421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2" name="Freeform 881">
                  <a:extLst>
                    <a:ext uri="{FF2B5EF4-FFF2-40B4-BE49-F238E27FC236}">
                      <a16:creationId xmlns:a16="http://schemas.microsoft.com/office/drawing/2014/main" id="{254A136B-EF40-E098-F5B7-1E3F22F7293C}"/>
                    </a:ext>
                  </a:extLst>
                </p:cNvPr>
                <p:cNvSpPr/>
                <p:nvPr/>
              </p:nvSpPr>
              <p:spPr>
                <a:xfrm>
                  <a:off x="4359420" y="5367690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3" name="Freeform 882">
                  <a:extLst>
                    <a:ext uri="{FF2B5EF4-FFF2-40B4-BE49-F238E27FC236}">
                      <a16:creationId xmlns:a16="http://schemas.microsoft.com/office/drawing/2014/main" id="{1A94B729-8941-410F-31F0-71FEE6336FF1}"/>
                    </a:ext>
                  </a:extLst>
                </p:cNvPr>
                <p:cNvSpPr/>
                <p:nvPr/>
              </p:nvSpPr>
              <p:spPr>
                <a:xfrm>
                  <a:off x="4657656" y="5144782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7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4" name="Freeform 883">
                  <a:extLst>
                    <a:ext uri="{FF2B5EF4-FFF2-40B4-BE49-F238E27FC236}">
                      <a16:creationId xmlns:a16="http://schemas.microsoft.com/office/drawing/2014/main" id="{35E2B95B-36A9-9204-9C21-85C6EE66A09A}"/>
                    </a:ext>
                  </a:extLst>
                </p:cNvPr>
                <p:cNvSpPr/>
                <p:nvPr/>
              </p:nvSpPr>
              <p:spPr>
                <a:xfrm>
                  <a:off x="3809055" y="4985310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5" name="Freeform 884">
                  <a:extLst>
                    <a:ext uri="{FF2B5EF4-FFF2-40B4-BE49-F238E27FC236}">
                      <a16:creationId xmlns:a16="http://schemas.microsoft.com/office/drawing/2014/main" id="{74A013F2-C090-8F53-08AE-02A15C9BA46D}"/>
                    </a:ext>
                  </a:extLst>
                </p:cNvPr>
                <p:cNvSpPr/>
                <p:nvPr/>
              </p:nvSpPr>
              <p:spPr>
                <a:xfrm>
                  <a:off x="4094498" y="4643998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6" name="Freeform 885">
                  <a:extLst>
                    <a:ext uri="{FF2B5EF4-FFF2-40B4-BE49-F238E27FC236}">
                      <a16:creationId xmlns:a16="http://schemas.microsoft.com/office/drawing/2014/main" id="{8F5F871A-EF48-A9E7-CD3E-7A761947006D}"/>
                    </a:ext>
                  </a:extLst>
                </p:cNvPr>
                <p:cNvSpPr/>
                <p:nvPr/>
              </p:nvSpPr>
              <p:spPr>
                <a:xfrm>
                  <a:off x="3787334" y="4971789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7" name="Freeform 886">
                  <a:extLst>
                    <a:ext uri="{FF2B5EF4-FFF2-40B4-BE49-F238E27FC236}">
                      <a16:creationId xmlns:a16="http://schemas.microsoft.com/office/drawing/2014/main" id="{13FFD490-2E5C-77D8-026F-AC0F7A8B74FC}"/>
                    </a:ext>
                  </a:extLst>
                </p:cNvPr>
                <p:cNvSpPr/>
                <p:nvPr/>
              </p:nvSpPr>
              <p:spPr>
                <a:xfrm>
                  <a:off x="4086503" y="4815475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3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8" name="Freeform 887">
                  <a:extLst>
                    <a:ext uri="{FF2B5EF4-FFF2-40B4-BE49-F238E27FC236}">
                      <a16:creationId xmlns:a16="http://schemas.microsoft.com/office/drawing/2014/main" id="{3B6F4A70-C4D2-96DA-44E1-580851069259}"/>
                    </a:ext>
                  </a:extLst>
                </p:cNvPr>
                <p:cNvSpPr/>
                <p:nvPr/>
              </p:nvSpPr>
              <p:spPr>
                <a:xfrm>
                  <a:off x="3531207" y="5727451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89" name="Freeform 888">
                  <a:extLst>
                    <a:ext uri="{FF2B5EF4-FFF2-40B4-BE49-F238E27FC236}">
                      <a16:creationId xmlns:a16="http://schemas.microsoft.com/office/drawing/2014/main" id="{C609D9A8-2475-32F6-F2B2-40F5CBEFBFE1}"/>
                    </a:ext>
                  </a:extLst>
                </p:cNvPr>
                <p:cNvSpPr/>
                <p:nvPr/>
              </p:nvSpPr>
              <p:spPr>
                <a:xfrm>
                  <a:off x="3537337" y="5582511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0" name="Freeform 889">
                  <a:extLst>
                    <a:ext uri="{FF2B5EF4-FFF2-40B4-BE49-F238E27FC236}">
                      <a16:creationId xmlns:a16="http://schemas.microsoft.com/office/drawing/2014/main" id="{888EB686-8C91-5AB6-B903-10650392F242}"/>
                    </a:ext>
                  </a:extLst>
                </p:cNvPr>
                <p:cNvSpPr/>
                <p:nvPr/>
              </p:nvSpPr>
              <p:spPr>
                <a:xfrm>
                  <a:off x="3521479" y="5644809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1" name="Freeform 890">
                  <a:extLst>
                    <a:ext uri="{FF2B5EF4-FFF2-40B4-BE49-F238E27FC236}">
                      <a16:creationId xmlns:a16="http://schemas.microsoft.com/office/drawing/2014/main" id="{E2691DF4-24DB-30DB-82E1-55DE50FBD6EA}"/>
                    </a:ext>
                  </a:extLst>
                </p:cNvPr>
                <p:cNvSpPr/>
                <p:nvPr/>
              </p:nvSpPr>
              <p:spPr>
                <a:xfrm>
                  <a:off x="3536671" y="5645061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2" name="Freeform 891">
                  <a:extLst>
                    <a:ext uri="{FF2B5EF4-FFF2-40B4-BE49-F238E27FC236}">
                      <a16:creationId xmlns:a16="http://schemas.microsoft.com/office/drawing/2014/main" id="{27AE5FD7-7981-7D93-5A15-B04DF62F4115}"/>
                    </a:ext>
                  </a:extLst>
                </p:cNvPr>
                <p:cNvSpPr/>
                <p:nvPr/>
              </p:nvSpPr>
              <p:spPr>
                <a:xfrm>
                  <a:off x="3521080" y="5540937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3" name="Freeform 892">
                  <a:extLst>
                    <a:ext uri="{FF2B5EF4-FFF2-40B4-BE49-F238E27FC236}">
                      <a16:creationId xmlns:a16="http://schemas.microsoft.com/office/drawing/2014/main" id="{18E87E3E-A29A-C74B-F0C3-7985ECA4A91D}"/>
                    </a:ext>
                  </a:extLst>
                </p:cNvPr>
                <p:cNvSpPr/>
                <p:nvPr/>
              </p:nvSpPr>
              <p:spPr>
                <a:xfrm>
                  <a:off x="3786534" y="4849847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4" name="Freeform 893">
                  <a:extLst>
                    <a:ext uri="{FF2B5EF4-FFF2-40B4-BE49-F238E27FC236}">
                      <a16:creationId xmlns:a16="http://schemas.microsoft.com/office/drawing/2014/main" id="{CAA1B3BA-B98A-F297-5A6E-FE56AB4F8BA1}"/>
                    </a:ext>
                  </a:extLst>
                </p:cNvPr>
                <p:cNvSpPr/>
                <p:nvPr/>
              </p:nvSpPr>
              <p:spPr>
                <a:xfrm>
                  <a:off x="4092500" y="4897486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5" name="Freeform 894">
                  <a:extLst>
                    <a:ext uri="{FF2B5EF4-FFF2-40B4-BE49-F238E27FC236}">
                      <a16:creationId xmlns:a16="http://schemas.microsoft.com/office/drawing/2014/main" id="{9E3A49F7-43ED-B17C-F830-55DAD5F720DB}"/>
                    </a:ext>
                  </a:extLst>
                </p:cNvPr>
                <p:cNvSpPr/>
                <p:nvPr/>
              </p:nvSpPr>
              <p:spPr>
                <a:xfrm>
                  <a:off x="3523611" y="5696745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6" name="Freeform 895">
                  <a:extLst>
                    <a:ext uri="{FF2B5EF4-FFF2-40B4-BE49-F238E27FC236}">
                      <a16:creationId xmlns:a16="http://schemas.microsoft.com/office/drawing/2014/main" id="{9FF82A49-6D07-86DB-6F7D-8B2153BFFBC9}"/>
                    </a:ext>
                  </a:extLst>
                </p:cNvPr>
                <p:cNvSpPr/>
                <p:nvPr/>
              </p:nvSpPr>
              <p:spPr>
                <a:xfrm>
                  <a:off x="4364884" y="5356444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7" name="Freeform 896">
                  <a:extLst>
                    <a:ext uri="{FF2B5EF4-FFF2-40B4-BE49-F238E27FC236}">
                      <a16:creationId xmlns:a16="http://schemas.microsoft.com/office/drawing/2014/main" id="{B807EC44-C6C2-F845-6D2B-C5CB06E2E679}"/>
                    </a:ext>
                  </a:extLst>
                </p:cNvPr>
                <p:cNvSpPr/>
                <p:nvPr/>
              </p:nvSpPr>
              <p:spPr>
                <a:xfrm>
                  <a:off x="4654591" y="5424302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8" name="Freeform 897">
                  <a:extLst>
                    <a:ext uri="{FF2B5EF4-FFF2-40B4-BE49-F238E27FC236}">
                      <a16:creationId xmlns:a16="http://schemas.microsoft.com/office/drawing/2014/main" id="{919216CB-18E0-C008-C5B1-BD03484170CE}"/>
                    </a:ext>
                  </a:extLst>
                </p:cNvPr>
                <p:cNvSpPr/>
                <p:nvPr/>
              </p:nvSpPr>
              <p:spPr>
                <a:xfrm>
                  <a:off x="3805990" y="4855786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99" name="Freeform 898">
                  <a:extLst>
                    <a:ext uri="{FF2B5EF4-FFF2-40B4-BE49-F238E27FC236}">
                      <a16:creationId xmlns:a16="http://schemas.microsoft.com/office/drawing/2014/main" id="{673BAC69-398A-776D-102E-062613234DC9}"/>
                    </a:ext>
                  </a:extLst>
                </p:cNvPr>
                <p:cNvSpPr/>
                <p:nvPr/>
              </p:nvSpPr>
              <p:spPr>
                <a:xfrm>
                  <a:off x="4080240" y="4847698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0" name="Freeform 899">
                  <a:extLst>
                    <a:ext uri="{FF2B5EF4-FFF2-40B4-BE49-F238E27FC236}">
                      <a16:creationId xmlns:a16="http://schemas.microsoft.com/office/drawing/2014/main" id="{05FF2852-03B4-975D-4789-3B7A71435C63}"/>
                    </a:ext>
                  </a:extLst>
                </p:cNvPr>
                <p:cNvSpPr/>
                <p:nvPr/>
              </p:nvSpPr>
              <p:spPr>
                <a:xfrm>
                  <a:off x="3822914" y="5085896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1" name="Freeform 900">
                  <a:extLst>
                    <a:ext uri="{FF2B5EF4-FFF2-40B4-BE49-F238E27FC236}">
                      <a16:creationId xmlns:a16="http://schemas.microsoft.com/office/drawing/2014/main" id="{6DDC4B03-45E5-9389-DDB6-189106C707D7}"/>
                    </a:ext>
                  </a:extLst>
                </p:cNvPr>
                <p:cNvSpPr/>
                <p:nvPr/>
              </p:nvSpPr>
              <p:spPr>
                <a:xfrm>
                  <a:off x="4067313" y="4852247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2" name="Freeform 901">
                  <a:extLst>
                    <a:ext uri="{FF2B5EF4-FFF2-40B4-BE49-F238E27FC236}">
                      <a16:creationId xmlns:a16="http://schemas.microsoft.com/office/drawing/2014/main" id="{391B8EEB-404D-0A5F-E14F-EE4D32BC3899}"/>
                    </a:ext>
                  </a:extLst>
                </p:cNvPr>
                <p:cNvSpPr/>
                <p:nvPr/>
              </p:nvSpPr>
              <p:spPr>
                <a:xfrm>
                  <a:off x="4900190" y="5478133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7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3" name="Freeform 902">
                  <a:extLst>
                    <a:ext uri="{FF2B5EF4-FFF2-40B4-BE49-F238E27FC236}">
                      <a16:creationId xmlns:a16="http://schemas.microsoft.com/office/drawing/2014/main" id="{82069B9A-74E7-0354-68FE-3DC276A100DE}"/>
                    </a:ext>
                  </a:extLst>
                </p:cNvPr>
                <p:cNvSpPr/>
                <p:nvPr/>
              </p:nvSpPr>
              <p:spPr>
                <a:xfrm>
                  <a:off x="3799327" y="5247517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4" name="Freeform 903">
                  <a:extLst>
                    <a:ext uri="{FF2B5EF4-FFF2-40B4-BE49-F238E27FC236}">
                      <a16:creationId xmlns:a16="http://schemas.microsoft.com/office/drawing/2014/main" id="{5FFA8CA6-39E8-5B85-BAE9-9DA02C667C13}"/>
                    </a:ext>
                  </a:extLst>
                </p:cNvPr>
                <p:cNvSpPr/>
                <p:nvPr/>
              </p:nvSpPr>
              <p:spPr>
                <a:xfrm>
                  <a:off x="4063449" y="4739151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5" name="Freeform 904">
                  <a:extLst>
                    <a:ext uri="{FF2B5EF4-FFF2-40B4-BE49-F238E27FC236}">
                      <a16:creationId xmlns:a16="http://schemas.microsoft.com/office/drawing/2014/main" id="{4FE77BFF-722F-1569-A5AB-D1B0AA0162D9}"/>
                    </a:ext>
                  </a:extLst>
                </p:cNvPr>
                <p:cNvSpPr/>
                <p:nvPr/>
              </p:nvSpPr>
              <p:spPr>
                <a:xfrm>
                  <a:off x="3820249" y="4881059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2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6" name="Freeform 905">
                  <a:extLst>
                    <a:ext uri="{FF2B5EF4-FFF2-40B4-BE49-F238E27FC236}">
                      <a16:creationId xmlns:a16="http://schemas.microsoft.com/office/drawing/2014/main" id="{012B88F8-F34D-528C-4A99-37A204EA45B2}"/>
                    </a:ext>
                  </a:extLst>
                </p:cNvPr>
                <p:cNvSpPr/>
                <p:nvPr/>
              </p:nvSpPr>
              <p:spPr>
                <a:xfrm>
                  <a:off x="4093566" y="5299832"/>
                  <a:ext cx="66363" cy="62929"/>
                </a:xfrm>
                <a:custGeom>
                  <a:avLst/>
                  <a:gdLst>
                    <a:gd name="csX0" fmla="*/ 66364 w 66363"/>
                    <a:gd name="csY0" fmla="*/ 31465 h 62929"/>
                    <a:gd name="csX1" fmla="*/ 33182 w 66363"/>
                    <a:gd name="csY1" fmla="*/ 62930 h 62929"/>
                    <a:gd name="csX2" fmla="*/ 0 w 66363"/>
                    <a:gd name="csY2" fmla="*/ 31465 h 62929"/>
                    <a:gd name="csX3" fmla="*/ 33182 w 66363"/>
                    <a:gd name="csY3" fmla="*/ 0 h 62929"/>
                    <a:gd name="csX4" fmla="*/ 66364 w 66363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6363" h="62929">
                      <a:moveTo>
                        <a:pt x="66364" y="31465"/>
                      </a:moveTo>
                      <a:cubicBezTo>
                        <a:pt x="66364" y="48843"/>
                        <a:pt x="51508" y="62930"/>
                        <a:pt x="33182" y="62930"/>
                      </a:cubicBezTo>
                      <a:cubicBezTo>
                        <a:pt x="14856" y="62930"/>
                        <a:pt x="0" y="48842"/>
                        <a:pt x="0" y="31465"/>
                      </a:cubicBezTo>
                      <a:cubicBezTo>
                        <a:pt x="0" y="14087"/>
                        <a:pt x="14856" y="0"/>
                        <a:pt x="33182" y="0"/>
                      </a:cubicBezTo>
                      <a:cubicBezTo>
                        <a:pt x="51508" y="0"/>
                        <a:pt x="66364" y="14087"/>
                        <a:pt x="66364" y="31465"/>
                      </a:cubicBezTo>
                      <a:close/>
                    </a:path>
                  </a:pathLst>
                </a:custGeom>
                <a:noFill/>
                <a:ln w="9430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07" name="TextBox 906">
                  <a:extLst>
                    <a:ext uri="{FF2B5EF4-FFF2-40B4-BE49-F238E27FC236}">
                      <a16:creationId xmlns:a16="http://schemas.microsoft.com/office/drawing/2014/main" id="{EFAE7FC1-20C4-2087-1F3F-1D6BF04320BF}"/>
                    </a:ext>
                  </a:extLst>
                </p:cNvPr>
                <p:cNvSpPr txBox="1"/>
                <p:nvPr/>
              </p:nvSpPr>
              <p:spPr>
                <a:xfrm>
                  <a:off x="3394808" y="4424639"/>
                  <a:ext cx="35659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  </a:t>
                  </a:r>
                </a:p>
              </p:txBody>
            </p:sp>
            <p:sp>
              <p:nvSpPr>
                <p:cNvPr id="908" name="TextBox 907">
                  <a:extLst>
                    <a:ext uri="{FF2B5EF4-FFF2-40B4-BE49-F238E27FC236}">
                      <a16:creationId xmlns:a16="http://schemas.microsoft.com/office/drawing/2014/main" id="{77A2CBAF-A7BE-4752-4D57-B895D5554C94}"/>
                    </a:ext>
                  </a:extLst>
                </p:cNvPr>
                <p:cNvSpPr txBox="1"/>
                <p:nvPr/>
              </p:nvSpPr>
              <p:spPr>
                <a:xfrm>
                  <a:off x="4761813" y="4424639"/>
                  <a:ext cx="38883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 </a:t>
                  </a:r>
                </a:p>
              </p:txBody>
            </p:sp>
            <p:sp>
              <p:nvSpPr>
                <p:cNvPr id="909" name="TextBox 908">
                  <a:extLst>
                    <a:ext uri="{FF2B5EF4-FFF2-40B4-BE49-F238E27FC236}">
                      <a16:creationId xmlns:a16="http://schemas.microsoft.com/office/drawing/2014/main" id="{275626BD-78B3-AA92-F543-10B74027B193}"/>
                    </a:ext>
                  </a:extLst>
                </p:cNvPr>
                <p:cNvSpPr txBox="1"/>
                <p:nvPr/>
              </p:nvSpPr>
              <p:spPr>
                <a:xfrm>
                  <a:off x="4224486" y="4424639"/>
                  <a:ext cx="324364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b </a:t>
                  </a:r>
                </a:p>
              </p:txBody>
            </p:sp>
            <p:sp>
              <p:nvSpPr>
                <p:cNvPr id="910" name="TextBox 909">
                  <a:extLst>
                    <a:ext uri="{FF2B5EF4-FFF2-40B4-BE49-F238E27FC236}">
                      <a16:creationId xmlns:a16="http://schemas.microsoft.com/office/drawing/2014/main" id="{239DDEA6-B7DA-7930-1A8D-4872B4E8C43A}"/>
                    </a:ext>
                  </a:extLst>
                </p:cNvPr>
                <p:cNvSpPr txBox="1"/>
                <p:nvPr/>
              </p:nvSpPr>
              <p:spPr>
                <a:xfrm>
                  <a:off x="4501002" y="4424639"/>
                  <a:ext cx="324364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b </a:t>
                  </a:r>
                </a:p>
              </p:txBody>
            </p:sp>
            <p:sp>
              <p:nvSpPr>
                <p:cNvPr id="911" name="TextBox 910">
                  <a:extLst>
                    <a:ext uri="{FF2B5EF4-FFF2-40B4-BE49-F238E27FC236}">
                      <a16:creationId xmlns:a16="http://schemas.microsoft.com/office/drawing/2014/main" id="{4F0921B3-866C-F648-4056-4634ADA6B9B5}"/>
                    </a:ext>
                  </a:extLst>
                </p:cNvPr>
                <p:cNvSpPr txBox="1"/>
                <p:nvPr/>
              </p:nvSpPr>
              <p:spPr>
                <a:xfrm>
                  <a:off x="3674518" y="4424639"/>
                  <a:ext cx="285347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c</a:t>
                  </a:r>
                </a:p>
              </p:txBody>
            </p:sp>
            <p:sp>
              <p:nvSpPr>
                <p:cNvPr id="912" name="TextBox 911">
                  <a:extLst>
                    <a:ext uri="{FF2B5EF4-FFF2-40B4-BE49-F238E27FC236}">
                      <a16:creationId xmlns:a16="http://schemas.microsoft.com/office/drawing/2014/main" id="{2D1524F5-440C-87E2-D882-4E654CF2EDAC}"/>
                    </a:ext>
                  </a:extLst>
                </p:cNvPr>
                <p:cNvSpPr txBox="1"/>
                <p:nvPr/>
              </p:nvSpPr>
              <p:spPr>
                <a:xfrm>
                  <a:off x="3951167" y="4424639"/>
                  <a:ext cx="285347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c</a:t>
                  </a:r>
                </a:p>
              </p:txBody>
            </p:sp>
            <p:sp>
              <p:nvSpPr>
                <p:cNvPr id="913" name="Freeform 912">
                  <a:extLst>
                    <a:ext uri="{FF2B5EF4-FFF2-40B4-BE49-F238E27FC236}">
                      <a16:creationId xmlns:a16="http://schemas.microsoft.com/office/drawing/2014/main" id="{1EEC9330-50D8-B9C7-AD2D-C6FECF1F0281}"/>
                    </a:ext>
                  </a:extLst>
                </p:cNvPr>
                <p:cNvSpPr/>
                <p:nvPr/>
              </p:nvSpPr>
              <p:spPr>
                <a:xfrm>
                  <a:off x="3399413" y="4467972"/>
                  <a:ext cx="1714659" cy="1352358"/>
                </a:xfrm>
                <a:custGeom>
                  <a:avLst/>
                  <a:gdLst>
                    <a:gd name="csX0" fmla="*/ 0 w 1714659"/>
                    <a:gd name="csY0" fmla="*/ 0 h 1352358"/>
                    <a:gd name="csX1" fmla="*/ 1714660 w 1714659"/>
                    <a:gd name="csY1" fmla="*/ 0 h 1352358"/>
                    <a:gd name="csX2" fmla="*/ 1714660 w 1714659"/>
                    <a:gd name="csY2" fmla="*/ 1352358 h 1352358"/>
                    <a:gd name="csX3" fmla="*/ 0 w 1714659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14659" h="1352358">
                      <a:moveTo>
                        <a:pt x="0" y="0"/>
                      </a:moveTo>
                      <a:lnTo>
                        <a:pt x="1714660" y="0"/>
                      </a:lnTo>
                      <a:lnTo>
                        <a:pt x="1714660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noFill/>
                <a:ln w="14212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</p:grpSp>
          <p:grpSp>
            <p:nvGrpSpPr>
              <p:cNvPr id="914" name="Graphic 61">
                <a:extLst>
                  <a:ext uri="{FF2B5EF4-FFF2-40B4-BE49-F238E27FC236}">
                    <a16:creationId xmlns:a16="http://schemas.microsoft.com/office/drawing/2014/main" id="{82BC604D-2D84-6E9D-6892-7FF2DA96A34A}"/>
                  </a:ext>
                </a:extLst>
              </p:cNvPr>
              <p:cNvGrpSpPr/>
              <p:nvPr/>
            </p:nvGrpSpPr>
            <p:grpSpPr>
              <a:xfrm>
                <a:off x="2942213" y="4372762"/>
                <a:ext cx="1573681" cy="1827117"/>
                <a:chOff x="2942213" y="4372762"/>
                <a:chExt cx="1573681" cy="1827117"/>
              </a:xfrm>
            </p:grpSpPr>
            <p:sp>
              <p:nvSpPr>
                <p:cNvPr id="915" name="TextBox 914">
                  <a:extLst>
                    <a:ext uri="{FF2B5EF4-FFF2-40B4-BE49-F238E27FC236}">
                      <a16:creationId xmlns:a16="http://schemas.microsoft.com/office/drawing/2014/main" id="{98BE866C-672C-3BBB-6856-9D8BB3870C8C}"/>
                    </a:ext>
                  </a:extLst>
                </p:cNvPr>
                <p:cNvSpPr txBox="1"/>
                <p:nvPr/>
              </p:nvSpPr>
              <p:spPr>
                <a:xfrm>
                  <a:off x="3007432" y="5697699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20%</a:t>
                  </a:r>
                </a:p>
              </p:txBody>
            </p:sp>
            <p:sp>
              <p:nvSpPr>
                <p:cNvPr id="916" name="TextBox 915">
                  <a:extLst>
                    <a:ext uri="{FF2B5EF4-FFF2-40B4-BE49-F238E27FC236}">
                      <a16:creationId xmlns:a16="http://schemas.microsoft.com/office/drawing/2014/main" id="{ED5AEC30-BAB4-204B-702D-7E5137172098}"/>
                    </a:ext>
                  </a:extLst>
                </p:cNvPr>
                <p:cNvSpPr txBox="1"/>
                <p:nvPr/>
              </p:nvSpPr>
              <p:spPr>
                <a:xfrm>
                  <a:off x="3007432" y="5366496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40%</a:t>
                  </a:r>
                </a:p>
              </p:txBody>
            </p:sp>
            <p:sp>
              <p:nvSpPr>
                <p:cNvPr id="917" name="TextBox 916">
                  <a:extLst>
                    <a:ext uri="{FF2B5EF4-FFF2-40B4-BE49-F238E27FC236}">
                      <a16:creationId xmlns:a16="http://schemas.microsoft.com/office/drawing/2014/main" id="{64DE0CBA-FEA0-53A9-F4B2-A78266BB3B26}"/>
                    </a:ext>
                  </a:extLst>
                </p:cNvPr>
                <p:cNvSpPr txBox="1"/>
                <p:nvPr/>
              </p:nvSpPr>
              <p:spPr>
                <a:xfrm>
                  <a:off x="3007432" y="5035293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60%</a:t>
                  </a:r>
                </a:p>
              </p:txBody>
            </p:sp>
            <p:sp>
              <p:nvSpPr>
                <p:cNvPr id="918" name="TextBox 917">
                  <a:extLst>
                    <a:ext uri="{FF2B5EF4-FFF2-40B4-BE49-F238E27FC236}">
                      <a16:creationId xmlns:a16="http://schemas.microsoft.com/office/drawing/2014/main" id="{4EDAFEE1-4E3F-F9E1-E825-3335188BA4B9}"/>
                    </a:ext>
                  </a:extLst>
                </p:cNvPr>
                <p:cNvSpPr txBox="1"/>
                <p:nvPr/>
              </p:nvSpPr>
              <p:spPr>
                <a:xfrm>
                  <a:off x="3007432" y="4704091"/>
                  <a:ext cx="42615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80%</a:t>
                  </a:r>
                </a:p>
              </p:txBody>
            </p:sp>
            <p:sp>
              <p:nvSpPr>
                <p:cNvPr id="919" name="TextBox 918">
                  <a:extLst>
                    <a:ext uri="{FF2B5EF4-FFF2-40B4-BE49-F238E27FC236}">
                      <a16:creationId xmlns:a16="http://schemas.microsoft.com/office/drawing/2014/main" id="{8751925E-CB42-3949-2253-9E7729A05052}"/>
                    </a:ext>
                  </a:extLst>
                </p:cNvPr>
                <p:cNvSpPr txBox="1"/>
                <p:nvPr/>
              </p:nvSpPr>
              <p:spPr>
                <a:xfrm>
                  <a:off x="2942213" y="4372762"/>
                  <a:ext cx="49061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100%</a:t>
                  </a:r>
                </a:p>
              </p:txBody>
            </p:sp>
            <p:sp>
              <p:nvSpPr>
                <p:cNvPr id="920" name="Freeform 919">
                  <a:extLst>
                    <a:ext uri="{FF2B5EF4-FFF2-40B4-BE49-F238E27FC236}">
                      <a16:creationId xmlns:a16="http://schemas.microsoft.com/office/drawing/2014/main" id="{BD34AC18-4207-6EF1-34F5-482DF57AD89E}"/>
                    </a:ext>
                  </a:extLst>
                </p:cNvPr>
                <p:cNvSpPr/>
                <p:nvPr/>
              </p:nvSpPr>
              <p:spPr>
                <a:xfrm>
                  <a:off x="3362900" y="5804281"/>
                  <a:ext cx="36513" cy="12636"/>
                </a:xfrm>
                <a:custGeom>
                  <a:avLst/>
                  <a:gdLst>
                    <a:gd name="csX0" fmla="*/ 0 w 36513"/>
                    <a:gd name="csY0" fmla="*/ 0 h 12636"/>
                    <a:gd name="csX1" fmla="*/ 36513 w 3651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6513" h="12636">
                      <a:moveTo>
                        <a:pt x="0" y="0"/>
                      </a:moveTo>
                      <a:lnTo>
                        <a:pt x="36513" y="0"/>
                      </a:lnTo>
                    </a:path>
                  </a:pathLst>
                </a:custGeom>
                <a:noFill/>
                <a:ln w="1421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21" name="Freeform 920">
                  <a:extLst>
                    <a:ext uri="{FF2B5EF4-FFF2-40B4-BE49-F238E27FC236}">
                      <a16:creationId xmlns:a16="http://schemas.microsoft.com/office/drawing/2014/main" id="{390F654F-646E-A314-EEFE-2304AFE97DC4}"/>
                    </a:ext>
                  </a:extLst>
                </p:cNvPr>
                <p:cNvSpPr/>
                <p:nvPr/>
              </p:nvSpPr>
              <p:spPr>
                <a:xfrm>
                  <a:off x="3362900" y="5473079"/>
                  <a:ext cx="36513" cy="12636"/>
                </a:xfrm>
                <a:custGeom>
                  <a:avLst/>
                  <a:gdLst>
                    <a:gd name="csX0" fmla="*/ 0 w 36513"/>
                    <a:gd name="csY0" fmla="*/ 0 h 12636"/>
                    <a:gd name="csX1" fmla="*/ 36513 w 3651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6513" h="12636">
                      <a:moveTo>
                        <a:pt x="0" y="0"/>
                      </a:moveTo>
                      <a:lnTo>
                        <a:pt x="36513" y="0"/>
                      </a:lnTo>
                    </a:path>
                  </a:pathLst>
                </a:custGeom>
                <a:noFill/>
                <a:ln w="1421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22" name="Freeform 921">
                  <a:extLst>
                    <a:ext uri="{FF2B5EF4-FFF2-40B4-BE49-F238E27FC236}">
                      <a16:creationId xmlns:a16="http://schemas.microsoft.com/office/drawing/2014/main" id="{4C510BCD-1510-ED14-4BCE-B6281B92135F}"/>
                    </a:ext>
                  </a:extLst>
                </p:cNvPr>
                <p:cNvSpPr/>
                <p:nvPr/>
              </p:nvSpPr>
              <p:spPr>
                <a:xfrm>
                  <a:off x="3362900" y="5141876"/>
                  <a:ext cx="36513" cy="12636"/>
                </a:xfrm>
                <a:custGeom>
                  <a:avLst/>
                  <a:gdLst>
                    <a:gd name="csX0" fmla="*/ 0 w 36513"/>
                    <a:gd name="csY0" fmla="*/ 0 h 12636"/>
                    <a:gd name="csX1" fmla="*/ 36513 w 3651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6513" h="12636">
                      <a:moveTo>
                        <a:pt x="0" y="0"/>
                      </a:moveTo>
                      <a:lnTo>
                        <a:pt x="36513" y="0"/>
                      </a:lnTo>
                    </a:path>
                  </a:pathLst>
                </a:custGeom>
                <a:noFill/>
                <a:ln w="1421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23" name="Freeform 922">
                  <a:extLst>
                    <a:ext uri="{FF2B5EF4-FFF2-40B4-BE49-F238E27FC236}">
                      <a16:creationId xmlns:a16="http://schemas.microsoft.com/office/drawing/2014/main" id="{AB760DF9-CE13-8735-F719-1E4E29C70B04}"/>
                    </a:ext>
                  </a:extLst>
                </p:cNvPr>
                <p:cNvSpPr/>
                <p:nvPr/>
              </p:nvSpPr>
              <p:spPr>
                <a:xfrm>
                  <a:off x="3362900" y="4810673"/>
                  <a:ext cx="36513" cy="12636"/>
                </a:xfrm>
                <a:custGeom>
                  <a:avLst/>
                  <a:gdLst>
                    <a:gd name="csX0" fmla="*/ 0 w 36513"/>
                    <a:gd name="csY0" fmla="*/ 0 h 12636"/>
                    <a:gd name="csX1" fmla="*/ 36513 w 3651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6513" h="12636">
                      <a:moveTo>
                        <a:pt x="0" y="0"/>
                      </a:moveTo>
                      <a:lnTo>
                        <a:pt x="36513" y="0"/>
                      </a:lnTo>
                    </a:path>
                  </a:pathLst>
                </a:custGeom>
                <a:noFill/>
                <a:ln w="1421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24" name="Freeform 923">
                  <a:extLst>
                    <a:ext uri="{FF2B5EF4-FFF2-40B4-BE49-F238E27FC236}">
                      <a16:creationId xmlns:a16="http://schemas.microsoft.com/office/drawing/2014/main" id="{AE853509-DFC2-8147-204F-0628DCB80E8F}"/>
                    </a:ext>
                  </a:extLst>
                </p:cNvPr>
                <p:cNvSpPr/>
                <p:nvPr/>
              </p:nvSpPr>
              <p:spPr>
                <a:xfrm>
                  <a:off x="3362900" y="4479344"/>
                  <a:ext cx="36513" cy="12636"/>
                </a:xfrm>
                <a:custGeom>
                  <a:avLst/>
                  <a:gdLst>
                    <a:gd name="csX0" fmla="*/ 0 w 36513"/>
                    <a:gd name="csY0" fmla="*/ 0 h 12636"/>
                    <a:gd name="csX1" fmla="*/ 36513 w 36513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6513" h="12636">
                      <a:moveTo>
                        <a:pt x="0" y="0"/>
                      </a:moveTo>
                      <a:lnTo>
                        <a:pt x="36513" y="0"/>
                      </a:lnTo>
                    </a:path>
                  </a:pathLst>
                </a:custGeom>
                <a:noFill/>
                <a:ln w="1421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937" name="TextBox 936">
                  <a:extLst>
                    <a:ext uri="{FF2B5EF4-FFF2-40B4-BE49-F238E27FC236}">
                      <a16:creationId xmlns:a16="http://schemas.microsoft.com/office/drawing/2014/main" id="{94EE8F93-2708-C7BA-83A1-C7FDEB719034}"/>
                    </a:ext>
                  </a:extLst>
                </p:cNvPr>
                <p:cNvSpPr txBox="1"/>
                <p:nvPr/>
              </p:nvSpPr>
              <p:spPr>
                <a:xfrm>
                  <a:off x="3957417" y="5948260"/>
                  <a:ext cx="558477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945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Phase</a:t>
                  </a:r>
                </a:p>
              </p:txBody>
            </p:sp>
          </p:grpSp>
        </p:grpSp>
        <p:grpSp>
          <p:nvGrpSpPr>
            <p:cNvPr id="777" name="Graphic 62">
              <a:extLst>
                <a:ext uri="{FF2B5EF4-FFF2-40B4-BE49-F238E27FC236}">
                  <a16:creationId xmlns:a16="http://schemas.microsoft.com/office/drawing/2014/main" id="{5138B084-5E2F-AA49-CE33-DDB0CFC82D68}"/>
                </a:ext>
              </a:extLst>
            </p:cNvPr>
            <p:cNvGrpSpPr/>
            <p:nvPr/>
          </p:nvGrpSpPr>
          <p:grpSpPr>
            <a:xfrm>
              <a:off x="3032242" y="5882365"/>
              <a:ext cx="2121775" cy="1627485"/>
              <a:chOff x="3032242" y="5882365"/>
              <a:chExt cx="2121775" cy="1627485"/>
            </a:xfrm>
          </p:grpSpPr>
          <p:grpSp>
            <p:nvGrpSpPr>
              <p:cNvPr id="780" name="Graphic 62">
                <a:extLst>
                  <a:ext uri="{FF2B5EF4-FFF2-40B4-BE49-F238E27FC236}">
                    <a16:creationId xmlns:a16="http://schemas.microsoft.com/office/drawing/2014/main" id="{57A610F0-5B7E-49A3-B40A-B7C4F03AB6BE}"/>
                  </a:ext>
                </a:extLst>
              </p:cNvPr>
              <p:cNvGrpSpPr/>
              <p:nvPr/>
            </p:nvGrpSpPr>
            <p:grpSpPr>
              <a:xfrm>
                <a:off x="3381496" y="5882365"/>
                <a:ext cx="1745350" cy="1395691"/>
                <a:chOff x="3381496" y="5882365"/>
                <a:chExt cx="1745350" cy="1395691"/>
              </a:xfrm>
            </p:grpSpPr>
            <p:sp>
              <p:nvSpPr>
                <p:cNvPr id="781" name="Freeform 780">
                  <a:extLst>
                    <a:ext uri="{FF2B5EF4-FFF2-40B4-BE49-F238E27FC236}">
                      <a16:creationId xmlns:a16="http://schemas.microsoft.com/office/drawing/2014/main" id="{EA4CBE15-A3D8-7E0A-D147-E3D205BCFBB4}"/>
                    </a:ext>
                  </a:extLst>
                </p:cNvPr>
                <p:cNvSpPr/>
                <p:nvPr/>
              </p:nvSpPr>
              <p:spPr>
                <a:xfrm>
                  <a:off x="3381496" y="5925698"/>
                  <a:ext cx="1745350" cy="1352358"/>
                </a:xfrm>
                <a:custGeom>
                  <a:avLst/>
                  <a:gdLst>
                    <a:gd name="csX0" fmla="*/ 0 w 1745350"/>
                    <a:gd name="csY0" fmla="*/ 0 h 1352358"/>
                    <a:gd name="csX1" fmla="*/ 1745350 w 1745350"/>
                    <a:gd name="csY1" fmla="*/ 0 h 1352358"/>
                    <a:gd name="csX2" fmla="*/ 1745350 w 1745350"/>
                    <a:gd name="csY2" fmla="*/ 1352358 h 1352358"/>
                    <a:gd name="csX3" fmla="*/ 0 w 1745350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45350" h="1352358">
                      <a:moveTo>
                        <a:pt x="0" y="0"/>
                      </a:moveTo>
                      <a:lnTo>
                        <a:pt x="1745350" y="0"/>
                      </a:lnTo>
                      <a:lnTo>
                        <a:pt x="1745350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7276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2" name="Freeform 781">
                  <a:extLst>
                    <a:ext uri="{FF2B5EF4-FFF2-40B4-BE49-F238E27FC236}">
                      <a16:creationId xmlns:a16="http://schemas.microsoft.com/office/drawing/2014/main" id="{1C478BA3-71C9-213C-FE3A-912253FB9582}"/>
                    </a:ext>
                  </a:extLst>
                </p:cNvPr>
                <p:cNvSpPr/>
                <p:nvPr/>
              </p:nvSpPr>
              <p:spPr>
                <a:xfrm>
                  <a:off x="3705213" y="6662785"/>
                  <a:ext cx="253404" cy="12636"/>
                </a:xfrm>
                <a:custGeom>
                  <a:avLst/>
                  <a:gdLst>
                    <a:gd name="csX0" fmla="*/ 0 w 253404"/>
                    <a:gd name="csY0" fmla="*/ 0 h 12636"/>
                    <a:gd name="csX1" fmla="*/ 253405 w 25340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3404" h="12636">
                      <a:moveTo>
                        <a:pt x="0" y="0"/>
                      </a:moveTo>
                      <a:lnTo>
                        <a:pt x="253405" y="0"/>
                      </a:lnTo>
                    </a:path>
                  </a:pathLst>
                </a:custGeom>
                <a:ln w="34192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3" name="Freeform 782">
                  <a:extLst>
                    <a:ext uri="{FF2B5EF4-FFF2-40B4-BE49-F238E27FC236}">
                      <a16:creationId xmlns:a16="http://schemas.microsoft.com/office/drawing/2014/main" id="{79667FAB-4013-3BB7-0490-902E75510884}"/>
                    </a:ext>
                  </a:extLst>
                </p:cNvPr>
                <p:cNvSpPr/>
                <p:nvPr/>
              </p:nvSpPr>
              <p:spPr>
                <a:xfrm>
                  <a:off x="3986717" y="6791045"/>
                  <a:ext cx="253404" cy="12636"/>
                </a:xfrm>
                <a:custGeom>
                  <a:avLst/>
                  <a:gdLst>
                    <a:gd name="csX0" fmla="*/ 0 w 253404"/>
                    <a:gd name="csY0" fmla="*/ 0 h 12636"/>
                    <a:gd name="csX1" fmla="*/ 253405 w 25340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3404" h="12636">
                      <a:moveTo>
                        <a:pt x="0" y="0"/>
                      </a:moveTo>
                      <a:lnTo>
                        <a:pt x="253405" y="0"/>
                      </a:lnTo>
                    </a:path>
                  </a:pathLst>
                </a:custGeom>
                <a:ln w="34192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4" name="Freeform 783">
                  <a:extLst>
                    <a:ext uri="{FF2B5EF4-FFF2-40B4-BE49-F238E27FC236}">
                      <a16:creationId xmlns:a16="http://schemas.microsoft.com/office/drawing/2014/main" id="{808EB3BF-D7C6-90FD-0506-F3EDEA7FA329}"/>
                    </a:ext>
                  </a:extLst>
                </p:cNvPr>
                <p:cNvSpPr/>
                <p:nvPr/>
              </p:nvSpPr>
              <p:spPr>
                <a:xfrm>
                  <a:off x="4268221" y="6211662"/>
                  <a:ext cx="253404" cy="12636"/>
                </a:xfrm>
                <a:custGeom>
                  <a:avLst/>
                  <a:gdLst>
                    <a:gd name="csX0" fmla="*/ 0 w 253404"/>
                    <a:gd name="csY0" fmla="*/ 0 h 12636"/>
                    <a:gd name="csX1" fmla="*/ 253405 w 25340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3404" h="12636">
                      <a:moveTo>
                        <a:pt x="0" y="0"/>
                      </a:moveTo>
                      <a:lnTo>
                        <a:pt x="253405" y="0"/>
                      </a:lnTo>
                    </a:path>
                  </a:pathLst>
                </a:custGeom>
                <a:ln w="34192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5" name="Freeform 784">
                  <a:extLst>
                    <a:ext uri="{FF2B5EF4-FFF2-40B4-BE49-F238E27FC236}">
                      <a16:creationId xmlns:a16="http://schemas.microsoft.com/office/drawing/2014/main" id="{B808A333-AADA-CE02-5438-B0692A4F4F0F}"/>
                    </a:ext>
                  </a:extLst>
                </p:cNvPr>
                <p:cNvSpPr/>
                <p:nvPr/>
              </p:nvSpPr>
              <p:spPr>
                <a:xfrm>
                  <a:off x="4549725" y="6537683"/>
                  <a:ext cx="253404" cy="12636"/>
                </a:xfrm>
                <a:custGeom>
                  <a:avLst/>
                  <a:gdLst>
                    <a:gd name="csX0" fmla="*/ 0 w 253404"/>
                    <a:gd name="csY0" fmla="*/ 0 h 12636"/>
                    <a:gd name="csX1" fmla="*/ 253405 w 25340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3404" h="12636">
                      <a:moveTo>
                        <a:pt x="0" y="0"/>
                      </a:moveTo>
                      <a:lnTo>
                        <a:pt x="253405" y="0"/>
                      </a:lnTo>
                    </a:path>
                  </a:pathLst>
                </a:custGeom>
                <a:ln w="34192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6" name="Freeform 785">
                  <a:extLst>
                    <a:ext uri="{FF2B5EF4-FFF2-40B4-BE49-F238E27FC236}">
                      <a16:creationId xmlns:a16="http://schemas.microsoft.com/office/drawing/2014/main" id="{BE83427E-EA15-0A34-643F-1C5BE52BDF7C}"/>
                    </a:ext>
                  </a:extLst>
                </p:cNvPr>
                <p:cNvSpPr/>
                <p:nvPr/>
              </p:nvSpPr>
              <p:spPr>
                <a:xfrm>
                  <a:off x="3423709" y="6231754"/>
                  <a:ext cx="253276" cy="12636"/>
                </a:xfrm>
                <a:custGeom>
                  <a:avLst/>
                  <a:gdLst>
                    <a:gd name="csX0" fmla="*/ 0 w 253276"/>
                    <a:gd name="csY0" fmla="*/ 0 h 12636"/>
                    <a:gd name="csX1" fmla="*/ 253277 w 253276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53276" h="12636">
                      <a:moveTo>
                        <a:pt x="0" y="0"/>
                      </a:moveTo>
                      <a:lnTo>
                        <a:pt x="253277" y="0"/>
                      </a:lnTo>
                    </a:path>
                  </a:pathLst>
                </a:custGeom>
                <a:ln w="34192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7" name="Freeform 786">
                  <a:extLst>
                    <a:ext uri="{FF2B5EF4-FFF2-40B4-BE49-F238E27FC236}">
                      <a16:creationId xmlns:a16="http://schemas.microsoft.com/office/drawing/2014/main" id="{8DDC1148-D6AA-BFD7-3807-F30B0E2AA34D}"/>
                    </a:ext>
                  </a:extLst>
                </p:cNvPr>
                <p:cNvSpPr/>
                <p:nvPr/>
              </p:nvSpPr>
              <p:spPr>
                <a:xfrm>
                  <a:off x="3494021" y="6174889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8" name="Freeform 787">
                  <a:extLst>
                    <a:ext uri="{FF2B5EF4-FFF2-40B4-BE49-F238E27FC236}">
                      <a16:creationId xmlns:a16="http://schemas.microsoft.com/office/drawing/2014/main" id="{ADD205B6-DA58-F26C-85FD-E51C8CDAE222}"/>
                    </a:ext>
                  </a:extLst>
                </p:cNvPr>
                <p:cNvSpPr/>
                <p:nvPr/>
              </p:nvSpPr>
              <p:spPr>
                <a:xfrm>
                  <a:off x="3550347" y="6174889"/>
                  <a:ext cx="12830" cy="113602"/>
                </a:xfrm>
                <a:custGeom>
                  <a:avLst/>
                  <a:gdLst>
                    <a:gd name="csX0" fmla="*/ 0 w 12830"/>
                    <a:gd name="csY0" fmla="*/ 0 h 113602"/>
                    <a:gd name="csX1" fmla="*/ 0 w 12830"/>
                    <a:gd name="csY1" fmla="*/ 113602 h 1136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113602">
                      <a:moveTo>
                        <a:pt x="0" y="0"/>
                      </a:moveTo>
                      <a:lnTo>
                        <a:pt x="0" y="113602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89" name="Freeform 788">
                  <a:extLst>
                    <a:ext uri="{FF2B5EF4-FFF2-40B4-BE49-F238E27FC236}">
                      <a16:creationId xmlns:a16="http://schemas.microsoft.com/office/drawing/2014/main" id="{8C5A9CE7-9728-4243-36F1-BA61043F1D02}"/>
                    </a:ext>
                  </a:extLst>
                </p:cNvPr>
                <p:cNvSpPr/>
                <p:nvPr/>
              </p:nvSpPr>
              <p:spPr>
                <a:xfrm>
                  <a:off x="3494021" y="6288491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0" name="Freeform 789">
                  <a:extLst>
                    <a:ext uri="{FF2B5EF4-FFF2-40B4-BE49-F238E27FC236}">
                      <a16:creationId xmlns:a16="http://schemas.microsoft.com/office/drawing/2014/main" id="{4377B9A1-54C5-6037-ED10-CFDF2F762650}"/>
                    </a:ext>
                  </a:extLst>
                </p:cNvPr>
                <p:cNvSpPr/>
                <p:nvPr/>
              </p:nvSpPr>
              <p:spPr>
                <a:xfrm>
                  <a:off x="3775525" y="6595306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1" name="Freeform 790">
                  <a:extLst>
                    <a:ext uri="{FF2B5EF4-FFF2-40B4-BE49-F238E27FC236}">
                      <a16:creationId xmlns:a16="http://schemas.microsoft.com/office/drawing/2014/main" id="{3E7D2B9F-6586-74A4-0641-76319FC51A3C}"/>
                    </a:ext>
                  </a:extLst>
                </p:cNvPr>
                <p:cNvSpPr/>
                <p:nvPr/>
              </p:nvSpPr>
              <p:spPr>
                <a:xfrm>
                  <a:off x="3831851" y="6595306"/>
                  <a:ext cx="12830" cy="134957"/>
                </a:xfrm>
                <a:custGeom>
                  <a:avLst/>
                  <a:gdLst>
                    <a:gd name="csX0" fmla="*/ 0 w 12830"/>
                    <a:gd name="csY0" fmla="*/ 0 h 134957"/>
                    <a:gd name="csX1" fmla="*/ 0 w 12830"/>
                    <a:gd name="csY1" fmla="*/ 134958 h 1349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134957">
                      <a:moveTo>
                        <a:pt x="0" y="0"/>
                      </a:moveTo>
                      <a:lnTo>
                        <a:pt x="0" y="134958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2" name="Freeform 791">
                  <a:extLst>
                    <a:ext uri="{FF2B5EF4-FFF2-40B4-BE49-F238E27FC236}">
                      <a16:creationId xmlns:a16="http://schemas.microsoft.com/office/drawing/2014/main" id="{5314BC25-EB72-56C0-F75D-B16B1CC6AB97}"/>
                    </a:ext>
                  </a:extLst>
                </p:cNvPr>
                <p:cNvSpPr/>
                <p:nvPr/>
              </p:nvSpPr>
              <p:spPr>
                <a:xfrm>
                  <a:off x="3775525" y="6730263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3" name="Freeform 792">
                  <a:extLst>
                    <a:ext uri="{FF2B5EF4-FFF2-40B4-BE49-F238E27FC236}">
                      <a16:creationId xmlns:a16="http://schemas.microsoft.com/office/drawing/2014/main" id="{02EE7380-CB5E-A576-7328-82742FA68901}"/>
                    </a:ext>
                  </a:extLst>
                </p:cNvPr>
                <p:cNvSpPr/>
                <p:nvPr/>
              </p:nvSpPr>
              <p:spPr>
                <a:xfrm>
                  <a:off x="4057029" y="6688184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4" name="Freeform 793">
                  <a:extLst>
                    <a:ext uri="{FF2B5EF4-FFF2-40B4-BE49-F238E27FC236}">
                      <a16:creationId xmlns:a16="http://schemas.microsoft.com/office/drawing/2014/main" id="{646E02A0-1C32-93A7-44B8-0431833FD435}"/>
                    </a:ext>
                  </a:extLst>
                </p:cNvPr>
                <p:cNvSpPr/>
                <p:nvPr/>
              </p:nvSpPr>
              <p:spPr>
                <a:xfrm>
                  <a:off x="4113355" y="6688184"/>
                  <a:ext cx="12830" cy="205848"/>
                </a:xfrm>
                <a:custGeom>
                  <a:avLst/>
                  <a:gdLst>
                    <a:gd name="csX0" fmla="*/ 0 w 12830"/>
                    <a:gd name="csY0" fmla="*/ 0 h 205848"/>
                    <a:gd name="csX1" fmla="*/ 0 w 12830"/>
                    <a:gd name="csY1" fmla="*/ 205849 h 2058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205848">
                      <a:moveTo>
                        <a:pt x="0" y="0"/>
                      </a:moveTo>
                      <a:lnTo>
                        <a:pt x="0" y="205849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5" name="Freeform 794">
                  <a:extLst>
                    <a:ext uri="{FF2B5EF4-FFF2-40B4-BE49-F238E27FC236}">
                      <a16:creationId xmlns:a16="http://schemas.microsoft.com/office/drawing/2014/main" id="{FF58E74C-354B-E2CD-84AB-D23318883678}"/>
                    </a:ext>
                  </a:extLst>
                </p:cNvPr>
                <p:cNvSpPr/>
                <p:nvPr/>
              </p:nvSpPr>
              <p:spPr>
                <a:xfrm>
                  <a:off x="4057029" y="6894033"/>
                  <a:ext cx="112652" cy="12636"/>
                </a:xfrm>
                <a:custGeom>
                  <a:avLst/>
                  <a:gdLst>
                    <a:gd name="csX0" fmla="*/ 0 w 112652"/>
                    <a:gd name="csY0" fmla="*/ 0 h 12636"/>
                    <a:gd name="csX1" fmla="*/ 112653 w 112652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652" h="12636">
                      <a:moveTo>
                        <a:pt x="0" y="0"/>
                      </a:moveTo>
                      <a:lnTo>
                        <a:pt x="112653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6" name="Freeform 795">
                  <a:extLst>
                    <a:ext uri="{FF2B5EF4-FFF2-40B4-BE49-F238E27FC236}">
                      <a16:creationId xmlns:a16="http://schemas.microsoft.com/office/drawing/2014/main" id="{CCF2DA14-91FC-3E36-5AC0-1411F8B05C7F}"/>
                    </a:ext>
                  </a:extLst>
                </p:cNvPr>
                <p:cNvSpPr/>
                <p:nvPr/>
              </p:nvSpPr>
              <p:spPr>
                <a:xfrm>
                  <a:off x="4338661" y="6075187"/>
                  <a:ext cx="112524" cy="12636"/>
                </a:xfrm>
                <a:custGeom>
                  <a:avLst/>
                  <a:gdLst>
                    <a:gd name="csX0" fmla="*/ 0 w 112524"/>
                    <a:gd name="csY0" fmla="*/ 0 h 12636"/>
                    <a:gd name="csX1" fmla="*/ 112525 w 11252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524" h="12636">
                      <a:moveTo>
                        <a:pt x="0" y="0"/>
                      </a:moveTo>
                      <a:lnTo>
                        <a:pt x="112525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7" name="Freeform 796">
                  <a:extLst>
                    <a:ext uri="{FF2B5EF4-FFF2-40B4-BE49-F238E27FC236}">
                      <a16:creationId xmlns:a16="http://schemas.microsoft.com/office/drawing/2014/main" id="{3E5C370A-075D-C42A-97B8-2832C0F70179}"/>
                    </a:ext>
                  </a:extLst>
                </p:cNvPr>
                <p:cNvSpPr/>
                <p:nvPr/>
              </p:nvSpPr>
              <p:spPr>
                <a:xfrm>
                  <a:off x="4394859" y="6075187"/>
                  <a:ext cx="12830" cy="272948"/>
                </a:xfrm>
                <a:custGeom>
                  <a:avLst/>
                  <a:gdLst>
                    <a:gd name="csX0" fmla="*/ 0 w 12830"/>
                    <a:gd name="csY0" fmla="*/ 0 h 272948"/>
                    <a:gd name="csX1" fmla="*/ 0 w 12830"/>
                    <a:gd name="csY1" fmla="*/ 272948 h 2729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272948">
                      <a:moveTo>
                        <a:pt x="0" y="0"/>
                      </a:moveTo>
                      <a:lnTo>
                        <a:pt x="0" y="272948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8" name="Freeform 797">
                  <a:extLst>
                    <a:ext uri="{FF2B5EF4-FFF2-40B4-BE49-F238E27FC236}">
                      <a16:creationId xmlns:a16="http://schemas.microsoft.com/office/drawing/2014/main" id="{0C7089D3-EF35-E1AC-A5B6-DFEA5601D3E6}"/>
                    </a:ext>
                  </a:extLst>
                </p:cNvPr>
                <p:cNvSpPr/>
                <p:nvPr/>
              </p:nvSpPr>
              <p:spPr>
                <a:xfrm>
                  <a:off x="4338661" y="6348136"/>
                  <a:ext cx="112524" cy="12636"/>
                </a:xfrm>
                <a:custGeom>
                  <a:avLst/>
                  <a:gdLst>
                    <a:gd name="csX0" fmla="*/ 0 w 112524"/>
                    <a:gd name="csY0" fmla="*/ 0 h 12636"/>
                    <a:gd name="csX1" fmla="*/ 112525 w 11252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524" h="12636">
                      <a:moveTo>
                        <a:pt x="0" y="0"/>
                      </a:moveTo>
                      <a:lnTo>
                        <a:pt x="112525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799" name="Freeform 798">
                  <a:extLst>
                    <a:ext uri="{FF2B5EF4-FFF2-40B4-BE49-F238E27FC236}">
                      <a16:creationId xmlns:a16="http://schemas.microsoft.com/office/drawing/2014/main" id="{A360BBB2-D334-EEEE-6B3E-511F87DFDFC3}"/>
                    </a:ext>
                  </a:extLst>
                </p:cNvPr>
                <p:cNvSpPr/>
                <p:nvPr/>
              </p:nvSpPr>
              <p:spPr>
                <a:xfrm>
                  <a:off x="4620165" y="6471721"/>
                  <a:ext cx="112524" cy="12636"/>
                </a:xfrm>
                <a:custGeom>
                  <a:avLst/>
                  <a:gdLst>
                    <a:gd name="csX0" fmla="*/ 0 w 112524"/>
                    <a:gd name="csY0" fmla="*/ 0 h 12636"/>
                    <a:gd name="csX1" fmla="*/ 112525 w 11252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524" h="12636">
                      <a:moveTo>
                        <a:pt x="0" y="0"/>
                      </a:moveTo>
                      <a:lnTo>
                        <a:pt x="112525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0" name="Freeform 799">
                  <a:extLst>
                    <a:ext uri="{FF2B5EF4-FFF2-40B4-BE49-F238E27FC236}">
                      <a16:creationId xmlns:a16="http://schemas.microsoft.com/office/drawing/2014/main" id="{EB3ADD8A-D1FC-3FF3-0A7E-F60C3C993C58}"/>
                    </a:ext>
                  </a:extLst>
                </p:cNvPr>
                <p:cNvSpPr/>
                <p:nvPr/>
              </p:nvSpPr>
              <p:spPr>
                <a:xfrm>
                  <a:off x="4676363" y="6471721"/>
                  <a:ext cx="12830" cy="132051"/>
                </a:xfrm>
                <a:custGeom>
                  <a:avLst/>
                  <a:gdLst>
                    <a:gd name="csX0" fmla="*/ 0 w 12830"/>
                    <a:gd name="csY0" fmla="*/ 0 h 132051"/>
                    <a:gd name="csX1" fmla="*/ 0 w 12830"/>
                    <a:gd name="csY1" fmla="*/ 132051 h 1320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132051">
                      <a:moveTo>
                        <a:pt x="0" y="0"/>
                      </a:moveTo>
                      <a:lnTo>
                        <a:pt x="0" y="132051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1" name="Freeform 800">
                  <a:extLst>
                    <a:ext uri="{FF2B5EF4-FFF2-40B4-BE49-F238E27FC236}">
                      <a16:creationId xmlns:a16="http://schemas.microsoft.com/office/drawing/2014/main" id="{789020EB-0AF2-5AA4-9F1A-EC4CC4FF0B66}"/>
                    </a:ext>
                  </a:extLst>
                </p:cNvPr>
                <p:cNvSpPr/>
                <p:nvPr/>
              </p:nvSpPr>
              <p:spPr>
                <a:xfrm>
                  <a:off x="4620165" y="6603772"/>
                  <a:ext cx="112524" cy="12636"/>
                </a:xfrm>
                <a:custGeom>
                  <a:avLst/>
                  <a:gdLst>
                    <a:gd name="csX0" fmla="*/ 0 w 112524"/>
                    <a:gd name="csY0" fmla="*/ 0 h 12636"/>
                    <a:gd name="csX1" fmla="*/ 112525 w 112524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12524" h="12636">
                      <a:moveTo>
                        <a:pt x="0" y="0"/>
                      </a:moveTo>
                      <a:lnTo>
                        <a:pt x="112525" y="0"/>
                      </a:lnTo>
                    </a:path>
                  </a:pathLst>
                </a:custGeom>
                <a:noFill/>
                <a:ln w="1370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2" name="Freeform 801">
                  <a:extLst>
                    <a:ext uri="{FF2B5EF4-FFF2-40B4-BE49-F238E27FC236}">
                      <a16:creationId xmlns:a16="http://schemas.microsoft.com/office/drawing/2014/main" id="{C1B643F8-DD3E-8F8D-48B4-479F8FD476C8}"/>
                    </a:ext>
                  </a:extLst>
                </p:cNvPr>
                <p:cNvSpPr/>
                <p:nvPr/>
              </p:nvSpPr>
              <p:spPr>
                <a:xfrm>
                  <a:off x="4375100" y="6043722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3" name="Freeform 802">
                  <a:extLst>
                    <a:ext uri="{FF2B5EF4-FFF2-40B4-BE49-F238E27FC236}">
                      <a16:creationId xmlns:a16="http://schemas.microsoft.com/office/drawing/2014/main" id="{ADA2F183-4D58-C524-C611-B3AEC78CD8D5}"/>
                    </a:ext>
                  </a:extLst>
                </p:cNvPr>
                <p:cNvSpPr/>
                <p:nvPr/>
              </p:nvSpPr>
              <p:spPr>
                <a:xfrm>
                  <a:off x="4658016" y="6572307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4" name="Freeform 803">
                  <a:extLst>
                    <a:ext uri="{FF2B5EF4-FFF2-40B4-BE49-F238E27FC236}">
                      <a16:creationId xmlns:a16="http://schemas.microsoft.com/office/drawing/2014/main" id="{6F38EAFF-032D-797E-D56A-D5E576CEA409}"/>
                    </a:ext>
                  </a:extLst>
                </p:cNvPr>
                <p:cNvSpPr/>
                <p:nvPr/>
              </p:nvSpPr>
              <p:spPr>
                <a:xfrm>
                  <a:off x="3809269" y="6575845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5" name="Freeform 804">
                  <a:extLst>
                    <a:ext uri="{FF2B5EF4-FFF2-40B4-BE49-F238E27FC236}">
                      <a16:creationId xmlns:a16="http://schemas.microsoft.com/office/drawing/2014/main" id="{29A61E61-8F73-A4B2-4574-08CF37EC57B8}"/>
                    </a:ext>
                  </a:extLst>
                </p:cNvPr>
                <p:cNvSpPr/>
                <p:nvPr/>
              </p:nvSpPr>
              <p:spPr>
                <a:xfrm>
                  <a:off x="4080381" y="7185177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6" name="Freeform 805">
                  <a:extLst>
                    <a:ext uri="{FF2B5EF4-FFF2-40B4-BE49-F238E27FC236}">
                      <a16:creationId xmlns:a16="http://schemas.microsoft.com/office/drawing/2014/main" id="{DBE725AD-BA6B-7F08-F4AF-1B027CB80FDA}"/>
                    </a:ext>
                  </a:extLst>
                </p:cNvPr>
                <p:cNvSpPr/>
                <p:nvPr/>
              </p:nvSpPr>
              <p:spPr>
                <a:xfrm>
                  <a:off x="3813375" y="6626644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7" name="Freeform 806">
                  <a:extLst>
                    <a:ext uri="{FF2B5EF4-FFF2-40B4-BE49-F238E27FC236}">
                      <a16:creationId xmlns:a16="http://schemas.microsoft.com/office/drawing/2014/main" id="{8110BBAE-C500-D556-1BE8-ABAF47C202D6}"/>
                    </a:ext>
                  </a:extLst>
                </p:cNvPr>
                <p:cNvSpPr/>
                <p:nvPr/>
              </p:nvSpPr>
              <p:spPr>
                <a:xfrm>
                  <a:off x="4092955" y="6887335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8" name="Freeform 807">
                  <a:extLst>
                    <a:ext uri="{FF2B5EF4-FFF2-40B4-BE49-F238E27FC236}">
                      <a16:creationId xmlns:a16="http://schemas.microsoft.com/office/drawing/2014/main" id="{82A45450-2D58-2450-7DDE-5A80B3DFEFA6}"/>
                    </a:ext>
                  </a:extLst>
                </p:cNvPr>
                <p:cNvSpPr/>
                <p:nvPr/>
              </p:nvSpPr>
              <p:spPr>
                <a:xfrm>
                  <a:off x="3587927" y="6026663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09" name="Freeform 808">
                  <a:extLst>
                    <a:ext uri="{FF2B5EF4-FFF2-40B4-BE49-F238E27FC236}">
                      <a16:creationId xmlns:a16="http://schemas.microsoft.com/office/drawing/2014/main" id="{F077E797-695C-11A3-C852-C3F251E2DA83}"/>
                    </a:ext>
                  </a:extLst>
                </p:cNvPr>
                <p:cNvSpPr/>
                <p:nvPr/>
              </p:nvSpPr>
              <p:spPr>
                <a:xfrm>
                  <a:off x="3526482" y="6260186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0" name="Freeform 809">
                  <a:extLst>
                    <a:ext uri="{FF2B5EF4-FFF2-40B4-BE49-F238E27FC236}">
                      <a16:creationId xmlns:a16="http://schemas.microsoft.com/office/drawing/2014/main" id="{747D7E62-5F84-0419-EE73-B043250D98EA}"/>
                    </a:ext>
                  </a:extLst>
                </p:cNvPr>
                <p:cNvSpPr/>
                <p:nvPr/>
              </p:nvSpPr>
              <p:spPr>
                <a:xfrm>
                  <a:off x="3496844" y="6156566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1" name="Freeform 810">
                  <a:extLst>
                    <a:ext uri="{FF2B5EF4-FFF2-40B4-BE49-F238E27FC236}">
                      <a16:creationId xmlns:a16="http://schemas.microsoft.com/office/drawing/2014/main" id="{128A53BE-9F69-B50D-166D-CCA17FCB302B}"/>
                    </a:ext>
                  </a:extLst>
                </p:cNvPr>
                <p:cNvSpPr/>
                <p:nvPr/>
              </p:nvSpPr>
              <p:spPr>
                <a:xfrm>
                  <a:off x="3500051" y="6348515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2" name="Freeform 811">
                  <a:extLst>
                    <a:ext uri="{FF2B5EF4-FFF2-40B4-BE49-F238E27FC236}">
                      <a16:creationId xmlns:a16="http://schemas.microsoft.com/office/drawing/2014/main" id="{BDA9B9E0-C2C1-DD36-A93A-22B438CF0A28}"/>
                    </a:ext>
                  </a:extLst>
                </p:cNvPr>
                <p:cNvSpPr/>
                <p:nvPr/>
              </p:nvSpPr>
              <p:spPr>
                <a:xfrm>
                  <a:off x="3508135" y="6064952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3" name="Freeform 812">
                  <a:extLst>
                    <a:ext uri="{FF2B5EF4-FFF2-40B4-BE49-F238E27FC236}">
                      <a16:creationId xmlns:a16="http://schemas.microsoft.com/office/drawing/2014/main" id="{29AD758E-517B-7007-4150-C36C2DE9DCDF}"/>
                    </a:ext>
                  </a:extLst>
                </p:cNvPr>
                <p:cNvSpPr/>
                <p:nvPr/>
              </p:nvSpPr>
              <p:spPr>
                <a:xfrm>
                  <a:off x="3815813" y="6940661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4" name="Freeform 813">
                  <a:extLst>
                    <a:ext uri="{FF2B5EF4-FFF2-40B4-BE49-F238E27FC236}">
                      <a16:creationId xmlns:a16="http://schemas.microsoft.com/office/drawing/2014/main" id="{56F98D29-6A9F-619E-0D89-33D42355C1BD}"/>
                    </a:ext>
                  </a:extLst>
                </p:cNvPr>
                <p:cNvSpPr/>
                <p:nvPr/>
              </p:nvSpPr>
              <p:spPr>
                <a:xfrm>
                  <a:off x="4089234" y="6433938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5" name="Freeform 814">
                  <a:extLst>
                    <a:ext uri="{FF2B5EF4-FFF2-40B4-BE49-F238E27FC236}">
                      <a16:creationId xmlns:a16="http://schemas.microsoft.com/office/drawing/2014/main" id="{67B4E083-6416-BFF9-872B-7B23FC72D2A5}"/>
                    </a:ext>
                  </a:extLst>
                </p:cNvPr>
                <p:cNvSpPr/>
                <p:nvPr/>
              </p:nvSpPr>
              <p:spPr>
                <a:xfrm>
                  <a:off x="3499410" y="6344597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6" name="Freeform 815">
                  <a:extLst>
                    <a:ext uri="{FF2B5EF4-FFF2-40B4-BE49-F238E27FC236}">
                      <a16:creationId xmlns:a16="http://schemas.microsoft.com/office/drawing/2014/main" id="{F2DCC56F-3691-DF07-6B8A-F8B940971C5D}"/>
                    </a:ext>
                  </a:extLst>
                </p:cNvPr>
                <p:cNvSpPr/>
                <p:nvPr/>
              </p:nvSpPr>
              <p:spPr>
                <a:xfrm>
                  <a:off x="4361371" y="6316671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7" name="Freeform 816">
                  <a:extLst>
                    <a:ext uri="{FF2B5EF4-FFF2-40B4-BE49-F238E27FC236}">
                      <a16:creationId xmlns:a16="http://schemas.microsoft.com/office/drawing/2014/main" id="{1F201605-2F71-50CC-1A06-CC01566CDDF9}"/>
                    </a:ext>
                  </a:extLst>
                </p:cNvPr>
                <p:cNvSpPr/>
                <p:nvPr/>
              </p:nvSpPr>
              <p:spPr>
                <a:xfrm>
                  <a:off x="4661351" y="6440256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8" name="Freeform 817">
                  <a:extLst>
                    <a:ext uri="{FF2B5EF4-FFF2-40B4-BE49-F238E27FC236}">
                      <a16:creationId xmlns:a16="http://schemas.microsoft.com/office/drawing/2014/main" id="{26B5613C-7A90-ECE0-4DFA-F92066F9190D}"/>
                    </a:ext>
                  </a:extLst>
                </p:cNvPr>
                <p:cNvSpPr/>
                <p:nvPr/>
              </p:nvSpPr>
              <p:spPr>
                <a:xfrm>
                  <a:off x="3805035" y="6381749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3"/>
                        <a:pt x="49593" y="62930"/>
                        <a:pt x="31948" y="62930"/>
                      </a:cubicBezTo>
                      <a:cubicBezTo>
                        <a:pt x="14304" y="62930"/>
                        <a:pt x="0" y="48843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19" name="Freeform 818">
                  <a:extLst>
                    <a:ext uri="{FF2B5EF4-FFF2-40B4-BE49-F238E27FC236}">
                      <a16:creationId xmlns:a16="http://schemas.microsoft.com/office/drawing/2014/main" id="{0A15E103-E229-AED0-BEDF-A27F00FC397C}"/>
                    </a:ext>
                  </a:extLst>
                </p:cNvPr>
                <p:cNvSpPr/>
                <p:nvPr/>
              </p:nvSpPr>
              <p:spPr>
                <a:xfrm>
                  <a:off x="4091543" y="6433685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0" name="Freeform 819">
                  <a:extLst>
                    <a:ext uri="{FF2B5EF4-FFF2-40B4-BE49-F238E27FC236}">
                      <a16:creationId xmlns:a16="http://schemas.microsoft.com/office/drawing/2014/main" id="{AC0C7E9D-E653-4CA7-AEC0-202A67CC5283}"/>
                    </a:ext>
                  </a:extLst>
                </p:cNvPr>
                <p:cNvSpPr/>
                <p:nvPr/>
              </p:nvSpPr>
              <p:spPr>
                <a:xfrm>
                  <a:off x="3818636" y="6732412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1" name="Freeform 820">
                  <a:extLst>
                    <a:ext uri="{FF2B5EF4-FFF2-40B4-BE49-F238E27FC236}">
                      <a16:creationId xmlns:a16="http://schemas.microsoft.com/office/drawing/2014/main" id="{24B2E0D3-7827-B4FD-AD7A-D1074CFC3DE3}"/>
                    </a:ext>
                  </a:extLst>
                </p:cNvPr>
                <p:cNvSpPr/>
                <p:nvPr/>
              </p:nvSpPr>
              <p:spPr>
                <a:xfrm>
                  <a:off x="4078713" y="6687047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3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2" name="Freeform 821">
                  <a:extLst>
                    <a:ext uri="{FF2B5EF4-FFF2-40B4-BE49-F238E27FC236}">
                      <a16:creationId xmlns:a16="http://schemas.microsoft.com/office/drawing/2014/main" id="{D29C10B3-76F8-1575-9003-9EEAB4B46887}"/>
                    </a:ext>
                  </a:extLst>
                </p:cNvPr>
                <p:cNvSpPr/>
                <p:nvPr/>
              </p:nvSpPr>
              <p:spPr>
                <a:xfrm>
                  <a:off x="4912319" y="6172236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3" name="Freeform 822">
                  <a:extLst>
                    <a:ext uri="{FF2B5EF4-FFF2-40B4-BE49-F238E27FC236}">
                      <a16:creationId xmlns:a16="http://schemas.microsoft.com/office/drawing/2014/main" id="{A635D598-D6B9-EFDE-DB49-41A6FC5499F4}"/>
                    </a:ext>
                  </a:extLst>
                </p:cNvPr>
                <p:cNvSpPr/>
                <p:nvPr/>
              </p:nvSpPr>
              <p:spPr>
                <a:xfrm>
                  <a:off x="3818636" y="6495225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4" name="Freeform 823">
                  <a:extLst>
                    <a:ext uri="{FF2B5EF4-FFF2-40B4-BE49-F238E27FC236}">
                      <a16:creationId xmlns:a16="http://schemas.microsoft.com/office/drawing/2014/main" id="{E8E07157-9FD4-A11B-6AC0-57F1908EB871}"/>
                    </a:ext>
                  </a:extLst>
                </p:cNvPr>
                <p:cNvSpPr/>
                <p:nvPr/>
              </p:nvSpPr>
              <p:spPr>
                <a:xfrm>
                  <a:off x="4094751" y="6932827"/>
                  <a:ext cx="63896" cy="62929"/>
                </a:xfrm>
                <a:custGeom>
                  <a:avLst/>
                  <a:gdLst>
                    <a:gd name="csX0" fmla="*/ 63896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6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6" y="31465"/>
                      </a:moveTo>
                      <a:cubicBezTo>
                        <a:pt x="63896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6" y="14087"/>
                        <a:pt x="63896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5" name="Freeform 824">
                  <a:extLst>
                    <a:ext uri="{FF2B5EF4-FFF2-40B4-BE49-F238E27FC236}">
                      <a16:creationId xmlns:a16="http://schemas.microsoft.com/office/drawing/2014/main" id="{E018D1A1-6A4D-CA74-8B78-3016F5CE80FC}"/>
                    </a:ext>
                  </a:extLst>
                </p:cNvPr>
                <p:cNvSpPr/>
                <p:nvPr/>
              </p:nvSpPr>
              <p:spPr>
                <a:xfrm>
                  <a:off x="3807602" y="6666576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2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6" name="Freeform 825">
                  <a:extLst>
                    <a:ext uri="{FF2B5EF4-FFF2-40B4-BE49-F238E27FC236}">
                      <a16:creationId xmlns:a16="http://schemas.microsoft.com/office/drawing/2014/main" id="{1DD1AF1F-FF0C-C38D-8938-B166C3A88F49}"/>
                    </a:ext>
                  </a:extLst>
                </p:cNvPr>
                <p:cNvSpPr/>
                <p:nvPr/>
              </p:nvSpPr>
              <p:spPr>
                <a:xfrm>
                  <a:off x="4083203" y="6757558"/>
                  <a:ext cx="63896" cy="62929"/>
                </a:xfrm>
                <a:custGeom>
                  <a:avLst/>
                  <a:gdLst>
                    <a:gd name="csX0" fmla="*/ 63897 w 63896"/>
                    <a:gd name="csY0" fmla="*/ 31465 h 62929"/>
                    <a:gd name="csX1" fmla="*/ 31948 w 63896"/>
                    <a:gd name="csY1" fmla="*/ 62930 h 62929"/>
                    <a:gd name="csX2" fmla="*/ 0 w 63896"/>
                    <a:gd name="csY2" fmla="*/ 31465 h 62929"/>
                    <a:gd name="csX3" fmla="*/ 31948 w 63896"/>
                    <a:gd name="csY3" fmla="*/ 0 h 62929"/>
                    <a:gd name="csX4" fmla="*/ 63897 w 63896"/>
                    <a:gd name="csY4" fmla="*/ 31465 h 629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896" h="62929">
                      <a:moveTo>
                        <a:pt x="63897" y="31465"/>
                      </a:moveTo>
                      <a:cubicBezTo>
                        <a:pt x="63897" y="48843"/>
                        <a:pt x="49593" y="62930"/>
                        <a:pt x="31948" y="62930"/>
                      </a:cubicBezTo>
                      <a:cubicBezTo>
                        <a:pt x="14304" y="62930"/>
                        <a:pt x="0" y="48842"/>
                        <a:pt x="0" y="31465"/>
                      </a:cubicBezTo>
                      <a:cubicBezTo>
                        <a:pt x="0" y="14087"/>
                        <a:pt x="14304" y="0"/>
                        <a:pt x="31948" y="0"/>
                      </a:cubicBezTo>
                      <a:cubicBezTo>
                        <a:pt x="49593" y="0"/>
                        <a:pt x="63897" y="14087"/>
                        <a:pt x="63897" y="31465"/>
                      </a:cubicBezTo>
                      <a:close/>
                    </a:path>
                  </a:pathLst>
                </a:custGeom>
                <a:noFill/>
                <a:ln w="9092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27" name="TextBox 826">
                  <a:extLst>
                    <a:ext uri="{FF2B5EF4-FFF2-40B4-BE49-F238E27FC236}">
                      <a16:creationId xmlns:a16="http://schemas.microsoft.com/office/drawing/2014/main" id="{8DAAC7A9-FC03-5E40-1A3A-9ECBEE0F2ECD}"/>
                    </a:ext>
                  </a:extLst>
                </p:cNvPr>
                <p:cNvSpPr txBox="1"/>
                <p:nvPr/>
              </p:nvSpPr>
              <p:spPr>
                <a:xfrm>
                  <a:off x="3962182" y="5882365"/>
                  <a:ext cx="310792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 </a:t>
                  </a:r>
                </a:p>
              </p:txBody>
            </p:sp>
            <p:sp>
              <p:nvSpPr>
                <p:cNvPr id="828" name="TextBox 827">
                  <a:extLst>
                    <a:ext uri="{FF2B5EF4-FFF2-40B4-BE49-F238E27FC236}">
                      <a16:creationId xmlns:a16="http://schemas.microsoft.com/office/drawing/2014/main" id="{91B4B10F-E1AD-DFB6-3C64-165D56FF858E}"/>
                    </a:ext>
                  </a:extLst>
                </p:cNvPr>
                <p:cNvSpPr txBox="1"/>
                <p:nvPr/>
              </p:nvSpPr>
              <p:spPr>
                <a:xfrm>
                  <a:off x="3649029" y="5882365"/>
                  <a:ext cx="368472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 </a:t>
                  </a:r>
                </a:p>
              </p:txBody>
            </p:sp>
            <p:sp>
              <p:nvSpPr>
                <p:cNvPr id="829" name="TextBox 828">
                  <a:extLst>
                    <a:ext uri="{FF2B5EF4-FFF2-40B4-BE49-F238E27FC236}">
                      <a16:creationId xmlns:a16="http://schemas.microsoft.com/office/drawing/2014/main" id="{E4460BC1-CE4A-050C-9CD4-1995492D56C6}"/>
                    </a:ext>
                  </a:extLst>
                </p:cNvPr>
                <p:cNvSpPr txBox="1"/>
                <p:nvPr/>
              </p:nvSpPr>
              <p:spPr>
                <a:xfrm>
                  <a:off x="4481369" y="5882365"/>
                  <a:ext cx="390527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</a:t>
                  </a:r>
                  <a:r>
                    <a:rPr lang="en-US" sz="756" err="1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abc</a:t>
                  </a:r>
                  <a:endPara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  <p:sp>
              <p:nvSpPr>
                <p:cNvPr id="830" name="TextBox 829">
                  <a:extLst>
                    <a:ext uri="{FF2B5EF4-FFF2-40B4-BE49-F238E27FC236}">
                      <a16:creationId xmlns:a16="http://schemas.microsoft.com/office/drawing/2014/main" id="{046EE443-5547-3C4B-D1CD-DE927361C051}"/>
                    </a:ext>
                  </a:extLst>
                </p:cNvPr>
                <p:cNvSpPr txBox="1"/>
                <p:nvPr/>
              </p:nvSpPr>
              <p:spPr>
                <a:xfrm>
                  <a:off x="3408999" y="5882365"/>
                  <a:ext cx="275168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c</a:t>
                  </a:r>
                </a:p>
              </p:txBody>
            </p:sp>
            <p:sp>
              <p:nvSpPr>
                <p:cNvPr id="832" name="TextBox 831">
                  <a:extLst>
                    <a:ext uri="{FF2B5EF4-FFF2-40B4-BE49-F238E27FC236}">
                      <a16:creationId xmlns:a16="http://schemas.microsoft.com/office/drawing/2014/main" id="{9D22BDE4-7761-45D8-B655-239CD8E41793}"/>
                    </a:ext>
                  </a:extLst>
                </p:cNvPr>
                <p:cNvSpPr txBox="1"/>
                <p:nvPr/>
              </p:nvSpPr>
              <p:spPr>
                <a:xfrm>
                  <a:off x="4275862" y="5882365"/>
                  <a:ext cx="246327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c</a:t>
                  </a:r>
                </a:p>
              </p:txBody>
            </p:sp>
            <p:sp>
              <p:nvSpPr>
                <p:cNvPr id="833" name="Freeform 832">
                  <a:extLst>
                    <a:ext uri="{FF2B5EF4-FFF2-40B4-BE49-F238E27FC236}">
                      <a16:creationId xmlns:a16="http://schemas.microsoft.com/office/drawing/2014/main" id="{06A53996-9EB9-472E-6CCE-84EA40CE497A}"/>
                    </a:ext>
                  </a:extLst>
                </p:cNvPr>
                <p:cNvSpPr/>
                <p:nvPr/>
              </p:nvSpPr>
              <p:spPr>
                <a:xfrm>
                  <a:off x="3381496" y="5925698"/>
                  <a:ext cx="1745350" cy="1352358"/>
                </a:xfrm>
                <a:custGeom>
                  <a:avLst/>
                  <a:gdLst>
                    <a:gd name="csX0" fmla="*/ 0 w 1745350"/>
                    <a:gd name="csY0" fmla="*/ 0 h 1352358"/>
                    <a:gd name="csX1" fmla="*/ 1745350 w 1745350"/>
                    <a:gd name="csY1" fmla="*/ 0 h 1352358"/>
                    <a:gd name="csX2" fmla="*/ 1745350 w 1745350"/>
                    <a:gd name="csY2" fmla="*/ 1352358 h 1352358"/>
                    <a:gd name="csX3" fmla="*/ 0 w 1745350"/>
                    <a:gd name="csY3" fmla="*/ 1352358 h 13523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745350" h="1352358">
                      <a:moveTo>
                        <a:pt x="0" y="0"/>
                      </a:moveTo>
                      <a:lnTo>
                        <a:pt x="1745350" y="0"/>
                      </a:lnTo>
                      <a:lnTo>
                        <a:pt x="1745350" y="1352358"/>
                      </a:lnTo>
                      <a:lnTo>
                        <a:pt x="0" y="1352358"/>
                      </a:lnTo>
                      <a:close/>
                    </a:path>
                  </a:pathLst>
                </a:custGeom>
                <a:noFill/>
                <a:ln w="13702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</p:grpSp>
          <p:grpSp>
            <p:nvGrpSpPr>
              <p:cNvPr id="834" name="Graphic 62">
                <a:extLst>
                  <a:ext uri="{FF2B5EF4-FFF2-40B4-BE49-F238E27FC236}">
                    <a16:creationId xmlns:a16="http://schemas.microsoft.com/office/drawing/2014/main" id="{4B6DE179-8EFD-7D67-E055-182EAF966C7B}"/>
                  </a:ext>
                </a:extLst>
              </p:cNvPr>
              <p:cNvGrpSpPr/>
              <p:nvPr/>
            </p:nvGrpSpPr>
            <p:grpSpPr>
              <a:xfrm>
                <a:off x="3032242" y="6073488"/>
                <a:ext cx="2121775" cy="1436362"/>
                <a:chOff x="3032242" y="6073488"/>
                <a:chExt cx="2121775" cy="1436362"/>
              </a:xfrm>
            </p:grpSpPr>
            <p:sp>
              <p:nvSpPr>
                <p:cNvPr id="835" name="TextBox 834">
                  <a:extLst>
                    <a:ext uri="{FF2B5EF4-FFF2-40B4-BE49-F238E27FC236}">
                      <a16:creationId xmlns:a16="http://schemas.microsoft.com/office/drawing/2014/main" id="{0C435394-BCB4-A93E-57E4-11D096C29405}"/>
                    </a:ext>
                  </a:extLst>
                </p:cNvPr>
                <p:cNvSpPr txBox="1"/>
                <p:nvPr/>
              </p:nvSpPr>
              <p:spPr>
                <a:xfrm>
                  <a:off x="3032242" y="7125603"/>
                  <a:ext cx="395615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-0.6</a:t>
                  </a:r>
                </a:p>
              </p:txBody>
            </p:sp>
            <p:sp>
              <p:nvSpPr>
                <p:cNvPr id="836" name="TextBox 835">
                  <a:extLst>
                    <a:ext uri="{FF2B5EF4-FFF2-40B4-BE49-F238E27FC236}">
                      <a16:creationId xmlns:a16="http://schemas.microsoft.com/office/drawing/2014/main" id="{E3DCAA5F-EEF8-6973-7865-DF7E10C1A951}"/>
                    </a:ext>
                  </a:extLst>
                </p:cNvPr>
                <p:cNvSpPr txBox="1"/>
                <p:nvPr/>
              </p:nvSpPr>
              <p:spPr>
                <a:xfrm>
                  <a:off x="3032242" y="6774940"/>
                  <a:ext cx="395615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-0.3</a:t>
                  </a:r>
                </a:p>
              </p:txBody>
            </p:sp>
            <p:sp>
              <p:nvSpPr>
                <p:cNvPr id="837" name="TextBox 836">
                  <a:extLst>
                    <a:ext uri="{FF2B5EF4-FFF2-40B4-BE49-F238E27FC236}">
                      <a16:creationId xmlns:a16="http://schemas.microsoft.com/office/drawing/2014/main" id="{519ED297-95DB-1D41-F7A0-0E14B77A6578}"/>
                    </a:ext>
                  </a:extLst>
                </p:cNvPr>
                <p:cNvSpPr txBox="1"/>
                <p:nvPr/>
              </p:nvSpPr>
              <p:spPr>
                <a:xfrm>
                  <a:off x="3069843" y="6424151"/>
                  <a:ext cx="35659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</a:t>
                  </a:r>
                </a:p>
              </p:txBody>
            </p:sp>
            <p:sp>
              <p:nvSpPr>
                <p:cNvPr id="838" name="TextBox 837">
                  <a:extLst>
                    <a:ext uri="{FF2B5EF4-FFF2-40B4-BE49-F238E27FC236}">
                      <a16:creationId xmlns:a16="http://schemas.microsoft.com/office/drawing/2014/main" id="{B8751FCD-89C7-FD54-9C17-DEC98DFC3755}"/>
                    </a:ext>
                  </a:extLst>
                </p:cNvPr>
                <p:cNvSpPr txBox="1"/>
                <p:nvPr/>
              </p:nvSpPr>
              <p:spPr>
                <a:xfrm>
                  <a:off x="3069843" y="6073488"/>
                  <a:ext cx="35659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0.3</a:t>
                  </a:r>
                </a:p>
              </p:txBody>
            </p:sp>
            <p:sp>
              <p:nvSpPr>
                <p:cNvPr id="839" name="Freeform 838">
                  <a:extLst>
                    <a:ext uri="{FF2B5EF4-FFF2-40B4-BE49-F238E27FC236}">
                      <a16:creationId xmlns:a16="http://schemas.microsoft.com/office/drawing/2014/main" id="{E95D3FE4-17D0-DB2B-8847-5D2DDA896462}"/>
                    </a:ext>
                  </a:extLst>
                </p:cNvPr>
                <p:cNvSpPr/>
                <p:nvPr/>
              </p:nvSpPr>
              <p:spPr>
                <a:xfrm>
                  <a:off x="3346340" y="7232185"/>
                  <a:ext cx="35155" cy="12636"/>
                </a:xfrm>
                <a:custGeom>
                  <a:avLst/>
                  <a:gdLst>
                    <a:gd name="csX0" fmla="*/ 0 w 35155"/>
                    <a:gd name="csY0" fmla="*/ 0 h 12636"/>
                    <a:gd name="csX1" fmla="*/ 35156 w 3515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155" h="12636">
                      <a:moveTo>
                        <a:pt x="0" y="0"/>
                      </a:moveTo>
                      <a:lnTo>
                        <a:pt x="35156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0" name="Freeform 839">
                  <a:extLst>
                    <a:ext uri="{FF2B5EF4-FFF2-40B4-BE49-F238E27FC236}">
                      <a16:creationId xmlns:a16="http://schemas.microsoft.com/office/drawing/2014/main" id="{836F63BE-43CA-5420-64B6-7078F4D6C9C3}"/>
                    </a:ext>
                  </a:extLst>
                </p:cNvPr>
                <p:cNvSpPr/>
                <p:nvPr/>
              </p:nvSpPr>
              <p:spPr>
                <a:xfrm>
                  <a:off x="3346340" y="6881522"/>
                  <a:ext cx="35155" cy="12636"/>
                </a:xfrm>
                <a:custGeom>
                  <a:avLst/>
                  <a:gdLst>
                    <a:gd name="csX0" fmla="*/ 0 w 35155"/>
                    <a:gd name="csY0" fmla="*/ 0 h 12636"/>
                    <a:gd name="csX1" fmla="*/ 35156 w 3515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155" h="12636">
                      <a:moveTo>
                        <a:pt x="0" y="0"/>
                      </a:moveTo>
                      <a:lnTo>
                        <a:pt x="35156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1" name="Freeform 840">
                  <a:extLst>
                    <a:ext uri="{FF2B5EF4-FFF2-40B4-BE49-F238E27FC236}">
                      <a16:creationId xmlns:a16="http://schemas.microsoft.com/office/drawing/2014/main" id="{9A43C8C5-1472-2224-C116-0CF8CC0E2EB0}"/>
                    </a:ext>
                  </a:extLst>
                </p:cNvPr>
                <p:cNvSpPr/>
                <p:nvPr/>
              </p:nvSpPr>
              <p:spPr>
                <a:xfrm>
                  <a:off x="3346340" y="6530733"/>
                  <a:ext cx="35155" cy="12636"/>
                </a:xfrm>
                <a:custGeom>
                  <a:avLst/>
                  <a:gdLst>
                    <a:gd name="csX0" fmla="*/ 0 w 35155"/>
                    <a:gd name="csY0" fmla="*/ 0 h 12636"/>
                    <a:gd name="csX1" fmla="*/ 35156 w 3515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155" h="12636">
                      <a:moveTo>
                        <a:pt x="0" y="0"/>
                      </a:moveTo>
                      <a:lnTo>
                        <a:pt x="35156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2" name="Freeform 841">
                  <a:extLst>
                    <a:ext uri="{FF2B5EF4-FFF2-40B4-BE49-F238E27FC236}">
                      <a16:creationId xmlns:a16="http://schemas.microsoft.com/office/drawing/2014/main" id="{92B9D92B-4A4F-8B1E-D1E6-B5ECBA2C834A}"/>
                    </a:ext>
                  </a:extLst>
                </p:cNvPr>
                <p:cNvSpPr/>
                <p:nvPr/>
              </p:nvSpPr>
              <p:spPr>
                <a:xfrm>
                  <a:off x="3346340" y="6180070"/>
                  <a:ext cx="35155" cy="12636"/>
                </a:xfrm>
                <a:custGeom>
                  <a:avLst/>
                  <a:gdLst>
                    <a:gd name="csX0" fmla="*/ 0 w 35155"/>
                    <a:gd name="csY0" fmla="*/ 0 h 12636"/>
                    <a:gd name="csX1" fmla="*/ 35156 w 35155"/>
                    <a:gd name="csY1" fmla="*/ 0 h 12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5155" h="12636">
                      <a:moveTo>
                        <a:pt x="0" y="0"/>
                      </a:moveTo>
                      <a:lnTo>
                        <a:pt x="35156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3" name="Freeform 842">
                  <a:extLst>
                    <a:ext uri="{FF2B5EF4-FFF2-40B4-BE49-F238E27FC236}">
                      <a16:creationId xmlns:a16="http://schemas.microsoft.com/office/drawing/2014/main" id="{FA93C8B1-C52B-70F9-1473-88519E4F79A6}"/>
                    </a:ext>
                  </a:extLst>
                </p:cNvPr>
                <p:cNvSpPr/>
                <p:nvPr/>
              </p:nvSpPr>
              <p:spPr>
                <a:xfrm>
                  <a:off x="3550347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4" name="Freeform 843">
                  <a:extLst>
                    <a:ext uri="{FF2B5EF4-FFF2-40B4-BE49-F238E27FC236}">
                      <a16:creationId xmlns:a16="http://schemas.microsoft.com/office/drawing/2014/main" id="{529CFB06-507B-8FBA-2F51-8246E0749C24}"/>
                    </a:ext>
                  </a:extLst>
                </p:cNvPr>
                <p:cNvSpPr/>
                <p:nvPr/>
              </p:nvSpPr>
              <p:spPr>
                <a:xfrm>
                  <a:off x="3831851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5" name="Freeform 844">
                  <a:extLst>
                    <a:ext uri="{FF2B5EF4-FFF2-40B4-BE49-F238E27FC236}">
                      <a16:creationId xmlns:a16="http://schemas.microsoft.com/office/drawing/2014/main" id="{39FA94C3-8492-10C2-A339-401D483E5B7C}"/>
                    </a:ext>
                  </a:extLst>
                </p:cNvPr>
                <p:cNvSpPr/>
                <p:nvPr/>
              </p:nvSpPr>
              <p:spPr>
                <a:xfrm>
                  <a:off x="4113355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6" name="Freeform 845">
                  <a:extLst>
                    <a:ext uri="{FF2B5EF4-FFF2-40B4-BE49-F238E27FC236}">
                      <a16:creationId xmlns:a16="http://schemas.microsoft.com/office/drawing/2014/main" id="{4D66A88E-181D-5333-B72E-2F2B5E84D22F}"/>
                    </a:ext>
                  </a:extLst>
                </p:cNvPr>
                <p:cNvSpPr/>
                <p:nvPr/>
              </p:nvSpPr>
              <p:spPr>
                <a:xfrm>
                  <a:off x="4394859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7" name="Freeform 846">
                  <a:extLst>
                    <a:ext uri="{FF2B5EF4-FFF2-40B4-BE49-F238E27FC236}">
                      <a16:creationId xmlns:a16="http://schemas.microsoft.com/office/drawing/2014/main" id="{E921FFA4-52F9-C81D-50D9-AD997FA4115C}"/>
                    </a:ext>
                  </a:extLst>
                </p:cNvPr>
                <p:cNvSpPr/>
                <p:nvPr/>
              </p:nvSpPr>
              <p:spPr>
                <a:xfrm>
                  <a:off x="4676363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8" name="Freeform 847">
                  <a:extLst>
                    <a:ext uri="{FF2B5EF4-FFF2-40B4-BE49-F238E27FC236}">
                      <a16:creationId xmlns:a16="http://schemas.microsoft.com/office/drawing/2014/main" id="{16ADE8CA-7B1E-F80B-98CD-4300E9EEC9C5}"/>
                    </a:ext>
                  </a:extLst>
                </p:cNvPr>
                <p:cNvSpPr/>
                <p:nvPr/>
              </p:nvSpPr>
              <p:spPr>
                <a:xfrm>
                  <a:off x="4957996" y="7278056"/>
                  <a:ext cx="12830" cy="34623"/>
                </a:xfrm>
                <a:custGeom>
                  <a:avLst/>
                  <a:gdLst>
                    <a:gd name="csX0" fmla="*/ 0 w 12830"/>
                    <a:gd name="csY0" fmla="*/ 34624 h 34623"/>
                    <a:gd name="csX1" fmla="*/ 0 w 12830"/>
                    <a:gd name="csY1" fmla="*/ 0 h 346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830" h="34623">
                      <a:moveTo>
                        <a:pt x="0" y="3462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70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849" name="TextBox 848">
                  <a:extLst>
                    <a:ext uri="{FF2B5EF4-FFF2-40B4-BE49-F238E27FC236}">
                      <a16:creationId xmlns:a16="http://schemas.microsoft.com/office/drawing/2014/main" id="{550A5D00-87BD-A768-2ED6-45C3612687B6}"/>
                    </a:ext>
                  </a:extLst>
                </p:cNvPr>
                <p:cNvSpPr txBox="1"/>
                <p:nvPr/>
              </p:nvSpPr>
              <p:spPr>
                <a:xfrm>
                  <a:off x="3411880" y="7273702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850" name="TextBox 849">
                  <a:extLst>
                    <a:ext uri="{FF2B5EF4-FFF2-40B4-BE49-F238E27FC236}">
                      <a16:creationId xmlns:a16="http://schemas.microsoft.com/office/drawing/2014/main" id="{5373E58E-3085-20DD-3D3F-39F2D1F1EB88}"/>
                    </a:ext>
                  </a:extLst>
                </p:cNvPr>
                <p:cNvSpPr txBox="1"/>
                <p:nvPr/>
              </p:nvSpPr>
              <p:spPr>
                <a:xfrm>
                  <a:off x="3724726" y="7273702"/>
                  <a:ext cx="22766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851" name="TextBox 850">
                  <a:extLst>
                    <a:ext uri="{FF2B5EF4-FFF2-40B4-BE49-F238E27FC236}">
                      <a16:creationId xmlns:a16="http://schemas.microsoft.com/office/drawing/2014/main" id="{DBED81F6-9D9B-1551-30DA-8762BA5BAA48}"/>
                    </a:ext>
                  </a:extLst>
                </p:cNvPr>
                <p:cNvSpPr txBox="1"/>
                <p:nvPr/>
              </p:nvSpPr>
              <p:spPr>
                <a:xfrm>
                  <a:off x="3968576" y="7273702"/>
                  <a:ext cx="304007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IP</a:t>
                  </a:r>
                </a:p>
              </p:txBody>
            </p:sp>
            <p:sp>
              <p:nvSpPr>
                <p:cNvPr id="852" name="TextBox 851">
                  <a:extLst>
                    <a:ext uri="{FF2B5EF4-FFF2-40B4-BE49-F238E27FC236}">
                      <a16:creationId xmlns:a16="http://schemas.microsoft.com/office/drawing/2014/main" id="{1DA50CD3-7793-FFFD-6432-5FE1916F9A00}"/>
                    </a:ext>
                  </a:extLst>
                </p:cNvPr>
                <p:cNvSpPr txBox="1"/>
                <p:nvPr/>
              </p:nvSpPr>
              <p:spPr>
                <a:xfrm>
                  <a:off x="4256337" y="7273702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853" name="TextBox 852">
                  <a:extLst>
                    <a:ext uri="{FF2B5EF4-FFF2-40B4-BE49-F238E27FC236}">
                      <a16:creationId xmlns:a16="http://schemas.microsoft.com/office/drawing/2014/main" id="{A728B3AF-1897-B679-1B2D-099464A8D733}"/>
                    </a:ext>
                  </a:extLst>
                </p:cNvPr>
                <p:cNvSpPr txBox="1"/>
                <p:nvPr/>
              </p:nvSpPr>
              <p:spPr>
                <a:xfrm>
                  <a:off x="4500186" y="7273702"/>
                  <a:ext cx="36847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LIP</a:t>
                  </a:r>
                </a:p>
              </p:txBody>
            </p:sp>
            <p:sp>
              <p:nvSpPr>
                <p:cNvPr id="854" name="TextBox 853">
                  <a:extLst>
                    <a:ext uri="{FF2B5EF4-FFF2-40B4-BE49-F238E27FC236}">
                      <a16:creationId xmlns:a16="http://schemas.microsoft.com/office/drawing/2014/main" id="{3A9E234D-FB62-E7BF-A799-89CDE5BD4CC2}"/>
                    </a:ext>
                  </a:extLst>
                </p:cNvPr>
                <p:cNvSpPr txBox="1"/>
                <p:nvPr/>
              </p:nvSpPr>
              <p:spPr>
                <a:xfrm>
                  <a:off x="4778759" y="7273702"/>
                  <a:ext cx="37525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NM</a:t>
                  </a:r>
                </a:p>
              </p:txBody>
            </p:sp>
          </p:grpSp>
        </p:grpSp>
        <p:sp>
          <p:nvSpPr>
            <p:cNvPr id="1022" name="TextBox 1021">
              <a:extLst>
                <a:ext uri="{FF2B5EF4-FFF2-40B4-BE49-F238E27FC236}">
                  <a16:creationId xmlns:a16="http://schemas.microsoft.com/office/drawing/2014/main" id="{FD729BBD-C1B3-7F7F-C905-0C177ECB3E9F}"/>
                </a:ext>
              </a:extLst>
            </p:cNvPr>
            <p:cNvSpPr txBox="1"/>
            <p:nvPr/>
          </p:nvSpPr>
          <p:spPr>
            <a:xfrm rot="16200000">
              <a:off x="2454112" y="3591424"/>
              <a:ext cx="936789" cy="2592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92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Testicular %</a:t>
              </a:r>
            </a:p>
          </p:txBody>
        </p:sp>
        <p:sp>
          <p:nvSpPr>
            <p:cNvPr id="1023" name="TextBox 1022">
              <a:extLst>
                <a:ext uri="{FF2B5EF4-FFF2-40B4-BE49-F238E27FC236}">
                  <a16:creationId xmlns:a16="http://schemas.microsoft.com/office/drawing/2014/main" id="{E79952DF-DA41-95F6-3A26-87028CCA6FAA}"/>
                </a:ext>
              </a:extLst>
            </p:cNvPr>
            <p:cNvSpPr txBox="1"/>
            <p:nvPr/>
          </p:nvSpPr>
          <p:spPr>
            <a:xfrm rot="16200000">
              <a:off x="2514337" y="5014506"/>
              <a:ext cx="816339" cy="2592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92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Ovarian</a:t>
              </a:r>
              <a:r>
                <a:rPr lang="en-US" sz="945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%</a:t>
              </a:r>
            </a:p>
          </p:txBody>
        </p:sp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7303793D-5291-074B-963D-B52F4D8542B6}"/>
                </a:ext>
              </a:extLst>
            </p:cNvPr>
            <p:cNvSpPr txBox="1"/>
            <p:nvPr/>
          </p:nvSpPr>
          <p:spPr>
            <a:xfrm rot="16200000">
              <a:off x="1973815" y="6471589"/>
              <a:ext cx="1937703" cy="2605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Corrected log₁₀ volume (</a:t>
              </a:r>
              <a:r>
                <a:rPr lang="en-US" sz="1000" dirty="0" err="1">
                  <a:latin typeface="Arial" panose="020B0604020202020204" pitchFamily="34" charset="0"/>
                  <a:cs typeface="Arial" panose="020B0604020202020204" pitchFamily="34" charset="0"/>
                </a:rPr>
                <a:t>px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endParaRPr lang="en-US" sz="1000" dirty="0">
                <a:ln/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  <a:rtl val="0"/>
              </a:endParaRPr>
            </a:p>
          </p:txBody>
        </p:sp>
      </p:grpSp>
      <p:grpSp>
        <p:nvGrpSpPr>
          <p:cNvPr id="3170" name="Group 3169">
            <a:extLst>
              <a:ext uri="{FF2B5EF4-FFF2-40B4-BE49-F238E27FC236}">
                <a16:creationId xmlns:a16="http://schemas.microsoft.com/office/drawing/2014/main" id="{29EB5B43-A5F3-8E71-F424-475A0988C55C}"/>
              </a:ext>
            </a:extLst>
          </p:cNvPr>
          <p:cNvGrpSpPr/>
          <p:nvPr/>
        </p:nvGrpSpPr>
        <p:grpSpPr>
          <a:xfrm>
            <a:off x="36548" y="5643953"/>
            <a:ext cx="2536888" cy="1714763"/>
            <a:chOff x="38679" y="5861364"/>
            <a:chExt cx="2684801" cy="1814742"/>
          </a:xfrm>
        </p:grpSpPr>
        <p:sp>
          <p:nvSpPr>
            <p:cNvPr id="2926" name="Freeform 2925">
              <a:extLst>
                <a:ext uri="{FF2B5EF4-FFF2-40B4-BE49-F238E27FC236}">
                  <a16:creationId xmlns:a16="http://schemas.microsoft.com/office/drawing/2014/main" id="{FB31ED8F-5F26-3769-0533-97CDE49E1543}"/>
                </a:ext>
              </a:extLst>
            </p:cNvPr>
            <p:cNvSpPr/>
            <p:nvPr/>
          </p:nvSpPr>
          <p:spPr>
            <a:xfrm>
              <a:off x="80126" y="5861364"/>
              <a:ext cx="2643354" cy="1814742"/>
            </a:xfrm>
            <a:custGeom>
              <a:avLst/>
              <a:gdLst>
                <a:gd name="csX0" fmla="*/ 0 w 2643354"/>
                <a:gd name="csY0" fmla="*/ 0 h 1814742"/>
                <a:gd name="csX1" fmla="*/ 2643354 w 2643354"/>
                <a:gd name="csY1" fmla="*/ 0 h 1814742"/>
                <a:gd name="csX2" fmla="*/ 2643354 w 2643354"/>
                <a:gd name="csY2" fmla="*/ 1814742 h 1814742"/>
                <a:gd name="csX3" fmla="*/ 0 w 2643354"/>
                <a:gd name="csY3" fmla="*/ 1814742 h 1814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43354" h="1814742">
                  <a:moveTo>
                    <a:pt x="0" y="0"/>
                  </a:moveTo>
                  <a:lnTo>
                    <a:pt x="2643354" y="0"/>
                  </a:lnTo>
                  <a:lnTo>
                    <a:pt x="2643354" y="1814742"/>
                  </a:lnTo>
                  <a:lnTo>
                    <a:pt x="0" y="1814742"/>
                  </a:lnTo>
                  <a:close/>
                </a:path>
              </a:pathLst>
            </a:custGeom>
            <a:solidFill>
              <a:srgbClr val="FFFFFF"/>
            </a:solidFill>
            <a:ln w="12215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27" name="Freeform 2926">
              <a:extLst>
                <a:ext uri="{FF2B5EF4-FFF2-40B4-BE49-F238E27FC236}">
                  <a16:creationId xmlns:a16="http://schemas.microsoft.com/office/drawing/2014/main" id="{D32C99FB-9D24-B1E6-1254-B3559125BD38}"/>
                </a:ext>
              </a:extLst>
            </p:cNvPr>
            <p:cNvSpPr/>
            <p:nvPr/>
          </p:nvSpPr>
          <p:spPr>
            <a:xfrm>
              <a:off x="80125" y="5861364"/>
              <a:ext cx="2643354" cy="1814742"/>
            </a:xfrm>
            <a:custGeom>
              <a:avLst/>
              <a:gdLst>
                <a:gd name="csX0" fmla="*/ 0 w 2643354"/>
                <a:gd name="csY0" fmla="*/ 0 h 1814742"/>
                <a:gd name="csX1" fmla="*/ 2643354 w 2643354"/>
                <a:gd name="csY1" fmla="*/ 0 h 1814742"/>
                <a:gd name="csX2" fmla="*/ 2643354 w 2643354"/>
                <a:gd name="csY2" fmla="*/ 1814742 h 1814742"/>
                <a:gd name="csX3" fmla="*/ 0 w 2643354"/>
                <a:gd name="csY3" fmla="*/ 1814742 h 18147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43354" h="1814742">
                  <a:moveTo>
                    <a:pt x="0" y="0"/>
                  </a:moveTo>
                  <a:lnTo>
                    <a:pt x="2643354" y="0"/>
                  </a:lnTo>
                  <a:lnTo>
                    <a:pt x="2643354" y="1814742"/>
                  </a:lnTo>
                  <a:lnTo>
                    <a:pt x="0" y="1814742"/>
                  </a:lnTo>
                  <a:close/>
                </a:path>
              </a:pathLst>
            </a:custGeom>
            <a:solidFill>
              <a:srgbClr val="FFFFFF"/>
            </a:solidFill>
            <a:ln w="1307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29" name="Freeform 2928">
              <a:extLst>
                <a:ext uri="{FF2B5EF4-FFF2-40B4-BE49-F238E27FC236}">
                  <a16:creationId xmlns:a16="http://schemas.microsoft.com/office/drawing/2014/main" id="{E2FFD513-E903-FA6B-2B55-22725F1EE03B}"/>
                </a:ext>
              </a:extLst>
            </p:cNvPr>
            <p:cNvSpPr/>
            <p:nvPr/>
          </p:nvSpPr>
          <p:spPr>
            <a:xfrm>
              <a:off x="515300" y="5930425"/>
              <a:ext cx="2141116" cy="1348706"/>
            </a:xfrm>
            <a:custGeom>
              <a:avLst/>
              <a:gdLst>
                <a:gd name="csX0" fmla="*/ 0 w 2141116"/>
                <a:gd name="csY0" fmla="*/ 0 h 1348706"/>
                <a:gd name="csX1" fmla="*/ 2141117 w 2141116"/>
                <a:gd name="csY1" fmla="*/ 0 h 1348706"/>
                <a:gd name="csX2" fmla="*/ 2141117 w 2141116"/>
                <a:gd name="csY2" fmla="*/ 1348706 h 1348706"/>
                <a:gd name="csX3" fmla="*/ 0 w 2141116"/>
                <a:gd name="csY3" fmla="*/ 1348706 h 1348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41116" h="1348706">
                  <a:moveTo>
                    <a:pt x="0" y="0"/>
                  </a:moveTo>
                  <a:lnTo>
                    <a:pt x="2141117" y="0"/>
                  </a:lnTo>
                  <a:lnTo>
                    <a:pt x="2141117" y="1348706"/>
                  </a:lnTo>
                  <a:lnTo>
                    <a:pt x="0" y="1348706"/>
                  </a:lnTo>
                  <a:close/>
                </a:path>
              </a:pathLst>
            </a:custGeom>
            <a:solidFill>
              <a:srgbClr val="FFFFFF"/>
            </a:solidFill>
            <a:ln w="2601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0" name="Freeform 2929">
              <a:extLst>
                <a:ext uri="{FF2B5EF4-FFF2-40B4-BE49-F238E27FC236}">
                  <a16:creationId xmlns:a16="http://schemas.microsoft.com/office/drawing/2014/main" id="{F94DA076-5DEB-BFEF-77A1-3FB6DA0D51A4}"/>
                </a:ext>
              </a:extLst>
            </p:cNvPr>
            <p:cNvSpPr/>
            <p:nvPr/>
          </p:nvSpPr>
          <p:spPr>
            <a:xfrm>
              <a:off x="554583" y="7085936"/>
              <a:ext cx="234964" cy="12602"/>
            </a:xfrm>
            <a:custGeom>
              <a:avLst/>
              <a:gdLst>
                <a:gd name="csX0" fmla="*/ 0 w 234964"/>
                <a:gd name="csY0" fmla="*/ 0 h 12602"/>
                <a:gd name="csX1" fmla="*/ 234965 w 234964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" h="12602">
                  <a:moveTo>
                    <a:pt x="0" y="0"/>
                  </a:moveTo>
                  <a:lnTo>
                    <a:pt x="234965" y="0"/>
                  </a:lnTo>
                </a:path>
              </a:pathLst>
            </a:custGeom>
            <a:ln w="32614" cap="flat">
              <a:solidFill>
                <a:srgbClr val="F8766D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1" name="Freeform 2930">
              <a:extLst>
                <a:ext uri="{FF2B5EF4-FFF2-40B4-BE49-F238E27FC236}">
                  <a16:creationId xmlns:a16="http://schemas.microsoft.com/office/drawing/2014/main" id="{524ECB27-86C3-C7D0-D0B7-976A67464A62}"/>
                </a:ext>
              </a:extLst>
            </p:cNvPr>
            <p:cNvSpPr/>
            <p:nvPr/>
          </p:nvSpPr>
          <p:spPr>
            <a:xfrm>
              <a:off x="815614" y="6350336"/>
              <a:ext cx="234964" cy="12602"/>
            </a:xfrm>
            <a:custGeom>
              <a:avLst/>
              <a:gdLst>
                <a:gd name="csX0" fmla="*/ 0 w 234964"/>
                <a:gd name="csY0" fmla="*/ 0 h 12602"/>
                <a:gd name="csX1" fmla="*/ 234965 w 234964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" h="12602">
                  <a:moveTo>
                    <a:pt x="0" y="0"/>
                  </a:moveTo>
                  <a:lnTo>
                    <a:pt x="234965" y="0"/>
                  </a:lnTo>
                </a:path>
              </a:pathLst>
            </a:custGeom>
            <a:ln w="32614" cap="flat">
              <a:solidFill>
                <a:srgbClr val="00BFC4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2" name="Freeform 2931">
              <a:extLst>
                <a:ext uri="{FF2B5EF4-FFF2-40B4-BE49-F238E27FC236}">
                  <a16:creationId xmlns:a16="http://schemas.microsoft.com/office/drawing/2014/main" id="{BBC3C750-349B-1C40-26DC-9B5693972E4E}"/>
                </a:ext>
              </a:extLst>
            </p:cNvPr>
            <p:cNvSpPr/>
            <p:nvPr/>
          </p:nvSpPr>
          <p:spPr>
            <a:xfrm>
              <a:off x="1076768" y="6387891"/>
              <a:ext cx="234964" cy="12602"/>
            </a:xfrm>
            <a:custGeom>
              <a:avLst/>
              <a:gdLst>
                <a:gd name="csX0" fmla="*/ 0 w 234964"/>
                <a:gd name="csY0" fmla="*/ 0 h 12602"/>
                <a:gd name="csX1" fmla="*/ 234965 w 234964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" h="12602">
                  <a:moveTo>
                    <a:pt x="0" y="0"/>
                  </a:moveTo>
                  <a:lnTo>
                    <a:pt x="234965" y="0"/>
                  </a:lnTo>
                </a:path>
              </a:pathLst>
            </a:custGeom>
            <a:ln w="32614" cap="flat">
              <a:solidFill>
                <a:srgbClr val="F8766D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3" name="Freeform 2932">
              <a:extLst>
                <a:ext uri="{FF2B5EF4-FFF2-40B4-BE49-F238E27FC236}">
                  <a16:creationId xmlns:a16="http://schemas.microsoft.com/office/drawing/2014/main" id="{9965B713-35DD-EB5B-608C-C7CA63B3C9B3}"/>
                </a:ext>
              </a:extLst>
            </p:cNvPr>
            <p:cNvSpPr/>
            <p:nvPr/>
          </p:nvSpPr>
          <p:spPr>
            <a:xfrm>
              <a:off x="1337799" y="6537355"/>
              <a:ext cx="235087" cy="12602"/>
            </a:xfrm>
            <a:custGeom>
              <a:avLst/>
              <a:gdLst>
                <a:gd name="csX0" fmla="*/ 0 w 235087"/>
                <a:gd name="csY0" fmla="*/ 0 h 12602"/>
                <a:gd name="csX1" fmla="*/ 235087 w 2350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5087" h="12602">
                  <a:moveTo>
                    <a:pt x="0" y="0"/>
                  </a:moveTo>
                  <a:lnTo>
                    <a:pt x="235087" y="0"/>
                  </a:lnTo>
                </a:path>
              </a:pathLst>
            </a:custGeom>
            <a:ln w="32614" cap="flat">
              <a:solidFill>
                <a:srgbClr val="00BFC4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4" name="Freeform 2933">
              <a:extLst>
                <a:ext uri="{FF2B5EF4-FFF2-40B4-BE49-F238E27FC236}">
                  <a16:creationId xmlns:a16="http://schemas.microsoft.com/office/drawing/2014/main" id="{1979C40F-003C-EF01-B0AA-65E949274048}"/>
                </a:ext>
              </a:extLst>
            </p:cNvPr>
            <p:cNvSpPr/>
            <p:nvPr/>
          </p:nvSpPr>
          <p:spPr>
            <a:xfrm>
              <a:off x="1598953" y="7037795"/>
              <a:ext cx="234964" cy="12602"/>
            </a:xfrm>
            <a:custGeom>
              <a:avLst/>
              <a:gdLst>
                <a:gd name="csX0" fmla="*/ 0 w 234964"/>
                <a:gd name="csY0" fmla="*/ 0 h 12602"/>
                <a:gd name="csX1" fmla="*/ 234965 w 234964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" h="12602">
                  <a:moveTo>
                    <a:pt x="0" y="0"/>
                  </a:moveTo>
                  <a:lnTo>
                    <a:pt x="234965" y="0"/>
                  </a:lnTo>
                </a:path>
              </a:pathLst>
            </a:custGeom>
            <a:ln w="32614" cap="flat">
              <a:solidFill>
                <a:srgbClr val="F8766D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5" name="Freeform 2934">
              <a:extLst>
                <a:ext uri="{FF2B5EF4-FFF2-40B4-BE49-F238E27FC236}">
                  <a16:creationId xmlns:a16="http://schemas.microsoft.com/office/drawing/2014/main" id="{33BB8206-CDFC-C954-18C0-2BB3424045EB}"/>
                </a:ext>
              </a:extLst>
            </p:cNvPr>
            <p:cNvSpPr/>
            <p:nvPr/>
          </p:nvSpPr>
          <p:spPr>
            <a:xfrm>
              <a:off x="1860106" y="6403014"/>
              <a:ext cx="234964" cy="12602"/>
            </a:xfrm>
            <a:custGeom>
              <a:avLst/>
              <a:gdLst>
                <a:gd name="csX0" fmla="*/ 0 w 234964"/>
                <a:gd name="csY0" fmla="*/ 0 h 12602"/>
                <a:gd name="csX1" fmla="*/ 234965 w 234964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" h="12602">
                  <a:moveTo>
                    <a:pt x="0" y="0"/>
                  </a:moveTo>
                  <a:lnTo>
                    <a:pt x="234965" y="0"/>
                  </a:lnTo>
                </a:path>
              </a:pathLst>
            </a:custGeom>
            <a:ln w="32614" cap="flat">
              <a:solidFill>
                <a:srgbClr val="00BFC4"/>
              </a:solidFill>
              <a:prstDash val="solid"/>
              <a:miter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6" name="Freeform 2935">
              <a:extLst>
                <a:ext uri="{FF2B5EF4-FFF2-40B4-BE49-F238E27FC236}">
                  <a16:creationId xmlns:a16="http://schemas.microsoft.com/office/drawing/2014/main" id="{9DE2989C-CCC6-AC5A-C2EA-D8DBBD01C7A0}"/>
                </a:ext>
              </a:extLst>
            </p:cNvPr>
            <p:cNvSpPr/>
            <p:nvPr/>
          </p:nvSpPr>
          <p:spPr>
            <a:xfrm>
              <a:off x="619810" y="7044474"/>
              <a:ext cx="104388" cy="12602"/>
            </a:xfrm>
            <a:custGeom>
              <a:avLst/>
              <a:gdLst>
                <a:gd name="csX0" fmla="*/ 0 w 104388"/>
                <a:gd name="csY0" fmla="*/ 0 h 12602"/>
                <a:gd name="csX1" fmla="*/ 104388 w 104388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8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7" name="Freeform 2936">
              <a:extLst>
                <a:ext uri="{FF2B5EF4-FFF2-40B4-BE49-F238E27FC236}">
                  <a16:creationId xmlns:a16="http://schemas.microsoft.com/office/drawing/2014/main" id="{3C4C26C9-BFEB-B4F9-2BE8-AEE8F7A9F81E}"/>
                </a:ext>
              </a:extLst>
            </p:cNvPr>
            <p:cNvSpPr/>
            <p:nvPr/>
          </p:nvSpPr>
          <p:spPr>
            <a:xfrm>
              <a:off x="672065" y="7044474"/>
              <a:ext cx="12237" cy="83049"/>
            </a:xfrm>
            <a:custGeom>
              <a:avLst/>
              <a:gdLst>
                <a:gd name="csX0" fmla="*/ 0 w 12237"/>
                <a:gd name="csY0" fmla="*/ 0 h 83049"/>
                <a:gd name="csX1" fmla="*/ 0 w 12237"/>
                <a:gd name="csY1" fmla="*/ 83050 h 8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83049">
                  <a:moveTo>
                    <a:pt x="0" y="0"/>
                  </a:moveTo>
                  <a:lnTo>
                    <a:pt x="0" y="8305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8" name="Freeform 2937">
              <a:extLst>
                <a:ext uri="{FF2B5EF4-FFF2-40B4-BE49-F238E27FC236}">
                  <a16:creationId xmlns:a16="http://schemas.microsoft.com/office/drawing/2014/main" id="{02BBA66B-9402-C873-9D5E-8BA9F2113A54}"/>
                </a:ext>
              </a:extLst>
            </p:cNvPr>
            <p:cNvSpPr/>
            <p:nvPr/>
          </p:nvSpPr>
          <p:spPr>
            <a:xfrm>
              <a:off x="619810" y="7127524"/>
              <a:ext cx="104388" cy="12602"/>
            </a:xfrm>
            <a:custGeom>
              <a:avLst/>
              <a:gdLst>
                <a:gd name="csX0" fmla="*/ 0 w 104388"/>
                <a:gd name="csY0" fmla="*/ 0 h 12602"/>
                <a:gd name="csX1" fmla="*/ 104388 w 104388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8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39" name="Freeform 2938">
              <a:extLst>
                <a:ext uri="{FF2B5EF4-FFF2-40B4-BE49-F238E27FC236}">
                  <a16:creationId xmlns:a16="http://schemas.microsoft.com/office/drawing/2014/main" id="{1CEA0EC9-85DD-257E-EA44-EB7DD352E2E5}"/>
                </a:ext>
              </a:extLst>
            </p:cNvPr>
            <p:cNvSpPr/>
            <p:nvPr/>
          </p:nvSpPr>
          <p:spPr>
            <a:xfrm>
              <a:off x="880964" y="6302321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0" name="Freeform 2939">
              <a:extLst>
                <a:ext uri="{FF2B5EF4-FFF2-40B4-BE49-F238E27FC236}">
                  <a16:creationId xmlns:a16="http://schemas.microsoft.com/office/drawing/2014/main" id="{66AEE965-67BF-A900-4BAA-E4996ABF9CA9}"/>
                </a:ext>
              </a:extLst>
            </p:cNvPr>
            <p:cNvSpPr/>
            <p:nvPr/>
          </p:nvSpPr>
          <p:spPr>
            <a:xfrm>
              <a:off x="933097" y="6302321"/>
              <a:ext cx="12237" cy="96156"/>
            </a:xfrm>
            <a:custGeom>
              <a:avLst/>
              <a:gdLst>
                <a:gd name="csX0" fmla="*/ 0 w 12237"/>
                <a:gd name="csY0" fmla="*/ 0 h 96156"/>
                <a:gd name="csX1" fmla="*/ 0 w 12237"/>
                <a:gd name="csY1" fmla="*/ 96156 h 9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96156">
                  <a:moveTo>
                    <a:pt x="0" y="0"/>
                  </a:moveTo>
                  <a:lnTo>
                    <a:pt x="0" y="96156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1" name="Freeform 2940">
              <a:extLst>
                <a:ext uri="{FF2B5EF4-FFF2-40B4-BE49-F238E27FC236}">
                  <a16:creationId xmlns:a16="http://schemas.microsoft.com/office/drawing/2014/main" id="{B2C9CDB3-ED89-168C-B6D7-3F372D9B1F06}"/>
                </a:ext>
              </a:extLst>
            </p:cNvPr>
            <p:cNvSpPr/>
            <p:nvPr/>
          </p:nvSpPr>
          <p:spPr>
            <a:xfrm>
              <a:off x="880964" y="6398477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2" name="Freeform 2941">
              <a:extLst>
                <a:ext uri="{FF2B5EF4-FFF2-40B4-BE49-F238E27FC236}">
                  <a16:creationId xmlns:a16="http://schemas.microsoft.com/office/drawing/2014/main" id="{8E0D94CA-19ED-A4C9-7786-7715437276FB}"/>
                </a:ext>
              </a:extLst>
            </p:cNvPr>
            <p:cNvSpPr/>
            <p:nvPr/>
          </p:nvSpPr>
          <p:spPr>
            <a:xfrm>
              <a:off x="1141995" y="6310008"/>
              <a:ext cx="104510" cy="12602"/>
            </a:xfrm>
            <a:custGeom>
              <a:avLst/>
              <a:gdLst>
                <a:gd name="csX0" fmla="*/ 0 w 104510"/>
                <a:gd name="csY0" fmla="*/ 0 h 12602"/>
                <a:gd name="csX1" fmla="*/ 104510 w 104510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510" h="12602">
                  <a:moveTo>
                    <a:pt x="0" y="0"/>
                  </a:moveTo>
                  <a:lnTo>
                    <a:pt x="104510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3" name="Freeform 2942">
              <a:extLst>
                <a:ext uri="{FF2B5EF4-FFF2-40B4-BE49-F238E27FC236}">
                  <a16:creationId xmlns:a16="http://schemas.microsoft.com/office/drawing/2014/main" id="{829812FE-B509-4C3F-FD97-52C84E028ECC}"/>
                </a:ext>
              </a:extLst>
            </p:cNvPr>
            <p:cNvSpPr/>
            <p:nvPr/>
          </p:nvSpPr>
          <p:spPr>
            <a:xfrm>
              <a:off x="1194250" y="6310008"/>
              <a:ext cx="12237" cy="155765"/>
            </a:xfrm>
            <a:custGeom>
              <a:avLst/>
              <a:gdLst>
                <a:gd name="csX0" fmla="*/ 0 w 12237"/>
                <a:gd name="csY0" fmla="*/ 0 h 155765"/>
                <a:gd name="csX1" fmla="*/ 0 w 12237"/>
                <a:gd name="csY1" fmla="*/ 155765 h 155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55765">
                  <a:moveTo>
                    <a:pt x="0" y="0"/>
                  </a:moveTo>
                  <a:lnTo>
                    <a:pt x="0" y="155765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4" name="Freeform 2943">
              <a:extLst>
                <a:ext uri="{FF2B5EF4-FFF2-40B4-BE49-F238E27FC236}">
                  <a16:creationId xmlns:a16="http://schemas.microsoft.com/office/drawing/2014/main" id="{32199140-E990-43DC-E28B-7AE509521428}"/>
                </a:ext>
              </a:extLst>
            </p:cNvPr>
            <p:cNvSpPr/>
            <p:nvPr/>
          </p:nvSpPr>
          <p:spPr>
            <a:xfrm>
              <a:off x="1141995" y="6465773"/>
              <a:ext cx="104510" cy="12602"/>
            </a:xfrm>
            <a:custGeom>
              <a:avLst/>
              <a:gdLst>
                <a:gd name="csX0" fmla="*/ 0 w 104510"/>
                <a:gd name="csY0" fmla="*/ 0 h 12602"/>
                <a:gd name="csX1" fmla="*/ 104510 w 104510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510" h="12602">
                  <a:moveTo>
                    <a:pt x="0" y="0"/>
                  </a:moveTo>
                  <a:lnTo>
                    <a:pt x="104510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5" name="Freeform 2944">
              <a:extLst>
                <a:ext uri="{FF2B5EF4-FFF2-40B4-BE49-F238E27FC236}">
                  <a16:creationId xmlns:a16="http://schemas.microsoft.com/office/drawing/2014/main" id="{9A916FDC-26B2-A73E-1FD0-752CC54F71C3}"/>
                </a:ext>
              </a:extLst>
            </p:cNvPr>
            <p:cNvSpPr/>
            <p:nvPr/>
          </p:nvSpPr>
          <p:spPr>
            <a:xfrm>
              <a:off x="1403149" y="6478250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6" name="Freeform 2945">
              <a:extLst>
                <a:ext uri="{FF2B5EF4-FFF2-40B4-BE49-F238E27FC236}">
                  <a16:creationId xmlns:a16="http://schemas.microsoft.com/office/drawing/2014/main" id="{2CC5B2FE-6A7C-B619-138A-27D84620705A}"/>
                </a:ext>
              </a:extLst>
            </p:cNvPr>
            <p:cNvSpPr/>
            <p:nvPr/>
          </p:nvSpPr>
          <p:spPr>
            <a:xfrm>
              <a:off x="1455282" y="6478250"/>
              <a:ext cx="12237" cy="118210"/>
            </a:xfrm>
            <a:custGeom>
              <a:avLst/>
              <a:gdLst>
                <a:gd name="csX0" fmla="*/ 0 w 12237"/>
                <a:gd name="csY0" fmla="*/ 0 h 118210"/>
                <a:gd name="csX1" fmla="*/ 0 w 12237"/>
                <a:gd name="csY1" fmla="*/ 118210 h 118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18210">
                  <a:moveTo>
                    <a:pt x="0" y="0"/>
                  </a:moveTo>
                  <a:lnTo>
                    <a:pt x="0" y="11821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7" name="Freeform 2946">
              <a:extLst>
                <a:ext uri="{FF2B5EF4-FFF2-40B4-BE49-F238E27FC236}">
                  <a16:creationId xmlns:a16="http://schemas.microsoft.com/office/drawing/2014/main" id="{F14DA159-1024-4C07-A9AD-A936CED1CD57}"/>
                </a:ext>
              </a:extLst>
            </p:cNvPr>
            <p:cNvSpPr/>
            <p:nvPr/>
          </p:nvSpPr>
          <p:spPr>
            <a:xfrm>
              <a:off x="1403149" y="6596460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8" name="Freeform 2947">
              <a:extLst>
                <a:ext uri="{FF2B5EF4-FFF2-40B4-BE49-F238E27FC236}">
                  <a16:creationId xmlns:a16="http://schemas.microsoft.com/office/drawing/2014/main" id="{55F965CF-E15C-AC07-1D5C-521DAE0E7CDD}"/>
                </a:ext>
              </a:extLst>
            </p:cNvPr>
            <p:cNvSpPr/>
            <p:nvPr/>
          </p:nvSpPr>
          <p:spPr>
            <a:xfrm>
              <a:off x="1664180" y="6994191"/>
              <a:ext cx="104510" cy="12602"/>
            </a:xfrm>
            <a:custGeom>
              <a:avLst/>
              <a:gdLst>
                <a:gd name="csX0" fmla="*/ 0 w 104510"/>
                <a:gd name="csY0" fmla="*/ 0 h 12602"/>
                <a:gd name="csX1" fmla="*/ 104510 w 104510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510" h="12602">
                  <a:moveTo>
                    <a:pt x="0" y="0"/>
                  </a:moveTo>
                  <a:lnTo>
                    <a:pt x="104510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49" name="Freeform 2948">
              <a:extLst>
                <a:ext uri="{FF2B5EF4-FFF2-40B4-BE49-F238E27FC236}">
                  <a16:creationId xmlns:a16="http://schemas.microsoft.com/office/drawing/2014/main" id="{646B420E-DE8F-1583-1044-405777B424C9}"/>
                </a:ext>
              </a:extLst>
            </p:cNvPr>
            <p:cNvSpPr/>
            <p:nvPr/>
          </p:nvSpPr>
          <p:spPr>
            <a:xfrm>
              <a:off x="1716435" y="6994191"/>
              <a:ext cx="12237" cy="87334"/>
            </a:xfrm>
            <a:custGeom>
              <a:avLst/>
              <a:gdLst>
                <a:gd name="csX0" fmla="*/ 0 w 12237"/>
                <a:gd name="csY0" fmla="*/ 0 h 87334"/>
                <a:gd name="csX1" fmla="*/ 0 w 12237"/>
                <a:gd name="csY1" fmla="*/ 87334 h 8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87334">
                  <a:moveTo>
                    <a:pt x="0" y="0"/>
                  </a:moveTo>
                  <a:lnTo>
                    <a:pt x="0" y="87334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0" name="Freeform 2949">
              <a:extLst>
                <a:ext uri="{FF2B5EF4-FFF2-40B4-BE49-F238E27FC236}">
                  <a16:creationId xmlns:a16="http://schemas.microsoft.com/office/drawing/2014/main" id="{C357C996-177F-B86A-69D7-AFE79339401D}"/>
                </a:ext>
              </a:extLst>
            </p:cNvPr>
            <p:cNvSpPr/>
            <p:nvPr/>
          </p:nvSpPr>
          <p:spPr>
            <a:xfrm>
              <a:off x="1664180" y="7081525"/>
              <a:ext cx="104510" cy="12602"/>
            </a:xfrm>
            <a:custGeom>
              <a:avLst/>
              <a:gdLst>
                <a:gd name="csX0" fmla="*/ 0 w 104510"/>
                <a:gd name="csY0" fmla="*/ 0 h 12602"/>
                <a:gd name="csX1" fmla="*/ 104510 w 104510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510" h="12602">
                  <a:moveTo>
                    <a:pt x="0" y="0"/>
                  </a:moveTo>
                  <a:lnTo>
                    <a:pt x="104510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1" name="Freeform 2950">
              <a:extLst>
                <a:ext uri="{FF2B5EF4-FFF2-40B4-BE49-F238E27FC236}">
                  <a16:creationId xmlns:a16="http://schemas.microsoft.com/office/drawing/2014/main" id="{CFED6B97-162E-E9CB-DDA7-318CFDC30ABC}"/>
                </a:ext>
              </a:extLst>
            </p:cNvPr>
            <p:cNvSpPr/>
            <p:nvPr/>
          </p:nvSpPr>
          <p:spPr>
            <a:xfrm>
              <a:off x="1925333" y="6343152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2" name="Freeform 2951">
              <a:extLst>
                <a:ext uri="{FF2B5EF4-FFF2-40B4-BE49-F238E27FC236}">
                  <a16:creationId xmlns:a16="http://schemas.microsoft.com/office/drawing/2014/main" id="{42F17526-D5B2-9CBB-F979-ED01117954CF}"/>
                </a:ext>
              </a:extLst>
            </p:cNvPr>
            <p:cNvSpPr/>
            <p:nvPr/>
          </p:nvSpPr>
          <p:spPr>
            <a:xfrm>
              <a:off x="1977589" y="6343152"/>
              <a:ext cx="12237" cy="119596"/>
            </a:xfrm>
            <a:custGeom>
              <a:avLst/>
              <a:gdLst>
                <a:gd name="csX0" fmla="*/ 0 w 12237"/>
                <a:gd name="csY0" fmla="*/ 0 h 119596"/>
                <a:gd name="csX1" fmla="*/ 0 w 12237"/>
                <a:gd name="csY1" fmla="*/ 119597 h 119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19596">
                  <a:moveTo>
                    <a:pt x="0" y="0"/>
                  </a:moveTo>
                  <a:lnTo>
                    <a:pt x="0" y="119597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3" name="Freeform 2952">
              <a:extLst>
                <a:ext uri="{FF2B5EF4-FFF2-40B4-BE49-F238E27FC236}">
                  <a16:creationId xmlns:a16="http://schemas.microsoft.com/office/drawing/2014/main" id="{A840A468-01D5-12D7-3D01-16F932C31741}"/>
                </a:ext>
              </a:extLst>
            </p:cNvPr>
            <p:cNvSpPr/>
            <p:nvPr/>
          </p:nvSpPr>
          <p:spPr>
            <a:xfrm>
              <a:off x="1925333" y="6462749"/>
              <a:ext cx="104387" cy="12602"/>
            </a:xfrm>
            <a:custGeom>
              <a:avLst/>
              <a:gdLst>
                <a:gd name="csX0" fmla="*/ 0 w 104387"/>
                <a:gd name="csY0" fmla="*/ 0 h 12602"/>
                <a:gd name="csX1" fmla="*/ 104388 w 104387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4387" h="12602">
                  <a:moveTo>
                    <a:pt x="0" y="0"/>
                  </a:moveTo>
                  <a:lnTo>
                    <a:pt x="104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4" name="Freeform 2953">
              <a:extLst>
                <a:ext uri="{FF2B5EF4-FFF2-40B4-BE49-F238E27FC236}">
                  <a16:creationId xmlns:a16="http://schemas.microsoft.com/office/drawing/2014/main" id="{75DEA519-72BA-DFC8-2A3E-CB3C007AB960}"/>
                </a:ext>
              </a:extLst>
            </p:cNvPr>
            <p:cNvSpPr/>
            <p:nvPr/>
          </p:nvSpPr>
          <p:spPr>
            <a:xfrm>
              <a:off x="1063673" y="5930425"/>
              <a:ext cx="12237" cy="1348706"/>
            </a:xfrm>
            <a:custGeom>
              <a:avLst/>
              <a:gdLst>
                <a:gd name="csX0" fmla="*/ 0 w 12237"/>
                <a:gd name="csY0" fmla="*/ 1348706 h 1348706"/>
                <a:gd name="csX1" fmla="*/ 0 w 12237"/>
                <a:gd name="csY1" fmla="*/ 0 h 1348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348706">
                  <a:moveTo>
                    <a:pt x="0" y="1348706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5" name="Freeform 2954">
              <a:extLst>
                <a:ext uri="{FF2B5EF4-FFF2-40B4-BE49-F238E27FC236}">
                  <a16:creationId xmlns:a16="http://schemas.microsoft.com/office/drawing/2014/main" id="{1A332E4F-DF2D-408E-7F54-FC2DE6AFF1BF}"/>
                </a:ext>
              </a:extLst>
            </p:cNvPr>
            <p:cNvSpPr/>
            <p:nvPr/>
          </p:nvSpPr>
          <p:spPr>
            <a:xfrm>
              <a:off x="1585858" y="5930425"/>
              <a:ext cx="12237" cy="1348706"/>
            </a:xfrm>
            <a:custGeom>
              <a:avLst/>
              <a:gdLst>
                <a:gd name="csX0" fmla="*/ 0 w 12237"/>
                <a:gd name="csY0" fmla="*/ 1348706 h 1348706"/>
                <a:gd name="csX1" fmla="*/ 0 w 12237"/>
                <a:gd name="csY1" fmla="*/ 0 h 1348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348706">
                  <a:moveTo>
                    <a:pt x="0" y="1348706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6" name="Freeform 2955">
              <a:extLst>
                <a:ext uri="{FF2B5EF4-FFF2-40B4-BE49-F238E27FC236}">
                  <a16:creationId xmlns:a16="http://schemas.microsoft.com/office/drawing/2014/main" id="{20FCCA17-2941-F8C2-3A7A-A54767BAD3C6}"/>
                </a:ext>
              </a:extLst>
            </p:cNvPr>
            <p:cNvSpPr/>
            <p:nvPr/>
          </p:nvSpPr>
          <p:spPr>
            <a:xfrm>
              <a:off x="2108043" y="5930425"/>
              <a:ext cx="12237" cy="1348706"/>
            </a:xfrm>
            <a:custGeom>
              <a:avLst/>
              <a:gdLst>
                <a:gd name="csX0" fmla="*/ 0 w 12237"/>
                <a:gd name="csY0" fmla="*/ 1348706 h 1348706"/>
                <a:gd name="csX1" fmla="*/ 0 w 12237"/>
                <a:gd name="csY1" fmla="*/ 0 h 1348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348706">
                  <a:moveTo>
                    <a:pt x="0" y="1348706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7" name="Freeform 2956">
              <a:extLst>
                <a:ext uri="{FF2B5EF4-FFF2-40B4-BE49-F238E27FC236}">
                  <a16:creationId xmlns:a16="http://schemas.microsoft.com/office/drawing/2014/main" id="{CF4B8EC7-F5FF-D6EC-F05B-0A71D4FE6B99}"/>
                </a:ext>
              </a:extLst>
            </p:cNvPr>
            <p:cNvSpPr/>
            <p:nvPr/>
          </p:nvSpPr>
          <p:spPr>
            <a:xfrm>
              <a:off x="802520" y="6350336"/>
              <a:ext cx="12237" cy="735600"/>
            </a:xfrm>
            <a:custGeom>
              <a:avLst/>
              <a:gdLst>
                <a:gd name="csX0" fmla="*/ 0 w 12237"/>
                <a:gd name="csY0" fmla="*/ 735601 h 735600"/>
                <a:gd name="csX1" fmla="*/ 0 w 12237"/>
                <a:gd name="csY1" fmla="*/ 0 h 735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735600">
                  <a:moveTo>
                    <a:pt x="0" y="735601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8" name="Freeform 2957">
              <a:extLst>
                <a:ext uri="{FF2B5EF4-FFF2-40B4-BE49-F238E27FC236}">
                  <a16:creationId xmlns:a16="http://schemas.microsoft.com/office/drawing/2014/main" id="{4ACBF3B9-62EB-4F31-9CD1-CA9528437936}"/>
                </a:ext>
              </a:extLst>
            </p:cNvPr>
            <p:cNvSpPr/>
            <p:nvPr/>
          </p:nvSpPr>
          <p:spPr>
            <a:xfrm>
              <a:off x="767887" y="7024059"/>
              <a:ext cx="69388" cy="61877"/>
            </a:xfrm>
            <a:custGeom>
              <a:avLst/>
              <a:gdLst>
                <a:gd name="csX0" fmla="*/ 0 w 69388"/>
                <a:gd name="csY0" fmla="*/ 0 h 61877"/>
                <a:gd name="csX1" fmla="*/ 34633 w 69388"/>
                <a:gd name="csY1" fmla="*/ 61878 h 61877"/>
                <a:gd name="csX2" fmla="*/ 69388 w 69388"/>
                <a:gd name="csY2" fmla="*/ 0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0" y="0"/>
                  </a:moveTo>
                  <a:lnTo>
                    <a:pt x="34633" y="61878"/>
                  </a:lnTo>
                  <a:lnTo>
                    <a:pt x="69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59" name="Freeform 2958">
              <a:extLst>
                <a:ext uri="{FF2B5EF4-FFF2-40B4-BE49-F238E27FC236}">
                  <a16:creationId xmlns:a16="http://schemas.microsoft.com/office/drawing/2014/main" id="{3CD352B3-663A-7474-BF8C-7579F61C9B8A}"/>
                </a:ext>
              </a:extLst>
            </p:cNvPr>
            <p:cNvSpPr/>
            <p:nvPr/>
          </p:nvSpPr>
          <p:spPr>
            <a:xfrm>
              <a:off x="767887" y="6350336"/>
              <a:ext cx="69388" cy="61877"/>
            </a:xfrm>
            <a:custGeom>
              <a:avLst/>
              <a:gdLst>
                <a:gd name="csX0" fmla="*/ 69388 w 69388"/>
                <a:gd name="csY0" fmla="*/ 61878 h 61877"/>
                <a:gd name="csX1" fmla="*/ 34633 w 69388"/>
                <a:gd name="csY1" fmla="*/ 0 h 61877"/>
                <a:gd name="csX2" fmla="*/ 0 w 69388"/>
                <a:gd name="csY2" fmla="*/ 61878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69388" y="61878"/>
                  </a:moveTo>
                  <a:lnTo>
                    <a:pt x="34633" y="0"/>
                  </a:lnTo>
                  <a:lnTo>
                    <a:pt x="0" y="61878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91" name="TextBox 2990">
              <a:extLst>
                <a:ext uri="{FF2B5EF4-FFF2-40B4-BE49-F238E27FC236}">
                  <a16:creationId xmlns:a16="http://schemas.microsoft.com/office/drawing/2014/main" id="{9E96621A-6C7A-6D9B-4845-D9BDABB52B5F}"/>
                </a:ext>
              </a:extLst>
            </p:cNvPr>
            <p:cNvSpPr txBox="1"/>
            <p:nvPr/>
          </p:nvSpPr>
          <p:spPr>
            <a:xfrm>
              <a:off x="714909" y="6623374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1.85x</a:t>
              </a:r>
            </a:p>
          </p:txBody>
        </p:sp>
        <p:sp>
          <p:nvSpPr>
            <p:cNvPr id="2992" name="Freeform 2991">
              <a:extLst>
                <a:ext uri="{FF2B5EF4-FFF2-40B4-BE49-F238E27FC236}">
                  <a16:creationId xmlns:a16="http://schemas.microsoft.com/office/drawing/2014/main" id="{4D3AF700-A945-DD00-5B50-27EE83D5B2B8}"/>
                </a:ext>
              </a:extLst>
            </p:cNvPr>
            <p:cNvSpPr/>
            <p:nvPr/>
          </p:nvSpPr>
          <p:spPr>
            <a:xfrm>
              <a:off x="1324827" y="6387891"/>
              <a:ext cx="12237" cy="149464"/>
            </a:xfrm>
            <a:custGeom>
              <a:avLst/>
              <a:gdLst>
                <a:gd name="csX0" fmla="*/ 0 w 12237"/>
                <a:gd name="csY0" fmla="*/ 0 h 149464"/>
                <a:gd name="csX1" fmla="*/ 0 w 12237"/>
                <a:gd name="csY1" fmla="*/ 149464 h 149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149464">
                  <a:moveTo>
                    <a:pt x="0" y="0"/>
                  </a:moveTo>
                  <a:lnTo>
                    <a:pt x="0" y="149464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93" name="Freeform 2992">
              <a:extLst>
                <a:ext uri="{FF2B5EF4-FFF2-40B4-BE49-F238E27FC236}">
                  <a16:creationId xmlns:a16="http://schemas.microsoft.com/office/drawing/2014/main" id="{D6A491BB-E6A1-EB80-F63E-A274869349E5}"/>
                </a:ext>
              </a:extLst>
            </p:cNvPr>
            <p:cNvSpPr/>
            <p:nvPr/>
          </p:nvSpPr>
          <p:spPr>
            <a:xfrm>
              <a:off x="1290072" y="6387891"/>
              <a:ext cx="69388" cy="61877"/>
            </a:xfrm>
            <a:custGeom>
              <a:avLst/>
              <a:gdLst>
                <a:gd name="csX0" fmla="*/ 69388 w 69388"/>
                <a:gd name="csY0" fmla="*/ 61878 h 61877"/>
                <a:gd name="csX1" fmla="*/ 34755 w 69388"/>
                <a:gd name="csY1" fmla="*/ 0 h 61877"/>
                <a:gd name="csX2" fmla="*/ 0 w 69388"/>
                <a:gd name="csY2" fmla="*/ 61878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69388" y="61878"/>
                  </a:moveTo>
                  <a:lnTo>
                    <a:pt x="34755" y="0"/>
                  </a:lnTo>
                  <a:lnTo>
                    <a:pt x="0" y="61878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94" name="Freeform 2993">
              <a:extLst>
                <a:ext uri="{FF2B5EF4-FFF2-40B4-BE49-F238E27FC236}">
                  <a16:creationId xmlns:a16="http://schemas.microsoft.com/office/drawing/2014/main" id="{60700774-8FFC-D2C5-49A0-A17E4F9B8D7E}"/>
                </a:ext>
              </a:extLst>
            </p:cNvPr>
            <p:cNvSpPr/>
            <p:nvPr/>
          </p:nvSpPr>
          <p:spPr>
            <a:xfrm>
              <a:off x="1290072" y="6475477"/>
              <a:ext cx="69388" cy="61877"/>
            </a:xfrm>
            <a:custGeom>
              <a:avLst/>
              <a:gdLst>
                <a:gd name="csX0" fmla="*/ 0 w 69388"/>
                <a:gd name="csY0" fmla="*/ 0 h 61877"/>
                <a:gd name="csX1" fmla="*/ 34755 w 69388"/>
                <a:gd name="csY1" fmla="*/ 61878 h 61877"/>
                <a:gd name="csX2" fmla="*/ 69388 w 69388"/>
                <a:gd name="csY2" fmla="*/ 0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0" y="0"/>
                  </a:moveTo>
                  <a:lnTo>
                    <a:pt x="34755" y="61878"/>
                  </a:lnTo>
                  <a:lnTo>
                    <a:pt x="69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2995" name="TextBox 2994">
              <a:extLst>
                <a:ext uri="{FF2B5EF4-FFF2-40B4-BE49-F238E27FC236}">
                  <a16:creationId xmlns:a16="http://schemas.microsoft.com/office/drawing/2014/main" id="{B4323AB4-7862-DACC-89BA-1A60774E412B}"/>
                </a:ext>
              </a:extLst>
            </p:cNvPr>
            <p:cNvSpPr txBox="1"/>
            <p:nvPr/>
          </p:nvSpPr>
          <p:spPr>
            <a:xfrm>
              <a:off x="1247765" y="6322397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1.11x</a:t>
              </a:r>
            </a:p>
          </p:txBody>
        </p:sp>
        <p:sp>
          <p:nvSpPr>
            <p:cNvPr id="3027" name="Freeform 3026">
              <a:extLst>
                <a:ext uri="{FF2B5EF4-FFF2-40B4-BE49-F238E27FC236}">
                  <a16:creationId xmlns:a16="http://schemas.microsoft.com/office/drawing/2014/main" id="{EE55713F-39FC-7561-ED34-018F64D86DB3}"/>
                </a:ext>
              </a:extLst>
            </p:cNvPr>
            <p:cNvSpPr/>
            <p:nvPr/>
          </p:nvSpPr>
          <p:spPr>
            <a:xfrm>
              <a:off x="1847012" y="6403014"/>
              <a:ext cx="12237" cy="634781"/>
            </a:xfrm>
            <a:custGeom>
              <a:avLst/>
              <a:gdLst>
                <a:gd name="csX0" fmla="*/ 0 w 12237"/>
                <a:gd name="csY0" fmla="*/ 634782 h 634781"/>
                <a:gd name="csX1" fmla="*/ 0 w 12237"/>
                <a:gd name="csY1" fmla="*/ 0 h 634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634781">
                  <a:moveTo>
                    <a:pt x="0" y="634782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28" name="Freeform 3027">
              <a:extLst>
                <a:ext uri="{FF2B5EF4-FFF2-40B4-BE49-F238E27FC236}">
                  <a16:creationId xmlns:a16="http://schemas.microsoft.com/office/drawing/2014/main" id="{A0C14A2E-D16B-AF68-5C26-4D4F8153907E}"/>
                </a:ext>
              </a:extLst>
            </p:cNvPr>
            <p:cNvSpPr/>
            <p:nvPr/>
          </p:nvSpPr>
          <p:spPr>
            <a:xfrm>
              <a:off x="1812257" y="6975918"/>
              <a:ext cx="69388" cy="61877"/>
            </a:xfrm>
            <a:custGeom>
              <a:avLst/>
              <a:gdLst>
                <a:gd name="csX0" fmla="*/ 0 w 69388"/>
                <a:gd name="csY0" fmla="*/ 0 h 61877"/>
                <a:gd name="csX1" fmla="*/ 34755 w 69388"/>
                <a:gd name="csY1" fmla="*/ 61878 h 61877"/>
                <a:gd name="csX2" fmla="*/ 69388 w 69388"/>
                <a:gd name="csY2" fmla="*/ 0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0" y="0"/>
                  </a:moveTo>
                  <a:lnTo>
                    <a:pt x="34755" y="61878"/>
                  </a:lnTo>
                  <a:lnTo>
                    <a:pt x="69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29" name="Freeform 3028">
              <a:extLst>
                <a:ext uri="{FF2B5EF4-FFF2-40B4-BE49-F238E27FC236}">
                  <a16:creationId xmlns:a16="http://schemas.microsoft.com/office/drawing/2014/main" id="{3B393784-8B87-BEE3-E4D8-D2B6DA2F7FE1}"/>
                </a:ext>
              </a:extLst>
            </p:cNvPr>
            <p:cNvSpPr/>
            <p:nvPr/>
          </p:nvSpPr>
          <p:spPr>
            <a:xfrm>
              <a:off x="1812257" y="6403014"/>
              <a:ext cx="69388" cy="61877"/>
            </a:xfrm>
            <a:custGeom>
              <a:avLst/>
              <a:gdLst>
                <a:gd name="csX0" fmla="*/ 69388 w 69388"/>
                <a:gd name="csY0" fmla="*/ 61878 h 61877"/>
                <a:gd name="csX1" fmla="*/ 34755 w 69388"/>
                <a:gd name="csY1" fmla="*/ 0 h 61877"/>
                <a:gd name="csX2" fmla="*/ 0 w 69388"/>
                <a:gd name="csY2" fmla="*/ 61878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69388" y="61878"/>
                  </a:moveTo>
                  <a:lnTo>
                    <a:pt x="34755" y="0"/>
                  </a:lnTo>
                  <a:lnTo>
                    <a:pt x="0" y="61878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42" name="TextBox 3041">
              <a:extLst>
                <a:ext uri="{FF2B5EF4-FFF2-40B4-BE49-F238E27FC236}">
                  <a16:creationId xmlns:a16="http://schemas.microsoft.com/office/drawing/2014/main" id="{2BCEDCD0-5801-775A-6B5C-FF3CDC78BC89}"/>
                </a:ext>
              </a:extLst>
            </p:cNvPr>
            <p:cNvSpPr txBox="1"/>
            <p:nvPr/>
          </p:nvSpPr>
          <p:spPr>
            <a:xfrm>
              <a:off x="1779722" y="6625642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1.69x</a:t>
              </a:r>
            </a:p>
          </p:txBody>
        </p:sp>
        <p:sp>
          <p:nvSpPr>
            <p:cNvPr id="3062" name="Freeform 3061">
              <a:extLst>
                <a:ext uri="{FF2B5EF4-FFF2-40B4-BE49-F238E27FC236}">
                  <a16:creationId xmlns:a16="http://schemas.microsoft.com/office/drawing/2014/main" id="{F73A0244-6E59-6D6E-6953-443279778446}"/>
                </a:ext>
              </a:extLst>
            </p:cNvPr>
            <p:cNvSpPr/>
            <p:nvPr/>
          </p:nvSpPr>
          <p:spPr>
            <a:xfrm>
              <a:off x="2369197" y="6364450"/>
              <a:ext cx="12237" cy="412223"/>
            </a:xfrm>
            <a:custGeom>
              <a:avLst/>
              <a:gdLst>
                <a:gd name="csX0" fmla="*/ 0 w 12237"/>
                <a:gd name="csY0" fmla="*/ 412224 h 412223"/>
                <a:gd name="csX1" fmla="*/ 0 w 12237"/>
                <a:gd name="csY1" fmla="*/ 0 h 412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412223">
                  <a:moveTo>
                    <a:pt x="0" y="412224"/>
                  </a:moveTo>
                  <a:lnTo>
                    <a:pt x="0" y="0"/>
                  </a:lnTo>
                </a:path>
              </a:pathLst>
            </a:custGeom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63" name="Freeform 3062">
              <a:extLst>
                <a:ext uri="{FF2B5EF4-FFF2-40B4-BE49-F238E27FC236}">
                  <a16:creationId xmlns:a16="http://schemas.microsoft.com/office/drawing/2014/main" id="{9A32E8C1-DDFA-FB91-DF89-D88D7E21DEA5}"/>
                </a:ext>
              </a:extLst>
            </p:cNvPr>
            <p:cNvSpPr/>
            <p:nvPr/>
          </p:nvSpPr>
          <p:spPr>
            <a:xfrm>
              <a:off x="2334564" y="6714796"/>
              <a:ext cx="69388" cy="61877"/>
            </a:xfrm>
            <a:custGeom>
              <a:avLst/>
              <a:gdLst>
                <a:gd name="csX0" fmla="*/ 0 w 69388"/>
                <a:gd name="csY0" fmla="*/ 0 h 61877"/>
                <a:gd name="csX1" fmla="*/ 34633 w 69388"/>
                <a:gd name="csY1" fmla="*/ 61878 h 61877"/>
                <a:gd name="csX2" fmla="*/ 69388 w 69388"/>
                <a:gd name="csY2" fmla="*/ 0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0" y="0"/>
                  </a:moveTo>
                  <a:lnTo>
                    <a:pt x="34633" y="61878"/>
                  </a:lnTo>
                  <a:lnTo>
                    <a:pt x="69388" y="0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64" name="Freeform 3063">
              <a:extLst>
                <a:ext uri="{FF2B5EF4-FFF2-40B4-BE49-F238E27FC236}">
                  <a16:creationId xmlns:a16="http://schemas.microsoft.com/office/drawing/2014/main" id="{5F2A17B4-F4B0-8EF9-80CE-3F1B7DE8722F}"/>
                </a:ext>
              </a:extLst>
            </p:cNvPr>
            <p:cNvSpPr/>
            <p:nvPr/>
          </p:nvSpPr>
          <p:spPr>
            <a:xfrm>
              <a:off x="2334564" y="6364450"/>
              <a:ext cx="69388" cy="61877"/>
            </a:xfrm>
            <a:custGeom>
              <a:avLst/>
              <a:gdLst>
                <a:gd name="csX0" fmla="*/ 69388 w 69388"/>
                <a:gd name="csY0" fmla="*/ 61878 h 61877"/>
                <a:gd name="csX1" fmla="*/ 34633 w 69388"/>
                <a:gd name="csY1" fmla="*/ 0 h 61877"/>
                <a:gd name="csX2" fmla="*/ 0 w 69388"/>
                <a:gd name="csY2" fmla="*/ 61878 h 61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9388" h="61877">
                  <a:moveTo>
                    <a:pt x="69388" y="61878"/>
                  </a:moveTo>
                  <a:lnTo>
                    <a:pt x="34633" y="0"/>
                  </a:lnTo>
                  <a:lnTo>
                    <a:pt x="0" y="61878"/>
                  </a:lnTo>
                </a:path>
              </a:pathLst>
            </a:custGeom>
            <a:noFill/>
            <a:ln w="13070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65" name="TextBox 3064">
              <a:extLst>
                <a:ext uri="{FF2B5EF4-FFF2-40B4-BE49-F238E27FC236}">
                  <a16:creationId xmlns:a16="http://schemas.microsoft.com/office/drawing/2014/main" id="{90AA0D41-C634-BAAE-5E37-45488A81B83D}"/>
                </a:ext>
              </a:extLst>
            </p:cNvPr>
            <p:cNvSpPr txBox="1"/>
            <p:nvPr/>
          </p:nvSpPr>
          <p:spPr>
            <a:xfrm>
              <a:off x="2301907" y="6475800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1.35x</a:t>
              </a:r>
            </a:p>
          </p:txBody>
        </p:sp>
        <p:sp>
          <p:nvSpPr>
            <p:cNvPr id="3097" name="Freeform 3096">
              <a:extLst>
                <a:ext uri="{FF2B5EF4-FFF2-40B4-BE49-F238E27FC236}">
                  <a16:creationId xmlns:a16="http://schemas.microsoft.com/office/drawing/2014/main" id="{A5EEDE87-0A1B-0EB7-1D7F-4096DF34E540}"/>
                </a:ext>
              </a:extLst>
            </p:cNvPr>
            <p:cNvSpPr/>
            <p:nvPr/>
          </p:nvSpPr>
          <p:spPr>
            <a:xfrm>
              <a:off x="1694407" y="7050146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98" name="Freeform 3097">
              <a:extLst>
                <a:ext uri="{FF2B5EF4-FFF2-40B4-BE49-F238E27FC236}">
                  <a16:creationId xmlns:a16="http://schemas.microsoft.com/office/drawing/2014/main" id="{6A8135A4-2F13-0DB7-EF4D-AF0CBD3F0A4C}"/>
                </a:ext>
              </a:extLst>
            </p:cNvPr>
            <p:cNvSpPr/>
            <p:nvPr/>
          </p:nvSpPr>
          <p:spPr>
            <a:xfrm>
              <a:off x="1940875" y="6413978"/>
              <a:ext cx="81992" cy="73219"/>
            </a:xfrm>
            <a:custGeom>
              <a:avLst/>
              <a:gdLst>
                <a:gd name="csX0" fmla="*/ 40996 w 81992"/>
                <a:gd name="csY0" fmla="*/ 0 h 73219"/>
                <a:gd name="csX1" fmla="*/ 81993 w 81992"/>
                <a:gd name="csY1" fmla="*/ 73220 h 73219"/>
                <a:gd name="csX2" fmla="*/ 0 w 81992"/>
                <a:gd name="csY2" fmla="*/ 73220 h 73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219">
                  <a:moveTo>
                    <a:pt x="40996" y="0"/>
                  </a:moveTo>
                  <a:lnTo>
                    <a:pt x="81993" y="73220"/>
                  </a:lnTo>
                  <a:lnTo>
                    <a:pt x="0" y="73220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099" name="Freeform 3098">
              <a:extLst>
                <a:ext uri="{FF2B5EF4-FFF2-40B4-BE49-F238E27FC236}">
                  <a16:creationId xmlns:a16="http://schemas.microsoft.com/office/drawing/2014/main" id="{B289B45E-CE02-DA10-A26A-733D0712F603}"/>
                </a:ext>
              </a:extLst>
            </p:cNvPr>
            <p:cNvSpPr/>
            <p:nvPr/>
          </p:nvSpPr>
          <p:spPr>
            <a:xfrm>
              <a:off x="1173079" y="6151974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0" name="Freeform 3099">
              <a:extLst>
                <a:ext uri="{FF2B5EF4-FFF2-40B4-BE49-F238E27FC236}">
                  <a16:creationId xmlns:a16="http://schemas.microsoft.com/office/drawing/2014/main" id="{682B27B1-9362-6135-5EF4-0335DE973608}"/>
                </a:ext>
              </a:extLst>
            </p:cNvPr>
            <p:cNvSpPr/>
            <p:nvPr/>
          </p:nvSpPr>
          <p:spPr>
            <a:xfrm>
              <a:off x="1407309" y="6727273"/>
              <a:ext cx="81992" cy="73093"/>
            </a:xfrm>
            <a:custGeom>
              <a:avLst/>
              <a:gdLst>
                <a:gd name="csX0" fmla="*/ 40997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7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1" name="Freeform 3100">
              <a:extLst>
                <a:ext uri="{FF2B5EF4-FFF2-40B4-BE49-F238E27FC236}">
                  <a16:creationId xmlns:a16="http://schemas.microsoft.com/office/drawing/2014/main" id="{1003553E-8921-615F-4F7B-AE7DE325C6B8}"/>
                </a:ext>
              </a:extLst>
            </p:cNvPr>
            <p:cNvSpPr/>
            <p:nvPr/>
          </p:nvSpPr>
          <p:spPr>
            <a:xfrm>
              <a:off x="1169040" y="6521098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2" name="Freeform 3101">
              <a:extLst>
                <a:ext uri="{FF2B5EF4-FFF2-40B4-BE49-F238E27FC236}">
                  <a16:creationId xmlns:a16="http://schemas.microsoft.com/office/drawing/2014/main" id="{BFE08E5A-11FB-AA7B-DC18-ABC4BD2F1F71}"/>
                </a:ext>
              </a:extLst>
            </p:cNvPr>
            <p:cNvSpPr/>
            <p:nvPr/>
          </p:nvSpPr>
          <p:spPr>
            <a:xfrm>
              <a:off x="1433743" y="6582975"/>
              <a:ext cx="82115" cy="73093"/>
            </a:xfrm>
            <a:custGeom>
              <a:avLst/>
              <a:gdLst>
                <a:gd name="csX0" fmla="*/ 40996 w 82115"/>
                <a:gd name="csY0" fmla="*/ 0 h 73093"/>
                <a:gd name="csX1" fmla="*/ 82115 w 82115"/>
                <a:gd name="csY1" fmla="*/ 73094 h 73093"/>
                <a:gd name="csX2" fmla="*/ 0 w 82115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115" h="73093">
                  <a:moveTo>
                    <a:pt x="40996" y="0"/>
                  </a:moveTo>
                  <a:lnTo>
                    <a:pt x="82115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3" name="Freeform 3102">
              <a:extLst>
                <a:ext uri="{FF2B5EF4-FFF2-40B4-BE49-F238E27FC236}">
                  <a16:creationId xmlns:a16="http://schemas.microsoft.com/office/drawing/2014/main" id="{7117E880-4C26-5705-46A4-B8D861A1750D}"/>
                </a:ext>
              </a:extLst>
            </p:cNvPr>
            <p:cNvSpPr/>
            <p:nvPr/>
          </p:nvSpPr>
          <p:spPr>
            <a:xfrm>
              <a:off x="628132" y="6976170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4" name="Freeform 3103">
              <a:extLst>
                <a:ext uri="{FF2B5EF4-FFF2-40B4-BE49-F238E27FC236}">
                  <a16:creationId xmlns:a16="http://schemas.microsoft.com/office/drawing/2014/main" id="{CFFF5AE1-38C4-4B94-27CA-E16B4D678C7B}"/>
                </a:ext>
              </a:extLst>
            </p:cNvPr>
            <p:cNvSpPr/>
            <p:nvPr/>
          </p:nvSpPr>
          <p:spPr>
            <a:xfrm>
              <a:off x="871663" y="6265018"/>
              <a:ext cx="81992" cy="73093"/>
            </a:xfrm>
            <a:custGeom>
              <a:avLst/>
              <a:gdLst>
                <a:gd name="csX0" fmla="*/ 40996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6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5" name="Freeform 3104">
              <a:extLst>
                <a:ext uri="{FF2B5EF4-FFF2-40B4-BE49-F238E27FC236}">
                  <a16:creationId xmlns:a16="http://schemas.microsoft.com/office/drawing/2014/main" id="{B57ACC19-4EB3-6A73-330B-9AFCFB32DB7C}"/>
                </a:ext>
              </a:extLst>
            </p:cNvPr>
            <p:cNvSpPr/>
            <p:nvPr/>
          </p:nvSpPr>
          <p:spPr>
            <a:xfrm>
              <a:off x="656768" y="7039055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6" name="Freeform 3105">
              <a:extLst>
                <a:ext uri="{FF2B5EF4-FFF2-40B4-BE49-F238E27FC236}">
                  <a16:creationId xmlns:a16="http://schemas.microsoft.com/office/drawing/2014/main" id="{67F91E0E-9243-6087-C16A-6B66F19952A2}"/>
                </a:ext>
              </a:extLst>
            </p:cNvPr>
            <p:cNvSpPr/>
            <p:nvPr/>
          </p:nvSpPr>
          <p:spPr>
            <a:xfrm>
              <a:off x="912782" y="6320090"/>
              <a:ext cx="82115" cy="73093"/>
            </a:xfrm>
            <a:custGeom>
              <a:avLst/>
              <a:gdLst>
                <a:gd name="csX0" fmla="*/ 41119 w 82115"/>
                <a:gd name="csY0" fmla="*/ 0 h 73093"/>
                <a:gd name="csX1" fmla="*/ 82115 w 82115"/>
                <a:gd name="csY1" fmla="*/ 73094 h 73093"/>
                <a:gd name="csX2" fmla="*/ 0 w 82115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115" h="73093">
                  <a:moveTo>
                    <a:pt x="41119" y="0"/>
                  </a:moveTo>
                  <a:lnTo>
                    <a:pt x="82115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7" name="Freeform 3106">
              <a:extLst>
                <a:ext uri="{FF2B5EF4-FFF2-40B4-BE49-F238E27FC236}">
                  <a16:creationId xmlns:a16="http://schemas.microsoft.com/office/drawing/2014/main" id="{785701A2-E6A1-25AB-91FD-7EF9D802219E}"/>
                </a:ext>
              </a:extLst>
            </p:cNvPr>
            <p:cNvSpPr/>
            <p:nvPr/>
          </p:nvSpPr>
          <p:spPr>
            <a:xfrm>
              <a:off x="657870" y="7106100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8" name="Freeform 3107">
              <a:extLst>
                <a:ext uri="{FF2B5EF4-FFF2-40B4-BE49-F238E27FC236}">
                  <a16:creationId xmlns:a16="http://schemas.microsoft.com/office/drawing/2014/main" id="{30B31BCF-066E-6041-8FD1-8985431070DE}"/>
                </a:ext>
              </a:extLst>
            </p:cNvPr>
            <p:cNvSpPr/>
            <p:nvPr/>
          </p:nvSpPr>
          <p:spPr>
            <a:xfrm>
              <a:off x="894915" y="6147563"/>
              <a:ext cx="81992" cy="73093"/>
            </a:xfrm>
            <a:custGeom>
              <a:avLst/>
              <a:gdLst>
                <a:gd name="csX0" fmla="*/ 40996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6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09" name="Freeform 3108">
              <a:extLst>
                <a:ext uri="{FF2B5EF4-FFF2-40B4-BE49-F238E27FC236}">
                  <a16:creationId xmlns:a16="http://schemas.microsoft.com/office/drawing/2014/main" id="{21A343C3-C86B-8E97-3057-1633AEDB42EA}"/>
                </a:ext>
              </a:extLst>
            </p:cNvPr>
            <p:cNvSpPr/>
            <p:nvPr/>
          </p:nvSpPr>
          <p:spPr>
            <a:xfrm>
              <a:off x="653831" y="7186503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0" name="Freeform 3109">
              <a:extLst>
                <a:ext uri="{FF2B5EF4-FFF2-40B4-BE49-F238E27FC236}">
                  <a16:creationId xmlns:a16="http://schemas.microsoft.com/office/drawing/2014/main" id="{3405F6C8-8F32-D607-496E-C113D367D6E8}"/>
                </a:ext>
              </a:extLst>
            </p:cNvPr>
            <p:cNvSpPr/>
            <p:nvPr/>
          </p:nvSpPr>
          <p:spPr>
            <a:xfrm>
              <a:off x="889897" y="6333070"/>
              <a:ext cx="81992" cy="73093"/>
            </a:xfrm>
            <a:custGeom>
              <a:avLst/>
              <a:gdLst>
                <a:gd name="csX0" fmla="*/ 40996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6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1" name="Freeform 3110">
              <a:extLst>
                <a:ext uri="{FF2B5EF4-FFF2-40B4-BE49-F238E27FC236}">
                  <a16:creationId xmlns:a16="http://schemas.microsoft.com/office/drawing/2014/main" id="{1BE0DEC5-D3E9-583A-EFCB-A0ADAAEE9CD3}"/>
                </a:ext>
              </a:extLst>
            </p:cNvPr>
            <p:cNvSpPr/>
            <p:nvPr/>
          </p:nvSpPr>
          <p:spPr>
            <a:xfrm>
              <a:off x="1154967" y="6354116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2" name="Freeform 3111">
              <a:extLst>
                <a:ext uri="{FF2B5EF4-FFF2-40B4-BE49-F238E27FC236}">
                  <a16:creationId xmlns:a16="http://schemas.microsoft.com/office/drawing/2014/main" id="{E29A571C-B81F-B346-EDA5-C27E93844582}"/>
                </a:ext>
              </a:extLst>
            </p:cNvPr>
            <p:cNvSpPr/>
            <p:nvPr/>
          </p:nvSpPr>
          <p:spPr>
            <a:xfrm>
              <a:off x="1415264" y="6552478"/>
              <a:ext cx="82115" cy="73219"/>
            </a:xfrm>
            <a:custGeom>
              <a:avLst/>
              <a:gdLst>
                <a:gd name="csX0" fmla="*/ 40996 w 82115"/>
                <a:gd name="csY0" fmla="*/ 0 h 73219"/>
                <a:gd name="csX1" fmla="*/ 82115 w 82115"/>
                <a:gd name="csY1" fmla="*/ 73220 h 73219"/>
                <a:gd name="csX2" fmla="*/ 0 w 82115"/>
                <a:gd name="csY2" fmla="*/ 73220 h 73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115" h="73219">
                  <a:moveTo>
                    <a:pt x="40996" y="0"/>
                  </a:moveTo>
                  <a:lnTo>
                    <a:pt x="82115" y="73220"/>
                  </a:lnTo>
                  <a:lnTo>
                    <a:pt x="0" y="73220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3" name="Freeform 3112">
              <a:extLst>
                <a:ext uri="{FF2B5EF4-FFF2-40B4-BE49-F238E27FC236}">
                  <a16:creationId xmlns:a16="http://schemas.microsoft.com/office/drawing/2014/main" id="{3D3A2D6E-EBD4-BBE0-562D-E046C3494950}"/>
                </a:ext>
              </a:extLst>
            </p:cNvPr>
            <p:cNvSpPr/>
            <p:nvPr/>
          </p:nvSpPr>
          <p:spPr>
            <a:xfrm>
              <a:off x="639391" y="6965206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4" name="Freeform 3113">
              <a:extLst>
                <a:ext uri="{FF2B5EF4-FFF2-40B4-BE49-F238E27FC236}">
                  <a16:creationId xmlns:a16="http://schemas.microsoft.com/office/drawing/2014/main" id="{593AF8B2-7FEC-CC72-3C01-8B4232523E0A}"/>
                </a:ext>
              </a:extLst>
            </p:cNvPr>
            <p:cNvSpPr/>
            <p:nvPr/>
          </p:nvSpPr>
          <p:spPr>
            <a:xfrm>
              <a:off x="876925" y="6442333"/>
              <a:ext cx="81992" cy="73093"/>
            </a:xfrm>
            <a:custGeom>
              <a:avLst/>
              <a:gdLst>
                <a:gd name="csX0" fmla="*/ 40996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6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5" name="Freeform 3114">
              <a:extLst>
                <a:ext uri="{FF2B5EF4-FFF2-40B4-BE49-F238E27FC236}">
                  <a16:creationId xmlns:a16="http://schemas.microsoft.com/office/drawing/2014/main" id="{7A9D5003-0DFB-F91A-97AD-1D8473D5DBD2}"/>
                </a:ext>
              </a:extLst>
            </p:cNvPr>
            <p:cNvSpPr/>
            <p:nvPr/>
          </p:nvSpPr>
          <p:spPr>
            <a:xfrm>
              <a:off x="1696365" y="6962811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6" name="Freeform 3115">
              <a:extLst>
                <a:ext uri="{FF2B5EF4-FFF2-40B4-BE49-F238E27FC236}">
                  <a16:creationId xmlns:a16="http://schemas.microsoft.com/office/drawing/2014/main" id="{0854DD1D-84B3-BBD8-A0F2-29A23C4EC82D}"/>
                </a:ext>
              </a:extLst>
            </p:cNvPr>
            <p:cNvSpPr/>
            <p:nvPr/>
          </p:nvSpPr>
          <p:spPr>
            <a:xfrm>
              <a:off x="1943323" y="6294381"/>
              <a:ext cx="81992" cy="73219"/>
            </a:xfrm>
            <a:custGeom>
              <a:avLst/>
              <a:gdLst>
                <a:gd name="csX0" fmla="*/ 40997 w 81992"/>
                <a:gd name="csY0" fmla="*/ 0 h 73219"/>
                <a:gd name="csX1" fmla="*/ 81993 w 81992"/>
                <a:gd name="csY1" fmla="*/ 73220 h 73219"/>
                <a:gd name="csX2" fmla="*/ 0 w 81992"/>
                <a:gd name="csY2" fmla="*/ 73220 h 73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219">
                  <a:moveTo>
                    <a:pt x="40997" y="0"/>
                  </a:moveTo>
                  <a:lnTo>
                    <a:pt x="81993" y="73220"/>
                  </a:lnTo>
                  <a:lnTo>
                    <a:pt x="0" y="73220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7" name="Freeform 3116">
              <a:extLst>
                <a:ext uri="{FF2B5EF4-FFF2-40B4-BE49-F238E27FC236}">
                  <a16:creationId xmlns:a16="http://schemas.microsoft.com/office/drawing/2014/main" id="{06483672-4211-D0F6-9737-CC8E62F7EE4A}"/>
                </a:ext>
              </a:extLst>
            </p:cNvPr>
            <p:cNvSpPr/>
            <p:nvPr/>
          </p:nvSpPr>
          <p:spPr>
            <a:xfrm>
              <a:off x="1159495" y="6138742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8" name="Freeform 3117">
              <a:extLst>
                <a:ext uri="{FF2B5EF4-FFF2-40B4-BE49-F238E27FC236}">
                  <a16:creationId xmlns:a16="http://schemas.microsoft.com/office/drawing/2014/main" id="{73356467-8387-08AD-1D3C-53B9CB5081BB}"/>
                </a:ext>
              </a:extLst>
            </p:cNvPr>
            <p:cNvSpPr/>
            <p:nvPr/>
          </p:nvSpPr>
          <p:spPr>
            <a:xfrm>
              <a:off x="1404740" y="6487197"/>
              <a:ext cx="81992" cy="73093"/>
            </a:xfrm>
            <a:custGeom>
              <a:avLst/>
              <a:gdLst>
                <a:gd name="csX0" fmla="*/ 40996 w 81992"/>
                <a:gd name="csY0" fmla="*/ 0 h 73093"/>
                <a:gd name="csX1" fmla="*/ 81993 w 81992"/>
                <a:gd name="csY1" fmla="*/ 73094 h 73093"/>
                <a:gd name="csX2" fmla="*/ 0 w 81992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093">
                  <a:moveTo>
                    <a:pt x="40996" y="0"/>
                  </a:moveTo>
                  <a:lnTo>
                    <a:pt x="81993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19" name="Freeform 3118">
              <a:extLst>
                <a:ext uri="{FF2B5EF4-FFF2-40B4-BE49-F238E27FC236}">
                  <a16:creationId xmlns:a16="http://schemas.microsoft.com/office/drawing/2014/main" id="{1BDD9734-8EB3-B1C9-8960-C5C572D179FA}"/>
                </a:ext>
              </a:extLst>
            </p:cNvPr>
            <p:cNvSpPr/>
            <p:nvPr/>
          </p:nvSpPr>
          <p:spPr>
            <a:xfrm>
              <a:off x="1149582" y="6437922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0" name="Freeform 3119">
              <a:extLst>
                <a:ext uri="{FF2B5EF4-FFF2-40B4-BE49-F238E27FC236}">
                  <a16:creationId xmlns:a16="http://schemas.microsoft.com/office/drawing/2014/main" id="{D566C573-075C-3C04-E63D-DA8D0E655EC7}"/>
                </a:ext>
              </a:extLst>
            </p:cNvPr>
            <p:cNvSpPr/>
            <p:nvPr/>
          </p:nvSpPr>
          <p:spPr>
            <a:xfrm>
              <a:off x="1426400" y="6483291"/>
              <a:ext cx="81992" cy="73219"/>
            </a:xfrm>
            <a:custGeom>
              <a:avLst/>
              <a:gdLst>
                <a:gd name="csX0" fmla="*/ 40996 w 81992"/>
                <a:gd name="csY0" fmla="*/ 0 h 73219"/>
                <a:gd name="csX1" fmla="*/ 81993 w 81992"/>
                <a:gd name="csY1" fmla="*/ 73220 h 73219"/>
                <a:gd name="csX2" fmla="*/ 0 w 81992"/>
                <a:gd name="csY2" fmla="*/ 73220 h 73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219">
                  <a:moveTo>
                    <a:pt x="40996" y="0"/>
                  </a:moveTo>
                  <a:lnTo>
                    <a:pt x="81993" y="73220"/>
                  </a:lnTo>
                  <a:lnTo>
                    <a:pt x="0" y="73220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1" name="Freeform 3120">
              <a:extLst>
                <a:ext uri="{FF2B5EF4-FFF2-40B4-BE49-F238E27FC236}">
                  <a16:creationId xmlns:a16="http://schemas.microsoft.com/office/drawing/2014/main" id="{BFDD9DBB-F5CF-9E92-9D25-45E43228C109}"/>
                </a:ext>
              </a:extLst>
            </p:cNvPr>
            <p:cNvSpPr/>
            <p:nvPr/>
          </p:nvSpPr>
          <p:spPr>
            <a:xfrm>
              <a:off x="2219284" y="6745294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2" name="Freeform 3121">
              <a:extLst>
                <a:ext uri="{FF2B5EF4-FFF2-40B4-BE49-F238E27FC236}">
                  <a16:creationId xmlns:a16="http://schemas.microsoft.com/office/drawing/2014/main" id="{6AB6CE11-E553-2B8E-1C73-80008A1E89BF}"/>
                </a:ext>
              </a:extLst>
            </p:cNvPr>
            <p:cNvSpPr/>
            <p:nvPr/>
          </p:nvSpPr>
          <p:spPr>
            <a:xfrm>
              <a:off x="2461592" y="6315679"/>
              <a:ext cx="82115" cy="73093"/>
            </a:xfrm>
            <a:custGeom>
              <a:avLst/>
              <a:gdLst>
                <a:gd name="csX0" fmla="*/ 40996 w 82115"/>
                <a:gd name="csY0" fmla="*/ 0 h 73093"/>
                <a:gd name="csX1" fmla="*/ 82115 w 82115"/>
                <a:gd name="csY1" fmla="*/ 73094 h 73093"/>
                <a:gd name="csX2" fmla="*/ 0 w 82115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115" h="73093">
                  <a:moveTo>
                    <a:pt x="40996" y="0"/>
                  </a:moveTo>
                  <a:lnTo>
                    <a:pt x="82115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3" name="Freeform 3122">
              <a:extLst>
                <a:ext uri="{FF2B5EF4-FFF2-40B4-BE49-F238E27FC236}">
                  <a16:creationId xmlns:a16="http://schemas.microsoft.com/office/drawing/2014/main" id="{98BCB7A4-67C5-9494-2B31-33752C2B6F8D}"/>
                </a:ext>
              </a:extLst>
            </p:cNvPr>
            <p:cNvSpPr/>
            <p:nvPr/>
          </p:nvSpPr>
          <p:spPr>
            <a:xfrm>
              <a:off x="1156436" y="6205030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1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4" name="Freeform 3123">
              <a:extLst>
                <a:ext uri="{FF2B5EF4-FFF2-40B4-BE49-F238E27FC236}">
                  <a16:creationId xmlns:a16="http://schemas.microsoft.com/office/drawing/2014/main" id="{7219CE22-5BB7-8B12-2BCD-945CC0D0569E}"/>
                </a:ext>
              </a:extLst>
            </p:cNvPr>
            <p:cNvSpPr/>
            <p:nvPr/>
          </p:nvSpPr>
          <p:spPr>
            <a:xfrm>
              <a:off x="1396540" y="6313411"/>
              <a:ext cx="82115" cy="73093"/>
            </a:xfrm>
            <a:custGeom>
              <a:avLst/>
              <a:gdLst>
                <a:gd name="csX0" fmla="*/ 41119 w 82115"/>
                <a:gd name="csY0" fmla="*/ 0 h 73093"/>
                <a:gd name="csX1" fmla="*/ 82115 w 82115"/>
                <a:gd name="csY1" fmla="*/ 73094 h 73093"/>
                <a:gd name="csX2" fmla="*/ 0 w 82115"/>
                <a:gd name="csY2" fmla="*/ 73094 h 73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115" h="73093">
                  <a:moveTo>
                    <a:pt x="41119" y="0"/>
                  </a:moveTo>
                  <a:lnTo>
                    <a:pt x="82115" y="73094"/>
                  </a:lnTo>
                  <a:lnTo>
                    <a:pt x="0" y="73094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5" name="Freeform 3124">
              <a:extLst>
                <a:ext uri="{FF2B5EF4-FFF2-40B4-BE49-F238E27FC236}">
                  <a16:creationId xmlns:a16="http://schemas.microsoft.com/office/drawing/2014/main" id="{48F29A7D-4526-EA9E-5AD7-BD5659D13664}"/>
                </a:ext>
              </a:extLst>
            </p:cNvPr>
            <p:cNvSpPr/>
            <p:nvPr/>
          </p:nvSpPr>
          <p:spPr>
            <a:xfrm>
              <a:off x="1165614" y="6686441"/>
              <a:ext cx="60943" cy="62759"/>
            </a:xfrm>
            <a:custGeom>
              <a:avLst/>
              <a:gdLst>
                <a:gd name="csX0" fmla="*/ 60944 w 60943"/>
                <a:gd name="csY0" fmla="*/ 31380 h 62759"/>
                <a:gd name="csX1" fmla="*/ 30472 w 60943"/>
                <a:gd name="csY1" fmla="*/ 62760 h 62759"/>
                <a:gd name="csX2" fmla="*/ 0 w 60943"/>
                <a:gd name="csY2" fmla="*/ 31380 h 62759"/>
                <a:gd name="csX3" fmla="*/ 30472 w 60943"/>
                <a:gd name="csY3" fmla="*/ 0 h 62759"/>
                <a:gd name="csX4" fmla="*/ 60944 w 60943"/>
                <a:gd name="csY4" fmla="*/ 31380 h 62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943" h="62759">
                  <a:moveTo>
                    <a:pt x="60944" y="31380"/>
                  </a:moveTo>
                  <a:cubicBezTo>
                    <a:pt x="60944" y="48711"/>
                    <a:pt x="47301" y="62760"/>
                    <a:pt x="30472" y="62760"/>
                  </a:cubicBezTo>
                  <a:cubicBezTo>
                    <a:pt x="13643" y="62760"/>
                    <a:pt x="0" y="48710"/>
                    <a:pt x="0" y="31380"/>
                  </a:cubicBezTo>
                  <a:cubicBezTo>
                    <a:pt x="0" y="14049"/>
                    <a:pt x="13643" y="0"/>
                    <a:pt x="30472" y="0"/>
                  </a:cubicBezTo>
                  <a:cubicBezTo>
                    <a:pt x="47301" y="0"/>
                    <a:pt x="60944" y="14049"/>
                    <a:pt x="60944" y="31380"/>
                  </a:cubicBezTo>
                  <a:close/>
                </a:path>
              </a:pathLst>
            </a:custGeom>
            <a:solidFill>
              <a:srgbClr val="F8766D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6" name="Freeform 3125">
              <a:extLst>
                <a:ext uri="{FF2B5EF4-FFF2-40B4-BE49-F238E27FC236}">
                  <a16:creationId xmlns:a16="http://schemas.microsoft.com/office/drawing/2014/main" id="{A3F23EC5-0A30-F58A-5BCC-03FE4B9CA0DF}"/>
                </a:ext>
              </a:extLst>
            </p:cNvPr>
            <p:cNvSpPr/>
            <p:nvPr/>
          </p:nvSpPr>
          <p:spPr>
            <a:xfrm>
              <a:off x="1429460" y="6273587"/>
              <a:ext cx="81992" cy="73219"/>
            </a:xfrm>
            <a:custGeom>
              <a:avLst/>
              <a:gdLst>
                <a:gd name="csX0" fmla="*/ 40996 w 81992"/>
                <a:gd name="csY0" fmla="*/ 0 h 73219"/>
                <a:gd name="csX1" fmla="*/ 81993 w 81992"/>
                <a:gd name="csY1" fmla="*/ 73220 h 73219"/>
                <a:gd name="csX2" fmla="*/ 0 w 81992"/>
                <a:gd name="csY2" fmla="*/ 73220 h 73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1992" h="73219">
                  <a:moveTo>
                    <a:pt x="40996" y="0"/>
                  </a:moveTo>
                  <a:lnTo>
                    <a:pt x="81993" y="73220"/>
                  </a:lnTo>
                  <a:lnTo>
                    <a:pt x="0" y="73220"/>
                  </a:lnTo>
                  <a:close/>
                </a:path>
              </a:pathLst>
            </a:custGeom>
            <a:solidFill>
              <a:srgbClr val="00BFC4"/>
            </a:solidFill>
            <a:ln w="8673" cap="rnd">
              <a:noFill/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27" name="TextBox 3126">
              <a:extLst>
                <a:ext uri="{FF2B5EF4-FFF2-40B4-BE49-F238E27FC236}">
                  <a16:creationId xmlns:a16="http://schemas.microsoft.com/office/drawing/2014/main" id="{5FEA0D64-E9CB-5BB8-8D34-884B7BA687D7}"/>
                </a:ext>
              </a:extLst>
            </p:cNvPr>
            <p:cNvSpPr txBox="1"/>
            <p:nvPr/>
          </p:nvSpPr>
          <p:spPr>
            <a:xfrm>
              <a:off x="493491" y="5887086"/>
              <a:ext cx="36847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a   </a:t>
              </a:r>
            </a:p>
          </p:txBody>
        </p:sp>
        <p:sp>
          <p:nvSpPr>
            <p:cNvPr id="3128" name="TextBox 3127">
              <a:extLst>
                <a:ext uri="{FF2B5EF4-FFF2-40B4-BE49-F238E27FC236}">
                  <a16:creationId xmlns:a16="http://schemas.microsoft.com/office/drawing/2014/main" id="{21659614-9F83-E13C-D2EB-48557BF963F9}"/>
                </a:ext>
              </a:extLst>
            </p:cNvPr>
            <p:cNvSpPr txBox="1"/>
            <p:nvPr/>
          </p:nvSpPr>
          <p:spPr>
            <a:xfrm>
              <a:off x="1537861" y="5887086"/>
              <a:ext cx="36847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a   </a:t>
              </a:r>
            </a:p>
          </p:txBody>
        </p:sp>
        <p:sp>
          <p:nvSpPr>
            <p:cNvPr id="3129" name="TextBox 3128">
              <a:extLst>
                <a:ext uri="{FF2B5EF4-FFF2-40B4-BE49-F238E27FC236}">
                  <a16:creationId xmlns:a16="http://schemas.microsoft.com/office/drawing/2014/main" id="{67C6F7A6-050E-DA87-25B0-A47A30BA924B}"/>
                </a:ext>
              </a:extLst>
            </p:cNvPr>
            <p:cNvSpPr txBox="1"/>
            <p:nvPr/>
          </p:nvSpPr>
          <p:spPr>
            <a:xfrm>
              <a:off x="2045502" y="5887086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ab  </a:t>
              </a:r>
            </a:p>
          </p:txBody>
        </p:sp>
        <p:sp>
          <p:nvSpPr>
            <p:cNvPr id="3130" name="TextBox 3129">
              <a:extLst>
                <a:ext uri="{FF2B5EF4-FFF2-40B4-BE49-F238E27FC236}">
                  <a16:creationId xmlns:a16="http://schemas.microsoft.com/office/drawing/2014/main" id="{9159FE99-9132-6D80-D9D0-879201FE9BA6}"/>
                </a:ext>
              </a:extLst>
            </p:cNvPr>
            <p:cNvSpPr txBox="1"/>
            <p:nvPr/>
          </p:nvSpPr>
          <p:spPr>
            <a:xfrm>
              <a:off x="1265098" y="5887086"/>
              <a:ext cx="390527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bc </a:t>
              </a:r>
            </a:p>
          </p:txBody>
        </p:sp>
        <p:sp>
          <p:nvSpPr>
            <p:cNvPr id="3131" name="TextBox 3130">
              <a:extLst>
                <a:ext uri="{FF2B5EF4-FFF2-40B4-BE49-F238E27FC236}">
                  <a16:creationId xmlns:a16="http://schemas.microsoft.com/office/drawing/2014/main" id="{79D5D916-8AB0-B416-ED65-924C2D2DD586}"/>
                </a:ext>
              </a:extLst>
            </p:cNvPr>
            <p:cNvSpPr txBox="1"/>
            <p:nvPr/>
          </p:nvSpPr>
          <p:spPr>
            <a:xfrm>
              <a:off x="1756461" y="5887086"/>
              <a:ext cx="419366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</a:t>
              </a:r>
              <a:r>
                <a:rPr lang="en-US" sz="756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bcd</a:t>
              </a:r>
              <a:endParaRPr lang="en-US" sz="756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3132" name="TextBox 3131">
              <a:extLst>
                <a:ext uri="{FF2B5EF4-FFF2-40B4-BE49-F238E27FC236}">
                  <a16:creationId xmlns:a16="http://schemas.microsoft.com/office/drawing/2014/main" id="{58D076E0-9DD2-3D8A-782E-DCB12643B991}"/>
                </a:ext>
              </a:extLst>
            </p:cNvPr>
            <p:cNvSpPr txBox="1"/>
            <p:nvPr/>
          </p:nvSpPr>
          <p:spPr>
            <a:xfrm>
              <a:off x="1004066" y="5887086"/>
              <a:ext cx="390527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 cd</a:t>
              </a:r>
            </a:p>
          </p:txBody>
        </p:sp>
        <p:sp>
          <p:nvSpPr>
            <p:cNvPr id="3133" name="TextBox 3132">
              <a:extLst>
                <a:ext uri="{FF2B5EF4-FFF2-40B4-BE49-F238E27FC236}">
                  <a16:creationId xmlns:a16="http://schemas.microsoft.com/office/drawing/2014/main" id="{24AF7B4B-6844-1D1D-6F10-2E7A769F60E0}"/>
                </a:ext>
              </a:extLst>
            </p:cNvPr>
            <p:cNvSpPr txBox="1"/>
            <p:nvPr/>
          </p:nvSpPr>
          <p:spPr>
            <a:xfrm>
              <a:off x="2295046" y="5887086"/>
              <a:ext cx="419366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bcd</a:t>
              </a:r>
            </a:p>
          </p:txBody>
        </p:sp>
        <p:sp>
          <p:nvSpPr>
            <p:cNvPr id="3134" name="TextBox 3133">
              <a:extLst>
                <a:ext uri="{FF2B5EF4-FFF2-40B4-BE49-F238E27FC236}">
                  <a16:creationId xmlns:a16="http://schemas.microsoft.com/office/drawing/2014/main" id="{A856E732-9C8E-A274-D37A-0EBBDC717308}"/>
                </a:ext>
              </a:extLst>
            </p:cNvPr>
            <p:cNvSpPr txBox="1"/>
            <p:nvPr/>
          </p:nvSpPr>
          <p:spPr>
            <a:xfrm>
              <a:off x="754522" y="5887086"/>
              <a:ext cx="36847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   d</a:t>
              </a:r>
            </a:p>
          </p:txBody>
        </p:sp>
        <p:sp>
          <p:nvSpPr>
            <p:cNvPr id="3135" name="Freeform 3134">
              <a:extLst>
                <a:ext uri="{FF2B5EF4-FFF2-40B4-BE49-F238E27FC236}">
                  <a16:creationId xmlns:a16="http://schemas.microsoft.com/office/drawing/2014/main" id="{51064D75-84E5-F3AB-D318-2B06CB980D4E}"/>
                </a:ext>
              </a:extLst>
            </p:cNvPr>
            <p:cNvSpPr/>
            <p:nvPr/>
          </p:nvSpPr>
          <p:spPr>
            <a:xfrm>
              <a:off x="515300" y="5930425"/>
              <a:ext cx="2141116" cy="1348706"/>
            </a:xfrm>
            <a:custGeom>
              <a:avLst/>
              <a:gdLst>
                <a:gd name="csX0" fmla="*/ 0 w 2141116"/>
                <a:gd name="csY0" fmla="*/ 0 h 1348706"/>
                <a:gd name="csX1" fmla="*/ 2141117 w 2141116"/>
                <a:gd name="csY1" fmla="*/ 0 h 1348706"/>
                <a:gd name="csX2" fmla="*/ 2141117 w 2141116"/>
                <a:gd name="csY2" fmla="*/ 1348706 h 1348706"/>
                <a:gd name="csX3" fmla="*/ 0 w 2141116"/>
                <a:gd name="csY3" fmla="*/ 1348706 h 1348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41116" h="1348706">
                  <a:moveTo>
                    <a:pt x="0" y="0"/>
                  </a:moveTo>
                  <a:lnTo>
                    <a:pt x="2141117" y="0"/>
                  </a:lnTo>
                  <a:lnTo>
                    <a:pt x="2141117" y="1348706"/>
                  </a:lnTo>
                  <a:lnTo>
                    <a:pt x="0" y="1348706"/>
                  </a:lnTo>
                  <a:close/>
                </a:path>
              </a:pathLst>
            </a:custGeom>
            <a:noFill/>
            <a:ln w="13070" cap="rnd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37" name="TextBox 3136">
              <a:extLst>
                <a:ext uri="{FF2B5EF4-FFF2-40B4-BE49-F238E27FC236}">
                  <a16:creationId xmlns:a16="http://schemas.microsoft.com/office/drawing/2014/main" id="{F9D1D2A6-615C-212E-A200-2376832311CD}"/>
                </a:ext>
              </a:extLst>
            </p:cNvPr>
            <p:cNvSpPr txBox="1"/>
            <p:nvPr/>
          </p:nvSpPr>
          <p:spPr>
            <a:xfrm>
              <a:off x="213821" y="6997413"/>
              <a:ext cx="35659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1.5</a:t>
              </a:r>
            </a:p>
          </p:txBody>
        </p:sp>
        <p:sp>
          <p:nvSpPr>
            <p:cNvPr id="3138" name="TextBox 3137">
              <a:extLst>
                <a:ext uri="{FF2B5EF4-FFF2-40B4-BE49-F238E27FC236}">
                  <a16:creationId xmlns:a16="http://schemas.microsoft.com/office/drawing/2014/main" id="{C75EF57D-D8A0-1B72-7377-FB0867F963AC}"/>
                </a:ext>
              </a:extLst>
            </p:cNvPr>
            <p:cNvSpPr txBox="1"/>
            <p:nvPr/>
          </p:nvSpPr>
          <p:spPr>
            <a:xfrm>
              <a:off x="213821" y="6714112"/>
              <a:ext cx="35659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2.0</a:t>
              </a:r>
            </a:p>
          </p:txBody>
        </p:sp>
        <p:sp>
          <p:nvSpPr>
            <p:cNvPr id="3139" name="TextBox 3138">
              <a:extLst>
                <a:ext uri="{FF2B5EF4-FFF2-40B4-BE49-F238E27FC236}">
                  <a16:creationId xmlns:a16="http://schemas.microsoft.com/office/drawing/2014/main" id="{C785D55F-7CD2-F5AF-8575-FBBA6F9FFCF6}"/>
                </a:ext>
              </a:extLst>
            </p:cNvPr>
            <p:cNvSpPr txBox="1"/>
            <p:nvPr/>
          </p:nvSpPr>
          <p:spPr>
            <a:xfrm>
              <a:off x="213821" y="6430811"/>
              <a:ext cx="35659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2.5</a:t>
              </a:r>
            </a:p>
          </p:txBody>
        </p:sp>
        <p:sp>
          <p:nvSpPr>
            <p:cNvPr id="3140" name="TextBox 3139">
              <a:extLst>
                <a:ext uri="{FF2B5EF4-FFF2-40B4-BE49-F238E27FC236}">
                  <a16:creationId xmlns:a16="http://schemas.microsoft.com/office/drawing/2014/main" id="{7330666D-C4C2-D21D-8596-BAB4D3ADDA60}"/>
                </a:ext>
              </a:extLst>
            </p:cNvPr>
            <p:cNvSpPr txBox="1"/>
            <p:nvPr/>
          </p:nvSpPr>
          <p:spPr>
            <a:xfrm>
              <a:off x="213821" y="6147510"/>
              <a:ext cx="35659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3.0</a:t>
              </a:r>
            </a:p>
          </p:txBody>
        </p:sp>
        <p:sp>
          <p:nvSpPr>
            <p:cNvPr id="3141" name="TextBox 3140">
              <a:extLst>
                <a:ext uri="{FF2B5EF4-FFF2-40B4-BE49-F238E27FC236}">
                  <a16:creationId xmlns:a16="http://schemas.microsoft.com/office/drawing/2014/main" id="{CDD937EC-F6CD-FDF8-944A-2CF1E709E504}"/>
                </a:ext>
              </a:extLst>
            </p:cNvPr>
            <p:cNvSpPr txBox="1"/>
            <p:nvPr/>
          </p:nvSpPr>
          <p:spPr>
            <a:xfrm>
              <a:off x="213821" y="5864208"/>
              <a:ext cx="35659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3.5</a:t>
              </a:r>
            </a:p>
          </p:txBody>
        </p:sp>
        <p:sp>
          <p:nvSpPr>
            <p:cNvPr id="3142" name="Freeform 3141">
              <a:extLst>
                <a:ext uri="{FF2B5EF4-FFF2-40B4-BE49-F238E27FC236}">
                  <a16:creationId xmlns:a16="http://schemas.microsoft.com/office/drawing/2014/main" id="{267CF875-06DA-4152-B528-B5D1BA59151C}"/>
                </a:ext>
              </a:extLst>
            </p:cNvPr>
            <p:cNvSpPr/>
            <p:nvPr/>
          </p:nvSpPr>
          <p:spPr>
            <a:xfrm>
              <a:off x="481768" y="7103832"/>
              <a:ext cx="33531" cy="12602"/>
            </a:xfrm>
            <a:custGeom>
              <a:avLst/>
              <a:gdLst>
                <a:gd name="csX0" fmla="*/ 0 w 33531"/>
                <a:gd name="csY0" fmla="*/ 0 h 12602"/>
                <a:gd name="csX1" fmla="*/ 33531 w 33531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3531" h="12602">
                  <a:moveTo>
                    <a:pt x="0" y="0"/>
                  </a:moveTo>
                  <a:lnTo>
                    <a:pt x="33531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3" name="Freeform 3142">
              <a:extLst>
                <a:ext uri="{FF2B5EF4-FFF2-40B4-BE49-F238E27FC236}">
                  <a16:creationId xmlns:a16="http://schemas.microsoft.com/office/drawing/2014/main" id="{49DEB45B-252A-4F19-DA9A-237B245075E3}"/>
                </a:ext>
              </a:extLst>
            </p:cNvPr>
            <p:cNvSpPr/>
            <p:nvPr/>
          </p:nvSpPr>
          <p:spPr>
            <a:xfrm>
              <a:off x="481768" y="6820530"/>
              <a:ext cx="33531" cy="12602"/>
            </a:xfrm>
            <a:custGeom>
              <a:avLst/>
              <a:gdLst>
                <a:gd name="csX0" fmla="*/ 0 w 33531"/>
                <a:gd name="csY0" fmla="*/ 0 h 12602"/>
                <a:gd name="csX1" fmla="*/ 33531 w 33531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3531" h="12602">
                  <a:moveTo>
                    <a:pt x="0" y="0"/>
                  </a:moveTo>
                  <a:lnTo>
                    <a:pt x="33531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4" name="Freeform 3143">
              <a:extLst>
                <a:ext uri="{FF2B5EF4-FFF2-40B4-BE49-F238E27FC236}">
                  <a16:creationId xmlns:a16="http://schemas.microsoft.com/office/drawing/2014/main" id="{98072A88-9459-4765-77AC-0ADB163EFF4D}"/>
                </a:ext>
              </a:extLst>
            </p:cNvPr>
            <p:cNvSpPr/>
            <p:nvPr/>
          </p:nvSpPr>
          <p:spPr>
            <a:xfrm>
              <a:off x="481768" y="6537229"/>
              <a:ext cx="33531" cy="12602"/>
            </a:xfrm>
            <a:custGeom>
              <a:avLst/>
              <a:gdLst>
                <a:gd name="csX0" fmla="*/ 0 w 33531"/>
                <a:gd name="csY0" fmla="*/ 0 h 12602"/>
                <a:gd name="csX1" fmla="*/ 33531 w 33531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3531" h="12602">
                  <a:moveTo>
                    <a:pt x="0" y="0"/>
                  </a:moveTo>
                  <a:lnTo>
                    <a:pt x="33531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5" name="Freeform 3144">
              <a:extLst>
                <a:ext uri="{FF2B5EF4-FFF2-40B4-BE49-F238E27FC236}">
                  <a16:creationId xmlns:a16="http://schemas.microsoft.com/office/drawing/2014/main" id="{5E90CD24-996A-68D4-F545-82ACE4FBE5F2}"/>
                </a:ext>
              </a:extLst>
            </p:cNvPr>
            <p:cNvSpPr/>
            <p:nvPr/>
          </p:nvSpPr>
          <p:spPr>
            <a:xfrm>
              <a:off x="481768" y="6253927"/>
              <a:ext cx="33531" cy="12602"/>
            </a:xfrm>
            <a:custGeom>
              <a:avLst/>
              <a:gdLst>
                <a:gd name="csX0" fmla="*/ 0 w 33531"/>
                <a:gd name="csY0" fmla="*/ 0 h 12602"/>
                <a:gd name="csX1" fmla="*/ 33531 w 33531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3531" h="12602">
                  <a:moveTo>
                    <a:pt x="0" y="0"/>
                  </a:moveTo>
                  <a:lnTo>
                    <a:pt x="33531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6" name="Freeform 3145">
              <a:extLst>
                <a:ext uri="{FF2B5EF4-FFF2-40B4-BE49-F238E27FC236}">
                  <a16:creationId xmlns:a16="http://schemas.microsoft.com/office/drawing/2014/main" id="{1D35F06D-1773-D5D9-C190-E70DCC03EF6B}"/>
                </a:ext>
              </a:extLst>
            </p:cNvPr>
            <p:cNvSpPr/>
            <p:nvPr/>
          </p:nvSpPr>
          <p:spPr>
            <a:xfrm>
              <a:off x="481768" y="5970626"/>
              <a:ext cx="33531" cy="12602"/>
            </a:xfrm>
            <a:custGeom>
              <a:avLst/>
              <a:gdLst>
                <a:gd name="csX0" fmla="*/ 0 w 33531"/>
                <a:gd name="csY0" fmla="*/ 0 h 12602"/>
                <a:gd name="csX1" fmla="*/ 33531 w 33531"/>
                <a:gd name="csY1" fmla="*/ 0 h 12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3531" h="12602">
                  <a:moveTo>
                    <a:pt x="0" y="0"/>
                  </a:moveTo>
                  <a:lnTo>
                    <a:pt x="33531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7" name="Freeform 3146">
              <a:extLst>
                <a:ext uri="{FF2B5EF4-FFF2-40B4-BE49-F238E27FC236}">
                  <a16:creationId xmlns:a16="http://schemas.microsoft.com/office/drawing/2014/main" id="{860EAE10-5230-539C-079E-DE91CF047DA2}"/>
                </a:ext>
              </a:extLst>
            </p:cNvPr>
            <p:cNvSpPr/>
            <p:nvPr/>
          </p:nvSpPr>
          <p:spPr>
            <a:xfrm>
              <a:off x="672065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8" name="Freeform 3147">
              <a:extLst>
                <a:ext uri="{FF2B5EF4-FFF2-40B4-BE49-F238E27FC236}">
                  <a16:creationId xmlns:a16="http://schemas.microsoft.com/office/drawing/2014/main" id="{4CFDEED6-2E14-E2C0-E853-47DCC87C6D41}"/>
                </a:ext>
              </a:extLst>
            </p:cNvPr>
            <p:cNvSpPr/>
            <p:nvPr/>
          </p:nvSpPr>
          <p:spPr>
            <a:xfrm>
              <a:off x="933097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49" name="Freeform 3148">
              <a:extLst>
                <a:ext uri="{FF2B5EF4-FFF2-40B4-BE49-F238E27FC236}">
                  <a16:creationId xmlns:a16="http://schemas.microsoft.com/office/drawing/2014/main" id="{C370672D-2658-FAB1-5020-065F6543FFB8}"/>
                </a:ext>
              </a:extLst>
            </p:cNvPr>
            <p:cNvSpPr/>
            <p:nvPr/>
          </p:nvSpPr>
          <p:spPr>
            <a:xfrm>
              <a:off x="1194250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0" name="Freeform 3149">
              <a:extLst>
                <a:ext uri="{FF2B5EF4-FFF2-40B4-BE49-F238E27FC236}">
                  <a16:creationId xmlns:a16="http://schemas.microsoft.com/office/drawing/2014/main" id="{4B7199A7-1B1C-E47C-E280-7EEBEF447007}"/>
                </a:ext>
              </a:extLst>
            </p:cNvPr>
            <p:cNvSpPr/>
            <p:nvPr/>
          </p:nvSpPr>
          <p:spPr>
            <a:xfrm>
              <a:off x="1455282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1" name="Freeform 3150">
              <a:extLst>
                <a:ext uri="{FF2B5EF4-FFF2-40B4-BE49-F238E27FC236}">
                  <a16:creationId xmlns:a16="http://schemas.microsoft.com/office/drawing/2014/main" id="{396AECA3-749A-03E4-4429-2455AA827F47}"/>
                </a:ext>
              </a:extLst>
            </p:cNvPr>
            <p:cNvSpPr/>
            <p:nvPr/>
          </p:nvSpPr>
          <p:spPr>
            <a:xfrm>
              <a:off x="1716435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2" name="Freeform 3151">
              <a:extLst>
                <a:ext uri="{FF2B5EF4-FFF2-40B4-BE49-F238E27FC236}">
                  <a16:creationId xmlns:a16="http://schemas.microsoft.com/office/drawing/2014/main" id="{2066E429-CA1C-F0B4-27AA-8D8E25F2684A}"/>
                </a:ext>
              </a:extLst>
            </p:cNvPr>
            <p:cNvSpPr/>
            <p:nvPr/>
          </p:nvSpPr>
          <p:spPr>
            <a:xfrm>
              <a:off x="1977589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3" name="Freeform 3152">
              <a:extLst>
                <a:ext uri="{FF2B5EF4-FFF2-40B4-BE49-F238E27FC236}">
                  <a16:creationId xmlns:a16="http://schemas.microsoft.com/office/drawing/2014/main" id="{3176443B-9199-6DB4-3E58-48507C741AB2}"/>
                </a:ext>
              </a:extLst>
            </p:cNvPr>
            <p:cNvSpPr/>
            <p:nvPr/>
          </p:nvSpPr>
          <p:spPr>
            <a:xfrm>
              <a:off x="2238620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4" name="Freeform 3153">
              <a:extLst>
                <a:ext uri="{FF2B5EF4-FFF2-40B4-BE49-F238E27FC236}">
                  <a16:creationId xmlns:a16="http://schemas.microsoft.com/office/drawing/2014/main" id="{5C2CE7A7-AAB1-5CAC-F33E-F3F9C716C343}"/>
                </a:ext>
              </a:extLst>
            </p:cNvPr>
            <p:cNvSpPr/>
            <p:nvPr/>
          </p:nvSpPr>
          <p:spPr>
            <a:xfrm>
              <a:off x="2499773" y="7279131"/>
              <a:ext cx="12237" cy="34530"/>
            </a:xfrm>
            <a:custGeom>
              <a:avLst/>
              <a:gdLst>
                <a:gd name="csX0" fmla="*/ 0 w 12237"/>
                <a:gd name="csY0" fmla="*/ 34530 h 34530"/>
                <a:gd name="csX1" fmla="*/ 0 w 12237"/>
                <a:gd name="csY1" fmla="*/ 0 h 34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237" h="34530">
                  <a:moveTo>
                    <a:pt x="0" y="34530"/>
                  </a:moveTo>
                  <a:lnTo>
                    <a:pt x="0" y="0"/>
                  </a:lnTo>
                </a:path>
              </a:pathLst>
            </a:custGeom>
            <a:noFill/>
            <a:ln w="13070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2268"/>
            </a:p>
          </p:txBody>
        </p:sp>
        <p:sp>
          <p:nvSpPr>
            <p:cNvPr id="3155" name="TextBox 3154">
              <a:extLst>
                <a:ext uri="{FF2B5EF4-FFF2-40B4-BE49-F238E27FC236}">
                  <a16:creationId xmlns:a16="http://schemas.microsoft.com/office/drawing/2014/main" id="{3D3C8CE6-68A5-3F69-4FA4-382327139D03}"/>
                </a:ext>
              </a:extLst>
            </p:cNvPr>
            <p:cNvSpPr txBox="1"/>
            <p:nvPr/>
          </p:nvSpPr>
          <p:spPr>
            <a:xfrm>
              <a:off x="547734" y="7274666"/>
              <a:ext cx="26668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F</a:t>
              </a:r>
            </a:p>
          </p:txBody>
        </p:sp>
        <p:sp>
          <p:nvSpPr>
            <p:cNvPr id="3156" name="TextBox 3155">
              <a:extLst>
                <a:ext uri="{FF2B5EF4-FFF2-40B4-BE49-F238E27FC236}">
                  <a16:creationId xmlns:a16="http://schemas.microsoft.com/office/drawing/2014/main" id="{84128253-4DD9-7508-B4CB-8E6818A727E0}"/>
                </a:ext>
              </a:extLst>
            </p:cNvPr>
            <p:cNvSpPr txBox="1"/>
            <p:nvPr/>
          </p:nvSpPr>
          <p:spPr>
            <a:xfrm>
              <a:off x="796802" y="7274666"/>
              <a:ext cx="292132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M</a:t>
              </a:r>
            </a:p>
          </p:txBody>
        </p:sp>
        <p:sp>
          <p:nvSpPr>
            <p:cNvPr id="3157" name="TextBox 3156">
              <a:extLst>
                <a:ext uri="{FF2B5EF4-FFF2-40B4-BE49-F238E27FC236}">
                  <a16:creationId xmlns:a16="http://schemas.microsoft.com/office/drawing/2014/main" id="{F0A29879-3BC6-BDAC-382C-62C0BC3B7AE3}"/>
                </a:ext>
              </a:extLst>
            </p:cNvPr>
            <p:cNvSpPr txBox="1"/>
            <p:nvPr/>
          </p:nvSpPr>
          <p:spPr>
            <a:xfrm>
              <a:off x="1087850" y="7274666"/>
              <a:ext cx="227666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I</a:t>
              </a:r>
            </a:p>
          </p:txBody>
        </p:sp>
        <p:sp>
          <p:nvSpPr>
            <p:cNvPr id="3158" name="TextBox 3157">
              <a:extLst>
                <a:ext uri="{FF2B5EF4-FFF2-40B4-BE49-F238E27FC236}">
                  <a16:creationId xmlns:a16="http://schemas.microsoft.com/office/drawing/2014/main" id="{8C2A6ED8-6EAB-E26B-F36B-70B61F14F0F2}"/>
                </a:ext>
              </a:extLst>
            </p:cNvPr>
            <p:cNvSpPr txBox="1"/>
            <p:nvPr/>
          </p:nvSpPr>
          <p:spPr>
            <a:xfrm>
              <a:off x="1312966" y="7274666"/>
              <a:ext cx="304007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IP</a:t>
              </a:r>
            </a:p>
          </p:txBody>
        </p:sp>
        <p:sp>
          <p:nvSpPr>
            <p:cNvPr id="3159" name="TextBox 3158">
              <a:extLst>
                <a:ext uri="{FF2B5EF4-FFF2-40B4-BE49-F238E27FC236}">
                  <a16:creationId xmlns:a16="http://schemas.microsoft.com/office/drawing/2014/main" id="{146092CA-4920-94C0-087D-229BB22C23F5}"/>
                </a:ext>
              </a:extLst>
            </p:cNvPr>
            <p:cNvSpPr txBox="1"/>
            <p:nvPr/>
          </p:nvSpPr>
          <p:spPr>
            <a:xfrm>
              <a:off x="1580089" y="7274666"/>
              <a:ext cx="292132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LI</a:t>
              </a:r>
            </a:p>
          </p:txBody>
        </p:sp>
        <p:sp>
          <p:nvSpPr>
            <p:cNvPr id="3160" name="TextBox 3159">
              <a:extLst>
                <a:ext uri="{FF2B5EF4-FFF2-40B4-BE49-F238E27FC236}">
                  <a16:creationId xmlns:a16="http://schemas.microsoft.com/office/drawing/2014/main" id="{3F938DD9-3CDE-D91C-FC79-F0237FA78163}"/>
                </a:ext>
              </a:extLst>
            </p:cNvPr>
            <p:cNvSpPr txBox="1"/>
            <p:nvPr/>
          </p:nvSpPr>
          <p:spPr>
            <a:xfrm>
              <a:off x="1805326" y="7274666"/>
              <a:ext cx="368472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LIP</a:t>
              </a:r>
            </a:p>
          </p:txBody>
        </p:sp>
        <p:sp>
          <p:nvSpPr>
            <p:cNvPr id="3161" name="TextBox 3160">
              <a:extLst>
                <a:ext uri="{FF2B5EF4-FFF2-40B4-BE49-F238E27FC236}">
                  <a16:creationId xmlns:a16="http://schemas.microsoft.com/office/drawing/2014/main" id="{4A111561-8549-ED7F-1CB6-36A16940AAA8}"/>
                </a:ext>
              </a:extLst>
            </p:cNvPr>
            <p:cNvSpPr txBox="1"/>
            <p:nvPr/>
          </p:nvSpPr>
          <p:spPr>
            <a:xfrm>
              <a:off x="2075403" y="7274666"/>
              <a:ext cx="349812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NF</a:t>
              </a:r>
            </a:p>
          </p:txBody>
        </p:sp>
        <p:sp>
          <p:nvSpPr>
            <p:cNvPr id="3162" name="TextBox 3161">
              <a:extLst>
                <a:ext uri="{FF2B5EF4-FFF2-40B4-BE49-F238E27FC236}">
                  <a16:creationId xmlns:a16="http://schemas.microsoft.com/office/drawing/2014/main" id="{7DF112A8-4407-A066-0350-A77D421C73F3}"/>
                </a:ext>
              </a:extLst>
            </p:cNvPr>
            <p:cNvSpPr txBox="1"/>
            <p:nvPr/>
          </p:nvSpPr>
          <p:spPr>
            <a:xfrm>
              <a:off x="2324593" y="7274666"/>
              <a:ext cx="37525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NM</a:t>
              </a:r>
            </a:p>
          </p:txBody>
        </p:sp>
        <p:sp>
          <p:nvSpPr>
            <p:cNvPr id="3163" name="TextBox 3162">
              <a:extLst>
                <a:ext uri="{FF2B5EF4-FFF2-40B4-BE49-F238E27FC236}">
                  <a16:creationId xmlns:a16="http://schemas.microsoft.com/office/drawing/2014/main" id="{3B54EC52-8D12-D978-9C9A-1C2DAEB2450F}"/>
                </a:ext>
              </a:extLst>
            </p:cNvPr>
            <p:cNvSpPr txBox="1"/>
            <p:nvPr/>
          </p:nvSpPr>
          <p:spPr>
            <a:xfrm>
              <a:off x="1303571" y="7406592"/>
              <a:ext cx="558477" cy="2516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45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Phase</a:t>
              </a:r>
            </a:p>
          </p:txBody>
        </p:sp>
        <p:sp>
          <p:nvSpPr>
            <p:cNvPr id="3165" name="TextBox 3164">
              <a:extLst>
                <a:ext uri="{FF2B5EF4-FFF2-40B4-BE49-F238E27FC236}">
                  <a16:creationId xmlns:a16="http://schemas.microsoft.com/office/drawing/2014/main" id="{70186D8D-2145-59D5-84A0-296AFBE70C37}"/>
                </a:ext>
              </a:extLst>
            </p:cNvPr>
            <p:cNvSpPr txBox="1"/>
            <p:nvPr/>
          </p:nvSpPr>
          <p:spPr>
            <a:xfrm rot="16200000">
              <a:off x="-498999" y="6478968"/>
              <a:ext cx="1326976" cy="2516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45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Log10 11KT (</a:t>
              </a:r>
              <a:r>
                <a:rPr lang="en-US" sz="945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pg</a:t>
              </a:r>
              <a:r>
                <a:rPr lang="en-US" sz="945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/ml)</a:t>
              </a:r>
            </a:p>
          </p:txBody>
        </p:sp>
      </p:grpSp>
      <p:sp>
        <p:nvSpPr>
          <p:cNvPr id="3166" name="TextBox 3165">
            <a:extLst>
              <a:ext uri="{FF2B5EF4-FFF2-40B4-BE49-F238E27FC236}">
                <a16:creationId xmlns:a16="http://schemas.microsoft.com/office/drawing/2014/main" id="{DE9045FD-652A-2C7B-EC20-EEE9E296A4F6}"/>
              </a:ext>
            </a:extLst>
          </p:cNvPr>
          <p:cNvSpPr txBox="1"/>
          <p:nvPr/>
        </p:nvSpPr>
        <p:spPr>
          <a:xfrm rot="16200000">
            <a:off x="-370892" y="4873359"/>
            <a:ext cx="1059907" cy="2450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92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Time in nest (s)</a:t>
            </a:r>
          </a:p>
        </p:txBody>
      </p:sp>
      <p:sp>
        <p:nvSpPr>
          <p:cNvPr id="3167" name="TextBox 3166">
            <a:extLst>
              <a:ext uri="{FF2B5EF4-FFF2-40B4-BE49-F238E27FC236}">
                <a16:creationId xmlns:a16="http://schemas.microsoft.com/office/drawing/2014/main" id="{5546FD68-A376-25EA-ED68-F465BD782657}"/>
              </a:ext>
            </a:extLst>
          </p:cNvPr>
          <p:cNvSpPr txBox="1"/>
          <p:nvPr/>
        </p:nvSpPr>
        <p:spPr>
          <a:xfrm rot="16200000">
            <a:off x="-473913" y="3528530"/>
            <a:ext cx="1258678" cy="2450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92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Parental Behaviors</a:t>
            </a:r>
          </a:p>
        </p:txBody>
      </p:sp>
      <p:sp>
        <p:nvSpPr>
          <p:cNvPr id="3169" name="TextBox 3168">
            <a:extLst>
              <a:ext uri="{FF2B5EF4-FFF2-40B4-BE49-F238E27FC236}">
                <a16:creationId xmlns:a16="http://schemas.microsoft.com/office/drawing/2014/main" id="{22D8F2C6-9707-4F16-C5F5-01D4D343C62C}"/>
              </a:ext>
            </a:extLst>
          </p:cNvPr>
          <p:cNvSpPr txBox="1"/>
          <p:nvPr/>
        </p:nvSpPr>
        <p:spPr>
          <a:xfrm>
            <a:off x="4503174" y="5662576"/>
            <a:ext cx="300082" cy="2231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850" err="1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bc</a:t>
            </a:r>
            <a:endParaRPr lang="en-US" sz="85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3547632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29" name="Group 6028">
            <a:extLst>
              <a:ext uri="{FF2B5EF4-FFF2-40B4-BE49-F238E27FC236}">
                <a16:creationId xmlns:a16="http://schemas.microsoft.com/office/drawing/2014/main" id="{F087D989-813D-765D-0DAB-62786D6FDE99}"/>
              </a:ext>
            </a:extLst>
          </p:cNvPr>
          <p:cNvGrpSpPr/>
          <p:nvPr/>
        </p:nvGrpSpPr>
        <p:grpSpPr>
          <a:xfrm>
            <a:off x="441202" y="118188"/>
            <a:ext cx="2370923" cy="2289489"/>
            <a:chOff x="52291" y="49151"/>
            <a:chExt cx="2984602" cy="2882084"/>
          </a:xfrm>
        </p:grpSpPr>
        <p:grpSp>
          <p:nvGrpSpPr>
            <p:cNvPr id="6030" name="Group 6029">
              <a:extLst>
                <a:ext uri="{FF2B5EF4-FFF2-40B4-BE49-F238E27FC236}">
                  <a16:creationId xmlns:a16="http://schemas.microsoft.com/office/drawing/2014/main" id="{25FBEE4C-7D7C-3A58-878F-99BBAD770CC3}"/>
                </a:ext>
              </a:extLst>
            </p:cNvPr>
            <p:cNvGrpSpPr/>
            <p:nvPr/>
          </p:nvGrpSpPr>
          <p:grpSpPr>
            <a:xfrm>
              <a:off x="52291" y="49151"/>
              <a:ext cx="2906831" cy="2882084"/>
              <a:chOff x="130103" y="56644"/>
              <a:chExt cx="3307214" cy="3279065"/>
            </a:xfrm>
          </p:grpSpPr>
          <p:pic>
            <p:nvPicPr>
              <p:cNvPr id="6032" name="Picture 6031" descr="A colorful splatter on a white background&#10;&#10;AI-generated content may be incorrect.">
                <a:extLst>
                  <a:ext uri="{FF2B5EF4-FFF2-40B4-BE49-F238E27FC236}">
                    <a16:creationId xmlns:a16="http://schemas.microsoft.com/office/drawing/2014/main" id="{F8E92E8B-2E0F-8D44-3D5F-6B32355C216A}"/>
                  </a:ext>
                </a:extLst>
              </p:cNvPr>
              <p:cNvPicPr/>
              <p:nvPr/>
            </p:nvPicPr>
            <p:blipFill>
              <a:blip r:embed="rId3"/>
              <a:srcRect l="5926" t="5555" r="5185" b="5309"/>
              <a:stretch>
                <a:fillRect/>
              </a:stretch>
            </p:blipFill>
            <p:spPr>
              <a:xfrm>
                <a:off x="186116" y="56644"/>
                <a:ext cx="3251201" cy="3260191"/>
              </a:xfrm>
              <a:prstGeom prst="rect">
                <a:avLst/>
              </a:prstGeom>
            </p:spPr>
          </p:pic>
          <p:grpSp>
            <p:nvGrpSpPr>
              <p:cNvPr id="6033" name="Group 6032">
                <a:extLst>
                  <a:ext uri="{FF2B5EF4-FFF2-40B4-BE49-F238E27FC236}">
                    <a16:creationId xmlns:a16="http://schemas.microsoft.com/office/drawing/2014/main" id="{EBC32E50-ADB5-1EFF-D50F-D29DB55B40F0}"/>
                  </a:ext>
                </a:extLst>
              </p:cNvPr>
              <p:cNvGrpSpPr/>
              <p:nvPr/>
            </p:nvGrpSpPr>
            <p:grpSpPr>
              <a:xfrm>
                <a:off x="130103" y="123820"/>
                <a:ext cx="3040810" cy="3211889"/>
                <a:chOff x="130104" y="123820"/>
                <a:chExt cx="3040810" cy="3211891"/>
              </a:xfrm>
            </p:grpSpPr>
            <p:sp>
              <p:nvSpPr>
                <p:cNvPr id="6035" name="Rectangle 6034">
                  <a:extLst>
                    <a:ext uri="{FF2B5EF4-FFF2-40B4-BE49-F238E27FC236}">
                      <a16:creationId xmlns:a16="http://schemas.microsoft.com/office/drawing/2014/main" id="{EF827854-0293-3D98-9370-39FCBE5B9B82}"/>
                    </a:ext>
                  </a:extLst>
                </p:cNvPr>
                <p:cNvSpPr/>
                <p:nvPr/>
              </p:nvSpPr>
              <p:spPr>
                <a:xfrm>
                  <a:off x="1878283" y="1518942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24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36" name="Rectangle 6035">
                  <a:extLst>
                    <a:ext uri="{FF2B5EF4-FFF2-40B4-BE49-F238E27FC236}">
                      <a16:creationId xmlns:a16="http://schemas.microsoft.com/office/drawing/2014/main" id="{8A746DC2-2D73-B70F-AC03-F31EA13022C1}"/>
                    </a:ext>
                  </a:extLst>
                </p:cNvPr>
                <p:cNvSpPr/>
                <p:nvPr/>
              </p:nvSpPr>
              <p:spPr>
                <a:xfrm>
                  <a:off x="1598286" y="1917026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0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37" name="Rectangle 6036">
                  <a:extLst>
                    <a:ext uri="{FF2B5EF4-FFF2-40B4-BE49-F238E27FC236}">
                      <a16:creationId xmlns:a16="http://schemas.microsoft.com/office/drawing/2014/main" id="{58FA3448-62D1-54E6-13A2-B43E260C4B73}"/>
                    </a:ext>
                  </a:extLst>
                </p:cNvPr>
                <p:cNvSpPr/>
                <p:nvPr/>
              </p:nvSpPr>
              <p:spPr>
                <a:xfrm>
                  <a:off x="1627519" y="1018078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38" name="Rectangle 6037">
                  <a:extLst>
                    <a:ext uri="{FF2B5EF4-FFF2-40B4-BE49-F238E27FC236}">
                      <a16:creationId xmlns:a16="http://schemas.microsoft.com/office/drawing/2014/main" id="{A1DAF721-EABD-5D19-09F1-3FC23D1FF46F}"/>
                    </a:ext>
                  </a:extLst>
                </p:cNvPr>
                <p:cNvSpPr/>
                <p:nvPr/>
              </p:nvSpPr>
              <p:spPr>
                <a:xfrm>
                  <a:off x="311918" y="1999311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39" name="Rectangle 6038">
                  <a:extLst>
                    <a:ext uri="{FF2B5EF4-FFF2-40B4-BE49-F238E27FC236}">
                      <a16:creationId xmlns:a16="http://schemas.microsoft.com/office/drawing/2014/main" id="{7640D24B-7A29-771D-8C8C-0BA43BCD7EDA}"/>
                    </a:ext>
                  </a:extLst>
                </p:cNvPr>
                <p:cNvSpPr/>
                <p:nvPr/>
              </p:nvSpPr>
              <p:spPr>
                <a:xfrm>
                  <a:off x="1023148" y="814412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12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40" name="Rectangle 6039">
                  <a:extLst>
                    <a:ext uri="{FF2B5EF4-FFF2-40B4-BE49-F238E27FC236}">
                      <a16:creationId xmlns:a16="http://schemas.microsoft.com/office/drawing/2014/main" id="{CB07C9A1-1321-82D1-3382-DE0988A9599D}"/>
                    </a:ext>
                  </a:extLst>
                </p:cNvPr>
                <p:cNvSpPr/>
                <p:nvPr/>
              </p:nvSpPr>
              <p:spPr>
                <a:xfrm>
                  <a:off x="1188108" y="1718997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3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1" name="Rectangle 6040">
                  <a:extLst>
                    <a:ext uri="{FF2B5EF4-FFF2-40B4-BE49-F238E27FC236}">
                      <a16:creationId xmlns:a16="http://schemas.microsoft.com/office/drawing/2014/main" id="{C59659EE-DD03-9D95-9F83-584576325868}"/>
                    </a:ext>
                  </a:extLst>
                </p:cNvPr>
                <p:cNvSpPr/>
                <p:nvPr/>
              </p:nvSpPr>
              <p:spPr>
                <a:xfrm>
                  <a:off x="1195538" y="2001632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6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2" name="Rectangle 6041">
                  <a:extLst>
                    <a:ext uri="{FF2B5EF4-FFF2-40B4-BE49-F238E27FC236}">
                      <a16:creationId xmlns:a16="http://schemas.microsoft.com/office/drawing/2014/main" id="{9EE89982-8832-AAD9-2CC7-7A8676AC2D88}"/>
                    </a:ext>
                  </a:extLst>
                </p:cNvPr>
                <p:cNvSpPr/>
                <p:nvPr/>
              </p:nvSpPr>
              <p:spPr>
                <a:xfrm>
                  <a:off x="1314649" y="2154031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21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3" name="Rectangle 6042">
                  <a:extLst>
                    <a:ext uri="{FF2B5EF4-FFF2-40B4-BE49-F238E27FC236}">
                      <a16:creationId xmlns:a16="http://schemas.microsoft.com/office/drawing/2014/main" id="{E8E8B3BA-1130-9673-C1F0-6F99DCDBB3E9}"/>
                    </a:ext>
                  </a:extLst>
                </p:cNvPr>
                <p:cNvSpPr/>
                <p:nvPr/>
              </p:nvSpPr>
              <p:spPr>
                <a:xfrm>
                  <a:off x="1573438" y="2250116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5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4" name="Rectangle 6043">
                  <a:extLst>
                    <a:ext uri="{FF2B5EF4-FFF2-40B4-BE49-F238E27FC236}">
                      <a16:creationId xmlns:a16="http://schemas.microsoft.com/office/drawing/2014/main" id="{16D8822F-4C0E-CA79-C5DF-52BB57190B74}"/>
                    </a:ext>
                  </a:extLst>
                </p:cNvPr>
                <p:cNvSpPr/>
                <p:nvPr/>
              </p:nvSpPr>
              <p:spPr>
                <a:xfrm>
                  <a:off x="1491071" y="1589916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9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5" name="Rectangle 6044">
                  <a:extLst>
                    <a:ext uri="{FF2B5EF4-FFF2-40B4-BE49-F238E27FC236}">
                      <a16:creationId xmlns:a16="http://schemas.microsoft.com/office/drawing/2014/main" id="{9C26DDE1-0B7F-3A0D-1D8C-6BD07008DD20}"/>
                    </a:ext>
                  </a:extLst>
                </p:cNvPr>
                <p:cNvSpPr/>
                <p:nvPr/>
              </p:nvSpPr>
              <p:spPr>
                <a:xfrm>
                  <a:off x="2020308" y="974424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15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46" name="Rectangle 6045">
                  <a:extLst>
                    <a:ext uri="{FF2B5EF4-FFF2-40B4-BE49-F238E27FC236}">
                      <a16:creationId xmlns:a16="http://schemas.microsoft.com/office/drawing/2014/main" id="{A731A702-C87C-24F8-3AC1-6B2C39C39725}"/>
                    </a:ext>
                  </a:extLst>
                </p:cNvPr>
                <p:cNvSpPr/>
                <p:nvPr/>
              </p:nvSpPr>
              <p:spPr>
                <a:xfrm>
                  <a:off x="2212103" y="1936349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18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47" name="Rectangle 6046">
                  <a:extLst>
                    <a:ext uri="{FF2B5EF4-FFF2-40B4-BE49-F238E27FC236}">
                      <a16:creationId xmlns:a16="http://schemas.microsoft.com/office/drawing/2014/main" id="{B3FC7DCF-32FF-14A3-77AB-55353EF17BE1}"/>
                    </a:ext>
                  </a:extLst>
                </p:cNvPr>
                <p:cNvSpPr/>
                <p:nvPr/>
              </p:nvSpPr>
              <p:spPr>
                <a:xfrm>
                  <a:off x="2221921" y="2416063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14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48" name="Rectangle 6047">
                  <a:extLst>
                    <a:ext uri="{FF2B5EF4-FFF2-40B4-BE49-F238E27FC236}">
                      <a16:creationId xmlns:a16="http://schemas.microsoft.com/office/drawing/2014/main" id="{924C0216-67C3-5C17-22DA-1AF54D199BC4}"/>
                    </a:ext>
                  </a:extLst>
                </p:cNvPr>
                <p:cNvSpPr/>
                <p:nvPr/>
              </p:nvSpPr>
              <p:spPr>
                <a:xfrm>
                  <a:off x="2787841" y="2667183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16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49" name="Rectangle 6048">
                  <a:extLst>
                    <a:ext uri="{FF2B5EF4-FFF2-40B4-BE49-F238E27FC236}">
                      <a16:creationId xmlns:a16="http://schemas.microsoft.com/office/drawing/2014/main" id="{C7DC6AE4-D62A-7A09-DC16-9AE13B761992}"/>
                    </a:ext>
                  </a:extLst>
                </p:cNvPr>
                <p:cNvSpPr/>
                <p:nvPr/>
              </p:nvSpPr>
              <p:spPr>
                <a:xfrm>
                  <a:off x="2496157" y="3065106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23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0" name="Rectangle 6049">
                  <a:extLst>
                    <a:ext uri="{FF2B5EF4-FFF2-40B4-BE49-F238E27FC236}">
                      <a16:creationId xmlns:a16="http://schemas.microsoft.com/office/drawing/2014/main" id="{7CB7679E-30D8-97B9-3785-5FBE816CFCD7}"/>
                    </a:ext>
                  </a:extLst>
                </p:cNvPr>
                <p:cNvSpPr/>
                <p:nvPr/>
              </p:nvSpPr>
              <p:spPr>
                <a:xfrm>
                  <a:off x="1606086" y="3048338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10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51" name="Rectangle 6050">
                  <a:extLst>
                    <a:ext uri="{FF2B5EF4-FFF2-40B4-BE49-F238E27FC236}">
                      <a16:creationId xmlns:a16="http://schemas.microsoft.com/office/drawing/2014/main" id="{0894A645-AFA2-141C-27DC-D16F473B43E9}"/>
                    </a:ext>
                  </a:extLst>
                </p:cNvPr>
                <p:cNvSpPr/>
                <p:nvPr/>
              </p:nvSpPr>
              <p:spPr>
                <a:xfrm>
                  <a:off x="1128415" y="2773733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19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2" name="Rectangle 6051">
                  <a:extLst>
                    <a:ext uri="{FF2B5EF4-FFF2-40B4-BE49-F238E27FC236}">
                      <a16:creationId xmlns:a16="http://schemas.microsoft.com/office/drawing/2014/main" id="{CD756C9A-9778-5DDD-0E98-D772E9502763}"/>
                    </a:ext>
                  </a:extLst>
                </p:cNvPr>
                <p:cNvSpPr/>
                <p:nvPr/>
              </p:nvSpPr>
              <p:spPr>
                <a:xfrm>
                  <a:off x="650533" y="1289731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17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3" name="Rectangle 6052">
                  <a:extLst>
                    <a:ext uri="{FF2B5EF4-FFF2-40B4-BE49-F238E27FC236}">
                      <a16:creationId xmlns:a16="http://schemas.microsoft.com/office/drawing/2014/main" id="{CCB9A53E-7D86-D5E0-4A34-B2B44245BE8A}"/>
                    </a:ext>
                  </a:extLst>
                </p:cNvPr>
                <p:cNvSpPr/>
                <p:nvPr/>
              </p:nvSpPr>
              <p:spPr>
                <a:xfrm>
                  <a:off x="487798" y="696302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11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4" name="Rectangle 6053">
                  <a:extLst>
                    <a:ext uri="{FF2B5EF4-FFF2-40B4-BE49-F238E27FC236}">
                      <a16:creationId xmlns:a16="http://schemas.microsoft.com/office/drawing/2014/main" id="{8AAC76C4-714B-2ADF-558E-3609E670D57D}"/>
                    </a:ext>
                  </a:extLst>
                </p:cNvPr>
                <p:cNvSpPr/>
                <p:nvPr/>
              </p:nvSpPr>
              <p:spPr>
                <a:xfrm>
                  <a:off x="1824204" y="2645376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20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55" name="Rectangle 6054">
                  <a:extLst>
                    <a:ext uri="{FF2B5EF4-FFF2-40B4-BE49-F238E27FC236}">
                      <a16:creationId xmlns:a16="http://schemas.microsoft.com/office/drawing/2014/main" id="{13DBE932-90B1-E607-0A6D-91C790F547EB}"/>
                    </a:ext>
                  </a:extLst>
                </p:cNvPr>
                <p:cNvSpPr/>
                <p:nvPr/>
              </p:nvSpPr>
              <p:spPr>
                <a:xfrm>
                  <a:off x="2630608" y="1805579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8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6" name="Rectangle 6055">
                  <a:extLst>
                    <a:ext uri="{FF2B5EF4-FFF2-40B4-BE49-F238E27FC236}">
                      <a16:creationId xmlns:a16="http://schemas.microsoft.com/office/drawing/2014/main" id="{72EC7B88-11AC-C077-152D-50256D06D154}"/>
                    </a:ext>
                  </a:extLst>
                </p:cNvPr>
                <p:cNvSpPr/>
                <p:nvPr/>
              </p:nvSpPr>
              <p:spPr>
                <a:xfrm>
                  <a:off x="2528545" y="1321931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7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57" name="Rectangle 6056">
                  <a:extLst>
                    <a:ext uri="{FF2B5EF4-FFF2-40B4-BE49-F238E27FC236}">
                      <a16:creationId xmlns:a16="http://schemas.microsoft.com/office/drawing/2014/main" id="{26D6BD15-34A1-3091-DAE1-0C63B781E279}"/>
                    </a:ext>
                  </a:extLst>
                </p:cNvPr>
                <p:cNvSpPr/>
                <p:nvPr/>
              </p:nvSpPr>
              <p:spPr>
                <a:xfrm>
                  <a:off x="2561923" y="914155"/>
                  <a:ext cx="316492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4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sp>
              <p:nvSpPr>
                <p:cNvPr id="6058" name="Rectangle 6057">
                  <a:extLst>
                    <a:ext uri="{FF2B5EF4-FFF2-40B4-BE49-F238E27FC236}">
                      <a16:creationId xmlns:a16="http://schemas.microsoft.com/office/drawing/2014/main" id="{DF013649-A667-A338-7433-0BDDE12FEB7A}"/>
                    </a:ext>
                  </a:extLst>
                </p:cNvPr>
                <p:cNvSpPr/>
                <p:nvPr/>
              </p:nvSpPr>
              <p:spPr>
                <a:xfrm>
                  <a:off x="1097002" y="1206748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 dirty="0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25</a:t>
                  </a:r>
                  <a:endParaRPr lang="en-US" sz="992" dirty="0">
                    <a:ln w="0">
                      <a:noFill/>
                    </a:ln>
                  </a:endParaRPr>
                </a:p>
              </p:txBody>
            </p:sp>
            <p:sp>
              <p:nvSpPr>
                <p:cNvPr id="6059" name="Rectangle 6058">
                  <a:extLst>
                    <a:ext uri="{FF2B5EF4-FFF2-40B4-BE49-F238E27FC236}">
                      <a16:creationId xmlns:a16="http://schemas.microsoft.com/office/drawing/2014/main" id="{B9AE216B-8AAB-69FE-4FE7-144A272A2BCE}"/>
                    </a:ext>
                  </a:extLst>
                </p:cNvPr>
                <p:cNvSpPr/>
                <p:nvPr/>
              </p:nvSpPr>
              <p:spPr>
                <a:xfrm>
                  <a:off x="1417523" y="818023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26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  <p:grpSp>
              <p:nvGrpSpPr>
                <p:cNvPr id="6067" name="Group 6066">
                  <a:extLst>
                    <a:ext uri="{FF2B5EF4-FFF2-40B4-BE49-F238E27FC236}">
                      <a16:creationId xmlns:a16="http://schemas.microsoft.com/office/drawing/2014/main" id="{991C699A-7307-463A-3E7E-855F02B0FD0E}"/>
                    </a:ext>
                  </a:extLst>
                </p:cNvPr>
                <p:cNvGrpSpPr/>
                <p:nvPr/>
              </p:nvGrpSpPr>
              <p:grpSpPr>
                <a:xfrm>
                  <a:off x="130104" y="2334165"/>
                  <a:ext cx="841175" cy="814877"/>
                  <a:chOff x="130104" y="2334164"/>
                  <a:chExt cx="841175" cy="814875"/>
                </a:xfrm>
              </p:grpSpPr>
              <p:cxnSp>
                <p:nvCxnSpPr>
                  <p:cNvPr id="6068" name="Straight Arrow Connector 6067">
                    <a:extLst>
                      <a:ext uri="{FF2B5EF4-FFF2-40B4-BE49-F238E27FC236}">
                        <a16:creationId xmlns:a16="http://schemas.microsoft.com/office/drawing/2014/main" id="{B6099FBA-724C-E4E4-A2AF-BEAE7946FFEB}"/>
                      </a:ext>
                    </a:extLst>
                  </p:cNvPr>
                  <p:cNvCxnSpPr/>
                  <p:nvPr/>
                </p:nvCxnSpPr>
                <p:spPr>
                  <a:xfrm>
                    <a:off x="407160" y="2894524"/>
                    <a:ext cx="482542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69" name="Straight Arrow Connector 6068">
                    <a:extLst>
                      <a:ext uri="{FF2B5EF4-FFF2-40B4-BE49-F238E27FC236}">
                        <a16:creationId xmlns:a16="http://schemas.microsoft.com/office/drawing/2014/main" id="{1F156FCA-A76E-ACA9-DC04-CBF68E14D4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07160" y="2416459"/>
                    <a:ext cx="0" cy="48463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070" name="Rectangle 6069">
                    <a:extLst>
                      <a:ext uri="{FF2B5EF4-FFF2-40B4-BE49-F238E27FC236}">
                        <a16:creationId xmlns:a16="http://schemas.microsoft.com/office/drawing/2014/main" id="{EF336400-4152-8D4D-06D6-576135CCA5BC}"/>
                      </a:ext>
                    </a:extLst>
                  </p:cNvPr>
                  <p:cNvSpPr/>
                  <p:nvPr/>
                </p:nvSpPr>
                <p:spPr>
                  <a:xfrm>
                    <a:off x="239237" y="2878434"/>
                    <a:ext cx="732042" cy="27060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86402" tIns="43201" rIns="86402" bIns="43201">
                    <a:spAutoFit/>
                  </a:bodyPr>
                  <a:lstStyle/>
                  <a:p>
                    <a:pPr algn="ctr"/>
                    <a:r>
                      <a:rPr lang="en-US" sz="661" dirty="0">
                        <a:ln w="0">
                          <a:noFill/>
                        </a:ln>
                        <a:latin typeface="Arial" panose="020B0604020202020204" pitchFamily="34" charset="0"/>
                        <a:cs typeface="Arial" panose="020B0604020202020204" pitchFamily="34" charset="0"/>
                      </a:rPr>
                      <a:t>UMAP_1</a:t>
                    </a:r>
                    <a:endParaRPr lang="en-US" sz="992" dirty="0">
                      <a:ln w="0">
                        <a:noFill/>
                      </a:ln>
                    </a:endParaRPr>
                  </a:p>
                </p:txBody>
              </p:sp>
              <p:sp>
                <p:nvSpPr>
                  <p:cNvPr id="6071" name="Rectangle 6070">
                    <a:extLst>
                      <a:ext uri="{FF2B5EF4-FFF2-40B4-BE49-F238E27FC236}">
                        <a16:creationId xmlns:a16="http://schemas.microsoft.com/office/drawing/2014/main" id="{EF85E83E-D490-CAC3-02F1-35658D49374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-100614" y="2564882"/>
                    <a:ext cx="732041" cy="27060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86402" tIns="43201" rIns="86402" bIns="43201">
                    <a:spAutoFit/>
                  </a:bodyPr>
                  <a:lstStyle/>
                  <a:p>
                    <a:pPr algn="ctr"/>
                    <a:r>
                      <a:rPr lang="en-US" sz="661">
                        <a:ln w="0">
                          <a:noFill/>
                        </a:ln>
                        <a:latin typeface="Arial" panose="020B0604020202020204" pitchFamily="34" charset="0"/>
                        <a:cs typeface="Arial" panose="020B0604020202020204" pitchFamily="34" charset="0"/>
                      </a:rPr>
                      <a:t>UMAP_2</a:t>
                    </a:r>
                    <a:endParaRPr lang="en-US" sz="992">
                      <a:ln w="0">
                        <a:noFill/>
                      </a:ln>
                    </a:endParaRPr>
                  </a:p>
                </p:txBody>
              </p:sp>
            </p:grpSp>
            <p:sp>
              <p:nvSpPr>
                <p:cNvPr id="6061" name="Rectangle 6060">
                  <a:extLst>
                    <a:ext uri="{FF2B5EF4-FFF2-40B4-BE49-F238E27FC236}">
                      <a16:creationId xmlns:a16="http://schemas.microsoft.com/office/drawing/2014/main" id="{47FC7924-6697-8E34-1DD7-BC21E9CE1465}"/>
                    </a:ext>
                  </a:extLst>
                </p:cNvPr>
                <p:cNvSpPr/>
                <p:nvPr/>
              </p:nvSpPr>
              <p:spPr>
                <a:xfrm>
                  <a:off x="1295537" y="123820"/>
                  <a:ext cx="383073" cy="2706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6402" tIns="43201" rIns="86402" bIns="43201">
                  <a:spAutoFit/>
                </a:bodyPr>
                <a:lstStyle/>
                <a:p>
                  <a:pPr algn="ctr"/>
                  <a:r>
                    <a:rPr lang="en-US" sz="661">
                      <a:ln w="0">
                        <a:noFill/>
                      </a:ln>
                      <a:latin typeface="Arial" panose="020B0604020202020204" pitchFamily="34" charset="0"/>
                      <a:cs typeface="Arial" panose="020B0604020202020204" pitchFamily="34" charset="0"/>
                    </a:rPr>
                    <a:t>13</a:t>
                  </a:r>
                  <a:endParaRPr lang="en-US" sz="992">
                    <a:ln w="0">
                      <a:noFill/>
                    </a:ln>
                  </a:endParaRPr>
                </a:p>
              </p:txBody>
            </p:sp>
          </p:grpSp>
        </p:grpSp>
        <p:sp>
          <p:nvSpPr>
            <p:cNvPr id="6031" name="Rectangle 6030">
              <a:extLst>
                <a:ext uri="{FF2B5EF4-FFF2-40B4-BE49-F238E27FC236}">
                  <a16:creationId xmlns:a16="http://schemas.microsoft.com/office/drawing/2014/main" id="{FFDBCF56-C2FA-4ECE-4DF8-A4E81CF95AE4}"/>
                </a:ext>
              </a:extLst>
            </p:cNvPr>
            <p:cNvSpPr/>
            <p:nvPr/>
          </p:nvSpPr>
          <p:spPr>
            <a:xfrm>
              <a:off x="2700196" y="1104054"/>
              <a:ext cx="336697" cy="2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2" tIns="43201" rIns="86402" bIns="43201">
              <a:spAutoFit/>
            </a:bodyPr>
            <a:lstStyle/>
            <a:p>
              <a:pPr algn="ctr"/>
              <a:r>
                <a:rPr lang="en-US" sz="661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22</a:t>
              </a:r>
              <a:endParaRPr lang="en-US" sz="992">
                <a:ln w="0">
                  <a:noFill/>
                </a:ln>
              </a:endParaRPr>
            </a:p>
          </p:txBody>
        </p:sp>
      </p:grpSp>
      <p:sp>
        <p:nvSpPr>
          <p:cNvPr id="596" name="TextBox 595">
            <a:extLst>
              <a:ext uri="{FF2B5EF4-FFF2-40B4-BE49-F238E27FC236}">
                <a16:creationId xmlns:a16="http://schemas.microsoft.com/office/drawing/2014/main" id="{3866BDA4-EEAF-5D92-2D35-76D4612ECB55}"/>
              </a:ext>
            </a:extLst>
          </p:cNvPr>
          <p:cNvSpPr txBox="1"/>
          <p:nvPr/>
        </p:nvSpPr>
        <p:spPr>
          <a:xfrm>
            <a:off x="3314590" y="121872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9BD1DF-48C5-55FE-4996-228903F8FDB9}"/>
              </a:ext>
            </a:extLst>
          </p:cNvPr>
          <p:cNvSpPr txBox="1"/>
          <p:nvPr/>
        </p:nvSpPr>
        <p:spPr>
          <a:xfrm>
            <a:off x="-5283" y="2426605"/>
            <a:ext cx="341760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3024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A2975C4-D001-6814-A7FA-A4DC41A68058}"/>
              </a:ext>
            </a:extLst>
          </p:cNvPr>
          <p:cNvGrpSpPr/>
          <p:nvPr/>
        </p:nvGrpSpPr>
        <p:grpSpPr>
          <a:xfrm>
            <a:off x="64662" y="2471002"/>
            <a:ext cx="3366570" cy="2494394"/>
            <a:chOff x="2809224" y="76572"/>
            <a:chExt cx="3562857" cy="2639829"/>
          </a:xfrm>
        </p:grpSpPr>
        <p:grpSp>
          <p:nvGrpSpPr>
            <p:cNvPr id="12493" name="Group 12492">
              <a:extLst>
                <a:ext uri="{FF2B5EF4-FFF2-40B4-BE49-F238E27FC236}">
                  <a16:creationId xmlns:a16="http://schemas.microsoft.com/office/drawing/2014/main" id="{BA5C99EE-1B4E-8C25-EB8E-8D9A991DCEDA}"/>
                </a:ext>
              </a:extLst>
            </p:cNvPr>
            <p:cNvGrpSpPr/>
            <p:nvPr/>
          </p:nvGrpSpPr>
          <p:grpSpPr>
            <a:xfrm>
              <a:off x="3030500" y="76572"/>
              <a:ext cx="3341581" cy="2639829"/>
              <a:chOff x="3030500" y="76572"/>
              <a:chExt cx="3341581" cy="2639829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28C618C4-BA9C-41ED-A14A-8A59861B38F5}"/>
                  </a:ext>
                </a:extLst>
              </p:cNvPr>
              <p:cNvSpPr/>
              <p:nvPr/>
            </p:nvSpPr>
            <p:spPr>
              <a:xfrm>
                <a:off x="3132006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7142A003-4645-B2DE-CD28-47CF1623973A}"/>
                  </a:ext>
                </a:extLst>
              </p:cNvPr>
              <p:cNvSpPr/>
              <p:nvPr/>
            </p:nvSpPr>
            <p:spPr>
              <a:xfrm>
                <a:off x="3132006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F115E033-8D0A-D26B-5444-67080A7C5186}"/>
                  </a:ext>
                </a:extLst>
              </p:cNvPr>
              <p:cNvSpPr/>
              <p:nvPr/>
            </p:nvSpPr>
            <p:spPr>
              <a:xfrm>
                <a:off x="3132006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D8A9A3F3-28FB-449C-2460-C7E6C70C766B}"/>
                  </a:ext>
                </a:extLst>
              </p:cNvPr>
              <p:cNvSpPr/>
              <p:nvPr/>
            </p:nvSpPr>
            <p:spPr>
              <a:xfrm>
                <a:off x="3132006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782F6E96-62BC-AC48-B5D1-DE170D147B43}"/>
                  </a:ext>
                </a:extLst>
              </p:cNvPr>
              <p:cNvSpPr/>
              <p:nvPr/>
            </p:nvSpPr>
            <p:spPr>
              <a:xfrm>
                <a:off x="3132006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1645C29C-8529-98B1-6FEB-7972AD93DF9A}"/>
                  </a:ext>
                </a:extLst>
              </p:cNvPr>
              <p:cNvSpPr/>
              <p:nvPr/>
            </p:nvSpPr>
            <p:spPr>
              <a:xfrm>
                <a:off x="3132006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577784BC-6290-D6C2-3504-9158B7FDECE6}"/>
                  </a:ext>
                </a:extLst>
              </p:cNvPr>
              <p:cNvSpPr/>
              <p:nvPr/>
            </p:nvSpPr>
            <p:spPr>
              <a:xfrm>
                <a:off x="3132006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6C2BDBE4-B311-4C99-6124-68E964753052}"/>
                  </a:ext>
                </a:extLst>
              </p:cNvPr>
              <p:cNvSpPr/>
              <p:nvPr/>
            </p:nvSpPr>
            <p:spPr>
              <a:xfrm>
                <a:off x="3132006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8CFB9F6-F9A0-1DFC-731F-B505E6104C5A}"/>
                  </a:ext>
                </a:extLst>
              </p:cNvPr>
              <p:cNvSpPr/>
              <p:nvPr/>
            </p:nvSpPr>
            <p:spPr>
              <a:xfrm>
                <a:off x="3132006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5B455957-EB7B-80FF-A4C2-D3E7A10ABA22}"/>
                  </a:ext>
                </a:extLst>
              </p:cNvPr>
              <p:cNvSpPr/>
              <p:nvPr/>
            </p:nvSpPr>
            <p:spPr>
              <a:xfrm>
                <a:off x="3132006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FAEBBAC8-B89F-204B-E452-621A49041155}"/>
                  </a:ext>
                </a:extLst>
              </p:cNvPr>
              <p:cNvSpPr/>
              <p:nvPr/>
            </p:nvSpPr>
            <p:spPr>
              <a:xfrm>
                <a:off x="3132006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424E5F3-363D-6AE6-669F-A02423DA1F3A}"/>
                  </a:ext>
                </a:extLst>
              </p:cNvPr>
              <p:cNvSpPr/>
              <p:nvPr/>
            </p:nvSpPr>
            <p:spPr>
              <a:xfrm>
                <a:off x="3132006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6464F2F8-C0B6-4651-5680-8D2BC3AD765C}"/>
                  </a:ext>
                </a:extLst>
              </p:cNvPr>
              <p:cNvSpPr/>
              <p:nvPr/>
            </p:nvSpPr>
            <p:spPr>
              <a:xfrm>
                <a:off x="3132006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83E04071-410E-33E5-29F1-51DDFFD84AC0}"/>
                  </a:ext>
                </a:extLst>
              </p:cNvPr>
              <p:cNvSpPr/>
              <p:nvPr/>
            </p:nvSpPr>
            <p:spPr>
              <a:xfrm>
                <a:off x="3132006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79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CDA54BEA-5AED-68C4-788D-551208F19422}"/>
                  </a:ext>
                </a:extLst>
              </p:cNvPr>
              <p:cNvSpPr/>
              <p:nvPr/>
            </p:nvSpPr>
            <p:spPr>
              <a:xfrm>
                <a:off x="3132006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83AC94E9-47E2-7F4A-E6FD-EC6F59FD4BD7}"/>
                  </a:ext>
                </a:extLst>
              </p:cNvPr>
              <p:cNvSpPr/>
              <p:nvPr/>
            </p:nvSpPr>
            <p:spPr>
              <a:xfrm>
                <a:off x="3132006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BEE29AC2-553B-8CEF-5261-3B4A8E9CF170}"/>
                  </a:ext>
                </a:extLst>
              </p:cNvPr>
              <p:cNvSpPr/>
              <p:nvPr/>
            </p:nvSpPr>
            <p:spPr>
              <a:xfrm>
                <a:off x="3132006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6FE7F52-CEF4-FA36-628B-52378B8929EB}"/>
                  </a:ext>
                </a:extLst>
              </p:cNvPr>
              <p:cNvSpPr/>
              <p:nvPr/>
            </p:nvSpPr>
            <p:spPr>
              <a:xfrm>
                <a:off x="3132006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BABE5F89-55E8-F8EF-2449-50864BFD8F14}"/>
                  </a:ext>
                </a:extLst>
              </p:cNvPr>
              <p:cNvSpPr/>
              <p:nvPr/>
            </p:nvSpPr>
            <p:spPr>
              <a:xfrm>
                <a:off x="3132006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4DED0BB-1104-D83B-1E27-381BC6136116}"/>
                  </a:ext>
                </a:extLst>
              </p:cNvPr>
              <p:cNvSpPr/>
              <p:nvPr/>
            </p:nvSpPr>
            <p:spPr>
              <a:xfrm>
                <a:off x="3132006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4DB35FAD-4CB7-7CF6-F4E0-0E2BEFC4D51E}"/>
                  </a:ext>
                </a:extLst>
              </p:cNvPr>
              <p:cNvSpPr/>
              <p:nvPr/>
            </p:nvSpPr>
            <p:spPr>
              <a:xfrm>
                <a:off x="3132006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CB59B2F-D41B-D757-4C9A-38DB6A27F848}"/>
                  </a:ext>
                </a:extLst>
              </p:cNvPr>
              <p:cNvSpPr/>
              <p:nvPr/>
            </p:nvSpPr>
            <p:spPr>
              <a:xfrm>
                <a:off x="3132006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3933F54-558D-5AFC-523B-81880367CBB5}"/>
                  </a:ext>
                </a:extLst>
              </p:cNvPr>
              <p:cNvSpPr/>
              <p:nvPr/>
            </p:nvSpPr>
            <p:spPr>
              <a:xfrm>
                <a:off x="3132006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EE3D9310-2645-BBB9-6498-20EBEFAA5D99}"/>
                  </a:ext>
                </a:extLst>
              </p:cNvPr>
              <p:cNvSpPr/>
              <p:nvPr/>
            </p:nvSpPr>
            <p:spPr>
              <a:xfrm>
                <a:off x="3132006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F9C74BE1-39B5-EF32-ED79-7128AF1515F8}"/>
                  </a:ext>
                </a:extLst>
              </p:cNvPr>
              <p:cNvSpPr/>
              <p:nvPr/>
            </p:nvSpPr>
            <p:spPr>
              <a:xfrm>
                <a:off x="3132006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156AF8C9-7ABB-88EE-C343-46C79CB63502}"/>
                  </a:ext>
                </a:extLst>
              </p:cNvPr>
              <p:cNvSpPr/>
              <p:nvPr/>
            </p:nvSpPr>
            <p:spPr>
              <a:xfrm>
                <a:off x="3132006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DD54E31-58E7-4886-4748-FBC1CBC68E27}"/>
                  </a:ext>
                </a:extLst>
              </p:cNvPr>
              <p:cNvSpPr/>
              <p:nvPr/>
            </p:nvSpPr>
            <p:spPr>
              <a:xfrm>
                <a:off x="3132006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120490B5-FAC1-813C-1F3C-1AA949B4323A}"/>
                  </a:ext>
                </a:extLst>
              </p:cNvPr>
              <p:cNvSpPr/>
              <p:nvPr/>
            </p:nvSpPr>
            <p:spPr>
              <a:xfrm>
                <a:off x="319432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D9944137-86CD-4255-15AC-DF0354F8FC19}"/>
                  </a:ext>
                </a:extLst>
              </p:cNvPr>
              <p:cNvSpPr/>
              <p:nvPr/>
            </p:nvSpPr>
            <p:spPr>
              <a:xfrm>
                <a:off x="319432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796654A-48CF-81C0-C0D9-B3102869FA45}"/>
                  </a:ext>
                </a:extLst>
              </p:cNvPr>
              <p:cNvSpPr/>
              <p:nvPr/>
            </p:nvSpPr>
            <p:spPr>
              <a:xfrm>
                <a:off x="319432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3D391EA-6613-FAB1-F671-436BF8EFCA9C}"/>
                  </a:ext>
                </a:extLst>
              </p:cNvPr>
              <p:cNvSpPr/>
              <p:nvPr/>
            </p:nvSpPr>
            <p:spPr>
              <a:xfrm>
                <a:off x="319432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B313AEE1-2A8C-30E4-D535-227D01379A00}"/>
                  </a:ext>
                </a:extLst>
              </p:cNvPr>
              <p:cNvSpPr/>
              <p:nvPr/>
            </p:nvSpPr>
            <p:spPr>
              <a:xfrm>
                <a:off x="319432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0570C02-2C96-86E9-5EB8-813B509D23A8}"/>
                  </a:ext>
                </a:extLst>
              </p:cNvPr>
              <p:cNvSpPr/>
              <p:nvPr/>
            </p:nvSpPr>
            <p:spPr>
              <a:xfrm>
                <a:off x="319432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DC91385-34F1-2136-39F1-85D6606153B6}"/>
                  </a:ext>
                </a:extLst>
              </p:cNvPr>
              <p:cNvSpPr/>
              <p:nvPr/>
            </p:nvSpPr>
            <p:spPr>
              <a:xfrm>
                <a:off x="319432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25AAE52-737D-3BF2-8E15-EC045F91DDB7}"/>
                  </a:ext>
                </a:extLst>
              </p:cNvPr>
              <p:cNvSpPr/>
              <p:nvPr/>
            </p:nvSpPr>
            <p:spPr>
              <a:xfrm>
                <a:off x="319432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805D9F9-CDB1-D432-F641-916F8B47C0FA}"/>
                  </a:ext>
                </a:extLst>
              </p:cNvPr>
              <p:cNvSpPr/>
              <p:nvPr/>
            </p:nvSpPr>
            <p:spPr>
              <a:xfrm>
                <a:off x="319432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C82D2604-D2B4-8686-A859-6733D68A834C}"/>
                  </a:ext>
                </a:extLst>
              </p:cNvPr>
              <p:cNvSpPr/>
              <p:nvPr/>
            </p:nvSpPr>
            <p:spPr>
              <a:xfrm>
                <a:off x="319432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979F149-CB30-D94D-9A46-1C6CE38879EB}"/>
                  </a:ext>
                </a:extLst>
              </p:cNvPr>
              <p:cNvSpPr/>
              <p:nvPr/>
            </p:nvSpPr>
            <p:spPr>
              <a:xfrm>
                <a:off x="319432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8E5470CD-FFAD-D756-FC38-B5E3B98E00F4}"/>
                  </a:ext>
                </a:extLst>
              </p:cNvPr>
              <p:cNvSpPr/>
              <p:nvPr/>
            </p:nvSpPr>
            <p:spPr>
              <a:xfrm>
                <a:off x="319432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23855F96-904E-A7D9-16A9-0A0A5EC0A585}"/>
                  </a:ext>
                </a:extLst>
              </p:cNvPr>
              <p:cNvSpPr/>
              <p:nvPr/>
            </p:nvSpPr>
            <p:spPr>
              <a:xfrm>
                <a:off x="319432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83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D0DFB5D-4468-F244-3B4E-4101CED1848E}"/>
                  </a:ext>
                </a:extLst>
              </p:cNvPr>
              <p:cNvSpPr/>
              <p:nvPr/>
            </p:nvSpPr>
            <p:spPr>
              <a:xfrm>
                <a:off x="319432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5450878-712C-687B-15C2-7DE12DA0A09E}"/>
                  </a:ext>
                </a:extLst>
              </p:cNvPr>
              <p:cNvSpPr/>
              <p:nvPr/>
            </p:nvSpPr>
            <p:spPr>
              <a:xfrm>
                <a:off x="319432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A7A9B82-5806-A398-9BC3-28382CEC1342}"/>
                  </a:ext>
                </a:extLst>
              </p:cNvPr>
              <p:cNvSpPr/>
              <p:nvPr/>
            </p:nvSpPr>
            <p:spPr>
              <a:xfrm>
                <a:off x="319432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56C22F3-71D8-3ED5-0BCE-9C0CE303A244}"/>
                  </a:ext>
                </a:extLst>
              </p:cNvPr>
              <p:cNvSpPr/>
              <p:nvPr/>
            </p:nvSpPr>
            <p:spPr>
              <a:xfrm>
                <a:off x="319432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440FB529-41FE-A480-0AF3-E6A189DC6831}"/>
                  </a:ext>
                </a:extLst>
              </p:cNvPr>
              <p:cNvSpPr/>
              <p:nvPr/>
            </p:nvSpPr>
            <p:spPr>
              <a:xfrm>
                <a:off x="319432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31F852A-6247-A205-07B6-C1EFAF0A0DD6}"/>
                  </a:ext>
                </a:extLst>
              </p:cNvPr>
              <p:cNvSpPr/>
              <p:nvPr/>
            </p:nvSpPr>
            <p:spPr>
              <a:xfrm>
                <a:off x="319432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FFE8559D-907B-34A6-AC80-6B64C84501F5}"/>
                  </a:ext>
                </a:extLst>
              </p:cNvPr>
              <p:cNvSpPr/>
              <p:nvPr/>
            </p:nvSpPr>
            <p:spPr>
              <a:xfrm>
                <a:off x="319432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CEB36E15-71FA-15EB-8C3E-EBC50BD2C8BF}"/>
                  </a:ext>
                </a:extLst>
              </p:cNvPr>
              <p:cNvSpPr/>
              <p:nvPr/>
            </p:nvSpPr>
            <p:spPr>
              <a:xfrm>
                <a:off x="319432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C8955AD1-3F3D-2DEA-B739-1443FDEAB4F9}"/>
                  </a:ext>
                </a:extLst>
              </p:cNvPr>
              <p:cNvSpPr/>
              <p:nvPr/>
            </p:nvSpPr>
            <p:spPr>
              <a:xfrm>
                <a:off x="319432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D1814D3-B937-B724-D71C-F4EAE87B2459}"/>
                  </a:ext>
                </a:extLst>
              </p:cNvPr>
              <p:cNvSpPr/>
              <p:nvPr/>
            </p:nvSpPr>
            <p:spPr>
              <a:xfrm>
                <a:off x="319432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8D01F60-389F-1664-DB30-7FDB924D90B0}"/>
                  </a:ext>
                </a:extLst>
              </p:cNvPr>
              <p:cNvSpPr/>
              <p:nvPr/>
            </p:nvSpPr>
            <p:spPr>
              <a:xfrm>
                <a:off x="319432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DB77733C-333D-A12C-DE91-BCCDB65D2AB8}"/>
                  </a:ext>
                </a:extLst>
              </p:cNvPr>
              <p:cNvSpPr/>
              <p:nvPr/>
            </p:nvSpPr>
            <p:spPr>
              <a:xfrm>
                <a:off x="319432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45FE2C83-75E5-30C1-D05D-ED653DD86ED4}"/>
                  </a:ext>
                </a:extLst>
              </p:cNvPr>
              <p:cNvSpPr/>
              <p:nvPr/>
            </p:nvSpPr>
            <p:spPr>
              <a:xfrm>
                <a:off x="319432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DAA765FF-E2BA-2505-1F13-75ADFC9AB8C3}"/>
                  </a:ext>
                </a:extLst>
              </p:cNvPr>
              <p:cNvSpPr/>
              <p:nvPr/>
            </p:nvSpPr>
            <p:spPr>
              <a:xfrm>
                <a:off x="319432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D1047773-0C3F-E44B-CD8B-91A4B55323F5}"/>
                  </a:ext>
                </a:extLst>
              </p:cNvPr>
              <p:cNvSpPr/>
              <p:nvPr/>
            </p:nvSpPr>
            <p:spPr>
              <a:xfrm>
                <a:off x="3256557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BEBBE8B1-B677-8F2F-5AB6-0E148447F9D5}"/>
                  </a:ext>
                </a:extLst>
              </p:cNvPr>
              <p:cNvSpPr/>
              <p:nvPr/>
            </p:nvSpPr>
            <p:spPr>
              <a:xfrm>
                <a:off x="3256557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3DB6D533-B64B-5070-FC5F-86D94CE4BF1C}"/>
                  </a:ext>
                </a:extLst>
              </p:cNvPr>
              <p:cNvSpPr/>
              <p:nvPr/>
            </p:nvSpPr>
            <p:spPr>
              <a:xfrm>
                <a:off x="3256557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A66046A8-84CA-3044-0D77-C15A1B1D1829}"/>
                  </a:ext>
                </a:extLst>
              </p:cNvPr>
              <p:cNvSpPr/>
              <p:nvPr/>
            </p:nvSpPr>
            <p:spPr>
              <a:xfrm>
                <a:off x="3256557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4" name="Freeform: Shape 9663">
                <a:extLst>
                  <a:ext uri="{FF2B5EF4-FFF2-40B4-BE49-F238E27FC236}">
                    <a16:creationId xmlns:a16="http://schemas.microsoft.com/office/drawing/2014/main" id="{C40F9B11-500D-C97C-1E2C-0B0F094401DB}"/>
                  </a:ext>
                </a:extLst>
              </p:cNvPr>
              <p:cNvSpPr/>
              <p:nvPr/>
            </p:nvSpPr>
            <p:spPr>
              <a:xfrm>
                <a:off x="3256557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5" name="Freeform: Shape 9664">
                <a:extLst>
                  <a:ext uri="{FF2B5EF4-FFF2-40B4-BE49-F238E27FC236}">
                    <a16:creationId xmlns:a16="http://schemas.microsoft.com/office/drawing/2014/main" id="{6D27C685-DB8C-E16F-7679-682078807015}"/>
                  </a:ext>
                </a:extLst>
              </p:cNvPr>
              <p:cNvSpPr/>
              <p:nvPr/>
            </p:nvSpPr>
            <p:spPr>
              <a:xfrm>
                <a:off x="3256557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6" name="Freeform: Shape 9665">
                <a:extLst>
                  <a:ext uri="{FF2B5EF4-FFF2-40B4-BE49-F238E27FC236}">
                    <a16:creationId xmlns:a16="http://schemas.microsoft.com/office/drawing/2014/main" id="{D02CD65F-0501-09BF-ECA7-81EA282C7F63}"/>
                  </a:ext>
                </a:extLst>
              </p:cNvPr>
              <p:cNvSpPr/>
              <p:nvPr/>
            </p:nvSpPr>
            <p:spPr>
              <a:xfrm>
                <a:off x="3256557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7" name="Freeform: Shape 9666">
                <a:extLst>
                  <a:ext uri="{FF2B5EF4-FFF2-40B4-BE49-F238E27FC236}">
                    <a16:creationId xmlns:a16="http://schemas.microsoft.com/office/drawing/2014/main" id="{DC091800-D0B5-166F-ABC2-08D801CE6958}"/>
                  </a:ext>
                </a:extLst>
              </p:cNvPr>
              <p:cNvSpPr/>
              <p:nvPr/>
            </p:nvSpPr>
            <p:spPr>
              <a:xfrm>
                <a:off x="3256557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45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8" name="Freeform: Shape 9667">
                <a:extLst>
                  <a:ext uri="{FF2B5EF4-FFF2-40B4-BE49-F238E27FC236}">
                    <a16:creationId xmlns:a16="http://schemas.microsoft.com/office/drawing/2014/main" id="{71EC0BCA-3F67-CB1B-4186-D643D52C51AC}"/>
                  </a:ext>
                </a:extLst>
              </p:cNvPr>
              <p:cNvSpPr/>
              <p:nvPr/>
            </p:nvSpPr>
            <p:spPr>
              <a:xfrm>
                <a:off x="3256557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69" name="Freeform: Shape 9668">
                <a:extLst>
                  <a:ext uri="{FF2B5EF4-FFF2-40B4-BE49-F238E27FC236}">
                    <a16:creationId xmlns:a16="http://schemas.microsoft.com/office/drawing/2014/main" id="{3FE069C0-699A-24CD-8AE9-D88D31C26C44}"/>
                  </a:ext>
                </a:extLst>
              </p:cNvPr>
              <p:cNvSpPr/>
              <p:nvPr/>
            </p:nvSpPr>
            <p:spPr>
              <a:xfrm>
                <a:off x="3256557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0" name="Freeform: Shape 9669">
                <a:extLst>
                  <a:ext uri="{FF2B5EF4-FFF2-40B4-BE49-F238E27FC236}">
                    <a16:creationId xmlns:a16="http://schemas.microsoft.com/office/drawing/2014/main" id="{4A7C6F91-2BDF-D24D-3C46-0091141B3E1B}"/>
                  </a:ext>
                </a:extLst>
              </p:cNvPr>
              <p:cNvSpPr/>
              <p:nvPr/>
            </p:nvSpPr>
            <p:spPr>
              <a:xfrm>
                <a:off x="3256557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1" name="Freeform: Shape 9670">
                <a:extLst>
                  <a:ext uri="{FF2B5EF4-FFF2-40B4-BE49-F238E27FC236}">
                    <a16:creationId xmlns:a16="http://schemas.microsoft.com/office/drawing/2014/main" id="{43D095A2-E0FB-F730-5F30-97B956DF4FEB}"/>
                  </a:ext>
                </a:extLst>
              </p:cNvPr>
              <p:cNvSpPr/>
              <p:nvPr/>
            </p:nvSpPr>
            <p:spPr>
              <a:xfrm>
                <a:off x="3256557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2" name="Freeform: Shape 9671">
                <a:extLst>
                  <a:ext uri="{FF2B5EF4-FFF2-40B4-BE49-F238E27FC236}">
                    <a16:creationId xmlns:a16="http://schemas.microsoft.com/office/drawing/2014/main" id="{90397BA6-F65F-C7CB-D1A5-3994B4880531}"/>
                  </a:ext>
                </a:extLst>
              </p:cNvPr>
              <p:cNvSpPr/>
              <p:nvPr/>
            </p:nvSpPr>
            <p:spPr>
              <a:xfrm>
                <a:off x="3256557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3" name="Freeform: Shape 9672">
                <a:extLst>
                  <a:ext uri="{FF2B5EF4-FFF2-40B4-BE49-F238E27FC236}">
                    <a16:creationId xmlns:a16="http://schemas.microsoft.com/office/drawing/2014/main" id="{4F46BF45-A389-5FE2-F4F6-17CBA067783D}"/>
                  </a:ext>
                </a:extLst>
              </p:cNvPr>
              <p:cNvSpPr/>
              <p:nvPr/>
            </p:nvSpPr>
            <p:spPr>
              <a:xfrm>
                <a:off x="3256557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4" name="Freeform: Shape 9673">
                <a:extLst>
                  <a:ext uri="{FF2B5EF4-FFF2-40B4-BE49-F238E27FC236}">
                    <a16:creationId xmlns:a16="http://schemas.microsoft.com/office/drawing/2014/main" id="{55A69B2F-0737-1702-F942-B386778B925B}"/>
                  </a:ext>
                </a:extLst>
              </p:cNvPr>
              <p:cNvSpPr/>
              <p:nvPr/>
            </p:nvSpPr>
            <p:spPr>
              <a:xfrm>
                <a:off x="3256557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5" name="Freeform: Shape 9674">
                <a:extLst>
                  <a:ext uri="{FF2B5EF4-FFF2-40B4-BE49-F238E27FC236}">
                    <a16:creationId xmlns:a16="http://schemas.microsoft.com/office/drawing/2014/main" id="{E6F552A0-975B-26D9-D921-E683B67F764D}"/>
                  </a:ext>
                </a:extLst>
              </p:cNvPr>
              <p:cNvSpPr/>
              <p:nvPr/>
            </p:nvSpPr>
            <p:spPr>
              <a:xfrm>
                <a:off x="3256557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6" name="Freeform: Shape 9675">
                <a:extLst>
                  <a:ext uri="{FF2B5EF4-FFF2-40B4-BE49-F238E27FC236}">
                    <a16:creationId xmlns:a16="http://schemas.microsoft.com/office/drawing/2014/main" id="{E3578957-43F2-25B5-E76A-B6E67EA28564}"/>
                  </a:ext>
                </a:extLst>
              </p:cNvPr>
              <p:cNvSpPr/>
              <p:nvPr/>
            </p:nvSpPr>
            <p:spPr>
              <a:xfrm>
                <a:off x="3256557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7" name="Freeform: Shape 9676">
                <a:extLst>
                  <a:ext uri="{FF2B5EF4-FFF2-40B4-BE49-F238E27FC236}">
                    <a16:creationId xmlns:a16="http://schemas.microsoft.com/office/drawing/2014/main" id="{A6B7E477-7445-61C2-946E-9D738C15600F}"/>
                  </a:ext>
                </a:extLst>
              </p:cNvPr>
              <p:cNvSpPr/>
              <p:nvPr/>
            </p:nvSpPr>
            <p:spPr>
              <a:xfrm>
                <a:off x="3256557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8" name="Freeform: Shape 9677">
                <a:extLst>
                  <a:ext uri="{FF2B5EF4-FFF2-40B4-BE49-F238E27FC236}">
                    <a16:creationId xmlns:a16="http://schemas.microsoft.com/office/drawing/2014/main" id="{CB4C8A51-62D1-D1CD-D9A9-87E7B6142182}"/>
                  </a:ext>
                </a:extLst>
              </p:cNvPr>
              <p:cNvSpPr/>
              <p:nvPr/>
            </p:nvSpPr>
            <p:spPr>
              <a:xfrm>
                <a:off x="3256557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79" name="Freeform: Shape 9678">
                <a:extLst>
                  <a:ext uri="{FF2B5EF4-FFF2-40B4-BE49-F238E27FC236}">
                    <a16:creationId xmlns:a16="http://schemas.microsoft.com/office/drawing/2014/main" id="{C8BAF3DE-1E13-ECAC-14E3-958C407727D7}"/>
                  </a:ext>
                </a:extLst>
              </p:cNvPr>
              <p:cNvSpPr/>
              <p:nvPr/>
            </p:nvSpPr>
            <p:spPr>
              <a:xfrm>
                <a:off x="3256557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0" name="Freeform: Shape 9679">
                <a:extLst>
                  <a:ext uri="{FF2B5EF4-FFF2-40B4-BE49-F238E27FC236}">
                    <a16:creationId xmlns:a16="http://schemas.microsoft.com/office/drawing/2014/main" id="{C06296C3-4580-1618-33A5-BF0424C17B94}"/>
                  </a:ext>
                </a:extLst>
              </p:cNvPr>
              <p:cNvSpPr/>
              <p:nvPr/>
            </p:nvSpPr>
            <p:spPr>
              <a:xfrm>
                <a:off x="3256557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1" name="Freeform: Shape 9680">
                <a:extLst>
                  <a:ext uri="{FF2B5EF4-FFF2-40B4-BE49-F238E27FC236}">
                    <a16:creationId xmlns:a16="http://schemas.microsoft.com/office/drawing/2014/main" id="{5E1DFFCA-805A-82FE-57E5-3676B51412A4}"/>
                  </a:ext>
                </a:extLst>
              </p:cNvPr>
              <p:cNvSpPr/>
              <p:nvPr/>
            </p:nvSpPr>
            <p:spPr>
              <a:xfrm>
                <a:off x="3256557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2" name="Freeform: Shape 9681">
                <a:extLst>
                  <a:ext uri="{FF2B5EF4-FFF2-40B4-BE49-F238E27FC236}">
                    <a16:creationId xmlns:a16="http://schemas.microsoft.com/office/drawing/2014/main" id="{96A83A1A-8CF1-14AA-C726-30FEBECCECAE}"/>
                  </a:ext>
                </a:extLst>
              </p:cNvPr>
              <p:cNvSpPr/>
              <p:nvPr/>
            </p:nvSpPr>
            <p:spPr>
              <a:xfrm>
                <a:off x="3256557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3" name="Freeform: Shape 9682">
                <a:extLst>
                  <a:ext uri="{FF2B5EF4-FFF2-40B4-BE49-F238E27FC236}">
                    <a16:creationId xmlns:a16="http://schemas.microsoft.com/office/drawing/2014/main" id="{76714615-9C54-2A32-3C69-2A272D8379A0}"/>
                  </a:ext>
                </a:extLst>
              </p:cNvPr>
              <p:cNvSpPr/>
              <p:nvPr/>
            </p:nvSpPr>
            <p:spPr>
              <a:xfrm>
                <a:off x="3256557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4" name="Freeform: Shape 9683">
                <a:extLst>
                  <a:ext uri="{FF2B5EF4-FFF2-40B4-BE49-F238E27FC236}">
                    <a16:creationId xmlns:a16="http://schemas.microsoft.com/office/drawing/2014/main" id="{21C0D7BF-C862-E979-DF5F-189E0A6E494B}"/>
                  </a:ext>
                </a:extLst>
              </p:cNvPr>
              <p:cNvSpPr/>
              <p:nvPr/>
            </p:nvSpPr>
            <p:spPr>
              <a:xfrm>
                <a:off x="3256557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5" name="Freeform: Shape 9684">
                <a:extLst>
                  <a:ext uri="{FF2B5EF4-FFF2-40B4-BE49-F238E27FC236}">
                    <a16:creationId xmlns:a16="http://schemas.microsoft.com/office/drawing/2014/main" id="{37BF638D-F73B-669D-1BAE-8A0299B8315E}"/>
                  </a:ext>
                </a:extLst>
              </p:cNvPr>
              <p:cNvSpPr/>
              <p:nvPr/>
            </p:nvSpPr>
            <p:spPr>
              <a:xfrm>
                <a:off x="3256557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6" name="Freeform: Shape 9685">
                <a:extLst>
                  <a:ext uri="{FF2B5EF4-FFF2-40B4-BE49-F238E27FC236}">
                    <a16:creationId xmlns:a16="http://schemas.microsoft.com/office/drawing/2014/main" id="{95DA82F6-31DD-BF3B-25EC-C9C402D9151F}"/>
                  </a:ext>
                </a:extLst>
              </p:cNvPr>
              <p:cNvSpPr/>
              <p:nvPr/>
            </p:nvSpPr>
            <p:spPr>
              <a:xfrm>
                <a:off x="3256557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7" name="Freeform: Shape 9686">
                <a:extLst>
                  <a:ext uri="{FF2B5EF4-FFF2-40B4-BE49-F238E27FC236}">
                    <a16:creationId xmlns:a16="http://schemas.microsoft.com/office/drawing/2014/main" id="{BB490B76-373B-3973-6D40-44234F392687}"/>
                  </a:ext>
                </a:extLst>
              </p:cNvPr>
              <p:cNvSpPr/>
              <p:nvPr/>
            </p:nvSpPr>
            <p:spPr>
              <a:xfrm>
                <a:off x="3318874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8" name="Freeform: Shape 9687">
                <a:extLst>
                  <a:ext uri="{FF2B5EF4-FFF2-40B4-BE49-F238E27FC236}">
                    <a16:creationId xmlns:a16="http://schemas.microsoft.com/office/drawing/2014/main" id="{63616620-156A-9F09-9A25-58AEBCF695A3}"/>
                  </a:ext>
                </a:extLst>
              </p:cNvPr>
              <p:cNvSpPr/>
              <p:nvPr/>
            </p:nvSpPr>
            <p:spPr>
              <a:xfrm>
                <a:off x="3318874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89" name="Freeform: Shape 9688">
                <a:extLst>
                  <a:ext uri="{FF2B5EF4-FFF2-40B4-BE49-F238E27FC236}">
                    <a16:creationId xmlns:a16="http://schemas.microsoft.com/office/drawing/2014/main" id="{39D6F46C-49BD-B968-1F7C-B6EDF085C4C0}"/>
                  </a:ext>
                </a:extLst>
              </p:cNvPr>
              <p:cNvSpPr/>
              <p:nvPr/>
            </p:nvSpPr>
            <p:spPr>
              <a:xfrm>
                <a:off x="3318874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0" name="Freeform: Shape 9689">
                <a:extLst>
                  <a:ext uri="{FF2B5EF4-FFF2-40B4-BE49-F238E27FC236}">
                    <a16:creationId xmlns:a16="http://schemas.microsoft.com/office/drawing/2014/main" id="{C931A7D8-7702-73D4-86C3-99E68034B7D2}"/>
                  </a:ext>
                </a:extLst>
              </p:cNvPr>
              <p:cNvSpPr/>
              <p:nvPr/>
            </p:nvSpPr>
            <p:spPr>
              <a:xfrm>
                <a:off x="3318874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1" name="Freeform: Shape 9690">
                <a:extLst>
                  <a:ext uri="{FF2B5EF4-FFF2-40B4-BE49-F238E27FC236}">
                    <a16:creationId xmlns:a16="http://schemas.microsoft.com/office/drawing/2014/main" id="{129CFE56-7657-8A7E-7B3B-B28CC6D6193D}"/>
                  </a:ext>
                </a:extLst>
              </p:cNvPr>
              <p:cNvSpPr/>
              <p:nvPr/>
            </p:nvSpPr>
            <p:spPr>
              <a:xfrm>
                <a:off x="3318874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2" name="Freeform: Shape 9691">
                <a:extLst>
                  <a:ext uri="{FF2B5EF4-FFF2-40B4-BE49-F238E27FC236}">
                    <a16:creationId xmlns:a16="http://schemas.microsoft.com/office/drawing/2014/main" id="{B6922FD0-7887-A445-07F5-1ECD81F8AA88}"/>
                  </a:ext>
                </a:extLst>
              </p:cNvPr>
              <p:cNvSpPr/>
              <p:nvPr/>
            </p:nvSpPr>
            <p:spPr>
              <a:xfrm>
                <a:off x="3318874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3" name="Freeform: Shape 9692">
                <a:extLst>
                  <a:ext uri="{FF2B5EF4-FFF2-40B4-BE49-F238E27FC236}">
                    <a16:creationId xmlns:a16="http://schemas.microsoft.com/office/drawing/2014/main" id="{4D2EFAE4-801A-AB5D-23E7-DC880FA4F5A7}"/>
                  </a:ext>
                </a:extLst>
              </p:cNvPr>
              <p:cNvSpPr/>
              <p:nvPr/>
            </p:nvSpPr>
            <p:spPr>
              <a:xfrm>
                <a:off x="3318874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4" name="Freeform: Shape 9693">
                <a:extLst>
                  <a:ext uri="{FF2B5EF4-FFF2-40B4-BE49-F238E27FC236}">
                    <a16:creationId xmlns:a16="http://schemas.microsoft.com/office/drawing/2014/main" id="{5E61D807-CAB6-0C0C-DE26-993B87F82B52}"/>
                  </a:ext>
                </a:extLst>
              </p:cNvPr>
              <p:cNvSpPr/>
              <p:nvPr/>
            </p:nvSpPr>
            <p:spPr>
              <a:xfrm>
                <a:off x="3318874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5" name="Freeform: Shape 9694">
                <a:extLst>
                  <a:ext uri="{FF2B5EF4-FFF2-40B4-BE49-F238E27FC236}">
                    <a16:creationId xmlns:a16="http://schemas.microsoft.com/office/drawing/2014/main" id="{3DA76469-E145-C7CB-1839-B1A31BA96407}"/>
                  </a:ext>
                </a:extLst>
              </p:cNvPr>
              <p:cNvSpPr/>
              <p:nvPr/>
            </p:nvSpPr>
            <p:spPr>
              <a:xfrm>
                <a:off x="3318874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6" name="Freeform: Shape 9695">
                <a:extLst>
                  <a:ext uri="{FF2B5EF4-FFF2-40B4-BE49-F238E27FC236}">
                    <a16:creationId xmlns:a16="http://schemas.microsoft.com/office/drawing/2014/main" id="{D61F33E6-74AE-8E08-088F-673C62F08269}"/>
                  </a:ext>
                </a:extLst>
              </p:cNvPr>
              <p:cNvSpPr/>
              <p:nvPr/>
            </p:nvSpPr>
            <p:spPr>
              <a:xfrm>
                <a:off x="3318874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7" name="Freeform: Shape 9696">
                <a:extLst>
                  <a:ext uri="{FF2B5EF4-FFF2-40B4-BE49-F238E27FC236}">
                    <a16:creationId xmlns:a16="http://schemas.microsoft.com/office/drawing/2014/main" id="{8D39096F-CC0D-ABE1-B7D5-2A70F5AA4005}"/>
                  </a:ext>
                </a:extLst>
              </p:cNvPr>
              <p:cNvSpPr/>
              <p:nvPr/>
            </p:nvSpPr>
            <p:spPr>
              <a:xfrm>
                <a:off x="3318874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8" name="Freeform: Shape 9697">
                <a:extLst>
                  <a:ext uri="{FF2B5EF4-FFF2-40B4-BE49-F238E27FC236}">
                    <a16:creationId xmlns:a16="http://schemas.microsoft.com/office/drawing/2014/main" id="{29EB3F54-40D9-CEFE-1C4E-74E8FAFCF8C4}"/>
                  </a:ext>
                </a:extLst>
              </p:cNvPr>
              <p:cNvSpPr/>
              <p:nvPr/>
            </p:nvSpPr>
            <p:spPr>
              <a:xfrm>
                <a:off x="3318874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699" name="Freeform: Shape 9698">
                <a:extLst>
                  <a:ext uri="{FF2B5EF4-FFF2-40B4-BE49-F238E27FC236}">
                    <a16:creationId xmlns:a16="http://schemas.microsoft.com/office/drawing/2014/main" id="{8B055384-3B80-2ACE-FA17-D24DB13C8060}"/>
                  </a:ext>
                </a:extLst>
              </p:cNvPr>
              <p:cNvSpPr/>
              <p:nvPr/>
            </p:nvSpPr>
            <p:spPr>
              <a:xfrm>
                <a:off x="3318874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0" name="Freeform: Shape 9699">
                <a:extLst>
                  <a:ext uri="{FF2B5EF4-FFF2-40B4-BE49-F238E27FC236}">
                    <a16:creationId xmlns:a16="http://schemas.microsoft.com/office/drawing/2014/main" id="{48E65B1B-1F34-FAA8-AB62-BFE6D0BBE559}"/>
                  </a:ext>
                </a:extLst>
              </p:cNvPr>
              <p:cNvSpPr/>
              <p:nvPr/>
            </p:nvSpPr>
            <p:spPr>
              <a:xfrm>
                <a:off x="3318874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1" name="Freeform: Shape 9700">
                <a:extLst>
                  <a:ext uri="{FF2B5EF4-FFF2-40B4-BE49-F238E27FC236}">
                    <a16:creationId xmlns:a16="http://schemas.microsoft.com/office/drawing/2014/main" id="{DB64111B-B390-8922-F7B8-2CB045B9B5FD}"/>
                  </a:ext>
                </a:extLst>
              </p:cNvPr>
              <p:cNvSpPr/>
              <p:nvPr/>
            </p:nvSpPr>
            <p:spPr>
              <a:xfrm>
                <a:off x="3318874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2" name="Freeform: Shape 9701">
                <a:extLst>
                  <a:ext uri="{FF2B5EF4-FFF2-40B4-BE49-F238E27FC236}">
                    <a16:creationId xmlns:a16="http://schemas.microsoft.com/office/drawing/2014/main" id="{CC8008E8-637A-2BC1-6A3E-9D344B8CD637}"/>
                  </a:ext>
                </a:extLst>
              </p:cNvPr>
              <p:cNvSpPr/>
              <p:nvPr/>
            </p:nvSpPr>
            <p:spPr>
              <a:xfrm>
                <a:off x="3318874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3" name="Freeform: Shape 9702">
                <a:extLst>
                  <a:ext uri="{FF2B5EF4-FFF2-40B4-BE49-F238E27FC236}">
                    <a16:creationId xmlns:a16="http://schemas.microsoft.com/office/drawing/2014/main" id="{BE845B1A-1F16-8EDE-A867-25A89D42EB08}"/>
                  </a:ext>
                </a:extLst>
              </p:cNvPr>
              <p:cNvSpPr/>
              <p:nvPr/>
            </p:nvSpPr>
            <p:spPr>
              <a:xfrm>
                <a:off x="3318874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4" name="Freeform: Shape 9703">
                <a:extLst>
                  <a:ext uri="{FF2B5EF4-FFF2-40B4-BE49-F238E27FC236}">
                    <a16:creationId xmlns:a16="http://schemas.microsoft.com/office/drawing/2014/main" id="{6CED19B3-4DF6-588E-8FE4-983C335FDB6F}"/>
                  </a:ext>
                </a:extLst>
              </p:cNvPr>
              <p:cNvSpPr/>
              <p:nvPr/>
            </p:nvSpPr>
            <p:spPr>
              <a:xfrm>
                <a:off x="3318874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5" name="Freeform: Shape 9704">
                <a:extLst>
                  <a:ext uri="{FF2B5EF4-FFF2-40B4-BE49-F238E27FC236}">
                    <a16:creationId xmlns:a16="http://schemas.microsoft.com/office/drawing/2014/main" id="{83A78428-CD2F-D0FE-6F93-C1F8691A551C}"/>
                  </a:ext>
                </a:extLst>
              </p:cNvPr>
              <p:cNvSpPr/>
              <p:nvPr/>
            </p:nvSpPr>
            <p:spPr>
              <a:xfrm>
                <a:off x="3318874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6" name="Freeform: Shape 9705">
                <a:extLst>
                  <a:ext uri="{FF2B5EF4-FFF2-40B4-BE49-F238E27FC236}">
                    <a16:creationId xmlns:a16="http://schemas.microsoft.com/office/drawing/2014/main" id="{CFA585F9-8357-F621-3436-84073B548FCE}"/>
                  </a:ext>
                </a:extLst>
              </p:cNvPr>
              <p:cNvSpPr/>
              <p:nvPr/>
            </p:nvSpPr>
            <p:spPr>
              <a:xfrm>
                <a:off x="3318874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7" name="Freeform: Shape 9706">
                <a:extLst>
                  <a:ext uri="{FF2B5EF4-FFF2-40B4-BE49-F238E27FC236}">
                    <a16:creationId xmlns:a16="http://schemas.microsoft.com/office/drawing/2014/main" id="{33E72987-F1CC-199F-0B6F-C25B365E8BF6}"/>
                  </a:ext>
                </a:extLst>
              </p:cNvPr>
              <p:cNvSpPr/>
              <p:nvPr/>
            </p:nvSpPr>
            <p:spPr>
              <a:xfrm>
                <a:off x="3318874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8" name="Freeform: Shape 9707">
                <a:extLst>
                  <a:ext uri="{FF2B5EF4-FFF2-40B4-BE49-F238E27FC236}">
                    <a16:creationId xmlns:a16="http://schemas.microsoft.com/office/drawing/2014/main" id="{C9AB3D66-3E11-1214-D35C-2B54B1BDC6E7}"/>
                  </a:ext>
                </a:extLst>
              </p:cNvPr>
              <p:cNvSpPr/>
              <p:nvPr/>
            </p:nvSpPr>
            <p:spPr>
              <a:xfrm>
                <a:off x="3318874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09" name="Freeform: Shape 9708">
                <a:extLst>
                  <a:ext uri="{FF2B5EF4-FFF2-40B4-BE49-F238E27FC236}">
                    <a16:creationId xmlns:a16="http://schemas.microsoft.com/office/drawing/2014/main" id="{B1B819CB-6521-2ED2-3E90-AD2199B2C25C}"/>
                  </a:ext>
                </a:extLst>
              </p:cNvPr>
              <p:cNvSpPr/>
              <p:nvPr/>
            </p:nvSpPr>
            <p:spPr>
              <a:xfrm>
                <a:off x="3318874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0" name="Freeform: Shape 9709">
                <a:extLst>
                  <a:ext uri="{FF2B5EF4-FFF2-40B4-BE49-F238E27FC236}">
                    <a16:creationId xmlns:a16="http://schemas.microsoft.com/office/drawing/2014/main" id="{D5882ACC-CA00-02C9-BDDA-37DF25B0AC6C}"/>
                  </a:ext>
                </a:extLst>
              </p:cNvPr>
              <p:cNvSpPr/>
              <p:nvPr/>
            </p:nvSpPr>
            <p:spPr>
              <a:xfrm>
                <a:off x="3318874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1" name="Freeform: Shape 9710">
                <a:extLst>
                  <a:ext uri="{FF2B5EF4-FFF2-40B4-BE49-F238E27FC236}">
                    <a16:creationId xmlns:a16="http://schemas.microsoft.com/office/drawing/2014/main" id="{89129F68-D0E4-665D-1D6F-D7B6BF7B5848}"/>
                  </a:ext>
                </a:extLst>
              </p:cNvPr>
              <p:cNvSpPr/>
              <p:nvPr/>
            </p:nvSpPr>
            <p:spPr>
              <a:xfrm>
                <a:off x="3318874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2" name="Freeform: Shape 9711">
                <a:extLst>
                  <a:ext uri="{FF2B5EF4-FFF2-40B4-BE49-F238E27FC236}">
                    <a16:creationId xmlns:a16="http://schemas.microsoft.com/office/drawing/2014/main" id="{1B671D48-FE42-6E08-3A19-4ECF07F11008}"/>
                  </a:ext>
                </a:extLst>
              </p:cNvPr>
              <p:cNvSpPr/>
              <p:nvPr/>
            </p:nvSpPr>
            <p:spPr>
              <a:xfrm>
                <a:off x="3318874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3" name="Freeform: Shape 9712">
                <a:extLst>
                  <a:ext uri="{FF2B5EF4-FFF2-40B4-BE49-F238E27FC236}">
                    <a16:creationId xmlns:a16="http://schemas.microsoft.com/office/drawing/2014/main" id="{C5C723F6-29BE-9B2B-CCDF-0B385D9A27CC}"/>
                  </a:ext>
                </a:extLst>
              </p:cNvPr>
              <p:cNvSpPr/>
              <p:nvPr/>
            </p:nvSpPr>
            <p:spPr>
              <a:xfrm>
                <a:off x="3318874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4" name="Freeform: Shape 9713">
                <a:extLst>
                  <a:ext uri="{FF2B5EF4-FFF2-40B4-BE49-F238E27FC236}">
                    <a16:creationId xmlns:a16="http://schemas.microsoft.com/office/drawing/2014/main" id="{B5B6E2B4-F543-4F35-3703-7032A18D9152}"/>
                  </a:ext>
                </a:extLst>
              </p:cNvPr>
              <p:cNvSpPr/>
              <p:nvPr/>
            </p:nvSpPr>
            <p:spPr>
              <a:xfrm>
                <a:off x="338111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5" name="Freeform: Shape 9714">
                <a:extLst>
                  <a:ext uri="{FF2B5EF4-FFF2-40B4-BE49-F238E27FC236}">
                    <a16:creationId xmlns:a16="http://schemas.microsoft.com/office/drawing/2014/main" id="{5A7BF7A7-43A6-1E23-D009-C303939CF8A5}"/>
                  </a:ext>
                </a:extLst>
              </p:cNvPr>
              <p:cNvSpPr/>
              <p:nvPr/>
            </p:nvSpPr>
            <p:spPr>
              <a:xfrm>
                <a:off x="338111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9716" name="Freeform: Shape 9715">
                <a:extLst>
                  <a:ext uri="{FF2B5EF4-FFF2-40B4-BE49-F238E27FC236}">
                    <a16:creationId xmlns:a16="http://schemas.microsoft.com/office/drawing/2014/main" id="{06FE5D1C-EEB1-BBDC-6B94-ADBB1ECC8571}"/>
                  </a:ext>
                </a:extLst>
              </p:cNvPr>
              <p:cNvSpPr/>
              <p:nvPr/>
            </p:nvSpPr>
            <p:spPr>
              <a:xfrm>
                <a:off x="338111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16" name="Freeform: Shape 6015">
                <a:extLst>
                  <a:ext uri="{FF2B5EF4-FFF2-40B4-BE49-F238E27FC236}">
                    <a16:creationId xmlns:a16="http://schemas.microsoft.com/office/drawing/2014/main" id="{8B1C89F5-3BE1-FFA1-8E63-B829F6089C4A}"/>
                  </a:ext>
                </a:extLst>
              </p:cNvPr>
              <p:cNvSpPr/>
              <p:nvPr/>
            </p:nvSpPr>
            <p:spPr>
              <a:xfrm>
                <a:off x="338111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17" name="Freeform: Shape 6016">
                <a:extLst>
                  <a:ext uri="{FF2B5EF4-FFF2-40B4-BE49-F238E27FC236}">
                    <a16:creationId xmlns:a16="http://schemas.microsoft.com/office/drawing/2014/main" id="{6C72F84E-165C-0863-AAA3-735FF08DAA43}"/>
                  </a:ext>
                </a:extLst>
              </p:cNvPr>
              <p:cNvSpPr/>
              <p:nvPr/>
            </p:nvSpPr>
            <p:spPr>
              <a:xfrm>
                <a:off x="338111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18" name="Freeform: Shape 6017">
                <a:extLst>
                  <a:ext uri="{FF2B5EF4-FFF2-40B4-BE49-F238E27FC236}">
                    <a16:creationId xmlns:a16="http://schemas.microsoft.com/office/drawing/2014/main" id="{8A2F5483-88CC-E9EC-31BB-D14B17478AA9}"/>
                  </a:ext>
                </a:extLst>
              </p:cNvPr>
              <p:cNvSpPr/>
              <p:nvPr/>
            </p:nvSpPr>
            <p:spPr>
              <a:xfrm>
                <a:off x="338111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19" name="Freeform: Shape 6018">
                <a:extLst>
                  <a:ext uri="{FF2B5EF4-FFF2-40B4-BE49-F238E27FC236}">
                    <a16:creationId xmlns:a16="http://schemas.microsoft.com/office/drawing/2014/main" id="{BEEAF9D2-01A8-E04F-C17A-A8AF3F833235}"/>
                  </a:ext>
                </a:extLst>
              </p:cNvPr>
              <p:cNvSpPr/>
              <p:nvPr/>
            </p:nvSpPr>
            <p:spPr>
              <a:xfrm>
                <a:off x="338111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0" name="Freeform: Shape 6019">
                <a:extLst>
                  <a:ext uri="{FF2B5EF4-FFF2-40B4-BE49-F238E27FC236}">
                    <a16:creationId xmlns:a16="http://schemas.microsoft.com/office/drawing/2014/main" id="{ADE0303F-ECC1-4A3A-8AC0-38D0A7F1EA92}"/>
                  </a:ext>
                </a:extLst>
              </p:cNvPr>
              <p:cNvSpPr/>
              <p:nvPr/>
            </p:nvSpPr>
            <p:spPr>
              <a:xfrm>
                <a:off x="338111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1" name="Freeform: Shape 6020">
                <a:extLst>
                  <a:ext uri="{FF2B5EF4-FFF2-40B4-BE49-F238E27FC236}">
                    <a16:creationId xmlns:a16="http://schemas.microsoft.com/office/drawing/2014/main" id="{63F9AFE7-3253-1681-0D05-67FF61738D12}"/>
                  </a:ext>
                </a:extLst>
              </p:cNvPr>
              <p:cNvSpPr/>
              <p:nvPr/>
            </p:nvSpPr>
            <p:spPr>
              <a:xfrm>
                <a:off x="338111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2" name="Freeform: Shape 6021">
                <a:extLst>
                  <a:ext uri="{FF2B5EF4-FFF2-40B4-BE49-F238E27FC236}">
                    <a16:creationId xmlns:a16="http://schemas.microsoft.com/office/drawing/2014/main" id="{EE09E8B8-005D-E67A-61D4-AFC96CF9AF83}"/>
                  </a:ext>
                </a:extLst>
              </p:cNvPr>
              <p:cNvSpPr/>
              <p:nvPr/>
            </p:nvSpPr>
            <p:spPr>
              <a:xfrm>
                <a:off x="338111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3" name="Freeform: Shape 6022">
                <a:extLst>
                  <a:ext uri="{FF2B5EF4-FFF2-40B4-BE49-F238E27FC236}">
                    <a16:creationId xmlns:a16="http://schemas.microsoft.com/office/drawing/2014/main" id="{67609DB6-9057-BD5D-56C8-D132784AD2AC}"/>
                  </a:ext>
                </a:extLst>
              </p:cNvPr>
              <p:cNvSpPr/>
              <p:nvPr/>
            </p:nvSpPr>
            <p:spPr>
              <a:xfrm>
                <a:off x="338111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4" name="Freeform: Shape 6023">
                <a:extLst>
                  <a:ext uri="{FF2B5EF4-FFF2-40B4-BE49-F238E27FC236}">
                    <a16:creationId xmlns:a16="http://schemas.microsoft.com/office/drawing/2014/main" id="{878D4217-BEC8-CC40-76F1-39E19A56DF87}"/>
                  </a:ext>
                </a:extLst>
              </p:cNvPr>
              <p:cNvSpPr/>
              <p:nvPr/>
            </p:nvSpPr>
            <p:spPr>
              <a:xfrm>
                <a:off x="338111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5" name="Freeform: Shape 6024">
                <a:extLst>
                  <a:ext uri="{FF2B5EF4-FFF2-40B4-BE49-F238E27FC236}">
                    <a16:creationId xmlns:a16="http://schemas.microsoft.com/office/drawing/2014/main" id="{0DE14BAD-A0F0-94C7-C593-1DFB35CB9DD4}"/>
                  </a:ext>
                </a:extLst>
              </p:cNvPr>
              <p:cNvSpPr/>
              <p:nvPr/>
            </p:nvSpPr>
            <p:spPr>
              <a:xfrm>
                <a:off x="338111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6" name="Freeform: Shape 6025">
                <a:extLst>
                  <a:ext uri="{FF2B5EF4-FFF2-40B4-BE49-F238E27FC236}">
                    <a16:creationId xmlns:a16="http://schemas.microsoft.com/office/drawing/2014/main" id="{09DF4249-F86C-7828-86A6-7326AE3BFF3C}"/>
                  </a:ext>
                </a:extLst>
              </p:cNvPr>
              <p:cNvSpPr/>
              <p:nvPr/>
            </p:nvSpPr>
            <p:spPr>
              <a:xfrm>
                <a:off x="338111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7" name="Freeform: Shape 6026">
                <a:extLst>
                  <a:ext uri="{FF2B5EF4-FFF2-40B4-BE49-F238E27FC236}">
                    <a16:creationId xmlns:a16="http://schemas.microsoft.com/office/drawing/2014/main" id="{4170DA66-74F2-A7DF-774E-494D907D3EAC}"/>
                  </a:ext>
                </a:extLst>
              </p:cNvPr>
              <p:cNvSpPr/>
              <p:nvPr/>
            </p:nvSpPr>
            <p:spPr>
              <a:xfrm>
                <a:off x="338111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8" name="Freeform: Shape 6027">
                <a:extLst>
                  <a:ext uri="{FF2B5EF4-FFF2-40B4-BE49-F238E27FC236}">
                    <a16:creationId xmlns:a16="http://schemas.microsoft.com/office/drawing/2014/main" id="{DB44C124-801D-A2B9-F5FB-C2800ACED1BB}"/>
                  </a:ext>
                </a:extLst>
              </p:cNvPr>
              <p:cNvSpPr/>
              <p:nvPr/>
            </p:nvSpPr>
            <p:spPr>
              <a:xfrm>
                <a:off x="338111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0" name="Freeform: Shape 6059">
                <a:extLst>
                  <a:ext uri="{FF2B5EF4-FFF2-40B4-BE49-F238E27FC236}">
                    <a16:creationId xmlns:a16="http://schemas.microsoft.com/office/drawing/2014/main" id="{38F9D1F8-5583-BA2A-4B22-20E54DAE9B88}"/>
                  </a:ext>
                </a:extLst>
              </p:cNvPr>
              <p:cNvSpPr/>
              <p:nvPr/>
            </p:nvSpPr>
            <p:spPr>
              <a:xfrm>
                <a:off x="338111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2" name="Freeform: Shape 6061">
                <a:extLst>
                  <a:ext uri="{FF2B5EF4-FFF2-40B4-BE49-F238E27FC236}">
                    <a16:creationId xmlns:a16="http://schemas.microsoft.com/office/drawing/2014/main" id="{9AAC84F3-ABB3-98B7-02CD-05D46AF632DE}"/>
                  </a:ext>
                </a:extLst>
              </p:cNvPr>
              <p:cNvSpPr/>
              <p:nvPr/>
            </p:nvSpPr>
            <p:spPr>
              <a:xfrm>
                <a:off x="338111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3" name="Freeform: Shape 6062">
                <a:extLst>
                  <a:ext uri="{FF2B5EF4-FFF2-40B4-BE49-F238E27FC236}">
                    <a16:creationId xmlns:a16="http://schemas.microsoft.com/office/drawing/2014/main" id="{C3A082E8-8ED8-BB35-25AE-BDDE659F0383}"/>
                  </a:ext>
                </a:extLst>
              </p:cNvPr>
              <p:cNvSpPr/>
              <p:nvPr/>
            </p:nvSpPr>
            <p:spPr>
              <a:xfrm>
                <a:off x="338111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4" name="Freeform: Shape 6063">
                <a:extLst>
                  <a:ext uri="{FF2B5EF4-FFF2-40B4-BE49-F238E27FC236}">
                    <a16:creationId xmlns:a16="http://schemas.microsoft.com/office/drawing/2014/main" id="{5F764E5D-F0C7-8982-2393-0DDEA51648CE}"/>
                  </a:ext>
                </a:extLst>
              </p:cNvPr>
              <p:cNvSpPr/>
              <p:nvPr/>
            </p:nvSpPr>
            <p:spPr>
              <a:xfrm>
                <a:off x="338111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5" name="Freeform: Shape 6064">
                <a:extLst>
                  <a:ext uri="{FF2B5EF4-FFF2-40B4-BE49-F238E27FC236}">
                    <a16:creationId xmlns:a16="http://schemas.microsoft.com/office/drawing/2014/main" id="{384E85E4-4E1D-DFED-CBCB-9635EF1F4964}"/>
                  </a:ext>
                </a:extLst>
              </p:cNvPr>
              <p:cNvSpPr/>
              <p:nvPr/>
            </p:nvSpPr>
            <p:spPr>
              <a:xfrm>
                <a:off x="338111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6" name="Freeform: Shape 6065">
                <a:extLst>
                  <a:ext uri="{FF2B5EF4-FFF2-40B4-BE49-F238E27FC236}">
                    <a16:creationId xmlns:a16="http://schemas.microsoft.com/office/drawing/2014/main" id="{8D5342AD-D516-C8E7-8497-7381447159A2}"/>
                  </a:ext>
                </a:extLst>
              </p:cNvPr>
              <p:cNvSpPr/>
              <p:nvPr/>
            </p:nvSpPr>
            <p:spPr>
              <a:xfrm>
                <a:off x="338111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2" name="Freeform: Shape 6071">
                <a:extLst>
                  <a:ext uri="{FF2B5EF4-FFF2-40B4-BE49-F238E27FC236}">
                    <a16:creationId xmlns:a16="http://schemas.microsoft.com/office/drawing/2014/main" id="{A5E47B32-4B79-A33A-9548-70F5E1BBEDBD}"/>
                  </a:ext>
                </a:extLst>
              </p:cNvPr>
              <p:cNvSpPr/>
              <p:nvPr/>
            </p:nvSpPr>
            <p:spPr>
              <a:xfrm>
                <a:off x="338111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3" name="Freeform: Shape 6072">
                <a:extLst>
                  <a:ext uri="{FF2B5EF4-FFF2-40B4-BE49-F238E27FC236}">
                    <a16:creationId xmlns:a16="http://schemas.microsoft.com/office/drawing/2014/main" id="{2D6093B3-4679-7BBF-58E8-63F6CDF54490}"/>
                  </a:ext>
                </a:extLst>
              </p:cNvPr>
              <p:cNvSpPr/>
              <p:nvPr/>
            </p:nvSpPr>
            <p:spPr>
              <a:xfrm>
                <a:off x="338111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4" name="Freeform: Shape 6073">
                <a:extLst>
                  <a:ext uri="{FF2B5EF4-FFF2-40B4-BE49-F238E27FC236}">
                    <a16:creationId xmlns:a16="http://schemas.microsoft.com/office/drawing/2014/main" id="{DAE2AEEB-D5CE-4B1C-3125-9B988215E849}"/>
                  </a:ext>
                </a:extLst>
              </p:cNvPr>
              <p:cNvSpPr/>
              <p:nvPr/>
            </p:nvSpPr>
            <p:spPr>
              <a:xfrm>
                <a:off x="338111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5" name="Freeform: Shape 6074">
                <a:extLst>
                  <a:ext uri="{FF2B5EF4-FFF2-40B4-BE49-F238E27FC236}">
                    <a16:creationId xmlns:a16="http://schemas.microsoft.com/office/drawing/2014/main" id="{64BA9B97-12F3-EF54-C8E6-C1110A451339}"/>
                  </a:ext>
                </a:extLst>
              </p:cNvPr>
              <p:cNvSpPr/>
              <p:nvPr/>
            </p:nvSpPr>
            <p:spPr>
              <a:xfrm>
                <a:off x="338111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6" name="Freeform: Shape 6075">
                <a:extLst>
                  <a:ext uri="{FF2B5EF4-FFF2-40B4-BE49-F238E27FC236}">
                    <a16:creationId xmlns:a16="http://schemas.microsoft.com/office/drawing/2014/main" id="{7C17BCA3-34CB-64FB-0C54-B55FB2DDBD91}"/>
                  </a:ext>
                </a:extLst>
              </p:cNvPr>
              <p:cNvSpPr/>
              <p:nvPr/>
            </p:nvSpPr>
            <p:spPr>
              <a:xfrm>
                <a:off x="338111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7" name="Freeform: Shape 6076">
                <a:extLst>
                  <a:ext uri="{FF2B5EF4-FFF2-40B4-BE49-F238E27FC236}">
                    <a16:creationId xmlns:a16="http://schemas.microsoft.com/office/drawing/2014/main" id="{53E5484A-36D9-DB32-D805-110AA6D06D09}"/>
                  </a:ext>
                </a:extLst>
              </p:cNvPr>
              <p:cNvSpPr/>
              <p:nvPr/>
            </p:nvSpPr>
            <p:spPr>
              <a:xfrm>
                <a:off x="3443347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8" name="Freeform: Shape 6077">
                <a:extLst>
                  <a:ext uri="{FF2B5EF4-FFF2-40B4-BE49-F238E27FC236}">
                    <a16:creationId xmlns:a16="http://schemas.microsoft.com/office/drawing/2014/main" id="{8A8753A4-5036-9597-DBF0-C8DEADF638EA}"/>
                  </a:ext>
                </a:extLst>
              </p:cNvPr>
              <p:cNvSpPr/>
              <p:nvPr/>
            </p:nvSpPr>
            <p:spPr>
              <a:xfrm>
                <a:off x="3443347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9" name="Freeform: Shape 6078">
                <a:extLst>
                  <a:ext uri="{FF2B5EF4-FFF2-40B4-BE49-F238E27FC236}">
                    <a16:creationId xmlns:a16="http://schemas.microsoft.com/office/drawing/2014/main" id="{8A9CE447-5499-705D-02BA-98EA9DC765BB}"/>
                  </a:ext>
                </a:extLst>
              </p:cNvPr>
              <p:cNvSpPr/>
              <p:nvPr/>
            </p:nvSpPr>
            <p:spPr>
              <a:xfrm>
                <a:off x="3443347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9BF4CBF-9668-D700-FD96-868C76F5BD4D}"/>
                  </a:ext>
                </a:extLst>
              </p:cNvPr>
              <p:cNvSpPr/>
              <p:nvPr/>
            </p:nvSpPr>
            <p:spPr>
              <a:xfrm>
                <a:off x="3443347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962311C6-7D60-4D0E-1402-1C9CAF11F991}"/>
                  </a:ext>
                </a:extLst>
              </p:cNvPr>
              <p:cNvSpPr/>
              <p:nvPr/>
            </p:nvSpPr>
            <p:spPr>
              <a:xfrm>
                <a:off x="3443347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FCB5DDF4-A6BA-1E10-36D9-483B1D71D859}"/>
                  </a:ext>
                </a:extLst>
              </p:cNvPr>
              <p:cNvSpPr/>
              <p:nvPr/>
            </p:nvSpPr>
            <p:spPr>
              <a:xfrm>
                <a:off x="3443347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444E10AF-BEAF-3DB1-02B6-BE1FBA426959}"/>
                  </a:ext>
                </a:extLst>
              </p:cNvPr>
              <p:cNvSpPr/>
              <p:nvPr/>
            </p:nvSpPr>
            <p:spPr>
              <a:xfrm>
                <a:off x="3443347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967A8AFF-F7D4-3C56-9ED0-05FF5D5BBDFA}"/>
                  </a:ext>
                </a:extLst>
              </p:cNvPr>
              <p:cNvSpPr/>
              <p:nvPr/>
            </p:nvSpPr>
            <p:spPr>
              <a:xfrm>
                <a:off x="3443347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F92CF477-FDED-CE5A-26BB-0CD2D1874F6F}"/>
                  </a:ext>
                </a:extLst>
              </p:cNvPr>
              <p:cNvSpPr/>
              <p:nvPr/>
            </p:nvSpPr>
            <p:spPr>
              <a:xfrm>
                <a:off x="3443347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1EE1F3DE-7D11-48EE-4198-493FCDCEB1A6}"/>
                  </a:ext>
                </a:extLst>
              </p:cNvPr>
              <p:cNvSpPr/>
              <p:nvPr/>
            </p:nvSpPr>
            <p:spPr>
              <a:xfrm>
                <a:off x="3443347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7ACE372-7610-2A92-729C-CC6A7CC9705C}"/>
                  </a:ext>
                </a:extLst>
              </p:cNvPr>
              <p:cNvSpPr/>
              <p:nvPr/>
            </p:nvSpPr>
            <p:spPr>
              <a:xfrm>
                <a:off x="3443347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D677DD17-9951-E89A-AA08-40426DB9E860}"/>
                  </a:ext>
                </a:extLst>
              </p:cNvPr>
              <p:cNvSpPr/>
              <p:nvPr/>
            </p:nvSpPr>
            <p:spPr>
              <a:xfrm>
                <a:off x="3443347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25D9FC26-5CAD-B0E6-6D8A-23C4B8FB7CBB}"/>
                  </a:ext>
                </a:extLst>
              </p:cNvPr>
              <p:cNvSpPr/>
              <p:nvPr/>
            </p:nvSpPr>
            <p:spPr>
              <a:xfrm>
                <a:off x="3443347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0DD8B1D6-6C60-83BC-667C-40354FBBEE84}"/>
                  </a:ext>
                </a:extLst>
              </p:cNvPr>
              <p:cNvSpPr/>
              <p:nvPr/>
            </p:nvSpPr>
            <p:spPr>
              <a:xfrm>
                <a:off x="3443347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CF168E30-F273-A823-521E-560864210A39}"/>
                  </a:ext>
                </a:extLst>
              </p:cNvPr>
              <p:cNvSpPr/>
              <p:nvPr/>
            </p:nvSpPr>
            <p:spPr>
              <a:xfrm>
                <a:off x="3443347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093BD61F-383A-EFC1-F82D-CFC4ED8A3E24}"/>
                  </a:ext>
                </a:extLst>
              </p:cNvPr>
              <p:cNvSpPr/>
              <p:nvPr/>
            </p:nvSpPr>
            <p:spPr>
              <a:xfrm>
                <a:off x="3443347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E0469803-E9C5-688D-7929-7C4232B5BF98}"/>
                  </a:ext>
                </a:extLst>
              </p:cNvPr>
              <p:cNvSpPr/>
              <p:nvPr/>
            </p:nvSpPr>
            <p:spPr>
              <a:xfrm>
                <a:off x="3443347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5B27554D-25F6-7430-2468-85481E907FDD}"/>
                  </a:ext>
                </a:extLst>
              </p:cNvPr>
              <p:cNvSpPr/>
              <p:nvPr/>
            </p:nvSpPr>
            <p:spPr>
              <a:xfrm>
                <a:off x="3443347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0FD81E5C-C26D-AABF-384F-7EE3C4E63A7D}"/>
                  </a:ext>
                </a:extLst>
              </p:cNvPr>
              <p:cNvSpPr/>
              <p:nvPr/>
            </p:nvSpPr>
            <p:spPr>
              <a:xfrm>
                <a:off x="3443347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21190C3-0F6F-239E-8E01-F49EBBA0CDBE}"/>
                  </a:ext>
                </a:extLst>
              </p:cNvPr>
              <p:cNvSpPr/>
              <p:nvPr/>
            </p:nvSpPr>
            <p:spPr>
              <a:xfrm>
                <a:off x="3443347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4EA6D6E5-B01E-8979-503A-3813BB195779}"/>
                  </a:ext>
                </a:extLst>
              </p:cNvPr>
              <p:cNvSpPr/>
              <p:nvPr/>
            </p:nvSpPr>
            <p:spPr>
              <a:xfrm>
                <a:off x="3443347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DA1DE139-A856-DC52-F86B-9C344A1C8C24}"/>
                  </a:ext>
                </a:extLst>
              </p:cNvPr>
              <p:cNvSpPr/>
              <p:nvPr/>
            </p:nvSpPr>
            <p:spPr>
              <a:xfrm>
                <a:off x="3443347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4CC8FEEB-F5CF-96CA-9C1A-6F0BF7B4DDCE}"/>
                  </a:ext>
                </a:extLst>
              </p:cNvPr>
              <p:cNvSpPr/>
              <p:nvPr/>
            </p:nvSpPr>
            <p:spPr>
              <a:xfrm>
                <a:off x="3443347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3B216C98-5DCB-D37A-9DE1-26AED2C3E249}"/>
                  </a:ext>
                </a:extLst>
              </p:cNvPr>
              <p:cNvSpPr/>
              <p:nvPr/>
            </p:nvSpPr>
            <p:spPr>
              <a:xfrm>
                <a:off x="3443347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240F3AF2-DD79-E792-7FA0-F847FFCAAD90}"/>
                  </a:ext>
                </a:extLst>
              </p:cNvPr>
              <p:cNvSpPr/>
              <p:nvPr/>
            </p:nvSpPr>
            <p:spPr>
              <a:xfrm>
                <a:off x="3443347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B41472E8-EF19-A240-40E2-178E4906270B}"/>
                  </a:ext>
                </a:extLst>
              </p:cNvPr>
              <p:cNvSpPr/>
              <p:nvPr/>
            </p:nvSpPr>
            <p:spPr>
              <a:xfrm>
                <a:off x="3443347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49CC0650-B8F5-6CE7-6214-09E73FF9ADB7}"/>
                  </a:ext>
                </a:extLst>
              </p:cNvPr>
              <p:cNvSpPr/>
              <p:nvPr/>
            </p:nvSpPr>
            <p:spPr>
              <a:xfrm>
                <a:off x="3443347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DF991834-D308-C8A6-BF94-86D9BFAD1403}"/>
                  </a:ext>
                </a:extLst>
              </p:cNvPr>
              <p:cNvSpPr/>
              <p:nvPr/>
            </p:nvSpPr>
            <p:spPr>
              <a:xfrm>
                <a:off x="3505663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95E43348-0B2C-7D3B-E4DD-BC49A8D267FD}"/>
                  </a:ext>
                </a:extLst>
              </p:cNvPr>
              <p:cNvSpPr/>
              <p:nvPr/>
            </p:nvSpPr>
            <p:spPr>
              <a:xfrm>
                <a:off x="3505663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1A21D4-461A-2E2D-9137-7D7F1FA968C3}"/>
                  </a:ext>
                </a:extLst>
              </p:cNvPr>
              <p:cNvSpPr/>
              <p:nvPr/>
            </p:nvSpPr>
            <p:spPr>
              <a:xfrm>
                <a:off x="3505663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0B734950-7116-2833-A044-F97FC36AAC3E}"/>
                  </a:ext>
                </a:extLst>
              </p:cNvPr>
              <p:cNvSpPr/>
              <p:nvPr/>
            </p:nvSpPr>
            <p:spPr>
              <a:xfrm>
                <a:off x="3505663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F030E97C-DD0A-25CF-96FC-EF24AFF89E91}"/>
                  </a:ext>
                </a:extLst>
              </p:cNvPr>
              <p:cNvSpPr/>
              <p:nvPr/>
            </p:nvSpPr>
            <p:spPr>
              <a:xfrm>
                <a:off x="3505663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55024811-DCDF-62FF-5F6E-5E5DCFBBF558}"/>
                  </a:ext>
                </a:extLst>
              </p:cNvPr>
              <p:cNvSpPr/>
              <p:nvPr/>
            </p:nvSpPr>
            <p:spPr>
              <a:xfrm>
                <a:off x="3505663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1A9BFE6A-8FB6-4EDD-563F-ADFB58ED183B}"/>
                  </a:ext>
                </a:extLst>
              </p:cNvPr>
              <p:cNvSpPr/>
              <p:nvPr/>
            </p:nvSpPr>
            <p:spPr>
              <a:xfrm>
                <a:off x="3505663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79EDE5DD-FEA2-E108-6754-8422858B39EF}"/>
                  </a:ext>
                </a:extLst>
              </p:cNvPr>
              <p:cNvSpPr/>
              <p:nvPr/>
            </p:nvSpPr>
            <p:spPr>
              <a:xfrm>
                <a:off x="3505663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DAA4F8CE-FFA3-F739-EF91-C73FEBF1ACB7}"/>
                  </a:ext>
                </a:extLst>
              </p:cNvPr>
              <p:cNvSpPr/>
              <p:nvPr/>
            </p:nvSpPr>
            <p:spPr>
              <a:xfrm>
                <a:off x="3505663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07F727C5-7159-879C-F6CF-A66FD72F10E0}"/>
                  </a:ext>
                </a:extLst>
              </p:cNvPr>
              <p:cNvSpPr/>
              <p:nvPr/>
            </p:nvSpPr>
            <p:spPr>
              <a:xfrm>
                <a:off x="3505663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6F48E098-D5EC-74C6-4243-A340F7C085D9}"/>
                  </a:ext>
                </a:extLst>
              </p:cNvPr>
              <p:cNvSpPr/>
              <p:nvPr/>
            </p:nvSpPr>
            <p:spPr>
              <a:xfrm>
                <a:off x="3505663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2D85F23A-4B92-B0DD-DA4C-DA81664066B7}"/>
                  </a:ext>
                </a:extLst>
              </p:cNvPr>
              <p:cNvSpPr/>
              <p:nvPr/>
            </p:nvSpPr>
            <p:spPr>
              <a:xfrm>
                <a:off x="3505663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9AEC8D52-7562-0008-7E54-19EF2A992535}"/>
                  </a:ext>
                </a:extLst>
              </p:cNvPr>
              <p:cNvSpPr/>
              <p:nvPr/>
            </p:nvSpPr>
            <p:spPr>
              <a:xfrm>
                <a:off x="3505663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ED3B1975-1936-2EAC-5BA4-154E4E39243B}"/>
                  </a:ext>
                </a:extLst>
              </p:cNvPr>
              <p:cNvSpPr/>
              <p:nvPr/>
            </p:nvSpPr>
            <p:spPr>
              <a:xfrm>
                <a:off x="3505663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1C09B01A-11FC-5D12-91D3-A253146C7984}"/>
                  </a:ext>
                </a:extLst>
              </p:cNvPr>
              <p:cNvSpPr/>
              <p:nvPr/>
            </p:nvSpPr>
            <p:spPr>
              <a:xfrm>
                <a:off x="3505663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E4DF6235-ED95-D3E0-414F-75B040B58BF9}"/>
                  </a:ext>
                </a:extLst>
              </p:cNvPr>
              <p:cNvSpPr/>
              <p:nvPr/>
            </p:nvSpPr>
            <p:spPr>
              <a:xfrm>
                <a:off x="3505663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B1DDF94E-1FF3-FF26-A5DB-2ABABD519F2A}"/>
                  </a:ext>
                </a:extLst>
              </p:cNvPr>
              <p:cNvSpPr/>
              <p:nvPr/>
            </p:nvSpPr>
            <p:spPr>
              <a:xfrm>
                <a:off x="3505663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1C947F25-2E28-C586-6090-C8FF9FFF9DA6}"/>
                  </a:ext>
                </a:extLst>
              </p:cNvPr>
              <p:cNvSpPr/>
              <p:nvPr/>
            </p:nvSpPr>
            <p:spPr>
              <a:xfrm>
                <a:off x="3505663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A24EEFBC-3F5C-8A89-A191-00683A9F172E}"/>
                  </a:ext>
                </a:extLst>
              </p:cNvPr>
              <p:cNvSpPr/>
              <p:nvPr/>
            </p:nvSpPr>
            <p:spPr>
              <a:xfrm>
                <a:off x="3505663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D81743F-1D99-A811-E3E1-B01E22FC3CEA}"/>
                  </a:ext>
                </a:extLst>
              </p:cNvPr>
              <p:cNvSpPr/>
              <p:nvPr/>
            </p:nvSpPr>
            <p:spPr>
              <a:xfrm>
                <a:off x="3505663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B956CF6-8C9F-8A49-BFCA-19A8A148897A}"/>
                  </a:ext>
                </a:extLst>
              </p:cNvPr>
              <p:cNvSpPr/>
              <p:nvPr/>
            </p:nvSpPr>
            <p:spPr>
              <a:xfrm>
                <a:off x="3505663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6D5BCE4F-B767-5AE5-2F59-4B8DB121CAF1}"/>
                  </a:ext>
                </a:extLst>
              </p:cNvPr>
              <p:cNvSpPr/>
              <p:nvPr/>
            </p:nvSpPr>
            <p:spPr>
              <a:xfrm>
                <a:off x="3505663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E985FF27-3A55-1ECF-EE7B-A6EEEC78D5D3}"/>
                  </a:ext>
                </a:extLst>
              </p:cNvPr>
              <p:cNvSpPr/>
              <p:nvPr/>
            </p:nvSpPr>
            <p:spPr>
              <a:xfrm>
                <a:off x="3505663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F97D89FE-EE88-9F02-93B2-3239FF496755}"/>
                  </a:ext>
                </a:extLst>
              </p:cNvPr>
              <p:cNvSpPr/>
              <p:nvPr/>
            </p:nvSpPr>
            <p:spPr>
              <a:xfrm>
                <a:off x="3505663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84876668-2D8B-111B-8841-FF7201EAF96D}"/>
                  </a:ext>
                </a:extLst>
              </p:cNvPr>
              <p:cNvSpPr/>
              <p:nvPr/>
            </p:nvSpPr>
            <p:spPr>
              <a:xfrm>
                <a:off x="3505663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DCCB306-181F-EEB2-86A1-858DAE20BC53}"/>
                  </a:ext>
                </a:extLst>
              </p:cNvPr>
              <p:cNvSpPr/>
              <p:nvPr/>
            </p:nvSpPr>
            <p:spPr>
              <a:xfrm>
                <a:off x="3505663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0CCFC04C-3052-BFA6-1974-AC2A7120A5D5}"/>
                  </a:ext>
                </a:extLst>
              </p:cNvPr>
              <p:cNvSpPr/>
              <p:nvPr/>
            </p:nvSpPr>
            <p:spPr>
              <a:xfrm>
                <a:off x="3505663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3D18C76-661B-F4DB-4E13-EE27BF2EE664}"/>
                  </a:ext>
                </a:extLst>
              </p:cNvPr>
              <p:cNvSpPr/>
              <p:nvPr/>
            </p:nvSpPr>
            <p:spPr>
              <a:xfrm>
                <a:off x="356789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88631DFB-EE3E-12C5-09EC-744213DBAB6E}"/>
                  </a:ext>
                </a:extLst>
              </p:cNvPr>
              <p:cNvSpPr/>
              <p:nvPr/>
            </p:nvSpPr>
            <p:spPr>
              <a:xfrm>
                <a:off x="356789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F1E3837A-06B4-0E2B-D8B2-47A9C716EBA5}"/>
                  </a:ext>
                </a:extLst>
              </p:cNvPr>
              <p:cNvSpPr/>
              <p:nvPr/>
            </p:nvSpPr>
            <p:spPr>
              <a:xfrm>
                <a:off x="356789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9ABD526C-619A-FD07-4188-00F0DC3B16F9}"/>
                  </a:ext>
                </a:extLst>
              </p:cNvPr>
              <p:cNvSpPr/>
              <p:nvPr/>
            </p:nvSpPr>
            <p:spPr>
              <a:xfrm>
                <a:off x="356789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36D56F1B-9379-1454-6CDF-85A71AF46F65}"/>
                  </a:ext>
                </a:extLst>
              </p:cNvPr>
              <p:cNvSpPr/>
              <p:nvPr/>
            </p:nvSpPr>
            <p:spPr>
              <a:xfrm>
                <a:off x="356789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6FCA9ABF-E0BD-9C42-15E7-407744B603B4}"/>
                  </a:ext>
                </a:extLst>
              </p:cNvPr>
              <p:cNvSpPr/>
              <p:nvPr/>
            </p:nvSpPr>
            <p:spPr>
              <a:xfrm>
                <a:off x="356789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E8C79C2-0722-0904-23AB-3CF93CF61E2D}"/>
                  </a:ext>
                </a:extLst>
              </p:cNvPr>
              <p:cNvSpPr/>
              <p:nvPr/>
            </p:nvSpPr>
            <p:spPr>
              <a:xfrm>
                <a:off x="356789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3F975C29-5DD0-E58A-3EB8-279AC489B035}"/>
                  </a:ext>
                </a:extLst>
              </p:cNvPr>
              <p:cNvSpPr/>
              <p:nvPr/>
            </p:nvSpPr>
            <p:spPr>
              <a:xfrm>
                <a:off x="356789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F844BFBD-BFBB-806C-089F-5458B3F44358}"/>
                  </a:ext>
                </a:extLst>
              </p:cNvPr>
              <p:cNvSpPr/>
              <p:nvPr/>
            </p:nvSpPr>
            <p:spPr>
              <a:xfrm>
                <a:off x="356789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1CC42960-A8D2-626B-0C8D-0F3C859578C5}"/>
                  </a:ext>
                </a:extLst>
              </p:cNvPr>
              <p:cNvSpPr/>
              <p:nvPr/>
            </p:nvSpPr>
            <p:spPr>
              <a:xfrm>
                <a:off x="356789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757C905A-E14C-6B9E-3E11-11E87CD12B4C}"/>
                  </a:ext>
                </a:extLst>
              </p:cNvPr>
              <p:cNvSpPr/>
              <p:nvPr/>
            </p:nvSpPr>
            <p:spPr>
              <a:xfrm>
                <a:off x="356789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71D3D199-1980-F0AA-48EB-C9E19B6F6121}"/>
                  </a:ext>
                </a:extLst>
              </p:cNvPr>
              <p:cNvSpPr/>
              <p:nvPr/>
            </p:nvSpPr>
            <p:spPr>
              <a:xfrm>
                <a:off x="356789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68" name="Freeform: Shape 7167">
                <a:extLst>
                  <a:ext uri="{FF2B5EF4-FFF2-40B4-BE49-F238E27FC236}">
                    <a16:creationId xmlns:a16="http://schemas.microsoft.com/office/drawing/2014/main" id="{E4FEDB10-6B06-63D4-AB2B-856A7F469153}"/>
                  </a:ext>
                </a:extLst>
              </p:cNvPr>
              <p:cNvSpPr/>
              <p:nvPr/>
            </p:nvSpPr>
            <p:spPr>
              <a:xfrm>
                <a:off x="356789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69" name="Freeform: Shape 7168">
                <a:extLst>
                  <a:ext uri="{FF2B5EF4-FFF2-40B4-BE49-F238E27FC236}">
                    <a16:creationId xmlns:a16="http://schemas.microsoft.com/office/drawing/2014/main" id="{67B9D980-3355-1452-2D53-1E10566BFA1A}"/>
                  </a:ext>
                </a:extLst>
              </p:cNvPr>
              <p:cNvSpPr/>
              <p:nvPr/>
            </p:nvSpPr>
            <p:spPr>
              <a:xfrm>
                <a:off x="356789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45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0" name="Freeform: Shape 7169">
                <a:extLst>
                  <a:ext uri="{FF2B5EF4-FFF2-40B4-BE49-F238E27FC236}">
                    <a16:creationId xmlns:a16="http://schemas.microsoft.com/office/drawing/2014/main" id="{49A6AFD0-759F-0466-41A4-AF493A00C2D3}"/>
                  </a:ext>
                </a:extLst>
              </p:cNvPr>
              <p:cNvSpPr/>
              <p:nvPr/>
            </p:nvSpPr>
            <p:spPr>
              <a:xfrm>
                <a:off x="356789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BEBEBE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1" name="Freeform: Shape 7170">
                <a:extLst>
                  <a:ext uri="{FF2B5EF4-FFF2-40B4-BE49-F238E27FC236}">
                    <a16:creationId xmlns:a16="http://schemas.microsoft.com/office/drawing/2014/main" id="{6FFD26BC-9913-BE6E-B082-132563940143}"/>
                  </a:ext>
                </a:extLst>
              </p:cNvPr>
              <p:cNvSpPr/>
              <p:nvPr/>
            </p:nvSpPr>
            <p:spPr>
              <a:xfrm>
                <a:off x="356789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2" name="Freeform: Shape 7171">
                <a:extLst>
                  <a:ext uri="{FF2B5EF4-FFF2-40B4-BE49-F238E27FC236}">
                    <a16:creationId xmlns:a16="http://schemas.microsoft.com/office/drawing/2014/main" id="{286394B6-6AAA-2F1C-C65E-42AC3F3DE20C}"/>
                  </a:ext>
                </a:extLst>
              </p:cNvPr>
              <p:cNvSpPr/>
              <p:nvPr/>
            </p:nvSpPr>
            <p:spPr>
              <a:xfrm>
                <a:off x="356789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5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3" name="Freeform: Shape 7172">
                <a:extLst>
                  <a:ext uri="{FF2B5EF4-FFF2-40B4-BE49-F238E27FC236}">
                    <a16:creationId xmlns:a16="http://schemas.microsoft.com/office/drawing/2014/main" id="{31D2C925-9BC7-83B1-16C3-CD867D9C092F}"/>
                  </a:ext>
                </a:extLst>
              </p:cNvPr>
              <p:cNvSpPr/>
              <p:nvPr/>
            </p:nvSpPr>
            <p:spPr>
              <a:xfrm>
                <a:off x="356789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4" name="Freeform: Shape 7173">
                <a:extLst>
                  <a:ext uri="{FF2B5EF4-FFF2-40B4-BE49-F238E27FC236}">
                    <a16:creationId xmlns:a16="http://schemas.microsoft.com/office/drawing/2014/main" id="{ED110630-91B7-C161-E312-FE25731C9A5F}"/>
                  </a:ext>
                </a:extLst>
              </p:cNvPr>
              <p:cNvSpPr/>
              <p:nvPr/>
            </p:nvSpPr>
            <p:spPr>
              <a:xfrm>
                <a:off x="356789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5" name="Freeform: Shape 7174">
                <a:extLst>
                  <a:ext uri="{FF2B5EF4-FFF2-40B4-BE49-F238E27FC236}">
                    <a16:creationId xmlns:a16="http://schemas.microsoft.com/office/drawing/2014/main" id="{3AD508E8-C4E5-12D3-DFD2-5E6D699EA169}"/>
                  </a:ext>
                </a:extLst>
              </p:cNvPr>
              <p:cNvSpPr/>
              <p:nvPr/>
            </p:nvSpPr>
            <p:spPr>
              <a:xfrm>
                <a:off x="356789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6" name="Freeform: Shape 7175">
                <a:extLst>
                  <a:ext uri="{FF2B5EF4-FFF2-40B4-BE49-F238E27FC236}">
                    <a16:creationId xmlns:a16="http://schemas.microsoft.com/office/drawing/2014/main" id="{50053F61-F567-E13A-F8EE-BC445685657E}"/>
                  </a:ext>
                </a:extLst>
              </p:cNvPr>
              <p:cNvSpPr/>
              <p:nvPr/>
            </p:nvSpPr>
            <p:spPr>
              <a:xfrm>
                <a:off x="356789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7" name="Freeform: Shape 7176">
                <a:extLst>
                  <a:ext uri="{FF2B5EF4-FFF2-40B4-BE49-F238E27FC236}">
                    <a16:creationId xmlns:a16="http://schemas.microsoft.com/office/drawing/2014/main" id="{945A02F6-AE47-8CC5-283F-C8B73920D669}"/>
                  </a:ext>
                </a:extLst>
              </p:cNvPr>
              <p:cNvSpPr/>
              <p:nvPr/>
            </p:nvSpPr>
            <p:spPr>
              <a:xfrm>
                <a:off x="356789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8" name="Freeform: Shape 7177">
                <a:extLst>
                  <a:ext uri="{FF2B5EF4-FFF2-40B4-BE49-F238E27FC236}">
                    <a16:creationId xmlns:a16="http://schemas.microsoft.com/office/drawing/2014/main" id="{801725D3-9A56-ACAC-1658-1D0A445D1249}"/>
                  </a:ext>
                </a:extLst>
              </p:cNvPr>
              <p:cNvSpPr/>
              <p:nvPr/>
            </p:nvSpPr>
            <p:spPr>
              <a:xfrm>
                <a:off x="356789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79" name="Freeform: Shape 7178">
                <a:extLst>
                  <a:ext uri="{FF2B5EF4-FFF2-40B4-BE49-F238E27FC236}">
                    <a16:creationId xmlns:a16="http://schemas.microsoft.com/office/drawing/2014/main" id="{960200AB-9C12-4183-A6E1-41A4FCF946D1}"/>
                  </a:ext>
                </a:extLst>
              </p:cNvPr>
              <p:cNvSpPr/>
              <p:nvPr/>
            </p:nvSpPr>
            <p:spPr>
              <a:xfrm>
                <a:off x="356789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0" name="Freeform: Shape 7179">
                <a:extLst>
                  <a:ext uri="{FF2B5EF4-FFF2-40B4-BE49-F238E27FC236}">
                    <a16:creationId xmlns:a16="http://schemas.microsoft.com/office/drawing/2014/main" id="{1588AF76-98DE-14AB-2AD5-51AD255DDF82}"/>
                  </a:ext>
                </a:extLst>
              </p:cNvPr>
              <p:cNvSpPr/>
              <p:nvPr/>
            </p:nvSpPr>
            <p:spPr>
              <a:xfrm>
                <a:off x="356789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1" name="Freeform: Shape 7180">
                <a:extLst>
                  <a:ext uri="{FF2B5EF4-FFF2-40B4-BE49-F238E27FC236}">
                    <a16:creationId xmlns:a16="http://schemas.microsoft.com/office/drawing/2014/main" id="{9EC09C38-C99E-8635-4D93-221B07FDAB40}"/>
                  </a:ext>
                </a:extLst>
              </p:cNvPr>
              <p:cNvSpPr/>
              <p:nvPr/>
            </p:nvSpPr>
            <p:spPr>
              <a:xfrm>
                <a:off x="356789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2" name="Freeform: Shape 7181">
                <a:extLst>
                  <a:ext uri="{FF2B5EF4-FFF2-40B4-BE49-F238E27FC236}">
                    <a16:creationId xmlns:a16="http://schemas.microsoft.com/office/drawing/2014/main" id="{8A182D85-1EE5-6B33-18F9-F062B0BFA40B}"/>
                  </a:ext>
                </a:extLst>
              </p:cNvPr>
              <p:cNvSpPr/>
              <p:nvPr/>
            </p:nvSpPr>
            <p:spPr>
              <a:xfrm>
                <a:off x="356789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3" name="Freeform: Shape 7182">
                <a:extLst>
                  <a:ext uri="{FF2B5EF4-FFF2-40B4-BE49-F238E27FC236}">
                    <a16:creationId xmlns:a16="http://schemas.microsoft.com/office/drawing/2014/main" id="{5F50E9D7-7570-BABF-063F-59C71CAAD7D1}"/>
                  </a:ext>
                </a:extLst>
              </p:cNvPr>
              <p:cNvSpPr/>
              <p:nvPr/>
            </p:nvSpPr>
            <p:spPr>
              <a:xfrm>
                <a:off x="3630215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4" name="Freeform: Shape 7183">
                <a:extLst>
                  <a:ext uri="{FF2B5EF4-FFF2-40B4-BE49-F238E27FC236}">
                    <a16:creationId xmlns:a16="http://schemas.microsoft.com/office/drawing/2014/main" id="{E628BD35-7108-7E73-576C-EB6D51070AB2}"/>
                  </a:ext>
                </a:extLst>
              </p:cNvPr>
              <p:cNvSpPr/>
              <p:nvPr/>
            </p:nvSpPr>
            <p:spPr>
              <a:xfrm>
                <a:off x="3630215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5" name="Freeform: Shape 7184">
                <a:extLst>
                  <a:ext uri="{FF2B5EF4-FFF2-40B4-BE49-F238E27FC236}">
                    <a16:creationId xmlns:a16="http://schemas.microsoft.com/office/drawing/2014/main" id="{21F67072-2DB8-B0DA-BAEC-3BF501BA8EA7}"/>
                  </a:ext>
                </a:extLst>
              </p:cNvPr>
              <p:cNvSpPr/>
              <p:nvPr/>
            </p:nvSpPr>
            <p:spPr>
              <a:xfrm>
                <a:off x="3630215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6" name="Freeform: Shape 7185">
                <a:extLst>
                  <a:ext uri="{FF2B5EF4-FFF2-40B4-BE49-F238E27FC236}">
                    <a16:creationId xmlns:a16="http://schemas.microsoft.com/office/drawing/2014/main" id="{C4D3FA12-075B-BB9B-A2C0-F59708306FEE}"/>
                  </a:ext>
                </a:extLst>
              </p:cNvPr>
              <p:cNvSpPr/>
              <p:nvPr/>
            </p:nvSpPr>
            <p:spPr>
              <a:xfrm>
                <a:off x="3630215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7" name="Freeform: Shape 7186">
                <a:extLst>
                  <a:ext uri="{FF2B5EF4-FFF2-40B4-BE49-F238E27FC236}">
                    <a16:creationId xmlns:a16="http://schemas.microsoft.com/office/drawing/2014/main" id="{17E50F99-63F6-9FAC-6080-CAF0D7AACC91}"/>
                  </a:ext>
                </a:extLst>
              </p:cNvPr>
              <p:cNvSpPr/>
              <p:nvPr/>
            </p:nvSpPr>
            <p:spPr>
              <a:xfrm>
                <a:off x="3630215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8" name="Freeform: Shape 7187">
                <a:extLst>
                  <a:ext uri="{FF2B5EF4-FFF2-40B4-BE49-F238E27FC236}">
                    <a16:creationId xmlns:a16="http://schemas.microsoft.com/office/drawing/2014/main" id="{5C6C08B5-8F1A-21A3-C1E3-BB7DDA0E244F}"/>
                  </a:ext>
                </a:extLst>
              </p:cNvPr>
              <p:cNvSpPr/>
              <p:nvPr/>
            </p:nvSpPr>
            <p:spPr>
              <a:xfrm>
                <a:off x="3630215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89" name="Freeform: Shape 7188">
                <a:extLst>
                  <a:ext uri="{FF2B5EF4-FFF2-40B4-BE49-F238E27FC236}">
                    <a16:creationId xmlns:a16="http://schemas.microsoft.com/office/drawing/2014/main" id="{2335585D-EEE8-0735-D287-B3EEE82B298B}"/>
                  </a:ext>
                </a:extLst>
              </p:cNvPr>
              <p:cNvSpPr/>
              <p:nvPr/>
            </p:nvSpPr>
            <p:spPr>
              <a:xfrm>
                <a:off x="3630215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0" name="Freeform: Shape 7189">
                <a:extLst>
                  <a:ext uri="{FF2B5EF4-FFF2-40B4-BE49-F238E27FC236}">
                    <a16:creationId xmlns:a16="http://schemas.microsoft.com/office/drawing/2014/main" id="{85CB06B3-F7C5-9CFC-2304-E17EDA4532E7}"/>
                  </a:ext>
                </a:extLst>
              </p:cNvPr>
              <p:cNvSpPr/>
              <p:nvPr/>
            </p:nvSpPr>
            <p:spPr>
              <a:xfrm>
                <a:off x="3630215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1" name="Freeform: Shape 7190">
                <a:extLst>
                  <a:ext uri="{FF2B5EF4-FFF2-40B4-BE49-F238E27FC236}">
                    <a16:creationId xmlns:a16="http://schemas.microsoft.com/office/drawing/2014/main" id="{DF025102-FA98-8917-9D79-4AFCC9BB68D6}"/>
                  </a:ext>
                </a:extLst>
              </p:cNvPr>
              <p:cNvSpPr/>
              <p:nvPr/>
            </p:nvSpPr>
            <p:spPr>
              <a:xfrm>
                <a:off x="3630215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96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2" name="Freeform: Shape 7191">
                <a:extLst>
                  <a:ext uri="{FF2B5EF4-FFF2-40B4-BE49-F238E27FC236}">
                    <a16:creationId xmlns:a16="http://schemas.microsoft.com/office/drawing/2014/main" id="{87902A7A-E809-FDDC-8E81-536A7DCE0EF3}"/>
                  </a:ext>
                </a:extLst>
              </p:cNvPr>
              <p:cNvSpPr/>
              <p:nvPr/>
            </p:nvSpPr>
            <p:spPr>
              <a:xfrm>
                <a:off x="3630215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3" name="Freeform: Shape 7192">
                <a:extLst>
                  <a:ext uri="{FF2B5EF4-FFF2-40B4-BE49-F238E27FC236}">
                    <a16:creationId xmlns:a16="http://schemas.microsoft.com/office/drawing/2014/main" id="{F6253FB0-4CBA-F100-8ECA-47DE662E537C}"/>
                  </a:ext>
                </a:extLst>
              </p:cNvPr>
              <p:cNvSpPr/>
              <p:nvPr/>
            </p:nvSpPr>
            <p:spPr>
              <a:xfrm>
                <a:off x="3630215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4" name="Freeform: Shape 7193">
                <a:extLst>
                  <a:ext uri="{FF2B5EF4-FFF2-40B4-BE49-F238E27FC236}">
                    <a16:creationId xmlns:a16="http://schemas.microsoft.com/office/drawing/2014/main" id="{1EB3830A-07BB-2B58-75D7-56FD3CD371A0}"/>
                  </a:ext>
                </a:extLst>
              </p:cNvPr>
              <p:cNvSpPr/>
              <p:nvPr/>
            </p:nvSpPr>
            <p:spPr>
              <a:xfrm>
                <a:off x="3630215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5" name="Freeform: Shape 7194">
                <a:extLst>
                  <a:ext uri="{FF2B5EF4-FFF2-40B4-BE49-F238E27FC236}">
                    <a16:creationId xmlns:a16="http://schemas.microsoft.com/office/drawing/2014/main" id="{F7CC8EA5-D9FE-B6BB-CCBE-CF25B319EB6A}"/>
                  </a:ext>
                </a:extLst>
              </p:cNvPr>
              <p:cNvSpPr/>
              <p:nvPr/>
            </p:nvSpPr>
            <p:spPr>
              <a:xfrm>
                <a:off x="3630215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6" name="Freeform: Shape 7195">
                <a:extLst>
                  <a:ext uri="{FF2B5EF4-FFF2-40B4-BE49-F238E27FC236}">
                    <a16:creationId xmlns:a16="http://schemas.microsoft.com/office/drawing/2014/main" id="{BC3D0BF4-5A19-2DF5-6E32-0C954C89ABD4}"/>
                  </a:ext>
                </a:extLst>
              </p:cNvPr>
              <p:cNvSpPr/>
              <p:nvPr/>
            </p:nvSpPr>
            <p:spPr>
              <a:xfrm>
                <a:off x="3630215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7" name="Freeform: Shape 7196">
                <a:extLst>
                  <a:ext uri="{FF2B5EF4-FFF2-40B4-BE49-F238E27FC236}">
                    <a16:creationId xmlns:a16="http://schemas.microsoft.com/office/drawing/2014/main" id="{111F3BCE-1497-9C80-9401-6CDE20C3F95A}"/>
                  </a:ext>
                </a:extLst>
              </p:cNvPr>
              <p:cNvSpPr/>
              <p:nvPr/>
            </p:nvSpPr>
            <p:spPr>
              <a:xfrm>
                <a:off x="3630215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198" name="Freeform: Shape 7197">
                <a:extLst>
                  <a:ext uri="{FF2B5EF4-FFF2-40B4-BE49-F238E27FC236}">
                    <a16:creationId xmlns:a16="http://schemas.microsoft.com/office/drawing/2014/main" id="{A22228B5-49D3-5BD2-061C-28ACEC2DD332}"/>
                  </a:ext>
                </a:extLst>
              </p:cNvPr>
              <p:cNvSpPr/>
              <p:nvPr/>
            </p:nvSpPr>
            <p:spPr>
              <a:xfrm>
                <a:off x="3630215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00" name="Freeform: Shape 7199">
                <a:extLst>
                  <a:ext uri="{FF2B5EF4-FFF2-40B4-BE49-F238E27FC236}">
                    <a16:creationId xmlns:a16="http://schemas.microsoft.com/office/drawing/2014/main" id="{DF6A0C5C-B8CB-48F6-B3E3-BE13F92E9069}"/>
                  </a:ext>
                </a:extLst>
              </p:cNvPr>
              <p:cNvSpPr/>
              <p:nvPr/>
            </p:nvSpPr>
            <p:spPr>
              <a:xfrm>
                <a:off x="3630215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F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01" name="Freeform: Shape 7200">
                <a:extLst>
                  <a:ext uri="{FF2B5EF4-FFF2-40B4-BE49-F238E27FC236}">
                    <a16:creationId xmlns:a16="http://schemas.microsoft.com/office/drawing/2014/main" id="{0B563F95-540F-7DD1-FD15-7F5B5AE9F94B}"/>
                  </a:ext>
                </a:extLst>
              </p:cNvPr>
              <p:cNvSpPr/>
              <p:nvPr/>
            </p:nvSpPr>
            <p:spPr>
              <a:xfrm>
                <a:off x="3630215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03" name="Freeform: Shape 7202">
                <a:extLst>
                  <a:ext uri="{FF2B5EF4-FFF2-40B4-BE49-F238E27FC236}">
                    <a16:creationId xmlns:a16="http://schemas.microsoft.com/office/drawing/2014/main" id="{F16A4289-E474-2FB8-55E3-D2167DF51723}"/>
                  </a:ext>
                </a:extLst>
              </p:cNvPr>
              <p:cNvSpPr/>
              <p:nvPr/>
            </p:nvSpPr>
            <p:spPr>
              <a:xfrm>
                <a:off x="3630215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04" name="Freeform: Shape 7203">
                <a:extLst>
                  <a:ext uri="{FF2B5EF4-FFF2-40B4-BE49-F238E27FC236}">
                    <a16:creationId xmlns:a16="http://schemas.microsoft.com/office/drawing/2014/main" id="{45071669-B218-AFCB-3108-2C6463B6502C}"/>
                  </a:ext>
                </a:extLst>
              </p:cNvPr>
              <p:cNvSpPr/>
              <p:nvPr/>
            </p:nvSpPr>
            <p:spPr>
              <a:xfrm>
                <a:off x="3630215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94" name="Freeform: Shape 7293">
                <a:extLst>
                  <a:ext uri="{FF2B5EF4-FFF2-40B4-BE49-F238E27FC236}">
                    <a16:creationId xmlns:a16="http://schemas.microsoft.com/office/drawing/2014/main" id="{762A0884-CCF2-D9C6-1A67-6D9F0CB30660}"/>
                  </a:ext>
                </a:extLst>
              </p:cNvPr>
              <p:cNvSpPr/>
              <p:nvPr/>
            </p:nvSpPr>
            <p:spPr>
              <a:xfrm>
                <a:off x="3630215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95" name="Freeform: Shape 7294">
                <a:extLst>
                  <a:ext uri="{FF2B5EF4-FFF2-40B4-BE49-F238E27FC236}">
                    <a16:creationId xmlns:a16="http://schemas.microsoft.com/office/drawing/2014/main" id="{0F4BA60F-99D0-C901-0894-EA8580D03C2E}"/>
                  </a:ext>
                </a:extLst>
              </p:cNvPr>
              <p:cNvSpPr/>
              <p:nvPr/>
            </p:nvSpPr>
            <p:spPr>
              <a:xfrm>
                <a:off x="3630215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97" name="Freeform: Shape 7296">
                <a:extLst>
                  <a:ext uri="{FF2B5EF4-FFF2-40B4-BE49-F238E27FC236}">
                    <a16:creationId xmlns:a16="http://schemas.microsoft.com/office/drawing/2014/main" id="{24665638-BC52-9C9B-883B-BCD31A26056A}"/>
                  </a:ext>
                </a:extLst>
              </p:cNvPr>
              <p:cNvSpPr/>
              <p:nvPr/>
            </p:nvSpPr>
            <p:spPr>
              <a:xfrm>
                <a:off x="3630215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98" name="Freeform: Shape 7297">
                <a:extLst>
                  <a:ext uri="{FF2B5EF4-FFF2-40B4-BE49-F238E27FC236}">
                    <a16:creationId xmlns:a16="http://schemas.microsoft.com/office/drawing/2014/main" id="{CB566C84-6843-A58D-471F-4599645D3B82}"/>
                  </a:ext>
                </a:extLst>
              </p:cNvPr>
              <p:cNvSpPr/>
              <p:nvPr/>
            </p:nvSpPr>
            <p:spPr>
              <a:xfrm>
                <a:off x="3630215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299" name="Freeform: Shape 7298">
                <a:extLst>
                  <a:ext uri="{FF2B5EF4-FFF2-40B4-BE49-F238E27FC236}">
                    <a16:creationId xmlns:a16="http://schemas.microsoft.com/office/drawing/2014/main" id="{2B3E5E50-2F29-4EDE-EC5E-E9E0B848D061}"/>
                  </a:ext>
                </a:extLst>
              </p:cNvPr>
              <p:cNvSpPr/>
              <p:nvPr/>
            </p:nvSpPr>
            <p:spPr>
              <a:xfrm>
                <a:off x="3630215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00" name="Freeform: Shape 7299">
                <a:extLst>
                  <a:ext uri="{FF2B5EF4-FFF2-40B4-BE49-F238E27FC236}">
                    <a16:creationId xmlns:a16="http://schemas.microsoft.com/office/drawing/2014/main" id="{494A6A58-C3BE-9DE6-F857-DB9D568D0AF9}"/>
                  </a:ext>
                </a:extLst>
              </p:cNvPr>
              <p:cNvSpPr/>
              <p:nvPr/>
            </p:nvSpPr>
            <p:spPr>
              <a:xfrm>
                <a:off x="3630215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01" name="Freeform: Shape 7300">
                <a:extLst>
                  <a:ext uri="{FF2B5EF4-FFF2-40B4-BE49-F238E27FC236}">
                    <a16:creationId xmlns:a16="http://schemas.microsoft.com/office/drawing/2014/main" id="{C28A70EB-B222-AB1C-E99D-B9FBF733DF8E}"/>
                  </a:ext>
                </a:extLst>
              </p:cNvPr>
              <p:cNvSpPr/>
              <p:nvPr/>
            </p:nvSpPr>
            <p:spPr>
              <a:xfrm>
                <a:off x="3630215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19" name="Freeform: Shape 7318">
                <a:extLst>
                  <a:ext uri="{FF2B5EF4-FFF2-40B4-BE49-F238E27FC236}">
                    <a16:creationId xmlns:a16="http://schemas.microsoft.com/office/drawing/2014/main" id="{90EDFAFC-B7F0-D801-12C9-8FCC0740B582}"/>
                  </a:ext>
                </a:extLst>
              </p:cNvPr>
              <p:cNvSpPr/>
              <p:nvPr/>
            </p:nvSpPr>
            <p:spPr>
              <a:xfrm>
                <a:off x="3692450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0" name="Freeform: Shape 7319">
                <a:extLst>
                  <a:ext uri="{FF2B5EF4-FFF2-40B4-BE49-F238E27FC236}">
                    <a16:creationId xmlns:a16="http://schemas.microsoft.com/office/drawing/2014/main" id="{476AD8C2-D581-4E3F-14B7-89E3360F0B24}"/>
                  </a:ext>
                </a:extLst>
              </p:cNvPr>
              <p:cNvSpPr/>
              <p:nvPr/>
            </p:nvSpPr>
            <p:spPr>
              <a:xfrm>
                <a:off x="3692450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1" name="Freeform: Shape 7320">
                <a:extLst>
                  <a:ext uri="{FF2B5EF4-FFF2-40B4-BE49-F238E27FC236}">
                    <a16:creationId xmlns:a16="http://schemas.microsoft.com/office/drawing/2014/main" id="{0E527556-669E-4F90-4648-D253C84EE407}"/>
                  </a:ext>
                </a:extLst>
              </p:cNvPr>
              <p:cNvSpPr/>
              <p:nvPr/>
            </p:nvSpPr>
            <p:spPr>
              <a:xfrm>
                <a:off x="3692450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2" name="Freeform: Shape 7321">
                <a:extLst>
                  <a:ext uri="{FF2B5EF4-FFF2-40B4-BE49-F238E27FC236}">
                    <a16:creationId xmlns:a16="http://schemas.microsoft.com/office/drawing/2014/main" id="{270BB0F5-4991-9DA8-9AE4-A1766F3E3BA2}"/>
                  </a:ext>
                </a:extLst>
              </p:cNvPr>
              <p:cNvSpPr/>
              <p:nvPr/>
            </p:nvSpPr>
            <p:spPr>
              <a:xfrm>
                <a:off x="3692450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3" name="Freeform: Shape 7322">
                <a:extLst>
                  <a:ext uri="{FF2B5EF4-FFF2-40B4-BE49-F238E27FC236}">
                    <a16:creationId xmlns:a16="http://schemas.microsoft.com/office/drawing/2014/main" id="{BC82CC9E-5BB0-F43D-03FF-B4C6C8E2D43C}"/>
                  </a:ext>
                </a:extLst>
              </p:cNvPr>
              <p:cNvSpPr/>
              <p:nvPr/>
            </p:nvSpPr>
            <p:spPr>
              <a:xfrm>
                <a:off x="3692450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4" name="Freeform: Shape 7323">
                <a:extLst>
                  <a:ext uri="{FF2B5EF4-FFF2-40B4-BE49-F238E27FC236}">
                    <a16:creationId xmlns:a16="http://schemas.microsoft.com/office/drawing/2014/main" id="{91D405BD-4D60-3620-194C-BFDF989840A7}"/>
                  </a:ext>
                </a:extLst>
              </p:cNvPr>
              <p:cNvSpPr/>
              <p:nvPr/>
            </p:nvSpPr>
            <p:spPr>
              <a:xfrm>
                <a:off x="3692450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5" name="Freeform: Shape 7324">
                <a:extLst>
                  <a:ext uri="{FF2B5EF4-FFF2-40B4-BE49-F238E27FC236}">
                    <a16:creationId xmlns:a16="http://schemas.microsoft.com/office/drawing/2014/main" id="{C65CC91A-6D68-B12D-331F-9F823AE701B3}"/>
                  </a:ext>
                </a:extLst>
              </p:cNvPr>
              <p:cNvSpPr/>
              <p:nvPr/>
            </p:nvSpPr>
            <p:spPr>
              <a:xfrm>
                <a:off x="3692450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6" name="Freeform: Shape 7325">
                <a:extLst>
                  <a:ext uri="{FF2B5EF4-FFF2-40B4-BE49-F238E27FC236}">
                    <a16:creationId xmlns:a16="http://schemas.microsoft.com/office/drawing/2014/main" id="{64A6957F-FF4E-4506-C093-62DC80066E13}"/>
                  </a:ext>
                </a:extLst>
              </p:cNvPr>
              <p:cNvSpPr/>
              <p:nvPr/>
            </p:nvSpPr>
            <p:spPr>
              <a:xfrm>
                <a:off x="3692450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7" name="Freeform: Shape 7326">
                <a:extLst>
                  <a:ext uri="{FF2B5EF4-FFF2-40B4-BE49-F238E27FC236}">
                    <a16:creationId xmlns:a16="http://schemas.microsoft.com/office/drawing/2014/main" id="{B501523D-7E80-F917-6157-5BD45613FFA9}"/>
                  </a:ext>
                </a:extLst>
              </p:cNvPr>
              <p:cNvSpPr/>
              <p:nvPr/>
            </p:nvSpPr>
            <p:spPr>
              <a:xfrm>
                <a:off x="3692450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8" name="Freeform: Shape 7327">
                <a:extLst>
                  <a:ext uri="{FF2B5EF4-FFF2-40B4-BE49-F238E27FC236}">
                    <a16:creationId xmlns:a16="http://schemas.microsoft.com/office/drawing/2014/main" id="{2E518A2A-37C2-7879-6638-EFF4F3F45F25}"/>
                  </a:ext>
                </a:extLst>
              </p:cNvPr>
              <p:cNvSpPr/>
              <p:nvPr/>
            </p:nvSpPr>
            <p:spPr>
              <a:xfrm>
                <a:off x="3692450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29" name="Freeform: Shape 7328">
                <a:extLst>
                  <a:ext uri="{FF2B5EF4-FFF2-40B4-BE49-F238E27FC236}">
                    <a16:creationId xmlns:a16="http://schemas.microsoft.com/office/drawing/2014/main" id="{2CDADA53-126F-F805-9B1A-C67634FA0E15}"/>
                  </a:ext>
                </a:extLst>
              </p:cNvPr>
              <p:cNvSpPr/>
              <p:nvPr/>
            </p:nvSpPr>
            <p:spPr>
              <a:xfrm>
                <a:off x="3692450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0" name="Freeform: Shape 7329">
                <a:extLst>
                  <a:ext uri="{FF2B5EF4-FFF2-40B4-BE49-F238E27FC236}">
                    <a16:creationId xmlns:a16="http://schemas.microsoft.com/office/drawing/2014/main" id="{54E91780-75E5-F417-43D7-6CB573B94D2F}"/>
                  </a:ext>
                </a:extLst>
              </p:cNvPr>
              <p:cNvSpPr/>
              <p:nvPr/>
            </p:nvSpPr>
            <p:spPr>
              <a:xfrm>
                <a:off x="3692450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1" name="Freeform: Shape 7330">
                <a:extLst>
                  <a:ext uri="{FF2B5EF4-FFF2-40B4-BE49-F238E27FC236}">
                    <a16:creationId xmlns:a16="http://schemas.microsoft.com/office/drawing/2014/main" id="{38AE747C-DF8A-C353-F278-7164ED31C757}"/>
                  </a:ext>
                </a:extLst>
              </p:cNvPr>
              <p:cNvSpPr/>
              <p:nvPr/>
            </p:nvSpPr>
            <p:spPr>
              <a:xfrm>
                <a:off x="3692450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2" name="Freeform: Shape 7331">
                <a:extLst>
                  <a:ext uri="{FF2B5EF4-FFF2-40B4-BE49-F238E27FC236}">
                    <a16:creationId xmlns:a16="http://schemas.microsoft.com/office/drawing/2014/main" id="{51D31541-F47F-FEE9-5172-0607683DE227}"/>
                  </a:ext>
                </a:extLst>
              </p:cNvPr>
              <p:cNvSpPr/>
              <p:nvPr/>
            </p:nvSpPr>
            <p:spPr>
              <a:xfrm>
                <a:off x="3692450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3" name="Freeform: Shape 7332">
                <a:extLst>
                  <a:ext uri="{FF2B5EF4-FFF2-40B4-BE49-F238E27FC236}">
                    <a16:creationId xmlns:a16="http://schemas.microsoft.com/office/drawing/2014/main" id="{1101B2A1-97EB-6D2A-A2FE-1E809C4A5822}"/>
                  </a:ext>
                </a:extLst>
              </p:cNvPr>
              <p:cNvSpPr/>
              <p:nvPr/>
            </p:nvSpPr>
            <p:spPr>
              <a:xfrm>
                <a:off x="3692450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4" name="Freeform: Shape 7333">
                <a:extLst>
                  <a:ext uri="{FF2B5EF4-FFF2-40B4-BE49-F238E27FC236}">
                    <a16:creationId xmlns:a16="http://schemas.microsoft.com/office/drawing/2014/main" id="{EB3BF07F-1CB1-1387-B784-E3CB2AE0CEB1}"/>
                  </a:ext>
                </a:extLst>
              </p:cNvPr>
              <p:cNvSpPr/>
              <p:nvPr/>
            </p:nvSpPr>
            <p:spPr>
              <a:xfrm>
                <a:off x="3692450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5" name="Freeform: Shape 7334">
                <a:extLst>
                  <a:ext uri="{FF2B5EF4-FFF2-40B4-BE49-F238E27FC236}">
                    <a16:creationId xmlns:a16="http://schemas.microsoft.com/office/drawing/2014/main" id="{D2F519F2-E494-5BEA-1453-887FD1516B85}"/>
                  </a:ext>
                </a:extLst>
              </p:cNvPr>
              <p:cNvSpPr/>
              <p:nvPr/>
            </p:nvSpPr>
            <p:spPr>
              <a:xfrm>
                <a:off x="3692450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6" name="Freeform: Shape 7335">
                <a:extLst>
                  <a:ext uri="{FF2B5EF4-FFF2-40B4-BE49-F238E27FC236}">
                    <a16:creationId xmlns:a16="http://schemas.microsoft.com/office/drawing/2014/main" id="{95AF0254-1D48-F106-21D6-53A94BDCB365}"/>
                  </a:ext>
                </a:extLst>
              </p:cNvPr>
              <p:cNvSpPr/>
              <p:nvPr/>
            </p:nvSpPr>
            <p:spPr>
              <a:xfrm>
                <a:off x="3692450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7" name="Freeform: Shape 7336">
                <a:extLst>
                  <a:ext uri="{FF2B5EF4-FFF2-40B4-BE49-F238E27FC236}">
                    <a16:creationId xmlns:a16="http://schemas.microsoft.com/office/drawing/2014/main" id="{88A90335-5EED-265E-D330-CC3D037D1DBB}"/>
                  </a:ext>
                </a:extLst>
              </p:cNvPr>
              <p:cNvSpPr/>
              <p:nvPr/>
            </p:nvSpPr>
            <p:spPr>
              <a:xfrm>
                <a:off x="3692450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8" name="Freeform: Shape 7337">
                <a:extLst>
                  <a:ext uri="{FF2B5EF4-FFF2-40B4-BE49-F238E27FC236}">
                    <a16:creationId xmlns:a16="http://schemas.microsoft.com/office/drawing/2014/main" id="{0B348112-A772-4DEE-D0CD-53D075ACD6EF}"/>
                  </a:ext>
                </a:extLst>
              </p:cNvPr>
              <p:cNvSpPr/>
              <p:nvPr/>
            </p:nvSpPr>
            <p:spPr>
              <a:xfrm>
                <a:off x="3692450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39" name="Freeform: Shape 7338">
                <a:extLst>
                  <a:ext uri="{FF2B5EF4-FFF2-40B4-BE49-F238E27FC236}">
                    <a16:creationId xmlns:a16="http://schemas.microsoft.com/office/drawing/2014/main" id="{9399B699-0E90-CD38-F982-292BBF5DE203}"/>
                  </a:ext>
                </a:extLst>
              </p:cNvPr>
              <p:cNvSpPr/>
              <p:nvPr/>
            </p:nvSpPr>
            <p:spPr>
              <a:xfrm>
                <a:off x="3692450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0" name="Freeform: Shape 7339">
                <a:extLst>
                  <a:ext uri="{FF2B5EF4-FFF2-40B4-BE49-F238E27FC236}">
                    <a16:creationId xmlns:a16="http://schemas.microsoft.com/office/drawing/2014/main" id="{847B9553-600E-8038-FA10-CDADADA3B73F}"/>
                  </a:ext>
                </a:extLst>
              </p:cNvPr>
              <p:cNvSpPr/>
              <p:nvPr/>
            </p:nvSpPr>
            <p:spPr>
              <a:xfrm>
                <a:off x="3692450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1" name="Freeform: Shape 7340">
                <a:extLst>
                  <a:ext uri="{FF2B5EF4-FFF2-40B4-BE49-F238E27FC236}">
                    <a16:creationId xmlns:a16="http://schemas.microsoft.com/office/drawing/2014/main" id="{A6E42A1A-5EF4-C14C-FA39-96F82B4A4D26}"/>
                  </a:ext>
                </a:extLst>
              </p:cNvPr>
              <p:cNvSpPr/>
              <p:nvPr/>
            </p:nvSpPr>
            <p:spPr>
              <a:xfrm>
                <a:off x="3692450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2" name="Freeform: Shape 7341">
                <a:extLst>
                  <a:ext uri="{FF2B5EF4-FFF2-40B4-BE49-F238E27FC236}">
                    <a16:creationId xmlns:a16="http://schemas.microsoft.com/office/drawing/2014/main" id="{1E2C9F24-DB68-3FFE-5838-4A1E8FD084BF}"/>
                  </a:ext>
                </a:extLst>
              </p:cNvPr>
              <p:cNvSpPr/>
              <p:nvPr/>
            </p:nvSpPr>
            <p:spPr>
              <a:xfrm>
                <a:off x="3692450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3" name="Freeform: Shape 7342">
                <a:extLst>
                  <a:ext uri="{FF2B5EF4-FFF2-40B4-BE49-F238E27FC236}">
                    <a16:creationId xmlns:a16="http://schemas.microsoft.com/office/drawing/2014/main" id="{2C84560B-5A54-14C3-B77D-752EF590925A}"/>
                  </a:ext>
                </a:extLst>
              </p:cNvPr>
              <p:cNvSpPr/>
              <p:nvPr/>
            </p:nvSpPr>
            <p:spPr>
              <a:xfrm>
                <a:off x="3692450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4" name="Freeform: Shape 7343">
                <a:extLst>
                  <a:ext uri="{FF2B5EF4-FFF2-40B4-BE49-F238E27FC236}">
                    <a16:creationId xmlns:a16="http://schemas.microsoft.com/office/drawing/2014/main" id="{B9244CE6-0809-6B23-B63B-8EE9995347DB}"/>
                  </a:ext>
                </a:extLst>
              </p:cNvPr>
              <p:cNvSpPr/>
              <p:nvPr/>
            </p:nvSpPr>
            <p:spPr>
              <a:xfrm>
                <a:off x="3692450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5" name="Freeform: Shape 7344">
                <a:extLst>
                  <a:ext uri="{FF2B5EF4-FFF2-40B4-BE49-F238E27FC236}">
                    <a16:creationId xmlns:a16="http://schemas.microsoft.com/office/drawing/2014/main" id="{02DFFAAF-1592-E23C-7EFA-1FE2A7A52E0F}"/>
                  </a:ext>
                </a:extLst>
              </p:cNvPr>
              <p:cNvSpPr/>
              <p:nvPr/>
            </p:nvSpPr>
            <p:spPr>
              <a:xfrm>
                <a:off x="3692450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6" name="Freeform: Shape 7345">
                <a:extLst>
                  <a:ext uri="{FF2B5EF4-FFF2-40B4-BE49-F238E27FC236}">
                    <a16:creationId xmlns:a16="http://schemas.microsoft.com/office/drawing/2014/main" id="{E01CDB0B-10F4-469F-E6B3-9A299928AD77}"/>
                  </a:ext>
                </a:extLst>
              </p:cNvPr>
              <p:cNvSpPr/>
              <p:nvPr/>
            </p:nvSpPr>
            <p:spPr>
              <a:xfrm>
                <a:off x="3754767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7" name="Freeform: Shape 7346">
                <a:extLst>
                  <a:ext uri="{FF2B5EF4-FFF2-40B4-BE49-F238E27FC236}">
                    <a16:creationId xmlns:a16="http://schemas.microsoft.com/office/drawing/2014/main" id="{758B5EDD-7D67-25C7-6A95-77052EF55776}"/>
                  </a:ext>
                </a:extLst>
              </p:cNvPr>
              <p:cNvSpPr/>
              <p:nvPr/>
            </p:nvSpPr>
            <p:spPr>
              <a:xfrm>
                <a:off x="3754767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8" name="Freeform: Shape 7347">
                <a:extLst>
                  <a:ext uri="{FF2B5EF4-FFF2-40B4-BE49-F238E27FC236}">
                    <a16:creationId xmlns:a16="http://schemas.microsoft.com/office/drawing/2014/main" id="{04BA479F-FEE6-003C-29B2-171A031CEA11}"/>
                  </a:ext>
                </a:extLst>
              </p:cNvPr>
              <p:cNvSpPr/>
              <p:nvPr/>
            </p:nvSpPr>
            <p:spPr>
              <a:xfrm>
                <a:off x="3754767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8D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49" name="Freeform: Shape 7348">
                <a:extLst>
                  <a:ext uri="{FF2B5EF4-FFF2-40B4-BE49-F238E27FC236}">
                    <a16:creationId xmlns:a16="http://schemas.microsoft.com/office/drawing/2014/main" id="{5401A950-323A-4DA4-0C33-F97DA54467B3}"/>
                  </a:ext>
                </a:extLst>
              </p:cNvPr>
              <p:cNvSpPr/>
              <p:nvPr/>
            </p:nvSpPr>
            <p:spPr>
              <a:xfrm>
                <a:off x="3754767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8D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0" name="Freeform: Shape 7349">
                <a:extLst>
                  <a:ext uri="{FF2B5EF4-FFF2-40B4-BE49-F238E27FC236}">
                    <a16:creationId xmlns:a16="http://schemas.microsoft.com/office/drawing/2014/main" id="{3C1BE4F9-7DFE-D2AF-A1E6-B3D5FE782D57}"/>
                  </a:ext>
                </a:extLst>
              </p:cNvPr>
              <p:cNvSpPr/>
              <p:nvPr/>
            </p:nvSpPr>
            <p:spPr>
              <a:xfrm>
                <a:off x="3754767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1" name="Freeform: Shape 7350">
                <a:extLst>
                  <a:ext uri="{FF2B5EF4-FFF2-40B4-BE49-F238E27FC236}">
                    <a16:creationId xmlns:a16="http://schemas.microsoft.com/office/drawing/2014/main" id="{0C9826A8-A8E5-67E3-CA38-40AE961FFCF0}"/>
                  </a:ext>
                </a:extLst>
              </p:cNvPr>
              <p:cNvSpPr/>
              <p:nvPr/>
            </p:nvSpPr>
            <p:spPr>
              <a:xfrm>
                <a:off x="3754767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2" name="Freeform: Shape 7351">
                <a:extLst>
                  <a:ext uri="{FF2B5EF4-FFF2-40B4-BE49-F238E27FC236}">
                    <a16:creationId xmlns:a16="http://schemas.microsoft.com/office/drawing/2014/main" id="{5CF37803-062B-3EAE-24F9-A4A0AC7D5B1D}"/>
                  </a:ext>
                </a:extLst>
              </p:cNvPr>
              <p:cNvSpPr/>
              <p:nvPr/>
            </p:nvSpPr>
            <p:spPr>
              <a:xfrm>
                <a:off x="3754767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3" name="Freeform: Shape 7352">
                <a:extLst>
                  <a:ext uri="{FF2B5EF4-FFF2-40B4-BE49-F238E27FC236}">
                    <a16:creationId xmlns:a16="http://schemas.microsoft.com/office/drawing/2014/main" id="{5700A8BE-9A59-6C4C-299B-BB041D377FA0}"/>
                  </a:ext>
                </a:extLst>
              </p:cNvPr>
              <p:cNvSpPr/>
              <p:nvPr/>
            </p:nvSpPr>
            <p:spPr>
              <a:xfrm>
                <a:off x="3754767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4" name="Freeform: Shape 7353">
                <a:extLst>
                  <a:ext uri="{FF2B5EF4-FFF2-40B4-BE49-F238E27FC236}">
                    <a16:creationId xmlns:a16="http://schemas.microsoft.com/office/drawing/2014/main" id="{71429EDF-9F91-4231-16AC-B457FD5DDB32}"/>
                  </a:ext>
                </a:extLst>
              </p:cNvPr>
              <p:cNvSpPr/>
              <p:nvPr/>
            </p:nvSpPr>
            <p:spPr>
              <a:xfrm>
                <a:off x="3754767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5" name="Freeform: Shape 7354">
                <a:extLst>
                  <a:ext uri="{FF2B5EF4-FFF2-40B4-BE49-F238E27FC236}">
                    <a16:creationId xmlns:a16="http://schemas.microsoft.com/office/drawing/2014/main" id="{D8A8E78E-84CB-FA28-6C2E-38BDD3B311D6}"/>
                  </a:ext>
                </a:extLst>
              </p:cNvPr>
              <p:cNvSpPr/>
              <p:nvPr/>
            </p:nvSpPr>
            <p:spPr>
              <a:xfrm>
                <a:off x="3754767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6" name="Freeform: Shape 7355">
                <a:extLst>
                  <a:ext uri="{FF2B5EF4-FFF2-40B4-BE49-F238E27FC236}">
                    <a16:creationId xmlns:a16="http://schemas.microsoft.com/office/drawing/2014/main" id="{C73941BC-9BC3-8D95-6236-23DF368E3BA7}"/>
                  </a:ext>
                </a:extLst>
              </p:cNvPr>
              <p:cNvSpPr/>
              <p:nvPr/>
            </p:nvSpPr>
            <p:spPr>
              <a:xfrm>
                <a:off x="3754767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7" name="Freeform: Shape 7356">
                <a:extLst>
                  <a:ext uri="{FF2B5EF4-FFF2-40B4-BE49-F238E27FC236}">
                    <a16:creationId xmlns:a16="http://schemas.microsoft.com/office/drawing/2014/main" id="{16881CD2-EF18-0EA5-29BC-D35D86C72DAE}"/>
                  </a:ext>
                </a:extLst>
              </p:cNvPr>
              <p:cNvSpPr/>
              <p:nvPr/>
            </p:nvSpPr>
            <p:spPr>
              <a:xfrm>
                <a:off x="3754767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8" name="Freeform: Shape 7357">
                <a:extLst>
                  <a:ext uri="{FF2B5EF4-FFF2-40B4-BE49-F238E27FC236}">
                    <a16:creationId xmlns:a16="http://schemas.microsoft.com/office/drawing/2014/main" id="{7A0E3ECF-EAC4-80C1-5079-D8CF0AB9750C}"/>
                  </a:ext>
                </a:extLst>
              </p:cNvPr>
              <p:cNvSpPr/>
              <p:nvPr/>
            </p:nvSpPr>
            <p:spPr>
              <a:xfrm>
                <a:off x="3754767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7359" name="Freeform: Shape 7358">
                <a:extLst>
                  <a:ext uri="{FF2B5EF4-FFF2-40B4-BE49-F238E27FC236}">
                    <a16:creationId xmlns:a16="http://schemas.microsoft.com/office/drawing/2014/main" id="{AE2AC0E2-C8BE-97DC-070D-0D79ECADA958}"/>
                  </a:ext>
                </a:extLst>
              </p:cNvPr>
              <p:cNvSpPr/>
              <p:nvPr/>
            </p:nvSpPr>
            <p:spPr>
              <a:xfrm>
                <a:off x="3754767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4" name="Freeform: Shape 11023">
                <a:extLst>
                  <a:ext uri="{FF2B5EF4-FFF2-40B4-BE49-F238E27FC236}">
                    <a16:creationId xmlns:a16="http://schemas.microsoft.com/office/drawing/2014/main" id="{DD833AAA-9F25-A63A-47F4-2ACE6A9F62A9}"/>
                  </a:ext>
                </a:extLst>
              </p:cNvPr>
              <p:cNvSpPr/>
              <p:nvPr/>
            </p:nvSpPr>
            <p:spPr>
              <a:xfrm>
                <a:off x="3754767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5" name="Freeform: Shape 11024">
                <a:extLst>
                  <a:ext uri="{FF2B5EF4-FFF2-40B4-BE49-F238E27FC236}">
                    <a16:creationId xmlns:a16="http://schemas.microsoft.com/office/drawing/2014/main" id="{5ECEFAEE-9B97-2DA4-FC42-C605393AA23F}"/>
                  </a:ext>
                </a:extLst>
              </p:cNvPr>
              <p:cNvSpPr/>
              <p:nvPr/>
            </p:nvSpPr>
            <p:spPr>
              <a:xfrm>
                <a:off x="3754767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6" name="Freeform: Shape 11025">
                <a:extLst>
                  <a:ext uri="{FF2B5EF4-FFF2-40B4-BE49-F238E27FC236}">
                    <a16:creationId xmlns:a16="http://schemas.microsoft.com/office/drawing/2014/main" id="{3B3AD91F-3FFF-4E83-B6A1-A506E840E719}"/>
                  </a:ext>
                </a:extLst>
              </p:cNvPr>
              <p:cNvSpPr/>
              <p:nvPr/>
            </p:nvSpPr>
            <p:spPr>
              <a:xfrm>
                <a:off x="3754767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7" name="Freeform: Shape 11026">
                <a:extLst>
                  <a:ext uri="{FF2B5EF4-FFF2-40B4-BE49-F238E27FC236}">
                    <a16:creationId xmlns:a16="http://schemas.microsoft.com/office/drawing/2014/main" id="{AAABBDF3-0C62-8EBC-CEB0-A4036E71B093}"/>
                  </a:ext>
                </a:extLst>
              </p:cNvPr>
              <p:cNvSpPr/>
              <p:nvPr/>
            </p:nvSpPr>
            <p:spPr>
              <a:xfrm>
                <a:off x="3754767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8" name="Freeform: Shape 11027">
                <a:extLst>
                  <a:ext uri="{FF2B5EF4-FFF2-40B4-BE49-F238E27FC236}">
                    <a16:creationId xmlns:a16="http://schemas.microsoft.com/office/drawing/2014/main" id="{F4D8DA12-392C-E1D9-4368-EF7D95DB0D77}"/>
                  </a:ext>
                </a:extLst>
              </p:cNvPr>
              <p:cNvSpPr/>
              <p:nvPr/>
            </p:nvSpPr>
            <p:spPr>
              <a:xfrm>
                <a:off x="3754767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29" name="Freeform: Shape 11028">
                <a:extLst>
                  <a:ext uri="{FF2B5EF4-FFF2-40B4-BE49-F238E27FC236}">
                    <a16:creationId xmlns:a16="http://schemas.microsoft.com/office/drawing/2014/main" id="{62A2F03D-5110-9002-55FD-A54C878B02F6}"/>
                  </a:ext>
                </a:extLst>
              </p:cNvPr>
              <p:cNvSpPr/>
              <p:nvPr/>
            </p:nvSpPr>
            <p:spPr>
              <a:xfrm>
                <a:off x="3754767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0" name="Freeform: Shape 11029">
                <a:extLst>
                  <a:ext uri="{FF2B5EF4-FFF2-40B4-BE49-F238E27FC236}">
                    <a16:creationId xmlns:a16="http://schemas.microsoft.com/office/drawing/2014/main" id="{53171528-0CE8-8081-69A5-EEFD1D868AA3}"/>
                  </a:ext>
                </a:extLst>
              </p:cNvPr>
              <p:cNvSpPr/>
              <p:nvPr/>
            </p:nvSpPr>
            <p:spPr>
              <a:xfrm>
                <a:off x="3754767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1" name="Freeform: Shape 11030">
                <a:extLst>
                  <a:ext uri="{FF2B5EF4-FFF2-40B4-BE49-F238E27FC236}">
                    <a16:creationId xmlns:a16="http://schemas.microsoft.com/office/drawing/2014/main" id="{CA2B309A-CD62-1BCE-1F64-42FFDFFED95C}"/>
                  </a:ext>
                </a:extLst>
              </p:cNvPr>
              <p:cNvSpPr/>
              <p:nvPr/>
            </p:nvSpPr>
            <p:spPr>
              <a:xfrm>
                <a:off x="3754767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2" name="Freeform: Shape 11031">
                <a:extLst>
                  <a:ext uri="{FF2B5EF4-FFF2-40B4-BE49-F238E27FC236}">
                    <a16:creationId xmlns:a16="http://schemas.microsoft.com/office/drawing/2014/main" id="{504AF0A3-933F-5581-9C0B-98547133685F}"/>
                  </a:ext>
                </a:extLst>
              </p:cNvPr>
              <p:cNvSpPr/>
              <p:nvPr/>
            </p:nvSpPr>
            <p:spPr>
              <a:xfrm>
                <a:off x="3754767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3" name="Freeform: Shape 11032">
                <a:extLst>
                  <a:ext uri="{FF2B5EF4-FFF2-40B4-BE49-F238E27FC236}">
                    <a16:creationId xmlns:a16="http://schemas.microsoft.com/office/drawing/2014/main" id="{99553BFB-7908-87C0-70C4-ADC98F7524DE}"/>
                  </a:ext>
                </a:extLst>
              </p:cNvPr>
              <p:cNvSpPr/>
              <p:nvPr/>
            </p:nvSpPr>
            <p:spPr>
              <a:xfrm>
                <a:off x="3754767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4" name="Freeform: Shape 11033">
                <a:extLst>
                  <a:ext uri="{FF2B5EF4-FFF2-40B4-BE49-F238E27FC236}">
                    <a16:creationId xmlns:a16="http://schemas.microsoft.com/office/drawing/2014/main" id="{F5F45CEA-660B-9E39-7A0B-0F80303D531D}"/>
                  </a:ext>
                </a:extLst>
              </p:cNvPr>
              <p:cNvSpPr/>
              <p:nvPr/>
            </p:nvSpPr>
            <p:spPr>
              <a:xfrm>
                <a:off x="3754767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5" name="Freeform: Shape 11034">
                <a:extLst>
                  <a:ext uri="{FF2B5EF4-FFF2-40B4-BE49-F238E27FC236}">
                    <a16:creationId xmlns:a16="http://schemas.microsoft.com/office/drawing/2014/main" id="{0AB1332F-C804-3878-45D4-E0ACE1119DFF}"/>
                  </a:ext>
                </a:extLst>
              </p:cNvPr>
              <p:cNvSpPr/>
              <p:nvPr/>
            </p:nvSpPr>
            <p:spPr>
              <a:xfrm>
                <a:off x="3754767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6" name="Freeform: Shape 11035">
                <a:extLst>
                  <a:ext uri="{FF2B5EF4-FFF2-40B4-BE49-F238E27FC236}">
                    <a16:creationId xmlns:a16="http://schemas.microsoft.com/office/drawing/2014/main" id="{B8644CAD-C275-EA67-06C3-DFEF9FA139F2}"/>
                  </a:ext>
                </a:extLst>
              </p:cNvPr>
              <p:cNvSpPr/>
              <p:nvPr/>
            </p:nvSpPr>
            <p:spPr>
              <a:xfrm>
                <a:off x="3754767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7" name="Freeform: Shape 11036">
                <a:extLst>
                  <a:ext uri="{FF2B5EF4-FFF2-40B4-BE49-F238E27FC236}">
                    <a16:creationId xmlns:a16="http://schemas.microsoft.com/office/drawing/2014/main" id="{A9782961-0301-8426-12F9-BA447DE6CDE8}"/>
                  </a:ext>
                </a:extLst>
              </p:cNvPr>
              <p:cNvSpPr/>
              <p:nvPr/>
            </p:nvSpPr>
            <p:spPr>
              <a:xfrm>
                <a:off x="381700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8" name="Freeform: Shape 11037">
                <a:extLst>
                  <a:ext uri="{FF2B5EF4-FFF2-40B4-BE49-F238E27FC236}">
                    <a16:creationId xmlns:a16="http://schemas.microsoft.com/office/drawing/2014/main" id="{3B2A7888-4D73-A4F6-A87B-E89C89D140EA}"/>
                  </a:ext>
                </a:extLst>
              </p:cNvPr>
              <p:cNvSpPr/>
              <p:nvPr/>
            </p:nvSpPr>
            <p:spPr>
              <a:xfrm>
                <a:off x="381700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39" name="Freeform: Shape 11038">
                <a:extLst>
                  <a:ext uri="{FF2B5EF4-FFF2-40B4-BE49-F238E27FC236}">
                    <a16:creationId xmlns:a16="http://schemas.microsoft.com/office/drawing/2014/main" id="{8AC923C9-E4E2-6589-7688-53022E0563F1}"/>
                  </a:ext>
                </a:extLst>
              </p:cNvPr>
              <p:cNvSpPr/>
              <p:nvPr/>
            </p:nvSpPr>
            <p:spPr>
              <a:xfrm>
                <a:off x="381700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E1A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0" name="Freeform: Shape 11039">
                <a:extLst>
                  <a:ext uri="{FF2B5EF4-FFF2-40B4-BE49-F238E27FC236}">
                    <a16:creationId xmlns:a16="http://schemas.microsoft.com/office/drawing/2014/main" id="{99D6A9FD-9D51-C0BE-4008-6F887EE75B19}"/>
                  </a:ext>
                </a:extLst>
              </p:cNvPr>
              <p:cNvSpPr/>
              <p:nvPr/>
            </p:nvSpPr>
            <p:spPr>
              <a:xfrm>
                <a:off x="381700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F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1" name="Freeform: Shape 11040">
                <a:extLst>
                  <a:ext uri="{FF2B5EF4-FFF2-40B4-BE49-F238E27FC236}">
                    <a16:creationId xmlns:a16="http://schemas.microsoft.com/office/drawing/2014/main" id="{A7867D32-B48F-B731-C28B-1B6E23DBB831}"/>
                  </a:ext>
                </a:extLst>
              </p:cNvPr>
              <p:cNvSpPr/>
              <p:nvPr/>
            </p:nvSpPr>
            <p:spPr>
              <a:xfrm>
                <a:off x="381700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2" name="Freeform: Shape 11041">
                <a:extLst>
                  <a:ext uri="{FF2B5EF4-FFF2-40B4-BE49-F238E27FC236}">
                    <a16:creationId xmlns:a16="http://schemas.microsoft.com/office/drawing/2014/main" id="{86762036-3F14-6498-2985-4D64BE80E2FE}"/>
                  </a:ext>
                </a:extLst>
              </p:cNvPr>
              <p:cNvSpPr/>
              <p:nvPr/>
            </p:nvSpPr>
            <p:spPr>
              <a:xfrm>
                <a:off x="381700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3" name="Freeform: Shape 11042">
                <a:extLst>
                  <a:ext uri="{FF2B5EF4-FFF2-40B4-BE49-F238E27FC236}">
                    <a16:creationId xmlns:a16="http://schemas.microsoft.com/office/drawing/2014/main" id="{7FC3FB62-4B2C-44D5-404D-C8E9B9802C0C}"/>
                  </a:ext>
                </a:extLst>
              </p:cNvPr>
              <p:cNvSpPr/>
              <p:nvPr/>
            </p:nvSpPr>
            <p:spPr>
              <a:xfrm>
                <a:off x="381700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4" name="Freeform: Shape 11043">
                <a:extLst>
                  <a:ext uri="{FF2B5EF4-FFF2-40B4-BE49-F238E27FC236}">
                    <a16:creationId xmlns:a16="http://schemas.microsoft.com/office/drawing/2014/main" id="{438FCC75-DDED-3A16-0905-31DF1E0196D3}"/>
                  </a:ext>
                </a:extLst>
              </p:cNvPr>
              <p:cNvSpPr/>
              <p:nvPr/>
            </p:nvSpPr>
            <p:spPr>
              <a:xfrm>
                <a:off x="381700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5" name="Freeform: Shape 11044">
                <a:extLst>
                  <a:ext uri="{FF2B5EF4-FFF2-40B4-BE49-F238E27FC236}">
                    <a16:creationId xmlns:a16="http://schemas.microsoft.com/office/drawing/2014/main" id="{708DAD07-97B4-E532-82EA-7AF719A093C8}"/>
                  </a:ext>
                </a:extLst>
              </p:cNvPr>
              <p:cNvSpPr/>
              <p:nvPr/>
            </p:nvSpPr>
            <p:spPr>
              <a:xfrm>
                <a:off x="381700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6" name="Freeform: Shape 11045">
                <a:extLst>
                  <a:ext uri="{FF2B5EF4-FFF2-40B4-BE49-F238E27FC236}">
                    <a16:creationId xmlns:a16="http://schemas.microsoft.com/office/drawing/2014/main" id="{F9B37BFD-C583-7807-31C1-19639C4128F5}"/>
                  </a:ext>
                </a:extLst>
              </p:cNvPr>
              <p:cNvSpPr/>
              <p:nvPr/>
            </p:nvSpPr>
            <p:spPr>
              <a:xfrm>
                <a:off x="381700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7" name="Freeform: Shape 11046">
                <a:extLst>
                  <a:ext uri="{FF2B5EF4-FFF2-40B4-BE49-F238E27FC236}">
                    <a16:creationId xmlns:a16="http://schemas.microsoft.com/office/drawing/2014/main" id="{9AC194E3-91EE-F02E-5238-041ACE12A955}"/>
                  </a:ext>
                </a:extLst>
              </p:cNvPr>
              <p:cNvSpPr/>
              <p:nvPr/>
            </p:nvSpPr>
            <p:spPr>
              <a:xfrm>
                <a:off x="381700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8" name="Freeform: Shape 11047">
                <a:extLst>
                  <a:ext uri="{FF2B5EF4-FFF2-40B4-BE49-F238E27FC236}">
                    <a16:creationId xmlns:a16="http://schemas.microsoft.com/office/drawing/2014/main" id="{D0AF1647-F5E0-7719-30A7-39BC6081A8F1}"/>
                  </a:ext>
                </a:extLst>
              </p:cNvPr>
              <p:cNvSpPr/>
              <p:nvPr/>
            </p:nvSpPr>
            <p:spPr>
              <a:xfrm>
                <a:off x="381700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49" name="Freeform: Shape 11048">
                <a:extLst>
                  <a:ext uri="{FF2B5EF4-FFF2-40B4-BE49-F238E27FC236}">
                    <a16:creationId xmlns:a16="http://schemas.microsoft.com/office/drawing/2014/main" id="{46FAB56A-1EE2-6DFE-D397-FB321882ABF3}"/>
                  </a:ext>
                </a:extLst>
              </p:cNvPr>
              <p:cNvSpPr/>
              <p:nvPr/>
            </p:nvSpPr>
            <p:spPr>
              <a:xfrm>
                <a:off x="381700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0" name="Freeform: Shape 11049">
                <a:extLst>
                  <a:ext uri="{FF2B5EF4-FFF2-40B4-BE49-F238E27FC236}">
                    <a16:creationId xmlns:a16="http://schemas.microsoft.com/office/drawing/2014/main" id="{C2E99FC5-99E5-39E2-6E5C-0BE1D849A1EF}"/>
                  </a:ext>
                </a:extLst>
              </p:cNvPr>
              <p:cNvSpPr/>
              <p:nvPr/>
            </p:nvSpPr>
            <p:spPr>
              <a:xfrm>
                <a:off x="381700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1" name="Freeform: Shape 11050">
                <a:extLst>
                  <a:ext uri="{FF2B5EF4-FFF2-40B4-BE49-F238E27FC236}">
                    <a16:creationId xmlns:a16="http://schemas.microsoft.com/office/drawing/2014/main" id="{9F04F12A-E897-A93A-8072-FCDB8011047C}"/>
                  </a:ext>
                </a:extLst>
              </p:cNvPr>
              <p:cNvSpPr/>
              <p:nvPr/>
            </p:nvSpPr>
            <p:spPr>
              <a:xfrm>
                <a:off x="381700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2" name="Freeform: Shape 11051">
                <a:extLst>
                  <a:ext uri="{FF2B5EF4-FFF2-40B4-BE49-F238E27FC236}">
                    <a16:creationId xmlns:a16="http://schemas.microsoft.com/office/drawing/2014/main" id="{A947783F-EB46-1D32-BDFF-930593170370}"/>
                  </a:ext>
                </a:extLst>
              </p:cNvPr>
              <p:cNvSpPr/>
              <p:nvPr/>
            </p:nvSpPr>
            <p:spPr>
              <a:xfrm>
                <a:off x="381700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3" name="Freeform: Shape 11052">
                <a:extLst>
                  <a:ext uri="{FF2B5EF4-FFF2-40B4-BE49-F238E27FC236}">
                    <a16:creationId xmlns:a16="http://schemas.microsoft.com/office/drawing/2014/main" id="{C3245A3B-2511-4A1D-AE1C-AEE7BB6C0F34}"/>
                  </a:ext>
                </a:extLst>
              </p:cNvPr>
              <p:cNvSpPr/>
              <p:nvPr/>
            </p:nvSpPr>
            <p:spPr>
              <a:xfrm>
                <a:off x="381700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4" name="Freeform: Shape 11053">
                <a:extLst>
                  <a:ext uri="{FF2B5EF4-FFF2-40B4-BE49-F238E27FC236}">
                    <a16:creationId xmlns:a16="http://schemas.microsoft.com/office/drawing/2014/main" id="{C74AE979-504E-435B-BB96-16E5C13B18FE}"/>
                  </a:ext>
                </a:extLst>
              </p:cNvPr>
              <p:cNvSpPr/>
              <p:nvPr/>
            </p:nvSpPr>
            <p:spPr>
              <a:xfrm>
                <a:off x="381700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5" name="Freeform: Shape 11054">
                <a:extLst>
                  <a:ext uri="{FF2B5EF4-FFF2-40B4-BE49-F238E27FC236}">
                    <a16:creationId xmlns:a16="http://schemas.microsoft.com/office/drawing/2014/main" id="{EB334AEA-D861-56D1-B272-532ED32AB138}"/>
                  </a:ext>
                </a:extLst>
              </p:cNvPr>
              <p:cNvSpPr/>
              <p:nvPr/>
            </p:nvSpPr>
            <p:spPr>
              <a:xfrm>
                <a:off x="381700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6" name="Freeform: Shape 11055">
                <a:extLst>
                  <a:ext uri="{FF2B5EF4-FFF2-40B4-BE49-F238E27FC236}">
                    <a16:creationId xmlns:a16="http://schemas.microsoft.com/office/drawing/2014/main" id="{14412965-B4DB-5575-1509-178711E165ED}"/>
                  </a:ext>
                </a:extLst>
              </p:cNvPr>
              <p:cNvSpPr/>
              <p:nvPr/>
            </p:nvSpPr>
            <p:spPr>
              <a:xfrm>
                <a:off x="381700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7" name="Freeform: Shape 11056">
                <a:extLst>
                  <a:ext uri="{FF2B5EF4-FFF2-40B4-BE49-F238E27FC236}">
                    <a16:creationId xmlns:a16="http://schemas.microsoft.com/office/drawing/2014/main" id="{FEB79AEA-7556-8ABC-847C-0E832C8B742F}"/>
                  </a:ext>
                </a:extLst>
              </p:cNvPr>
              <p:cNvSpPr/>
              <p:nvPr/>
            </p:nvSpPr>
            <p:spPr>
              <a:xfrm>
                <a:off x="381700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8" name="Freeform: Shape 11057">
                <a:extLst>
                  <a:ext uri="{FF2B5EF4-FFF2-40B4-BE49-F238E27FC236}">
                    <a16:creationId xmlns:a16="http://schemas.microsoft.com/office/drawing/2014/main" id="{7B58DEBD-AB49-5F53-FBE1-864695E2499A}"/>
                  </a:ext>
                </a:extLst>
              </p:cNvPr>
              <p:cNvSpPr/>
              <p:nvPr/>
            </p:nvSpPr>
            <p:spPr>
              <a:xfrm>
                <a:off x="381700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59" name="Freeform: Shape 11058">
                <a:extLst>
                  <a:ext uri="{FF2B5EF4-FFF2-40B4-BE49-F238E27FC236}">
                    <a16:creationId xmlns:a16="http://schemas.microsoft.com/office/drawing/2014/main" id="{5FD81ED5-A32B-D9F0-E180-CD5979BFFC8E}"/>
                  </a:ext>
                </a:extLst>
              </p:cNvPr>
              <p:cNvSpPr/>
              <p:nvPr/>
            </p:nvSpPr>
            <p:spPr>
              <a:xfrm>
                <a:off x="381700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0" name="Freeform: Shape 11059">
                <a:extLst>
                  <a:ext uri="{FF2B5EF4-FFF2-40B4-BE49-F238E27FC236}">
                    <a16:creationId xmlns:a16="http://schemas.microsoft.com/office/drawing/2014/main" id="{539925DA-CEF3-50EF-DC5B-554FC27EA91C}"/>
                  </a:ext>
                </a:extLst>
              </p:cNvPr>
              <p:cNvSpPr/>
              <p:nvPr/>
            </p:nvSpPr>
            <p:spPr>
              <a:xfrm>
                <a:off x="381700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1" name="Freeform: Shape 11060">
                <a:extLst>
                  <a:ext uri="{FF2B5EF4-FFF2-40B4-BE49-F238E27FC236}">
                    <a16:creationId xmlns:a16="http://schemas.microsoft.com/office/drawing/2014/main" id="{7481077D-73A0-199D-BBCD-BEBCA759367D}"/>
                  </a:ext>
                </a:extLst>
              </p:cNvPr>
              <p:cNvSpPr/>
              <p:nvPr/>
            </p:nvSpPr>
            <p:spPr>
              <a:xfrm>
                <a:off x="381700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2" name="Freeform: Shape 11061">
                <a:extLst>
                  <a:ext uri="{FF2B5EF4-FFF2-40B4-BE49-F238E27FC236}">
                    <a16:creationId xmlns:a16="http://schemas.microsoft.com/office/drawing/2014/main" id="{D70A8B74-5E7A-99E4-AB69-2BB5BD23BBA4}"/>
                  </a:ext>
                </a:extLst>
              </p:cNvPr>
              <p:cNvSpPr/>
              <p:nvPr/>
            </p:nvSpPr>
            <p:spPr>
              <a:xfrm>
                <a:off x="381700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3" name="Freeform: Shape 11062">
                <a:extLst>
                  <a:ext uri="{FF2B5EF4-FFF2-40B4-BE49-F238E27FC236}">
                    <a16:creationId xmlns:a16="http://schemas.microsoft.com/office/drawing/2014/main" id="{01A0D0A3-97D8-C7C7-F8CA-3A5452495D32}"/>
                  </a:ext>
                </a:extLst>
              </p:cNvPr>
              <p:cNvSpPr/>
              <p:nvPr/>
            </p:nvSpPr>
            <p:spPr>
              <a:xfrm>
                <a:off x="381700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4" name="Freeform: Shape 11063">
                <a:extLst>
                  <a:ext uri="{FF2B5EF4-FFF2-40B4-BE49-F238E27FC236}">
                    <a16:creationId xmlns:a16="http://schemas.microsoft.com/office/drawing/2014/main" id="{A93B5BFD-7BDB-6AE2-44BC-F63298302950}"/>
                  </a:ext>
                </a:extLst>
              </p:cNvPr>
              <p:cNvSpPr/>
              <p:nvPr/>
            </p:nvSpPr>
            <p:spPr>
              <a:xfrm>
                <a:off x="387931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5" name="Freeform: Shape 11064">
                <a:extLst>
                  <a:ext uri="{FF2B5EF4-FFF2-40B4-BE49-F238E27FC236}">
                    <a16:creationId xmlns:a16="http://schemas.microsoft.com/office/drawing/2014/main" id="{61F4FCFA-371E-B4DE-9747-257DDEB6FEAB}"/>
                  </a:ext>
                </a:extLst>
              </p:cNvPr>
              <p:cNvSpPr/>
              <p:nvPr/>
            </p:nvSpPr>
            <p:spPr>
              <a:xfrm>
                <a:off x="387931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6" name="Freeform: Shape 11065">
                <a:extLst>
                  <a:ext uri="{FF2B5EF4-FFF2-40B4-BE49-F238E27FC236}">
                    <a16:creationId xmlns:a16="http://schemas.microsoft.com/office/drawing/2014/main" id="{B41AB09F-1381-6BA2-17A8-D5145E25EC82}"/>
                  </a:ext>
                </a:extLst>
              </p:cNvPr>
              <p:cNvSpPr/>
              <p:nvPr/>
            </p:nvSpPr>
            <p:spPr>
              <a:xfrm>
                <a:off x="387931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7" name="Freeform: Shape 11066">
                <a:extLst>
                  <a:ext uri="{FF2B5EF4-FFF2-40B4-BE49-F238E27FC236}">
                    <a16:creationId xmlns:a16="http://schemas.microsoft.com/office/drawing/2014/main" id="{31389B09-FCE3-F36F-BFDD-AE77158E0671}"/>
                  </a:ext>
                </a:extLst>
              </p:cNvPr>
              <p:cNvSpPr/>
              <p:nvPr/>
            </p:nvSpPr>
            <p:spPr>
              <a:xfrm>
                <a:off x="387931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8" name="Freeform: Shape 11067">
                <a:extLst>
                  <a:ext uri="{FF2B5EF4-FFF2-40B4-BE49-F238E27FC236}">
                    <a16:creationId xmlns:a16="http://schemas.microsoft.com/office/drawing/2014/main" id="{457D9307-358E-48E1-E541-CB2393F936FF}"/>
                  </a:ext>
                </a:extLst>
              </p:cNvPr>
              <p:cNvSpPr/>
              <p:nvPr/>
            </p:nvSpPr>
            <p:spPr>
              <a:xfrm>
                <a:off x="387931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69" name="Freeform: Shape 11068">
                <a:extLst>
                  <a:ext uri="{FF2B5EF4-FFF2-40B4-BE49-F238E27FC236}">
                    <a16:creationId xmlns:a16="http://schemas.microsoft.com/office/drawing/2014/main" id="{94A7CB15-4474-D096-A458-E97FED78F1CB}"/>
                  </a:ext>
                </a:extLst>
              </p:cNvPr>
              <p:cNvSpPr/>
              <p:nvPr/>
            </p:nvSpPr>
            <p:spPr>
              <a:xfrm>
                <a:off x="387931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0" name="Freeform: Shape 11069">
                <a:extLst>
                  <a:ext uri="{FF2B5EF4-FFF2-40B4-BE49-F238E27FC236}">
                    <a16:creationId xmlns:a16="http://schemas.microsoft.com/office/drawing/2014/main" id="{CD331D51-1563-896A-2850-2ECA10CEB764}"/>
                  </a:ext>
                </a:extLst>
              </p:cNvPr>
              <p:cNvSpPr/>
              <p:nvPr/>
            </p:nvSpPr>
            <p:spPr>
              <a:xfrm>
                <a:off x="387931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1" name="Freeform: Shape 11070">
                <a:extLst>
                  <a:ext uri="{FF2B5EF4-FFF2-40B4-BE49-F238E27FC236}">
                    <a16:creationId xmlns:a16="http://schemas.microsoft.com/office/drawing/2014/main" id="{123A7A88-DEDE-5F53-ADE5-4BE87C0BFF33}"/>
                  </a:ext>
                </a:extLst>
              </p:cNvPr>
              <p:cNvSpPr/>
              <p:nvPr/>
            </p:nvSpPr>
            <p:spPr>
              <a:xfrm>
                <a:off x="387931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2" name="Freeform: Shape 11071">
                <a:extLst>
                  <a:ext uri="{FF2B5EF4-FFF2-40B4-BE49-F238E27FC236}">
                    <a16:creationId xmlns:a16="http://schemas.microsoft.com/office/drawing/2014/main" id="{0B279208-8FDD-3E4F-7732-4AB48FC10368}"/>
                  </a:ext>
                </a:extLst>
              </p:cNvPr>
              <p:cNvSpPr/>
              <p:nvPr/>
            </p:nvSpPr>
            <p:spPr>
              <a:xfrm>
                <a:off x="387931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3" name="Freeform: Shape 11072">
                <a:extLst>
                  <a:ext uri="{FF2B5EF4-FFF2-40B4-BE49-F238E27FC236}">
                    <a16:creationId xmlns:a16="http://schemas.microsoft.com/office/drawing/2014/main" id="{803B10DB-A681-E6AF-AE22-0FD7DDD0CD67}"/>
                  </a:ext>
                </a:extLst>
              </p:cNvPr>
              <p:cNvSpPr/>
              <p:nvPr/>
            </p:nvSpPr>
            <p:spPr>
              <a:xfrm>
                <a:off x="387931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4" name="Freeform: Shape 11073">
                <a:extLst>
                  <a:ext uri="{FF2B5EF4-FFF2-40B4-BE49-F238E27FC236}">
                    <a16:creationId xmlns:a16="http://schemas.microsoft.com/office/drawing/2014/main" id="{2A1EE672-CA50-2696-425E-5103EF93FA40}"/>
                  </a:ext>
                </a:extLst>
              </p:cNvPr>
              <p:cNvSpPr/>
              <p:nvPr/>
            </p:nvSpPr>
            <p:spPr>
              <a:xfrm>
                <a:off x="387931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5" name="Freeform: Shape 11074">
                <a:extLst>
                  <a:ext uri="{FF2B5EF4-FFF2-40B4-BE49-F238E27FC236}">
                    <a16:creationId xmlns:a16="http://schemas.microsoft.com/office/drawing/2014/main" id="{63444527-C514-58EC-3FDC-2A0F75592456}"/>
                  </a:ext>
                </a:extLst>
              </p:cNvPr>
              <p:cNvSpPr/>
              <p:nvPr/>
            </p:nvSpPr>
            <p:spPr>
              <a:xfrm>
                <a:off x="387931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6" name="Freeform: Shape 11075">
                <a:extLst>
                  <a:ext uri="{FF2B5EF4-FFF2-40B4-BE49-F238E27FC236}">
                    <a16:creationId xmlns:a16="http://schemas.microsoft.com/office/drawing/2014/main" id="{25A4F52A-B5BF-A3F2-33EF-4E3A6201198E}"/>
                  </a:ext>
                </a:extLst>
              </p:cNvPr>
              <p:cNvSpPr/>
              <p:nvPr/>
            </p:nvSpPr>
            <p:spPr>
              <a:xfrm>
                <a:off x="387931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7" name="Freeform: Shape 11076">
                <a:extLst>
                  <a:ext uri="{FF2B5EF4-FFF2-40B4-BE49-F238E27FC236}">
                    <a16:creationId xmlns:a16="http://schemas.microsoft.com/office/drawing/2014/main" id="{753F787D-3063-786D-6049-6260D15D5E03}"/>
                  </a:ext>
                </a:extLst>
              </p:cNvPr>
              <p:cNvSpPr/>
              <p:nvPr/>
            </p:nvSpPr>
            <p:spPr>
              <a:xfrm>
                <a:off x="387931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8" name="Freeform: Shape 11077">
                <a:extLst>
                  <a:ext uri="{FF2B5EF4-FFF2-40B4-BE49-F238E27FC236}">
                    <a16:creationId xmlns:a16="http://schemas.microsoft.com/office/drawing/2014/main" id="{1E59C9C5-06FE-D6E2-6161-7906D2BE5156}"/>
                  </a:ext>
                </a:extLst>
              </p:cNvPr>
              <p:cNvSpPr/>
              <p:nvPr/>
            </p:nvSpPr>
            <p:spPr>
              <a:xfrm>
                <a:off x="387931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79" name="Freeform: Shape 11078">
                <a:extLst>
                  <a:ext uri="{FF2B5EF4-FFF2-40B4-BE49-F238E27FC236}">
                    <a16:creationId xmlns:a16="http://schemas.microsoft.com/office/drawing/2014/main" id="{53EDD637-B642-3D28-9BEC-511A1B166877}"/>
                  </a:ext>
                </a:extLst>
              </p:cNvPr>
              <p:cNvSpPr/>
              <p:nvPr/>
            </p:nvSpPr>
            <p:spPr>
              <a:xfrm>
                <a:off x="387931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0" name="Freeform: Shape 11079">
                <a:extLst>
                  <a:ext uri="{FF2B5EF4-FFF2-40B4-BE49-F238E27FC236}">
                    <a16:creationId xmlns:a16="http://schemas.microsoft.com/office/drawing/2014/main" id="{46C4892E-DE64-ACE5-655D-9B492F1AAC61}"/>
                  </a:ext>
                </a:extLst>
              </p:cNvPr>
              <p:cNvSpPr/>
              <p:nvPr/>
            </p:nvSpPr>
            <p:spPr>
              <a:xfrm>
                <a:off x="387931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1" name="Freeform: Shape 11080">
                <a:extLst>
                  <a:ext uri="{FF2B5EF4-FFF2-40B4-BE49-F238E27FC236}">
                    <a16:creationId xmlns:a16="http://schemas.microsoft.com/office/drawing/2014/main" id="{5E45E89B-B38F-DB35-8C6B-B6D897C989D0}"/>
                  </a:ext>
                </a:extLst>
              </p:cNvPr>
              <p:cNvSpPr/>
              <p:nvPr/>
            </p:nvSpPr>
            <p:spPr>
              <a:xfrm>
                <a:off x="387931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2" name="Freeform: Shape 11081">
                <a:extLst>
                  <a:ext uri="{FF2B5EF4-FFF2-40B4-BE49-F238E27FC236}">
                    <a16:creationId xmlns:a16="http://schemas.microsoft.com/office/drawing/2014/main" id="{1F2DCB73-FD97-9C62-CA08-A4F58BCECF09}"/>
                  </a:ext>
                </a:extLst>
              </p:cNvPr>
              <p:cNvSpPr/>
              <p:nvPr/>
            </p:nvSpPr>
            <p:spPr>
              <a:xfrm>
                <a:off x="387931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3C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3" name="Freeform: Shape 11082">
                <a:extLst>
                  <a:ext uri="{FF2B5EF4-FFF2-40B4-BE49-F238E27FC236}">
                    <a16:creationId xmlns:a16="http://schemas.microsoft.com/office/drawing/2014/main" id="{7AB8D2A1-DF05-3A25-B56F-76ED5A0BB3B2}"/>
                  </a:ext>
                </a:extLst>
              </p:cNvPr>
              <p:cNvSpPr/>
              <p:nvPr/>
            </p:nvSpPr>
            <p:spPr>
              <a:xfrm>
                <a:off x="387931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4" name="Freeform: Shape 11083">
                <a:extLst>
                  <a:ext uri="{FF2B5EF4-FFF2-40B4-BE49-F238E27FC236}">
                    <a16:creationId xmlns:a16="http://schemas.microsoft.com/office/drawing/2014/main" id="{4EA879D2-D20E-8059-C582-1372D404B8B2}"/>
                  </a:ext>
                </a:extLst>
              </p:cNvPr>
              <p:cNvSpPr/>
              <p:nvPr/>
            </p:nvSpPr>
            <p:spPr>
              <a:xfrm>
                <a:off x="387931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5" name="Freeform: Shape 11084">
                <a:extLst>
                  <a:ext uri="{FF2B5EF4-FFF2-40B4-BE49-F238E27FC236}">
                    <a16:creationId xmlns:a16="http://schemas.microsoft.com/office/drawing/2014/main" id="{C7225143-6B51-9D4D-1853-FEDF191274D2}"/>
                  </a:ext>
                </a:extLst>
              </p:cNvPr>
              <p:cNvSpPr/>
              <p:nvPr/>
            </p:nvSpPr>
            <p:spPr>
              <a:xfrm>
                <a:off x="387931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6" name="Freeform: Shape 11085">
                <a:extLst>
                  <a:ext uri="{FF2B5EF4-FFF2-40B4-BE49-F238E27FC236}">
                    <a16:creationId xmlns:a16="http://schemas.microsoft.com/office/drawing/2014/main" id="{46BE8079-FD2D-EEDF-7477-59A588FA651A}"/>
                  </a:ext>
                </a:extLst>
              </p:cNvPr>
              <p:cNvSpPr/>
              <p:nvPr/>
            </p:nvSpPr>
            <p:spPr>
              <a:xfrm>
                <a:off x="387931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7" name="Freeform: Shape 11086">
                <a:extLst>
                  <a:ext uri="{FF2B5EF4-FFF2-40B4-BE49-F238E27FC236}">
                    <a16:creationId xmlns:a16="http://schemas.microsoft.com/office/drawing/2014/main" id="{D6057504-7E18-8306-C997-85BA7A745C6E}"/>
                  </a:ext>
                </a:extLst>
              </p:cNvPr>
              <p:cNvSpPr/>
              <p:nvPr/>
            </p:nvSpPr>
            <p:spPr>
              <a:xfrm>
                <a:off x="387931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8" name="Freeform: Shape 11087">
                <a:extLst>
                  <a:ext uri="{FF2B5EF4-FFF2-40B4-BE49-F238E27FC236}">
                    <a16:creationId xmlns:a16="http://schemas.microsoft.com/office/drawing/2014/main" id="{0C180458-40A6-32AE-7A7F-B4AA6B31495B}"/>
                  </a:ext>
                </a:extLst>
              </p:cNvPr>
              <p:cNvSpPr/>
              <p:nvPr/>
            </p:nvSpPr>
            <p:spPr>
              <a:xfrm>
                <a:off x="387931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89" name="Freeform: Shape 11088">
                <a:extLst>
                  <a:ext uri="{FF2B5EF4-FFF2-40B4-BE49-F238E27FC236}">
                    <a16:creationId xmlns:a16="http://schemas.microsoft.com/office/drawing/2014/main" id="{869B34C0-507D-A908-0617-BF244A5022A4}"/>
                  </a:ext>
                </a:extLst>
              </p:cNvPr>
              <p:cNvSpPr/>
              <p:nvPr/>
            </p:nvSpPr>
            <p:spPr>
              <a:xfrm>
                <a:off x="387931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0" name="Freeform: Shape 11089">
                <a:extLst>
                  <a:ext uri="{FF2B5EF4-FFF2-40B4-BE49-F238E27FC236}">
                    <a16:creationId xmlns:a16="http://schemas.microsoft.com/office/drawing/2014/main" id="{0FCBFF59-7D56-E53C-438F-4AB1A4513BA6}"/>
                  </a:ext>
                </a:extLst>
              </p:cNvPr>
              <p:cNvSpPr/>
              <p:nvPr/>
            </p:nvSpPr>
            <p:spPr>
              <a:xfrm>
                <a:off x="387931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1" name="Freeform: Shape 11090">
                <a:extLst>
                  <a:ext uri="{FF2B5EF4-FFF2-40B4-BE49-F238E27FC236}">
                    <a16:creationId xmlns:a16="http://schemas.microsoft.com/office/drawing/2014/main" id="{02F18720-E242-53FE-5F6F-4CEA7FA59654}"/>
                  </a:ext>
                </a:extLst>
              </p:cNvPr>
              <p:cNvSpPr/>
              <p:nvPr/>
            </p:nvSpPr>
            <p:spPr>
              <a:xfrm>
                <a:off x="3941556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2" name="Freeform: Shape 11091">
                <a:extLst>
                  <a:ext uri="{FF2B5EF4-FFF2-40B4-BE49-F238E27FC236}">
                    <a16:creationId xmlns:a16="http://schemas.microsoft.com/office/drawing/2014/main" id="{9B278C86-187A-E90E-B6F9-3CD8A9016F91}"/>
                  </a:ext>
                </a:extLst>
              </p:cNvPr>
              <p:cNvSpPr/>
              <p:nvPr/>
            </p:nvSpPr>
            <p:spPr>
              <a:xfrm>
                <a:off x="3941556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3" name="Freeform: Shape 11092">
                <a:extLst>
                  <a:ext uri="{FF2B5EF4-FFF2-40B4-BE49-F238E27FC236}">
                    <a16:creationId xmlns:a16="http://schemas.microsoft.com/office/drawing/2014/main" id="{50A0A8C1-2C4A-65F0-480F-A280B3A1449F}"/>
                  </a:ext>
                </a:extLst>
              </p:cNvPr>
              <p:cNvSpPr/>
              <p:nvPr/>
            </p:nvSpPr>
            <p:spPr>
              <a:xfrm>
                <a:off x="3941556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4" name="Freeform: Shape 11093">
                <a:extLst>
                  <a:ext uri="{FF2B5EF4-FFF2-40B4-BE49-F238E27FC236}">
                    <a16:creationId xmlns:a16="http://schemas.microsoft.com/office/drawing/2014/main" id="{DDE777D6-3124-4AFB-38F4-1BCD1D98D794}"/>
                  </a:ext>
                </a:extLst>
              </p:cNvPr>
              <p:cNvSpPr/>
              <p:nvPr/>
            </p:nvSpPr>
            <p:spPr>
              <a:xfrm>
                <a:off x="3941556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5" name="Freeform: Shape 11094">
                <a:extLst>
                  <a:ext uri="{FF2B5EF4-FFF2-40B4-BE49-F238E27FC236}">
                    <a16:creationId xmlns:a16="http://schemas.microsoft.com/office/drawing/2014/main" id="{CEEF98F5-201F-80A8-ADA2-78A0ADA97E64}"/>
                  </a:ext>
                </a:extLst>
              </p:cNvPr>
              <p:cNvSpPr/>
              <p:nvPr/>
            </p:nvSpPr>
            <p:spPr>
              <a:xfrm>
                <a:off x="3941556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79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6" name="Freeform: Shape 11095">
                <a:extLst>
                  <a:ext uri="{FF2B5EF4-FFF2-40B4-BE49-F238E27FC236}">
                    <a16:creationId xmlns:a16="http://schemas.microsoft.com/office/drawing/2014/main" id="{25C271E6-ED0B-D946-A1DD-33990643BA41}"/>
                  </a:ext>
                </a:extLst>
              </p:cNvPr>
              <p:cNvSpPr/>
              <p:nvPr/>
            </p:nvSpPr>
            <p:spPr>
              <a:xfrm>
                <a:off x="3941556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7" name="Freeform: Shape 11096">
                <a:extLst>
                  <a:ext uri="{FF2B5EF4-FFF2-40B4-BE49-F238E27FC236}">
                    <a16:creationId xmlns:a16="http://schemas.microsoft.com/office/drawing/2014/main" id="{5042B6DC-E894-E155-83E0-B195B5803FE1}"/>
                  </a:ext>
                </a:extLst>
              </p:cNvPr>
              <p:cNvSpPr/>
              <p:nvPr/>
            </p:nvSpPr>
            <p:spPr>
              <a:xfrm>
                <a:off x="3941556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8" name="Freeform: Shape 11097">
                <a:extLst>
                  <a:ext uri="{FF2B5EF4-FFF2-40B4-BE49-F238E27FC236}">
                    <a16:creationId xmlns:a16="http://schemas.microsoft.com/office/drawing/2014/main" id="{C579B132-441B-FC3F-E40D-4C46A995EEF3}"/>
                  </a:ext>
                </a:extLst>
              </p:cNvPr>
              <p:cNvSpPr/>
              <p:nvPr/>
            </p:nvSpPr>
            <p:spPr>
              <a:xfrm>
                <a:off x="3941556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099" name="Freeform: Shape 11098">
                <a:extLst>
                  <a:ext uri="{FF2B5EF4-FFF2-40B4-BE49-F238E27FC236}">
                    <a16:creationId xmlns:a16="http://schemas.microsoft.com/office/drawing/2014/main" id="{591D669D-DE67-3F05-676C-5C86EAE8D607}"/>
                  </a:ext>
                </a:extLst>
              </p:cNvPr>
              <p:cNvSpPr/>
              <p:nvPr/>
            </p:nvSpPr>
            <p:spPr>
              <a:xfrm>
                <a:off x="3941556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0" name="Freeform: Shape 11099">
                <a:extLst>
                  <a:ext uri="{FF2B5EF4-FFF2-40B4-BE49-F238E27FC236}">
                    <a16:creationId xmlns:a16="http://schemas.microsoft.com/office/drawing/2014/main" id="{BDD7DB92-1977-D57F-BBA1-E75F2472C7FB}"/>
                  </a:ext>
                </a:extLst>
              </p:cNvPr>
              <p:cNvSpPr/>
              <p:nvPr/>
            </p:nvSpPr>
            <p:spPr>
              <a:xfrm>
                <a:off x="3941556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1" name="Freeform: Shape 11100">
                <a:extLst>
                  <a:ext uri="{FF2B5EF4-FFF2-40B4-BE49-F238E27FC236}">
                    <a16:creationId xmlns:a16="http://schemas.microsoft.com/office/drawing/2014/main" id="{FCE66F5B-8D89-865B-D131-79E518378846}"/>
                  </a:ext>
                </a:extLst>
              </p:cNvPr>
              <p:cNvSpPr/>
              <p:nvPr/>
            </p:nvSpPr>
            <p:spPr>
              <a:xfrm>
                <a:off x="3941556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2" name="Freeform: Shape 11101">
                <a:extLst>
                  <a:ext uri="{FF2B5EF4-FFF2-40B4-BE49-F238E27FC236}">
                    <a16:creationId xmlns:a16="http://schemas.microsoft.com/office/drawing/2014/main" id="{87C383F1-960B-C461-61D1-3338F9EBEB6A}"/>
                  </a:ext>
                </a:extLst>
              </p:cNvPr>
              <p:cNvSpPr/>
              <p:nvPr/>
            </p:nvSpPr>
            <p:spPr>
              <a:xfrm>
                <a:off x="3941556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3" name="Freeform: Shape 11102">
                <a:extLst>
                  <a:ext uri="{FF2B5EF4-FFF2-40B4-BE49-F238E27FC236}">
                    <a16:creationId xmlns:a16="http://schemas.microsoft.com/office/drawing/2014/main" id="{040948D9-6F1D-61B0-8CD8-3EA81A83CC64}"/>
                  </a:ext>
                </a:extLst>
              </p:cNvPr>
              <p:cNvSpPr/>
              <p:nvPr/>
            </p:nvSpPr>
            <p:spPr>
              <a:xfrm>
                <a:off x="3941556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4" name="Freeform: Shape 11103">
                <a:extLst>
                  <a:ext uri="{FF2B5EF4-FFF2-40B4-BE49-F238E27FC236}">
                    <a16:creationId xmlns:a16="http://schemas.microsoft.com/office/drawing/2014/main" id="{85DD823C-CCCD-7D05-D674-7DC6626C44F0}"/>
                  </a:ext>
                </a:extLst>
              </p:cNvPr>
              <p:cNvSpPr/>
              <p:nvPr/>
            </p:nvSpPr>
            <p:spPr>
              <a:xfrm>
                <a:off x="3941556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5" name="Freeform: Shape 11104">
                <a:extLst>
                  <a:ext uri="{FF2B5EF4-FFF2-40B4-BE49-F238E27FC236}">
                    <a16:creationId xmlns:a16="http://schemas.microsoft.com/office/drawing/2014/main" id="{79A1BC19-AC33-2522-DE73-BAA77DD8861B}"/>
                  </a:ext>
                </a:extLst>
              </p:cNvPr>
              <p:cNvSpPr/>
              <p:nvPr/>
            </p:nvSpPr>
            <p:spPr>
              <a:xfrm>
                <a:off x="3941556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6" name="Freeform: Shape 11105">
                <a:extLst>
                  <a:ext uri="{FF2B5EF4-FFF2-40B4-BE49-F238E27FC236}">
                    <a16:creationId xmlns:a16="http://schemas.microsoft.com/office/drawing/2014/main" id="{692C52E8-B6A5-6F7A-5856-D9EA81BD14F3}"/>
                  </a:ext>
                </a:extLst>
              </p:cNvPr>
              <p:cNvSpPr/>
              <p:nvPr/>
            </p:nvSpPr>
            <p:spPr>
              <a:xfrm>
                <a:off x="3941556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7" name="Freeform: Shape 11106">
                <a:extLst>
                  <a:ext uri="{FF2B5EF4-FFF2-40B4-BE49-F238E27FC236}">
                    <a16:creationId xmlns:a16="http://schemas.microsoft.com/office/drawing/2014/main" id="{B1236E03-0E65-DC51-EA98-809AFC8296F6}"/>
                  </a:ext>
                </a:extLst>
              </p:cNvPr>
              <p:cNvSpPr/>
              <p:nvPr/>
            </p:nvSpPr>
            <p:spPr>
              <a:xfrm>
                <a:off x="3941556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8" name="Freeform: Shape 11107">
                <a:extLst>
                  <a:ext uri="{FF2B5EF4-FFF2-40B4-BE49-F238E27FC236}">
                    <a16:creationId xmlns:a16="http://schemas.microsoft.com/office/drawing/2014/main" id="{3DA0C2EB-0D54-F03C-689D-9197756D78C6}"/>
                  </a:ext>
                </a:extLst>
              </p:cNvPr>
              <p:cNvSpPr/>
              <p:nvPr/>
            </p:nvSpPr>
            <p:spPr>
              <a:xfrm>
                <a:off x="3941556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09" name="Freeform: Shape 11108">
                <a:extLst>
                  <a:ext uri="{FF2B5EF4-FFF2-40B4-BE49-F238E27FC236}">
                    <a16:creationId xmlns:a16="http://schemas.microsoft.com/office/drawing/2014/main" id="{FE10AD27-A0A8-64A4-E37E-AD91D8819952}"/>
                  </a:ext>
                </a:extLst>
              </p:cNvPr>
              <p:cNvSpPr/>
              <p:nvPr/>
            </p:nvSpPr>
            <p:spPr>
              <a:xfrm>
                <a:off x="3941556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0" name="Freeform: Shape 11109">
                <a:extLst>
                  <a:ext uri="{FF2B5EF4-FFF2-40B4-BE49-F238E27FC236}">
                    <a16:creationId xmlns:a16="http://schemas.microsoft.com/office/drawing/2014/main" id="{908902D7-0959-A343-B267-1C3F9CECF8AC}"/>
                  </a:ext>
                </a:extLst>
              </p:cNvPr>
              <p:cNvSpPr/>
              <p:nvPr/>
            </p:nvSpPr>
            <p:spPr>
              <a:xfrm>
                <a:off x="3941556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1" name="Freeform: Shape 11110">
                <a:extLst>
                  <a:ext uri="{FF2B5EF4-FFF2-40B4-BE49-F238E27FC236}">
                    <a16:creationId xmlns:a16="http://schemas.microsoft.com/office/drawing/2014/main" id="{B2D1FC6A-F6EE-09DB-2C3D-0A505F62A33A}"/>
                  </a:ext>
                </a:extLst>
              </p:cNvPr>
              <p:cNvSpPr/>
              <p:nvPr/>
            </p:nvSpPr>
            <p:spPr>
              <a:xfrm>
                <a:off x="3941556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2" name="Freeform: Shape 11111">
                <a:extLst>
                  <a:ext uri="{FF2B5EF4-FFF2-40B4-BE49-F238E27FC236}">
                    <a16:creationId xmlns:a16="http://schemas.microsoft.com/office/drawing/2014/main" id="{994E76E9-6131-D4A8-26B2-48ECD8812A3D}"/>
                  </a:ext>
                </a:extLst>
              </p:cNvPr>
              <p:cNvSpPr/>
              <p:nvPr/>
            </p:nvSpPr>
            <p:spPr>
              <a:xfrm>
                <a:off x="3941556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3" name="Freeform: Shape 11112">
                <a:extLst>
                  <a:ext uri="{FF2B5EF4-FFF2-40B4-BE49-F238E27FC236}">
                    <a16:creationId xmlns:a16="http://schemas.microsoft.com/office/drawing/2014/main" id="{DE8C02F1-104A-8D5A-72D3-B5237B73FCB9}"/>
                  </a:ext>
                </a:extLst>
              </p:cNvPr>
              <p:cNvSpPr/>
              <p:nvPr/>
            </p:nvSpPr>
            <p:spPr>
              <a:xfrm>
                <a:off x="3941556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4" name="Freeform: Shape 11113">
                <a:extLst>
                  <a:ext uri="{FF2B5EF4-FFF2-40B4-BE49-F238E27FC236}">
                    <a16:creationId xmlns:a16="http://schemas.microsoft.com/office/drawing/2014/main" id="{ABC163EC-6C57-AB4A-6AF9-B3ACCFDB4C99}"/>
                  </a:ext>
                </a:extLst>
              </p:cNvPr>
              <p:cNvSpPr/>
              <p:nvPr/>
            </p:nvSpPr>
            <p:spPr>
              <a:xfrm>
                <a:off x="3941556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5" name="Freeform: Shape 11114">
                <a:extLst>
                  <a:ext uri="{FF2B5EF4-FFF2-40B4-BE49-F238E27FC236}">
                    <a16:creationId xmlns:a16="http://schemas.microsoft.com/office/drawing/2014/main" id="{285F0143-DE92-ED29-6447-00744CC9FDB3}"/>
                  </a:ext>
                </a:extLst>
              </p:cNvPr>
              <p:cNvSpPr/>
              <p:nvPr/>
            </p:nvSpPr>
            <p:spPr>
              <a:xfrm>
                <a:off x="3941556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6" name="Freeform: Shape 11115">
                <a:extLst>
                  <a:ext uri="{FF2B5EF4-FFF2-40B4-BE49-F238E27FC236}">
                    <a16:creationId xmlns:a16="http://schemas.microsoft.com/office/drawing/2014/main" id="{6C602D53-01BC-75F6-F3F1-928E3BBCCE87}"/>
                  </a:ext>
                </a:extLst>
              </p:cNvPr>
              <p:cNvSpPr/>
              <p:nvPr/>
            </p:nvSpPr>
            <p:spPr>
              <a:xfrm>
                <a:off x="3941556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7" name="Freeform: Shape 11116">
                <a:extLst>
                  <a:ext uri="{FF2B5EF4-FFF2-40B4-BE49-F238E27FC236}">
                    <a16:creationId xmlns:a16="http://schemas.microsoft.com/office/drawing/2014/main" id="{59BEDA87-C635-A39A-B398-B066EC56664A}"/>
                  </a:ext>
                </a:extLst>
              </p:cNvPr>
              <p:cNvSpPr/>
              <p:nvPr/>
            </p:nvSpPr>
            <p:spPr>
              <a:xfrm>
                <a:off x="3941556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8" name="Freeform: Shape 11117">
                <a:extLst>
                  <a:ext uri="{FF2B5EF4-FFF2-40B4-BE49-F238E27FC236}">
                    <a16:creationId xmlns:a16="http://schemas.microsoft.com/office/drawing/2014/main" id="{B5FBC701-E9F9-F925-DF01-7F433412B191}"/>
                  </a:ext>
                </a:extLst>
              </p:cNvPr>
              <p:cNvSpPr/>
              <p:nvPr/>
            </p:nvSpPr>
            <p:spPr>
              <a:xfrm>
                <a:off x="4003870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19" name="Freeform: Shape 11118">
                <a:extLst>
                  <a:ext uri="{FF2B5EF4-FFF2-40B4-BE49-F238E27FC236}">
                    <a16:creationId xmlns:a16="http://schemas.microsoft.com/office/drawing/2014/main" id="{E467B971-DD10-3C0F-E637-22D58F027755}"/>
                  </a:ext>
                </a:extLst>
              </p:cNvPr>
              <p:cNvSpPr/>
              <p:nvPr/>
            </p:nvSpPr>
            <p:spPr>
              <a:xfrm>
                <a:off x="4003870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0" name="Freeform: Shape 11119">
                <a:extLst>
                  <a:ext uri="{FF2B5EF4-FFF2-40B4-BE49-F238E27FC236}">
                    <a16:creationId xmlns:a16="http://schemas.microsoft.com/office/drawing/2014/main" id="{590A4B17-B4BF-8B7C-7FA9-89D8A38A2A0B}"/>
                  </a:ext>
                </a:extLst>
              </p:cNvPr>
              <p:cNvSpPr/>
              <p:nvPr/>
            </p:nvSpPr>
            <p:spPr>
              <a:xfrm>
                <a:off x="4003870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1" name="Freeform: Shape 11120">
                <a:extLst>
                  <a:ext uri="{FF2B5EF4-FFF2-40B4-BE49-F238E27FC236}">
                    <a16:creationId xmlns:a16="http://schemas.microsoft.com/office/drawing/2014/main" id="{73BB7D38-8782-C440-F323-2C2CE1F8F1E1}"/>
                  </a:ext>
                </a:extLst>
              </p:cNvPr>
              <p:cNvSpPr/>
              <p:nvPr/>
            </p:nvSpPr>
            <p:spPr>
              <a:xfrm>
                <a:off x="4003870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2" name="Freeform: Shape 11121">
                <a:extLst>
                  <a:ext uri="{FF2B5EF4-FFF2-40B4-BE49-F238E27FC236}">
                    <a16:creationId xmlns:a16="http://schemas.microsoft.com/office/drawing/2014/main" id="{3AD96934-6E58-2ED4-A240-F7A89CB3F051}"/>
                  </a:ext>
                </a:extLst>
              </p:cNvPr>
              <p:cNvSpPr/>
              <p:nvPr/>
            </p:nvSpPr>
            <p:spPr>
              <a:xfrm>
                <a:off x="4003870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1E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3" name="Freeform: Shape 11122">
                <a:extLst>
                  <a:ext uri="{FF2B5EF4-FFF2-40B4-BE49-F238E27FC236}">
                    <a16:creationId xmlns:a16="http://schemas.microsoft.com/office/drawing/2014/main" id="{5434F42C-B297-00B1-4B6D-29624A2C777C}"/>
                  </a:ext>
                </a:extLst>
              </p:cNvPr>
              <p:cNvSpPr/>
              <p:nvPr/>
            </p:nvSpPr>
            <p:spPr>
              <a:xfrm>
                <a:off x="4003870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4" name="Freeform: Shape 11123">
                <a:extLst>
                  <a:ext uri="{FF2B5EF4-FFF2-40B4-BE49-F238E27FC236}">
                    <a16:creationId xmlns:a16="http://schemas.microsoft.com/office/drawing/2014/main" id="{DD773FD5-6498-EB8F-6E81-9EC2B1092B4F}"/>
                  </a:ext>
                </a:extLst>
              </p:cNvPr>
              <p:cNvSpPr/>
              <p:nvPr/>
            </p:nvSpPr>
            <p:spPr>
              <a:xfrm>
                <a:off x="4003870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5" name="Freeform: Shape 11124">
                <a:extLst>
                  <a:ext uri="{FF2B5EF4-FFF2-40B4-BE49-F238E27FC236}">
                    <a16:creationId xmlns:a16="http://schemas.microsoft.com/office/drawing/2014/main" id="{268B8778-E515-EB16-6DCC-DD7CEFD11B70}"/>
                  </a:ext>
                </a:extLst>
              </p:cNvPr>
              <p:cNvSpPr/>
              <p:nvPr/>
            </p:nvSpPr>
            <p:spPr>
              <a:xfrm>
                <a:off x="4003870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6" name="Freeform: Shape 11125">
                <a:extLst>
                  <a:ext uri="{FF2B5EF4-FFF2-40B4-BE49-F238E27FC236}">
                    <a16:creationId xmlns:a16="http://schemas.microsoft.com/office/drawing/2014/main" id="{3221169D-33CE-2EBB-AF5E-CDADDABA4B52}"/>
                  </a:ext>
                </a:extLst>
              </p:cNvPr>
              <p:cNvSpPr/>
              <p:nvPr/>
            </p:nvSpPr>
            <p:spPr>
              <a:xfrm>
                <a:off x="4003870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7" name="Freeform: Shape 11126">
                <a:extLst>
                  <a:ext uri="{FF2B5EF4-FFF2-40B4-BE49-F238E27FC236}">
                    <a16:creationId xmlns:a16="http://schemas.microsoft.com/office/drawing/2014/main" id="{71E8A371-F099-5FE9-BE4F-4F2E19B3FAA1}"/>
                  </a:ext>
                </a:extLst>
              </p:cNvPr>
              <p:cNvSpPr/>
              <p:nvPr/>
            </p:nvSpPr>
            <p:spPr>
              <a:xfrm>
                <a:off x="4003870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8" name="Freeform: Shape 11127">
                <a:extLst>
                  <a:ext uri="{FF2B5EF4-FFF2-40B4-BE49-F238E27FC236}">
                    <a16:creationId xmlns:a16="http://schemas.microsoft.com/office/drawing/2014/main" id="{04D24A0C-0ACB-0D96-B1C9-ABE2C2D9DBDE}"/>
                  </a:ext>
                </a:extLst>
              </p:cNvPr>
              <p:cNvSpPr/>
              <p:nvPr/>
            </p:nvSpPr>
            <p:spPr>
              <a:xfrm>
                <a:off x="4003870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29" name="Freeform: Shape 11128">
                <a:extLst>
                  <a:ext uri="{FF2B5EF4-FFF2-40B4-BE49-F238E27FC236}">
                    <a16:creationId xmlns:a16="http://schemas.microsoft.com/office/drawing/2014/main" id="{EDC1D88E-6B45-5F78-E4F3-06077C27E69B}"/>
                  </a:ext>
                </a:extLst>
              </p:cNvPr>
              <p:cNvSpPr/>
              <p:nvPr/>
            </p:nvSpPr>
            <p:spPr>
              <a:xfrm>
                <a:off x="4003870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0" name="Freeform: Shape 11129">
                <a:extLst>
                  <a:ext uri="{FF2B5EF4-FFF2-40B4-BE49-F238E27FC236}">
                    <a16:creationId xmlns:a16="http://schemas.microsoft.com/office/drawing/2014/main" id="{E61E8F39-9F61-8904-4958-47228DC06BCA}"/>
                  </a:ext>
                </a:extLst>
              </p:cNvPr>
              <p:cNvSpPr/>
              <p:nvPr/>
            </p:nvSpPr>
            <p:spPr>
              <a:xfrm>
                <a:off x="4003870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1" name="Freeform: Shape 11130">
                <a:extLst>
                  <a:ext uri="{FF2B5EF4-FFF2-40B4-BE49-F238E27FC236}">
                    <a16:creationId xmlns:a16="http://schemas.microsoft.com/office/drawing/2014/main" id="{58584C4B-53AA-C51F-798C-FDB98740AF2A}"/>
                  </a:ext>
                </a:extLst>
              </p:cNvPr>
              <p:cNvSpPr/>
              <p:nvPr/>
            </p:nvSpPr>
            <p:spPr>
              <a:xfrm>
                <a:off x="4003870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2" name="Freeform: Shape 11131">
                <a:extLst>
                  <a:ext uri="{FF2B5EF4-FFF2-40B4-BE49-F238E27FC236}">
                    <a16:creationId xmlns:a16="http://schemas.microsoft.com/office/drawing/2014/main" id="{A1E3C16F-F85B-5C6D-326C-3BC66A754843}"/>
                  </a:ext>
                </a:extLst>
              </p:cNvPr>
              <p:cNvSpPr/>
              <p:nvPr/>
            </p:nvSpPr>
            <p:spPr>
              <a:xfrm>
                <a:off x="4003870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3" name="Freeform: Shape 11132">
                <a:extLst>
                  <a:ext uri="{FF2B5EF4-FFF2-40B4-BE49-F238E27FC236}">
                    <a16:creationId xmlns:a16="http://schemas.microsoft.com/office/drawing/2014/main" id="{FC19493F-848E-C2A0-8BFF-FB1D685E61AA}"/>
                  </a:ext>
                </a:extLst>
              </p:cNvPr>
              <p:cNvSpPr/>
              <p:nvPr/>
            </p:nvSpPr>
            <p:spPr>
              <a:xfrm>
                <a:off x="4003870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4" name="Freeform: Shape 11133">
                <a:extLst>
                  <a:ext uri="{FF2B5EF4-FFF2-40B4-BE49-F238E27FC236}">
                    <a16:creationId xmlns:a16="http://schemas.microsoft.com/office/drawing/2014/main" id="{B2CEC864-BE43-0F1A-F98F-F58173C6127B}"/>
                  </a:ext>
                </a:extLst>
              </p:cNvPr>
              <p:cNvSpPr/>
              <p:nvPr/>
            </p:nvSpPr>
            <p:spPr>
              <a:xfrm>
                <a:off x="4003870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5" name="Freeform: Shape 11134">
                <a:extLst>
                  <a:ext uri="{FF2B5EF4-FFF2-40B4-BE49-F238E27FC236}">
                    <a16:creationId xmlns:a16="http://schemas.microsoft.com/office/drawing/2014/main" id="{2985708D-BDB0-9386-4483-E7D5A62D616E}"/>
                  </a:ext>
                </a:extLst>
              </p:cNvPr>
              <p:cNvSpPr/>
              <p:nvPr/>
            </p:nvSpPr>
            <p:spPr>
              <a:xfrm>
                <a:off x="4003870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6" name="Freeform: Shape 11135">
                <a:extLst>
                  <a:ext uri="{FF2B5EF4-FFF2-40B4-BE49-F238E27FC236}">
                    <a16:creationId xmlns:a16="http://schemas.microsoft.com/office/drawing/2014/main" id="{2797AFD6-C056-F5A5-F617-7F8B4E9402B3}"/>
                  </a:ext>
                </a:extLst>
              </p:cNvPr>
              <p:cNvSpPr/>
              <p:nvPr/>
            </p:nvSpPr>
            <p:spPr>
              <a:xfrm>
                <a:off x="4003870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7" name="Freeform: Shape 11136">
                <a:extLst>
                  <a:ext uri="{FF2B5EF4-FFF2-40B4-BE49-F238E27FC236}">
                    <a16:creationId xmlns:a16="http://schemas.microsoft.com/office/drawing/2014/main" id="{C2537746-F77E-21CD-0C2F-0235A3FEAD64}"/>
                  </a:ext>
                </a:extLst>
              </p:cNvPr>
              <p:cNvSpPr/>
              <p:nvPr/>
            </p:nvSpPr>
            <p:spPr>
              <a:xfrm>
                <a:off x="4003870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8" name="Freeform: Shape 11137">
                <a:extLst>
                  <a:ext uri="{FF2B5EF4-FFF2-40B4-BE49-F238E27FC236}">
                    <a16:creationId xmlns:a16="http://schemas.microsoft.com/office/drawing/2014/main" id="{8A3311BF-0801-7340-CC3A-B51F1D43563E}"/>
                  </a:ext>
                </a:extLst>
              </p:cNvPr>
              <p:cNvSpPr/>
              <p:nvPr/>
            </p:nvSpPr>
            <p:spPr>
              <a:xfrm>
                <a:off x="4003870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39" name="Freeform: Shape 11138">
                <a:extLst>
                  <a:ext uri="{FF2B5EF4-FFF2-40B4-BE49-F238E27FC236}">
                    <a16:creationId xmlns:a16="http://schemas.microsoft.com/office/drawing/2014/main" id="{9AD8D743-AD46-2F29-E273-4FD3A732DF55}"/>
                  </a:ext>
                </a:extLst>
              </p:cNvPr>
              <p:cNvSpPr/>
              <p:nvPr/>
            </p:nvSpPr>
            <p:spPr>
              <a:xfrm>
                <a:off x="4003870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0" name="Freeform: Shape 11139">
                <a:extLst>
                  <a:ext uri="{FF2B5EF4-FFF2-40B4-BE49-F238E27FC236}">
                    <a16:creationId xmlns:a16="http://schemas.microsoft.com/office/drawing/2014/main" id="{605D0F13-90FB-8D40-8C77-9D0353322BE4}"/>
                  </a:ext>
                </a:extLst>
              </p:cNvPr>
              <p:cNvSpPr/>
              <p:nvPr/>
            </p:nvSpPr>
            <p:spPr>
              <a:xfrm>
                <a:off x="4003870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1" name="Freeform: Shape 11140">
                <a:extLst>
                  <a:ext uri="{FF2B5EF4-FFF2-40B4-BE49-F238E27FC236}">
                    <a16:creationId xmlns:a16="http://schemas.microsoft.com/office/drawing/2014/main" id="{2B0E7534-C9AC-0430-2718-95B5599391B6}"/>
                  </a:ext>
                </a:extLst>
              </p:cNvPr>
              <p:cNvSpPr/>
              <p:nvPr/>
            </p:nvSpPr>
            <p:spPr>
              <a:xfrm>
                <a:off x="4003870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2" name="Freeform: Shape 11141">
                <a:extLst>
                  <a:ext uri="{FF2B5EF4-FFF2-40B4-BE49-F238E27FC236}">
                    <a16:creationId xmlns:a16="http://schemas.microsoft.com/office/drawing/2014/main" id="{40DC6B6C-5DB9-48AE-20BD-33C7BFF77C21}"/>
                  </a:ext>
                </a:extLst>
              </p:cNvPr>
              <p:cNvSpPr/>
              <p:nvPr/>
            </p:nvSpPr>
            <p:spPr>
              <a:xfrm>
                <a:off x="4003870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3" name="Freeform: Shape 11142">
                <a:extLst>
                  <a:ext uri="{FF2B5EF4-FFF2-40B4-BE49-F238E27FC236}">
                    <a16:creationId xmlns:a16="http://schemas.microsoft.com/office/drawing/2014/main" id="{536B7227-2706-EAC6-2FC9-E01B64076098}"/>
                  </a:ext>
                </a:extLst>
              </p:cNvPr>
              <p:cNvSpPr/>
              <p:nvPr/>
            </p:nvSpPr>
            <p:spPr>
              <a:xfrm>
                <a:off x="4003870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4" name="Freeform: Shape 11143">
                <a:extLst>
                  <a:ext uri="{FF2B5EF4-FFF2-40B4-BE49-F238E27FC236}">
                    <a16:creationId xmlns:a16="http://schemas.microsoft.com/office/drawing/2014/main" id="{CF04B1E6-906E-ED3F-D050-44C29C08844E}"/>
                  </a:ext>
                </a:extLst>
              </p:cNvPr>
              <p:cNvSpPr/>
              <p:nvPr/>
            </p:nvSpPr>
            <p:spPr>
              <a:xfrm>
                <a:off x="4003870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5" name="Freeform: Shape 11144">
                <a:extLst>
                  <a:ext uri="{FF2B5EF4-FFF2-40B4-BE49-F238E27FC236}">
                    <a16:creationId xmlns:a16="http://schemas.microsoft.com/office/drawing/2014/main" id="{40351ECA-F0B0-E827-72DF-E82B1654F518}"/>
                  </a:ext>
                </a:extLst>
              </p:cNvPr>
              <p:cNvSpPr/>
              <p:nvPr/>
            </p:nvSpPr>
            <p:spPr>
              <a:xfrm>
                <a:off x="406610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6" name="Freeform: Shape 11145">
                <a:extLst>
                  <a:ext uri="{FF2B5EF4-FFF2-40B4-BE49-F238E27FC236}">
                    <a16:creationId xmlns:a16="http://schemas.microsoft.com/office/drawing/2014/main" id="{986E1525-7E77-0AF8-F904-8D2984544342}"/>
                  </a:ext>
                </a:extLst>
              </p:cNvPr>
              <p:cNvSpPr/>
              <p:nvPr/>
            </p:nvSpPr>
            <p:spPr>
              <a:xfrm>
                <a:off x="406610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7" name="Freeform: Shape 11146">
                <a:extLst>
                  <a:ext uri="{FF2B5EF4-FFF2-40B4-BE49-F238E27FC236}">
                    <a16:creationId xmlns:a16="http://schemas.microsoft.com/office/drawing/2014/main" id="{1FF197F1-FECC-5ECB-C2F8-C97E2F2DEDB0}"/>
                  </a:ext>
                </a:extLst>
              </p:cNvPr>
              <p:cNvSpPr/>
              <p:nvPr/>
            </p:nvSpPr>
            <p:spPr>
              <a:xfrm>
                <a:off x="406610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8" name="Freeform: Shape 11147">
                <a:extLst>
                  <a:ext uri="{FF2B5EF4-FFF2-40B4-BE49-F238E27FC236}">
                    <a16:creationId xmlns:a16="http://schemas.microsoft.com/office/drawing/2014/main" id="{BF4666DD-5698-2D27-1E2F-668252D15575}"/>
                  </a:ext>
                </a:extLst>
              </p:cNvPr>
              <p:cNvSpPr/>
              <p:nvPr/>
            </p:nvSpPr>
            <p:spPr>
              <a:xfrm>
                <a:off x="406610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49" name="Freeform: Shape 11148">
                <a:extLst>
                  <a:ext uri="{FF2B5EF4-FFF2-40B4-BE49-F238E27FC236}">
                    <a16:creationId xmlns:a16="http://schemas.microsoft.com/office/drawing/2014/main" id="{4E81AFB3-84C3-48A5-2B83-B9AF07F5BB6F}"/>
                  </a:ext>
                </a:extLst>
              </p:cNvPr>
              <p:cNvSpPr/>
              <p:nvPr/>
            </p:nvSpPr>
            <p:spPr>
              <a:xfrm>
                <a:off x="406610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5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0" name="Freeform: Shape 11149">
                <a:extLst>
                  <a:ext uri="{FF2B5EF4-FFF2-40B4-BE49-F238E27FC236}">
                    <a16:creationId xmlns:a16="http://schemas.microsoft.com/office/drawing/2014/main" id="{E8CBE14E-90C9-B33C-EFDB-B7A6BFAD7358}"/>
                  </a:ext>
                </a:extLst>
              </p:cNvPr>
              <p:cNvSpPr/>
              <p:nvPr/>
            </p:nvSpPr>
            <p:spPr>
              <a:xfrm>
                <a:off x="406610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1" name="Freeform: Shape 11150">
                <a:extLst>
                  <a:ext uri="{FF2B5EF4-FFF2-40B4-BE49-F238E27FC236}">
                    <a16:creationId xmlns:a16="http://schemas.microsoft.com/office/drawing/2014/main" id="{6B7BAF03-FDC0-A09E-F414-F9A7C6DC18C3}"/>
                  </a:ext>
                </a:extLst>
              </p:cNvPr>
              <p:cNvSpPr/>
              <p:nvPr/>
            </p:nvSpPr>
            <p:spPr>
              <a:xfrm>
                <a:off x="406610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2" name="Freeform: Shape 11151">
                <a:extLst>
                  <a:ext uri="{FF2B5EF4-FFF2-40B4-BE49-F238E27FC236}">
                    <a16:creationId xmlns:a16="http://schemas.microsoft.com/office/drawing/2014/main" id="{C599E18B-ADA4-66F2-CB1A-C2EBA3A92BC1}"/>
                  </a:ext>
                </a:extLst>
              </p:cNvPr>
              <p:cNvSpPr/>
              <p:nvPr/>
            </p:nvSpPr>
            <p:spPr>
              <a:xfrm>
                <a:off x="406610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3" name="Freeform: Shape 11152">
                <a:extLst>
                  <a:ext uri="{FF2B5EF4-FFF2-40B4-BE49-F238E27FC236}">
                    <a16:creationId xmlns:a16="http://schemas.microsoft.com/office/drawing/2014/main" id="{4CEA2D85-BF9E-0FBC-47FF-3E133AB77B0D}"/>
                  </a:ext>
                </a:extLst>
              </p:cNvPr>
              <p:cNvSpPr/>
              <p:nvPr/>
            </p:nvSpPr>
            <p:spPr>
              <a:xfrm>
                <a:off x="406610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4" name="Freeform: Shape 11153">
                <a:extLst>
                  <a:ext uri="{FF2B5EF4-FFF2-40B4-BE49-F238E27FC236}">
                    <a16:creationId xmlns:a16="http://schemas.microsoft.com/office/drawing/2014/main" id="{A5F2B30C-AD13-174B-88F0-D7EB7D2D58B2}"/>
                  </a:ext>
                </a:extLst>
              </p:cNvPr>
              <p:cNvSpPr/>
              <p:nvPr/>
            </p:nvSpPr>
            <p:spPr>
              <a:xfrm>
                <a:off x="406610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5" name="Freeform: Shape 11154">
                <a:extLst>
                  <a:ext uri="{FF2B5EF4-FFF2-40B4-BE49-F238E27FC236}">
                    <a16:creationId xmlns:a16="http://schemas.microsoft.com/office/drawing/2014/main" id="{D5179C6B-398E-8E1F-6D8B-157C441F6254}"/>
                  </a:ext>
                </a:extLst>
              </p:cNvPr>
              <p:cNvSpPr/>
              <p:nvPr/>
            </p:nvSpPr>
            <p:spPr>
              <a:xfrm>
                <a:off x="406610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6" name="Freeform: Shape 11155">
                <a:extLst>
                  <a:ext uri="{FF2B5EF4-FFF2-40B4-BE49-F238E27FC236}">
                    <a16:creationId xmlns:a16="http://schemas.microsoft.com/office/drawing/2014/main" id="{ADCB55FE-2CBD-1180-77BF-5F0865E4EB59}"/>
                  </a:ext>
                </a:extLst>
              </p:cNvPr>
              <p:cNvSpPr/>
              <p:nvPr/>
            </p:nvSpPr>
            <p:spPr>
              <a:xfrm>
                <a:off x="406610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7" name="Freeform: Shape 11156">
                <a:extLst>
                  <a:ext uri="{FF2B5EF4-FFF2-40B4-BE49-F238E27FC236}">
                    <a16:creationId xmlns:a16="http://schemas.microsoft.com/office/drawing/2014/main" id="{99BFFA2A-0CF8-2BAC-AA40-2DFB3EF36A8C}"/>
                  </a:ext>
                </a:extLst>
              </p:cNvPr>
              <p:cNvSpPr/>
              <p:nvPr/>
            </p:nvSpPr>
            <p:spPr>
              <a:xfrm>
                <a:off x="406610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8" name="Freeform: Shape 11157">
                <a:extLst>
                  <a:ext uri="{FF2B5EF4-FFF2-40B4-BE49-F238E27FC236}">
                    <a16:creationId xmlns:a16="http://schemas.microsoft.com/office/drawing/2014/main" id="{0B098D69-5FF5-2DC8-109C-BBDFD842DFD1}"/>
                  </a:ext>
                </a:extLst>
              </p:cNvPr>
              <p:cNvSpPr/>
              <p:nvPr/>
            </p:nvSpPr>
            <p:spPr>
              <a:xfrm>
                <a:off x="406610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59" name="Freeform: Shape 11158">
                <a:extLst>
                  <a:ext uri="{FF2B5EF4-FFF2-40B4-BE49-F238E27FC236}">
                    <a16:creationId xmlns:a16="http://schemas.microsoft.com/office/drawing/2014/main" id="{381EA568-90B1-442F-A3F9-E5C5999ED37A}"/>
                  </a:ext>
                </a:extLst>
              </p:cNvPr>
              <p:cNvSpPr/>
              <p:nvPr/>
            </p:nvSpPr>
            <p:spPr>
              <a:xfrm>
                <a:off x="406610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0" name="Freeform: Shape 11159">
                <a:extLst>
                  <a:ext uri="{FF2B5EF4-FFF2-40B4-BE49-F238E27FC236}">
                    <a16:creationId xmlns:a16="http://schemas.microsoft.com/office/drawing/2014/main" id="{388CBA1D-F215-D67A-50C1-2C52F4C92EDC}"/>
                  </a:ext>
                </a:extLst>
              </p:cNvPr>
              <p:cNvSpPr/>
              <p:nvPr/>
            </p:nvSpPr>
            <p:spPr>
              <a:xfrm>
                <a:off x="406610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1" name="Freeform: Shape 11160">
                <a:extLst>
                  <a:ext uri="{FF2B5EF4-FFF2-40B4-BE49-F238E27FC236}">
                    <a16:creationId xmlns:a16="http://schemas.microsoft.com/office/drawing/2014/main" id="{8DDA811B-9DE2-84E4-4D10-B067FA1A6B6A}"/>
                  </a:ext>
                </a:extLst>
              </p:cNvPr>
              <p:cNvSpPr/>
              <p:nvPr/>
            </p:nvSpPr>
            <p:spPr>
              <a:xfrm>
                <a:off x="406610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2" name="Freeform: Shape 11161">
                <a:extLst>
                  <a:ext uri="{FF2B5EF4-FFF2-40B4-BE49-F238E27FC236}">
                    <a16:creationId xmlns:a16="http://schemas.microsoft.com/office/drawing/2014/main" id="{3855745B-6960-A457-385D-EC7AAFBBFC2F}"/>
                  </a:ext>
                </a:extLst>
              </p:cNvPr>
              <p:cNvSpPr/>
              <p:nvPr/>
            </p:nvSpPr>
            <p:spPr>
              <a:xfrm>
                <a:off x="406610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3" name="Freeform: Shape 11162">
                <a:extLst>
                  <a:ext uri="{FF2B5EF4-FFF2-40B4-BE49-F238E27FC236}">
                    <a16:creationId xmlns:a16="http://schemas.microsoft.com/office/drawing/2014/main" id="{0601C314-DCC3-7A1B-F21F-AC59B272C1DE}"/>
                  </a:ext>
                </a:extLst>
              </p:cNvPr>
              <p:cNvSpPr/>
              <p:nvPr/>
            </p:nvSpPr>
            <p:spPr>
              <a:xfrm>
                <a:off x="406610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4" name="Freeform: Shape 11163">
                <a:extLst>
                  <a:ext uri="{FF2B5EF4-FFF2-40B4-BE49-F238E27FC236}">
                    <a16:creationId xmlns:a16="http://schemas.microsoft.com/office/drawing/2014/main" id="{EFB14B89-A944-A945-A620-4E7067CD4679}"/>
                  </a:ext>
                </a:extLst>
              </p:cNvPr>
              <p:cNvSpPr/>
              <p:nvPr/>
            </p:nvSpPr>
            <p:spPr>
              <a:xfrm>
                <a:off x="406610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5" name="Freeform: Shape 11164">
                <a:extLst>
                  <a:ext uri="{FF2B5EF4-FFF2-40B4-BE49-F238E27FC236}">
                    <a16:creationId xmlns:a16="http://schemas.microsoft.com/office/drawing/2014/main" id="{81533793-767B-5B1D-C9B1-CD1DF0611E71}"/>
                  </a:ext>
                </a:extLst>
              </p:cNvPr>
              <p:cNvSpPr/>
              <p:nvPr/>
            </p:nvSpPr>
            <p:spPr>
              <a:xfrm>
                <a:off x="406610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6" name="Freeform: Shape 11165">
                <a:extLst>
                  <a:ext uri="{FF2B5EF4-FFF2-40B4-BE49-F238E27FC236}">
                    <a16:creationId xmlns:a16="http://schemas.microsoft.com/office/drawing/2014/main" id="{94E51A49-DCC6-C8F5-6E21-92BF56155714}"/>
                  </a:ext>
                </a:extLst>
              </p:cNvPr>
              <p:cNvSpPr/>
              <p:nvPr/>
            </p:nvSpPr>
            <p:spPr>
              <a:xfrm>
                <a:off x="406610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7" name="Freeform: Shape 11166">
                <a:extLst>
                  <a:ext uri="{FF2B5EF4-FFF2-40B4-BE49-F238E27FC236}">
                    <a16:creationId xmlns:a16="http://schemas.microsoft.com/office/drawing/2014/main" id="{FFB71BD1-E6B1-4734-E7DC-F344F93E89D4}"/>
                  </a:ext>
                </a:extLst>
              </p:cNvPr>
              <p:cNvSpPr/>
              <p:nvPr/>
            </p:nvSpPr>
            <p:spPr>
              <a:xfrm>
                <a:off x="406610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8" name="Freeform: Shape 11167">
                <a:extLst>
                  <a:ext uri="{FF2B5EF4-FFF2-40B4-BE49-F238E27FC236}">
                    <a16:creationId xmlns:a16="http://schemas.microsoft.com/office/drawing/2014/main" id="{C06203A7-757A-C05B-E7C8-E49FF2C5BDBA}"/>
                  </a:ext>
                </a:extLst>
              </p:cNvPr>
              <p:cNvSpPr/>
              <p:nvPr/>
            </p:nvSpPr>
            <p:spPr>
              <a:xfrm>
                <a:off x="406610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69" name="Freeform: Shape 11168">
                <a:extLst>
                  <a:ext uri="{FF2B5EF4-FFF2-40B4-BE49-F238E27FC236}">
                    <a16:creationId xmlns:a16="http://schemas.microsoft.com/office/drawing/2014/main" id="{9BE0A660-62CD-0D7C-5344-93C9DA739950}"/>
                  </a:ext>
                </a:extLst>
              </p:cNvPr>
              <p:cNvSpPr/>
              <p:nvPr/>
            </p:nvSpPr>
            <p:spPr>
              <a:xfrm>
                <a:off x="406610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0" name="Freeform: Shape 11169">
                <a:extLst>
                  <a:ext uri="{FF2B5EF4-FFF2-40B4-BE49-F238E27FC236}">
                    <a16:creationId xmlns:a16="http://schemas.microsoft.com/office/drawing/2014/main" id="{A098E1E9-BC0A-C3C1-E8C3-0D1538D40A22}"/>
                  </a:ext>
                </a:extLst>
              </p:cNvPr>
              <p:cNvSpPr/>
              <p:nvPr/>
            </p:nvSpPr>
            <p:spPr>
              <a:xfrm>
                <a:off x="406610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1" name="Freeform: Shape 11170">
                <a:extLst>
                  <a:ext uri="{FF2B5EF4-FFF2-40B4-BE49-F238E27FC236}">
                    <a16:creationId xmlns:a16="http://schemas.microsoft.com/office/drawing/2014/main" id="{DF8CCF69-5393-A44B-F7F3-522AA682EB9C}"/>
                  </a:ext>
                </a:extLst>
              </p:cNvPr>
              <p:cNvSpPr/>
              <p:nvPr/>
            </p:nvSpPr>
            <p:spPr>
              <a:xfrm>
                <a:off x="406610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2" name="Freeform: Shape 11171">
                <a:extLst>
                  <a:ext uri="{FF2B5EF4-FFF2-40B4-BE49-F238E27FC236}">
                    <a16:creationId xmlns:a16="http://schemas.microsoft.com/office/drawing/2014/main" id="{65E5C432-35B4-4215-390E-DCCE97BA527C}"/>
                  </a:ext>
                </a:extLst>
              </p:cNvPr>
              <p:cNvSpPr/>
              <p:nvPr/>
            </p:nvSpPr>
            <p:spPr>
              <a:xfrm>
                <a:off x="412842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1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3" name="Freeform: Shape 11172">
                <a:extLst>
                  <a:ext uri="{FF2B5EF4-FFF2-40B4-BE49-F238E27FC236}">
                    <a16:creationId xmlns:a16="http://schemas.microsoft.com/office/drawing/2014/main" id="{47DCB16E-F953-19DA-C9E1-801DC5D21F47}"/>
                  </a:ext>
                </a:extLst>
              </p:cNvPr>
              <p:cNvSpPr/>
              <p:nvPr/>
            </p:nvSpPr>
            <p:spPr>
              <a:xfrm>
                <a:off x="412842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4" name="Freeform: Shape 11173">
                <a:extLst>
                  <a:ext uri="{FF2B5EF4-FFF2-40B4-BE49-F238E27FC236}">
                    <a16:creationId xmlns:a16="http://schemas.microsoft.com/office/drawing/2014/main" id="{24592A7B-2078-961A-4232-7B6F8C249672}"/>
                  </a:ext>
                </a:extLst>
              </p:cNvPr>
              <p:cNvSpPr/>
              <p:nvPr/>
            </p:nvSpPr>
            <p:spPr>
              <a:xfrm>
                <a:off x="412842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5" name="Freeform: Shape 11174">
                <a:extLst>
                  <a:ext uri="{FF2B5EF4-FFF2-40B4-BE49-F238E27FC236}">
                    <a16:creationId xmlns:a16="http://schemas.microsoft.com/office/drawing/2014/main" id="{C558DCE7-E097-01AE-268F-BB2B958156E1}"/>
                  </a:ext>
                </a:extLst>
              </p:cNvPr>
              <p:cNvSpPr/>
              <p:nvPr/>
            </p:nvSpPr>
            <p:spPr>
              <a:xfrm>
                <a:off x="412842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6" name="Freeform: Shape 11175">
                <a:extLst>
                  <a:ext uri="{FF2B5EF4-FFF2-40B4-BE49-F238E27FC236}">
                    <a16:creationId xmlns:a16="http://schemas.microsoft.com/office/drawing/2014/main" id="{9D6C851D-B7C8-8D93-FE54-37E9F5B65B01}"/>
                  </a:ext>
                </a:extLst>
              </p:cNvPr>
              <p:cNvSpPr/>
              <p:nvPr/>
            </p:nvSpPr>
            <p:spPr>
              <a:xfrm>
                <a:off x="412842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7" name="Freeform: Shape 11176">
                <a:extLst>
                  <a:ext uri="{FF2B5EF4-FFF2-40B4-BE49-F238E27FC236}">
                    <a16:creationId xmlns:a16="http://schemas.microsoft.com/office/drawing/2014/main" id="{3B4B902B-1F7C-8D43-939A-5F251421D0A0}"/>
                  </a:ext>
                </a:extLst>
              </p:cNvPr>
              <p:cNvSpPr/>
              <p:nvPr/>
            </p:nvSpPr>
            <p:spPr>
              <a:xfrm>
                <a:off x="412842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8" name="Freeform: Shape 11177">
                <a:extLst>
                  <a:ext uri="{FF2B5EF4-FFF2-40B4-BE49-F238E27FC236}">
                    <a16:creationId xmlns:a16="http://schemas.microsoft.com/office/drawing/2014/main" id="{BAD53342-FD6A-E2B1-153A-919EF5F2264A}"/>
                  </a:ext>
                </a:extLst>
              </p:cNvPr>
              <p:cNvSpPr/>
              <p:nvPr/>
            </p:nvSpPr>
            <p:spPr>
              <a:xfrm>
                <a:off x="412842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79" name="Freeform: Shape 11178">
                <a:extLst>
                  <a:ext uri="{FF2B5EF4-FFF2-40B4-BE49-F238E27FC236}">
                    <a16:creationId xmlns:a16="http://schemas.microsoft.com/office/drawing/2014/main" id="{69D60034-8143-0FE0-9720-4F90B0A8DA32}"/>
                  </a:ext>
                </a:extLst>
              </p:cNvPr>
              <p:cNvSpPr/>
              <p:nvPr/>
            </p:nvSpPr>
            <p:spPr>
              <a:xfrm>
                <a:off x="412842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0" name="Freeform: Shape 11179">
                <a:extLst>
                  <a:ext uri="{FF2B5EF4-FFF2-40B4-BE49-F238E27FC236}">
                    <a16:creationId xmlns:a16="http://schemas.microsoft.com/office/drawing/2014/main" id="{FBD33BC0-6413-BD59-6AF2-138A758D169A}"/>
                  </a:ext>
                </a:extLst>
              </p:cNvPr>
              <p:cNvSpPr/>
              <p:nvPr/>
            </p:nvSpPr>
            <p:spPr>
              <a:xfrm>
                <a:off x="412842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1" name="Freeform: Shape 11180">
                <a:extLst>
                  <a:ext uri="{FF2B5EF4-FFF2-40B4-BE49-F238E27FC236}">
                    <a16:creationId xmlns:a16="http://schemas.microsoft.com/office/drawing/2014/main" id="{FF4FA69D-8198-25E8-E878-571F7B4BD8C0}"/>
                  </a:ext>
                </a:extLst>
              </p:cNvPr>
              <p:cNvSpPr/>
              <p:nvPr/>
            </p:nvSpPr>
            <p:spPr>
              <a:xfrm>
                <a:off x="412842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2" name="Freeform: Shape 11181">
                <a:extLst>
                  <a:ext uri="{FF2B5EF4-FFF2-40B4-BE49-F238E27FC236}">
                    <a16:creationId xmlns:a16="http://schemas.microsoft.com/office/drawing/2014/main" id="{2BB946CF-2B9D-2139-8EEE-8B9DBA5F9660}"/>
                  </a:ext>
                </a:extLst>
              </p:cNvPr>
              <p:cNvSpPr/>
              <p:nvPr/>
            </p:nvSpPr>
            <p:spPr>
              <a:xfrm>
                <a:off x="412842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3" name="Freeform: Shape 11182">
                <a:extLst>
                  <a:ext uri="{FF2B5EF4-FFF2-40B4-BE49-F238E27FC236}">
                    <a16:creationId xmlns:a16="http://schemas.microsoft.com/office/drawing/2014/main" id="{3F8B73BC-9BDA-90C4-298A-369F24395F9F}"/>
                  </a:ext>
                </a:extLst>
              </p:cNvPr>
              <p:cNvSpPr/>
              <p:nvPr/>
            </p:nvSpPr>
            <p:spPr>
              <a:xfrm>
                <a:off x="412842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4" name="Freeform: Shape 11183">
                <a:extLst>
                  <a:ext uri="{FF2B5EF4-FFF2-40B4-BE49-F238E27FC236}">
                    <a16:creationId xmlns:a16="http://schemas.microsoft.com/office/drawing/2014/main" id="{291DF62C-C6E7-1985-E44F-10B6CF202F5B}"/>
                  </a:ext>
                </a:extLst>
              </p:cNvPr>
              <p:cNvSpPr/>
              <p:nvPr/>
            </p:nvSpPr>
            <p:spPr>
              <a:xfrm>
                <a:off x="412842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5" name="Freeform: Shape 11184">
                <a:extLst>
                  <a:ext uri="{FF2B5EF4-FFF2-40B4-BE49-F238E27FC236}">
                    <a16:creationId xmlns:a16="http://schemas.microsoft.com/office/drawing/2014/main" id="{683E6F0A-9F2A-97AA-1EF3-1A45F9BA7CB9}"/>
                  </a:ext>
                </a:extLst>
              </p:cNvPr>
              <p:cNvSpPr/>
              <p:nvPr/>
            </p:nvSpPr>
            <p:spPr>
              <a:xfrm>
                <a:off x="412842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6" name="Freeform: Shape 11185">
                <a:extLst>
                  <a:ext uri="{FF2B5EF4-FFF2-40B4-BE49-F238E27FC236}">
                    <a16:creationId xmlns:a16="http://schemas.microsoft.com/office/drawing/2014/main" id="{18495F11-5048-ABB9-AF66-65BB54996E2E}"/>
                  </a:ext>
                </a:extLst>
              </p:cNvPr>
              <p:cNvSpPr/>
              <p:nvPr/>
            </p:nvSpPr>
            <p:spPr>
              <a:xfrm>
                <a:off x="412842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BEBEBE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7" name="Freeform: Shape 11186">
                <a:extLst>
                  <a:ext uri="{FF2B5EF4-FFF2-40B4-BE49-F238E27FC236}">
                    <a16:creationId xmlns:a16="http://schemas.microsoft.com/office/drawing/2014/main" id="{482766D4-8536-D6DE-5E08-681D3D944459}"/>
                  </a:ext>
                </a:extLst>
              </p:cNvPr>
              <p:cNvSpPr/>
              <p:nvPr/>
            </p:nvSpPr>
            <p:spPr>
              <a:xfrm>
                <a:off x="412842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8" name="Freeform: Shape 11187">
                <a:extLst>
                  <a:ext uri="{FF2B5EF4-FFF2-40B4-BE49-F238E27FC236}">
                    <a16:creationId xmlns:a16="http://schemas.microsoft.com/office/drawing/2014/main" id="{3F3D1755-8FE1-6DD9-7B30-3FDECC7A107C}"/>
                  </a:ext>
                </a:extLst>
              </p:cNvPr>
              <p:cNvSpPr/>
              <p:nvPr/>
            </p:nvSpPr>
            <p:spPr>
              <a:xfrm>
                <a:off x="412842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89" name="Freeform: Shape 11188">
                <a:extLst>
                  <a:ext uri="{FF2B5EF4-FFF2-40B4-BE49-F238E27FC236}">
                    <a16:creationId xmlns:a16="http://schemas.microsoft.com/office/drawing/2014/main" id="{C3F3862E-DC67-4BC9-3B20-CC245FDA7363}"/>
                  </a:ext>
                </a:extLst>
              </p:cNvPr>
              <p:cNvSpPr/>
              <p:nvPr/>
            </p:nvSpPr>
            <p:spPr>
              <a:xfrm>
                <a:off x="412842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0" name="Freeform: Shape 11189">
                <a:extLst>
                  <a:ext uri="{FF2B5EF4-FFF2-40B4-BE49-F238E27FC236}">
                    <a16:creationId xmlns:a16="http://schemas.microsoft.com/office/drawing/2014/main" id="{18DF2A7C-A08A-C698-822D-4801B9F94F62}"/>
                  </a:ext>
                </a:extLst>
              </p:cNvPr>
              <p:cNvSpPr/>
              <p:nvPr/>
            </p:nvSpPr>
            <p:spPr>
              <a:xfrm>
                <a:off x="412842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1" name="Freeform: Shape 11190">
                <a:extLst>
                  <a:ext uri="{FF2B5EF4-FFF2-40B4-BE49-F238E27FC236}">
                    <a16:creationId xmlns:a16="http://schemas.microsoft.com/office/drawing/2014/main" id="{D1CCCCBE-FDF1-8CF2-A4FC-DFD7F47EDEA6}"/>
                  </a:ext>
                </a:extLst>
              </p:cNvPr>
              <p:cNvSpPr/>
              <p:nvPr/>
            </p:nvSpPr>
            <p:spPr>
              <a:xfrm>
                <a:off x="412842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2" name="Freeform: Shape 11191">
                <a:extLst>
                  <a:ext uri="{FF2B5EF4-FFF2-40B4-BE49-F238E27FC236}">
                    <a16:creationId xmlns:a16="http://schemas.microsoft.com/office/drawing/2014/main" id="{5355FF58-4E03-0270-236D-3FA7A12ED6D0}"/>
                  </a:ext>
                </a:extLst>
              </p:cNvPr>
              <p:cNvSpPr/>
              <p:nvPr/>
            </p:nvSpPr>
            <p:spPr>
              <a:xfrm>
                <a:off x="412842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3" name="Freeform: Shape 11192">
                <a:extLst>
                  <a:ext uri="{FF2B5EF4-FFF2-40B4-BE49-F238E27FC236}">
                    <a16:creationId xmlns:a16="http://schemas.microsoft.com/office/drawing/2014/main" id="{E7182954-4EFC-EF75-F322-4A6BB0243F47}"/>
                  </a:ext>
                </a:extLst>
              </p:cNvPr>
              <p:cNvSpPr/>
              <p:nvPr/>
            </p:nvSpPr>
            <p:spPr>
              <a:xfrm>
                <a:off x="412842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4" name="Freeform: Shape 11193">
                <a:extLst>
                  <a:ext uri="{FF2B5EF4-FFF2-40B4-BE49-F238E27FC236}">
                    <a16:creationId xmlns:a16="http://schemas.microsoft.com/office/drawing/2014/main" id="{D2B7F954-A537-11C1-062D-F760B57759E4}"/>
                  </a:ext>
                </a:extLst>
              </p:cNvPr>
              <p:cNvSpPr/>
              <p:nvPr/>
            </p:nvSpPr>
            <p:spPr>
              <a:xfrm>
                <a:off x="412842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5" name="Freeform: Shape 11194">
                <a:extLst>
                  <a:ext uri="{FF2B5EF4-FFF2-40B4-BE49-F238E27FC236}">
                    <a16:creationId xmlns:a16="http://schemas.microsoft.com/office/drawing/2014/main" id="{AE7449F1-2049-895A-5D3D-2967C36DDC21}"/>
                  </a:ext>
                </a:extLst>
              </p:cNvPr>
              <p:cNvSpPr/>
              <p:nvPr/>
            </p:nvSpPr>
            <p:spPr>
              <a:xfrm>
                <a:off x="412842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6" name="Freeform: Shape 11195">
                <a:extLst>
                  <a:ext uri="{FF2B5EF4-FFF2-40B4-BE49-F238E27FC236}">
                    <a16:creationId xmlns:a16="http://schemas.microsoft.com/office/drawing/2014/main" id="{F520DDE2-F5DC-7666-D3CD-A0F0E0AAC864}"/>
                  </a:ext>
                </a:extLst>
              </p:cNvPr>
              <p:cNvSpPr/>
              <p:nvPr/>
            </p:nvSpPr>
            <p:spPr>
              <a:xfrm>
                <a:off x="412842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7" name="Freeform: Shape 11196">
                <a:extLst>
                  <a:ext uri="{FF2B5EF4-FFF2-40B4-BE49-F238E27FC236}">
                    <a16:creationId xmlns:a16="http://schemas.microsoft.com/office/drawing/2014/main" id="{FE0ED98E-D28D-3B86-C78C-EC5E285E403F}"/>
                  </a:ext>
                </a:extLst>
              </p:cNvPr>
              <p:cNvSpPr/>
              <p:nvPr/>
            </p:nvSpPr>
            <p:spPr>
              <a:xfrm>
                <a:off x="412842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8" name="Freeform: Shape 11197">
                <a:extLst>
                  <a:ext uri="{FF2B5EF4-FFF2-40B4-BE49-F238E27FC236}">
                    <a16:creationId xmlns:a16="http://schemas.microsoft.com/office/drawing/2014/main" id="{CBD866DC-F0C5-C8B7-8727-BE2720C35EAB}"/>
                  </a:ext>
                </a:extLst>
              </p:cNvPr>
              <p:cNvSpPr/>
              <p:nvPr/>
            </p:nvSpPr>
            <p:spPr>
              <a:xfrm>
                <a:off x="412842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199" name="Freeform: Shape 11198">
                <a:extLst>
                  <a:ext uri="{FF2B5EF4-FFF2-40B4-BE49-F238E27FC236}">
                    <a16:creationId xmlns:a16="http://schemas.microsoft.com/office/drawing/2014/main" id="{FD987F0A-8785-EB2D-9173-1FCFF53DB3A7}"/>
                  </a:ext>
                </a:extLst>
              </p:cNvPr>
              <p:cNvSpPr/>
              <p:nvPr/>
            </p:nvSpPr>
            <p:spPr>
              <a:xfrm>
                <a:off x="4190659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97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0" name="Freeform: Shape 11199">
                <a:extLst>
                  <a:ext uri="{FF2B5EF4-FFF2-40B4-BE49-F238E27FC236}">
                    <a16:creationId xmlns:a16="http://schemas.microsoft.com/office/drawing/2014/main" id="{2679D5DE-6629-E2B5-7B87-7413BA5A719D}"/>
                  </a:ext>
                </a:extLst>
              </p:cNvPr>
              <p:cNvSpPr/>
              <p:nvPr/>
            </p:nvSpPr>
            <p:spPr>
              <a:xfrm>
                <a:off x="4190659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1" name="Freeform: Shape 11200">
                <a:extLst>
                  <a:ext uri="{FF2B5EF4-FFF2-40B4-BE49-F238E27FC236}">
                    <a16:creationId xmlns:a16="http://schemas.microsoft.com/office/drawing/2014/main" id="{DE3AB8E9-768A-C0C8-4493-8D53CF805827}"/>
                  </a:ext>
                </a:extLst>
              </p:cNvPr>
              <p:cNvSpPr/>
              <p:nvPr/>
            </p:nvSpPr>
            <p:spPr>
              <a:xfrm>
                <a:off x="4190659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2" name="Freeform: Shape 11201">
                <a:extLst>
                  <a:ext uri="{FF2B5EF4-FFF2-40B4-BE49-F238E27FC236}">
                    <a16:creationId xmlns:a16="http://schemas.microsoft.com/office/drawing/2014/main" id="{CE163B06-73C4-E0B7-98DE-555ABCBB06D3}"/>
                  </a:ext>
                </a:extLst>
              </p:cNvPr>
              <p:cNvSpPr/>
              <p:nvPr/>
            </p:nvSpPr>
            <p:spPr>
              <a:xfrm>
                <a:off x="4190659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3" name="Freeform: Shape 11202">
                <a:extLst>
                  <a:ext uri="{FF2B5EF4-FFF2-40B4-BE49-F238E27FC236}">
                    <a16:creationId xmlns:a16="http://schemas.microsoft.com/office/drawing/2014/main" id="{D5D69BFF-6029-7316-26E0-69435E9A7F74}"/>
                  </a:ext>
                </a:extLst>
              </p:cNvPr>
              <p:cNvSpPr/>
              <p:nvPr/>
            </p:nvSpPr>
            <p:spPr>
              <a:xfrm>
                <a:off x="4190659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4" name="Freeform: Shape 11203">
                <a:extLst>
                  <a:ext uri="{FF2B5EF4-FFF2-40B4-BE49-F238E27FC236}">
                    <a16:creationId xmlns:a16="http://schemas.microsoft.com/office/drawing/2014/main" id="{DA1BE8AD-6BD5-44CF-2CFA-C372020637F2}"/>
                  </a:ext>
                </a:extLst>
              </p:cNvPr>
              <p:cNvSpPr/>
              <p:nvPr/>
            </p:nvSpPr>
            <p:spPr>
              <a:xfrm>
                <a:off x="4190659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5" name="Freeform: Shape 11204">
                <a:extLst>
                  <a:ext uri="{FF2B5EF4-FFF2-40B4-BE49-F238E27FC236}">
                    <a16:creationId xmlns:a16="http://schemas.microsoft.com/office/drawing/2014/main" id="{063BE90A-4C1E-C727-1D54-7F275B39BEEF}"/>
                  </a:ext>
                </a:extLst>
              </p:cNvPr>
              <p:cNvSpPr/>
              <p:nvPr/>
            </p:nvSpPr>
            <p:spPr>
              <a:xfrm>
                <a:off x="4190659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6" name="Freeform: Shape 11205">
                <a:extLst>
                  <a:ext uri="{FF2B5EF4-FFF2-40B4-BE49-F238E27FC236}">
                    <a16:creationId xmlns:a16="http://schemas.microsoft.com/office/drawing/2014/main" id="{880A6011-AB4D-9ECB-1F4D-FE4B6DFD1B02}"/>
                  </a:ext>
                </a:extLst>
              </p:cNvPr>
              <p:cNvSpPr/>
              <p:nvPr/>
            </p:nvSpPr>
            <p:spPr>
              <a:xfrm>
                <a:off x="4190659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7" name="Freeform: Shape 11206">
                <a:extLst>
                  <a:ext uri="{FF2B5EF4-FFF2-40B4-BE49-F238E27FC236}">
                    <a16:creationId xmlns:a16="http://schemas.microsoft.com/office/drawing/2014/main" id="{AE4840E1-8DAF-E956-D9FA-FCE0E814F55E}"/>
                  </a:ext>
                </a:extLst>
              </p:cNvPr>
              <p:cNvSpPr/>
              <p:nvPr/>
            </p:nvSpPr>
            <p:spPr>
              <a:xfrm>
                <a:off x="4190659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8" name="Freeform: Shape 11207">
                <a:extLst>
                  <a:ext uri="{FF2B5EF4-FFF2-40B4-BE49-F238E27FC236}">
                    <a16:creationId xmlns:a16="http://schemas.microsoft.com/office/drawing/2014/main" id="{E8B2BD03-F709-46E4-A1BD-64AE25D97615}"/>
                  </a:ext>
                </a:extLst>
              </p:cNvPr>
              <p:cNvSpPr/>
              <p:nvPr/>
            </p:nvSpPr>
            <p:spPr>
              <a:xfrm>
                <a:off x="4190659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09" name="Freeform: Shape 11208">
                <a:extLst>
                  <a:ext uri="{FF2B5EF4-FFF2-40B4-BE49-F238E27FC236}">
                    <a16:creationId xmlns:a16="http://schemas.microsoft.com/office/drawing/2014/main" id="{9D031D1F-F09B-9250-2FD8-ADC3A5FC06AA}"/>
                  </a:ext>
                </a:extLst>
              </p:cNvPr>
              <p:cNvSpPr/>
              <p:nvPr/>
            </p:nvSpPr>
            <p:spPr>
              <a:xfrm>
                <a:off x="4190659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0" name="Freeform: Shape 11209">
                <a:extLst>
                  <a:ext uri="{FF2B5EF4-FFF2-40B4-BE49-F238E27FC236}">
                    <a16:creationId xmlns:a16="http://schemas.microsoft.com/office/drawing/2014/main" id="{0B6DAC5C-BB96-1E68-32A4-6B8595F25923}"/>
                  </a:ext>
                </a:extLst>
              </p:cNvPr>
              <p:cNvSpPr/>
              <p:nvPr/>
            </p:nvSpPr>
            <p:spPr>
              <a:xfrm>
                <a:off x="4190659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1" name="Freeform: Shape 11210">
                <a:extLst>
                  <a:ext uri="{FF2B5EF4-FFF2-40B4-BE49-F238E27FC236}">
                    <a16:creationId xmlns:a16="http://schemas.microsoft.com/office/drawing/2014/main" id="{170F7184-161C-EA0C-576F-1F2F63121A9C}"/>
                  </a:ext>
                </a:extLst>
              </p:cNvPr>
              <p:cNvSpPr/>
              <p:nvPr/>
            </p:nvSpPr>
            <p:spPr>
              <a:xfrm>
                <a:off x="4190659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2" name="Freeform: Shape 11211">
                <a:extLst>
                  <a:ext uri="{FF2B5EF4-FFF2-40B4-BE49-F238E27FC236}">
                    <a16:creationId xmlns:a16="http://schemas.microsoft.com/office/drawing/2014/main" id="{536D82C4-E189-042F-325C-C9B2E3E7310E}"/>
                  </a:ext>
                </a:extLst>
              </p:cNvPr>
              <p:cNvSpPr/>
              <p:nvPr/>
            </p:nvSpPr>
            <p:spPr>
              <a:xfrm>
                <a:off x="4190659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3" name="Freeform: Shape 11212">
                <a:extLst>
                  <a:ext uri="{FF2B5EF4-FFF2-40B4-BE49-F238E27FC236}">
                    <a16:creationId xmlns:a16="http://schemas.microsoft.com/office/drawing/2014/main" id="{F8E6C98E-BB23-8E4E-8B20-ADBBA99CBBE1}"/>
                  </a:ext>
                </a:extLst>
              </p:cNvPr>
              <p:cNvSpPr/>
              <p:nvPr/>
            </p:nvSpPr>
            <p:spPr>
              <a:xfrm>
                <a:off x="4190659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4" name="Freeform: Shape 11213">
                <a:extLst>
                  <a:ext uri="{FF2B5EF4-FFF2-40B4-BE49-F238E27FC236}">
                    <a16:creationId xmlns:a16="http://schemas.microsoft.com/office/drawing/2014/main" id="{36C2C13B-DB38-B4F3-ACE6-E43E0016B86D}"/>
                  </a:ext>
                </a:extLst>
              </p:cNvPr>
              <p:cNvSpPr/>
              <p:nvPr/>
            </p:nvSpPr>
            <p:spPr>
              <a:xfrm>
                <a:off x="4190659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5" name="Freeform: Shape 11214">
                <a:extLst>
                  <a:ext uri="{FF2B5EF4-FFF2-40B4-BE49-F238E27FC236}">
                    <a16:creationId xmlns:a16="http://schemas.microsoft.com/office/drawing/2014/main" id="{F311ED03-6480-01D2-776A-88AE3DBA4A9B}"/>
                  </a:ext>
                </a:extLst>
              </p:cNvPr>
              <p:cNvSpPr/>
              <p:nvPr/>
            </p:nvSpPr>
            <p:spPr>
              <a:xfrm>
                <a:off x="4190659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6" name="Freeform: Shape 11215">
                <a:extLst>
                  <a:ext uri="{FF2B5EF4-FFF2-40B4-BE49-F238E27FC236}">
                    <a16:creationId xmlns:a16="http://schemas.microsoft.com/office/drawing/2014/main" id="{A8018959-8A75-ADE2-E4A7-A7CDE739437C}"/>
                  </a:ext>
                </a:extLst>
              </p:cNvPr>
              <p:cNvSpPr/>
              <p:nvPr/>
            </p:nvSpPr>
            <p:spPr>
              <a:xfrm>
                <a:off x="4190659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7" name="Freeform: Shape 11216">
                <a:extLst>
                  <a:ext uri="{FF2B5EF4-FFF2-40B4-BE49-F238E27FC236}">
                    <a16:creationId xmlns:a16="http://schemas.microsoft.com/office/drawing/2014/main" id="{6B5291F5-1A17-DF21-AFC1-28AB35C7D468}"/>
                  </a:ext>
                </a:extLst>
              </p:cNvPr>
              <p:cNvSpPr/>
              <p:nvPr/>
            </p:nvSpPr>
            <p:spPr>
              <a:xfrm>
                <a:off x="4190659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8" name="Freeform: Shape 11217">
                <a:extLst>
                  <a:ext uri="{FF2B5EF4-FFF2-40B4-BE49-F238E27FC236}">
                    <a16:creationId xmlns:a16="http://schemas.microsoft.com/office/drawing/2014/main" id="{90DB6C2F-AD19-573F-F549-3CD097FB7586}"/>
                  </a:ext>
                </a:extLst>
              </p:cNvPr>
              <p:cNvSpPr/>
              <p:nvPr/>
            </p:nvSpPr>
            <p:spPr>
              <a:xfrm>
                <a:off x="4190659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19" name="Freeform: Shape 11218">
                <a:extLst>
                  <a:ext uri="{FF2B5EF4-FFF2-40B4-BE49-F238E27FC236}">
                    <a16:creationId xmlns:a16="http://schemas.microsoft.com/office/drawing/2014/main" id="{E6207201-1B08-D92A-8F66-B032315C6A7B}"/>
                  </a:ext>
                </a:extLst>
              </p:cNvPr>
              <p:cNvSpPr/>
              <p:nvPr/>
            </p:nvSpPr>
            <p:spPr>
              <a:xfrm>
                <a:off x="4190659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0" name="Freeform: Shape 11219">
                <a:extLst>
                  <a:ext uri="{FF2B5EF4-FFF2-40B4-BE49-F238E27FC236}">
                    <a16:creationId xmlns:a16="http://schemas.microsoft.com/office/drawing/2014/main" id="{A12AB741-04CB-2360-617F-C83B65B081E9}"/>
                  </a:ext>
                </a:extLst>
              </p:cNvPr>
              <p:cNvSpPr/>
              <p:nvPr/>
            </p:nvSpPr>
            <p:spPr>
              <a:xfrm>
                <a:off x="4190659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1" name="Freeform: Shape 11220">
                <a:extLst>
                  <a:ext uri="{FF2B5EF4-FFF2-40B4-BE49-F238E27FC236}">
                    <a16:creationId xmlns:a16="http://schemas.microsoft.com/office/drawing/2014/main" id="{D251E7D3-59DE-2F4E-9F3A-9C128E38C72A}"/>
                  </a:ext>
                </a:extLst>
              </p:cNvPr>
              <p:cNvSpPr/>
              <p:nvPr/>
            </p:nvSpPr>
            <p:spPr>
              <a:xfrm>
                <a:off x="4190659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2" name="Freeform: Shape 11221">
                <a:extLst>
                  <a:ext uri="{FF2B5EF4-FFF2-40B4-BE49-F238E27FC236}">
                    <a16:creationId xmlns:a16="http://schemas.microsoft.com/office/drawing/2014/main" id="{EB9A4443-DA35-9F56-CA71-19F308FB185F}"/>
                  </a:ext>
                </a:extLst>
              </p:cNvPr>
              <p:cNvSpPr/>
              <p:nvPr/>
            </p:nvSpPr>
            <p:spPr>
              <a:xfrm>
                <a:off x="4190659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3" name="Freeform: Shape 11222">
                <a:extLst>
                  <a:ext uri="{FF2B5EF4-FFF2-40B4-BE49-F238E27FC236}">
                    <a16:creationId xmlns:a16="http://schemas.microsoft.com/office/drawing/2014/main" id="{CF9F390F-D87E-E12E-AEC4-F1BB6B89502F}"/>
                  </a:ext>
                </a:extLst>
              </p:cNvPr>
              <p:cNvSpPr/>
              <p:nvPr/>
            </p:nvSpPr>
            <p:spPr>
              <a:xfrm>
                <a:off x="4190659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4" name="Freeform: Shape 11223">
                <a:extLst>
                  <a:ext uri="{FF2B5EF4-FFF2-40B4-BE49-F238E27FC236}">
                    <a16:creationId xmlns:a16="http://schemas.microsoft.com/office/drawing/2014/main" id="{985D2248-949F-93D1-BA6C-A39218803EC8}"/>
                  </a:ext>
                </a:extLst>
              </p:cNvPr>
              <p:cNvSpPr/>
              <p:nvPr/>
            </p:nvSpPr>
            <p:spPr>
              <a:xfrm>
                <a:off x="4190659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5" name="Freeform: Shape 11224">
                <a:extLst>
                  <a:ext uri="{FF2B5EF4-FFF2-40B4-BE49-F238E27FC236}">
                    <a16:creationId xmlns:a16="http://schemas.microsoft.com/office/drawing/2014/main" id="{016C70F8-DBC7-FFAC-2A71-40365BA5D034}"/>
                  </a:ext>
                </a:extLst>
              </p:cNvPr>
              <p:cNvSpPr/>
              <p:nvPr/>
            </p:nvSpPr>
            <p:spPr>
              <a:xfrm>
                <a:off x="4190659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6" name="Freeform: Shape 11225">
                <a:extLst>
                  <a:ext uri="{FF2B5EF4-FFF2-40B4-BE49-F238E27FC236}">
                    <a16:creationId xmlns:a16="http://schemas.microsoft.com/office/drawing/2014/main" id="{416C4FF0-65E5-2879-0661-CE8960F19620}"/>
                  </a:ext>
                </a:extLst>
              </p:cNvPr>
              <p:cNvSpPr/>
              <p:nvPr/>
            </p:nvSpPr>
            <p:spPr>
              <a:xfrm>
                <a:off x="4252974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83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7" name="Freeform: Shape 11226">
                <a:extLst>
                  <a:ext uri="{FF2B5EF4-FFF2-40B4-BE49-F238E27FC236}">
                    <a16:creationId xmlns:a16="http://schemas.microsoft.com/office/drawing/2014/main" id="{EAB45C3B-BAEA-BD09-78FC-9194FACCEC81}"/>
                  </a:ext>
                </a:extLst>
              </p:cNvPr>
              <p:cNvSpPr/>
              <p:nvPr/>
            </p:nvSpPr>
            <p:spPr>
              <a:xfrm>
                <a:off x="4252974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8" name="Freeform: Shape 11227">
                <a:extLst>
                  <a:ext uri="{FF2B5EF4-FFF2-40B4-BE49-F238E27FC236}">
                    <a16:creationId xmlns:a16="http://schemas.microsoft.com/office/drawing/2014/main" id="{FECE3AE9-35C0-D7D2-63CA-D76E3B52EE6E}"/>
                  </a:ext>
                </a:extLst>
              </p:cNvPr>
              <p:cNvSpPr/>
              <p:nvPr/>
            </p:nvSpPr>
            <p:spPr>
              <a:xfrm>
                <a:off x="4252974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29" name="Freeform: Shape 11228">
                <a:extLst>
                  <a:ext uri="{FF2B5EF4-FFF2-40B4-BE49-F238E27FC236}">
                    <a16:creationId xmlns:a16="http://schemas.microsoft.com/office/drawing/2014/main" id="{9436B6C9-D9E6-6E8B-BAE4-4154DEFD1E46}"/>
                  </a:ext>
                </a:extLst>
              </p:cNvPr>
              <p:cNvSpPr/>
              <p:nvPr/>
            </p:nvSpPr>
            <p:spPr>
              <a:xfrm>
                <a:off x="4252974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0" name="Freeform: Shape 11229">
                <a:extLst>
                  <a:ext uri="{FF2B5EF4-FFF2-40B4-BE49-F238E27FC236}">
                    <a16:creationId xmlns:a16="http://schemas.microsoft.com/office/drawing/2014/main" id="{71F2132C-C115-A84F-118F-1D04C1274DCB}"/>
                  </a:ext>
                </a:extLst>
              </p:cNvPr>
              <p:cNvSpPr/>
              <p:nvPr/>
            </p:nvSpPr>
            <p:spPr>
              <a:xfrm>
                <a:off x="4252974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1" name="Freeform: Shape 11230">
                <a:extLst>
                  <a:ext uri="{FF2B5EF4-FFF2-40B4-BE49-F238E27FC236}">
                    <a16:creationId xmlns:a16="http://schemas.microsoft.com/office/drawing/2014/main" id="{DE70E32A-F929-1669-4998-9D4114ECCD38}"/>
                  </a:ext>
                </a:extLst>
              </p:cNvPr>
              <p:cNvSpPr/>
              <p:nvPr/>
            </p:nvSpPr>
            <p:spPr>
              <a:xfrm>
                <a:off x="4252974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2" name="Freeform: Shape 11231">
                <a:extLst>
                  <a:ext uri="{FF2B5EF4-FFF2-40B4-BE49-F238E27FC236}">
                    <a16:creationId xmlns:a16="http://schemas.microsoft.com/office/drawing/2014/main" id="{B239A5A3-8AFD-63DE-AC96-FD271F507C53}"/>
                  </a:ext>
                </a:extLst>
              </p:cNvPr>
              <p:cNvSpPr/>
              <p:nvPr/>
            </p:nvSpPr>
            <p:spPr>
              <a:xfrm>
                <a:off x="4252974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3" name="Freeform: Shape 11232">
                <a:extLst>
                  <a:ext uri="{FF2B5EF4-FFF2-40B4-BE49-F238E27FC236}">
                    <a16:creationId xmlns:a16="http://schemas.microsoft.com/office/drawing/2014/main" id="{FD9F52F1-3D0E-4A02-5F6C-CFFC3B8BC420}"/>
                  </a:ext>
                </a:extLst>
              </p:cNvPr>
              <p:cNvSpPr/>
              <p:nvPr/>
            </p:nvSpPr>
            <p:spPr>
              <a:xfrm>
                <a:off x="4252974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4" name="Freeform: Shape 11233">
                <a:extLst>
                  <a:ext uri="{FF2B5EF4-FFF2-40B4-BE49-F238E27FC236}">
                    <a16:creationId xmlns:a16="http://schemas.microsoft.com/office/drawing/2014/main" id="{091AE03A-8EC0-9E33-B3D5-758D7B999E51}"/>
                  </a:ext>
                </a:extLst>
              </p:cNvPr>
              <p:cNvSpPr/>
              <p:nvPr/>
            </p:nvSpPr>
            <p:spPr>
              <a:xfrm>
                <a:off x="4252974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5" name="Freeform: Shape 11234">
                <a:extLst>
                  <a:ext uri="{FF2B5EF4-FFF2-40B4-BE49-F238E27FC236}">
                    <a16:creationId xmlns:a16="http://schemas.microsoft.com/office/drawing/2014/main" id="{60EC1957-D054-6CA0-FF37-65753B94FBE7}"/>
                  </a:ext>
                </a:extLst>
              </p:cNvPr>
              <p:cNvSpPr/>
              <p:nvPr/>
            </p:nvSpPr>
            <p:spPr>
              <a:xfrm>
                <a:off x="4252974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6" name="Freeform: Shape 11235">
                <a:extLst>
                  <a:ext uri="{FF2B5EF4-FFF2-40B4-BE49-F238E27FC236}">
                    <a16:creationId xmlns:a16="http://schemas.microsoft.com/office/drawing/2014/main" id="{AC973CC8-105A-F982-6E48-990BA0BF7959}"/>
                  </a:ext>
                </a:extLst>
              </p:cNvPr>
              <p:cNvSpPr/>
              <p:nvPr/>
            </p:nvSpPr>
            <p:spPr>
              <a:xfrm>
                <a:off x="4252974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7" name="Freeform: Shape 11236">
                <a:extLst>
                  <a:ext uri="{FF2B5EF4-FFF2-40B4-BE49-F238E27FC236}">
                    <a16:creationId xmlns:a16="http://schemas.microsoft.com/office/drawing/2014/main" id="{4D5D16D8-E969-78CE-0364-F8B8ECB8BC45}"/>
                  </a:ext>
                </a:extLst>
              </p:cNvPr>
              <p:cNvSpPr/>
              <p:nvPr/>
            </p:nvSpPr>
            <p:spPr>
              <a:xfrm>
                <a:off x="4252974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8" name="Freeform: Shape 11237">
                <a:extLst>
                  <a:ext uri="{FF2B5EF4-FFF2-40B4-BE49-F238E27FC236}">
                    <a16:creationId xmlns:a16="http://schemas.microsoft.com/office/drawing/2014/main" id="{AD59F19C-EE87-6CC4-FBDE-B4CC8FBC1DBA}"/>
                  </a:ext>
                </a:extLst>
              </p:cNvPr>
              <p:cNvSpPr/>
              <p:nvPr/>
            </p:nvSpPr>
            <p:spPr>
              <a:xfrm>
                <a:off x="4252974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39" name="Freeform: Shape 11238">
                <a:extLst>
                  <a:ext uri="{FF2B5EF4-FFF2-40B4-BE49-F238E27FC236}">
                    <a16:creationId xmlns:a16="http://schemas.microsoft.com/office/drawing/2014/main" id="{2D90B821-D46C-D5B6-01BC-50228EE59AD2}"/>
                  </a:ext>
                </a:extLst>
              </p:cNvPr>
              <p:cNvSpPr/>
              <p:nvPr/>
            </p:nvSpPr>
            <p:spPr>
              <a:xfrm>
                <a:off x="4252974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0" name="Freeform: Shape 11239">
                <a:extLst>
                  <a:ext uri="{FF2B5EF4-FFF2-40B4-BE49-F238E27FC236}">
                    <a16:creationId xmlns:a16="http://schemas.microsoft.com/office/drawing/2014/main" id="{50817FD9-5FEE-2C25-9044-8CC2C3BEBB6A}"/>
                  </a:ext>
                </a:extLst>
              </p:cNvPr>
              <p:cNvSpPr/>
              <p:nvPr/>
            </p:nvSpPr>
            <p:spPr>
              <a:xfrm>
                <a:off x="4252974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1" name="Freeform: Shape 11240">
                <a:extLst>
                  <a:ext uri="{FF2B5EF4-FFF2-40B4-BE49-F238E27FC236}">
                    <a16:creationId xmlns:a16="http://schemas.microsoft.com/office/drawing/2014/main" id="{CDE8EF49-F115-C89B-A1AE-3CB91A349EC7}"/>
                  </a:ext>
                </a:extLst>
              </p:cNvPr>
              <p:cNvSpPr/>
              <p:nvPr/>
            </p:nvSpPr>
            <p:spPr>
              <a:xfrm>
                <a:off x="4252974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2" name="Freeform: Shape 11241">
                <a:extLst>
                  <a:ext uri="{FF2B5EF4-FFF2-40B4-BE49-F238E27FC236}">
                    <a16:creationId xmlns:a16="http://schemas.microsoft.com/office/drawing/2014/main" id="{A0DB8594-29CA-1A49-690E-BC1687742DAC}"/>
                  </a:ext>
                </a:extLst>
              </p:cNvPr>
              <p:cNvSpPr/>
              <p:nvPr/>
            </p:nvSpPr>
            <p:spPr>
              <a:xfrm>
                <a:off x="4252974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3" name="Freeform: Shape 11242">
                <a:extLst>
                  <a:ext uri="{FF2B5EF4-FFF2-40B4-BE49-F238E27FC236}">
                    <a16:creationId xmlns:a16="http://schemas.microsoft.com/office/drawing/2014/main" id="{FDEAC705-5A61-5C2C-00AC-041F17246ACE}"/>
                  </a:ext>
                </a:extLst>
              </p:cNvPr>
              <p:cNvSpPr/>
              <p:nvPr/>
            </p:nvSpPr>
            <p:spPr>
              <a:xfrm>
                <a:off x="4252974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4" name="Freeform: Shape 11243">
                <a:extLst>
                  <a:ext uri="{FF2B5EF4-FFF2-40B4-BE49-F238E27FC236}">
                    <a16:creationId xmlns:a16="http://schemas.microsoft.com/office/drawing/2014/main" id="{4BD7F076-7798-980A-8394-B43F47CAC572}"/>
                  </a:ext>
                </a:extLst>
              </p:cNvPr>
              <p:cNvSpPr/>
              <p:nvPr/>
            </p:nvSpPr>
            <p:spPr>
              <a:xfrm>
                <a:off x="4252974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5" name="Freeform: Shape 11244">
                <a:extLst>
                  <a:ext uri="{FF2B5EF4-FFF2-40B4-BE49-F238E27FC236}">
                    <a16:creationId xmlns:a16="http://schemas.microsoft.com/office/drawing/2014/main" id="{0E92F8B7-E760-9E2E-B3BA-8CFA19048B89}"/>
                  </a:ext>
                </a:extLst>
              </p:cNvPr>
              <p:cNvSpPr/>
              <p:nvPr/>
            </p:nvSpPr>
            <p:spPr>
              <a:xfrm>
                <a:off x="4252974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6" name="Freeform: Shape 11245">
                <a:extLst>
                  <a:ext uri="{FF2B5EF4-FFF2-40B4-BE49-F238E27FC236}">
                    <a16:creationId xmlns:a16="http://schemas.microsoft.com/office/drawing/2014/main" id="{4BBF3804-D7B0-3B4F-0280-AC1A844AB42C}"/>
                  </a:ext>
                </a:extLst>
              </p:cNvPr>
              <p:cNvSpPr/>
              <p:nvPr/>
            </p:nvSpPr>
            <p:spPr>
              <a:xfrm>
                <a:off x="4252974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7" name="Freeform: Shape 11246">
                <a:extLst>
                  <a:ext uri="{FF2B5EF4-FFF2-40B4-BE49-F238E27FC236}">
                    <a16:creationId xmlns:a16="http://schemas.microsoft.com/office/drawing/2014/main" id="{ED23C111-0387-EC25-81FC-3D4B9858606A}"/>
                  </a:ext>
                </a:extLst>
              </p:cNvPr>
              <p:cNvSpPr/>
              <p:nvPr/>
            </p:nvSpPr>
            <p:spPr>
              <a:xfrm>
                <a:off x="4252974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8" name="Freeform: Shape 11247">
                <a:extLst>
                  <a:ext uri="{FF2B5EF4-FFF2-40B4-BE49-F238E27FC236}">
                    <a16:creationId xmlns:a16="http://schemas.microsoft.com/office/drawing/2014/main" id="{CE8868FA-EE96-E4B6-04B8-44018DB0E2F1}"/>
                  </a:ext>
                </a:extLst>
              </p:cNvPr>
              <p:cNvSpPr/>
              <p:nvPr/>
            </p:nvSpPr>
            <p:spPr>
              <a:xfrm>
                <a:off x="4252974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49" name="Freeform: Shape 11248">
                <a:extLst>
                  <a:ext uri="{FF2B5EF4-FFF2-40B4-BE49-F238E27FC236}">
                    <a16:creationId xmlns:a16="http://schemas.microsoft.com/office/drawing/2014/main" id="{9C3F2D4A-B7B4-14E7-475B-9AC0F999CBE1}"/>
                  </a:ext>
                </a:extLst>
              </p:cNvPr>
              <p:cNvSpPr/>
              <p:nvPr/>
            </p:nvSpPr>
            <p:spPr>
              <a:xfrm>
                <a:off x="4252974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0" name="Freeform: Shape 11249">
                <a:extLst>
                  <a:ext uri="{FF2B5EF4-FFF2-40B4-BE49-F238E27FC236}">
                    <a16:creationId xmlns:a16="http://schemas.microsoft.com/office/drawing/2014/main" id="{4BDFA368-45D3-110A-7348-D92809C9CE81}"/>
                  </a:ext>
                </a:extLst>
              </p:cNvPr>
              <p:cNvSpPr/>
              <p:nvPr/>
            </p:nvSpPr>
            <p:spPr>
              <a:xfrm>
                <a:off x="4252974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1" name="Freeform: Shape 11250">
                <a:extLst>
                  <a:ext uri="{FF2B5EF4-FFF2-40B4-BE49-F238E27FC236}">
                    <a16:creationId xmlns:a16="http://schemas.microsoft.com/office/drawing/2014/main" id="{3F2CC6AB-9D08-E10B-B393-5818F840466B}"/>
                  </a:ext>
                </a:extLst>
              </p:cNvPr>
              <p:cNvSpPr/>
              <p:nvPr/>
            </p:nvSpPr>
            <p:spPr>
              <a:xfrm>
                <a:off x="4252974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2" name="Freeform: Shape 11251">
                <a:extLst>
                  <a:ext uri="{FF2B5EF4-FFF2-40B4-BE49-F238E27FC236}">
                    <a16:creationId xmlns:a16="http://schemas.microsoft.com/office/drawing/2014/main" id="{96B9D227-6FC4-6C91-0C3F-0B024E8122D4}"/>
                  </a:ext>
                </a:extLst>
              </p:cNvPr>
              <p:cNvSpPr/>
              <p:nvPr/>
            </p:nvSpPr>
            <p:spPr>
              <a:xfrm>
                <a:off x="4252974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3" name="Freeform: Shape 11252">
                <a:extLst>
                  <a:ext uri="{FF2B5EF4-FFF2-40B4-BE49-F238E27FC236}">
                    <a16:creationId xmlns:a16="http://schemas.microsoft.com/office/drawing/2014/main" id="{DBCE26ED-E126-FEE7-6A16-24BCA6C6AF2B}"/>
                  </a:ext>
                </a:extLst>
              </p:cNvPr>
              <p:cNvSpPr/>
              <p:nvPr/>
            </p:nvSpPr>
            <p:spPr>
              <a:xfrm>
                <a:off x="431521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46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4" name="Freeform: Shape 11253">
                <a:extLst>
                  <a:ext uri="{FF2B5EF4-FFF2-40B4-BE49-F238E27FC236}">
                    <a16:creationId xmlns:a16="http://schemas.microsoft.com/office/drawing/2014/main" id="{8C1DDD63-E2CC-A91A-7590-A16F7D515B49}"/>
                  </a:ext>
                </a:extLst>
              </p:cNvPr>
              <p:cNvSpPr/>
              <p:nvPr/>
            </p:nvSpPr>
            <p:spPr>
              <a:xfrm>
                <a:off x="431521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5" name="Freeform: Shape 11254">
                <a:extLst>
                  <a:ext uri="{FF2B5EF4-FFF2-40B4-BE49-F238E27FC236}">
                    <a16:creationId xmlns:a16="http://schemas.microsoft.com/office/drawing/2014/main" id="{00AD8868-E8BE-513F-62BF-DFB2280635A2}"/>
                  </a:ext>
                </a:extLst>
              </p:cNvPr>
              <p:cNvSpPr/>
              <p:nvPr/>
            </p:nvSpPr>
            <p:spPr>
              <a:xfrm>
                <a:off x="431521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6" name="Freeform: Shape 11255">
                <a:extLst>
                  <a:ext uri="{FF2B5EF4-FFF2-40B4-BE49-F238E27FC236}">
                    <a16:creationId xmlns:a16="http://schemas.microsoft.com/office/drawing/2014/main" id="{6E23BA5E-242C-75FA-D68E-BAA7F539B175}"/>
                  </a:ext>
                </a:extLst>
              </p:cNvPr>
              <p:cNvSpPr/>
              <p:nvPr/>
            </p:nvSpPr>
            <p:spPr>
              <a:xfrm>
                <a:off x="431521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7" name="Freeform: Shape 11256">
                <a:extLst>
                  <a:ext uri="{FF2B5EF4-FFF2-40B4-BE49-F238E27FC236}">
                    <a16:creationId xmlns:a16="http://schemas.microsoft.com/office/drawing/2014/main" id="{748D90A7-A931-A7F2-D7C0-D5B49FC63E66}"/>
                  </a:ext>
                </a:extLst>
              </p:cNvPr>
              <p:cNvSpPr/>
              <p:nvPr/>
            </p:nvSpPr>
            <p:spPr>
              <a:xfrm>
                <a:off x="431521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8" name="Freeform: Shape 11257">
                <a:extLst>
                  <a:ext uri="{FF2B5EF4-FFF2-40B4-BE49-F238E27FC236}">
                    <a16:creationId xmlns:a16="http://schemas.microsoft.com/office/drawing/2014/main" id="{E45FA72C-355C-43CF-2245-2F2787FAC1BC}"/>
                  </a:ext>
                </a:extLst>
              </p:cNvPr>
              <p:cNvSpPr/>
              <p:nvPr/>
            </p:nvSpPr>
            <p:spPr>
              <a:xfrm>
                <a:off x="431521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59" name="Freeform: Shape 11258">
                <a:extLst>
                  <a:ext uri="{FF2B5EF4-FFF2-40B4-BE49-F238E27FC236}">
                    <a16:creationId xmlns:a16="http://schemas.microsoft.com/office/drawing/2014/main" id="{8E9CDD7B-70A5-590E-E29A-19D835097603}"/>
                  </a:ext>
                </a:extLst>
              </p:cNvPr>
              <p:cNvSpPr/>
              <p:nvPr/>
            </p:nvSpPr>
            <p:spPr>
              <a:xfrm>
                <a:off x="431521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0" name="Freeform: Shape 11259">
                <a:extLst>
                  <a:ext uri="{FF2B5EF4-FFF2-40B4-BE49-F238E27FC236}">
                    <a16:creationId xmlns:a16="http://schemas.microsoft.com/office/drawing/2014/main" id="{1546FC68-A770-7EED-3788-4918AF37BA07}"/>
                  </a:ext>
                </a:extLst>
              </p:cNvPr>
              <p:cNvSpPr/>
              <p:nvPr/>
            </p:nvSpPr>
            <p:spPr>
              <a:xfrm>
                <a:off x="431521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1" name="Freeform: Shape 11260">
                <a:extLst>
                  <a:ext uri="{FF2B5EF4-FFF2-40B4-BE49-F238E27FC236}">
                    <a16:creationId xmlns:a16="http://schemas.microsoft.com/office/drawing/2014/main" id="{C3C8D2BB-9A34-5E2E-A961-D546AB8D278A}"/>
                  </a:ext>
                </a:extLst>
              </p:cNvPr>
              <p:cNvSpPr/>
              <p:nvPr/>
            </p:nvSpPr>
            <p:spPr>
              <a:xfrm>
                <a:off x="431521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2" name="Freeform: Shape 11261">
                <a:extLst>
                  <a:ext uri="{FF2B5EF4-FFF2-40B4-BE49-F238E27FC236}">
                    <a16:creationId xmlns:a16="http://schemas.microsoft.com/office/drawing/2014/main" id="{63FFD0B2-EB92-32CC-1A2D-FB88F29087C2}"/>
                  </a:ext>
                </a:extLst>
              </p:cNvPr>
              <p:cNvSpPr/>
              <p:nvPr/>
            </p:nvSpPr>
            <p:spPr>
              <a:xfrm>
                <a:off x="431521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3" name="Freeform: Shape 11262">
                <a:extLst>
                  <a:ext uri="{FF2B5EF4-FFF2-40B4-BE49-F238E27FC236}">
                    <a16:creationId xmlns:a16="http://schemas.microsoft.com/office/drawing/2014/main" id="{963CD755-9E05-3DEF-9452-3A98E1815D60}"/>
                  </a:ext>
                </a:extLst>
              </p:cNvPr>
              <p:cNvSpPr/>
              <p:nvPr/>
            </p:nvSpPr>
            <p:spPr>
              <a:xfrm>
                <a:off x="431521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4" name="Freeform: Shape 11263">
                <a:extLst>
                  <a:ext uri="{FF2B5EF4-FFF2-40B4-BE49-F238E27FC236}">
                    <a16:creationId xmlns:a16="http://schemas.microsoft.com/office/drawing/2014/main" id="{BCE3ADFD-71F9-8105-A999-28E1A8D94A12}"/>
                  </a:ext>
                </a:extLst>
              </p:cNvPr>
              <p:cNvSpPr/>
              <p:nvPr/>
            </p:nvSpPr>
            <p:spPr>
              <a:xfrm>
                <a:off x="431521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5" name="Freeform: Shape 11264">
                <a:extLst>
                  <a:ext uri="{FF2B5EF4-FFF2-40B4-BE49-F238E27FC236}">
                    <a16:creationId xmlns:a16="http://schemas.microsoft.com/office/drawing/2014/main" id="{49290B0C-E929-57AB-E0CD-26C080BECD78}"/>
                  </a:ext>
                </a:extLst>
              </p:cNvPr>
              <p:cNvSpPr/>
              <p:nvPr/>
            </p:nvSpPr>
            <p:spPr>
              <a:xfrm>
                <a:off x="431521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6" name="Freeform: Shape 11265">
                <a:extLst>
                  <a:ext uri="{FF2B5EF4-FFF2-40B4-BE49-F238E27FC236}">
                    <a16:creationId xmlns:a16="http://schemas.microsoft.com/office/drawing/2014/main" id="{CA7319D0-02DF-F336-B775-61F866CA7D39}"/>
                  </a:ext>
                </a:extLst>
              </p:cNvPr>
              <p:cNvSpPr/>
              <p:nvPr/>
            </p:nvSpPr>
            <p:spPr>
              <a:xfrm>
                <a:off x="431521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7" name="Freeform: Shape 11266">
                <a:extLst>
                  <a:ext uri="{FF2B5EF4-FFF2-40B4-BE49-F238E27FC236}">
                    <a16:creationId xmlns:a16="http://schemas.microsoft.com/office/drawing/2014/main" id="{84DE9397-C4BA-EBFB-EBB4-12D5ABD1D3E4}"/>
                  </a:ext>
                </a:extLst>
              </p:cNvPr>
              <p:cNvSpPr/>
              <p:nvPr/>
            </p:nvSpPr>
            <p:spPr>
              <a:xfrm>
                <a:off x="431521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8" name="Freeform: Shape 11267">
                <a:extLst>
                  <a:ext uri="{FF2B5EF4-FFF2-40B4-BE49-F238E27FC236}">
                    <a16:creationId xmlns:a16="http://schemas.microsoft.com/office/drawing/2014/main" id="{139EF2A7-14A3-7B98-A1D9-BB64FF02E606}"/>
                  </a:ext>
                </a:extLst>
              </p:cNvPr>
              <p:cNvSpPr/>
              <p:nvPr/>
            </p:nvSpPr>
            <p:spPr>
              <a:xfrm>
                <a:off x="431521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69" name="Freeform: Shape 11268">
                <a:extLst>
                  <a:ext uri="{FF2B5EF4-FFF2-40B4-BE49-F238E27FC236}">
                    <a16:creationId xmlns:a16="http://schemas.microsoft.com/office/drawing/2014/main" id="{DFB167C1-3472-E415-BA7E-AF52721A0F63}"/>
                  </a:ext>
                </a:extLst>
              </p:cNvPr>
              <p:cNvSpPr/>
              <p:nvPr/>
            </p:nvSpPr>
            <p:spPr>
              <a:xfrm>
                <a:off x="431521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0" name="Freeform: Shape 11269">
                <a:extLst>
                  <a:ext uri="{FF2B5EF4-FFF2-40B4-BE49-F238E27FC236}">
                    <a16:creationId xmlns:a16="http://schemas.microsoft.com/office/drawing/2014/main" id="{45C70651-A7E9-B757-8FA7-BE628A4D3432}"/>
                  </a:ext>
                </a:extLst>
              </p:cNvPr>
              <p:cNvSpPr/>
              <p:nvPr/>
            </p:nvSpPr>
            <p:spPr>
              <a:xfrm>
                <a:off x="431521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1" name="Freeform: Shape 11270">
                <a:extLst>
                  <a:ext uri="{FF2B5EF4-FFF2-40B4-BE49-F238E27FC236}">
                    <a16:creationId xmlns:a16="http://schemas.microsoft.com/office/drawing/2014/main" id="{89B479B8-6876-6FDA-3E40-65AC0EF83CF0}"/>
                  </a:ext>
                </a:extLst>
              </p:cNvPr>
              <p:cNvSpPr/>
              <p:nvPr/>
            </p:nvSpPr>
            <p:spPr>
              <a:xfrm>
                <a:off x="431521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2" name="Freeform: Shape 11271">
                <a:extLst>
                  <a:ext uri="{FF2B5EF4-FFF2-40B4-BE49-F238E27FC236}">
                    <a16:creationId xmlns:a16="http://schemas.microsoft.com/office/drawing/2014/main" id="{A8F9C727-4E34-A618-F8E3-37F0620AFE87}"/>
                  </a:ext>
                </a:extLst>
              </p:cNvPr>
              <p:cNvSpPr/>
              <p:nvPr/>
            </p:nvSpPr>
            <p:spPr>
              <a:xfrm>
                <a:off x="431521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3" name="Freeform: Shape 11272">
                <a:extLst>
                  <a:ext uri="{FF2B5EF4-FFF2-40B4-BE49-F238E27FC236}">
                    <a16:creationId xmlns:a16="http://schemas.microsoft.com/office/drawing/2014/main" id="{A2B1D1C7-5C19-B244-4A58-2E999721D12E}"/>
                  </a:ext>
                </a:extLst>
              </p:cNvPr>
              <p:cNvSpPr/>
              <p:nvPr/>
            </p:nvSpPr>
            <p:spPr>
              <a:xfrm>
                <a:off x="431521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4" name="Freeform: Shape 11273">
                <a:extLst>
                  <a:ext uri="{FF2B5EF4-FFF2-40B4-BE49-F238E27FC236}">
                    <a16:creationId xmlns:a16="http://schemas.microsoft.com/office/drawing/2014/main" id="{C92BDDF1-CE35-8D50-C9E9-2FD0340A93C0}"/>
                  </a:ext>
                </a:extLst>
              </p:cNvPr>
              <p:cNvSpPr/>
              <p:nvPr/>
            </p:nvSpPr>
            <p:spPr>
              <a:xfrm>
                <a:off x="431521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5" name="Freeform: Shape 11274">
                <a:extLst>
                  <a:ext uri="{FF2B5EF4-FFF2-40B4-BE49-F238E27FC236}">
                    <a16:creationId xmlns:a16="http://schemas.microsoft.com/office/drawing/2014/main" id="{4FAB1212-B987-0B5C-470A-74B66FCF52C7}"/>
                  </a:ext>
                </a:extLst>
              </p:cNvPr>
              <p:cNvSpPr/>
              <p:nvPr/>
            </p:nvSpPr>
            <p:spPr>
              <a:xfrm>
                <a:off x="431521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6" name="Freeform: Shape 11275">
                <a:extLst>
                  <a:ext uri="{FF2B5EF4-FFF2-40B4-BE49-F238E27FC236}">
                    <a16:creationId xmlns:a16="http://schemas.microsoft.com/office/drawing/2014/main" id="{AAB4C0D2-F0E4-748F-573D-B4627A77A1E5}"/>
                  </a:ext>
                </a:extLst>
              </p:cNvPr>
              <p:cNvSpPr/>
              <p:nvPr/>
            </p:nvSpPr>
            <p:spPr>
              <a:xfrm>
                <a:off x="431521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7" name="Freeform: Shape 11276">
                <a:extLst>
                  <a:ext uri="{FF2B5EF4-FFF2-40B4-BE49-F238E27FC236}">
                    <a16:creationId xmlns:a16="http://schemas.microsoft.com/office/drawing/2014/main" id="{5A09CB60-8C7C-35B1-F4E6-15107F6175B6}"/>
                  </a:ext>
                </a:extLst>
              </p:cNvPr>
              <p:cNvSpPr/>
              <p:nvPr/>
            </p:nvSpPr>
            <p:spPr>
              <a:xfrm>
                <a:off x="431521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8" name="Freeform: Shape 11277">
                <a:extLst>
                  <a:ext uri="{FF2B5EF4-FFF2-40B4-BE49-F238E27FC236}">
                    <a16:creationId xmlns:a16="http://schemas.microsoft.com/office/drawing/2014/main" id="{2F1DD195-302F-5579-B1C6-C11E1493B05E}"/>
                  </a:ext>
                </a:extLst>
              </p:cNvPr>
              <p:cNvSpPr/>
              <p:nvPr/>
            </p:nvSpPr>
            <p:spPr>
              <a:xfrm>
                <a:off x="431521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79" name="Freeform: Shape 11278">
                <a:extLst>
                  <a:ext uri="{FF2B5EF4-FFF2-40B4-BE49-F238E27FC236}">
                    <a16:creationId xmlns:a16="http://schemas.microsoft.com/office/drawing/2014/main" id="{4E2D8546-250E-E421-430D-4EFF18A66D07}"/>
                  </a:ext>
                </a:extLst>
              </p:cNvPr>
              <p:cNvSpPr/>
              <p:nvPr/>
            </p:nvSpPr>
            <p:spPr>
              <a:xfrm>
                <a:off x="431521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0" name="Freeform: Shape 11279">
                <a:extLst>
                  <a:ext uri="{FF2B5EF4-FFF2-40B4-BE49-F238E27FC236}">
                    <a16:creationId xmlns:a16="http://schemas.microsoft.com/office/drawing/2014/main" id="{DF7BC38E-B887-4F21-30AC-0FBDF722C99A}"/>
                  </a:ext>
                </a:extLst>
              </p:cNvPr>
              <p:cNvSpPr/>
              <p:nvPr/>
            </p:nvSpPr>
            <p:spPr>
              <a:xfrm>
                <a:off x="4377526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28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1" name="Freeform: Shape 11280">
                <a:extLst>
                  <a:ext uri="{FF2B5EF4-FFF2-40B4-BE49-F238E27FC236}">
                    <a16:creationId xmlns:a16="http://schemas.microsoft.com/office/drawing/2014/main" id="{4791DCD1-28EC-B4AF-BF14-52FD47582DEA}"/>
                  </a:ext>
                </a:extLst>
              </p:cNvPr>
              <p:cNvSpPr/>
              <p:nvPr/>
            </p:nvSpPr>
            <p:spPr>
              <a:xfrm>
                <a:off x="4377526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2" name="Freeform: Shape 11281">
                <a:extLst>
                  <a:ext uri="{FF2B5EF4-FFF2-40B4-BE49-F238E27FC236}">
                    <a16:creationId xmlns:a16="http://schemas.microsoft.com/office/drawing/2014/main" id="{1B8C2139-8EFF-047F-D47C-A7CB69DD206A}"/>
                  </a:ext>
                </a:extLst>
              </p:cNvPr>
              <p:cNvSpPr/>
              <p:nvPr/>
            </p:nvSpPr>
            <p:spPr>
              <a:xfrm>
                <a:off x="4377526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3" name="Freeform: Shape 11282">
                <a:extLst>
                  <a:ext uri="{FF2B5EF4-FFF2-40B4-BE49-F238E27FC236}">
                    <a16:creationId xmlns:a16="http://schemas.microsoft.com/office/drawing/2014/main" id="{2040E8F0-FB2B-406E-1D95-6695C66B1C2F}"/>
                  </a:ext>
                </a:extLst>
              </p:cNvPr>
              <p:cNvSpPr/>
              <p:nvPr/>
            </p:nvSpPr>
            <p:spPr>
              <a:xfrm>
                <a:off x="4377526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4" name="Freeform: Shape 11283">
                <a:extLst>
                  <a:ext uri="{FF2B5EF4-FFF2-40B4-BE49-F238E27FC236}">
                    <a16:creationId xmlns:a16="http://schemas.microsoft.com/office/drawing/2014/main" id="{26B974E3-F756-D877-4D82-8A62E2C4F397}"/>
                  </a:ext>
                </a:extLst>
              </p:cNvPr>
              <p:cNvSpPr/>
              <p:nvPr/>
            </p:nvSpPr>
            <p:spPr>
              <a:xfrm>
                <a:off x="4377526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5" name="Freeform: Shape 11284">
                <a:extLst>
                  <a:ext uri="{FF2B5EF4-FFF2-40B4-BE49-F238E27FC236}">
                    <a16:creationId xmlns:a16="http://schemas.microsoft.com/office/drawing/2014/main" id="{992189D8-456B-20A9-1BD2-8CD905357B7A}"/>
                  </a:ext>
                </a:extLst>
              </p:cNvPr>
              <p:cNvSpPr/>
              <p:nvPr/>
            </p:nvSpPr>
            <p:spPr>
              <a:xfrm>
                <a:off x="4377526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6" name="Freeform: Shape 11285">
                <a:extLst>
                  <a:ext uri="{FF2B5EF4-FFF2-40B4-BE49-F238E27FC236}">
                    <a16:creationId xmlns:a16="http://schemas.microsoft.com/office/drawing/2014/main" id="{E16B854B-FD56-D205-CBDE-1995C3A8AA1B}"/>
                  </a:ext>
                </a:extLst>
              </p:cNvPr>
              <p:cNvSpPr/>
              <p:nvPr/>
            </p:nvSpPr>
            <p:spPr>
              <a:xfrm>
                <a:off x="4377526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7" name="Freeform: Shape 11286">
                <a:extLst>
                  <a:ext uri="{FF2B5EF4-FFF2-40B4-BE49-F238E27FC236}">
                    <a16:creationId xmlns:a16="http://schemas.microsoft.com/office/drawing/2014/main" id="{7299BB6B-CF1C-68F5-1623-F5AC88ADC72F}"/>
                  </a:ext>
                </a:extLst>
              </p:cNvPr>
              <p:cNvSpPr/>
              <p:nvPr/>
            </p:nvSpPr>
            <p:spPr>
              <a:xfrm>
                <a:off x="4377526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8" name="Freeform: Shape 11287">
                <a:extLst>
                  <a:ext uri="{FF2B5EF4-FFF2-40B4-BE49-F238E27FC236}">
                    <a16:creationId xmlns:a16="http://schemas.microsoft.com/office/drawing/2014/main" id="{D9300CE7-A615-84BF-9B4F-70156638A35C}"/>
                  </a:ext>
                </a:extLst>
              </p:cNvPr>
              <p:cNvSpPr/>
              <p:nvPr/>
            </p:nvSpPr>
            <p:spPr>
              <a:xfrm>
                <a:off x="4377526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89" name="Freeform: Shape 11288">
                <a:extLst>
                  <a:ext uri="{FF2B5EF4-FFF2-40B4-BE49-F238E27FC236}">
                    <a16:creationId xmlns:a16="http://schemas.microsoft.com/office/drawing/2014/main" id="{AEE112AB-D7D1-0A3E-E3A8-DEC36005AA2E}"/>
                  </a:ext>
                </a:extLst>
              </p:cNvPr>
              <p:cNvSpPr/>
              <p:nvPr/>
            </p:nvSpPr>
            <p:spPr>
              <a:xfrm>
                <a:off x="4377526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0" name="Freeform: Shape 11289">
                <a:extLst>
                  <a:ext uri="{FF2B5EF4-FFF2-40B4-BE49-F238E27FC236}">
                    <a16:creationId xmlns:a16="http://schemas.microsoft.com/office/drawing/2014/main" id="{08BC3D2C-97D2-2804-3F9B-5E3C1E3BC215}"/>
                  </a:ext>
                </a:extLst>
              </p:cNvPr>
              <p:cNvSpPr/>
              <p:nvPr/>
            </p:nvSpPr>
            <p:spPr>
              <a:xfrm>
                <a:off x="4377526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1" name="Freeform: Shape 11290">
                <a:extLst>
                  <a:ext uri="{FF2B5EF4-FFF2-40B4-BE49-F238E27FC236}">
                    <a16:creationId xmlns:a16="http://schemas.microsoft.com/office/drawing/2014/main" id="{D46FFA12-CB54-4DA2-696D-C4074F40F77A}"/>
                  </a:ext>
                </a:extLst>
              </p:cNvPr>
              <p:cNvSpPr/>
              <p:nvPr/>
            </p:nvSpPr>
            <p:spPr>
              <a:xfrm>
                <a:off x="4377526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2" name="Freeform: Shape 11291">
                <a:extLst>
                  <a:ext uri="{FF2B5EF4-FFF2-40B4-BE49-F238E27FC236}">
                    <a16:creationId xmlns:a16="http://schemas.microsoft.com/office/drawing/2014/main" id="{5B109D4B-39E3-F877-68AA-50FAE87C5AC3}"/>
                  </a:ext>
                </a:extLst>
              </p:cNvPr>
              <p:cNvSpPr/>
              <p:nvPr/>
            </p:nvSpPr>
            <p:spPr>
              <a:xfrm>
                <a:off x="4377526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3" name="Freeform: Shape 11292">
                <a:extLst>
                  <a:ext uri="{FF2B5EF4-FFF2-40B4-BE49-F238E27FC236}">
                    <a16:creationId xmlns:a16="http://schemas.microsoft.com/office/drawing/2014/main" id="{D2569850-A0C5-EF0B-ECA1-278D728D2F55}"/>
                  </a:ext>
                </a:extLst>
              </p:cNvPr>
              <p:cNvSpPr/>
              <p:nvPr/>
            </p:nvSpPr>
            <p:spPr>
              <a:xfrm>
                <a:off x="4377526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4" name="Freeform: Shape 11293">
                <a:extLst>
                  <a:ext uri="{FF2B5EF4-FFF2-40B4-BE49-F238E27FC236}">
                    <a16:creationId xmlns:a16="http://schemas.microsoft.com/office/drawing/2014/main" id="{0D70D722-882F-50A9-60FD-8932BEA3E6C9}"/>
                  </a:ext>
                </a:extLst>
              </p:cNvPr>
              <p:cNvSpPr/>
              <p:nvPr/>
            </p:nvSpPr>
            <p:spPr>
              <a:xfrm>
                <a:off x="4377526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5" name="Freeform: Shape 11294">
                <a:extLst>
                  <a:ext uri="{FF2B5EF4-FFF2-40B4-BE49-F238E27FC236}">
                    <a16:creationId xmlns:a16="http://schemas.microsoft.com/office/drawing/2014/main" id="{557B1C16-4396-C3E7-090A-B74F29B1EF4F}"/>
                  </a:ext>
                </a:extLst>
              </p:cNvPr>
              <p:cNvSpPr/>
              <p:nvPr/>
            </p:nvSpPr>
            <p:spPr>
              <a:xfrm>
                <a:off x="4377526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6" name="Freeform: Shape 11295">
                <a:extLst>
                  <a:ext uri="{FF2B5EF4-FFF2-40B4-BE49-F238E27FC236}">
                    <a16:creationId xmlns:a16="http://schemas.microsoft.com/office/drawing/2014/main" id="{5AA2C978-B5E4-F1C4-8857-6D0DD340CEE8}"/>
                  </a:ext>
                </a:extLst>
              </p:cNvPr>
              <p:cNvSpPr/>
              <p:nvPr/>
            </p:nvSpPr>
            <p:spPr>
              <a:xfrm>
                <a:off x="4377526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7" name="Freeform: Shape 11296">
                <a:extLst>
                  <a:ext uri="{FF2B5EF4-FFF2-40B4-BE49-F238E27FC236}">
                    <a16:creationId xmlns:a16="http://schemas.microsoft.com/office/drawing/2014/main" id="{37F115DD-9197-64DA-E1C5-75EFC2B035BF}"/>
                  </a:ext>
                </a:extLst>
              </p:cNvPr>
              <p:cNvSpPr/>
              <p:nvPr/>
            </p:nvSpPr>
            <p:spPr>
              <a:xfrm>
                <a:off x="4377526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8" name="Freeform: Shape 11297">
                <a:extLst>
                  <a:ext uri="{FF2B5EF4-FFF2-40B4-BE49-F238E27FC236}">
                    <a16:creationId xmlns:a16="http://schemas.microsoft.com/office/drawing/2014/main" id="{AAF830FB-94E4-E434-9FC4-2BCD27258679}"/>
                  </a:ext>
                </a:extLst>
              </p:cNvPr>
              <p:cNvSpPr/>
              <p:nvPr/>
            </p:nvSpPr>
            <p:spPr>
              <a:xfrm>
                <a:off x="4377526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299" name="Freeform: Shape 11298">
                <a:extLst>
                  <a:ext uri="{FF2B5EF4-FFF2-40B4-BE49-F238E27FC236}">
                    <a16:creationId xmlns:a16="http://schemas.microsoft.com/office/drawing/2014/main" id="{ADE71C02-2CA9-1164-CE0F-F7290E480407}"/>
                  </a:ext>
                </a:extLst>
              </p:cNvPr>
              <p:cNvSpPr/>
              <p:nvPr/>
            </p:nvSpPr>
            <p:spPr>
              <a:xfrm>
                <a:off x="4377526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0" name="Freeform: Shape 11299">
                <a:extLst>
                  <a:ext uri="{FF2B5EF4-FFF2-40B4-BE49-F238E27FC236}">
                    <a16:creationId xmlns:a16="http://schemas.microsoft.com/office/drawing/2014/main" id="{B27AEE29-C84B-2391-9449-A4D1CE78B190}"/>
                  </a:ext>
                </a:extLst>
              </p:cNvPr>
              <p:cNvSpPr/>
              <p:nvPr/>
            </p:nvSpPr>
            <p:spPr>
              <a:xfrm>
                <a:off x="4377526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1" name="Freeform: Shape 11300">
                <a:extLst>
                  <a:ext uri="{FF2B5EF4-FFF2-40B4-BE49-F238E27FC236}">
                    <a16:creationId xmlns:a16="http://schemas.microsoft.com/office/drawing/2014/main" id="{6ADB2FB9-4FC6-4CD8-4BCD-707D90D30E3F}"/>
                  </a:ext>
                </a:extLst>
              </p:cNvPr>
              <p:cNvSpPr/>
              <p:nvPr/>
            </p:nvSpPr>
            <p:spPr>
              <a:xfrm>
                <a:off x="4377526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2" name="Freeform: Shape 11301">
                <a:extLst>
                  <a:ext uri="{FF2B5EF4-FFF2-40B4-BE49-F238E27FC236}">
                    <a16:creationId xmlns:a16="http://schemas.microsoft.com/office/drawing/2014/main" id="{E88D23A4-8D90-BC00-48D9-2ECE73588E06}"/>
                  </a:ext>
                </a:extLst>
              </p:cNvPr>
              <p:cNvSpPr/>
              <p:nvPr/>
            </p:nvSpPr>
            <p:spPr>
              <a:xfrm>
                <a:off x="4377526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3" name="Freeform: Shape 11302">
                <a:extLst>
                  <a:ext uri="{FF2B5EF4-FFF2-40B4-BE49-F238E27FC236}">
                    <a16:creationId xmlns:a16="http://schemas.microsoft.com/office/drawing/2014/main" id="{33D1700E-795B-8B71-40A6-2B90F77E0795}"/>
                  </a:ext>
                </a:extLst>
              </p:cNvPr>
              <p:cNvSpPr/>
              <p:nvPr/>
            </p:nvSpPr>
            <p:spPr>
              <a:xfrm>
                <a:off x="4377526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4" name="Freeform: Shape 11303">
                <a:extLst>
                  <a:ext uri="{FF2B5EF4-FFF2-40B4-BE49-F238E27FC236}">
                    <a16:creationId xmlns:a16="http://schemas.microsoft.com/office/drawing/2014/main" id="{20D7D7B8-9576-9084-5F08-A99EC3CFAAEC}"/>
                  </a:ext>
                </a:extLst>
              </p:cNvPr>
              <p:cNvSpPr/>
              <p:nvPr/>
            </p:nvSpPr>
            <p:spPr>
              <a:xfrm>
                <a:off x="4377526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5" name="Freeform: Shape 11304">
                <a:extLst>
                  <a:ext uri="{FF2B5EF4-FFF2-40B4-BE49-F238E27FC236}">
                    <a16:creationId xmlns:a16="http://schemas.microsoft.com/office/drawing/2014/main" id="{ED02A659-1BBF-1996-DB56-F8FE23CBA61A}"/>
                  </a:ext>
                </a:extLst>
              </p:cNvPr>
              <p:cNvSpPr/>
              <p:nvPr/>
            </p:nvSpPr>
            <p:spPr>
              <a:xfrm>
                <a:off x="4377526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6" name="Freeform: Shape 11305">
                <a:extLst>
                  <a:ext uri="{FF2B5EF4-FFF2-40B4-BE49-F238E27FC236}">
                    <a16:creationId xmlns:a16="http://schemas.microsoft.com/office/drawing/2014/main" id="{D7031E9B-D3B5-F7CA-CD8A-3A227BA73BEB}"/>
                  </a:ext>
                </a:extLst>
              </p:cNvPr>
              <p:cNvSpPr/>
              <p:nvPr/>
            </p:nvSpPr>
            <p:spPr>
              <a:xfrm>
                <a:off x="4377526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7" name="Freeform: Shape 11306">
                <a:extLst>
                  <a:ext uri="{FF2B5EF4-FFF2-40B4-BE49-F238E27FC236}">
                    <a16:creationId xmlns:a16="http://schemas.microsoft.com/office/drawing/2014/main" id="{EF4FCBAB-62CD-07E6-042D-2DB421894623}"/>
                  </a:ext>
                </a:extLst>
              </p:cNvPr>
              <p:cNvSpPr/>
              <p:nvPr/>
            </p:nvSpPr>
            <p:spPr>
              <a:xfrm>
                <a:off x="4439763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3C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8" name="Freeform: Shape 11307">
                <a:extLst>
                  <a:ext uri="{FF2B5EF4-FFF2-40B4-BE49-F238E27FC236}">
                    <a16:creationId xmlns:a16="http://schemas.microsoft.com/office/drawing/2014/main" id="{6070A463-33F0-4BAB-F933-BE0EA00A7641}"/>
                  </a:ext>
                </a:extLst>
              </p:cNvPr>
              <p:cNvSpPr/>
              <p:nvPr/>
            </p:nvSpPr>
            <p:spPr>
              <a:xfrm>
                <a:off x="4439763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09" name="Freeform: Shape 11308">
                <a:extLst>
                  <a:ext uri="{FF2B5EF4-FFF2-40B4-BE49-F238E27FC236}">
                    <a16:creationId xmlns:a16="http://schemas.microsoft.com/office/drawing/2014/main" id="{40D4A9D2-2E92-3C37-C5F1-2920A3805F64}"/>
                  </a:ext>
                </a:extLst>
              </p:cNvPr>
              <p:cNvSpPr/>
              <p:nvPr/>
            </p:nvSpPr>
            <p:spPr>
              <a:xfrm>
                <a:off x="4439763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0" name="Freeform: Shape 11309">
                <a:extLst>
                  <a:ext uri="{FF2B5EF4-FFF2-40B4-BE49-F238E27FC236}">
                    <a16:creationId xmlns:a16="http://schemas.microsoft.com/office/drawing/2014/main" id="{11E4A8D7-0247-4E50-C993-8E9F1C3516F8}"/>
                  </a:ext>
                </a:extLst>
              </p:cNvPr>
              <p:cNvSpPr/>
              <p:nvPr/>
            </p:nvSpPr>
            <p:spPr>
              <a:xfrm>
                <a:off x="4439763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1" name="Freeform: Shape 11310">
                <a:extLst>
                  <a:ext uri="{FF2B5EF4-FFF2-40B4-BE49-F238E27FC236}">
                    <a16:creationId xmlns:a16="http://schemas.microsoft.com/office/drawing/2014/main" id="{F04CF6BF-2943-3E70-838D-6E67AB7ED438}"/>
                  </a:ext>
                </a:extLst>
              </p:cNvPr>
              <p:cNvSpPr/>
              <p:nvPr/>
            </p:nvSpPr>
            <p:spPr>
              <a:xfrm>
                <a:off x="4439763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2" name="Freeform: Shape 11311">
                <a:extLst>
                  <a:ext uri="{FF2B5EF4-FFF2-40B4-BE49-F238E27FC236}">
                    <a16:creationId xmlns:a16="http://schemas.microsoft.com/office/drawing/2014/main" id="{71D03D75-8239-40D2-2ADD-AB30575145BD}"/>
                  </a:ext>
                </a:extLst>
              </p:cNvPr>
              <p:cNvSpPr/>
              <p:nvPr/>
            </p:nvSpPr>
            <p:spPr>
              <a:xfrm>
                <a:off x="4439763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3" name="Freeform: Shape 11312">
                <a:extLst>
                  <a:ext uri="{FF2B5EF4-FFF2-40B4-BE49-F238E27FC236}">
                    <a16:creationId xmlns:a16="http://schemas.microsoft.com/office/drawing/2014/main" id="{A167F5F8-F9F2-6125-4618-B966A00741B5}"/>
                  </a:ext>
                </a:extLst>
              </p:cNvPr>
              <p:cNvSpPr/>
              <p:nvPr/>
            </p:nvSpPr>
            <p:spPr>
              <a:xfrm>
                <a:off x="4439763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4" name="Freeform: Shape 11313">
                <a:extLst>
                  <a:ext uri="{FF2B5EF4-FFF2-40B4-BE49-F238E27FC236}">
                    <a16:creationId xmlns:a16="http://schemas.microsoft.com/office/drawing/2014/main" id="{DE1F75C3-74DF-0B38-217B-616CC767D562}"/>
                  </a:ext>
                </a:extLst>
              </p:cNvPr>
              <p:cNvSpPr/>
              <p:nvPr/>
            </p:nvSpPr>
            <p:spPr>
              <a:xfrm>
                <a:off x="4439763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5" name="Freeform: Shape 11314">
                <a:extLst>
                  <a:ext uri="{FF2B5EF4-FFF2-40B4-BE49-F238E27FC236}">
                    <a16:creationId xmlns:a16="http://schemas.microsoft.com/office/drawing/2014/main" id="{3CF154D6-0FBA-FCC5-56E9-B630534AD8A0}"/>
                  </a:ext>
                </a:extLst>
              </p:cNvPr>
              <p:cNvSpPr/>
              <p:nvPr/>
            </p:nvSpPr>
            <p:spPr>
              <a:xfrm>
                <a:off x="4439763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6" name="Freeform: Shape 11315">
                <a:extLst>
                  <a:ext uri="{FF2B5EF4-FFF2-40B4-BE49-F238E27FC236}">
                    <a16:creationId xmlns:a16="http://schemas.microsoft.com/office/drawing/2014/main" id="{6B38387D-2FDC-32AE-F38C-29EBAFD3607F}"/>
                  </a:ext>
                </a:extLst>
              </p:cNvPr>
              <p:cNvSpPr/>
              <p:nvPr/>
            </p:nvSpPr>
            <p:spPr>
              <a:xfrm>
                <a:off x="4439763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7" name="Freeform: Shape 11316">
                <a:extLst>
                  <a:ext uri="{FF2B5EF4-FFF2-40B4-BE49-F238E27FC236}">
                    <a16:creationId xmlns:a16="http://schemas.microsoft.com/office/drawing/2014/main" id="{0B971F94-49CE-D140-4EFE-0A4D3003CEBD}"/>
                  </a:ext>
                </a:extLst>
              </p:cNvPr>
              <p:cNvSpPr/>
              <p:nvPr/>
            </p:nvSpPr>
            <p:spPr>
              <a:xfrm>
                <a:off x="4439763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8" name="Freeform: Shape 11317">
                <a:extLst>
                  <a:ext uri="{FF2B5EF4-FFF2-40B4-BE49-F238E27FC236}">
                    <a16:creationId xmlns:a16="http://schemas.microsoft.com/office/drawing/2014/main" id="{A99A221E-053D-412F-4F87-1A2B16D28DA9}"/>
                  </a:ext>
                </a:extLst>
              </p:cNvPr>
              <p:cNvSpPr/>
              <p:nvPr/>
            </p:nvSpPr>
            <p:spPr>
              <a:xfrm>
                <a:off x="4439763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19" name="Freeform: Shape 11318">
                <a:extLst>
                  <a:ext uri="{FF2B5EF4-FFF2-40B4-BE49-F238E27FC236}">
                    <a16:creationId xmlns:a16="http://schemas.microsoft.com/office/drawing/2014/main" id="{DB270676-62EC-304A-1B80-F4E93B937FFD}"/>
                  </a:ext>
                </a:extLst>
              </p:cNvPr>
              <p:cNvSpPr/>
              <p:nvPr/>
            </p:nvSpPr>
            <p:spPr>
              <a:xfrm>
                <a:off x="4439763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0" name="Freeform: Shape 11319">
                <a:extLst>
                  <a:ext uri="{FF2B5EF4-FFF2-40B4-BE49-F238E27FC236}">
                    <a16:creationId xmlns:a16="http://schemas.microsoft.com/office/drawing/2014/main" id="{5A5EF591-723A-2775-5359-7B4825830EA1}"/>
                  </a:ext>
                </a:extLst>
              </p:cNvPr>
              <p:cNvSpPr/>
              <p:nvPr/>
            </p:nvSpPr>
            <p:spPr>
              <a:xfrm>
                <a:off x="4439763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1" name="Freeform: Shape 11320">
                <a:extLst>
                  <a:ext uri="{FF2B5EF4-FFF2-40B4-BE49-F238E27FC236}">
                    <a16:creationId xmlns:a16="http://schemas.microsoft.com/office/drawing/2014/main" id="{D8E32FCA-E1B5-6CD1-189B-CC7810B19853}"/>
                  </a:ext>
                </a:extLst>
              </p:cNvPr>
              <p:cNvSpPr/>
              <p:nvPr/>
            </p:nvSpPr>
            <p:spPr>
              <a:xfrm>
                <a:off x="4439763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2" name="Freeform: Shape 11321">
                <a:extLst>
                  <a:ext uri="{FF2B5EF4-FFF2-40B4-BE49-F238E27FC236}">
                    <a16:creationId xmlns:a16="http://schemas.microsoft.com/office/drawing/2014/main" id="{DCCFA240-27E6-2051-9C7F-A7B839BEFCAF}"/>
                  </a:ext>
                </a:extLst>
              </p:cNvPr>
              <p:cNvSpPr/>
              <p:nvPr/>
            </p:nvSpPr>
            <p:spPr>
              <a:xfrm>
                <a:off x="4439763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3" name="Freeform: Shape 11322">
                <a:extLst>
                  <a:ext uri="{FF2B5EF4-FFF2-40B4-BE49-F238E27FC236}">
                    <a16:creationId xmlns:a16="http://schemas.microsoft.com/office/drawing/2014/main" id="{C6466699-28E3-0087-6E49-853E06B48259}"/>
                  </a:ext>
                </a:extLst>
              </p:cNvPr>
              <p:cNvSpPr/>
              <p:nvPr/>
            </p:nvSpPr>
            <p:spPr>
              <a:xfrm>
                <a:off x="4439763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4" name="Freeform: Shape 11323">
                <a:extLst>
                  <a:ext uri="{FF2B5EF4-FFF2-40B4-BE49-F238E27FC236}">
                    <a16:creationId xmlns:a16="http://schemas.microsoft.com/office/drawing/2014/main" id="{66A207AA-51E2-E0CE-DD93-5571FE4960A0}"/>
                  </a:ext>
                </a:extLst>
              </p:cNvPr>
              <p:cNvSpPr/>
              <p:nvPr/>
            </p:nvSpPr>
            <p:spPr>
              <a:xfrm>
                <a:off x="4439763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5" name="Freeform: Shape 11324">
                <a:extLst>
                  <a:ext uri="{FF2B5EF4-FFF2-40B4-BE49-F238E27FC236}">
                    <a16:creationId xmlns:a16="http://schemas.microsoft.com/office/drawing/2014/main" id="{387D9AE1-CE68-0286-AB25-110DBD74D06C}"/>
                  </a:ext>
                </a:extLst>
              </p:cNvPr>
              <p:cNvSpPr/>
              <p:nvPr/>
            </p:nvSpPr>
            <p:spPr>
              <a:xfrm>
                <a:off x="4439763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6" name="Freeform: Shape 11325">
                <a:extLst>
                  <a:ext uri="{FF2B5EF4-FFF2-40B4-BE49-F238E27FC236}">
                    <a16:creationId xmlns:a16="http://schemas.microsoft.com/office/drawing/2014/main" id="{81EB4536-5922-0854-EA1C-D6D06DB728B8}"/>
                  </a:ext>
                </a:extLst>
              </p:cNvPr>
              <p:cNvSpPr/>
              <p:nvPr/>
            </p:nvSpPr>
            <p:spPr>
              <a:xfrm>
                <a:off x="4439763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7" name="Freeform: Shape 11326">
                <a:extLst>
                  <a:ext uri="{FF2B5EF4-FFF2-40B4-BE49-F238E27FC236}">
                    <a16:creationId xmlns:a16="http://schemas.microsoft.com/office/drawing/2014/main" id="{6D6513B3-0B1F-357A-C9F8-E97B2588D6D1}"/>
                  </a:ext>
                </a:extLst>
              </p:cNvPr>
              <p:cNvSpPr/>
              <p:nvPr/>
            </p:nvSpPr>
            <p:spPr>
              <a:xfrm>
                <a:off x="4439763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8" name="Freeform: Shape 11327">
                <a:extLst>
                  <a:ext uri="{FF2B5EF4-FFF2-40B4-BE49-F238E27FC236}">
                    <a16:creationId xmlns:a16="http://schemas.microsoft.com/office/drawing/2014/main" id="{29571764-F3FB-AE4C-ECF7-ADFCE549F990}"/>
                  </a:ext>
                </a:extLst>
              </p:cNvPr>
              <p:cNvSpPr/>
              <p:nvPr/>
            </p:nvSpPr>
            <p:spPr>
              <a:xfrm>
                <a:off x="4439763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29" name="Freeform: Shape 11328">
                <a:extLst>
                  <a:ext uri="{FF2B5EF4-FFF2-40B4-BE49-F238E27FC236}">
                    <a16:creationId xmlns:a16="http://schemas.microsoft.com/office/drawing/2014/main" id="{AC0C0ED2-5B53-8AFF-6F1A-085AED61DBA1}"/>
                  </a:ext>
                </a:extLst>
              </p:cNvPr>
              <p:cNvSpPr/>
              <p:nvPr/>
            </p:nvSpPr>
            <p:spPr>
              <a:xfrm>
                <a:off x="4439763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0" name="Freeform: Shape 11329">
                <a:extLst>
                  <a:ext uri="{FF2B5EF4-FFF2-40B4-BE49-F238E27FC236}">
                    <a16:creationId xmlns:a16="http://schemas.microsoft.com/office/drawing/2014/main" id="{9877E129-D07F-D7E2-81CE-B78967352480}"/>
                  </a:ext>
                </a:extLst>
              </p:cNvPr>
              <p:cNvSpPr/>
              <p:nvPr/>
            </p:nvSpPr>
            <p:spPr>
              <a:xfrm>
                <a:off x="4439763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1" name="Freeform: Shape 11330">
                <a:extLst>
                  <a:ext uri="{FF2B5EF4-FFF2-40B4-BE49-F238E27FC236}">
                    <a16:creationId xmlns:a16="http://schemas.microsoft.com/office/drawing/2014/main" id="{3AE99F9F-2EF9-776B-AE39-0EE52010994B}"/>
                  </a:ext>
                </a:extLst>
              </p:cNvPr>
              <p:cNvSpPr/>
              <p:nvPr/>
            </p:nvSpPr>
            <p:spPr>
              <a:xfrm>
                <a:off x="4439763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2" name="Freeform: Shape 11331">
                <a:extLst>
                  <a:ext uri="{FF2B5EF4-FFF2-40B4-BE49-F238E27FC236}">
                    <a16:creationId xmlns:a16="http://schemas.microsoft.com/office/drawing/2014/main" id="{9C4C005E-621C-E95C-25E2-AC19A6D0B4C1}"/>
                  </a:ext>
                </a:extLst>
              </p:cNvPr>
              <p:cNvSpPr/>
              <p:nvPr/>
            </p:nvSpPr>
            <p:spPr>
              <a:xfrm>
                <a:off x="4439763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3" name="Freeform: Shape 11332">
                <a:extLst>
                  <a:ext uri="{FF2B5EF4-FFF2-40B4-BE49-F238E27FC236}">
                    <a16:creationId xmlns:a16="http://schemas.microsoft.com/office/drawing/2014/main" id="{91C4E3AD-1FC5-87A3-CF1E-9A79C3A648EA}"/>
                  </a:ext>
                </a:extLst>
              </p:cNvPr>
              <p:cNvSpPr/>
              <p:nvPr/>
            </p:nvSpPr>
            <p:spPr>
              <a:xfrm>
                <a:off x="4439763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4" name="Freeform: Shape 11333">
                <a:extLst>
                  <a:ext uri="{FF2B5EF4-FFF2-40B4-BE49-F238E27FC236}">
                    <a16:creationId xmlns:a16="http://schemas.microsoft.com/office/drawing/2014/main" id="{211DA896-3D3C-7848-7D0C-ECA1C8C0761D}"/>
                  </a:ext>
                </a:extLst>
              </p:cNvPr>
              <p:cNvSpPr/>
              <p:nvPr/>
            </p:nvSpPr>
            <p:spPr>
              <a:xfrm>
                <a:off x="450200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5" name="Freeform: Shape 11334">
                <a:extLst>
                  <a:ext uri="{FF2B5EF4-FFF2-40B4-BE49-F238E27FC236}">
                    <a16:creationId xmlns:a16="http://schemas.microsoft.com/office/drawing/2014/main" id="{43708679-0319-635A-8131-F851EAA165A4}"/>
                  </a:ext>
                </a:extLst>
              </p:cNvPr>
              <p:cNvSpPr/>
              <p:nvPr/>
            </p:nvSpPr>
            <p:spPr>
              <a:xfrm>
                <a:off x="450200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6" name="Freeform: Shape 11335">
                <a:extLst>
                  <a:ext uri="{FF2B5EF4-FFF2-40B4-BE49-F238E27FC236}">
                    <a16:creationId xmlns:a16="http://schemas.microsoft.com/office/drawing/2014/main" id="{B33D0590-7A28-DC55-768F-33D57568B6BD}"/>
                  </a:ext>
                </a:extLst>
              </p:cNvPr>
              <p:cNvSpPr/>
              <p:nvPr/>
            </p:nvSpPr>
            <p:spPr>
              <a:xfrm>
                <a:off x="450200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7" name="Freeform: Shape 11336">
                <a:extLst>
                  <a:ext uri="{FF2B5EF4-FFF2-40B4-BE49-F238E27FC236}">
                    <a16:creationId xmlns:a16="http://schemas.microsoft.com/office/drawing/2014/main" id="{2BDFCD06-BAC9-1A7C-AEE7-E9D943E33E44}"/>
                  </a:ext>
                </a:extLst>
              </p:cNvPr>
              <p:cNvSpPr/>
              <p:nvPr/>
            </p:nvSpPr>
            <p:spPr>
              <a:xfrm>
                <a:off x="450200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8" name="Freeform: Shape 11337">
                <a:extLst>
                  <a:ext uri="{FF2B5EF4-FFF2-40B4-BE49-F238E27FC236}">
                    <a16:creationId xmlns:a16="http://schemas.microsoft.com/office/drawing/2014/main" id="{F2F876A4-B6D3-7356-40AA-1AF6CE0317C4}"/>
                  </a:ext>
                </a:extLst>
              </p:cNvPr>
              <p:cNvSpPr/>
              <p:nvPr/>
            </p:nvSpPr>
            <p:spPr>
              <a:xfrm>
                <a:off x="450200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39" name="Freeform: Shape 11338">
                <a:extLst>
                  <a:ext uri="{FF2B5EF4-FFF2-40B4-BE49-F238E27FC236}">
                    <a16:creationId xmlns:a16="http://schemas.microsoft.com/office/drawing/2014/main" id="{1AC97F98-C6D7-6F52-5B3E-1A9E4657FC64}"/>
                  </a:ext>
                </a:extLst>
              </p:cNvPr>
              <p:cNvSpPr/>
              <p:nvPr/>
            </p:nvSpPr>
            <p:spPr>
              <a:xfrm>
                <a:off x="450200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0" name="Freeform: Shape 11339">
                <a:extLst>
                  <a:ext uri="{FF2B5EF4-FFF2-40B4-BE49-F238E27FC236}">
                    <a16:creationId xmlns:a16="http://schemas.microsoft.com/office/drawing/2014/main" id="{67E5AC50-B9C2-A6D1-E457-21E6D03D5541}"/>
                  </a:ext>
                </a:extLst>
              </p:cNvPr>
              <p:cNvSpPr/>
              <p:nvPr/>
            </p:nvSpPr>
            <p:spPr>
              <a:xfrm>
                <a:off x="450200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1" name="Freeform: Shape 11340">
                <a:extLst>
                  <a:ext uri="{FF2B5EF4-FFF2-40B4-BE49-F238E27FC236}">
                    <a16:creationId xmlns:a16="http://schemas.microsoft.com/office/drawing/2014/main" id="{497EFF76-BA25-EECD-1DDD-039DC5704F3A}"/>
                  </a:ext>
                </a:extLst>
              </p:cNvPr>
              <p:cNvSpPr/>
              <p:nvPr/>
            </p:nvSpPr>
            <p:spPr>
              <a:xfrm>
                <a:off x="450200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80A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2" name="Freeform: Shape 11341">
                <a:extLst>
                  <a:ext uri="{FF2B5EF4-FFF2-40B4-BE49-F238E27FC236}">
                    <a16:creationId xmlns:a16="http://schemas.microsoft.com/office/drawing/2014/main" id="{8F090738-88AE-E351-9801-FC793FA47BF5}"/>
                  </a:ext>
                </a:extLst>
              </p:cNvPr>
              <p:cNvSpPr/>
              <p:nvPr/>
            </p:nvSpPr>
            <p:spPr>
              <a:xfrm>
                <a:off x="450200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3" name="Freeform: Shape 11342">
                <a:extLst>
                  <a:ext uri="{FF2B5EF4-FFF2-40B4-BE49-F238E27FC236}">
                    <a16:creationId xmlns:a16="http://schemas.microsoft.com/office/drawing/2014/main" id="{41ADA480-6873-D695-4DCE-A90620A07F80}"/>
                  </a:ext>
                </a:extLst>
              </p:cNvPr>
              <p:cNvSpPr/>
              <p:nvPr/>
            </p:nvSpPr>
            <p:spPr>
              <a:xfrm>
                <a:off x="450200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4" name="Freeform: Shape 11343">
                <a:extLst>
                  <a:ext uri="{FF2B5EF4-FFF2-40B4-BE49-F238E27FC236}">
                    <a16:creationId xmlns:a16="http://schemas.microsoft.com/office/drawing/2014/main" id="{D079CB11-9D9B-72BD-E167-DB469EB96801}"/>
                  </a:ext>
                </a:extLst>
              </p:cNvPr>
              <p:cNvSpPr/>
              <p:nvPr/>
            </p:nvSpPr>
            <p:spPr>
              <a:xfrm>
                <a:off x="450200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5" name="Freeform: Shape 11344">
                <a:extLst>
                  <a:ext uri="{FF2B5EF4-FFF2-40B4-BE49-F238E27FC236}">
                    <a16:creationId xmlns:a16="http://schemas.microsoft.com/office/drawing/2014/main" id="{A0957B26-0029-AFC1-18AF-438048492467}"/>
                  </a:ext>
                </a:extLst>
              </p:cNvPr>
              <p:cNvSpPr/>
              <p:nvPr/>
            </p:nvSpPr>
            <p:spPr>
              <a:xfrm>
                <a:off x="450200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6" name="Freeform: Shape 11345">
                <a:extLst>
                  <a:ext uri="{FF2B5EF4-FFF2-40B4-BE49-F238E27FC236}">
                    <a16:creationId xmlns:a16="http://schemas.microsoft.com/office/drawing/2014/main" id="{CE1F2A59-0386-C73B-34E2-19666E61F420}"/>
                  </a:ext>
                </a:extLst>
              </p:cNvPr>
              <p:cNvSpPr/>
              <p:nvPr/>
            </p:nvSpPr>
            <p:spPr>
              <a:xfrm>
                <a:off x="450200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7" name="Freeform: Shape 11346">
                <a:extLst>
                  <a:ext uri="{FF2B5EF4-FFF2-40B4-BE49-F238E27FC236}">
                    <a16:creationId xmlns:a16="http://schemas.microsoft.com/office/drawing/2014/main" id="{6DD2C955-52C5-4EB6-DE28-1A946DFECFD8}"/>
                  </a:ext>
                </a:extLst>
              </p:cNvPr>
              <p:cNvSpPr/>
              <p:nvPr/>
            </p:nvSpPr>
            <p:spPr>
              <a:xfrm>
                <a:off x="450200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8" name="Freeform: Shape 11347">
                <a:extLst>
                  <a:ext uri="{FF2B5EF4-FFF2-40B4-BE49-F238E27FC236}">
                    <a16:creationId xmlns:a16="http://schemas.microsoft.com/office/drawing/2014/main" id="{11AAC516-282C-C1B1-86D1-B5143D6B4986}"/>
                  </a:ext>
                </a:extLst>
              </p:cNvPr>
              <p:cNvSpPr/>
              <p:nvPr/>
            </p:nvSpPr>
            <p:spPr>
              <a:xfrm>
                <a:off x="450200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49" name="Freeform: Shape 11348">
                <a:extLst>
                  <a:ext uri="{FF2B5EF4-FFF2-40B4-BE49-F238E27FC236}">
                    <a16:creationId xmlns:a16="http://schemas.microsoft.com/office/drawing/2014/main" id="{06DB519E-CA94-7B21-3D8E-1C13668F54B7}"/>
                  </a:ext>
                </a:extLst>
              </p:cNvPr>
              <p:cNvSpPr/>
              <p:nvPr/>
            </p:nvSpPr>
            <p:spPr>
              <a:xfrm>
                <a:off x="450200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0" name="Freeform: Shape 11349">
                <a:extLst>
                  <a:ext uri="{FF2B5EF4-FFF2-40B4-BE49-F238E27FC236}">
                    <a16:creationId xmlns:a16="http://schemas.microsoft.com/office/drawing/2014/main" id="{4E628899-838A-7CFE-0D89-961F8C422AF7}"/>
                  </a:ext>
                </a:extLst>
              </p:cNvPr>
              <p:cNvSpPr/>
              <p:nvPr/>
            </p:nvSpPr>
            <p:spPr>
              <a:xfrm>
                <a:off x="450200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1" name="Freeform: Shape 11350">
                <a:extLst>
                  <a:ext uri="{FF2B5EF4-FFF2-40B4-BE49-F238E27FC236}">
                    <a16:creationId xmlns:a16="http://schemas.microsoft.com/office/drawing/2014/main" id="{8D6ACEF2-F272-F3F1-BDBA-F03BA76D27C3}"/>
                  </a:ext>
                </a:extLst>
              </p:cNvPr>
              <p:cNvSpPr/>
              <p:nvPr/>
            </p:nvSpPr>
            <p:spPr>
              <a:xfrm>
                <a:off x="450200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2" name="Freeform: Shape 11351">
                <a:extLst>
                  <a:ext uri="{FF2B5EF4-FFF2-40B4-BE49-F238E27FC236}">
                    <a16:creationId xmlns:a16="http://schemas.microsoft.com/office/drawing/2014/main" id="{93DBDE22-C6A7-2C7C-ACD1-E307AFA70083}"/>
                  </a:ext>
                </a:extLst>
              </p:cNvPr>
              <p:cNvSpPr/>
              <p:nvPr/>
            </p:nvSpPr>
            <p:spPr>
              <a:xfrm>
                <a:off x="450200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3" name="Freeform: Shape 11352">
                <a:extLst>
                  <a:ext uri="{FF2B5EF4-FFF2-40B4-BE49-F238E27FC236}">
                    <a16:creationId xmlns:a16="http://schemas.microsoft.com/office/drawing/2014/main" id="{4FC343C2-98FA-E487-E53F-95774711C771}"/>
                  </a:ext>
                </a:extLst>
              </p:cNvPr>
              <p:cNvSpPr/>
              <p:nvPr/>
            </p:nvSpPr>
            <p:spPr>
              <a:xfrm>
                <a:off x="450200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4" name="Freeform: Shape 11353">
                <a:extLst>
                  <a:ext uri="{FF2B5EF4-FFF2-40B4-BE49-F238E27FC236}">
                    <a16:creationId xmlns:a16="http://schemas.microsoft.com/office/drawing/2014/main" id="{B7649A00-B003-2A18-E193-1D19F9CE84E5}"/>
                  </a:ext>
                </a:extLst>
              </p:cNvPr>
              <p:cNvSpPr/>
              <p:nvPr/>
            </p:nvSpPr>
            <p:spPr>
              <a:xfrm>
                <a:off x="450200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5" name="Freeform: Shape 11354">
                <a:extLst>
                  <a:ext uri="{FF2B5EF4-FFF2-40B4-BE49-F238E27FC236}">
                    <a16:creationId xmlns:a16="http://schemas.microsoft.com/office/drawing/2014/main" id="{8CCE53D1-8163-0F5A-09F8-FCA0909FA358}"/>
                  </a:ext>
                </a:extLst>
              </p:cNvPr>
              <p:cNvSpPr/>
              <p:nvPr/>
            </p:nvSpPr>
            <p:spPr>
              <a:xfrm>
                <a:off x="450200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6" name="Freeform: Shape 11355">
                <a:extLst>
                  <a:ext uri="{FF2B5EF4-FFF2-40B4-BE49-F238E27FC236}">
                    <a16:creationId xmlns:a16="http://schemas.microsoft.com/office/drawing/2014/main" id="{894EAF4F-EB13-3B80-B5F1-BE89B332CD36}"/>
                  </a:ext>
                </a:extLst>
              </p:cNvPr>
              <p:cNvSpPr/>
              <p:nvPr/>
            </p:nvSpPr>
            <p:spPr>
              <a:xfrm>
                <a:off x="450200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7" name="Freeform: Shape 11356">
                <a:extLst>
                  <a:ext uri="{FF2B5EF4-FFF2-40B4-BE49-F238E27FC236}">
                    <a16:creationId xmlns:a16="http://schemas.microsoft.com/office/drawing/2014/main" id="{7FDFE518-0D51-EA2B-407A-EC2A536C425E}"/>
                  </a:ext>
                </a:extLst>
              </p:cNvPr>
              <p:cNvSpPr/>
              <p:nvPr/>
            </p:nvSpPr>
            <p:spPr>
              <a:xfrm>
                <a:off x="450200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8" name="Freeform: Shape 11357">
                <a:extLst>
                  <a:ext uri="{FF2B5EF4-FFF2-40B4-BE49-F238E27FC236}">
                    <a16:creationId xmlns:a16="http://schemas.microsoft.com/office/drawing/2014/main" id="{AB41C8E7-CA9E-568A-2D9A-44890D0BDFC2}"/>
                  </a:ext>
                </a:extLst>
              </p:cNvPr>
              <p:cNvSpPr/>
              <p:nvPr/>
            </p:nvSpPr>
            <p:spPr>
              <a:xfrm>
                <a:off x="450200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59" name="Freeform: Shape 11358">
                <a:extLst>
                  <a:ext uri="{FF2B5EF4-FFF2-40B4-BE49-F238E27FC236}">
                    <a16:creationId xmlns:a16="http://schemas.microsoft.com/office/drawing/2014/main" id="{E14FB4D6-7F8B-AC5C-5916-D9A1CE344DA9}"/>
                  </a:ext>
                </a:extLst>
              </p:cNvPr>
              <p:cNvSpPr/>
              <p:nvPr/>
            </p:nvSpPr>
            <p:spPr>
              <a:xfrm>
                <a:off x="450200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E1A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0" name="Freeform: Shape 11359">
                <a:extLst>
                  <a:ext uri="{FF2B5EF4-FFF2-40B4-BE49-F238E27FC236}">
                    <a16:creationId xmlns:a16="http://schemas.microsoft.com/office/drawing/2014/main" id="{424EEEC5-3460-5B49-438F-ED2FEEB28EF9}"/>
                  </a:ext>
                </a:extLst>
              </p:cNvPr>
              <p:cNvSpPr/>
              <p:nvPr/>
            </p:nvSpPr>
            <p:spPr>
              <a:xfrm>
                <a:off x="450200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1" name="Freeform: Shape 11360">
                <a:extLst>
                  <a:ext uri="{FF2B5EF4-FFF2-40B4-BE49-F238E27FC236}">
                    <a16:creationId xmlns:a16="http://schemas.microsoft.com/office/drawing/2014/main" id="{ED9CFC2A-F33A-7D8E-9955-B49C3848D075}"/>
                  </a:ext>
                </a:extLst>
              </p:cNvPr>
              <p:cNvSpPr/>
              <p:nvPr/>
            </p:nvSpPr>
            <p:spPr>
              <a:xfrm>
                <a:off x="4564315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2" name="Freeform: Shape 11361">
                <a:extLst>
                  <a:ext uri="{FF2B5EF4-FFF2-40B4-BE49-F238E27FC236}">
                    <a16:creationId xmlns:a16="http://schemas.microsoft.com/office/drawing/2014/main" id="{9C55CD23-FC2E-C8C0-1066-425102A9ACE2}"/>
                  </a:ext>
                </a:extLst>
              </p:cNvPr>
              <p:cNvSpPr/>
              <p:nvPr/>
            </p:nvSpPr>
            <p:spPr>
              <a:xfrm>
                <a:off x="4564315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3" name="Freeform: Shape 11362">
                <a:extLst>
                  <a:ext uri="{FF2B5EF4-FFF2-40B4-BE49-F238E27FC236}">
                    <a16:creationId xmlns:a16="http://schemas.microsoft.com/office/drawing/2014/main" id="{E4DA59EA-0677-BA59-EA9E-7B2C16C92222}"/>
                  </a:ext>
                </a:extLst>
              </p:cNvPr>
              <p:cNvSpPr/>
              <p:nvPr/>
            </p:nvSpPr>
            <p:spPr>
              <a:xfrm>
                <a:off x="4564315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4" name="Freeform: Shape 11363">
                <a:extLst>
                  <a:ext uri="{FF2B5EF4-FFF2-40B4-BE49-F238E27FC236}">
                    <a16:creationId xmlns:a16="http://schemas.microsoft.com/office/drawing/2014/main" id="{6C6DE984-0A28-4AC5-B8B5-1B0717AD1509}"/>
                  </a:ext>
                </a:extLst>
              </p:cNvPr>
              <p:cNvSpPr/>
              <p:nvPr/>
            </p:nvSpPr>
            <p:spPr>
              <a:xfrm>
                <a:off x="4564315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5" name="Freeform: Shape 11364">
                <a:extLst>
                  <a:ext uri="{FF2B5EF4-FFF2-40B4-BE49-F238E27FC236}">
                    <a16:creationId xmlns:a16="http://schemas.microsoft.com/office/drawing/2014/main" id="{07C11416-73ED-022B-C936-6AA19483C187}"/>
                  </a:ext>
                </a:extLst>
              </p:cNvPr>
              <p:cNvSpPr/>
              <p:nvPr/>
            </p:nvSpPr>
            <p:spPr>
              <a:xfrm>
                <a:off x="4564315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6" name="Freeform: Shape 11365">
                <a:extLst>
                  <a:ext uri="{FF2B5EF4-FFF2-40B4-BE49-F238E27FC236}">
                    <a16:creationId xmlns:a16="http://schemas.microsoft.com/office/drawing/2014/main" id="{A32F1D4A-27C6-E903-8A85-3A77AE33B50A}"/>
                  </a:ext>
                </a:extLst>
              </p:cNvPr>
              <p:cNvSpPr/>
              <p:nvPr/>
            </p:nvSpPr>
            <p:spPr>
              <a:xfrm>
                <a:off x="4564315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7" name="Freeform: Shape 11366">
                <a:extLst>
                  <a:ext uri="{FF2B5EF4-FFF2-40B4-BE49-F238E27FC236}">
                    <a16:creationId xmlns:a16="http://schemas.microsoft.com/office/drawing/2014/main" id="{D9F6BF8D-0CAE-D562-669D-ECE323B553F3}"/>
                  </a:ext>
                </a:extLst>
              </p:cNvPr>
              <p:cNvSpPr/>
              <p:nvPr/>
            </p:nvSpPr>
            <p:spPr>
              <a:xfrm>
                <a:off x="4564315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8" name="Freeform: Shape 11367">
                <a:extLst>
                  <a:ext uri="{FF2B5EF4-FFF2-40B4-BE49-F238E27FC236}">
                    <a16:creationId xmlns:a16="http://schemas.microsoft.com/office/drawing/2014/main" id="{ADEB978B-D2C8-7F69-CCEA-7A8948E84E9E}"/>
                  </a:ext>
                </a:extLst>
              </p:cNvPr>
              <p:cNvSpPr/>
              <p:nvPr/>
            </p:nvSpPr>
            <p:spPr>
              <a:xfrm>
                <a:off x="4564315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69" name="Freeform: Shape 11368">
                <a:extLst>
                  <a:ext uri="{FF2B5EF4-FFF2-40B4-BE49-F238E27FC236}">
                    <a16:creationId xmlns:a16="http://schemas.microsoft.com/office/drawing/2014/main" id="{677392FF-161B-9460-C5AF-EBB0A1DD64B5}"/>
                  </a:ext>
                </a:extLst>
              </p:cNvPr>
              <p:cNvSpPr/>
              <p:nvPr/>
            </p:nvSpPr>
            <p:spPr>
              <a:xfrm>
                <a:off x="4564315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0" name="Freeform: Shape 11369">
                <a:extLst>
                  <a:ext uri="{FF2B5EF4-FFF2-40B4-BE49-F238E27FC236}">
                    <a16:creationId xmlns:a16="http://schemas.microsoft.com/office/drawing/2014/main" id="{90659FD1-3CC8-6B6F-8D47-93C989A3D6FD}"/>
                  </a:ext>
                </a:extLst>
              </p:cNvPr>
              <p:cNvSpPr/>
              <p:nvPr/>
            </p:nvSpPr>
            <p:spPr>
              <a:xfrm>
                <a:off x="4564315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1" name="Freeform: Shape 11370">
                <a:extLst>
                  <a:ext uri="{FF2B5EF4-FFF2-40B4-BE49-F238E27FC236}">
                    <a16:creationId xmlns:a16="http://schemas.microsoft.com/office/drawing/2014/main" id="{5CDFDEC1-CEDE-DC40-30E2-6D7B2961700C}"/>
                  </a:ext>
                </a:extLst>
              </p:cNvPr>
              <p:cNvSpPr/>
              <p:nvPr/>
            </p:nvSpPr>
            <p:spPr>
              <a:xfrm>
                <a:off x="4564315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2" name="Freeform: Shape 11371">
                <a:extLst>
                  <a:ext uri="{FF2B5EF4-FFF2-40B4-BE49-F238E27FC236}">
                    <a16:creationId xmlns:a16="http://schemas.microsoft.com/office/drawing/2014/main" id="{1EF3A63F-F318-6B1B-A26B-18976376FF32}"/>
                  </a:ext>
                </a:extLst>
              </p:cNvPr>
              <p:cNvSpPr/>
              <p:nvPr/>
            </p:nvSpPr>
            <p:spPr>
              <a:xfrm>
                <a:off x="4564315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3" name="Freeform: Shape 11372">
                <a:extLst>
                  <a:ext uri="{FF2B5EF4-FFF2-40B4-BE49-F238E27FC236}">
                    <a16:creationId xmlns:a16="http://schemas.microsoft.com/office/drawing/2014/main" id="{1D4CA5A9-9BB8-4B6E-EAE4-8790F0CD8296}"/>
                  </a:ext>
                </a:extLst>
              </p:cNvPr>
              <p:cNvSpPr/>
              <p:nvPr/>
            </p:nvSpPr>
            <p:spPr>
              <a:xfrm>
                <a:off x="4564315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4" name="Freeform: Shape 11373">
                <a:extLst>
                  <a:ext uri="{FF2B5EF4-FFF2-40B4-BE49-F238E27FC236}">
                    <a16:creationId xmlns:a16="http://schemas.microsoft.com/office/drawing/2014/main" id="{3EB05F2F-9967-F854-7A8F-5DFFFF31C9F5}"/>
                  </a:ext>
                </a:extLst>
              </p:cNvPr>
              <p:cNvSpPr/>
              <p:nvPr/>
            </p:nvSpPr>
            <p:spPr>
              <a:xfrm>
                <a:off x="4564315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5" name="Freeform: Shape 11374">
                <a:extLst>
                  <a:ext uri="{FF2B5EF4-FFF2-40B4-BE49-F238E27FC236}">
                    <a16:creationId xmlns:a16="http://schemas.microsoft.com/office/drawing/2014/main" id="{01C4F1D1-2123-4E5A-7951-1F5D556195F0}"/>
                  </a:ext>
                </a:extLst>
              </p:cNvPr>
              <p:cNvSpPr/>
              <p:nvPr/>
            </p:nvSpPr>
            <p:spPr>
              <a:xfrm>
                <a:off x="4564315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6" name="Freeform: Shape 11375">
                <a:extLst>
                  <a:ext uri="{FF2B5EF4-FFF2-40B4-BE49-F238E27FC236}">
                    <a16:creationId xmlns:a16="http://schemas.microsoft.com/office/drawing/2014/main" id="{D6513199-A70A-AA8B-CD26-AA23F5824D33}"/>
                  </a:ext>
                </a:extLst>
              </p:cNvPr>
              <p:cNvSpPr/>
              <p:nvPr/>
            </p:nvSpPr>
            <p:spPr>
              <a:xfrm>
                <a:off x="4564315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7" name="Freeform: Shape 11376">
                <a:extLst>
                  <a:ext uri="{FF2B5EF4-FFF2-40B4-BE49-F238E27FC236}">
                    <a16:creationId xmlns:a16="http://schemas.microsoft.com/office/drawing/2014/main" id="{9D199982-D5F9-1144-7A96-AB1640AE3D55}"/>
                  </a:ext>
                </a:extLst>
              </p:cNvPr>
              <p:cNvSpPr/>
              <p:nvPr/>
            </p:nvSpPr>
            <p:spPr>
              <a:xfrm>
                <a:off x="4564315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8" name="Freeform: Shape 11377">
                <a:extLst>
                  <a:ext uri="{FF2B5EF4-FFF2-40B4-BE49-F238E27FC236}">
                    <a16:creationId xmlns:a16="http://schemas.microsoft.com/office/drawing/2014/main" id="{403E8869-BD40-7570-BBDD-8EED3512A656}"/>
                  </a:ext>
                </a:extLst>
              </p:cNvPr>
              <p:cNvSpPr/>
              <p:nvPr/>
            </p:nvSpPr>
            <p:spPr>
              <a:xfrm>
                <a:off x="4564315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79" name="Freeform: Shape 11378">
                <a:extLst>
                  <a:ext uri="{FF2B5EF4-FFF2-40B4-BE49-F238E27FC236}">
                    <a16:creationId xmlns:a16="http://schemas.microsoft.com/office/drawing/2014/main" id="{844EEEF4-1C0F-B53D-6F33-493166D453CC}"/>
                  </a:ext>
                </a:extLst>
              </p:cNvPr>
              <p:cNvSpPr/>
              <p:nvPr/>
            </p:nvSpPr>
            <p:spPr>
              <a:xfrm>
                <a:off x="4564315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0" name="Freeform: Shape 11379">
                <a:extLst>
                  <a:ext uri="{FF2B5EF4-FFF2-40B4-BE49-F238E27FC236}">
                    <a16:creationId xmlns:a16="http://schemas.microsoft.com/office/drawing/2014/main" id="{27802DF3-F51C-8736-F1DA-A6AEC4B6C6DD}"/>
                  </a:ext>
                </a:extLst>
              </p:cNvPr>
              <p:cNvSpPr/>
              <p:nvPr/>
            </p:nvSpPr>
            <p:spPr>
              <a:xfrm>
                <a:off x="4564315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1" name="Freeform: Shape 11380">
                <a:extLst>
                  <a:ext uri="{FF2B5EF4-FFF2-40B4-BE49-F238E27FC236}">
                    <a16:creationId xmlns:a16="http://schemas.microsoft.com/office/drawing/2014/main" id="{F8D90C52-BD76-8CFD-DB73-E06F42C3104F}"/>
                  </a:ext>
                </a:extLst>
              </p:cNvPr>
              <p:cNvSpPr/>
              <p:nvPr/>
            </p:nvSpPr>
            <p:spPr>
              <a:xfrm>
                <a:off x="4564315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2" name="Freeform: Shape 11381">
                <a:extLst>
                  <a:ext uri="{FF2B5EF4-FFF2-40B4-BE49-F238E27FC236}">
                    <a16:creationId xmlns:a16="http://schemas.microsoft.com/office/drawing/2014/main" id="{7141A927-AA89-60D1-DFDD-B09CDE085E50}"/>
                  </a:ext>
                </a:extLst>
              </p:cNvPr>
              <p:cNvSpPr/>
              <p:nvPr/>
            </p:nvSpPr>
            <p:spPr>
              <a:xfrm>
                <a:off x="4564315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3" name="Freeform: Shape 11382">
                <a:extLst>
                  <a:ext uri="{FF2B5EF4-FFF2-40B4-BE49-F238E27FC236}">
                    <a16:creationId xmlns:a16="http://schemas.microsoft.com/office/drawing/2014/main" id="{423A2608-1F06-A7F6-EF62-4A1A052A2477}"/>
                  </a:ext>
                </a:extLst>
              </p:cNvPr>
              <p:cNvSpPr/>
              <p:nvPr/>
            </p:nvSpPr>
            <p:spPr>
              <a:xfrm>
                <a:off x="4564315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4" name="Freeform: Shape 11383">
                <a:extLst>
                  <a:ext uri="{FF2B5EF4-FFF2-40B4-BE49-F238E27FC236}">
                    <a16:creationId xmlns:a16="http://schemas.microsoft.com/office/drawing/2014/main" id="{C5727485-7B5F-E414-90EB-D99FF07A6754}"/>
                  </a:ext>
                </a:extLst>
              </p:cNvPr>
              <p:cNvSpPr/>
              <p:nvPr/>
            </p:nvSpPr>
            <p:spPr>
              <a:xfrm>
                <a:off x="4564315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5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5" name="Freeform: Shape 11384">
                <a:extLst>
                  <a:ext uri="{FF2B5EF4-FFF2-40B4-BE49-F238E27FC236}">
                    <a16:creationId xmlns:a16="http://schemas.microsoft.com/office/drawing/2014/main" id="{C7FFB6C5-4704-F73D-A563-879F05DECDB2}"/>
                  </a:ext>
                </a:extLst>
              </p:cNvPr>
              <p:cNvSpPr/>
              <p:nvPr/>
            </p:nvSpPr>
            <p:spPr>
              <a:xfrm>
                <a:off x="4564315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6" name="Freeform: Shape 11385">
                <a:extLst>
                  <a:ext uri="{FF2B5EF4-FFF2-40B4-BE49-F238E27FC236}">
                    <a16:creationId xmlns:a16="http://schemas.microsoft.com/office/drawing/2014/main" id="{6BACF7F6-17B0-00C4-B73E-4370FF2FEF18}"/>
                  </a:ext>
                </a:extLst>
              </p:cNvPr>
              <p:cNvSpPr/>
              <p:nvPr/>
            </p:nvSpPr>
            <p:spPr>
              <a:xfrm>
                <a:off x="4564315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7" name="Freeform: Shape 11386">
                <a:extLst>
                  <a:ext uri="{FF2B5EF4-FFF2-40B4-BE49-F238E27FC236}">
                    <a16:creationId xmlns:a16="http://schemas.microsoft.com/office/drawing/2014/main" id="{263D89E0-EFE7-CFBF-7694-70C2C17A57E9}"/>
                  </a:ext>
                </a:extLst>
              </p:cNvPr>
              <p:cNvSpPr/>
              <p:nvPr/>
            </p:nvSpPr>
            <p:spPr>
              <a:xfrm>
                <a:off x="4564315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8" name="Freeform: Shape 11387">
                <a:extLst>
                  <a:ext uri="{FF2B5EF4-FFF2-40B4-BE49-F238E27FC236}">
                    <a16:creationId xmlns:a16="http://schemas.microsoft.com/office/drawing/2014/main" id="{9DC67592-9C1C-8DBE-085D-1EDFFBCF4551}"/>
                  </a:ext>
                </a:extLst>
              </p:cNvPr>
              <p:cNvSpPr/>
              <p:nvPr/>
            </p:nvSpPr>
            <p:spPr>
              <a:xfrm>
                <a:off x="4626629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89" name="Freeform: Shape 11388">
                <a:extLst>
                  <a:ext uri="{FF2B5EF4-FFF2-40B4-BE49-F238E27FC236}">
                    <a16:creationId xmlns:a16="http://schemas.microsoft.com/office/drawing/2014/main" id="{E0B28DFC-9192-5D03-736D-7E3041153955}"/>
                  </a:ext>
                </a:extLst>
              </p:cNvPr>
              <p:cNvSpPr/>
              <p:nvPr/>
            </p:nvSpPr>
            <p:spPr>
              <a:xfrm>
                <a:off x="4626629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0" name="Freeform: Shape 11389">
                <a:extLst>
                  <a:ext uri="{FF2B5EF4-FFF2-40B4-BE49-F238E27FC236}">
                    <a16:creationId xmlns:a16="http://schemas.microsoft.com/office/drawing/2014/main" id="{DCA6378F-971B-0390-800B-C72BE488305A}"/>
                  </a:ext>
                </a:extLst>
              </p:cNvPr>
              <p:cNvSpPr/>
              <p:nvPr/>
            </p:nvSpPr>
            <p:spPr>
              <a:xfrm>
                <a:off x="4626629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1" name="Freeform: Shape 11390">
                <a:extLst>
                  <a:ext uri="{FF2B5EF4-FFF2-40B4-BE49-F238E27FC236}">
                    <a16:creationId xmlns:a16="http://schemas.microsoft.com/office/drawing/2014/main" id="{5F13A5C3-4552-C2B3-066F-88B526162BFE}"/>
                  </a:ext>
                </a:extLst>
              </p:cNvPr>
              <p:cNvSpPr/>
              <p:nvPr/>
            </p:nvSpPr>
            <p:spPr>
              <a:xfrm>
                <a:off x="4626629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2" name="Freeform: Shape 11391">
                <a:extLst>
                  <a:ext uri="{FF2B5EF4-FFF2-40B4-BE49-F238E27FC236}">
                    <a16:creationId xmlns:a16="http://schemas.microsoft.com/office/drawing/2014/main" id="{C5AF9786-E5F3-BB92-74D0-7336372C78C1}"/>
                  </a:ext>
                </a:extLst>
              </p:cNvPr>
              <p:cNvSpPr/>
              <p:nvPr/>
            </p:nvSpPr>
            <p:spPr>
              <a:xfrm>
                <a:off x="4626629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3" name="Freeform: Shape 11392">
                <a:extLst>
                  <a:ext uri="{FF2B5EF4-FFF2-40B4-BE49-F238E27FC236}">
                    <a16:creationId xmlns:a16="http://schemas.microsoft.com/office/drawing/2014/main" id="{1A9FB9F8-1480-5800-E808-1B9F2389E3D5}"/>
                  </a:ext>
                </a:extLst>
              </p:cNvPr>
              <p:cNvSpPr/>
              <p:nvPr/>
            </p:nvSpPr>
            <p:spPr>
              <a:xfrm>
                <a:off x="4626629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4" name="Freeform: Shape 11393">
                <a:extLst>
                  <a:ext uri="{FF2B5EF4-FFF2-40B4-BE49-F238E27FC236}">
                    <a16:creationId xmlns:a16="http://schemas.microsoft.com/office/drawing/2014/main" id="{779EC952-D257-8F02-7B44-12872102056D}"/>
                  </a:ext>
                </a:extLst>
              </p:cNvPr>
              <p:cNvSpPr/>
              <p:nvPr/>
            </p:nvSpPr>
            <p:spPr>
              <a:xfrm>
                <a:off x="4626629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5" name="Freeform: Shape 11394">
                <a:extLst>
                  <a:ext uri="{FF2B5EF4-FFF2-40B4-BE49-F238E27FC236}">
                    <a16:creationId xmlns:a16="http://schemas.microsoft.com/office/drawing/2014/main" id="{FB63C843-8999-8D90-899A-90ABC19421DB}"/>
                  </a:ext>
                </a:extLst>
              </p:cNvPr>
              <p:cNvSpPr/>
              <p:nvPr/>
            </p:nvSpPr>
            <p:spPr>
              <a:xfrm>
                <a:off x="4626629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6" name="Freeform: Shape 11395">
                <a:extLst>
                  <a:ext uri="{FF2B5EF4-FFF2-40B4-BE49-F238E27FC236}">
                    <a16:creationId xmlns:a16="http://schemas.microsoft.com/office/drawing/2014/main" id="{0526AEA0-254D-09D3-7C64-00EFDEA4CD69}"/>
                  </a:ext>
                </a:extLst>
              </p:cNvPr>
              <p:cNvSpPr/>
              <p:nvPr/>
            </p:nvSpPr>
            <p:spPr>
              <a:xfrm>
                <a:off x="4626629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7" name="Freeform: Shape 11396">
                <a:extLst>
                  <a:ext uri="{FF2B5EF4-FFF2-40B4-BE49-F238E27FC236}">
                    <a16:creationId xmlns:a16="http://schemas.microsoft.com/office/drawing/2014/main" id="{F382E967-E5AF-FE0F-B44F-1BE9BC2B2E4C}"/>
                  </a:ext>
                </a:extLst>
              </p:cNvPr>
              <p:cNvSpPr/>
              <p:nvPr/>
            </p:nvSpPr>
            <p:spPr>
              <a:xfrm>
                <a:off x="4626629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8" name="Freeform: Shape 11397">
                <a:extLst>
                  <a:ext uri="{FF2B5EF4-FFF2-40B4-BE49-F238E27FC236}">
                    <a16:creationId xmlns:a16="http://schemas.microsoft.com/office/drawing/2014/main" id="{FDB9B2F9-7AA3-42CA-9614-D4049C067B7F}"/>
                  </a:ext>
                </a:extLst>
              </p:cNvPr>
              <p:cNvSpPr/>
              <p:nvPr/>
            </p:nvSpPr>
            <p:spPr>
              <a:xfrm>
                <a:off x="4626629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399" name="Freeform: Shape 11398">
                <a:extLst>
                  <a:ext uri="{FF2B5EF4-FFF2-40B4-BE49-F238E27FC236}">
                    <a16:creationId xmlns:a16="http://schemas.microsoft.com/office/drawing/2014/main" id="{ADA54CFD-C8CB-F9D5-53E1-97B9727185B6}"/>
                  </a:ext>
                </a:extLst>
              </p:cNvPr>
              <p:cNvSpPr/>
              <p:nvPr/>
            </p:nvSpPr>
            <p:spPr>
              <a:xfrm>
                <a:off x="4626629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0" name="Freeform: Shape 11399">
                <a:extLst>
                  <a:ext uri="{FF2B5EF4-FFF2-40B4-BE49-F238E27FC236}">
                    <a16:creationId xmlns:a16="http://schemas.microsoft.com/office/drawing/2014/main" id="{8AED3562-66A4-7EB7-489B-4AE9E1FA044E}"/>
                  </a:ext>
                </a:extLst>
              </p:cNvPr>
              <p:cNvSpPr/>
              <p:nvPr/>
            </p:nvSpPr>
            <p:spPr>
              <a:xfrm>
                <a:off x="4626629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1" name="Freeform: Shape 11400">
                <a:extLst>
                  <a:ext uri="{FF2B5EF4-FFF2-40B4-BE49-F238E27FC236}">
                    <a16:creationId xmlns:a16="http://schemas.microsoft.com/office/drawing/2014/main" id="{8CE5C861-F1F0-EFC7-6797-688168F1E8DA}"/>
                  </a:ext>
                </a:extLst>
              </p:cNvPr>
              <p:cNvSpPr/>
              <p:nvPr/>
            </p:nvSpPr>
            <p:spPr>
              <a:xfrm>
                <a:off x="4626629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2" name="Freeform: Shape 11401">
                <a:extLst>
                  <a:ext uri="{FF2B5EF4-FFF2-40B4-BE49-F238E27FC236}">
                    <a16:creationId xmlns:a16="http://schemas.microsoft.com/office/drawing/2014/main" id="{2893ED47-28C8-3B65-EFC8-FEEFFBC69320}"/>
                  </a:ext>
                </a:extLst>
              </p:cNvPr>
              <p:cNvSpPr/>
              <p:nvPr/>
            </p:nvSpPr>
            <p:spPr>
              <a:xfrm>
                <a:off x="4626629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3" name="Freeform: Shape 11402">
                <a:extLst>
                  <a:ext uri="{FF2B5EF4-FFF2-40B4-BE49-F238E27FC236}">
                    <a16:creationId xmlns:a16="http://schemas.microsoft.com/office/drawing/2014/main" id="{C92B3926-DEF8-35FB-B71D-5A4050E195DE}"/>
                  </a:ext>
                </a:extLst>
              </p:cNvPr>
              <p:cNvSpPr/>
              <p:nvPr/>
            </p:nvSpPr>
            <p:spPr>
              <a:xfrm>
                <a:off x="4626629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4" name="Freeform: Shape 11403">
                <a:extLst>
                  <a:ext uri="{FF2B5EF4-FFF2-40B4-BE49-F238E27FC236}">
                    <a16:creationId xmlns:a16="http://schemas.microsoft.com/office/drawing/2014/main" id="{BEDF967A-4990-D7CF-FE93-5E560E882709}"/>
                  </a:ext>
                </a:extLst>
              </p:cNvPr>
              <p:cNvSpPr/>
              <p:nvPr/>
            </p:nvSpPr>
            <p:spPr>
              <a:xfrm>
                <a:off x="4626629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5" name="Freeform: Shape 11404">
                <a:extLst>
                  <a:ext uri="{FF2B5EF4-FFF2-40B4-BE49-F238E27FC236}">
                    <a16:creationId xmlns:a16="http://schemas.microsoft.com/office/drawing/2014/main" id="{B9D61BAD-BDEE-099D-C462-4D5DF0544799}"/>
                  </a:ext>
                </a:extLst>
              </p:cNvPr>
              <p:cNvSpPr/>
              <p:nvPr/>
            </p:nvSpPr>
            <p:spPr>
              <a:xfrm>
                <a:off x="4626629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6" name="Freeform: Shape 11405">
                <a:extLst>
                  <a:ext uri="{FF2B5EF4-FFF2-40B4-BE49-F238E27FC236}">
                    <a16:creationId xmlns:a16="http://schemas.microsoft.com/office/drawing/2014/main" id="{3D4A6F13-7D62-23E9-57ED-D5137A63D928}"/>
                  </a:ext>
                </a:extLst>
              </p:cNvPr>
              <p:cNvSpPr/>
              <p:nvPr/>
            </p:nvSpPr>
            <p:spPr>
              <a:xfrm>
                <a:off x="4626629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7" name="Freeform: Shape 11406">
                <a:extLst>
                  <a:ext uri="{FF2B5EF4-FFF2-40B4-BE49-F238E27FC236}">
                    <a16:creationId xmlns:a16="http://schemas.microsoft.com/office/drawing/2014/main" id="{1D0BAE8F-D9C8-003E-93C6-B7B1EDEB1C45}"/>
                  </a:ext>
                </a:extLst>
              </p:cNvPr>
              <p:cNvSpPr/>
              <p:nvPr/>
            </p:nvSpPr>
            <p:spPr>
              <a:xfrm>
                <a:off x="4626629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8" name="Freeform: Shape 11407">
                <a:extLst>
                  <a:ext uri="{FF2B5EF4-FFF2-40B4-BE49-F238E27FC236}">
                    <a16:creationId xmlns:a16="http://schemas.microsoft.com/office/drawing/2014/main" id="{4E66B6CA-0E00-DF2C-4A8C-A22A5E0B7B0F}"/>
                  </a:ext>
                </a:extLst>
              </p:cNvPr>
              <p:cNvSpPr/>
              <p:nvPr/>
            </p:nvSpPr>
            <p:spPr>
              <a:xfrm>
                <a:off x="4626629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09" name="Freeform: Shape 11408">
                <a:extLst>
                  <a:ext uri="{FF2B5EF4-FFF2-40B4-BE49-F238E27FC236}">
                    <a16:creationId xmlns:a16="http://schemas.microsoft.com/office/drawing/2014/main" id="{57C4264E-90C5-1325-48CD-CB8C8639B3E1}"/>
                  </a:ext>
                </a:extLst>
              </p:cNvPr>
              <p:cNvSpPr/>
              <p:nvPr/>
            </p:nvSpPr>
            <p:spPr>
              <a:xfrm>
                <a:off x="4626629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0" name="Freeform: Shape 11409">
                <a:extLst>
                  <a:ext uri="{FF2B5EF4-FFF2-40B4-BE49-F238E27FC236}">
                    <a16:creationId xmlns:a16="http://schemas.microsoft.com/office/drawing/2014/main" id="{838FA8C5-B011-3BB6-CE99-B1C02BC5107E}"/>
                  </a:ext>
                </a:extLst>
              </p:cNvPr>
              <p:cNvSpPr/>
              <p:nvPr/>
            </p:nvSpPr>
            <p:spPr>
              <a:xfrm>
                <a:off x="4626629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5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1" name="Freeform: Shape 11410">
                <a:extLst>
                  <a:ext uri="{FF2B5EF4-FFF2-40B4-BE49-F238E27FC236}">
                    <a16:creationId xmlns:a16="http://schemas.microsoft.com/office/drawing/2014/main" id="{5BA900EB-41C4-F480-BE4B-7A459815592F}"/>
                  </a:ext>
                </a:extLst>
              </p:cNvPr>
              <p:cNvSpPr/>
              <p:nvPr/>
            </p:nvSpPr>
            <p:spPr>
              <a:xfrm>
                <a:off x="4626629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2" name="Freeform: Shape 11411">
                <a:extLst>
                  <a:ext uri="{FF2B5EF4-FFF2-40B4-BE49-F238E27FC236}">
                    <a16:creationId xmlns:a16="http://schemas.microsoft.com/office/drawing/2014/main" id="{5F2D68C0-EEF9-6395-58B9-FC8D9D318A2B}"/>
                  </a:ext>
                </a:extLst>
              </p:cNvPr>
              <p:cNvSpPr/>
              <p:nvPr/>
            </p:nvSpPr>
            <p:spPr>
              <a:xfrm>
                <a:off x="4626629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3" name="Freeform: Shape 11412">
                <a:extLst>
                  <a:ext uri="{FF2B5EF4-FFF2-40B4-BE49-F238E27FC236}">
                    <a16:creationId xmlns:a16="http://schemas.microsoft.com/office/drawing/2014/main" id="{528315F7-5644-8EB8-480C-D4012817E4DD}"/>
                  </a:ext>
                </a:extLst>
              </p:cNvPr>
              <p:cNvSpPr/>
              <p:nvPr/>
            </p:nvSpPr>
            <p:spPr>
              <a:xfrm>
                <a:off x="4626629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4" name="Freeform: Shape 11413">
                <a:extLst>
                  <a:ext uri="{FF2B5EF4-FFF2-40B4-BE49-F238E27FC236}">
                    <a16:creationId xmlns:a16="http://schemas.microsoft.com/office/drawing/2014/main" id="{082C8B61-819F-AACF-6AB0-570479900D1E}"/>
                  </a:ext>
                </a:extLst>
              </p:cNvPr>
              <p:cNvSpPr/>
              <p:nvPr/>
            </p:nvSpPr>
            <p:spPr>
              <a:xfrm>
                <a:off x="4626629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5" name="Freeform: Shape 11414">
                <a:extLst>
                  <a:ext uri="{FF2B5EF4-FFF2-40B4-BE49-F238E27FC236}">
                    <a16:creationId xmlns:a16="http://schemas.microsoft.com/office/drawing/2014/main" id="{B69D4CB5-F651-C182-78B9-E4404A03BEFE}"/>
                  </a:ext>
                </a:extLst>
              </p:cNvPr>
              <p:cNvSpPr/>
              <p:nvPr/>
            </p:nvSpPr>
            <p:spPr>
              <a:xfrm>
                <a:off x="4688867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6" name="Freeform: Shape 11415">
                <a:extLst>
                  <a:ext uri="{FF2B5EF4-FFF2-40B4-BE49-F238E27FC236}">
                    <a16:creationId xmlns:a16="http://schemas.microsoft.com/office/drawing/2014/main" id="{84CAC45A-A7F8-D89B-6433-671043487BC4}"/>
                  </a:ext>
                </a:extLst>
              </p:cNvPr>
              <p:cNvSpPr/>
              <p:nvPr/>
            </p:nvSpPr>
            <p:spPr>
              <a:xfrm>
                <a:off x="4688867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7" name="Freeform: Shape 11416">
                <a:extLst>
                  <a:ext uri="{FF2B5EF4-FFF2-40B4-BE49-F238E27FC236}">
                    <a16:creationId xmlns:a16="http://schemas.microsoft.com/office/drawing/2014/main" id="{C41714D8-6B3B-5CEE-473E-E4DFB2AA12FC}"/>
                  </a:ext>
                </a:extLst>
              </p:cNvPr>
              <p:cNvSpPr/>
              <p:nvPr/>
            </p:nvSpPr>
            <p:spPr>
              <a:xfrm>
                <a:off x="4688867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8" name="Freeform: Shape 11417">
                <a:extLst>
                  <a:ext uri="{FF2B5EF4-FFF2-40B4-BE49-F238E27FC236}">
                    <a16:creationId xmlns:a16="http://schemas.microsoft.com/office/drawing/2014/main" id="{411F45F9-8B9D-3232-A412-A90F26D9E6A8}"/>
                  </a:ext>
                </a:extLst>
              </p:cNvPr>
              <p:cNvSpPr/>
              <p:nvPr/>
            </p:nvSpPr>
            <p:spPr>
              <a:xfrm>
                <a:off x="4688867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19" name="Freeform: Shape 11418">
                <a:extLst>
                  <a:ext uri="{FF2B5EF4-FFF2-40B4-BE49-F238E27FC236}">
                    <a16:creationId xmlns:a16="http://schemas.microsoft.com/office/drawing/2014/main" id="{72CE4FE3-B972-4C51-44B2-78560450C0CE}"/>
                  </a:ext>
                </a:extLst>
              </p:cNvPr>
              <p:cNvSpPr/>
              <p:nvPr/>
            </p:nvSpPr>
            <p:spPr>
              <a:xfrm>
                <a:off x="4688867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0" name="Freeform: Shape 11419">
                <a:extLst>
                  <a:ext uri="{FF2B5EF4-FFF2-40B4-BE49-F238E27FC236}">
                    <a16:creationId xmlns:a16="http://schemas.microsoft.com/office/drawing/2014/main" id="{657706B9-FD5C-ED34-C631-3441DA05181F}"/>
                  </a:ext>
                </a:extLst>
              </p:cNvPr>
              <p:cNvSpPr/>
              <p:nvPr/>
            </p:nvSpPr>
            <p:spPr>
              <a:xfrm>
                <a:off x="4688867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1" name="Freeform: Shape 11420">
                <a:extLst>
                  <a:ext uri="{FF2B5EF4-FFF2-40B4-BE49-F238E27FC236}">
                    <a16:creationId xmlns:a16="http://schemas.microsoft.com/office/drawing/2014/main" id="{BEC21B66-B2CE-9C72-A998-ED555E2C2505}"/>
                  </a:ext>
                </a:extLst>
              </p:cNvPr>
              <p:cNvSpPr/>
              <p:nvPr/>
            </p:nvSpPr>
            <p:spPr>
              <a:xfrm>
                <a:off x="4688867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2" name="Freeform: Shape 11421">
                <a:extLst>
                  <a:ext uri="{FF2B5EF4-FFF2-40B4-BE49-F238E27FC236}">
                    <a16:creationId xmlns:a16="http://schemas.microsoft.com/office/drawing/2014/main" id="{D22CCAA2-97F4-674A-7EC9-CFB825EF5C4F}"/>
                  </a:ext>
                </a:extLst>
              </p:cNvPr>
              <p:cNvSpPr/>
              <p:nvPr/>
            </p:nvSpPr>
            <p:spPr>
              <a:xfrm>
                <a:off x="4688867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3" name="Freeform: Shape 11422">
                <a:extLst>
                  <a:ext uri="{FF2B5EF4-FFF2-40B4-BE49-F238E27FC236}">
                    <a16:creationId xmlns:a16="http://schemas.microsoft.com/office/drawing/2014/main" id="{EB2821AC-D610-6398-8008-9EE7C1123173}"/>
                  </a:ext>
                </a:extLst>
              </p:cNvPr>
              <p:cNvSpPr/>
              <p:nvPr/>
            </p:nvSpPr>
            <p:spPr>
              <a:xfrm>
                <a:off x="4688867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4" name="Freeform: Shape 11423">
                <a:extLst>
                  <a:ext uri="{FF2B5EF4-FFF2-40B4-BE49-F238E27FC236}">
                    <a16:creationId xmlns:a16="http://schemas.microsoft.com/office/drawing/2014/main" id="{3BB2C6CA-50D9-526E-8D3D-E7D36ABA8A26}"/>
                  </a:ext>
                </a:extLst>
              </p:cNvPr>
              <p:cNvSpPr/>
              <p:nvPr/>
            </p:nvSpPr>
            <p:spPr>
              <a:xfrm>
                <a:off x="4688867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5" name="Freeform: Shape 11424">
                <a:extLst>
                  <a:ext uri="{FF2B5EF4-FFF2-40B4-BE49-F238E27FC236}">
                    <a16:creationId xmlns:a16="http://schemas.microsoft.com/office/drawing/2014/main" id="{6EA15467-A2EB-28F5-5F2D-2277395F2FCF}"/>
                  </a:ext>
                </a:extLst>
              </p:cNvPr>
              <p:cNvSpPr/>
              <p:nvPr/>
            </p:nvSpPr>
            <p:spPr>
              <a:xfrm>
                <a:off x="4688867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6" name="Freeform: Shape 11425">
                <a:extLst>
                  <a:ext uri="{FF2B5EF4-FFF2-40B4-BE49-F238E27FC236}">
                    <a16:creationId xmlns:a16="http://schemas.microsoft.com/office/drawing/2014/main" id="{5EAEBB98-D722-A89D-0D48-296A198A093A}"/>
                  </a:ext>
                </a:extLst>
              </p:cNvPr>
              <p:cNvSpPr/>
              <p:nvPr/>
            </p:nvSpPr>
            <p:spPr>
              <a:xfrm>
                <a:off x="4688867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7" name="Freeform: Shape 11426">
                <a:extLst>
                  <a:ext uri="{FF2B5EF4-FFF2-40B4-BE49-F238E27FC236}">
                    <a16:creationId xmlns:a16="http://schemas.microsoft.com/office/drawing/2014/main" id="{9D7404E8-8698-EBF8-4ADE-32A0EA842F69}"/>
                  </a:ext>
                </a:extLst>
              </p:cNvPr>
              <p:cNvSpPr/>
              <p:nvPr/>
            </p:nvSpPr>
            <p:spPr>
              <a:xfrm>
                <a:off x="4688867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8" name="Freeform: Shape 11427">
                <a:extLst>
                  <a:ext uri="{FF2B5EF4-FFF2-40B4-BE49-F238E27FC236}">
                    <a16:creationId xmlns:a16="http://schemas.microsoft.com/office/drawing/2014/main" id="{AA4CEC51-A3AE-359D-F7A8-7F1B118FD460}"/>
                  </a:ext>
                </a:extLst>
              </p:cNvPr>
              <p:cNvSpPr/>
              <p:nvPr/>
            </p:nvSpPr>
            <p:spPr>
              <a:xfrm>
                <a:off x="4688867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29" name="Freeform: Shape 11428">
                <a:extLst>
                  <a:ext uri="{FF2B5EF4-FFF2-40B4-BE49-F238E27FC236}">
                    <a16:creationId xmlns:a16="http://schemas.microsoft.com/office/drawing/2014/main" id="{87600BF1-50FA-2289-E9BE-395AA4BAD51A}"/>
                  </a:ext>
                </a:extLst>
              </p:cNvPr>
              <p:cNvSpPr/>
              <p:nvPr/>
            </p:nvSpPr>
            <p:spPr>
              <a:xfrm>
                <a:off x="4688867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0" name="Freeform: Shape 11429">
                <a:extLst>
                  <a:ext uri="{FF2B5EF4-FFF2-40B4-BE49-F238E27FC236}">
                    <a16:creationId xmlns:a16="http://schemas.microsoft.com/office/drawing/2014/main" id="{C54212AD-64B5-5797-13F5-AF724F798845}"/>
                  </a:ext>
                </a:extLst>
              </p:cNvPr>
              <p:cNvSpPr/>
              <p:nvPr/>
            </p:nvSpPr>
            <p:spPr>
              <a:xfrm>
                <a:off x="4688867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1" name="Freeform: Shape 11430">
                <a:extLst>
                  <a:ext uri="{FF2B5EF4-FFF2-40B4-BE49-F238E27FC236}">
                    <a16:creationId xmlns:a16="http://schemas.microsoft.com/office/drawing/2014/main" id="{B86E6456-0C8C-5CE6-AC78-F62BEE4AD95E}"/>
                  </a:ext>
                </a:extLst>
              </p:cNvPr>
              <p:cNvSpPr/>
              <p:nvPr/>
            </p:nvSpPr>
            <p:spPr>
              <a:xfrm>
                <a:off x="4688867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2" name="Freeform: Shape 11431">
                <a:extLst>
                  <a:ext uri="{FF2B5EF4-FFF2-40B4-BE49-F238E27FC236}">
                    <a16:creationId xmlns:a16="http://schemas.microsoft.com/office/drawing/2014/main" id="{84B4E9C2-3662-F06D-16F3-775290E87A9B}"/>
                  </a:ext>
                </a:extLst>
              </p:cNvPr>
              <p:cNvSpPr/>
              <p:nvPr/>
            </p:nvSpPr>
            <p:spPr>
              <a:xfrm>
                <a:off x="4688867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3" name="Freeform: Shape 11432">
                <a:extLst>
                  <a:ext uri="{FF2B5EF4-FFF2-40B4-BE49-F238E27FC236}">
                    <a16:creationId xmlns:a16="http://schemas.microsoft.com/office/drawing/2014/main" id="{5EDF40BA-3AA2-8DDE-732C-211CAD3AB081}"/>
                  </a:ext>
                </a:extLst>
              </p:cNvPr>
              <p:cNvSpPr/>
              <p:nvPr/>
            </p:nvSpPr>
            <p:spPr>
              <a:xfrm>
                <a:off x="4688867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4" name="Freeform: Shape 11433">
                <a:extLst>
                  <a:ext uri="{FF2B5EF4-FFF2-40B4-BE49-F238E27FC236}">
                    <a16:creationId xmlns:a16="http://schemas.microsoft.com/office/drawing/2014/main" id="{F77D3A9D-DDD4-271B-4718-883F2F2AC621}"/>
                  </a:ext>
                </a:extLst>
              </p:cNvPr>
              <p:cNvSpPr/>
              <p:nvPr/>
            </p:nvSpPr>
            <p:spPr>
              <a:xfrm>
                <a:off x="4688867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5" name="Freeform: Shape 11434">
                <a:extLst>
                  <a:ext uri="{FF2B5EF4-FFF2-40B4-BE49-F238E27FC236}">
                    <a16:creationId xmlns:a16="http://schemas.microsoft.com/office/drawing/2014/main" id="{05418AD0-00B2-7AB5-44D5-C5ECBA36D5DC}"/>
                  </a:ext>
                </a:extLst>
              </p:cNvPr>
              <p:cNvSpPr/>
              <p:nvPr/>
            </p:nvSpPr>
            <p:spPr>
              <a:xfrm>
                <a:off x="4688867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6" name="Freeform: Shape 11435">
                <a:extLst>
                  <a:ext uri="{FF2B5EF4-FFF2-40B4-BE49-F238E27FC236}">
                    <a16:creationId xmlns:a16="http://schemas.microsoft.com/office/drawing/2014/main" id="{010DFFB0-4A79-7113-CC7B-CAB2460C3761}"/>
                  </a:ext>
                </a:extLst>
              </p:cNvPr>
              <p:cNvSpPr/>
              <p:nvPr/>
            </p:nvSpPr>
            <p:spPr>
              <a:xfrm>
                <a:off x="4688867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7" name="Freeform: Shape 11436">
                <a:extLst>
                  <a:ext uri="{FF2B5EF4-FFF2-40B4-BE49-F238E27FC236}">
                    <a16:creationId xmlns:a16="http://schemas.microsoft.com/office/drawing/2014/main" id="{18EBAB13-5A67-07C9-0C79-244CF5CC0740}"/>
                  </a:ext>
                </a:extLst>
              </p:cNvPr>
              <p:cNvSpPr/>
              <p:nvPr/>
            </p:nvSpPr>
            <p:spPr>
              <a:xfrm>
                <a:off x="4688867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46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8" name="Freeform: Shape 11437">
                <a:extLst>
                  <a:ext uri="{FF2B5EF4-FFF2-40B4-BE49-F238E27FC236}">
                    <a16:creationId xmlns:a16="http://schemas.microsoft.com/office/drawing/2014/main" id="{6A544D73-5A13-9E89-4A25-56D9880F9060}"/>
                  </a:ext>
                </a:extLst>
              </p:cNvPr>
              <p:cNvSpPr/>
              <p:nvPr/>
            </p:nvSpPr>
            <p:spPr>
              <a:xfrm>
                <a:off x="4688867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39" name="Freeform: Shape 11438">
                <a:extLst>
                  <a:ext uri="{FF2B5EF4-FFF2-40B4-BE49-F238E27FC236}">
                    <a16:creationId xmlns:a16="http://schemas.microsoft.com/office/drawing/2014/main" id="{5DFB0880-78A1-9B69-BE74-44C539B2C39E}"/>
                  </a:ext>
                </a:extLst>
              </p:cNvPr>
              <p:cNvSpPr/>
              <p:nvPr/>
            </p:nvSpPr>
            <p:spPr>
              <a:xfrm>
                <a:off x="4688867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0" name="Freeform: Shape 11439">
                <a:extLst>
                  <a:ext uri="{FF2B5EF4-FFF2-40B4-BE49-F238E27FC236}">
                    <a16:creationId xmlns:a16="http://schemas.microsoft.com/office/drawing/2014/main" id="{862D18EF-3A0D-71D5-EF75-2DE4E3DFEF99}"/>
                  </a:ext>
                </a:extLst>
              </p:cNvPr>
              <p:cNvSpPr/>
              <p:nvPr/>
            </p:nvSpPr>
            <p:spPr>
              <a:xfrm>
                <a:off x="4688867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1" name="Freeform: Shape 11440">
                <a:extLst>
                  <a:ext uri="{FF2B5EF4-FFF2-40B4-BE49-F238E27FC236}">
                    <a16:creationId xmlns:a16="http://schemas.microsoft.com/office/drawing/2014/main" id="{600A21AB-7D09-7BF1-FE1D-9DDF042213F3}"/>
                  </a:ext>
                </a:extLst>
              </p:cNvPr>
              <p:cNvSpPr/>
              <p:nvPr/>
            </p:nvSpPr>
            <p:spPr>
              <a:xfrm>
                <a:off x="4688867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2" name="Freeform: Shape 11441">
                <a:extLst>
                  <a:ext uri="{FF2B5EF4-FFF2-40B4-BE49-F238E27FC236}">
                    <a16:creationId xmlns:a16="http://schemas.microsoft.com/office/drawing/2014/main" id="{7934DCAB-0D31-278E-436E-42204B1C81EB}"/>
                  </a:ext>
                </a:extLst>
              </p:cNvPr>
              <p:cNvSpPr/>
              <p:nvPr/>
            </p:nvSpPr>
            <p:spPr>
              <a:xfrm>
                <a:off x="475118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3" name="Freeform: Shape 11442">
                <a:extLst>
                  <a:ext uri="{FF2B5EF4-FFF2-40B4-BE49-F238E27FC236}">
                    <a16:creationId xmlns:a16="http://schemas.microsoft.com/office/drawing/2014/main" id="{CBB0E647-37D4-D223-A480-5482B3845574}"/>
                  </a:ext>
                </a:extLst>
              </p:cNvPr>
              <p:cNvSpPr/>
              <p:nvPr/>
            </p:nvSpPr>
            <p:spPr>
              <a:xfrm>
                <a:off x="475118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4" name="Freeform: Shape 11443">
                <a:extLst>
                  <a:ext uri="{FF2B5EF4-FFF2-40B4-BE49-F238E27FC236}">
                    <a16:creationId xmlns:a16="http://schemas.microsoft.com/office/drawing/2014/main" id="{95554381-4CD9-9B21-BD52-61C8CD017058}"/>
                  </a:ext>
                </a:extLst>
              </p:cNvPr>
              <p:cNvSpPr/>
              <p:nvPr/>
            </p:nvSpPr>
            <p:spPr>
              <a:xfrm>
                <a:off x="475118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3C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5" name="Freeform: Shape 11444">
                <a:extLst>
                  <a:ext uri="{FF2B5EF4-FFF2-40B4-BE49-F238E27FC236}">
                    <a16:creationId xmlns:a16="http://schemas.microsoft.com/office/drawing/2014/main" id="{2F394015-A604-407A-06F9-95618DB0CD4A}"/>
                  </a:ext>
                </a:extLst>
              </p:cNvPr>
              <p:cNvSpPr/>
              <p:nvPr/>
            </p:nvSpPr>
            <p:spPr>
              <a:xfrm>
                <a:off x="475118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6" name="Freeform: Shape 11445">
                <a:extLst>
                  <a:ext uri="{FF2B5EF4-FFF2-40B4-BE49-F238E27FC236}">
                    <a16:creationId xmlns:a16="http://schemas.microsoft.com/office/drawing/2014/main" id="{72A4C8B2-32E0-3E23-AB4A-B7A097FB396B}"/>
                  </a:ext>
                </a:extLst>
              </p:cNvPr>
              <p:cNvSpPr/>
              <p:nvPr/>
            </p:nvSpPr>
            <p:spPr>
              <a:xfrm>
                <a:off x="475118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7" name="Freeform: Shape 11446">
                <a:extLst>
                  <a:ext uri="{FF2B5EF4-FFF2-40B4-BE49-F238E27FC236}">
                    <a16:creationId xmlns:a16="http://schemas.microsoft.com/office/drawing/2014/main" id="{ABF49681-4EEC-F352-781C-B0762C400689}"/>
                  </a:ext>
                </a:extLst>
              </p:cNvPr>
              <p:cNvSpPr/>
              <p:nvPr/>
            </p:nvSpPr>
            <p:spPr>
              <a:xfrm>
                <a:off x="475118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8" name="Freeform: Shape 11447">
                <a:extLst>
                  <a:ext uri="{FF2B5EF4-FFF2-40B4-BE49-F238E27FC236}">
                    <a16:creationId xmlns:a16="http://schemas.microsoft.com/office/drawing/2014/main" id="{49AFA1C2-DBE8-94B0-FC24-FCE9FC88CBFA}"/>
                  </a:ext>
                </a:extLst>
              </p:cNvPr>
              <p:cNvSpPr/>
              <p:nvPr/>
            </p:nvSpPr>
            <p:spPr>
              <a:xfrm>
                <a:off x="475118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49" name="Freeform: Shape 11448">
                <a:extLst>
                  <a:ext uri="{FF2B5EF4-FFF2-40B4-BE49-F238E27FC236}">
                    <a16:creationId xmlns:a16="http://schemas.microsoft.com/office/drawing/2014/main" id="{E2A6FA2C-6DA7-D03C-2C6E-6C3563B5E65A}"/>
                  </a:ext>
                </a:extLst>
              </p:cNvPr>
              <p:cNvSpPr/>
              <p:nvPr/>
            </p:nvSpPr>
            <p:spPr>
              <a:xfrm>
                <a:off x="475118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0" name="Freeform: Shape 11449">
                <a:extLst>
                  <a:ext uri="{FF2B5EF4-FFF2-40B4-BE49-F238E27FC236}">
                    <a16:creationId xmlns:a16="http://schemas.microsoft.com/office/drawing/2014/main" id="{954D7ECE-E76A-799A-CBBC-9824F3107571}"/>
                  </a:ext>
                </a:extLst>
              </p:cNvPr>
              <p:cNvSpPr/>
              <p:nvPr/>
            </p:nvSpPr>
            <p:spPr>
              <a:xfrm>
                <a:off x="475118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1" name="Freeform: Shape 11450">
                <a:extLst>
                  <a:ext uri="{FF2B5EF4-FFF2-40B4-BE49-F238E27FC236}">
                    <a16:creationId xmlns:a16="http://schemas.microsoft.com/office/drawing/2014/main" id="{348E98F4-AE97-2F65-0EC5-37753258A5FC}"/>
                  </a:ext>
                </a:extLst>
              </p:cNvPr>
              <p:cNvSpPr/>
              <p:nvPr/>
            </p:nvSpPr>
            <p:spPr>
              <a:xfrm>
                <a:off x="475118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2" name="Freeform: Shape 11451">
                <a:extLst>
                  <a:ext uri="{FF2B5EF4-FFF2-40B4-BE49-F238E27FC236}">
                    <a16:creationId xmlns:a16="http://schemas.microsoft.com/office/drawing/2014/main" id="{1B5D70E2-242E-A9D9-2EE5-2E3549FFDFB4}"/>
                  </a:ext>
                </a:extLst>
              </p:cNvPr>
              <p:cNvSpPr/>
              <p:nvPr/>
            </p:nvSpPr>
            <p:spPr>
              <a:xfrm>
                <a:off x="475118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3" name="Freeform: Shape 11452">
                <a:extLst>
                  <a:ext uri="{FF2B5EF4-FFF2-40B4-BE49-F238E27FC236}">
                    <a16:creationId xmlns:a16="http://schemas.microsoft.com/office/drawing/2014/main" id="{820280A0-DA9F-5E6B-1388-E1C55097E9A9}"/>
                  </a:ext>
                </a:extLst>
              </p:cNvPr>
              <p:cNvSpPr/>
              <p:nvPr/>
            </p:nvSpPr>
            <p:spPr>
              <a:xfrm>
                <a:off x="475118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4" name="Freeform: Shape 11453">
                <a:extLst>
                  <a:ext uri="{FF2B5EF4-FFF2-40B4-BE49-F238E27FC236}">
                    <a16:creationId xmlns:a16="http://schemas.microsoft.com/office/drawing/2014/main" id="{313AB1F2-1658-3E3A-5B1D-4FE99A85FC9C}"/>
                  </a:ext>
                </a:extLst>
              </p:cNvPr>
              <p:cNvSpPr/>
              <p:nvPr/>
            </p:nvSpPr>
            <p:spPr>
              <a:xfrm>
                <a:off x="475118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5" name="Freeform: Shape 11454">
                <a:extLst>
                  <a:ext uri="{FF2B5EF4-FFF2-40B4-BE49-F238E27FC236}">
                    <a16:creationId xmlns:a16="http://schemas.microsoft.com/office/drawing/2014/main" id="{78F89BA9-D901-9413-8FC9-2AB485284FE3}"/>
                  </a:ext>
                </a:extLst>
              </p:cNvPr>
              <p:cNvSpPr/>
              <p:nvPr/>
            </p:nvSpPr>
            <p:spPr>
              <a:xfrm>
                <a:off x="475118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6" name="Freeform: Shape 11455">
                <a:extLst>
                  <a:ext uri="{FF2B5EF4-FFF2-40B4-BE49-F238E27FC236}">
                    <a16:creationId xmlns:a16="http://schemas.microsoft.com/office/drawing/2014/main" id="{13289359-CF1C-5B7C-7378-41C1A92075C8}"/>
                  </a:ext>
                </a:extLst>
              </p:cNvPr>
              <p:cNvSpPr/>
              <p:nvPr/>
            </p:nvSpPr>
            <p:spPr>
              <a:xfrm>
                <a:off x="475118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7" name="Freeform: Shape 11456">
                <a:extLst>
                  <a:ext uri="{FF2B5EF4-FFF2-40B4-BE49-F238E27FC236}">
                    <a16:creationId xmlns:a16="http://schemas.microsoft.com/office/drawing/2014/main" id="{BA2EA94B-7948-2920-E666-7FD5594931AD}"/>
                  </a:ext>
                </a:extLst>
              </p:cNvPr>
              <p:cNvSpPr/>
              <p:nvPr/>
            </p:nvSpPr>
            <p:spPr>
              <a:xfrm>
                <a:off x="475118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8" name="Freeform: Shape 11457">
                <a:extLst>
                  <a:ext uri="{FF2B5EF4-FFF2-40B4-BE49-F238E27FC236}">
                    <a16:creationId xmlns:a16="http://schemas.microsoft.com/office/drawing/2014/main" id="{9DD8A4B3-719C-232E-F33B-3B4F1CED631E}"/>
                  </a:ext>
                </a:extLst>
              </p:cNvPr>
              <p:cNvSpPr/>
              <p:nvPr/>
            </p:nvSpPr>
            <p:spPr>
              <a:xfrm>
                <a:off x="475118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59" name="Freeform: Shape 11458">
                <a:extLst>
                  <a:ext uri="{FF2B5EF4-FFF2-40B4-BE49-F238E27FC236}">
                    <a16:creationId xmlns:a16="http://schemas.microsoft.com/office/drawing/2014/main" id="{3B6B0DA0-9170-D30E-B8B4-EC574E639E3B}"/>
                  </a:ext>
                </a:extLst>
              </p:cNvPr>
              <p:cNvSpPr/>
              <p:nvPr/>
            </p:nvSpPr>
            <p:spPr>
              <a:xfrm>
                <a:off x="475118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0" name="Freeform: Shape 11459">
                <a:extLst>
                  <a:ext uri="{FF2B5EF4-FFF2-40B4-BE49-F238E27FC236}">
                    <a16:creationId xmlns:a16="http://schemas.microsoft.com/office/drawing/2014/main" id="{BE6EFB7C-7CCB-1B58-0D7A-9FB1C4F059F9}"/>
                  </a:ext>
                </a:extLst>
              </p:cNvPr>
              <p:cNvSpPr/>
              <p:nvPr/>
            </p:nvSpPr>
            <p:spPr>
              <a:xfrm>
                <a:off x="475118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1" name="Freeform: Shape 11460">
                <a:extLst>
                  <a:ext uri="{FF2B5EF4-FFF2-40B4-BE49-F238E27FC236}">
                    <a16:creationId xmlns:a16="http://schemas.microsoft.com/office/drawing/2014/main" id="{0B7DA986-3785-5156-C496-6F1DD9B17DC0}"/>
                  </a:ext>
                </a:extLst>
              </p:cNvPr>
              <p:cNvSpPr/>
              <p:nvPr/>
            </p:nvSpPr>
            <p:spPr>
              <a:xfrm>
                <a:off x="475118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2" name="Freeform: Shape 11461">
                <a:extLst>
                  <a:ext uri="{FF2B5EF4-FFF2-40B4-BE49-F238E27FC236}">
                    <a16:creationId xmlns:a16="http://schemas.microsoft.com/office/drawing/2014/main" id="{912B641D-6D7E-E3D1-FCA2-61B342F470CD}"/>
                  </a:ext>
                </a:extLst>
              </p:cNvPr>
              <p:cNvSpPr/>
              <p:nvPr/>
            </p:nvSpPr>
            <p:spPr>
              <a:xfrm>
                <a:off x="475118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3" name="Freeform: Shape 11462">
                <a:extLst>
                  <a:ext uri="{FF2B5EF4-FFF2-40B4-BE49-F238E27FC236}">
                    <a16:creationId xmlns:a16="http://schemas.microsoft.com/office/drawing/2014/main" id="{CD3CAB8F-C68A-BADB-40CF-AE0F27974D6B}"/>
                  </a:ext>
                </a:extLst>
              </p:cNvPr>
              <p:cNvSpPr/>
              <p:nvPr/>
            </p:nvSpPr>
            <p:spPr>
              <a:xfrm>
                <a:off x="475118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4" name="Freeform: Shape 11463">
                <a:extLst>
                  <a:ext uri="{FF2B5EF4-FFF2-40B4-BE49-F238E27FC236}">
                    <a16:creationId xmlns:a16="http://schemas.microsoft.com/office/drawing/2014/main" id="{E844E620-EBAA-5A9D-4BC2-03B1DB2C59D7}"/>
                  </a:ext>
                </a:extLst>
              </p:cNvPr>
              <p:cNvSpPr/>
              <p:nvPr/>
            </p:nvSpPr>
            <p:spPr>
              <a:xfrm>
                <a:off x="475118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5" name="Freeform: Shape 11464">
                <a:extLst>
                  <a:ext uri="{FF2B5EF4-FFF2-40B4-BE49-F238E27FC236}">
                    <a16:creationId xmlns:a16="http://schemas.microsoft.com/office/drawing/2014/main" id="{B3C6AFC3-2B87-9C3A-931A-CCFE5590A3C6}"/>
                  </a:ext>
                </a:extLst>
              </p:cNvPr>
              <p:cNvSpPr/>
              <p:nvPr/>
            </p:nvSpPr>
            <p:spPr>
              <a:xfrm>
                <a:off x="475118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6" name="Freeform: Shape 11465">
                <a:extLst>
                  <a:ext uri="{FF2B5EF4-FFF2-40B4-BE49-F238E27FC236}">
                    <a16:creationId xmlns:a16="http://schemas.microsoft.com/office/drawing/2014/main" id="{018E19EC-2FA5-D19A-37C4-79D9ADD77334}"/>
                  </a:ext>
                </a:extLst>
              </p:cNvPr>
              <p:cNvSpPr/>
              <p:nvPr/>
            </p:nvSpPr>
            <p:spPr>
              <a:xfrm>
                <a:off x="475118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7" name="Freeform: Shape 11466">
                <a:extLst>
                  <a:ext uri="{FF2B5EF4-FFF2-40B4-BE49-F238E27FC236}">
                    <a16:creationId xmlns:a16="http://schemas.microsoft.com/office/drawing/2014/main" id="{78190CBC-67D6-67B5-6D04-7B4F0530C4FF}"/>
                  </a:ext>
                </a:extLst>
              </p:cNvPr>
              <p:cNvSpPr/>
              <p:nvPr/>
            </p:nvSpPr>
            <p:spPr>
              <a:xfrm>
                <a:off x="475118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8" name="Freeform: Shape 11467">
                <a:extLst>
                  <a:ext uri="{FF2B5EF4-FFF2-40B4-BE49-F238E27FC236}">
                    <a16:creationId xmlns:a16="http://schemas.microsoft.com/office/drawing/2014/main" id="{73E9FBCD-57AE-0BF8-2883-553CDB46AFDA}"/>
                  </a:ext>
                </a:extLst>
              </p:cNvPr>
              <p:cNvSpPr/>
              <p:nvPr/>
            </p:nvSpPr>
            <p:spPr>
              <a:xfrm>
                <a:off x="475118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69" name="Freeform: Shape 11468">
                <a:extLst>
                  <a:ext uri="{FF2B5EF4-FFF2-40B4-BE49-F238E27FC236}">
                    <a16:creationId xmlns:a16="http://schemas.microsoft.com/office/drawing/2014/main" id="{BA129E50-9180-F3E8-36A4-4967C01ACA45}"/>
                  </a:ext>
                </a:extLst>
              </p:cNvPr>
              <p:cNvSpPr/>
              <p:nvPr/>
            </p:nvSpPr>
            <p:spPr>
              <a:xfrm>
                <a:off x="481341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0" name="Freeform: Shape 11469">
                <a:extLst>
                  <a:ext uri="{FF2B5EF4-FFF2-40B4-BE49-F238E27FC236}">
                    <a16:creationId xmlns:a16="http://schemas.microsoft.com/office/drawing/2014/main" id="{96FBBA02-E2EA-26A9-29D3-6CFA36163517}"/>
                  </a:ext>
                </a:extLst>
              </p:cNvPr>
              <p:cNvSpPr/>
              <p:nvPr/>
            </p:nvSpPr>
            <p:spPr>
              <a:xfrm>
                <a:off x="481341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1" name="Freeform: Shape 11470">
                <a:extLst>
                  <a:ext uri="{FF2B5EF4-FFF2-40B4-BE49-F238E27FC236}">
                    <a16:creationId xmlns:a16="http://schemas.microsoft.com/office/drawing/2014/main" id="{47371ABE-3A81-D86C-3E61-3BF0729FDFDD}"/>
                  </a:ext>
                </a:extLst>
              </p:cNvPr>
              <p:cNvSpPr/>
              <p:nvPr/>
            </p:nvSpPr>
            <p:spPr>
              <a:xfrm>
                <a:off x="481341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2" name="Freeform: Shape 11471">
                <a:extLst>
                  <a:ext uri="{FF2B5EF4-FFF2-40B4-BE49-F238E27FC236}">
                    <a16:creationId xmlns:a16="http://schemas.microsoft.com/office/drawing/2014/main" id="{F2663CB9-E6E9-53B3-0B79-45F4BEF127D9}"/>
                  </a:ext>
                </a:extLst>
              </p:cNvPr>
              <p:cNvSpPr/>
              <p:nvPr/>
            </p:nvSpPr>
            <p:spPr>
              <a:xfrm>
                <a:off x="481341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3" name="Freeform: Shape 11472">
                <a:extLst>
                  <a:ext uri="{FF2B5EF4-FFF2-40B4-BE49-F238E27FC236}">
                    <a16:creationId xmlns:a16="http://schemas.microsoft.com/office/drawing/2014/main" id="{67D3C4B2-FE09-BC50-86FA-77CA6AEDBB9A}"/>
                  </a:ext>
                </a:extLst>
              </p:cNvPr>
              <p:cNvSpPr/>
              <p:nvPr/>
            </p:nvSpPr>
            <p:spPr>
              <a:xfrm>
                <a:off x="481341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4" name="Freeform: Shape 11473">
                <a:extLst>
                  <a:ext uri="{FF2B5EF4-FFF2-40B4-BE49-F238E27FC236}">
                    <a16:creationId xmlns:a16="http://schemas.microsoft.com/office/drawing/2014/main" id="{775C6737-BFF0-0B24-9587-8F28CE40C29A}"/>
                  </a:ext>
                </a:extLst>
              </p:cNvPr>
              <p:cNvSpPr/>
              <p:nvPr/>
            </p:nvSpPr>
            <p:spPr>
              <a:xfrm>
                <a:off x="481341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5" name="Freeform: Shape 11474">
                <a:extLst>
                  <a:ext uri="{FF2B5EF4-FFF2-40B4-BE49-F238E27FC236}">
                    <a16:creationId xmlns:a16="http://schemas.microsoft.com/office/drawing/2014/main" id="{6E27D765-249D-F9A1-B7A6-6B288054CC98}"/>
                  </a:ext>
                </a:extLst>
              </p:cNvPr>
              <p:cNvSpPr/>
              <p:nvPr/>
            </p:nvSpPr>
            <p:spPr>
              <a:xfrm>
                <a:off x="481341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6" name="Freeform: Shape 11475">
                <a:extLst>
                  <a:ext uri="{FF2B5EF4-FFF2-40B4-BE49-F238E27FC236}">
                    <a16:creationId xmlns:a16="http://schemas.microsoft.com/office/drawing/2014/main" id="{A5A9B7DF-D95E-1C70-53D9-2514AF4DA7D1}"/>
                  </a:ext>
                </a:extLst>
              </p:cNvPr>
              <p:cNvSpPr/>
              <p:nvPr/>
            </p:nvSpPr>
            <p:spPr>
              <a:xfrm>
                <a:off x="481341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7" name="Freeform: Shape 11476">
                <a:extLst>
                  <a:ext uri="{FF2B5EF4-FFF2-40B4-BE49-F238E27FC236}">
                    <a16:creationId xmlns:a16="http://schemas.microsoft.com/office/drawing/2014/main" id="{EA39517B-1348-C61E-607C-EE35358406CB}"/>
                  </a:ext>
                </a:extLst>
              </p:cNvPr>
              <p:cNvSpPr/>
              <p:nvPr/>
            </p:nvSpPr>
            <p:spPr>
              <a:xfrm>
                <a:off x="481341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8" name="Freeform: Shape 11477">
                <a:extLst>
                  <a:ext uri="{FF2B5EF4-FFF2-40B4-BE49-F238E27FC236}">
                    <a16:creationId xmlns:a16="http://schemas.microsoft.com/office/drawing/2014/main" id="{64C8B8B9-EBB4-0718-D20F-4A9F2BD5AE46}"/>
                  </a:ext>
                </a:extLst>
              </p:cNvPr>
              <p:cNvSpPr/>
              <p:nvPr/>
            </p:nvSpPr>
            <p:spPr>
              <a:xfrm>
                <a:off x="481341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79" name="Freeform: Shape 11478">
                <a:extLst>
                  <a:ext uri="{FF2B5EF4-FFF2-40B4-BE49-F238E27FC236}">
                    <a16:creationId xmlns:a16="http://schemas.microsoft.com/office/drawing/2014/main" id="{B2A182B5-373D-CCAC-CD21-EDD104ED8B1F}"/>
                  </a:ext>
                </a:extLst>
              </p:cNvPr>
              <p:cNvSpPr/>
              <p:nvPr/>
            </p:nvSpPr>
            <p:spPr>
              <a:xfrm>
                <a:off x="481341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0" name="Freeform: Shape 11479">
                <a:extLst>
                  <a:ext uri="{FF2B5EF4-FFF2-40B4-BE49-F238E27FC236}">
                    <a16:creationId xmlns:a16="http://schemas.microsoft.com/office/drawing/2014/main" id="{83459B29-0383-97EC-E58D-9A88F4CAD45C}"/>
                  </a:ext>
                </a:extLst>
              </p:cNvPr>
              <p:cNvSpPr/>
              <p:nvPr/>
            </p:nvSpPr>
            <p:spPr>
              <a:xfrm>
                <a:off x="481341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1" name="Freeform: Shape 11480">
                <a:extLst>
                  <a:ext uri="{FF2B5EF4-FFF2-40B4-BE49-F238E27FC236}">
                    <a16:creationId xmlns:a16="http://schemas.microsoft.com/office/drawing/2014/main" id="{18B2023A-384E-278B-F0E2-35AE66F47BA8}"/>
                  </a:ext>
                </a:extLst>
              </p:cNvPr>
              <p:cNvSpPr/>
              <p:nvPr/>
            </p:nvSpPr>
            <p:spPr>
              <a:xfrm>
                <a:off x="481341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2" name="Freeform: Shape 11481">
                <a:extLst>
                  <a:ext uri="{FF2B5EF4-FFF2-40B4-BE49-F238E27FC236}">
                    <a16:creationId xmlns:a16="http://schemas.microsoft.com/office/drawing/2014/main" id="{0D1DD2EB-F54A-E425-218C-C49B91ED93E8}"/>
                  </a:ext>
                </a:extLst>
              </p:cNvPr>
              <p:cNvSpPr/>
              <p:nvPr/>
            </p:nvSpPr>
            <p:spPr>
              <a:xfrm>
                <a:off x="481341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3" name="Freeform: Shape 11482">
                <a:extLst>
                  <a:ext uri="{FF2B5EF4-FFF2-40B4-BE49-F238E27FC236}">
                    <a16:creationId xmlns:a16="http://schemas.microsoft.com/office/drawing/2014/main" id="{89BE62A4-0D25-F7E6-97DB-A16080A43D84}"/>
                  </a:ext>
                </a:extLst>
              </p:cNvPr>
              <p:cNvSpPr/>
              <p:nvPr/>
            </p:nvSpPr>
            <p:spPr>
              <a:xfrm>
                <a:off x="481341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4" name="Freeform: Shape 11483">
                <a:extLst>
                  <a:ext uri="{FF2B5EF4-FFF2-40B4-BE49-F238E27FC236}">
                    <a16:creationId xmlns:a16="http://schemas.microsoft.com/office/drawing/2014/main" id="{25D61978-9BE6-DB60-07B1-3D261F9AF9A0}"/>
                  </a:ext>
                </a:extLst>
              </p:cNvPr>
              <p:cNvSpPr/>
              <p:nvPr/>
            </p:nvSpPr>
            <p:spPr>
              <a:xfrm>
                <a:off x="481341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5" name="Freeform: Shape 11484">
                <a:extLst>
                  <a:ext uri="{FF2B5EF4-FFF2-40B4-BE49-F238E27FC236}">
                    <a16:creationId xmlns:a16="http://schemas.microsoft.com/office/drawing/2014/main" id="{2C1940C9-8174-9B17-FDD0-A456ED01B64D}"/>
                  </a:ext>
                </a:extLst>
              </p:cNvPr>
              <p:cNvSpPr/>
              <p:nvPr/>
            </p:nvSpPr>
            <p:spPr>
              <a:xfrm>
                <a:off x="481341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6" name="Freeform: Shape 11485">
                <a:extLst>
                  <a:ext uri="{FF2B5EF4-FFF2-40B4-BE49-F238E27FC236}">
                    <a16:creationId xmlns:a16="http://schemas.microsoft.com/office/drawing/2014/main" id="{FC8EB65D-A29B-12C3-83DA-F0BFC3633E63}"/>
                  </a:ext>
                </a:extLst>
              </p:cNvPr>
              <p:cNvSpPr/>
              <p:nvPr/>
            </p:nvSpPr>
            <p:spPr>
              <a:xfrm>
                <a:off x="481341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7" name="Freeform: Shape 11486">
                <a:extLst>
                  <a:ext uri="{FF2B5EF4-FFF2-40B4-BE49-F238E27FC236}">
                    <a16:creationId xmlns:a16="http://schemas.microsoft.com/office/drawing/2014/main" id="{3ED6DD68-F033-8993-E193-CCA499538A91}"/>
                  </a:ext>
                </a:extLst>
              </p:cNvPr>
              <p:cNvSpPr/>
              <p:nvPr/>
            </p:nvSpPr>
            <p:spPr>
              <a:xfrm>
                <a:off x="481341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8" name="Freeform: Shape 11487">
                <a:extLst>
                  <a:ext uri="{FF2B5EF4-FFF2-40B4-BE49-F238E27FC236}">
                    <a16:creationId xmlns:a16="http://schemas.microsoft.com/office/drawing/2014/main" id="{3456C7C4-6071-64D4-33CF-435F518D167A}"/>
                  </a:ext>
                </a:extLst>
              </p:cNvPr>
              <p:cNvSpPr/>
              <p:nvPr/>
            </p:nvSpPr>
            <p:spPr>
              <a:xfrm>
                <a:off x="481341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89" name="Freeform: Shape 11488">
                <a:extLst>
                  <a:ext uri="{FF2B5EF4-FFF2-40B4-BE49-F238E27FC236}">
                    <a16:creationId xmlns:a16="http://schemas.microsoft.com/office/drawing/2014/main" id="{23ED9387-5662-51B6-44B0-E4199FA09490}"/>
                  </a:ext>
                </a:extLst>
              </p:cNvPr>
              <p:cNvSpPr/>
              <p:nvPr/>
            </p:nvSpPr>
            <p:spPr>
              <a:xfrm>
                <a:off x="481341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0" name="Freeform: Shape 11489">
                <a:extLst>
                  <a:ext uri="{FF2B5EF4-FFF2-40B4-BE49-F238E27FC236}">
                    <a16:creationId xmlns:a16="http://schemas.microsoft.com/office/drawing/2014/main" id="{458BC512-E477-454E-955C-81B45ADC28CC}"/>
                  </a:ext>
                </a:extLst>
              </p:cNvPr>
              <p:cNvSpPr/>
              <p:nvPr/>
            </p:nvSpPr>
            <p:spPr>
              <a:xfrm>
                <a:off x="481341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1" name="Freeform: Shape 11490">
                <a:extLst>
                  <a:ext uri="{FF2B5EF4-FFF2-40B4-BE49-F238E27FC236}">
                    <a16:creationId xmlns:a16="http://schemas.microsoft.com/office/drawing/2014/main" id="{6F2AD234-0364-CE7F-6D8E-A4C9389DD127}"/>
                  </a:ext>
                </a:extLst>
              </p:cNvPr>
              <p:cNvSpPr/>
              <p:nvPr/>
            </p:nvSpPr>
            <p:spPr>
              <a:xfrm>
                <a:off x="481341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2" name="Freeform: Shape 11491">
                <a:extLst>
                  <a:ext uri="{FF2B5EF4-FFF2-40B4-BE49-F238E27FC236}">
                    <a16:creationId xmlns:a16="http://schemas.microsoft.com/office/drawing/2014/main" id="{4B528A5D-2718-2601-6F5C-CEA020E07433}"/>
                  </a:ext>
                </a:extLst>
              </p:cNvPr>
              <p:cNvSpPr/>
              <p:nvPr/>
            </p:nvSpPr>
            <p:spPr>
              <a:xfrm>
                <a:off x="481341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3" name="Freeform: Shape 11492">
                <a:extLst>
                  <a:ext uri="{FF2B5EF4-FFF2-40B4-BE49-F238E27FC236}">
                    <a16:creationId xmlns:a16="http://schemas.microsoft.com/office/drawing/2014/main" id="{4BCF997A-3CE4-63A9-F33F-9101902B5E95}"/>
                  </a:ext>
                </a:extLst>
              </p:cNvPr>
              <p:cNvSpPr/>
              <p:nvPr/>
            </p:nvSpPr>
            <p:spPr>
              <a:xfrm>
                <a:off x="481341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4" name="Freeform: Shape 11493">
                <a:extLst>
                  <a:ext uri="{FF2B5EF4-FFF2-40B4-BE49-F238E27FC236}">
                    <a16:creationId xmlns:a16="http://schemas.microsoft.com/office/drawing/2014/main" id="{0F704706-CCAA-55AC-367D-D50F326AC2E5}"/>
                  </a:ext>
                </a:extLst>
              </p:cNvPr>
              <p:cNvSpPr/>
              <p:nvPr/>
            </p:nvSpPr>
            <p:spPr>
              <a:xfrm>
                <a:off x="481341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5" name="Freeform: Shape 11494">
                <a:extLst>
                  <a:ext uri="{FF2B5EF4-FFF2-40B4-BE49-F238E27FC236}">
                    <a16:creationId xmlns:a16="http://schemas.microsoft.com/office/drawing/2014/main" id="{1E7543C1-8A5A-5E5C-CB3B-499E17698123}"/>
                  </a:ext>
                </a:extLst>
              </p:cNvPr>
              <p:cNvSpPr/>
              <p:nvPr/>
            </p:nvSpPr>
            <p:spPr>
              <a:xfrm>
                <a:off x="481341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14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6" name="Freeform: Shape 11495">
                <a:extLst>
                  <a:ext uri="{FF2B5EF4-FFF2-40B4-BE49-F238E27FC236}">
                    <a16:creationId xmlns:a16="http://schemas.microsoft.com/office/drawing/2014/main" id="{0F5505CA-6D93-8287-FBEA-59A32FC7BD90}"/>
                  </a:ext>
                </a:extLst>
              </p:cNvPr>
              <p:cNvSpPr/>
              <p:nvPr/>
            </p:nvSpPr>
            <p:spPr>
              <a:xfrm>
                <a:off x="4875735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7" name="Freeform: Shape 11496">
                <a:extLst>
                  <a:ext uri="{FF2B5EF4-FFF2-40B4-BE49-F238E27FC236}">
                    <a16:creationId xmlns:a16="http://schemas.microsoft.com/office/drawing/2014/main" id="{2D23B300-86B8-96F7-0C74-E78CA9F296FB}"/>
                  </a:ext>
                </a:extLst>
              </p:cNvPr>
              <p:cNvSpPr/>
              <p:nvPr/>
            </p:nvSpPr>
            <p:spPr>
              <a:xfrm>
                <a:off x="4875735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8" name="Freeform: Shape 11497">
                <a:extLst>
                  <a:ext uri="{FF2B5EF4-FFF2-40B4-BE49-F238E27FC236}">
                    <a16:creationId xmlns:a16="http://schemas.microsoft.com/office/drawing/2014/main" id="{375251D9-9D8E-7AC5-612A-39A1039412A5}"/>
                  </a:ext>
                </a:extLst>
              </p:cNvPr>
              <p:cNvSpPr/>
              <p:nvPr/>
            </p:nvSpPr>
            <p:spPr>
              <a:xfrm>
                <a:off x="4875735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499" name="Freeform: Shape 11498">
                <a:extLst>
                  <a:ext uri="{FF2B5EF4-FFF2-40B4-BE49-F238E27FC236}">
                    <a16:creationId xmlns:a16="http://schemas.microsoft.com/office/drawing/2014/main" id="{75AA586F-1575-A5BE-5FA5-F83FF36418B5}"/>
                  </a:ext>
                </a:extLst>
              </p:cNvPr>
              <p:cNvSpPr/>
              <p:nvPr/>
            </p:nvSpPr>
            <p:spPr>
              <a:xfrm>
                <a:off x="4875735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0" name="Freeform: Shape 11499">
                <a:extLst>
                  <a:ext uri="{FF2B5EF4-FFF2-40B4-BE49-F238E27FC236}">
                    <a16:creationId xmlns:a16="http://schemas.microsoft.com/office/drawing/2014/main" id="{1CB3855C-D886-4696-A179-0C23CC78C0AA}"/>
                  </a:ext>
                </a:extLst>
              </p:cNvPr>
              <p:cNvSpPr/>
              <p:nvPr/>
            </p:nvSpPr>
            <p:spPr>
              <a:xfrm>
                <a:off x="4875735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1" name="Freeform: Shape 11500">
                <a:extLst>
                  <a:ext uri="{FF2B5EF4-FFF2-40B4-BE49-F238E27FC236}">
                    <a16:creationId xmlns:a16="http://schemas.microsoft.com/office/drawing/2014/main" id="{C9704D40-4ED4-E4DB-5661-1A47916D101B}"/>
                  </a:ext>
                </a:extLst>
              </p:cNvPr>
              <p:cNvSpPr/>
              <p:nvPr/>
            </p:nvSpPr>
            <p:spPr>
              <a:xfrm>
                <a:off x="4875735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2" name="Freeform: Shape 11501">
                <a:extLst>
                  <a:ext uri="{FF2B5EF4-FFF2-40B4-BE49-F238E27FC236}">
                    <a16:creationId xmlns:a16="http://schemas.microsoft.com/office/drawing/2014/main" id="{6264E573-0F6D-D8F3-D323-384B29C9B38A}"/>
                  </a:ext>
                </a:extLst>
              </p:cNvPr>
              <p:cNvSpPr/>
              <p:nvPr/>
            </p:nvSpPr>
            <p:spPr>
              <a:xfrm>
                <a:off x="4875735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3" name="Freeform: Shape 11502">
                <a:extLst>
                  <a:ext uri="{FF2B5EF4-FFF2-40B4-BE49-F238E27FC236}">
                    <a16:creationId xmlns:a16="http://schemas.microsoft.com/office/drawing/2014/main" id="{920A39E5-3435-3AF3-5271-E8E7DA1381DB}"/>
                  </a:ext>
                </a:extLst>
              </p:cNvPr>
              <p:cNvSpPr/>
              <p:nvPr/>
            </p:nvSpPr>
            <p:spPr>
              <a:xfrm>
                <a:off x="4875735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4" name="Freeform: Shape 11503">
                <a:extLst>
                  <a:ext uri="{FF2B5EF4-FFF2-40B4-BE49-F238E27FC236}">
                    <a16:creationId xmlns:a16="http://schemas.microsoft.com/office/drawing/2014/main" id="{6F371485-F1BB-27E5-4845-2A3D32E6AE39}"/>
                  </a:ext>
                </a:extLst>
              </p:cNvPr>
              <p:cNvSpPr/>
              <p:nvPr/>
            </p:nvSpPr>
            <p:spPr>
              <a:xfrm>
                <a:off x="4875735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5" name="Freeform: Shape 11504">
                <a:extLst>
                  <a:ext uri="{FF2B5EF4-FFF2-40B4-BE49-F238E27FC236}">
                    <a16:creationId xmlns:a16="http://schemas.microsoft.com/office/drawing/2014/main" id="{E31B981D-ACBD-9C1D-FBB0-22BE854251C0}"/>
                  </a:ext>
                </a:extLst>
              </p:cNvPr>
              <p:cNvSpPr/>
              <p:nvPr/>
            </p:nvSpPr>
            <p:spPr>
              <a:xfrm>
                <a:off x="4875735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6" name="Freeform: Shape 11505">
                <a:extLst>
                  <a:ext uri="{FF2B5EF4-FFF2-40B4-BE49-F238E27FC236}">
                    <a16:creationId xmlns:a16="http://schemas.microsoft.com/office/drawing/2014/main" id="{C0F1C186-9CDE-DC56-E4DE-81710967273F}"/>
                  </a:ext>
                </a:extLst>
              </p:cNvPr>
              <p:cNvSpPr/>
              <p:nvPr/>
            </p:nvSpPr>
            <p:spPr>
              <a:xfrm>
                <a:off x="4875735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7" name="Freeform: Shape 11506">
                <a:extLst>
                  <a:ext uri="{FF2B5EF4-FFF2-40B4-BE49-F238E27FC236}">
                    <a16:creationId xmlns:a16="http://schemas.microsoft.com/office/drawing/2014/main" id="{64EC2A78-7BDD-30D5-B456-9A4051883D71}"/>
                  </a:ext>
                </a:extLst>
              </p:cNvPr>
              <p:cNvSpPr/>
              <p:nvPr/>
            </p:nvSpPr>
            <p:spPr>
              <a:xfrm>
                <a:off x="4875735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E1A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8" name="Freeform: Shape 11507">
                <a:extLst>
                  <a:ext uri="{FF2B5EF4-FFF2-40B4-BE49-F238E27FC236}">
                    <a16:creationId xmlns:a16="http://schemas.microsoft.com/office/drawing/2014/main" id="{ABFBD8CB-BAA3-805C-D691-770256AFAC78}"/>
                  </a:ext>
                </a:extLst>
              </p:cNvPr>
              <p:cNvSpPr/>
              <p:nvPr/>
            </p:nvSpPr>
            <p:spPr>
              <a:xfrm>
                <a:off x="4875735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09" name="Freeform: Shape 11508">
                <a:extLst>
                  <a:ext uri="{FF2B5EF4-FFF2-40B4-BE49-F238E27FC236}">
                    <a16:creationId xmlns:a16="http://schemas.microsoft.com/office/drawing/2014/main" id="{91AAFE8E-503C-C81A-8231-39A9D465D759}"/>
                  </a:ext>
                </a:extLst>
              </p:cNvPr>
              <p:cNvSpPr/>
              <p:nvPr/>
            </p:nvSpPr>
            <p:spPr>
              <a:xfrm>
                <a:off x="4875735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0" name="Freeform: Shape 11509">
                <a:extLst>
                  <a:ext uri="{FF2B5EF4-FFF2-40B4-BE49-F238E27FC236}">
                    <a16:creationId xmlns:a16="http://schemas.microsoft.com/office/drawing/2014/main" id="{F9598070-8BFF-BBD0-75C3-BE14AD43283C}"/>
                  </a:ext>
                </a:extLst>
              </p:cNvPr>
              <p:cNvSpPr/>
              <p:nvPr/>
            </p:nvSpPr>
            <p:spPr>
              <a:xfrm>
                <a:off x="4875735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1" name="Freeform: Shape 11510">
                <a:extLst>
                  <a:ext uri="{FF2B5EF4-FFF2-40B4-BE49-F238E27FC236}">
                    <a16:creationId xmlns:a16="http://schemas.microsoft.com/office/drawing/2014/main" id="{5971187C-B383-3FD9-48C4-5803D464B0E5}"/>
                  </a:ext>
                </a:extLst>
              </p:cNvPr>
              <p:cNvSpPr/>
              <p:nvPr/>
            </p:nvSpPr>
            <p:spPr>
              <a:xfrm>
                <a:off x="4875735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2" name="Freeform: Shape 11511">
                <a:extLst>
                  <a:ext uri="{FF2B5EF4-FFF2-40B4-BE49-F238E27FC236}">
                    <a16:creationId xmlns:a16="http://schemas.microsoft.com/office/drawing/2014/main" id="{D6135B0A-7426-C147-C5E4-31D9B82B27C9}"/>
                  </a:ext>
                </a:extLst>
              </p:cNvPr>
              <p:cNvSpPr/>
              <p:nvPr/>
            </p:nvSpPr>
            <p:spPr>
              <a:xfrm>
                <a:off x="4875735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3" name="Freeform: Shape 11512">
                <a:extLst>
                  <a:ext uri="{FF2B5EF4-FFF2-40B4-BE49-F238E27FC236}">
                    <a16:creationId xmlns:a16="http://schemas.microsoft.com/office/drawing/2014/main" id="{94B95921-99A3-B8B7-34F4-4010D6D487F6}"/>
                  </a:ext>
                </a:extLst>
              </p:cNvPr>
              <p:cNvSpPr/>
              <p:nvPr/>
            </p:nvSpPr>
            <p:spPr>
              <a:xfrm>
                <a:off x="4875735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4" name="Freeform: Shape 11513">
                <a:extLst>
                  <a:ext uri="{FF2B5EF4-FFF2-40B4-BE49-F238E27FC236}">
                    <a16:creationId xmlns:a16="http://schemas.microsoft.com/office/drawing/2014/main" id="{2B028530-3291-025B-7773-1E9612C7013B}"/>
                  </a:ext>
                </a:extLst>
              </p:cNvPr>
              <p:cNvSpPr/>
              <p:nvPr/>
            </p:nvSpPr>
            <p:spPr>
              <a:xfrm>
                <a:off x="4875735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5" name="Freeform: Shape 11514">
                <a:extLst>
                  <a:ext uri="{FF2B5EF4-FFF2-40B4-BE49-F238E27FC236}">
                    <a16:creationId xmlns:a16="http://schemas.microsoft.com/office/drawing/2014/main" id="{5DB0E991-735E-894B-1126-75613D47779E}"/>
                  </a:ext>
                </a:extLst>
              </p:cNvPr>
              <p:cNvSpPr/>
              <p:nvPr/>
            </p:nvSpPr>
            <p:spPr>
              <a:xfrm>
                <a:off x="4875735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6" name="Freeform: Shape 11515">
                <a:extLst>
                  <a:ext uri="{FF2B5EF4-FFF2-40B4-BE49-F238E27FC236}">
                    <a16:creationId xmlns:a16="http://schemas.microsoft.com/office/drawing/2014/main" id="{2BD36041-A295-4895-026D-8397836C3591}"/>
                  </a:ext>
                </a:extLst>
              </p:cNvPr>
              <p:cNvSpPr/>
              <p:nvPr/>
            </p:nvSpPr>
            <p:spPr>
              <a:xfrm>
                <a:off x="4875735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7" name="Freeform: Shape 11516">
                <a:extLst>
                  <a:ext uri="{FF2B5EF4-FFF2-40B4-BE49-F238E27FC236}">
                    <a16:creationId xmlns:a16="http://schemas.microsoft.com/office/drawing/2014/main" id="{1E26415E-D488-93CF-37C9-01F14999693E}"/>
                  </a:ext>
                </a:extLst>
              </p:cNvPr>
              <p:cNvSpPr/>
              <p:nvPr/>
            </p:nvSpPr>
            <p:spPr>
              <a:xfrm>
                <a:off x="4875735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8" name="Freeform: Shape 11517">
                <a:extLst>
                  <a:ext uri="{FF2B5EF4-FFF2-40B4-BE49-F238E27FC236}">
                    <a16:creationId xmlns:a16="http://schemas.microsoft.com/office/drawing/2014/main" id="{84969B4B-2E7D-69FD-2DAC-6E8C1841466B}"/>
                  </a:ext>
                </a:extLst>
              </p:cNvPr>
              <p:cNvSpPr/>
              <p:nvPr/>
            </p:nvSpPr>
            <p:spPr>
              <a:xfrm>
                <a:off x="4875735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19" name="Freeform: Shape 11518">
                <a:extLst>
                  <a:ext uri="{FF2B5EF4-FFF2-40B4-BE49-F238E27FC236}">
                    <a16:creationId xmlns:a16="http://schemas.microsoft.com/office/drawing/2014/main" id="{F387B131-9055-99C7-4EFC-6F688BE8AD57}"/>
                  </a:ext>
                </a:extLst>
              </p:cNvPr>
              <p:cNvSpPr/>
              <p:nvPr/>
            </p:nvSpPr>
            <p:spPr>
              <a:xfrm>
                <a:off x="4875735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0" name="Freeform: Shape 11519">
                <a:extLst>
                  <a:ext uri="{FF2B5EF4-FFF2-40B4-BE49-F238E27FC236}">
                    <a16:creationId xmlns:a16="http://schemas.microsoft.com/office/drawing/2014/main" id="{7560A55A-0174-D338-337F-D4930162AA30}"/>
                  </a:ext>
                </a:extLst>
              </p:cNvPr>
              <p:cNvSpPr/>
              <p:nvPr/>
            </p:nvSpPr>
            <p:spPr>
              <a:xfrm>
                <a:off x="4875735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1" name="Freeform: Shape 11520">
                <a:extLst>
                  <a:ext uri="{FF2B5EF4-FFF2-40B4-BE49-F238E27FC236}">
                    <a16:creationId xmlns:a16="http://schemas.microsoft.com/office/drawing/2014/main" id="{96C478EF-C01A-E4DC-D920-5649C627D1E1}"/>
                  </a:ext>
                </a:extLst>
              </p:cNvPr>
              <p:cNvSpPr/>
              <p:nvPr/>
            </p:nvSpPr>
            <p:spPr>
              <a:xfrm>
                <a:off x="4875735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2" name="Freeform: Shape 11521">
                <a:extLst>
                  <a:ext uri="{FF2B5EF4-FFF2-40B4-BE49-F238E27FC236}">
                    <a16:creationId xmlns:a16="http://schemas.microsoft.com/office/drawing/2014/main" id="{D11C939A-04C7-417A-F2CD-2304A79A82D1}"/>
                  </a:ext>
                </a:extLst>
              </p:cNvPr>
              <p:cNvSpPr/>
              <p:nvPr/>
            </p:nvSpPr>
            <p:spPr>
              <a:xfrm>
                <a:off x="4875735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3" name="Freeform: Shape 11522">
                <a:extLst>
                  <a:ext uri="{FF2B5EF4-FFF2-40B4-BE49-F238E27FC236}">
                    <a16:creationId xmlns:a16="http://schemas.microsoft.com/office/drawing/2014/main" id="{5C997CB5-B82B-4BCE-9472-29818C1AC48F}"/>
                  </a:ext>
                </a:extLst>
              </p:cNvPr>
              <p:cNvSpPr/>
              <p:nvPr/>
            </p:nvSpPr>
            <p:spPr>
              <a:xfrm>
                <a:off x="4937970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4" name="Freeform: Shape 11523">
                <a:extLst>
                  <a:ext uri="{FF2B5EF4-FFF2-40B4-BE49-F238E27FC236}">
                    <a16:creationId xmlns:a16="http://schemas.microsoft.com/office/drawing/2014/main" id="{EECD38AD-9424-8FDA-D283-348323289BBF}"/>
                  </a:ext>
                </a:extLst>
              </p:cNvPr>
              <p:cNvSpPr/>
              <p:nvPr/>
            </p:nvSpPr>
            <p:spPr>
              <a:xfrm>
                <a:off x="4937970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5" name="Freeform: Shape 11524">
                <a:extLst>
                  <a:ext uri="{FF2B5EF4-FFF2-40B4-BE49-F238E27FC236}">
                    <a16:creationId xmlns:a16="http://schemas.microsoft.com/office/drawing/2014/main" id="{DCE69FEF-AE5E-B071-ACCC-2C00835B3AEC}"/>
                  </a:ext>
                </a:extLst>
              </p:cNvPr>
              <p:cNvSpPr/>
              <p:nvPr/>
            </p:nvSpPr>
            <p:spPr>
              <a:xfrm>
                <a:off x="4937970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9C9C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6" name="Freeform: Shape 11525">
                <a:extLst>
                  <a:ext uri="{FF2B5EF4-FFF2-40B4-BE49-F238E27FC236}">
                    <a16:creationId xmlns:a16="http://schemas.microsoft.com/office/drawing/2014/main" id="{341691B0-A5D1-107F-ADFE-DB9264A15482}"/>
                  </a:ext>
                </a:extLst>
              </p:cNvPr>
              <p:cNvSpPr/>
              <p:nvPr/>
            </p:nvSpPr>
            <p:spPr>
              <a:xfrm>
                <a:off x="4937970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7" name="Freeform: Shape 11526">
                <a:extLst>
                  <a:ext uri="{FF2B5EF4-FFF2-40B4-BE49-F238E27FC236}">
                    <a16:creationId xmlns:a16="http://schemas.microsoft.com/office/drawing/2014/main" id="{CF38F798-A7B5-478E-ABD8-00C858CF90F3}"/>
                  </a:ext>
                </a:extLst>
              </p:cNvPr>
              <p:cNvSpPr/>
              <p:nvPr/>
            </p:nvSpPr>
            <p:spPr>
              <a:xfrm>
                <a:off x="4937970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8" name="Freeform: Shape 11527">
                <a:extLst>
                  <a:ext uri="{FF2B5EF4-FFF2-40B4-BE49-F238E27FC236}">
                    <a16:creationId xmlns:a16="http://schemas.microsoft.com/office/drawing/2014/main" id="{77F58BDF-C2C5-F49F-839A-459DA8F59B2E}"/>
                  </a:ext>
                </a:extLst>
              </p:cNvPr>
              <p:cNvSpPr/>
              <p:nvPr/>
            </p:nvSpPr>
            <p:spPr>
              <a:xfrm>
                <a:off x="4937970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29" name="Freeform: Shape 11528">
                <a:extLst>
                  <a:ext uri="{FF2B5EF4-FFF2-40B4-BE49-F238E27FC236}">
                    <a16:creationId xmlns:a16="http://schemas.microsoft.com/office/drawing/2014/main" id="{253FBE88-A198-C725-6BA4-3C7784C3590B}"/>
                  </a:ext>
                </a:extLst>
              </p:cNvPr>
              <p:cNvSpPr/>
              <p:nvPr/>
            </p:nvSpPr>
            <p:spPr>
              <a:xfrm>
                <a:off x="4937970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0" name="Freeform: Shape 11529">
                <a:extLst>
                  <a:ext uri="{FF2B5EF4-FFF2-40B4-BE49-F238E27FC236}">
                    <a16:creationId xmlns:a16="http://schemas.microsoft.com/office/drawing/2014/main" id="{8F475388-E2E7-6EB3-D069-E35FA40252DA}"/>
                  </a:ext>
                </a:extLst>
              </p:cNvPr>
              <p:cNvSpPr/>
              <p:nvPr/>
            </p:nvSpPr>
            <p:spPr>
              <a:xfrm>
                <a:off x="4937970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1" name="Freeform: Shape 11530">
                <a:extLst>
                  <a:ext uri="{FF2B5EF4-FFF2-40B4-BE49-F238E27FC236}">
                    <a16:creationId xmlns:a16="http://schemas.microsoft.com/office/drawing/2014/main" id="{335FED8D-3400-3472-74F0-E33F2CC3E306}"/>
                  </a:ext>
                </a:extLst>
              </p:cNvPr>
              <p:cNvSpPr/>
              <p:nvPr/>
            </p:nvSpPr>
            <p:spPr>
              <a:xfrm>
                <a:off x="4937970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2" name="Freeform: Shape 11531">
                <a:extLst>
                  <a:ext uri="{FF2B5EF4-FFF2-40B4-BE49-F238E27FC236}">
                    <a16:creationId xmlns:a16="http://schemas.microsoft.com/office/drawing/2014/main" id="{F119F90D-DCD7-E8CF-294F-903AAFEB4478}"/>
                  </a:ext>
                </a:extLst>
              </p:cNvPr>
              <p:cNvSpPr/>
              <p:nvPr/>
            </p:nvSpPr>
            <p:spPr>
              <a:xfrm>
                <a:off x="4937970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3" name="Freeform: Shape 11532">
                <a:extLst>
                  <a:ext uri="{FF2B5EF4-FFF2-40B4-BE49-F238E27FC236}">
                    <a16:creationId xmlns:a16="http://schemas.microsoft.com/office/drawing/2014/main" id="{8EE53EF3-1642-BDC5-4D90-0C86135C0CFD}"/>
                  </a:ext>
                </a:extLst>
              </p:cNvPr>
              <p:cNvSpPr/>
              <p:nvPr/>
            </p:nvSpPr>
            <p:spPr>
              <a:xfrm>
                <a:off x="4937970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4" name="Freeform: Shape 11533">
                <a:extLst>
                  <a:ext uri="{FF2B5EF4-FFF2-40B4-BE49-F238E27FC236}">
                    <a16:creationId xmlns:a16="http://schemas.microsoft.com/office/drawing/2014/main" id="{D5F8CDE9-8637-54AC-44AC-ADE6D5677CEC}"/>
                  </a:ext>
                </a:extLst>
              </p:cNvPr>
              <p:cNvSpPr/>
              <p:nvPr/>
            </p:nvSpPr>
            <p:spPr>
              <a:xfrm>
                <a:off x="4937970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5" name="Freeform: Shape 11534">
                <a:extLst>
                  <a:ext uri="{FF2B5EF4-FFF2-40B4-BE49-F238E27FC236}">
                    <a16:creationId xmlns:a16="http://schemas.microsoft.com/office/drawing/2014/main" id="{ED4CF391-DCF1-1C9C-2AB6-125E21AAC7EF}"/>
                  </a:ext>
                </a:extLst>
              </p:cNvPr>
              <p:cNvSpPr/>
              <p:nvPr/>
            </p:nvSpPr>
            <p:spPr>
              <a:xfrm>
                <a:off x="4937970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6" name="Freeform: Shape 11535">
                <a:extLst>
                  <a:ext uri="{FF2B5EF4-FFF2-40B4-BE49-F238E27FC236}">
                    <a16:creationId xmlns:a16="http://schemas.microsoft.com/office/drawing/2014/main" id="{9F0811B7-7C86-CFA8-FA31-72020DE171AD}"/>
                  </a:ext>
                </a:extLst>
              </p:cNvPr>
              <p:cNvSpPr/>
              <p:nvPr/>
            </p:nvSpPr>
            <p:spPr>
              <a:xfrm>
                <a:off x="4937970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7" name="Freeform: Shape 11536">
                <a:extLst>
                  <a:ext uri="{FF2B5EF4-FFF2-40B4-BE49-F238E27FC236}">
                    <a16:creationId xmlns:a16="http://schemas.microsoft.com/office/drawing/2014/main" id="{E2BEED25-3727-7BD2-3C53-87578BBE3ABC}"/>
                  </a:ext>
                </a:extLst>
              </p:cNvPr>
              <p:cNvSpPr/>
              <p:nvPr/>
            </p:nvSpPr>
            <p:spPr>
              <a:xfrm>
                <a:off x="4937970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1C1C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8" name="Freeform: Shape 11537">
                <a:extLst>
                  <a:ext uri="{FF2B5EF4-FFF2-40B4-BE49-F238E27FC236}">
                    <a16:creationId xmlns:a16="http://schemas.microsoft.com/office/drawing/2014/main" id="{788C0510-65FC-3F7A-2FFA-ECD8ED0D87AF}"/>
                  </a:ext>
                </a:extLst>
              </p:cNvPr>
              <p:cNvSpPr/>
              <p:nvPr/>
            </p:nvSpPr>
            <p:spPr>
              <a:xfrm>
                <a:off x="4937970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39" name="Freeform: Shape 11538">
                <a:extLst>
                  <a:ext uri="{FF2B5EF4-FFF2-40B4-BE49-F238E27FC236}">
                    <a16:creationId xmlns:a16="http://schemas.microsoft.com/office/drawing/2014/main" id="{665E183A-E678-907D-A36D-138B138281EE}"/>
                  </a:ext>
                </a:extLst>
              </p:cNvPr>
              <p:cNvSpPr/>
              <p:nvPr/>
            </p:nvSpPr>
            <p:spPr>
              <a:xfrm>
                <a:off x="4937970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5C5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0" name="Freeform: Shape 11539">
                <a:extLst>
                  <a:ext uri="{FF2B5EF4-FFF2-40B4-BE49-F238E27FC236}">
                    <a16:creationId xmlns:a16="http://schemas.microsoft.com/office/drawing/2014/main" id="{FCCB145A-16D2-ABDD-4FB5-8ECD70FA6F08}"/>
                  </a:ext>
                </a:extLst>
              </p:cNvPr>
              <p:cNvSpPr/>
              <p:nvPr/>
            </p:nvSpPr>
            <p:spPr>
              <a:xfrm>
                <a:off x="4937970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1" name="Freeform: Shape 11540">
                <a:extLst>
                  <a:ext uri="{FF2B5EF4-FFF2-40B4-BE49-F238E27FC236}">
                    <a16:creationId xmlns:a16="http://schemas.microsoft.com/office/drawing/2014/main" id="{FBD188C9-63F9-8F20-B4CC-2348C6D0D398}"/>
                  </a:ext>
                </a:extLst>
              </p:cNvPr>
              <p:cNvSpPr/>
              <p:nvPr/>
            </p:nvSpPr>
            <p:spPr>
              <a:xfrm>
                <a:off x="4937970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2" name="Freeform: Shape 11541">
                <a:extLst>
                  <a:ext uri="{FF2B5EF4-FFF2-40B4-BE49-F238E27FC236}">
                    <a16:creationId xmlns:a16="http://schemas.microsoft.com/office/drawing/2014/main" id="{1BDB5E79-B3E2-C249-5844-7DD25E5E76C8}"/>
                  </a:ext>
                </a:extLst>
              </p:cNvPr>
              <p:cNvSpPr/>
              <p:nvPr/>
            </p:nvSpPr>
            <p:spPr>
              <a:xfrm>
                <a:off x="4937970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3" name="Freeform: Shape 11542">
                <a:extLst>
                  <a:ext uri="{FF2B5EF4-FFF2-40B4-BE49-F238E27FC236}">
                    <a16:creationId xmlns:a16="http://schemas.microsoft.com/office/drawing/2014/main" id="{4E8B6EB4-48C4-190A-AFF9-0EDE3C3FC7CC}"/>
                  </a:ext>
                </a:extLst>
              </p:cNvPr>
              <p:cNvSpPr/>
              <p:nvPr/>
            </p:nvSpPr>
            <p:spPr>
              <a:xfrm>
                <a:off x="4937970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4" name="Freeform: Shape 11543">
                <a:extLst>
                  <a:ext uri="{FF2B5EF4-FFF2-40B4-BE49-F238E27FC236}">
                    <a16:creationId xmlns:a16="http://schemas.microsoft.com/office/drawing/2014/main" id="{62EF4DF3-2C52-8ABB-16EC-E71E54272DBF}"/>
                  </a:ext>
                </a:extLst>
              </p:cNvPr>
              <p:cNvSpPr/>
              <p:nvPr/>
            </p:nvSpPr>
            <p:spPr>
              <a:xfrm>
                <a:off x="4937970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5" name="Freeform: Shape 11544">
                <a:extLst>
                  <a:ext uri="{FF2B5EF4-FFF2-40B4-BE49-F238E27FC236}">
                    <a16:creationId xmlns:a16="http://schemas.microsoft.com/office/drawing/2014/main" id="{12E07C88-6E12-2A93-5933-DFDEE7685CD3}"/>
                  </a:ext>
                </a:extLst>
              </p:cNvPr>
              <p:cNvSpPr/>
              <p:nvPr/>
            </p:nvSpPr>
            <p:spPr>
              <a:xfrm>
                <a:off x="4937970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6" name="Freeform: Shape 11545">
                <a:extLst>
                  <a:ext uri="{FF2B5EF4-FFF2-40B4-BE49-F238E27FC236}">
                    <a16:creationId xmlns:a16="http://schemas.microsoft.com/office/drawing/2014/main" id="{AD0F268E-FF42-8447-6E31-F8F4E3C21D2B}"/>
                  </a:ext>
                </a:extLst>
              </p:cNvPr>
              <p:cNvSpPr/>
              <p:nvPr/>
            </p:nvSpPr>
            <p:spPr>
              <a:xfrm>
                <a:off x="4937970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7" name="Freeform: Shape 11546">
                <a:extLst>
                  <a:ext uri="{FF2B5EF4-FFF2-40B4-BE49-F238E27FC236}">
                    <a16:creationId xmlns:a16="http://schemas.microsoft.com/office/drawing/2014/main" id="{780BACB9-8E81-326D-9148-0AA83ED2AA94}"/>
                  </a:ext>
                </a:extLst>
              </p:cNvPr>
              <p:cNvSpPr/>
              <p:nvPr/>
            </p:nvSpPr>
            <p:spPr>
              <a:xfrm>
                <a:off x="4937970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8" name="Freeform: Shape 11547">
                <a:extLst>
                  <a:ext uri="{FF2B5EF4-FFF2-40B4-BE49-F238E27FC236}">
                    <a16:creationId xmlns:a16="http://schemas.microsoft.com/office/drawing/2014/main" id="{F55775E5-50E1-079C-B331-D98C2810463B}"/>
                  </a:ext>
                </a:extLst>
              </p:cNvPr>
              <p:cNvSpPr/>
              <p:nvPr/>
            </p:nvSpPr>
            <p:spPr>
              <a:xfrm>
                <a:off x="4937970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49" name="Freeform: Shape 11548">
                <a:extLst>
                  <a:ext uri="{FF2B5EF4-FFF2-40B4-BE49-F238E27FC236}">
                    <a16:creationId xmlns:a16="http://schemas.microsoft.com/office/drawing/2014/main" id="{82E2068E-973F-98B1-B8EC-BD8FB4D1B91C}"/>
                  </a:ext>
                </a:extLst>
              </p:cNvPr>
              <p:cNvSpPr/>
              <p:nvPr/>
            </p:nvSpPr>
            <p:spPr>
              <a:xfrm>
                <a:off x="4937970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1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0" name="Freeform: Shape 11549">
                <a:extLst>
                  <a:ext uri="{FF2B5EF4-FFF2-40B4-BE49-F238E27FC236}">
                    <a16:creationId xmlns:a16="http://schemas.microsoft.com/office/drawing/2014/main" id="{7A9A53FB-248C-A7CD-735E-2730FD14710D}"/>
                  </a:ext>
                </a:extLst>
              </p:cNvPr>
              <p:cNvSpPr/>
              <p:nvPr/>
            </p:nvSpPr>
            <p:spPr>
              <a:xfrm>
                <a:off x="500020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1" name="Freeform: Shape 11550">
                <a:extLst>
                  <a:ext uri="{FF2B5EF4-FFF2-40B4-BE49-F238E27FC236}">
                    <a16:creationId xmlns:a16="http://schemas.microsoft.com/office/drawing/2014/main" id="{324FAAF0-7791-E5B8-B48E-C32AF32D6445}"/>
                  </a:ext>
                </a:extLst>
              </p:cNvPr>
              <p:cNvSpPr/>
              <p:nvPr/>
            </p:nvSpPr>
            <p:spPr>
              <a:xfrm>
                <a:off x="500020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2" name="Freeform: Shape 11551">
                <a:extLst>
                  <a:ext uri="{FF2B5EF4-FFF2-40B4-BE49-F238E27FC236}">
                    <a16:creationId xmlns:a16="http://schemas.microsoft.com/office/drawing/2014/main" id="{AD43EBB2-7625-41AE-38F9-CD4436A3E321}"/>
                  </a:ext>
                </a:extLst>
              </p:cNvPr>
              <p:cNvSpPr/>
              <p:nvPr/>
            </p:nvSpPr>
            <p:spPr>
              <a:xfrm>
                <a:off x="500020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3" name="Freeform: Shape 11552">
                <a:extLst>
                  <a:ext uri="{FF2B5EF4-FFF2-40B4-BE49-F238E27FC236}">
                    <a16:creationId xmlns:a16="http://schemas.microsoft.com/office/drawing/2014/main" id="{52A876E5-9F6B-FF8A-EA4B-41FC529E70F6}"/>
                  </a:ext>
                </a:extLst>
              </p:cNvPr>
              <p:cNvSpPr/>
              <p:nvPr/>
            </p:nvSpPr>
            <p:spPr>
              <a:xfrm>
                <a:off x="500020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4" name="Freeform: Shape 11553">
                <a:extLst>
                  <a:ext uri="{FF2B5EF4-FFF2-40B4-BE49-F238E27FC236}">
                    <a16:creationId xmlns:a16="http://schemas.microsoft.com/office/drawing/2014/main" id="{9663B35A-E5A0-14EF-E74B-8422C928FCF0}"/>
                  </a:ext>
                </a:extLst>
              </p:cNvPr>
              <p:cNvSpPr/>
              <p:nvPr/>
            </p:nvSpPr>
            <p:spPr>
              <a:xfrm>
                <a:off x="500020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5" name="Freeform: Shape 11554">
                <a:extLst>
                  <a:ext uri="{FF2B5EF4-FFF2-40B4-BE49-F238E27FC236}">
                    <a16:creationId xmlns:a16="http://schemas.microsoft.com/office/drawing/2014/main" id="{853A35C3-AC58-DCC0-1A8C-B8EA3305F714}"/>
                  </a:ext>
                </a:extLst>
              </p:cNvPr>
              <p:cNvSpPr/>
              <p:nvPr/>
            </p:nvSpPr>
            <p:spPr>
              <a:xfrm>
                <a:off x="500020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6" name="Freeform: Shape 11555">
                <a:extLst>
                  <a:ext uri="{FF2B5EF4-FFF2-40B4-BE49-F238E27FC236}">
                    <a16:creationId xmlns:a16="http://schemas.microsoft.com/office/drawing/2014/main" id="{B391316C-2FDE-D889-10D3-B438BBABDFA3}"/>
                  </a:ext>
                </a:extLst>
              </p:cNvPr>
              <p:cNvSpPr/>
              <p:nvPr/>
            </p:nvSpPr>
            <p:spPr>
              <a:xfrm>
                <a:off x="500020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7" name="Freeform: Shape 11556">
                <a:extLst>
                  <a:ext uri="{FF2B5EF4-FFF2-40B4-BE49-F238E27FC236}">
                    <a16:creationId xmlns:a16="http://schemas.microsoft.com/office/drawing/2014/main" id="{F48633AA-4044-FDD1-4562-50B796D15D40}"/>
                  </a:ext>
                </a:extLst>
              </p:cNvPr>
              <p:cNvSpPr/>
              <p:nvPr/>
            </p:nvSpPr>
            <p:spPr>
              <a:xfrm>
                <a:off x="500020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8" name="Freeform: Shape 11557">
                <a:extLst>
                  <a:ext uri="{FF2B5EF4-FFF2-40B4-BE49-F238E27FC236}">
                    <a16:creationId xmlns:a16="http://schemas.microsoft.com/office/drawing/2014/main" id="{5757D5D5-DC32-5C68-A2FB-B7E302C0C602}"/>
                  </a:ext>
                </a:extLst>
              </p:cNvPr>
              <p:cNvSpPr/>
              <p:nvPr/>
            </p:nvSpPr>
            <p:spPr>
              <a:xfrm>
                <a:off x="500020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59" name="Freeform: Shape 11558">
                <a:extLst>
                  <a:ext uri="{FF2B5EF4-FFF2-40B4-BE49-F238E27FC236}">
                    <a16:creationId xmlns:a16="http://schemas.microsoft.com/office/drawing/2014/main" id="{BDEC4CF7-EFA8-F946-9AE7-09698B37B218}"/>
                  </a:ext>
                </a:extLst>
              </p:cNvPr>
              <p:cNvSpPr/>
              <p:nvPr/>
            </p:nvSpPr>
            <p:spPr>
              <a:xfrm>
                <a:off x="500020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0" name="Freeform: Shape 11559">
                <a:extLst>
                  <a:ext uri="{FF2B5EF4-FFF2-40B4-BE49-F238E27FC236}">
                    <a16:creationId xmlns:a16="http://schemas.microsoft.com/office/drawing/2014/main" id="{2E229BDD-0016-D95D-48F1-D9CA6B5C5F8A}"/>
                  </a:ext>
                </a:extLst>
              </p:cNvPr>
              <p:cNvSpPr/>
              <p:nvPr/>
            </p:nvSpPr>
            <p:spPr>
              <a:xfrm>
                <a:off x="500020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1" name="Freeform: Shape 11560">
                <a:extLst>
                  <a:ext uri="{FF2B5EF4-FFF2-40B4-BE49-F238E27FC236}">
                    <a16:creationId xmlns:a16="http://schemas.microsoft.com/office/drawing/2014/main" id="{B969524B-3440-C9A1-B966-6BB50D798D31}"/>
                  </a:ext>
                </a:extLst>
              </p:cNvPr>
              <p:cNvSpPr/>
              <p:nvPr/>
            </p:nvSpPr>
            <p:spPr>
              <a:xfrm>
                <a:off x="500020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2" name="Freeform: Shape 11561">
                <a:extLst>
                  <a:ext uri="{FF2B5EF4-FFF2-40B4-BE49-F238E27FC236}">
                    <a16:creationId xmlns:a16="http://schemas.microsoft.com/office/drawing/2014/main" id="{5D3E4C5D-77A6-D612-A003-15A70470B38F}"/>
                  </a:ext>
                </a:extLst>
              </p:cNvPr>
              <p:cNvSpPr/>
              <p:nvPr/>
            </p:nvSpPr>
            <p:spPr>
              <a:xfrm>
                <a:off x="500020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3" name="Freeform: Shape 11562">
                <a:extLst>
                  <a:ext uri="{FF2B5EF4-FFF2-40B4-BE49-F238E27FC236}">
                    <a16:creationId xmlns:a16="http://schemas.microsoft.com/office/drawing/2014/main" id="{8811575F-D45A-46C2-6739-EBF5B413B80A}"/>
                  </a:ext>
                </a:extLst>
              </p:cNvPr>
              <p:cNvSpPr/>
              <p:nvPr/>
            </p:nvSpPr>
            <p:spPr>
              <a:xfrm>
                <a:off x="500020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4" name="Freeform: Shape 11563">
                <a:extLst>
                  <a:ext uri="{FF2B5EF4-FFF2-40B4-BE49-F238E27FC236}">
                    <a16:creationId xmlns:a16="http://schemas.microsoft.com/office/drawing/2014/main" id="{528050CA-5AC9-7E1E-4193-04F44E69D61F}"/>
                  </a:ext>
                </a:extLst>
              </p:cNvPr>
              <p:cNvSpPr/>
              <p:nvPr/>
            </p:nvSpPr>
            <p:spPr>
              <a:xfrm>
                <a:off x="500020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5" name="Freeform: Shape 11564">
                <a:extLst>
                  <a:ext uri="{FF2B5EF4-FFF2-40B4-BE49-F238E27FC236}">
                    <a16:creationId xmlns:a16="http://schemas.microsoft.com/office/drawing/2014/main" id="{DF081EF0-12CF-8CE5-FD79-D46A94CAD298}"/>
                  </a:ext>
                </a:extLst>
              </p:cNvPr>
              <p:cNvSpPr/>
              <p:nvPr/>
            </p:nvSpPr>
            <p:spPr>
              <a:xfrm>
                <a:off x="500020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6" name="Freeform: Shape 11565">
                <a:extLst>
                  <a:ext uri="{FF2B5EF4-FFF2-40B4-BE49-F238E27FC236}">
                    <a16:creationId xmlns:a16="http://schemas.microsoft.com/office/drawing/2014/main" id="{88AC62D3-1083-D7F4-8BF6-C956DDE877AA}"/>
                  </a:ext>
                </a:extLst>
              </p:cNvPr>
              <p:cNvSpPr/>
              <p:nvPr/>
            </p:nvSpPr>
            <p:spPr>
              <a:xfrm>
                <a:off x="500020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7" name="Freeform: Shape 11566">
                <a:extLst>
                  <a:ext uri="{FF2B5EF4-FFF2-40B4-BE49-F238E27FC236}">
                    <a16:creationId xmlns:a16="http://schemas.microsoft.com/office/drawing/2014/main" id="{E9AA5373-1CA7-0133-4D06-B389258340E6}"/>
                  </a:ext>
                </a:extLst>
              </p:cNvPr>
              <p:cNvSpPr/>
              <p:nvPr/>
            </p:nvSpPr>
            <p:spPr>
              <a:xfrm>
                <a:off x="500020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8" name="Freeform: Shape 11567">
                <a:extLst>
                  <a:ext uri="{FF2B5EF4-FFF2-40B4-BE49-F238E27FC236}">
                    <a16:creationId xmlns:a16="http://schemas.microsoft.com/office/drawing/2014/main" id="{CDEC2AA5-4193-1184-5225-F6BE51DA731A}"/>
                  </a:ext>
                </a:extLst>
              </p:cNvPr>
              <p:cNvSpPr/>
              <p:nvPr/>
            </p:nvSpPr>
            <p:spPr>
              <a:xfrm>
                <a:off x="500020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69" name="Freeform: Shape 11568">
                <a:extLst>
                  <a:ext uri="{FF2B5EF4-FFF2-40B4-BE49-F238E27FC236}">
                    <a16:creationId xmlns:a16="http://schemas.microsoft.com/office/drawing/2014/main" id="{805293DC-3D85-CCA8-3AC8-5E663A6B7B0A}"/>
                  </a:ext>
                </a:extLst>
              </p:cNvPr>
              <p:cNvSpPr/>
              <p:nvPr/>
            </p:nvSpPr>
            <p:spPr>
              <a:xfrm>
                <a:off x="500020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0" name="Freeform: Shape 11569">
                <a:extLst>
                  <a:ext uri="{FF2B5EF4-FFF2-40B4-BE49-F238E27FC236}">
                    <a16:creationId xmlns:a16="http://schemas.microsoft.com/office/drawing/2014/main" id="{489BE70E-0662-F094-3B9B-280A884EE86F}"/>
                  </a:ext>
                </a:extLst>
              </p:cNvPr>
              <p:cNvSpPr/>
              <p:nvPr/>
            </p:nvSpPr>
            <p:spPr>
              <a:xfrm>
                <a:off x="500020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1" name="Freeform: Shape 11570">
                <a:extLst>
                  <a:ext uri="{FF2B5EF4-FFF2-40B4-BE49-F238E27FC236}">
                    <a16:creationId xmlns:a16="http://schemas.microsoft.com/office/drawing/2014/main" id="{E884402A-374B-6AA7-0DD2-C3FC88409ABD}"/>
                  </a:ext>
                </a:extLst>
              </p:cNvPr>
              <p:cNvSpPr/>
              <p:nvPr/>
            </p:nvSpPr>
            <p:spPr>
              <a:xfrm>
                <a:off x="500020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2" name="Freeform: Shape 11571">
                <a:extLst>
                  <a:ext uri="{FF2B5EF4-FFF2-40B4-BE49-F238E27FC236}">
                    <a16:creationId xmlns:a16="http://schemas.microsoft.com/office/drawing/2014/main" id="{10EFC10E-6E94-0EFA-251F-06BD235F2FDA}"/>
                  </a:ext>
                </a:extLst>
              </p:cNvPr>
              <p:cNvSpPr/>
              <p:nvPr/>
            </p:nvSpPr>
            <p:spPr>
              <a:xfrm>
                <a:off x="500020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3" name="Freeform: Shape 11572">
                <a:extLst>
                  <a:ext uri="{FF2B5EF4-FFF2-40B4-BE49-F238E27FC236}">
                    <a16:creationId xmlns:a16="http://schemas.microsoft.com/office/drawing/2014/main" id="{9258B8D3-3899-8F78-2705-D6669E9EEDE1}"/>
                  </a:ext>
                </a:extLst>
              </p:cNvPr>
              <p:cNvSpPr/>
              <p:nvPr/>
            </p:nvSpPr>
            <p:spPr>
              <a:xfrm>
                <a:off x="500020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4" name="Freeform: Shape 11573">
                <a:extLst>
                  <a:ext uri="{FF2B5EF4-FFF2-40B4-BE49-F238E27FC236}">
                    <a16:creationId xmlns:a16="http://schemas.microsoft.com/office/drawing/2014/main" id="{FB276BFF-927F-66D7-B478-AB756C2C2B8C}"/>
                  </a:ext>
                </a:extLst>
              </p:cNvPr>
              <p:cNvSpPr/>
              <p:nvPr/>
            </p:nvSpPr>
            <p:spPr>
              <a:xfrm>
                <a:off x="500020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8D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5" name="Freeform: Shape 11574">
                <a:extLst>
                  <a:ext uri="{FF2B5EF4-FFF2-40B4-BE49-F238E27FC236}">
                    <a16:creationId xmlns:a16="http://schemas.microsoft.com/office/drawing/2014/main" id="{B57AFF78-D190-4B05-B6F0-0009AB1F325E}"/>
                  </a:ext>
                </a:extLst>
              </p:cNvPr>
              <p:cNvSpPr/>
              <p:nvPr/>
            </p:nvSpPr>
            <p:spPr>
              <a:xfrm>
                <a:off x="500020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6" name="Freeform: Shape 11575">
                <a:extLst>
                  <a:ext uri="{FF2B5EF4-FFF2-40B4-BE49-F238E27FC236}">
                    <a16:creationId xmlns:a16="http://schemas.microsoft.com/office/drawing/2014/main" id="{D0D354B2-49A1-4785-74E1-C142A467BF73}"/>
                  </a:ext>
                </a:extLst>
              </p:cNvPr>
              <p:cNvSpPr/>
              <p:nvPr/>
            </p:nvSpPr>
            <p:spPr>
              <a:xfrm>
                <a:off x="500020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7" name="Freeform: Shape 11576">
                <a:extLst>
                  <a:ext uri="{FF2B5EF4-FFF2-40B4-BE49-F238E27FC236}">
                    <a16:creationId xmlns:a16="http://schemas.microsoft.com/office/drawing/2014/main" id="{C00D9F60-BF1B-1D58-153D-6CF5063021BB}"/>
                  </a:ext>
                </a:extLst>
              </p:cNvPr>
              <p:cNvSpPr/>
              <p:nvPr/>
            </p:nvSpPr>
            <p:spPr>
              <a:xfrm>
                <a:off x="506252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8" name="Freeform: Shape 11577">
                <a:extLst>
                  <a:ext uri="{FF2B5EF4-FFF2-40B4-BE49-F238E27FC236}">
                    <a16:creationId xmlns:a16="http://schemas.microsoft.com/office/drawing/2014/main" id="{12C0A30C-D79E-26C8-0BAC-2D16BC139F49}"/>
                  </a:ext>
                </a:extLst>
              </p:cNvPr>
              <p:cNvSpPr/>
              <p:nvPr/>
            </p:nvSpPr>
            <p:spPr>
              <a:xfrm>
                <a:off x="506252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79" name="Freeform: Shape 11578">
                <a:extLst>
                  <a:ext uri="{FF2B5EF4-FFF2-40B4-BE49-F238E27FC236}">
                    <a16:creationId xmlns:a16="http://schemas.microsoft.com/office/drawing/2014/main" id="{876C5920-4434-0EFF-9022-4FDDCE5C1A41}"/>
                  </a:ext>
                </a:extLst>
              </p:cNvPr>
              <p:cNvSpPr/>
              <p:nvPr/>
            </p:nvSpPr>
            <p:spPr>
              <a:xfrm>
                <a:off x="506252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0" name="Freeform: Shape 11579">
                <a:extLst>
                  <a:ext uri="{FF2B5EF4-FFF2-40B4-BE49-F238E27FC236}">
                    <a16:creationId xmlns:a16="http://schemas.microsoft.com/office/drawing/2014/main" id="{8A5EF20E-4602-20B9-5124-7553C2071F6A}"/>
                  </a:ext>
                </a:extLst>
              </p:cNvPr>
              <p:cNvSpPr/>
              <p:nvPr/>
            </p:nvSpPr>
            <p:spPr>
              <a:xfrm>
                <a:off x="506252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1" name="Freeform: Shape 11580">
                <a:extLst>
                  <a:ext uri="{FF2B5EF4-FFF2-40B4-BE49-F238E27FC236}">
                    <a16:creationId xmlns:a16="http://schemas.microsoft.com/office/drawing/2014/main" id="{6F3FE9AF-D1A9-8CC6-171D-8263079018E9}"/>
                  </a:ext>
                </a:extLst>
              </p:cNvPr>
              <p:cNvSpPr/>
              <p:nvPr/>
            </p:nvSpPr>
            <p:spPr>
              <a:xfrm>
                <a:off x="506252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2" name="Freeform: Shape 11581">
                <a:extLst>
                  <a:ext uri="{FF2B5EF4-FFF2-40B4-BE49-F238E27FC236}">
                    <a16:creationId xmlns:a16="http://schemas.microsoft.com/office/drawing/2014/main" id="{B6B538A0-A758-348A-EDC1-72128EB3BD28}"/>
                  </a:ext>
                </a:extLst>
              </p:cNvPr>
              <p:cNvSpPr/>
              <p:nvPr/>
            </p:nvSpPr>
            <p:spPr>
              <a:xfrm>
                <a:off x="506252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14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3" name="Freeform: Shape 11582">
                <a:extLst>
                  <a:ext uri="{FF2B5EF4-FFF2-40B4-BE49-F238E27FC236}">
                    <a16:creationId xmlns:a16="http://schemas.microsoft.com/office/drawing/2014/main" id="{AA9B5D93-C3D2-4C70-5007-7860494B97DF}"/>
                  </a:ext>
                </a:extLst>
              </p:cNvPr>
              <p:cNvSpPr/>
              <p:nvPr/>
            </p:nvSpPr>
            <p:spPr>
              <a:xfrm>
                <a:off x="506252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4" name="Freeform: Shape 11583">
                <a:extLst>
                  <a:ext uri="{FF2B5EF4-FFF2-40B4-BE49-F238E27FC236}">
                    <a16:creationId xmlns:a16="http://schemas.microsoft.com/office/drawing/2014/main" id="{62B17550-B8C7-4646-30BA-3335390D61A7}"/>
                  </a:ext>
                </a:extLst>
              </p:cNvPr>
              <p:cNvSpPr/>
              <p:nvPr/>
            </p:nvSpPr>
            <p:spPr>
              <a:xfrm>
                <a:off x="506252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5" name="Freeform: Shape 11584">
                <a:extLst>
                  <a:ext uri="{FF2B5EF4-FFF2-40B4-BE49-F238E27FC236}">
                    <a16:creationId xmlns:a16="http://schemas.microsoft.com/office/drawing/2014/main" id="{BA10D5ED-825A-A4A1-5390-8A000E0E1118}"/>
                  </a:ext>
                </a:extLst>
              </p:cNvPr>
              <p:cNvSpPr/>
              <p:nvPr/>
            </p:nvSpPr>
            <p:spPr>
              <a:xfrm>
                <a:off x="506252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6" name="Freeform: Shape 11585">
                <a:extLst>
                  <a:ext uri="{FF2B5EF4-FFF2-40B4-BE49-F238E27FC236}">
                    <a16:creationId xmlns:a16="http://schemas.microsoft.com/office/drawing/2014/main" id="{6D606300-17D9-F9F8-ED7A-D9E6801FB256}"/>
                  </a:ext>
                </a:extLst>
              </p:cNvPr>
              <p:cNvSpPr/>
              <p:nvPr/>
            </p:nvSpPr>
            <p:spPr>
              <a:xfrm>
                <a:off x="506252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7" name="Freeform: Shape 11586">
                <a:extLst>
                  <a:ext uri="{FF2B5EF4-FFF2-40B4-BE49-F238E27FC236}">
                    <a16:creationId xmlns:a16="http://schemas.microsoft.com/office/drawing/2014/main" id="{7F2FFA09-AD11-AA9F-BFFB-B200A02340FD}"/>
                  </a:ext>
                </a:extLst>
              </p:cNvPr>
              <p:cNvSpPr/>
              <p:nvPr/>
            </p:nvSpPr>
            <p:spPr>
              <a:xfrm>
                <a:off x="506252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8" name="Freeform: Shape 11587">
                <a:extLst>
                  <a:ext uri="{FF2B5EF4-FFF2-40B4-BE49-F238E27FC236}">
                    <a16:creationId xmlns:a16="http://schemas.microsoft.com/office/drawing/2014/main" id="{8C15085A-87E7-E8E3-AE62-53BD6C25C387}"/>
                  </a:ext>
                </a:extLst>
              </p:cNvPr>
              <p:cNvSpPr/>
              <p:nvPr/>
            </p:nvSpPr>
            <p:spPr>
              <a:xfrm>
                <a:off x="506252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89" name="Freeform: Shape 11588">
                <a:extLst>
                  <a:ext uri="{FF2B5EF4-FFF2-40B4-BE49-F238E27FC236}">
                    <a16:creationId xmlns:a16="http://schemas.microsoft.com/office/drawing/2014/main" id="{5B650CA1-C996-86CA-10B3-E28610D464FC}"/>
                  </a:ext>
                </a:extLst>
              </p:cNvPr>
              <p:cNvSpPr/>
              <p:nvPr/>
            </p:nvSpPr>
            <p:spPr>
              <a:xfrm>
                <a:off x="506252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0" name="Freeform: Shape 11589">
                <a:extLst>
                  <a:ext uri="{FF2B5EF4-FFF2-40B4-BE49-F238E27FC236}">
                    <a16:creationId xmlns:a16="http://schemas.microsoft.com/office/drawing/2014/main" id="{8ACF08BC-F14D-2B1A-152C-E2309B9C3C92}"/>
                  </a:ext>
                </a:extLst>
              </p:cNvPr>
              <p:cNvSpPr/>
              <p:nvPr/>
            </p:nvSpPr>
            <p:spPr>
              <a:xfrm>
                <a:off x="506252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1" name="Freeform: Shape 11590">
                <a:extLst>
                  <a:ext uri="{FF2B5EF4-FFF2-40B4-BE49-F238E27FC236}">
                    <a16:creationId xmlns:a16="http://schemas.microsoft.com/office/drawing/2014/main" id="{B41DC3C7-876C-1D45-5BFE-F170816D905F}"/>
                  </a:ext>
                </a:extLst>
              </p:cNvPr>
              <p:cNvSpPr/>
              <p:nvPr/>
            </p:nvSpPr>
            <p:spPr>
              <a:xfrm>
                <a:off x="506252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2" name="Freeform: Shape 11591">
                <a:extLst>
                  <a:ext uri="{FF2B5EF4-FFF2-40B4-BE49-F238E27FC236}">
                    <a16:creationId xmlns:a16="http://schemas.microsoft.com/office/drawing/2014/main" id="{D627516E-3E52-76BF-64EF-8028CE035D85}"/>
                  </a:ext>
                </a:extLst>
              </p:cNvPr>
              <p:cNvSpPr/>
              <p:nvPr/>
            </p:nvSpPr>
            <p:spPr>
              <a:xfrm>
                <a:off x="506252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3" name="Freeform: Shape 11592">
                <a:extLst>
                  <a:ext uri="{FF2B5EF4-FFF2-40B4-BE49-F238E27FC236}">
                    <a16:creationId xmlns:a16="http://schemas.microsoft.com/office/drawing/2014/main" id="{5DC30F27-DBE9-678C-9046-21E9C35CED1A}"/>
                  </a:ext>
                </a:extLst>
              </p:cNvPr>
              <p:cNvSpPr/>
              <p:nvPr/>
            </p:nvSpPr>
            <p:spPr>
              <a:xfrm>
                <a:off x="506252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4" name="Freeform: Shape 11593">
                <a:extLst>
                  <a:ext uri="{FF2B5EF4-FFF2-40B4-BE49-F238E27FC236}">
                    <a16:creationId xmlns:a16="http://schemas.microsoft.com/office/drawing/2014/main" id="{D2BB2F6A-19A3-0082-6710-7E7248076674}"/>
                  </a:ext>
                </a:extLst>
              </p:cNvPr>
              <p:cNvSpPr/>
              <p:nvPr/>
            </p:nvSpPr>
            <p:spPr>
              <a:xfrm>
                <a:off x="506252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5" name="Freeform: Shape 11594">
                <a:extLst>
                  <a:ext uri="{FF2B5EF4-FFF2-40B4-BE49-F238E27FC236}">
                    <a16:creationId xmlns:a16="http://schemas.microsoft.com/office/drawing/2014/main" id="{F70488A4-40B9-1B99-B71E-5A41CB52927B}"/>
                  </a:ext>
                </a:extLst>
              </p:cNvPr>
              <p:cNvSpPr/>
              <p:nvPr/>
            </p:nvSpPr>
            <p:spPr>
              <a:xfrm>
                <a:off x="506252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6" name="Freeform: Shape 11595">
                <a:extLst>
                  <a:ext uri="{FF2B5EF4-FFF2-40B4-BE49-F238E27FC236}">
                    <a16:creationId xmlns:a16="http://schemas.microsoft.com/office/drawing/2014/main" id="{DD97C40C-BF14-ED41-358D-9419FBED0BF3}"/>
                  </a:ext>
                </a:extLst>
              </p:cNvPr>
              <p:cNvSpPr/>
              <p:nvPr/>
            </p:nvSpPr>
            <p:spPr>
              <a:xfrm>
                <a:off x="506252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7" name="Freeform: Shape 11596">
                <a:extLst>
                  <a:ext uri="{FF2B5EF4-FFF2-40B4-BE49-F238E27FC236}">
                    <a16:creationId xmlns:a16="http://schemas.microsoft.com/office/drawing/2014/main" id="{E8558478-04A3-EE0D-8BAC-64AABBFC2488}"/>
                  </a:ext>
                </a:extLst>
              </p:cNvPr>
              <p:cNvSpPr/>
              <p:nvPr/>
            </p:nvSpPr>
            <p:spPr>
              <a:xfrm>
                <a:off x="506252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8" name="Freeform: Shape 11597">
                <a:extLst>
                  <a:ext uri="{FF2B5EF4-FFF2-40B4-BE49-F238E27FC236}">
                    <a16:creationId xmlns:a16="http://schemas.microsoft.com/office/drawing/2014/main" id="{7530E610-1D94-E87F-23BB-2A97BE452A19}"/>
                  </a:ext>
                </a:extLst>
              </p:cNvPr>
              <p:cNvSpPr/>
              <p:nvPr/>
            </p:nvSpPr>
            <p:spPr>
              <a:xfrm>
                <a:off x="506252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599" name="Freeform: Shape 11598">
                <a:extLst>
                  <a:ext uri="{FF2B5EF4-FFF2-40B4-BE49-F238E27FC236}">
                    <a16:creationId xmlns:a16="http://schemas.microsoft.com/office/drawing/2014/main" id="{EF09F7A7-6C26-566B-0A5B-164E29464544}"/>
                  </a:ext>
                </a:extLst>
              </p:cNvPr>
              <p:cNvSpPr/>
              <p:nvPr/>
            </p:nvSpPr>
            <p:spPr>
              <a:xfrm>
                <a:off x="506252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0" name="Freeform: Shape 11599">
                <a:extLst>
                  <a:ext uri="{FF2B5EF4-FFF2-40B4-BE49-F238E27FC236}">
                    <a16:creationId xmlns:a16="http://schemas.microsoft.com/office/drawing/2014/main" id="{A5DFAA1D-9D36-03E2-91B0-032E73DBA43C}"/>
                  </a:ext>
                </a:extLst>
              </p:cNvPr>
              <p:cNvSpPr/>
              <p:nvPr/>
            </p:nvSpPr>
            <p:spPr>
              <a:xfrm>
                <a:off x="506252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1" name="Freeform: Shape 11600">
                <a:extLst>
                  <a:ext uri="{FF2B5EF4-FFF2-40B4-BE49-F238E27FC236}">
                    <a16:creationId xmlns:a16="http://schemas.microsoft.com/office/drawing/2014/main" id="{85F1C0BE-831B-F21E-D873-00FA7A67DF25}"/>
                  </a:ext>
                </a:extLst>
              </p:cNvPr>
              <p:cNvSpPr/>
              <p:nvPr/>
            </p:nvSpPr>
            <p:spPr>
              <a:xfrm>
                <a:off x="506252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2" name="Freeform: Shape 11601">
                <a:extLst>
                  <a:ext uri="{FF2B5EF4-FFF2-40B4-BE49-F238E27FC236}">
                    <a16:creationId xmlns:a16="http://schemas.microsoft.com/office/drawing/2014/main" id="{6A6780D8-978A-ACC6-F309-857940EF28C1}"/>
                  </a:ext>
                </a:extLst>
              </p:cNvPr>
              <p:cNvSpPr/>
              <p:nvPr/>
            </p:nvSpPr>
            <p:spPr>
              <a:xfrm>
                <a:off x="506252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3" name="Freeform: Shape 11602">
                <a:extLst>
                  <a:ext uri="{FF2B5EF4-FFF2-40B4-BE49-F238E27FC236}">
                    <a16:creationId xmlns:a16="http://schemas.microsoft.com/office/drawing/2014/main" id="{07FF9DF3-A37B-2D8C-BEAD-D0BBA4581F61}"/>
                  </a:ext>
                </a:extLst>
              </p:cNvPr>
              <p:cNvSpPr/>
              <p:nvPr/>
            </p:nvSpPr>
            <p:spPr>
              <a:xfrm>
                <a:off x="506252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4" name="Freeform: Shape 11603">
                <a:extLst>
                  <a:ext uri="{FF2B5EF4-FFF2-40B4-BE49-F238E27FC236}">
                    <a16:creationId xmlns:a16="http://schemas.microsoft.com/office/drawing/2014/main" id="{CE49A362-0B7A-B1B8-EA66-B279B7DF76CE}"/>
                  </a:ext>
                </a:extLst>
              </p:cNvPr>
              <p:cNvSpPr/>
              <p:nvPr/>
            </p:nvSpPr>
            <p:spPr>
              <a:xfrm>
                <a:off x="5124759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5" name="Freeform: Shape 11604">
                <a:extLst>
                  <a:ext uri="{FF2B5EF4-FFF2-40B4-BE49-F238E27FC236}">
                    <a16:creationId xmlns:a16="http://schemas.microsoft.com/office/drawing/2014/main" id="{7DC39253-618C-9130-A44B-4FF1D8E74E12}"/>
                  </a:ext>
                </a:extLst>
              </p:cNvPr>
              <p:cNvSpPr/>
              <p:nvPr/>
            </p:nvSpPr>
            <p:spPr>
              <a:xfrm>
                <a:off x="5124759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6" name="Freeform: Shape 11605">
                <a:extLst>
                  <a:ext uri="{FF2B5EF4-FFF2-40B4-BE49-F238E27FC236}">
                    <a16:creationId xmlns:a16="http://schemas.microsoft.com/office/drawing/2014/main" id="{2AC31EF6-93F6-8BD7-EB0E-A91E262D3FC8}"/>
                  </a:ext>
                </a:extLst>
              </p:cNvPr>
              <p:cNvSpPr/>
              <p:nvPr/>
            </p:nvSpPr>
            <p:spPr>
              <a:xfrm>
                <a:off x="5124759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7" name="Freeform: Shape 11606">
                <a:extLst>
                  <a:ext uri="{FF2B5EF4-FFF2-40B4-BE49-F238E27FC236}">
                    <a16:creationId xmlns:a16="http://schemas.microsoft.com/office/drawing/2014/main" id="{D50A514B-6CF8-A15C-61B4-D90EEB0E45E2}"/>
                  </a:ext>
                </a:extLst>
              </p:cNvPr>
              <p:cNvSpPr/>
              <p:nvPr/>
            </p:nvSpPr>
            <p:spPr>
              <a:xfrm>
                <a:off x="5124759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8" name="Freeform: Shape 11607">
                <a:extLst>
                  <a:ext uri="{FF2B5EF4-FFF2-40B4-BE49-F238E27FC236}">
                    <a16:creationId xmlns:a16="http://schemas.microsoft.com/office/drawing/2014/main" id="{3C5C5262-6F9C-BC6D-5825-27323B2B17E4}"/>
                  </a:ext>
                </a:extLst>
              </p:cNvPr>
              <p:cNvSpPr/>
              <p:nvPr/>
            </p:nvSpPr>
            <p:spPr>
              <a:xfrm>
                <a:off x="5124759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09" name="Freeform: Shape 11608">
                <a:extLst>
                  <a:ext uri="{FF2B5EF4-FFF2-40B4-BE49-F238E27FC236}">
                    <a16:creationId xmlns:a16="http://schemas.microsoft.com/office/drawing/2014/main" id="{FD481B05-954A-20EF-446C-B4C7E9616960}"/>
                  </a:ext>
                </a:extLst>
              </p:cNvPr>
              <p:cNvSpPr/>
              <p:nvPr/>
            </p:nvSpPr>
            <p:spPr>
              <a:xfrm>
                <a:off x="5124759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0" name="Freeform: Shape 11609">
                <a:extLst>
                  <a:ext uri="{FF2B5EF4-FFF2-40B4-BE49-F238E27FC236}">
                    <a16:creationId xmlns:a16="http://schemas.microsoft.com/office/drawing/2014/main" id="{5D7D497C-D30D-D198-4F99-6ABBBEA58B04}"/>
                  </a:ext>
                </a:extLst>
              </p:cNvPr>
              <p:cNvSpPr/>
              <p:nvPr/>
            </p:nvSpPr>
            <p:spPr>
              <a:xfrm>
                <a:off x="5124759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1" name="Freeform: Shape 11610">
                <a:extLst>
                  <a:ext uri="{FF2B5EF4-FFF2-40B4-BE49-F238E27FC236}">
                    <a16:creationId xmlns:a16="http://schemas.microsoft.com/office/drawing/2014/main" id="{20CE5C07-07D4-5811-87C2-5845BCC46EDA}"/>
                  </a:ext>
                </a:extLst>
              </p:cNvPr>
              <p:cNvSpPr/>
              <p:nvPr/>
            </p:nvSpPr>
            <p:spPr>
              <a:xfrm>
                <a:off x="5124759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2" name="Freeform: Shape 11611">
                <a:extLst>
                  <a:ext uri="{FF2B5EF4-FFF2-40B4-BE49-F238E27FC236}">
                    <a16:creationId xmlns:a16="http://schemas.microsoft.com/office/drawing/2014/main" id="{860DE6DB-2DFC-0709-FE84-AECC5639669C}"/>
                  </a:ext>
                </a:extLst>
              </p:cNvPr>
              <p:cNvSpPr/>
              <p:nvPr/>
            </p:nvSpPr>
            <p:spPr>
              <a:xfrm>
                <a:off x="5124759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3" name="Freeform: Shape 11612">
                <a:extLst>
                  <a:ext uri="{FF2B5EF4-FFF2-40B4-BE49-F238E27FC236}">
                    <a16:creationId xmlns:a16="http://schemas.microsoft.com/office/drawing/2014/main" id="{97062B57-AFAB-3833-52E1-CE3B8B0A9EAB}"/>
                  </a:ext>
                </a:extLst>
              </p:cNvPr>
              <p:cNvSpPr/>
              <p:nvPr/>
            </p:nvSpPr>
            <p:spPr>
              <a:xfrm>
                <a:off x="5124759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4" name="Freeform: Shape 11613">
                <a:extLst>
                  <a:ext uri="{FF2B5EF4-FFF2-40B4-BE49-F238E27FC236}">
                    <a16:creationId xmlns:a16="http://schemas.microsoft.com/office/drawing/2014/main" id="{4C737E28-14CE-1155-D929-59B604015991}"/>
                  </a:ext>
                </a:extLst>
              </p:cNvPr>
              <p:cNvSpPr/>
              <p:nvPr/>
            </p:nvSpPr>
            <p:spPr>
              <a:xfrm>
                <a:off x="5124759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5" name="Freeform: Shape 11614">
                <a:extLst>
                  <a:ext uri="{FF2B5EF4-FFF2-40B4-BE49-F238E27FC236}">
                    <a16:creationId xmlns:a16="http://schemas.microsoft.com/office/drawing/2014/main" id="{35A27D44-F09D-B48C-A2C5-F0E52B02034B}"/>
                  </a:ext>
                </a:extLst>
              </p:cNvPr>
              <p:cNvSpPr/>
              <p:nvPr/>
            </p:nvSpPr>
            <p:spPr>
              <a:xfrm>
                <a:off x="5124759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6" name="Freeform: Shape 11615">
                <a:extLst>
                  <a:ext uri="{FF2B5EF4-FFF2-40B4-BE49-F238E27FC236}">
                    <a16:creationId xmlns:a16="http://schemas.microsoft.com/office/drawing/2014/main" id="{D8986689-4200-74FF-AEB2-7A4C6AA7723C}"/>
                  </a:ext>
                </a:extLst>
              </p:cNvPr>
              <p:cNvSpPr/>
              <p:nvPr/>
            </p:nvSpPr>
            <p:spPr>
              <a:xfrm>
                <a:off x="5124759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7" name="Freeform: Shape 11616">
                <a:extLst>
                  <a:ext uri="{FF2B5EF4-FFF2-40B4-BE49-F238E27FC236}">
                    <a16:creationId xmlns:a16="http://schemas.microsoft.com/office/drawing/2014/main" id="{E69ED7FF-50BA-C63A-D67B-9A83D653CC05}"/>
                  </a:ext>
                </a:extLst>
              </p:cNvPr>
              <p:cNvSpPr/>
              <p:nvPr/>
            </p:nvSpPr>
            <p:spPr>
              <a:xfrm>
                <a:off x="5124759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8" name="Freeform: Shape 11617">
                <a:extLst>
                  <a:ext uri="{FF2B5EF4-FFF2-40B4-BE49-F238E27FC236}">
                    <a16:creationId xmlns:a16="http://schemas.microsoft.com/office/drawing/2014/main" id="{4CD15CF0-40CD-B4DD-8F5C-1522AF9A6A98}"/>
                  </a:ext>
                </a:extLst>
              </p:cNvPr>
              <p:cNvSpPr/>
              <p:nvPr/>
            </p:nvSpPr>
            <p:spPr>
              <a:xfrm>
                <a:off x="5124759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19" name="Freeform: Shape 11618">
                <a:extLst>
                  <a:ext uri="{FF2B5EF4-FFF2-40B4-BE49-F238E27FC236}">
                    <a16:creationId xmlns:a16="http://schemas.microsoft.com/office/drawing/2014/main" id="{33234364-D568-DBB6-09B0-CC610530A614}"/>
                  </a:ext>
                </a:extLst>
              </p:cNvPr>
              <p:cNvSpPr/>
              <p:nvPr/>
            </p:nvSpPr>
            <p:spPr>
              <a:xfrm>
                <a:off x="5124759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0" name="Freeform: Shape 11619">
                <a:extLst>
                  <a:ext uri="{FF2B5EF4-FFF2-40B4-BE49-F238E27FC236}">
                    <a16:creationId xmlns:a16="http://schemas.microsoft.com/office/drawing/2014/main" id="{BF530106-1DA8-4959-8E95-8651B733CD3E}"/>
                  </a:ext>
                </a:extLst>
              </p:cNvPr>
              <p:cNvSpPr/>
              <p:nvPr/>
            </p:nvSpPr>
            <p:spPr>
              <a:xfrm>
                <a:off x="5124759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1" name="Freeform: Shape 11620">
                <a:extLst>
                  <a:ext uri="{FF2B5EF4-FFF2-40B4-BE49-F238E27FC236}">
                    <a16:creationId xmlns:a16="http://schemas.microsoft.com/office/drawing/2014/main" id="{70153E83-14FB-D783-DBEE-DA9AD5E43306}"/>
                  </a:ext>
                </a:extLst>
              </p:cNvPr>
              <p:cNvSpPr/>
              <p:nvPr/>
            </p:nvSpPr>
            <p:spPr>
              <a:xfrm>
                <a:off x="5124759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2" name="Freeform: Shape 11621">
                <a:extLst>
                  <a:ext uri="{FF2B5EF4-FFF2-40B4-BE49-F238E27FC236}">
                    <a16:creationId xmlns:a16="http://schemas.microsoft.com/office/drawing/2014/main" id="{742467D8-9739-C169-A48E-2B281AB77230}"/>
                  </a:ext>
                </a:extLst>
              </p:cNvPr>
              <p:cNvSpPr/>
              <p:nvPr/>
            </p:nvSpPr>
            <p:spPr>
              <a:xfrm>
                <a:off x="5124759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3" name="Freeform: Shape 11622">
                <a:extLst>
                  <a:ext uri="{FF2B5EF4-FFF2-40B4-BE49-F238E27FC236}">
                    <a16:creationId xmlns:a16="http://schemas.microsoft.com/office/drawing/2014/main" id="{0DEE9D7F-21B1-A0A4-6C40-C1BB78866B4D}"/>
                  </a:ext>
                </a:extLst>
              </p:cNvPr>
              <p:cNvSpPr/>
              <p:nvPr/>
            </p:nvSpPr>
            <p:spPr>
              <a:xfrm>
                <a:off x="5124759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4" name="Freeform: Shape 11623">
                <a:extLst>
                  <a:ext uri="{FF2B5EF4-FFF2-40B4-BE49-F238E27FC236}">
                    <a16:creationId xmlns:a16="http://schemas.microsoft.com/office/drawing/2014/main" id="{19CF1DD1-9CE2-1FE8-0988-2495AB457120}"/>
                  </a:ext>
                </a:extLst>
              </p:cNvPr>
              <p:cNvSpPr/>
              <p:nvPr/>
            </p:nvSpPr>
            <p:spPr>
              <a:xfrm>
                <a:off x="5124759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5" name="Freeform: Shape 11624">
                <a:extLst>
                  <a:ext uri="{FF2B5EF4-FFF2-40B4-BE49-F238E27FC236}">
                    <a16:creationId xmlns:a16="http://schemas.microsoft.com/office/drawing/2014/main" id="{44D1DEF2-A2BB-EC95-F405-0620E8B982E8}"/>
                  </a:ext>
                </a:extLst>
              </p:cNvPr>
              <p:cNvSpPr/>
              <p:nvPr/>
            </p:nvSpPr>
            <p:spPr>
              <a:xfrm>
                <a:off x="5124759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6" name="Freeform: Shape 11625">
                <a:extLst>
                  <a:ext uri="{FF2B5EF4-FFF2-40B4-BE49-F238E27FC236}">
                    <a16:creationId xmlns:a16="http://schemas.microsoft.com/office/drawing/2014/main" id="{21F16045-E1B4-8864-B525-2BCC85167954}"/>
                  </a:ext>
                </a:extLst>
              </p:cNvPr>
              <p:cNvSpPr/>
              <p:nvPr/>
            </p:nvSpPr>
            <p:spPr>
              <a:xfrm>
                <a:off x="5124759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7" name="Freeform: Shape 11626">
                <a:extLst>
                  <a:ext uri="{FF2B5EF4-FFF2-40B4-BE49-F238E27FC236}">
                    <a16:creationId xmlns:a16="http://schemas.microsoft.com/office/drawing/2014/main" id="{490161BE-C5B2-B235-0789-3E85E3F7EB8E}"/>
                  </a:ext>
                </a:extLst>
              </p:cNvPr>
              <p:cNvSpPr/>
              <p:nvPr/>
            </p:nvSpPr>
            <p:spPr>
              <a:xfrm>
                <a:off x="5124759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8" name="Freeform: Shape 11627">
                <a:extLst>
                  <a:ext uri="{FF2B5EF4-FFF2-40B4-BE49-F238E27FC236}">
                    <a16:creationId xmlns:a16="http://schemas.microsoft.com/office/drawing/2014/main" id="{8631AA88-424A-AAD0-CE48-32A3CD410382}"/>
                  </a:ext>
                </a:extLst>
              </p:cNvPr>
              <p:cNvSpPr/>
              <p:nvPr/>
            </p:nvSpPr>
            <p:spPr>
              <a:xfrm>
                <a:off x="5124759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29" name="Freeform: Shape 11628">
                <a:extLst>
                  <a:ext uri="{FF2B5EF4-FFF2-40B4-BE49-F238E27FC236}">
                    <a16:creationId xmlns:a16="http://schemas.microsoft.com/office/drawing/2014/main" id="{F8A06B97-7FC2-9ED0-BDD8-3F42280EB32D}"/>
                  </a:ext>
                </a:extLst>
              </p:cNvPr>
              <p:cNvSpPr/>
              <p:nvPr/>
            </p:nvSpPr>
            <p:spPr>
              <a:xfrm>
                <a:off x="5124759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0" name="Freeform: Shape 11629">
                <a:extLst>
                  <a:ext uri="{FF2B5EF4-FFF2-40B4-BE49-F238E27FC236}">
                    <a16:creationId xmlns:a16="http://schemas.microsoft.com/office/drawing/2014/main" id="{17EE860A-9136-6FD1-D7D8-F4DD233AF4EB}"/>
                  </a:ext>
                </a:extLst>
              </p:cNvPr>
              <p:cNvSpPr/>
              <p:nvPr/>
            </p:nvSpPr>
            <p:spPr>
              <a:xfrm>
                <a:off x="5124759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1" name="Freeform: Shape 11630">
                <a:extLst>
                  <a:ext uri="{FF2B5EF4-FFF2-40B4-BE49-F238E27FC236}">
                    <a16:creationId xmlns:a16="http://schemas.microsoft.com/office/drawing/2014/main" id="{B9E94BD4-5C1A-1656-3E10-2D6F98ADC562}"/>
                  </a:ext>
                </a:extLst>
              </p:cNvPr>
              <p:cNvSpPr/>
              <p:nvPr/>
            </p:nvSpPr>
            <p:spPr>
              <a:xfrm>
                <a:off x="5187074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2" name="Freeform: Shape 11631">
                <a:extLst>
                  <a:ext uri="{FF2B5EF4-FFF2-40B4-BE49-F238E27FC236}">
                    <a16:creationId xmlns:a16="http://schemas.microsoft.com/office/drawing/2014/main" id="{3C2E9B4A-F2CC-AF99-DC57-852964FA30C8}"/>
                  </a:ext>
                </a:extLst>
              </p:cNvPr>
              <p:cNvSpPr/>
              <p:nvPr/>
            </p:nvSpPr>
            <p:spPr>
              <a:xfrm>
                <a:off x="5187074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3" name="Freeform: Shape 11632">
                <a:extLst>
                  <a:ext uri="{FF2B5EF4-FFF2-40B4-BE49-F238E27FC236}">
                    <a16:creationId xmlns:a16="http://schemas.microsoft.com/office/drawing/2014/main" id="{C3CEA4A0-0C56-96E2-B274-D859846003B5}"/>
                  </a:ext>
                </a:extLst>
              </p:cNvPr>
              <p:cNvSpPr/>
              <p:nvPr/>
            </p:nvSpPr>
            <p:spPr>
              <a:xfrm>
                <a:off x="5187074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45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4" name="Freeform: Shape 11633">
                <a:extLst>
                  <a:ext uri="{FF2B5EF4-FFF2-40B4-BE49-F238E27FC236}">
                    <a16:creationId xmlns:a16="http://schemas.microsoft.com/office/drawing/2014/main" id="{702F4927-3AF3-1EAC-E5AE-8C698C7AC517}"/>
                  </a:ext>
                </a:extLst>
              </p:cNvPr>
              <p:cNvSpPr/>
              <p:nvPr/>
            </p:nvSpPr>
            <p:spPr>
              <a:xfrm>
                <a:off x="5187074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5" name="Freeform: Shape 11634">
                <a:extLst>
                  <a:ext uri="{FF2B5EF4-FFF2-40B4-BE49-F238E27FC236}">
                    <a16:creationId xmlns:a16="http://schemas.microsoft.com/office/drawing/2014/main" id="{2968A30A-0C02-9719-5A43-0B99C882A0DA}"/>
                  </a:ext>
                </a:extLst>
              </p:cNvPr>
              <p:cNvSpPr/>
              <p:nvPr/>
            </p:nvSpPr>
            <p:spPr>
              <a:xfrm>
                <a:off x="5187074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6" name="Freeform: Shape 11635">
                <a:extLst>
                  <a:ext uri="{FF2B5EF4-FFF2-40B4-BE49-F238E27FC236}">
                    <a16:creationId xmlns:a16="http://schemas.microsoft.com/office/drawing/2014/main" id="{417C478A-A1AC-3B26-ED09-4916D74C646E}"/>
                  </a:ext>
                </a:extLst>
              </p:cNvPr>
              <p:cNvSpPr/>
              <p:nvPr/>
            </p:nvSpPr>
            <p:spPr>
              <a:xfrm>
                <a:off x="5187074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7" name="Freeform: Shape 11636">
                <a:extLst>
                  <a:ext uri="{FF2B5EF4-FFF2-40B4-BE49-F238E27FC236}">
                    <a16:creationId xmlns:a16="http://schemas.microsoft.com/office/drawing/2014/main" id="{011B7820-61FC-1C11-001F-339A30C3FBAE}"/>
                  </a:ext>
                </a:extLst>
              </p:cNvPr>
              <p:cNvSpPr/>
              <p:nvPr/>
            </p:nvSpPr>
            <p:spPr>
              <a:xfrm>
                <a:off x="5187074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8" name="Freeform: Shape 11637">
                <a:extLst>
                  <a:ext uri="{FF2B5EF4-FFF2-40B4-BE49-F238E27FC236}">
                    <a16:creationId xmlns:a16="http://schemas.microsoft.com/office/drawing/2014/main" id="{B31A8D31-5C6C-BE98-C565-FD7E592E61FD}"/>
                  </a:ext>
                </a:extLst>
              </p:cNvPr>
              <p:cNvSpPr/>
              <p:nvPr/>
            </p:nvSpPr>
            <p:spPr>
              <a:xfrm>
                <a:off x="5187074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39" name="Freeform: Shape 11638">
                <a:extLst>
                  <a:ext uri="{FF2B5EF4-FFF2-40B4-BE49-F238E27FC236}">
                    <a16:creationId xmlns:a16="http://schemas.microsoft.com/office/drawing/2014/main" id="{9B67C0AE-7232-6114-9522-C9AADC90131A}"/>
                  </a:ext>
                </a:extLst>
              </p:cNvPr>
              <p:cNvSpPr/>
              <p:nvPr/>
            </p:nvSpPr>
            <p:spPr>
              <a:xfrm>
                <a:off x="5187074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0" name="Freeform: Shape 11639">
                <a:extLst>
                  <a:ext uri="{FF2B5EF4-FFF2-40B4-BE49-F238E27FC236}">
                    <a16:creationId xmlns:a16="http://schemas.microsoft.com/office/drawing/2014/main" id="{D108AB7A-6A58-5AEC-7DA7-A380251CF2B3}"/>
                  </a:ext>
                </a:extLst>
              </p:cNvPr>
              <p:cNvSpPr/>
              <p:nvPr/>
            </p:nvSpPr>
            <p:spPr>
              <a:xfrm>
                <a:off x="5187074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1" name="Freeform: Shape 11640">
                <a:extLst>
                  <a:ext uri="{FF2B5EF4-FFF2-40B4-BE49-F238E27FC236}">
                    <a16:creationId xmlns:a16="http://schemas.microsoft.com/office/drawing/2014/main" id="{67D9064F-CAD7-A7D6-83A7-82B57C512896}"/>
                  </a:ext>
                </a:extLst>
              </p:cNvPr>
              <p:cNvSpPr/>
              <p:nvPr/>
            </p:nvSpPr>
            <p:spPr>
              <a:xfrm>
                <a:off x="5187074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2" name="Freeform: Shape 11641">
                <a:extLst>
                  <a:ext uri="{FF2B5EF4-FFF2-40B4-BE49-F238E27FC236}">
                    <a16:creationId xmlns:a16="http://schemas.microsoft.com/office/drawing/2014/main" id="{2FC9BA63-0A7C-CAFF-7A03-09B282189303}"/>
                  </a:ext>
                </a:extLst>
              </p:cNvPr>
              <p:cNvSpPr/>
              <p:nvPr/>
            </p:nvSpPr>
            <p:spPr>
              <a:xfrm>
                <a:off x="5187074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3" name="Freeform: Shape 11642">
                <a:extLst>
                  <a:ext uri="{FF2B5EF4-FFF2-40B4-BE49-F238E27FC236}">
                    <a16:creationId xmlns:a16="http://schemas.microsoft.com/office/drawing/2014/main" id="{7842DD8C-E30E-D7C8-99C0-C0B681A152EB}"/>
                  </a:ext>
                </a:extLst>
              </p:cNvPr>
              <p:cNvSpPr/>
              <p:nvPr/>
            </p:nvSpPr>
            <p:spPr>
              <a:xfrm>
                <a:off x="5187074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4" name="Freeform: Shape 11643">
                <a:extLst>
                  <a:ext uri="{FF2B5EF4-FFF2-40B4-BE49-F238E27FC236}">
                    <a16:creationId xmlns:a16="http://schemas.microsoft.com/office/drawing/2014/main" id="{C0DA4D6A-7006-C44E-4A4D-3DB1C801E60C}"/>
                  </a:ext>
                </a:extLst>
              </p:cNvPr>
              <p:cNvSpPr/>
              <p:nvPr/>
            </p:nvSpPr>
            <p:spPr>
              <a:xfrm>
                <a:off x="5187074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5" name="Freeform: Shape 11644">
                <a:extLst>
                  <a:ext uri="{FF2B5EF4-FFF2-40B4-BE49-F238E27FC236}">
                    <a16:creationId xmlns:a16="http://schemas.microsoft.com/office/drawing/2014/main" id="{04FAABFE-CE4E-A731-8F5D-770ABD66535F}"/>
                  </a:ext>
                </a:extLst>
              </p:cNvPr>
              <p:cNvSpPr/>
              <p:nvPr/>
            </p:nvSpPr>
            <p:spPr>
              <a:xfrm>
                <a:off x="5187074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6" name="Freeform: Shape 11645">
                <a:extLst>
                  <a:ext uri="{FF2B5EF4-FFF2-40B4-BE49-F238E27FC236}">
                    <a16:creationId xmlns:a16="http://schemas.microsoft.com/office/drawing/2014/main" id="{0DF56B29-E1DB-BF74-1F30-313904D6C2FB}"/>
                  </a:ext>
                </a:extLst>
              </p:cNvPr>
              <p:cNvSpPr/>
              <p:nvPr/>
            </p:nvSpPr>
            <p:spPr>
              <a:xfrm>
                <a:off x="5187074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7" name="Freeform: Shape 11646">
                <a:extLst>
                  <a:ext uri="{FF2B5EF4-FFF2-40B4-BE49-F238E27FC236}">
                    <a16:creationId xmlns:a16="http://schemas.microsoft.com/office/drawing/2014/main" id="{6EE65D82-74F4-FE75-9EEF-6B31A1203FF9}"/>
                  </a:ext>
                </a:extLst>
              </p:cNvPr>
              <p:cNvSpPr/>
              <p:nvPr/>
            </p:nvSpPr>
            <p:spPr>
              <a:xfrm>
                <a:off x="5187074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8" name="Freeform: Shape 11647">
                <a:extLst>
                  <a:ext uri="{FF2B5EF4-FFF2-40B4-BE49-F238E27FC236}">
                    <a16:creationId xmlns:a16="http://schemas.microsoft.com/office/drawing/2014/main" id="{2CB1F85D-1C84-7B07-7939-0540E4D42552}"/>
                  </a:ext>
                </a:extLst>
              </p:cNvPr>
              <p:cNvSpPr/>
              <p:nvPr/>
            </p:nvSpPr>
            <p:spPr>
              <a:xfrm>
                <a:off x="5187074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49" name="Freeform: Shape 11648">
                <a:extLst>
                  <a:ext uri="{FF2B5EF4-FFF2-40B4-BE49-F238E27FC236}">
                    <a16:creationId xmlns:a16="http://schemas.microsoft.com/office/drawing/2014/main" id="{0FF2931F-A198-ACEF-70C5-E08A3C14233D}"/>
                  </a:ext>
                </a:extLst>
              </p:cNvPr>
              <p:cNvSpPr/>
              <p:nvPr/>
            </p:nvSpPr>
            <p:spPr>
              <a:xfrm>
                <a:off x="5187074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1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0" name="Freeform: Shape 11649">
                <a:extLst>
                  <a:ext uri="{FF2B5EF4-FFF2-40B4-BE49-F238E27FC236}">
                    <a16:creationId xmlns:a16="http://schemas.microsoft.com/office/drawing/2014/main" id="{0FD5A943-D79B-C614-D8B2-87B33D6ED478}"/>
                  </a:ext>
                </a:extLst>
              </p:cNvPr>
              <p:cNvSpPr/>
              <p:nvPr/>
            </p:nvSpPr>
            <p:spPr>
              <a:xfrm>
                <a:off x="5187074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45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1" name="Freeform: Shape 11650">
                <a:extLst>
                  <a:ext uri="{FF2B5EF4-FFF2-40B4-BE49-F238E27FC236}">
                    <a16:creationId xmlns:a16="http://schemas.microsoft.com/office/drawing/2014/main" id="{D39AFB73-7400-59F1-5556-B37420408D8D}"/>
                  </a:ext>
                </a:extLst>
              </p:cNvPr>
              <p:cNvSpPr/>
              <p:nvPr/>
            </p:nvSpPr>
            <p:spPr>
              <a:xfrm>
                <a:off x="5187074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FA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2" name="Freeform: Shape 11651">
                <a:extLst>
                  <a:ext uri="{FF2B5EF4-FFF2-40B4-BE49-F238E27FC236}">
                    <a16:creationId xmlns:a16="http://schemas.microsoft.com/office/drawing/2014/main" id="{1C946E68-51F2-FB4F-5E06-3EB2FD2C2B85}"/>
                  </a:ext>
                </a:extLst>
              </p:cNvPr>
              <p:cNvSpPr/>
              <p:nvPr/>
            </p:nvSpPr>
            <p:spPr>
              <a:xfrm>
                <a:off x="5187074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3" name="Freeform: Shape 11652">
                <a:extLst>
                  <a:ext uri="{FF2B5EF4-FFF2-40B4-BE49-F238E27FC236}">
                    <a16:creationId xmlns:a16="http://schemas.microsoft.com/office/drawing/2014/main" id="{CE33CB55-C524-8E7F-5642-9736D84DF05D}"/>
                  </a:ext>
                </a:extLst>
              </p:cNvPr>
              <p:cNvSpPr/>
              <p:nvPr/>
            </p:nvSpPr>
            <p:spPr>
              <a:xfrm>
                <a:off x="5187074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4" name="Freeform: Shape 11653">
                <a:extLst>
                  <a:ext uri="{FF2B5EF4-FFF2-40B4-BE49-F238E27FC236}">
                    <a16:creationId xmlns:a16="http://schemas.microsoft.com/office/drawing/2014/main" id="{9992A9E3-AEDC-54E7-D007-AAFE207B9F86}"/>
                  </a:ext>
                </a:extLst>
              </p:cNvPr>
              <p:cNvSpPr/>
              <p:nvPr/>
            </p:nvSpPr>
            <p:spPr>
              <a:xfrm>
                <a:off x="5187074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5" name="Freeform: Shape 11654">
                <a:extLst>
                  <a:ext uri="{FF2B5EF4-FFF2-40B4-BE49-F238E27FC236}">
                    <a16:creationId xmlns:a16="http://schemas.microsoft.com/office/drawing/2014/main" id="{9CB349A5-61E5-8B6E-9702-3CC471B1467B}"/>
                  </a:ext>
                </a:extLst>
              </p:cNvPr>
              <p:cNvSpPr/>
              <p:nvPr/>
            </p:nvSpPr>
            <p:spPr>
              <a:xfrm>
                <a:off x="5187074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6" name="Freeform: Shape 11655">
                <a:extLst>
                  <a:ext uri="{FF2B5EF4-FFF2-40B4-BE49-F238E27FC236}">
                    <a16:creationId xmlns:a16="http://schemas.microsoft.com/office/drawing/2014/main" id="{7A3AD881-9814-3667-FFDF-FC9CABEABA0F}"/>
                  </a:ext>
                </a:extLst>
              </p:cNvPr>
              <p:cNvSpPr/>
              <p:nvPr/>
            </p:nvSpPr>
            <p:spPr>
              <a:xfrm>
                <a:off x="5187074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7" name="Freeform: Shape 11656">
                <a:extLst>
                  <a:ext uri="{FF2B5EF4-FFF2-40B4-BE49-F238E27FC236}">
                    <a16:creationId xmlns:a16="http://schemas.microsoft.com/office/drawing/2014/main" id="{CAFFE7D9-BE7E-C5EC-DF65-03CDDFD01FCB}"/>
                  </a:ext>
                </a:extLst>
              </p:cNvPr>
              <p:cNvSpPr/>
              <p:nvPr/>
            </p:nvSpPr>
            <p:spPr>
              <a:xfrm>
                <a:off x="5187074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8" name="Freeform: Shape 11657">
                <a:extLst>
                  <a:ext uri="{FF2B5EF4-FFF2-40B4-BE49-F238E27FC236}">
                    <a16:creationId xmlns:a16="http://schemas.microsoft.com/office/drawing/2014/main" id="{277A8A61-B740-6129-5DB8-B69F59A3C6A3}"/>
                  </a:ext>
                </a:extLst>
              </p:cNvPr>
              <p:cNvSpPr/>
              <p:nvPr/>
            </p:nvSpPr>
            <p:spPr>
              <a:xfrm>
                <a:off x="524931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59" name="Freeform: Shape 11658">
                <a:extLst>
                  <a:ext uri="{FF2B5EF4-FFF2-40B4-BE49-F238E27FC236}">
                    <a16:creationId xmlns:a16="http://schemas.microsoft.com/office/drawing/2014/main" id="{9C33D78C-2918-9CCF-9780-008D2B261526}"/>
                  </a:ext>
                </a:extLst>
              </p:cNvPr>
              <p:cNvSpPr/>
              <p:nvPr/>
            </p:nvSpPr>
            <p:spPr>
              <a:xfrm>
                <a:off x="524931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0" name="Freeform: Shape 11659">
                <a:extLst>
                  <a:ext uri="{FF2B5EF4-FFF2-40B4-BE49-F238E27FC236}">
                    <a16:creationId xmlns:a16="http://schemas.microsoft.com/office/drawing/2014/main" id="{1F42C537-8EE7-CEE3-2560-93C88FB30E1B}"/>
                  </a:ext>
                </a:extLst>
              </p:cNvPr>
              <p:cNvSpPr/>
              <p:nvPr/>
            </p:nvSpPr>
            <p:spPr>
              <a:xfrm>
                <a:off x="524931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5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1" name="Freeform: Shape 11660">
                <a:extLst>
                  <a:ext uri="{FF2B5EF4-FFF2-40B4-BE49-F238E27FC236}">
                    <a16:creationId xmlns:a16="http://schemas.microsoft.com/office/drawing/2014/main" id="{BA21CAE9-E9FD-5330-B27B-947C051ACE57}"/>
                  </a:ext>
                </a:extLst>
              </p:cNvPr>
              <p:cNvSpPr/>
              <p:nvPr/>
            </p:nvSpPr>
            <p:spPr>
              <a:xfrm>
                <a:off x="524931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2" name="Freeform: Shape 11661">
                <a:extLst>
                  <a:ext uri="{FF2B5EF4-FFF2-40B4-BE49-F238E27FC236}">
                    <a16:creationId xmlns:a16="http://schemas.microsoft.com/office/drawing/2014/main" id="{08AFC9FC-B6A5-657E-9CAD-1666ECA9084B}"/>
                  </a:ext>
                </a:extLst>
              </p:cNvPr>
              <p:cNvSpPr/>
              <p:nvPr/>
            </p:nvSpPr>
            <p:spPr>
              <a:xfrm>
                <a:off x="524931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3" name="Freeform: Shape 11662">
                <a:extLst>
                  <a:ext uri="{FF2B5EF4-FFF2-40B4-BE49-F238E27FC236}">
                    <a16:creationId xmlns:a16="http://schemas.microsoft.com/office/drawing/2014/main" id="{A55E5843-A0F1-DAED-3174-7E5DD668F829}"/>
                  </a:ext>
                </a:extLst>
              </p:cNvPr>
              <p:cNvSpPr/>
              <p:nvPr/>
            </p:nvSpPr>
            <p:spPr>
              <a:xfrm>
                <a:off x="524931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4" name="Freeform: Shape 11663">
                <a:extLst>
                  <a:ext uri="{FF2B5EF4-FFF2-40B4-BE49-F238E27FC236}">
                    <a16:creationId xmlns:a16="http://schemas.microsoft.com/office/drawing/2014/main" id="{0EFD9489-E5B9-FAB6-4EC0-2DFEB5AFEF7C}"/>
                  </a:ext>
                </a:extLst>
              </p:cNvPr>
              <p:cNvSpPr/>
              <p:nvPr/>
            </p:nvSpPr>
            <p:spPr>
              <a:xfrm>
                <a:off x="524931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5" name="Freeform: Shape 11664">
                <a:extLst>
                  <a:ext uri="{FF2B5EF4-FFF2-40B4-BE49-F238E27FC236}">
                    <a16:creationId xmlns:a16="http://schemas.microsoft.com/office/drawing/2014/main" id="{535332E7-95AB-0A98-7D88-927897027D8C}"/>
                  </a:ext>
                </a:extLst>
              </p:cNvPr>
              <p:cNvSpPr/>
              <p:nvPr/>
            </p:nvSpPr>
            <p:spPr>
              <a:xfrm>
                <a:off x="524931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6" name="Freeform: Shape 11665">
                <a:extLst>
                  <a:ext uri="{FF2B5EF4-FFF2-40B4-BE49-F238E27FC236}">
                    <a16:creationId xmlns:a16="http://schemas.microsoft.com/office/drawing/2014/main" id="{06FBED84-D1D3-170F-CAC0-57070682194B}"/>
                  </a:ext>
                </a:extLst>
              </p:cNvPr>
              <p:cNvSpPr/>
              <p:nvPr/>
            </p:nvSpPr>
            <p:spPr>
              <a:xfrm>
                <a:off x="524931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7" name="Freeform: Shape 11666">
                <a:extLst>
                  <a:ext uri="{FF2B5EF4-FFF2-40B4-BE49-F238E27FC236}">
                    <a16:creationId xmlns:a16="http://schemas.microsoft.com/office/drawing/2014/main" id="{6CB8FC06-B8D1-3531-CB05-5CA4C54B0659}"/>
                  </a:ext>
                </a:extLst>
              </p:cNvPr>
              <p:cNvSpPr/>
              <p:nvPr/>
            </p:nvSpPr>
            <p:spPr>
              <a:xfrm>
                <a:off x="524931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8" name="Freeform: Shape 11667">
                <a:extLst>
                  <a:ext uri="{FF2B5EF4-FFF2-40B4-BE49-F238E27FC236}">
                    <a16:creationId xmlns:a16="http://schemas.microsoft.com/office/drawing/2014/main" id="{4FE86E39-4278-F0B2-3716-0CC1D6A65AE2}"/>
                  </a:ext>
                </a:extLst>
              </p:cNvPr>
              <p:cNvSpPr/>
              <p:nvPr/>
            </p:nvSpPr>
            <p:spPr>
              <a:xfrm>
                <a:off x="524931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69" name="Freeform: Shape 11668">
                <a:extLst>
                  <a:ext uri="{FF2B5EF4-FFF2-40B4-BE49-F238E27FC236}">
                    <a16:creationId xmlns:a16="http://schemas.microsoft.com/office/drawing/2014/main" id="{DF8BDBA4-D614-5E40-9EAD-7468F004E3FA}"/>
                  </a:ext>
                </a:extLst>
              </p:cNvPr>
              <p:cNvSpPr/>
              <p:nvPr/>
            </p:nvSpPr>
            <p:spPr>
              <a:xfrm>
                <a:off x="524931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0" name="Freeform: Shape 11669">
                <a:extLst>
                  <a:ext uri="{FF2B5EF4-FFF2-40B4-BE49-F238E27FC236}">
                    <a16:creationId xmlns:a16="http://schemas.microsoft.com/office/drawing/2014/main" id="{DCB5E6BA-B79F-4B49-D06D-F344DC1749D8}"/>
                  </a:ext>
                </a:extLst>
              </p:cNvPr>
              <p:cNvSpPr/>
              <p:nvPr/>
            </p:nvSpPr>
            <p:spPr>
              <a:xfrm>
                <a:off x="524931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1" name="Freeform: Shape 11670">
                <a:extLst>
                  <a:ext uri="{FF2B5EF4-FFF2-40B4-BE49-F238E27FC236}">
                    <a16:creationId xmlns:a16="http://schemas.microsoft.com/office/drawing/2014/main" id="{1E45BEDC-58B4-FA57-4FFE-06427AE13D80}"/>
                  </a:ext>
                </a:extLst>
              </p:cNvPr>
              <p:cNvSpPr/>
              <p:nvPr/>
            </p:nvSpPr>
            <p:spPr>
              <a:xfrm>
                <a:off x="524931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2" name="Freeform: Shape 11671">
                <a:extLst>
                  <a:ext uri="{FF2B5EF4-FFF2-40B4-BE49-F238E27FC236}">
                    <a16:creationId xmlns:a16="http://schemas.microsoft.com/office/drawing/2014/main" id="{81CEC6A5-FD95-FD4F-80B5-A4080C009C93}"/>
                  </a:ext>
                </a:extLst>
              </p:cNvPr>
              <p:cNvSpPr/>
              <p:nvPr/>
            </p:nvSpPr>
            <p:spPr>
              <a:xfrm>
                <a:off x="524931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3" name="Freeform: Shape 11672">
                <a:extLst>
                  <a:ext uri="{FF2B5EF4-FFF2-40B4-BE49-F238E27FC236}">
                    <a16:creationId xmlns:a16="http://schemas.microsoft.com/office/drawing/2014/main" id="{3743FE9A-047C-FA9F-0211-0FB7118445AE}"/>
                  </a:ext>
                </a:extLst>
              </p:cNvPr>
              <p:cNvSpPr/>
              <p:nvPr/>
            </p:nvSpPr>
            <p:spPr>
              <a:xfrm>
                <a:off x="524931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4" name="Freeform: Shape 11673">
                <a:extLst>
                  <a:ext uri="{FF2B5EF4-FFF2-40B4-BE49-F238E27FC236}">
                    <a16:creationId xmlns:a16="http://schemas.microsoft.com/office/drawing/2014/main" id="{923FAC41-9C2B-F757-E874-120A1F2D6C5F}"/>
                  </a:ext>
                </a:extLst>
              </p:cNvPr>
              <p:cNvSpPr/>
              <p:nvPr/>
            </p:nvSpPr>
            <p:spPr>
              <a:xfrm>
                <a:off x="524931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5" name="Freeform: Shape 11674">
                <a:extLst>
                  <a:ext uri="{FF2B5EF4-FFF2-40B4-BE49-F238E27FC236}">
                    <a16:creationId xmlns:a16="http://schemas.microsoft.com/office/drawing/2014/main" id="{AC0F377F-85E5-65C6-511C-EC484ED975E8}"/>
                  </a:ext>
                </a:extLst>
              </p:cNvPr>
              <p:cNvSpPr/>
              <p:nvPr/>
            </p:nvSpPr>
            <p:spPr>
              <a:xfrm>
                <a:off x="524931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6" name="Freeform: Shape 11675">
                <a:extLst>
                  <a:ext uri="{FF2B5EF4-FFF2-40B4-BE49-F238E27FC236}">
                    <a16:creationId xmlns:a16="http://schemas.microsoft.com/office/drawing/2014/main" id="{5564A018-BCD7-EBF9-1FE5-6A105387E012}"/>
                  </a:ext>
                </a:extLst>
              </p:cNvPr>
              <p:cNvSpPr/>
              <p:nvPr/>
            </p:nvSpPr>
            <p:spPr>
              <a:xfrm>
                <a:off x="524931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7" name="Freeform: Shape 11676">
                <a:extLst>
                  <a:ext uri="{FF2B5EF4-FFF2-40B4-BE49-F238E27FC236}">
                    <a16:creationId xmlns:a16="http://schemas.microsoft.com/office/drawing/2014/main" id="{B6723CE4-499F-9667-E6A1-6FA2412FA09B}"/>
                  </a:ext>
                </a:extLst>
              </p:cNvPr>
              <p:cNvSpPr/>
              <p:nvPr/>
            </p:nvSpPr>
            <p:spPr>
              <a:xfrm>
                <a:off x="524931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8" name="Freeform: Shape 11677">
                <a:extLst>
                  <a:ext uri="{FF2B5EF4-FFF2-40B4-BE49-F238E27FC236}">
                    <a16:creationId xmlns:a16="http://schemas.microsoft.com/office/drawing/2014/main" id="{F038628F-B5CA-E5E4-0595-96DE6A2D2469}"/>
                  </a:ext>
                </a:extLst>
              </p:cNvPr>
              <p:cNvSpPr/>
              <p:nvPr/>
            </p:nvSpPr>
            <p:spPr>
              <a:xfrm>
                <a:off x="524931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79" name="Freeform: Shape 11678">
                <a:extLst>
                  <a:ext uri="{FF2B5EF4-FFF2-40B4-BE49-F238E27FC236}">
                    <a16:creationId xmlns:a16="http://schemas.microsoft.com/office/drawing/2014/main" id="{43EEE588-F493-6F53-82B6-12C71630E942}"/>
                  </a:ext>
                </a:extLst>
              </p:cNvPr>
              <p:cNvSpPr/>
              <p:nvPr/>
            </p:nvSpPr>
            <p:spPr>
              <a:xfrm>
                <a:off x="524931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0" name="Freeform: Shape 11679">
                <a:extLst>
                  <a:ext uri="{FF2B5EF4-FFF2-40B4-BE49-F238E27FC236}">
                    <a16:creationId xmlns:a16="http://schemas.microsoft.com/office/drawing/2014/main" id="{797DA112-7437-1570-B124-9C7DB001F47D}"/>
                  </a:ext>
                </a:extLst>
              </p:cNvPr>
              <p:cNvSpPr/>
              <p:nvPr/>
            </p:nvSpPr>
            <p:spPr>
              <a:xfrm>
                <a:off x="524931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1" name="Freeform: Shape 11680">
                <a:extLst>
                  <a:ext uri="{FF2B5EF4-FFF2-40B4-BE49-F238E27FC236}">
                    <a16:creationId xmlns:a16="http://schemas.microsoft.com/office/drawing/2014/main" id="{4BE08E78-3A4B-D853-8DFD-C0A01BAAB172}"/>
                  </a:ext>
                </a:extLst>
              </p:cNvPr>
              <p:cNvSpPr/>
              <p:nvPr/>
            </p:nvSpPr>
            <p:spPr>
              <a:xfrm>
                <a:off x="524931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2" name="Freeform: Shape 11681">
                <a:extLst>
                  <a:ext uri="{FF2B5EF4-FFF2-40B4-BE49-F238E27FC236}">
                    <a16:creationId xmlns:a16="http://schemas.microsoft.com/office/drawing/2014/main" id="{B271ED8A-D2FF-9723-B7D0-E44B24C5E45C}"/>
                  </a:ext>
                </a:extLst>
              </p:cNvPr>
              <p:cNvSpPr/>
              <p:nvPr/>
            </p:nvSpPr>
            <p:spPr>
              <a:xfrm>
                <a:off x="524931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3" name="Freeform: Shape 11682">
                <a:extLst>
                  <a:ext uri="{FF2B5EF4-FFF2-40B4-BE49-F238E27FC236}">
                    <a16:creationId xmlns:a16="http://schemas.microsoft.com/office/drawing/2014/main" id="{D49F3793-256B-7C1C-AB85-869FF971E50B}"/>
                  </a:ext>
                </a:extLst>
              </p:cNvPr>
              <p:cNvSpPr/>
              <p:nvPr/>
            </p:nvSpPr>
            <p:spPr>
              <a:xfrm>
                <a:off x="524931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4" name="Freeform: Shape 11683">
                <a:extLst>
                  <a:ext uri="{FF2B5EF4-FFF2-40B4-BE49-F238E27FC236}">
                    <a16:creationId xmlns:a16="http://schemas.microsoft.com/office/drawing/2014/main" id="{BD5AFD1A-000A-06FB-5946-93774D29CA85}"/>
                  </a:ext>
                </a:extLst>
              </p:cNvPr>
              <p:cNvSpPr/>
              <p:nvPr/>
            </p:nvSpPr>
            <p:spPr>
              <a:xfrm>
                <a:off x="524931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5" name="Freeform: Shape 11684">
                <a:extLst>
                  <a:ext uri="{FF2B5EF4-FFF2-40B4-BE49-F238E27FC236}">
                    <a16:creationId xmlns:a16="http://schemas.microsoft.com/office/drawing/2014/main" id="{7652F2A1-0C0D-487A-BD1A-F69761A6590B}"/>
                  </a:ext>
                </a:extLst>
              </p:cNvPr>
              <p:cNvSpPr/>
              <p:nvPr/>
            </p:nvSpPr>
            <p:spPr>
              <a:xfrm>
                <a:off x="531162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6" name="Freeform: Shape 11685">
                <a:extLst>
                  <a:ext uri="{FF2B5EF4-FFF2-40B4-BE49-F238E27FC236}">
                    <a16:creationId xmlns:a16="http://schemas.microsoft.com/office/drawing/2014/main" id="{94C56A19-9B37-BEF1-22E1-87B0ABFEA158}"/>
                  </a:ext>
                </a:extLst>
              </p:cNvPr>
              <p:cNvSpPr/>
              <p:nvPr/>
            </p:nvSpPr>
            <p:spPr>
              <a:xfrm>
                <a:off x="531162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7" name="Freeform: Shape 11686">
                <a:extLst>
                  <a:ext uri="{FF2B5EF4-FFF2-40B4-BE49-F238E27FC236}">
                    <a16:creationId xmlns:a16="http://schemas.microsoft.com/office/drawing/2014/main" id="{4F476EC1-ED03-FCC4-30F4-4678BDFCE50A}"/>
                  </a:ext>
                </a:extLst>
              </p:cNvPr>
              <p:cNvSpPr/>
              <p:nvPr/>
            </p:nvSpPr>
            <p:spPr>
              <a:xfrm>
                <a:off x="531162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8" name="Freeform: Shape 11687">
                <a:extLst>
                  <a:ext uri="{FF2B5EF4-FFF2-40B4-BE49-F238E27FC236}">
                    <a16:creationId xmlns:a16="http://schemas.microsoft.com/office/drawing/2014/main" id="{484B81D2-3808-44D2-5AB6-E3FE60C42055}"/>
                  </a:ext>
                </a:extLst>
              </p:cNvPr>
              <p:cNvSpPr/>
              <p:nvPr/>
            </p:nvSpPr>
            <p:spPr>
              <a:xfrm>
                <a:off x="531162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89" name="Freeform: Shape 11688">
                <a:extLst>
                  <a:ext uri="{FF2B5EF4-FFF2-40B4-BE49-F238E27FC236}">
                    <a16:creationId xmlns:a16="http://schemas.microsoft.com/office/drawing/2014/main" id="{89338473-AD56-4F31-F911-2FAA3421C90F}"/>
                  </a:ext>
                </a:extLst>
              </p:cNvPr>
              <p:cNvSpPr/>
              <p:nvPr/>
            </p:nvSpPr>
            <p:spPr>
              <a:xfrm>
                <a:off x="531162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0" name="Freeform: Shape 11689">
                <a:extLst>
                  <a:ext uri="{FF2B5EF4-FFF2-40B4-BE49-F238E27FC236}">
                    <a16:creationId xmlns:a16="http://schemas.microsoft.com/office/drawing/2014/main" id="{023B3006-E243-BBC0-954F-FAE8C8B9B828}"/>
                  </a:ext>
                </a:extLst>
              </p:cNvPr>
              <p:cNvSpPr/>
              <p:nvPr/>
            </p:nvSpPr>
            <p:spPr>
              <a:xfrm>
                <a:off x="531162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1" name="Freeform: Shape 11690">
                <a:extLst>
                  <a:ext uri="{FF2B5EF4-FFF2-40B4-BE49-F238E27FC236}">
                    <a16:creationId xmlns:a16="http://schemas.microsoft.com/office/drawing/2014/main" id="{919A5FA1-6513-9177-88A2-0C8F904EB550}"/>
                  </a:ext>
                </a:extLst>
              </p:cNvPr>
              <p:cNvSpPr/>
              <p:nvPr/>
            </p:nvSpPr>
            <p:spPr>
              <a:xfrm>
                <a:off x="531162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2" name="Freeform: Shape 11691">
                <a:extLst>
                  <a:ext uri="{FF2B5EF4-FFF2-40B4-BE49-F238E27FC236}">
                    <a16:creationId xmlns:a16="http://schemas.microsoft.com/office/drawing/2014/main" id="{CF215173-146E-64F8-844E-F8DB7670E46C}"/>
                  </a:ext>
                </a:extLst>
              </p:cNvPr>
              <p:cNvSpPr/>
              <p:nvPr/>
            </p:nvSpPr>
            <p:spPr>
              <a:xfrm>
                <a:off x="531162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3" name="Freeform: Shape 11692">
                <a:extLst>
                  <a:ext uri="{FF2B5EF4-FFF2-40B4-BE49-F238E27FC236}">
                    <a16:creationId xmlns:a16="http://schemas.microsoft.com/office/drawing/2014/main" id="{7642F44B-8549-AC22-7436-D2853EDAE15B}"/>
                  </a:ext>
                </a:extLst>
              </p:cNvPr>
              <p:cNvSpPr/>
              <p:nvPr/>
            </p:nvSpPr>
            <p:spPr>
              <a:xfrm>
                <a:off x="531162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4" name="Freeform: Shape 11693">
                <a:extLst>
                  <a:ext uri="{FF2B5EF4-FFF2-40B4-BE49-F238E27FC236}">
                    <a16:creationId xmlns:a16="http://schemas.microsoft.com/office/drawing/2014/main" id="{AFBB9BA8-7D88-2BB3-6B20-F108773C0552}"/>
                  </a:ext>
                </a:extLst>
              </p:cNvPr>
              <p:cNvSpPr/>
              <p:nvPr/>
            </p:nvSpPr>
            <p:spPr>
              <a:xfrm>
                <a:off x="531162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5" name="Freeform: Shape 11694">
                <a:extLst>
                  <a:ext uri="{FF2B5EF4-FFF2-40B4-BE49-F238E27FC236}">
                    <a16:creationId xmlns:a16="http://schemas.microsoft.com/office/drawing/2014/main" id="{52057FE0-159B-0594-947F-A0265BA7A9C3}"/>
                  </a:ext>
                </a:extLst>
              </p:cNvPr>
              <p:cNvSpPr/>
              <p:nvPr/>
            </p:nvSpPr>
            <p:spPr>
              <a:xfrm>
                <a:off x="531162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6" name="Freeform: Shape 11695">
                <a:extLst>
                  <a:ext uri="{FF2B5EF4-FFF2-40B4-BE49-F238E27FC236}">
                    <a16:creationId xmlns:a16="http://schemas.microsoft.com/office/drawing/2014/main" id="{A2162979-D8E1-1EFB-E465-FF4CF244CA89}"/>
                  </a:ext>
                </a:extLst>
              </p:cNvPr>
              <p:cNvSpPr/>
              <p:nvPr/>
            </p:nvSpPr>
            <p:spPr>
              <a:xfrm>
                <a:off x="531162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7" name="Freeform: Shape 11696">
                <a:extLst>
                  <a:ext uri="{FF2B5EF4-FFF2-40B4-BE49-F238E27FC236}">
                    <a16:creationId xmlns:a16="http://schemas.microsoft.com/office/drawing/2014/main" id="{B26AD02B-9F04-08D4-0BA9-F758F960D540}"/>
                  </a:ext>
                </a:extLst>
              </p:cNvPr>
              <p:cNvSpPr/>
              <p:nvPr/>
            </p:nvSpPr>
            <p:spPr>
              <a:xfrm>
                <a:off x="531162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8" name="Freeform: Shape 11697">
                <a:extLst>
                  <a:ext uri="{FF2B5EF4-FFF2-40B4-BE49-F238E27FC236}">
                    <a16:creationId xmlns:a16="http://schemas.microsoft.com/office/drawing/2014/main" id="{FC67FD3B-5821-2DD6-876D-F9013F1441B6}"/>
                  </a:ext>
                </a:extLst>
              </p:cNvPr>
              <p:cNvSpPr/>
              <p:nvPr/>
            </p:nvSpPr>
            <p:spPr>
              <a:xfrm>
                <a:off x="531162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699" name="Freeform: Shape 11698">
                <a:extLst>
                  <a:ext uri="{FF2B5EF4-FFF2-40B4-BE49-F238E27FC236}">
                    <a16:creationId xmlns:a16="http://schemas.microsoft.com/office/drawing/2014/main" id="{93DA1994-DE16-57A2-F9AE-B1932420C9C1}"/>
                  </a:ext>
                </a:extLst>
              </p:cNvPr>
              <p:cNvSpPr/>
              <p:nvPr/>
            </p:nvSpPr>
            <p:spPr>
              <a:xfrm>
                <a:off x="531162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0" name="Freeform: Shape 11699">
                <a:extLst>
                  <a:ext uri="{FF2B5EF4-FFF2-40B4-BE49-F238E27FC236}">
                    <a16:creationId xmlns:a16="http://schemas.microsoft.com/office/drawing/2014/main" id="{F8E67A1F-6A09-89DB-40D0-4EAB16B8DFE0}"/>
                  </a:ext>
                </a:extLst>
              </p:cNvPr>
              <p:cNvSpPr/>
              <p:nvPr/>
            </p:nvSpPr>
            <p:spPr>
              <a:xfrm>
                <a:off x="531162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1" name="Freeform: Shape 11700">
                <a:extLst>
                  <a:ext uri="{FF2B5EF4-FFF2-40B4-BE49-F238E27FC236}">
                    <a16:creationId xmlns:a16="http://schemas.microsoft.com/office/drawing/2014/main" id="{C8D61B38-3BC5-6063-50D1-3B0A3A79B0FB}"/>
                  </a:ext>
                </a:extLst>
              </p:cNvPr>
              <p:cNvSpPr/>
              <p:nvPr/>
            </p:nvSpPr>
            <p:spPr>
              <a:xfrm>
                <a:off x="531162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2" name="Freeform: Shape 11701">
                <a:extLst>
                  <a:ext uri="{FF2B5EF4-FFF2-40B4-BE49-F238E27FC236}">
                    <a16:creationId xmlns:a16="http://schemas.microsoft.com/office/drawing/2014/main" id="{D541EF9B-B882-ED0E-58A1-941B60CA7C88}"/>
                  </a:ext>
                </a:extLst>
              </p:cNvPr>
              <p:cNvSpPr/>
              <p:nvPr/>
            </p:nvSpPr>
            <p:spPr>
              <a:xfrm>
                <a:off x="531162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3" name="Freeform: Shape 11702">
                <a:extLst>
                  <a:ext uri="{FF2B5EF4-FFF2-40B4-BE49-F238E27FC236}">
                    <a16:creationId xmlns:a16="http://schemas.microsoft.com/office/drawing/2014/main" id="{EEC6C0D1-1053-722E-4C19-FE19A7D27DA0}"/>
                  </a:ext>
                </a:extLst>
              </p:cNvPr>
              <p:cNvSpPr/>
              <p:nvPr/>
            </p:nvSpPr>
            <p:spPr>
              <a:xfrm>
                <a:off x="531162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4" name="Freeform: Shape 11703">
                <a:extLst>
                  <a:ext uri="{FF2B5EF4-FFF2-40B4-BE49-F238E27FC236}">
                    <a16:creationId xmlns:a16="http://schemas.microsoft.com/office/drawing/2014/main" id="{DBE437FA-1FE8-6ACA-DC91-E8B497134553}"/>
                  </a:ext>
                </a:extLst>
              </p:cNvPr>
              <p:cNvSpPr/>
              <p:nvPr/>
            </p:nvSpPr>
            <p:spPr>
              <a:xfrm>
                <a:off x="531162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14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5" name="Freeform: Shape 11704">
                <a:extLst>
                  <a:ext uri="{FF2B5EF4-FFF2-40B4-BE49-F238E27FC236}">
                    <a16:creationId xmlns:a16="http://schemas.microsoft.com/office/drawing/2014/main" id="{0672E87B-9856-6D11-AC8E-04C44DA10D67}"/>
                  </a:ext>
                </a:extLst>
              </p:cNvPr>
              <p:cNvSpPr/>
              <p:nvPr/>
            </p:nvSpPr>
            <p:spPr>
              <a:xfrm>
                <a:off x="531162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6" name="Freeform: Shape 11705">
                <a:extLst>
                  <a:ext uri="{FF2B5EF4-FFF2-40B4-BE49-F238E27FC236}">
                    <a16:creationId xmlns:a16="http://schemas.microsoft.com/office/drawing/2014/main" id="{C6F1467E-3237-49CA-5CC2-FF643038D898}"/>
                  </a:ext>
                </a:extLst>
              </p:cNvPr>
              <p:cNvSpPr/>
              <p:nvPr/>
            </p:nvSpPr>
            <p:spPr>
              <a:xfrm>
                <a:off x="531162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7" name="Freeform: Shape 11706">
                <a:extLst>
                  <a:ext uri="{FF2B5EF4-FFF2-40B4-BE49-F238E27FC236}">
                    <a16:creationId xmlns:a16="http://schemas.microsoft.com/office/drawing/2014/main" id="{DD0E58EC-DD72-5BBE-EC22-2EC4EB8F92B5}"/>
                  </a:ext>
                </a:extLst>
              </p:cNvPr>
              <p:cNvSpPr/>
              <p:nvPr/>
            </p:nvSpPr>
            <p:spPr>
              <a:xfrm>
                <a:off x="531162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8" name="Freeform: Shape 11707">
                <a:extLst>
                  <a:ext uri="{FF2B5EF4-FFF2-40B4-BE49-F238E27FC236}">
                    <a16:creationId xmlns:a16="http://schemas.microsoft.com/office/drawing/2014/main" id="{3FF6DC6E-A29F-E35B-D1F0-B911EC2AA35A}"/>
                  </a:ext>
                </a:extLst>
              </p:cNvPr>
              <p:cNvSpPr/>
              <p:nvPr/>
            </p:nvSpPr>
            <p:spPr>
              <a:xfrm>
                <a:off x="531162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09" name="Freeform: Shape 11708">
                <a:extLst>
                  <a:ext uri="{FF2B5EF4-FFF2-40B4-BE49-F238E27FC236}">
                    <a16:creationId xmlns:a16="http://schemas.microsoft.com/office/drawing/2014/main" id="{947CF9C9-C0E4-981C-734A-E4D9B2EE3AC7}"/>
                  </a:ext>
                </a:extLst>
              </p:cNvPr>
              <p:cNvSpPr/>
              <p:nvPr/>
            </p:nvSpPr>
            <p:spPr>
              <a:xfrm>
                <a:off x="531162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0" name="Freeform: Shape 11709">
                <a:extLst>
                  <a:ext uri="{FF2B5EF4-FFF2-40B4-BE49-F238E27FC236}">
                    <a16:creationId xmlns:a16="http://schemas.microsoft.com/office/drawing/2014/main" id="{5B3F6A18-1946-C313-6726-597C06671C74}"/>
                  </a:ext>
                </a:extLst>
              </p:cNvPr>
              <p:cNvSpPr/>
              <p:nvPr/>
            </p:nvSpPr>
            <p:spPr>
              <a:xfrm>
                <a:off x="531162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1" name="Freeform: Shape 11710">
                <a:extLst>
                  <a:ext uri="{FF2B5EF4-FFF2-40B4-BE49-F238E27FC236}">
                    <a16:creationId xmlns:a16="http://schemas.microsoft.com/office/drawing/2014/main" id="{2060ACB6-F743-B7F0-952E-66D596B49954}"/>
                  </a:ext>
                </a:extLst>
              </p:cNvPr>
              <p:cNvSpPr/>
              <p:nvPr/>
            </p:nvSpPr>
            <p:spPr>
              <a:xfrm>
                <a:off x="531162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2" name="Freeform: Shape 11711">
                <a:extLst>
                  <a:ext uri="{FF2B5EF4-FFF2-40B4-BE49-F238E27FC236}">
                    <a16:creationId xmlns:a16="http://schemas.microsoft.com/office/drawing/2014/main" id="{A35EE484-45F8-B531-6CF3-5F2843B37293}"/>
                  </a:ext>
                </a:extLst>
              </p:cNvPr>
              <p:cNvSpPr/>
              <p:nvPr/>
            </p:nvSpPr>
            <p:spPr>
              <a:xfrm>
                <a:off x="537394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3" name="Freeform: Shape 11712">
                <a:extLst>
                  <a:ext uri="{FF2B5EF4-FFF2-40B4-BE49-F238E27FC236}">
                    <a16:creationId xmlns:a16="http://schemas.microsoft.com/office/drawing/2014/main" id="{C371CE54-3C9A-3B32-3B67-DA5D8335C7C5}"/>
                  </a:ext>
                </a:extLst>
              </p:cNvPr>
              <p:cNvSpPr/>
              <p:nvPr/>
            </p:nvSpPr>
            <p:spPr>
              <a:xfrm>
                <a:off x="537394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4" name="Freeform: Shape 11713">
                <a:extLst>
                  <a:ext uri="{FF2B5EF4-FFF2-40B4-BE49-F238E27FC236}">
                    <a16:creationId xmlns:a16="http://schemas.microsoft.com/office/drawing/2014/main" id="{391E6436-5463-8DE3-8EF9-D83A22A666C3}"/>
                  </a:ext>
                </a:extLst>
              </p:cNvPr>
              <p:cNvSpPr/>
              <p:nvPr/>
            </p:nvSpPr>
            <p:spPr>
              <a:xfrm>
                <a:off x="537394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5" name="Freeform: Shape 11714">
                <a:extLst>
                  <a:ext uri="{FF2B5EF4-FFF2-40B4-BE49-F238E27FC236}">
                    <a16:creationId xmlns:a16="http://schemas.microsoft.com/office/drawing/2014/main" id="{1A399EE5-31AF-9083-E5FC-5C019077A520}"/>
                  </a:ext>
                </a:extLst>
              </p:cNvPr>
              <p:cNvSpPr/>
              <p:nvPr/>
            </p:nvSpPr>
            <p:spPr>
              <a:xfrm>
                <a:off x="537394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6" name="Freeform: Shape 11715">
                <a:extLst>
                  <a:ext uri="{FF2B5EF4-FFF2-40B4-BE49-F238E27FC236}">
                    <a16:creationId xmlns:a16="http://schemas.microsoft.com/office/drawing/2014/main" id="{FAEAA87E-FA4E-6A72-C6E1-33C179FAA9EF}"/>
                  </a:ext>
                </a:extLst>
              </p:cNvPr>
              <p:cNvSpPr/>
              <p:nvPr/>
            </p:nvSpPr>
            <p:spPr>
              <a:xfrm>
                <a:off x="537394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7" name="Freeform: Shape 11716">
                <a:extLst>
                  <a:ext uri="{FF2B5EF4-FFF2-40B4-BE49-F238E27FC236}">
                    <a16:creationId xmlns:a16="http://schemas.microsoft.com/office/drawing/2014/main" id="{5BBF6173-AE7C-67E8-2B78-68331CFFA972}"/>
                  </a:ext>
                </a:extLst>
              </p:cNvPr>
              <p:cNvSpPr/>
              <p:nvPr/>
            </p:nvSpPr>
            <p:spPr>
              <a:xfrm>
                <a:off x="537394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8" name="Freeform: Shape 11717">
                <a:extLst>
                  <a:ext uri="{FF2B5EF4-FFF2-40B4-BE49-F238E27FC236}">
                    <a16:creationId xmlns:a16="http://schemas.microsoft.com/office/drawing/2014/main" id="{0EF80BE4-1AA6-AC1F-53CE-7557EAD885EF}"/>
                  </a:ext>
                </a:extLst>
              </p:cNvPr>
              <p:cNvSpPr/>
              <p:nvPr/>
            </p:nvSpPr>
            <p:spPr>
              <a:xfrm>
                <a:off x="537394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19" name="Freeform: Shape 11718">
                <a:extLst>
                  <a:ext uri="{FF2B5EF4-FFF2-40B4-BE49-F238E27FC236}">
                    <a16:creationId xmlns:a16="http://schemas.microsoft.com/office/drawing/2014/main" id="{33E4F20B-E6E8-6D10-79E7-EE43924AF7EF}"/>
                  </a:ext>
                </a:extLst>
              </p:cNvPr>
              <p:cNvSpPr/>
              <p:nvPr/>
            </p:nvSpPr>
            <p:spPr>
              <a:xfrm>
                <a:off x="537394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0" name="Freeform: Shape 11719">
                <a:extLst>
                  <a:ext uri="{FF2B5EF4-FFF2-40B4-BE49-F238E27FC236}">
                    <a16:creationId xmlns:a16="http://schemas.microsoft.com/office/drawing/2014/main" id="{2C763B64-7ABA-2D20-5093-E8D12A44E390}"/>
                  </a:ext>
                </a:extLst>
              </p:cNvPr>
              <p:cNvSpPr/>
              <p:nvPr/>
            </p:nvSpPr>
            <p:spPr>
              <a:xfrm>
                <a:off x="537394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1" name="Freeform: Shape 11720">
                <a:extLst>
                  <a:ext uri="{FF2B5EF4-FFF2-40B4-BE49-F238E27FC236}">
                    <a16:creationId xmlns:a16="http://schemas.microsoft.com/office/drawing/2014/main" id="{E9C52F90-CCCC-C0D1-C072-E260D0D02CA7}"/>
                  </a:ext>
                </a:extLst>
              </p:cNvPr>
              <p:cNvSpPr/>
              <p:nvPr/>
            </p:nvSpPr>
            <p:spPr>
              <a:xfrm>
                <a:off x="537394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2" name="Freeform: Shape 11721">
                <a:extLst>
                  <a:ext uri="{FF2B5EF4-FFF2-40B4-BE49-F238E27FC236}">
                    <a16:creationId xmlns:a16="http://schemas.microsoft.com/office/drawing/2014/main" id="{AB9C0F17-F26C-B8D2-A191-89A7E30BE76D}"/>
                  </a:ext>
                </a:extLst>
              </p:cNvPr>
              <p:cNvSpPr/>
              <p:nvPr/>
            </p:nvSpPr>
            <p:spPr>
              <a:xfrm>
                <a:off x="537394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3" name="Freeform: Shape 11722">
                <a:extLst>
                  <a:ext uri="{FF2B5EF4-FFF2-40B4-BE49-F238E27FC236}">
                    <a16:creationId xmlns:a16="http://schemas.microsoft.com/office/drawing/2014/main" id="{19DA8A91-948C-0423-01D4-8620E3BB2444}"/>
                  </a:ext>
                </a:extLst>
              </p:cNvPr>
              <p:cNvSpPr/>
              <p:nvPr/>
            </p:nvSpPr>
            <p:spPr>
              <a:xfrm>
                <a:off x="537394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4" name="Freeform: Shape 11723">
                <a:extLst>
                  <a:ext uri="{FF2B5EF4-FFF2-40B4-BE49-F238E27FC236}">
                    <a16:creationId xmlns:a16="http://schemas.microsoft.com/office/drawing/2014/main" id="{1A8E94EB-4325-E92C-32BD-1963F5833D3C}"/>
                  </a:ext>
                </a:extLst>
              </p:cNvPr>
              <p:cNvSpPr/>
              <p:nvPr/>
            </p:nvSpPr>
            <p:spPr>
              <a:xfrm>
                <a:off x="537394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5" name="Freeform: Shape 11724">
                <a:extLst>
                  <a:ext uri="{FF2B5EF4-FFF2-40B4-BE49-F238E27FC236}">
                    <a16:creationId xmlns:a16="http://schemas.microsoft.com/office/drawing/2014/main" id="{3D15FD98-671D-C61A-8ED4-FE45146F6641}"/>
                  </a:ext>
                </a:extLst>
              </p:cNvPr>
              <p:cNvSpPr/>
              <p:nvPr/>
            </p:nvSpPr>
            <p:spPr>
              <a:xfrm>
                <a:off x="537394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6" name="Freeform: Shape 11725">
                <a:extLst>
                  <a:ext uri="{FF2B5EF4-FFF2-40B4-BE49-F238E27FC236}">
                    <a16:creationId xmlns:a16="http://schemas.microsoft.com/office/drawing/2014/main" id="{CA662110-FF16-F2CB-2F12-D990F5749EB0}"/>
                  </a:ext>
                </a:extLst>
              </p:cNvPr>
              <p:cNvSpPr/>
              <p:nvPr/>
            </p:nvSpPr>
            <p:spPr>
              <a:xfrm>
                <a:off x="537394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7" name="Freeform: Shape 11726">
                <a:extLst>
                  <a:ext uri="{FF2B5EF4-FFF2-40B4-BE49-F238E27FC236}">
                    <a16:creationId xmlns:a16="http://schemas.microsoft.com/office/drawing/2014/main" id="{4422C4E3-67A9-092B-90F6-9F04BA7B9A25}"/>
                  </a:ext>
                </a:extLst>
              </p:cNvPr>
              <p:cNvSpPr/>
              <p:nvPr/>
            </p:nvSpPr>
            <p:spPr>
              <a:xfrm>
                <a:off x="537394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8" name="Freeform: Shape 11727">
                <a:extLst>
                  <a:ext uri="{FF2B5EF4-FFF2-40B4-BE49-F238E27FC236}">
                    <a16:creationId xmlns:a16="http://schemas.microsoft.com/office/drawing/2014/main" id="{7ED6FF17-608D-0EC5-A4EF-AE25DD4468E5}"/>
                  </a:ext>
                </a:extLst>
              </p:cNvPr>
              <p:cNvSpPr/>
              <p:nvPr/>
            </p:nvSpPr>
            <p:spPr>
              <a:xfrm>
                <a:off x="537394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29" name="Freeform: Shape 11728">
                <a:extLst>
                  <a:ext uri="{FF2B5EF4-FFF2-40B4-BE49-F238E27FC236}">
                    <a16:creationId xmlns:a16="http://schemas.microsoft.com/office/drawing/2014/main" id="{12F51919-D3C6-0CAD-F98C-B68D830074DA}"/>
                  </a:ext>
                </a:extLst>
              </p:cNvPr>
              <p:cNvSpPr/>
              <p:nvPr/>
            </p:nvSpPr>
            <p:spPr>
              <a:xfrm>
                <a:off x="537394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0" name="Freeform: Shape 11729">
                <a:extLst>
                  <a:ext uri="{FF2B5EF4-FFF2-40B4-BE49-F238E27FC236}">
                    <a16:creationId xmlns:a16="http://schemas.microsoft.com/office/drawing/2014/main" id="{6842953A-B324-C7F6-79D5-39818CFA81CF}"/>
                  </a:ext>
                </a:extLst>
              </p:cNvPr>
              <p:cNvSpPr/>
              <p:nvPr/>
            </p:nvSpPr>
            <p:spPr>
              <a:xfrm>
                <a:off x="537394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1" name="Freeform: Shape 11730">
                <a:extLst>
                  <a:ext uri="{FF2B5EF4-FFF2-40B4-BE49-F238E27FC236}">
                    <a16:creationId xmlns:a16="http://schemas.microsoft.com/office/drawing/2014/main" id="{9A150A2E-F25C-16AB-E2B3-B7C9E375E243}"/>
                  </a:ext>
                </a:extLst>
              </p:cNvPr>
              <p:cNvSpPr/>
              <p:nvPr/>
            </p:nvSpPr>
            <p:spPr>
              <a:xfrm>
                <a:off x="537394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F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2" name="Freeform: Shape 11731">
                <a:extLst>
                  <a:ext uri="{FF2B5EF4-FFF2-40B4-BE49-F238E27FC236}">
                    <a16:creationId xmlns:a16="http://schemas.microsoft.com/office/drawing/2014/main" id="{E75E4CAF-2619-81F8-B91F-A1EC2FB9D3EB}"/>
                  </a:ext>
                </a:extLst>
              </p:cNvPr>
              <p:cNvSpPr/>
              <p:nvPr/>
            </p:nvSpPr>
            <p:spPr>
              <a:xfrm>
                <a:off x="537394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96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3" name="Freeform: Shape 11732">
                <a:extLst>
                  <a:ext uri="{FF2B5EF4-FFF2-40B4-BE49-F238E27FC236}">
                    <a16:creationId xmlns:a16="http://schemas.microsoft.com/office/drawing/2014/main" id="{E2985476-7872-94FA-E643-D7A79740F6EA}"/>
                  </a:ext>
                </a:extLst>
              </p:cNvPr>
              <p:cNvSpPr/>
              <p:nvPr/>
            </p:nvSpPr>
            <p:spPr>
              <a:xfrm>
                <a:off x="537394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4" name="Freeform: Shape 11733">
                <a:extLst>
                  <a:ext uri="{FF2B5EF4-FFF2-40B4-BE49-F238E27FC236}">
                    <a16:creationId xmlns:a16="http://schemas.microsoft.com/office/drawing/2014/main" id="{93F429FD-25DC-D3DA-DD15-A549F1455EEF}"/>
                  </a:ext>
                </a:extLst>
              </p:cNvPr>
              <p:cNvSpPr/>
              <p:nvPr/>
            </p:nvSpPr>
            <p:spPr>
              <a:xfrm>
                <a:off x="537394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5" name="Freeform: Shape 11734">
                <a:extLst>
                  <a:ext uri="{FF2B5EF4-FFF2-40B4-BE49-F238E27FC236}">
                    <a16:creationId xmlns:a16="http://schemas.microsoft.com/office/drawing/2014/main" id="{0F14641E-EF7A-C14D-1ADB-1425801D9B70}"/>
                  </a:ext>
                </a:extLst>
              </p:cNvPr>
              <p:cNvSpPr/>
              <p:nvPr/>
            </p:nvSpPr>
            <p:spPr>
              <a:xfrm>
                <a:off x="537394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6" name="Freeform: Shape 11735">
                <a:extLst>
                  <a:ext uri="{FF2B5EF4-FFF2-40B4-BE49-F238E27FC236}">
                    <a16:creationId xmlns:a16="http://schemas.microsoft.com/office/drawing/2014/main" id="{E1BF995E-F47B-D4C2-D987-D3BCDA394768}"/>
                  </a:ext>
                </a:extLst>
              </p:cNvPr>
              <p:cNvSpPr/>
              <p:nvPr/>
            </p:nvSpPr>
            <p:spPr>
              <a:xfrm>
                <a:off x="537394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7" name="Freeform: Shape 11736">
                <a:extLst>
                  <a:ext uri="{FF2B5EF4-FFF2-40B4-BE49-F238E27FC236}">
                    <a16:creationId xmlns:a16="http://schemas.microsoft.com/office/drawing/2014/main" id="{68D088A4-C032-3CBF-67AB-265D447A428D}"/>
                  </a:ext>
                </a:extLst>
              </p:cNvPr>
              <p:cNvSpPr/>
              <p:nvPr/>
            </p:nvSpPr>
            <p:spPr>
              <a:xfrm>
                <a:off x="537394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8" name="Freeform: Shape 11737">
                <a:extLst>
                  <a:ext uri="{FF2B5EF4-FFF2-40B4-BE49-F238E27FC236}">
                    <a16:creationId xmlns:a16="http://schemas.microsoft.com/office/drawing/2014/main" id="{59607BEC-8DC0-8FA7-F73A-057CBA3E9E14}"/>
                  </a:ext>
                </a:extLst>
              </p:cNvPr>
              <p:cNvSpPr/>
              <p:nvPr/>
            </p:nvSpPr>
            <p:spPr>
              <a:xfrm>
                <a:off x="537394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39" name="Freeform: Shape 11738">
                <a:extLst>
                  <a:ext uri="{FF2B5EF4-FFF2-40B4-BE49-F238E27FC236}">
                    <a16:creationId xmlns:a16="http://schemas.microsoft.com/office/drawing/2014/main" id="{3AA6D1E5-1C46-D6AA-E672-C9C9C88CA3B4}"/>
                  </a:ext>
                </a:extLst>
              </p:cNvPr>
              <p:cNvSpPr/>
              <p:nvPr/>
            </p:nvSpPr>
            <p:spPr>
              <a:xfrm>
                <a:off x="5436179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0" name="Freeform: Shape 11739">
                <a:extLst>
                  <a:ext uri="{FF2B5EF4-FFF2-40B4-BE49-F238E27FC236}">
                    <a16:creationId xmlns:a16="http://schemas.microsoft.com/office/drawing/2014/main" id="{F69A05B6-FED3-4315-281F-FC3D6FD920FF}"/>
                  </a:ext>
                </a:extLst>
              </p:cNvPr>
              <p:cNvSpPr/>
              <p:nvPr/>
            </p:nvSpPr>
            <p:spPr>
              <a:xfrm>
                <a:off x="5436179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F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1" name="Freeform: Shape 11740">
                <a:extLst>
                  <a:ext uri="{FF2B5EF4-FFF2-40B4-BE49-F238E27FC236}">
                    <a16:creationId xmlns:a16="http://schemas.microsoft.com/office/drawing/2014/main" id="{CCD37E2B-7E79-2509-705C-122C938C0B70}"/>
                  </a:ext>
                </a:extLst>
              </p:cNvPr>
              <p:cNvSpPr/>
              <p:nvPr/>
            </p:nvSpPr>
            <p:spPr>
              <a:xfrm>
                <a:off x="5436179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2" name="Freeform: Shape 11741">
                <a:extLst>
                  <a:ext uri="{FF2B5EF4-FFF2-40B4-BE49-F238E27FC236}">
                    <a16:creationId xmlns:a16="http://schemas.microsoft.com/office/drawing/2014/main" id="{477FADC6-6B52-1FA2-620B-8BEB6905EFDE}"/>
                  </a:ext>
                </a:extLst>
              </p:cNvPr>
              <p:cNvSpPr/>
              <p:nvPr/>
            </p:nvSpPr>
            <p:spPr>
              <a:xfrm>
                <a:off x="5436179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3" name="Freeform: Shape 11742">
                <a:extLst>
                  <a:ext uri="{FF2B5EF4-FFF2-40B4-BE49-F238E27FC236}">
                    <a16:creationId xmlns:a16="http://schemas.microsoft.com/office/drawing/2014/main" id="{1F74CF0D-628A-7224-DAED-6071FFFF0ECA}"/>
                  </a:ext>
                </a:extLst>
              </p:cNvPr>
              <p:cNvSpPr/>
              <p:nvPr/>
            </p:nvSpPr>
            <p:spPr>
              <a:xfrm>
                <a:off x="5436179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4" name="Freeform: Shape 11743">
                <a:extLst>
                  <a:ext uri="{FF2B5EF4-FFF2-40B4-BE49-F238E27FC236}">
                    <a16:creationId xmlns:a16="http://schemas.microsoft.com/office/drawing/2014/main" id="{CF9A1938-D4EE-B744-8A07-B47A71E6D5D6}"/>
                  </a:ext>
                </a:extLst>
              </p:cNvPr>
              <p:cNvSpPr/>
              <p:nvPr/>
            </p:nvSpPr>
            <p:spPr>
              <a:xfrm>
                <a:off x="5436179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5" name="Freeform: Shape 11744">
                <a:extLst>
                  <a:ext uri="{FF2B5EF4-FFF2-40B4-BE49-F238E27FC236}">
                    <a16:creationId xmlns:a16="http://schemas.microsoft.com/office/drawing/2014/main" id="{71C09390-E60B-9D2F-B962-42944333657C}"/>
                  </a:ext>
                </a:extLst>
              </p:cNvPr>
              <p:cNvSpPr/>
              <p:nvPr/>
            </p:nvSpPr>
            <p:spPr>
              <a:xfrm>
                <a:off x="5436179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6" name="Freeform: Shape 11745">
                <a:extLst>
                  <a:ext uri="{FF2B5EF4-FFF2-40B4-BE49-F238E27FC236}">
                    <a16:creationId xmlns:a16="http://schemas.microsoft.com/office/drawing/2014/main" id="{4D6A49AB-74DF-94E5-0EBB-6DE8AF6829CB}"/>
                  </a:ext>
                </a:extLst>
              </p:cNvPr>
              <p:cNvSpPr/>
              <p:nvPr/>
            </p:nvSpPr>
            <p:spPr>
              <a:xfrm>
                <a:off x="5436179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7" name="Freeform: Shape 11746">
                <a:extLst>
                  <a:ext uri="{FF2B5EF4-FFF2-40B4-BE49-F238E27FC236}">
                    <a16:creationId xmlns:a16="http://schemas.microsoft.com/office/drawing/2014/main" id="{1D8E9D97-DD3B-1EE6-CBE6-2617CD42EE07}"/>
                  </a:ext>
                </a:extLst>
              </p:cNvPr>
              <p:cNvSpPr/>
              <p:nvPr/>
            </p:nvSpPr>
            <p:spPr>
              <a:xfrm>
                <a:off x="5436179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8" name="Freeform: Shape 11747">
                <a:extLst>
                  <a:ext uri="{FF2B5EF4-FFF2-40B4-BE49-F238E27FC236}">
                    <a16:creationId xmlns:a16="http://schemas.microsoft.com/office/drawing/2014/main" id="{1B337EE7-6521-BF86-30B4-1A5702E45BA6}"/>
                  </a:ext>
                </a:extLst>
              </p:cNvPr>
              <p:cNvSpPr/>
              <p:nvPr/>
            </p:nvSpPr>
            <p:spPr>
              <a:xfrm>
                <a:off x="5436179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49" name="Freeform: Shape 11748">
                <a:extLst>
                  <a:ext uri="{FF2B5EF4-FFF2-40B4-BE49-F238E27FC236}">
                    <a16:creationId xmlns:a16="http://schemas.microsoft.com/office/drawing/2014/main" id="{78A25CEF-0D49-EEE6-4F4F-32E4B437D558}"/>
                  </a:ext>
                </a:extLst>
              </p:cNvPr>
              <p:cNvSpPr/>
              <p:nvPr/>
            </p:nvSpPr>
            <p:spPr>
              <a:xfrm>
                <a:off x="5436179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0" name="Freeform: Shape 11749">
                <a:extLst>
                  <a:ext uri="{FF2B5EF4-FFF2-40B4-BE49-F238E27FC236}">
                    <a16:creationId xmlns:a16="http://schemas.microsoft.com/office/drawing/2014/main" id="{EE2BC90D-8FA2-1887-4F0E-03ED18936FC4}"/>
                  </a:ext>
                </a:extLst>
              </p:cNvPr>
              <p:cNvSpPr/>
              <p:nvPr/>
            </p:nvSpPr>
            <p:spPr>
              <a:xfrm>
                <a:off x="5436179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1" name="Freeform: Shape 11750">
                <a:extLst>
                  <a:ext uri="{FF2B5EF4-FFF2-40B4-BE49-F238E27FC236}">
                    <a16:creationId xmlns:a16="http://schemas.microsoft.com/office/drawing/2014/main" id="{9B160A19-A7B2-7229-6FDA-4F44DA869FC5}"/>
                  </a:ext>
                </a:extLst>
              </p:cNvPr>
              <p:cNvSpPr/>
              <p:nvPr/>
            </p:nvSpPr>
            <p:spPr>
              <a:xfrm>
                <a:off x="5436179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2" name="Freeform: Shape 11751">
                <a:extLst>
                  <a:ext uri="{FF2B5EF4-FFF2-40B4-BE49-F238E27FC236}">
                    <a16:creationId xmlns:a16="http://schemas.microsoft.com/office/drawing/2014/main" id="{13E2288F-0070-8B39-02E9-DCFBC50A4E79}"/>
                  </a:ext>
                </a:extLst>
              </p:cNvPr>
              <p:cNvSpPr/>
              <p:nvPr/>
            </p:nvSpPr>
            <p:spPr>
              <a:xfrm>
                <a:off x="5436179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3" name="Freeform: Shape 11752">
                <a:extLst>
                  <a:ext uri="{FF2B5EF4-FFF2-40B4-BE49-F238E27FC236}">
                    <a16:creationId xmlns:a16="http://schemas.microsoft.com/office/drawing/2014/main" id="{3588707B-A0D6-2462-08FA-AF890E5BE4CB}"/>
                  </a:ext>
                </a:extLst>
              </p:cNvPr>
              <p:cNvSpPr/>
              <p:nvPr/>
            </p:nvSpPr>
            <p:spPr>
              <a:xfrm>
                <a:off x="5436179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4" name="Freeform: Shape 11753">
                <a:extLst>
                  <a:ext uri="{FF2B5EF4-FFF2-40B4-BE49-F238E27FC236}">
                    <a16:creationId xmlns:a16="http://schemas.microsoft.com/office/drawing/2014/main" id="{F59CD2F2-4154-E50B-868F-FDD669C14150}"/>
                  </a:ext>
                </a:extLst>
              </p:cNvPr>
              <p:cNvSpPr/>
              <p:nvPr/>
            </p:nvSpPr>
            <p:spPr>
              <a:xfrm>
                <a:off x="5436179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5" name="Freeform: Shape 11754">
                <a:extLst>
                  <a:ext uri="{FF2B5EF4-FFF2-40B4-BE49-F238E27FC236}">
                    <a16:creationId xmlns:a16="http://schemas.microsoft.com/office/drawing/2014/main" id="{12F6DEFA-A36B-EC88-1CC1-8F7CB3ABD081}"/>
                  </a:ext>
                </a:extLst>
              </p:cNvPr>
              <p:cNvSpPr/>
              <p:nvPr/>
            </p:nvSpPr>
            <p:spPr>
              <a:xfrm>
                <a:off x="5436179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6" name="Freeform: Shape 11755">
                <a:extLst>
                  <a:ext uri="{FF2B5EF4-FFF2-40B4-BE49-F238E27FC236}">
                    <a16:creationId xmlns:a16="http://schemas.microsoft.com/office/drawing/2014/main" id="{BB19C4E7-1F4C-1C64-2C4F-0701CAEAB55A}"/>
                  </a:ext>
                </a:extLst>
              </p:cNvPr>
              <p:cNvSpPr/>
              <p:nvPr/>
            </p:nvSpPr>
            <p:spPr>
              <a:xfrm>
                <a:off x="5436179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7" name="Freeform: Shape 11756">
                <a:extLst>
                  <a:ext uri="{FF2B5EF4-FFF2-40B4-BE49-F238E27FC236}">
                    <a16:creationId xmlns:a16="http://schemas.microsoft.com/office/drawing/2014/main" id="{733F9BAC-AC01-F226-2635-724B75931E08}"/>
                  </a:ext>
                </a:extLst>
              </p:cNvPr>
              <p:cNvSpPr/>
              <p:nvPr/>
            </p:nvSpPr>
            <p:spPr>
              <a:xfrm>
                <a:off x="5436179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8" name="Freeform: Shape 11757">
                <a:extLst>
                  <a:ext uri="{FF2B5EF4-FFF2-40B4-BE49-F238E27FC236}">
                    <a16:creationId xmlns:a16="http://schemas.microsoft.com/office/drawing/2014/main" id="{F049A7DD-B95C-4E80-575A-D2E47CE9BC19}"/>
                  </a:ext>
                </a:extLst>
              </p:cNvPr>
              <p:cNvSpPr/>
              <p:nvPr/>
            </p:nvSpPr>
            <p:spPr>
              <a:xfrm>
                <a:off x="5436179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59" name="Freeform: Shape 11758">
                <a:extLst>
                  <a:ext uri="{FF2B5EF4-FFF2-40B4-BE49-F238E27FC236}">
                    <a16:creationId xmlns:a16="http://schemas.microsoft.com/office/drawing/2014/main" id="{095603DA-9561-D4BC-150A-DB15249DBFDB}"/>
                  </a:ext>
                </a:extLst>
              </p:cNvPr>
              <p:cNvSpPr/>
              <p:nvPr/>
            </p:nvSpPr>
            <p:spPr>
              <a:xfrm>
                <a:off x="5436179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0" name="Freeform: Shape 11759">
                <a:extLst>
                  <a:ext uri="{FF2B5EF4-FFF2-40B4-BE49-F238E27FC236}">
                    <a16:creationId xmlns:a16="http://schemas.microsoft.com/office/drawing/2014/main" id="{489A4297-E38A-A8F1-F04E-2CE16471200E}"/>
                  </a:ext>
                </a:extLst>
              </p:cNvPr>
              <p:cNvSpPr/>
              <p:nvPr/>
            </p:nvSpPr>
            <p:spPr>
              <a:xfrm>
                <a:off x="5436179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1" name="Freeform: Shape 11760">
                <a:extLst>
                  <a:ext uri="{FF2B5EF4-FFF2-40B4-BE49-F238E27FC236}">
                    <a16:creationId xmlns:a16="http://schemas.microsoft.com/office/drawing/2014/main" id="{3B57B2EC-D986-6D88-7346-27391642E15F}"/>
                  </a:ext>
                </a:extLst>
              </p:cNvPr>
              <p:cNvSpPr/>
              <p:nvPr/>
            </p:nvSpPr>
            <p:spPr>
              <a:xfrm>
                <a:off x="5436179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2" name="Freeform: Shape 11761">
                <a:extLst>
                  <a:ext uri="{FF2B5EF4-FFF2-40B4-BE49-F238E27FC236}">
                    <a16:creationId xmlns:a16="http://schemas.microsoft.com/office/drawing/2014/main" id="{BDD6B94C-52FE-3EDA-653D-3BD76E8A9B27}"/>
                  </a:ext>
                </a:extLst>
              </p:cNvPr>
              <p:cNvSpPr/>
              <p:nvPr/>
            </p:nvSpPr>
            <p:spPr>
              <a:xfrm>
                <a:off x="5436179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3" name="Freeform: Shape 11762">
                <a:extLst>
                  <a:ext uri="{FF2B5EF4-FFF2-40B4-BE49-F238E27FC236}">
                    <a16:creationId xmlns:a16="http://schemas.microsoft.com/office/drawing/2014/main" id="{D461B789-B84A-2A66-1F40-3EB6F08D80FE}"/>
                  </a:ext>
                </a:extLst>
              </p:cNvPr>
              <p:cNvSpPr/>
              <p:nvPr/>
            </p:nvSpPr>
            <p:spPr>
              <a:xfrm>
                <a:off x="5436179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4" name="Freeform: Shape 11763">
                <a:extLst>
                  <a:ext uri="{FF2B5EF4-FFF2-40B4-BE49-F238E27FC236}">
                    <a16:creationId xmlns:a16="http://schemas.microsoft.com/office/drawing/2014/main" id="{04D829BC-4D99-D735-C385-047CFF224359}"/>
                  </a:ext>
                </a:extLst>
              </p:cNvPr>
              <p:cNvSpPr/>
              <p:nvPr/>
            </p:nvSpPr>
            <p:spPr>
              <a:xfrm>
                <a:off x="5436179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5" name="Freeform: Shape 11764">
                <a:extLst>
                  <a:ext uri="{FF2B5EF4-FFF2-40B4-BE49-F238E27FC236}">
                    <a16:creationId xmlns:a16="http://schemas.microsoft.com/office/drawing/2014/main" id="{DE928257-4880-2509-E433-E8EED393E97A}"/>
                  </a:ext>
                </a:extLst>
              </p:cNvPr>
              <p:cNvSpPr/>
              <p:nvPr/>
            </p:nvSpPr>
            <p:spPr>
              <a:xfrm>
                <a:off x="5436179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6" name="Freeform: Shape 11765">
                <a:extLst>
                  <a:ext uri="{FF2B5EF4-FFF2-40B4-BE49-F238E27FC236}">
                    <a16:creationId xmlns:a16="http://schemas.microsoft.com/office/drawing/2014/main" id="{0D1E6113-EDFB-0494-79CA-A828A0CFAC6E}"/>
                  </a:ext>
                </a:extLst>
              </p:cNvPr>
              <p:cNvSpPr/>
              <p:nvPr/>
            </p:nvSpPr>
            <p:spPr>
              <a:xfrm>
                <a:off x="5498415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7" name="Freeform: Shape 11766">
                <a:extLst>
                  <a:ext uri="{FF2B5EF4-FFF2-40B4-BE49-F238E27FC236}">
                    <a16:creationId xmlns:a16="http://schemas.microsoft.com/office/drawing/2014/main" id="{F3C4F230-92C1-C51E-8280-D5E0F7A92BE5}"/>
                  </a:ext>
                </a:extLst>
              </p:cNvPr>
              <p:cNvSpPr/>
              <p:nvPr/>
            </p:nvSpPr>
            <p:spPr>
              <a:xfrm>
                <a:off x="5498415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8" name="Freeform: Shape 11767">
                <a:extLst>
                  <a:ext uri="{FF2B5EF4-FFF2-40B4-BE49-F238E27FC236}">
                    <a16:creationId xmlns:a16="http://schemas.microsoft.com/office/drawing/2014/main" id="{547D0E4F-0E33-2D20-6BAA-70EA17BD767A}"/>
                  </a:ext>
                </a:extLst>
              </p:cNvPr>
              <p:cNvSpPr/>
              <p:nvPr/>
            </p:nvSpPr>
            <p:spPr>
              <a:xfrm>
                <a:off x="5498415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69" name="Freeform: Shape 11768">
                <a:extLst>
                  <a:ext uri="{FF2B5EF4-FFF2-40B4-BE49-F238E27FC236}">
                    <a16:creationId xmlns:a16="http://schemas.microsoft.com/office/drawing/2014/main" id="{0DE479D0-BA32-94E6-22D9-11121A7CAA12}"/>
                  </a:ext>
                </a:extLst>
              </p:cNvPr>
              <p:cNvSpPr/>
              <p:nvPr/>
            </p:nvSpPr>
            <p:spPr>
              <a:xfrm>
                <a:off x="5498415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0" name="Freeform: Shape 11769">
                <a:extLst>
                  <a:ext uri="{FF2B5EF4-FFF2-40B4-BE49-F238E27FC236}">
                    <a16:creationId xmlns:a16="http://schemas.microsoft.com/office/drawing/2014/main" id="{741B803A-F490-32DB-D144-028347D507B1}"/>
                  </a:ext>
                </a:extLst>
              </p:cNvPr>
              <p:cNvSpPr/>
              <p:nvPr/>
            </p:nvSpPr>
            <p:spPr>
              <a:xfrm>
                <a:off x="5498415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1" name="Freeform: Shape 11770">
                <a:extLst>
                  <a:ext uri="{FF2B5EF4-FFF2-40B4-BE49-F238E27FC236}">
                    <a16:creationId xmlns:a16="http://schemas.microsoft.com/office/drawing/2014/main" id="{BD8DD1B5-2405-7349-145C-47B60A5CA63C}"/>
                  </a:ext>
                </a:extLst>
              </p:cNvPr>
              <p:cNvSpPr/>
              <p:nvPr/>
            </p:nvSpPr>
            <p:spPr>
              <a:xfrm>
                <a:off x="5498415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2" name="Freeform: Shape 11771">
                <a:extLst>
                  <a:ext uri="{FF2B5EF4-FFF2-40B4-BE49-F238E27FC236}">
                    <a16:creationId xmlns:a16="http://schemas.microsoft.com/office/drawing/2014/main" id="{BF2CAD6A-FA20-F4CC-CF06-5A3638F146A9}"/>
                  </a:ext>
                </a:extLst>
              </p:cNvPr>
              <p:cNvSpPr/>
              <p:nvPr/>
            </p:nvSpPr>
            <p:spPr>
              <a:xfrm>
                <a:off x="5498415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3" name="Freeform: Shape 11772">
                <a:extLst>
                  <a:ext uri="{FF2B5EF4-FFF2-40B4-BE49-F238E27FC236}">
                    <a16:creationId xmlns:a16="http://schemas.microsoft.com/office/drawing/2014/main" id="{BC26554B-1036-EF19-6228-3C5A44C18F8D}"/>
                  </a:ext>
                </a:extLst>
              </p:cNvPr>
              <p:cNvSpPr/>
              <p:nvPr/>
            </p:nvSpPr>
            <p:spPr>
              <a:xfrm>
                <a:off x="5498415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4" name="Freeform: Shape 11773">
                <a:extLst>
                  <a:ext uri="{FF2B5EF4-FFF2-40B4-BE49-F238E27FC236}">
                    <a16:creationId xmlns:a16="http://schemas.microsoft.com/office/drawing/2014/main" id="{30D8A1DB-AF0C-5F87-E0C6-4E1405085358}"/>
                  </a:ext>
                </a:extLst>
              </p:cNvPr>
              <p:cNvSpPr/>
              <p:nvPr/>
            </p:nvSpPr>
            <p:spPr>
              <a:xfrm>
                <a:off x="5498415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5" name="Freeform: Shape 11774">
                <a:extLst>
                  <a:ext uri="{FF2B5EF4-FFF2-40B4-BE49-F238E27FC236}">
                    <a16:creationId xmlns:a16="http://schemas.microsoft.com/office/drawing/2014/main" id="{69970548-742F-557A-9068-D9AEA7DECDF0}"/>
                  </a:ext>
                </a:extLst>
              </p:cNvPr>
              <p:cNvSpPr/>
              <p:nvPr/>
            </p:nvSpPr>
            <p:spPr>
              <a:xfrm>
                <a:off x="5498415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6" name="Freeform: Shape 11775">
                <a:extLst>
                  <a:ext uri="{FF2B5EF4-FFF2-40B4-BE49-F238E27FC236}">
                    <a16:creationId xmlns:a16="http://schemas.microsoft.com/office/drawing/2014/main" id="{211E9554-78A3-9254-00B6-D435D5A169FC}"/>
                  </a:ext>
                </a:extLst>
              </p:cNvPr>
              <p:cNvSpPr/>
              <p:nvPr/>
            </p:nvSpPr>
            <p:spPr>
              <a:xfrm>
                <a:off x="5498415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7" name="Freeform: Shape 11776">
                <a:extLst>
                  <a:ext uri="{FF2B5EF4-FFF2-40B4-BE49-F238E27FC236}">
                    <a16:creationId xmlns:a16="http://schemas.microsoft.com/office/drawing/2014/main" id="{70A1B663-5CF9-BA2C-95B5-AA92D98F0EB2}"/>
                  </a:ext>
                </a:extLst>
              </p:cNvPr>
              <p:cNvSpPr/>
              <p:nvPr/>
            </p:nvSpPr>
            <p:spPr>
              <a:xfrm>
                <a:off x="5498415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8" name="Freeform: Shape 11777">
                <a:extLst>
                  <a:ext uri="{FF2B5EF4-FFF2-40B4-BE49-F238E27FC236}">
                    <a16:creationId xmlns:a16="http://schemas.microsoft.com/office/drawing/2014/main" id="{0FFCECD6-DD63-8B5C-F80A-B465E77DD455}"/>
                  </a:ext>
                </a:extLst>
              </p:cNvPr>
              <p:cNvSpPr/>
              <p:nvPr/>
            </p:nvSpPr>
            <p:spPr>
              <a:xfrm>
                <a:off x="5498415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79" name="Freeform: Shape 11778">
                <a:extLst>
                  <a:ext uri="{FF2B5EF4-FFF2-40B4-BE49-F238E27FC236}">
                    <a16:creationId xmlns:a16="http://schemas.microsoft.com/office/drawing/2014/main" id="{C7D0DA3D-7AB1-BFEB-9C36-D89B5C023235}"/>
                  </a:ext>
                </a:extLst>
              </p:cNvPr>
              <p:cNvSpPr/>
              <p:nvPr/>
            </p:nvSpPr>
            <p:spPr>
              <a:xfrm>
                <a:off x="5498415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0" name="Freeform: Shape 11779">
                <a:extLst>
                  <a:ext uri="{FF2B5EF4-FFF2-40B4-BE49-F238E27FC236}">
                    <a16:creationId xmlns:a16="http://schemas.microsoft.com/office/drawing/2014/main" id="{A65F4B0A-796B-10C7-A3CB-FB517104F2AF}"/>
                  </a:ext>
                </a:extLst>
              </p:cNvPr>
              <p:cNvSpPr/>
              <p:nvPr/>
            </p:nvSpPr>
            <p:spPr>
              <a:xfrm>
                <a:off x="5498415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1" name="Freeform: Shape 11780">
                <a:extLst>
                  <a:ext uri="{FF2B5EF4-FFF2-40B4-BE49-F238E27FC236}">
                    <a16:creationId xmlns:a16="http://schemas.microsoft.com/office/drawing/2014/main" id="{DAC250CC-A0E0-9583-9BB5-0811496B291F}"/>
                  </a:ext>
                </a:extLst>
              </p:cNvPr>
              <p:cNvSpPr/>
              <p:nvPr/>
            </p:nvSpPr>
            <p:spPr>
              <a:xfrm>
                <a:off x="5498415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2" name="Freeform: Shape 11781">
                <a:extLst>
                  <a:ext uri="{FF2B5EF4-FFF2-40B4-BE49-F238E27FC236}">
                    <a16:creationId xmlns:a16="http://schemas.microsoft.com/office/drawing/2014/main" id="{BF61EA5C-50B5-665F-8FBE-97ECE485C383}"/>
                  </a:ext>
                </a:extLst>
              </p:cNvPr>
              <p:cNvSpPr/>
              <p:nvPr/>
            </p:nvSpPr>
            <p:spPr>
              <a:xfrm>
                <a:off x="5498415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3" name="Freeform: Shape 11782">
                <a:extLst>
                  <a:ext uri="{FF2B5EF4-FFF2-40B4-BE49-F238E27FC236}">
                    <a16:creationId xmlns:a16="http://schemas.microsoft.com/office/drawing/2014/main" id="{0B0E6501-76E4-7DB6-ED1C-C29861E98D7E}"/>
                  </a:ext>
                </a:extLst>
              </p:cNvPr>
              <p:cNvSpPr/>
              <p:nvPr/>
            </p:nvSpPr>
            <p:spPr>
              <a:xfrm>
                <a:off x="5498415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4" name="Freeform: Shape 11783">
                <a:extLst>
                  <a:ext uri="{FF2B5EF4-FFF2-40B4-BE49-F238E27FC236}">
                    <a16:creationId xmlns:a16="http://schemas.microsoft.com/office/drawing/2014/main" id="{90832F46-887D-B914-4B5B-7AC1E890D6C9}"/>
                  </a:ext>
                </a:extLst>
              </p:cNvPr>
              <p:cNvSpPr/>
              <p:nvPr/>
            </p:nvSpPr>
            <p:spPr>
              <a:xfrm>
                <a:off x="5498415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5" name="Freeform: Shape 11784">
                <a:extLst>
                  <a:ext uri="{FF2B5EF4-FFF2-40B4-BE49-F238E27FC236}">
                    <a16:creationId xmlns:a16="http://schemas.microsoft.com/office/drawing/2014/main" id="{433FC6C7-D3AF-FF5C-5FF1-83105FE21DAF}"/>
                  </a:ext>
                </a:extLst>
              </p:cNvPr>
              <p:cNvSpPr/>
              <p:nvPr/>
            </p:nvSpPr>
            <p:spPr>
              <a:xfrm>
                <a:off x="5498415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6" name="Freeform: Shape 11785">
                <a:extLst>
                  <a:ext uri="{FF2B5EF4-FFF2-40B4-BE49-F238E27FC236}">
                    <a16:creationId xmlns:a16="http://schemas.microsoft.com/office/drawing/2014/main" id="{5FF05C20-6AED-2A9C-E81C-F102ECF385E9}"/>
                  </a:ext>
                </a:extLst>
              </p:cNvPr>
              <p:cNvSpPr/>
              <p:nvPr/>
            </p:nvSpPr>
            <p:spPr>
              <a:xfrm>
                <a:off x="5498415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7" name="Freeform: Shape 11786">
                <a:extLst>
                  <a:ext uri="{FF2B5EF4-FFF2-40B4-BE49-F238E27FC236}">
                    <a16:creationId xmlns:a16="http://schemas.microsoft.com/office/drawing/2014/main" id="{EBB92532-25A3-5C8A-F816-2F75A9B79C55}"/>
                  </a:ext>
                </a:extLst>
              </p:cNvPr>
              <p:cNvSpPr/>
              <p:nvPr/>
            </p:nvSpPr>
            <p:spPr>
              <a:xfrm>
                <a:off x="5498415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8" name="Freeform: Shape 11787">
                <a:extLst>
                  <a:ext uri="{FF2B5EF4-FFF2-40B4-BE49-F238E27FC236}">
                    <a16:creationId xmlns:a16="http://schemas.microsoft.com/office/drawing/2014/main" id="{2D92037A-759A-3F73-EC08-59F6C27DC679}"/>
                  </a:ext>
                </a:extLst>
              </p:cNvPr>
              <p:cNvSpPr/>
              <p:nvPr/>
            </p:nvSpPr>
            <p:spPr>
              <a:xfrm>
                <a:off x="5498415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89" name="Freeform: Shape 11788">
                <a:extLst>
                  <a:ext uri="{FF2B5EF4-FFF2-40B4-BE49-F238E27FC236}">
                    <a16:creationId xmlns:a16="http://schemas.microsoft.com/office/drawing/2014/main" id="{81170826-CAC3-D2CE-201A-20FE7D3385ED}"/>
                  </a:ext>
                </a:extLst>
              </p:cNvPr>
              <p:cNvSpPr/>
              <p:nvPr/>
            </p:nvSpPr>
            <p:spPr>
              <a:xfrm>
                <a:off x="5498415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0" name="Freeform: Shape 11789">
                <a:extLst>
                  <a:ext uri="{FF2B5EF4-FFF2-40B4-BE49-F238E27FC236}">
                    <a16:creationId xmlns:a16="http://schemas.microsoft.com/office/drawing/2014/main" id="{A24FFBD1-16B9-D787-5F6C-D9F90FBCF16E}"/>
                  </a:ext>
                </a:extLst>
              </p:cNvPr>
              <p:cNvSpPr/>
              <p:nvPr/>
            </p:nvSpPr>
            <p:spPr>
              <a:xfrm>
                <a:off x="5498415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1" name="Freeform: Shape 11790">
                <a:extLst>
                  <a:ext uri="{FF2B5EF4-FFF2-40B4-BE49-F238E27FC236}">
                    <a16:creationId xmlns:a16="http://schemas.microsoft.com/office/drawing/2014/main" id="{1565E0CB-FE54-08D9-BB29-78AFD7877D5E}"/>
                  </a:ext>
                </a:extLst>
              </p:cNvPr>
              <p:cNvSpPr/>
              <p:nvPr/>
            </p:nvSpPr>
            <p:spPr>
              <a:xfrm>
                <a:off x="5498415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2" name="Freeform: Shape 11791">
                <a:extLst>
                  <a:ext uri="{FF2B5EF4-FFF2-40B4-BE49-F238E27FC236}">
                    <a16:creationId xmlns:a16="http://schemas.microsoft.com/office/drawing/2014/main" id="{38505988-0C6F-8E6C-F996-1A2B819DE1D3}"/>
                  </a:ext>
                </a:extLst>
              </p:cNvPr>
              <p:cNvSpPr/>
              <p:nvPr/>
            </p:nvSpPr>
            <p:spPr>
              <a:xfrm>
                <a:off x="5498415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3" name="Freeform: Shape 11792">
                <a:extLst>
                  <a:ext uri="{FF2B5EF4-FFF2-40B4-BE49-F238E27FC236}">
                    <a16:creationId xmlns:a16="http://schemas.microsoft.com/office/drawing/2014/main" id="{A6D4677F-3578-AB59-71DA-4619568FF67B}"/>
                  </a:ext>
                </a:extLst>
              </p:cNvPr>
              <p:cNvSpPr/>
              <p:nvPr/>
            </p:nvSpPr>
            <p:spPr>
              <a:xfrm>
                <a:off x="5560731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4" name="Freeform: Shape 11793">
                <a:extLst>
                  <a:ext uri="{FF2B5EF4-FFF2-40B4-BE49-F238E27FC236}">
                    <a16:creationId xmlns:a16="http://schemas.microsoft.com/office/drawing/2014/main" id="{134B0A1A-F0E8-974D-AF10-22A9A12BB04E}"/>
                  </a:ext>
                </a:extLst>
              </p:cNvPr>
              <p:cNvSpPr/>
              <p:nvPr/>
            </p:nvSpPr>
            <p:spPr>
              <a:xfrm>
                <a:off x="5560731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5" name="Freeform: Shape 11794">
                <a:extLst>
                  <a:ext uri="{FF2B5EF4-FFF2-40B4-BE49-F238E27FC236}">
                    <a16:creationId xmlns:a16="http://schemas.microsoft.com/office/drawing/2014/main" id="{EE6904F0-A5C3-1782-66FF-C147A3577D36}"/>
                  </a:ext>
                </a:extLst>
              </p:cNvPr>
              <p:cNvSpPr/>
              <p:nvPr/>
            </p:nvSpPr>
            <p:spPr>
              <a:xfrm>
                <a:off x="5560731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6" name="Freeform: Shape 11795">
                <a:extLst>
                  <a:ext uri="{FF2B5EF4-FFF2-40B4-BE49-F238E27FC236}">
                    <a16:creationId xmlns:a16="http://schemas.microsoft.com/office/drawing/2014/main" id="{B5665013-1821-5D0D-EA7F-19B7389C89D1}"/>
                  </a:ext>
                </a:extLst>
              </p:cNvPr>
              <p:cNvSpPr/>
              <p:nvPr/>
            </p:nvSpPr>
            <p:spPr>
              <a:xfrm>
                <a:off x="5560731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7" name="Freeform: Shape 11796">
                <a:extLst>
                  <a:ext uri="{FF2B5EF4-FFF2-40B4-BE49-F238E27FC236}">
                    <a16:creationId xmlns:a16="http://schemas.microsoft.com/office/drawing/2014/main" id="{00C2DAFF-0475-46C0-857E-D4FD887E3198}"/>
                  </a:ext>
                </a:extLst>
              </p:cNvPr>
              <p:cNvSpPr/>
              <p:nvPr/>
            </p:nvSpPr>
            <p:spPr>
              <a:xfrm>
                <a:off x="5560731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8" name="Freeform: Shape 11797">
                <a:extLst>
                  <a:ext uri="{FF2B5EF4-FFF2-40B4-BE49-F238E27FC236}">
                    <a16:creationId xmlns:a16="http://schemas.microsoft.com/office/drawing/2014/main" id="{90A1ADBE-042B-26E3-266B-78E15BB56878}"/>
                  </a:ext>
                </a:extLst>
              </p:cNvPr>
              <p:cNvSpPr/>
              <p:nvPr/>
            </p:nvSpPr>
            <p:spPr>
              <a:xfrm>
                <a:off x="5560731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799" name="Freeform: Shape 11798">
                <a:extLst>
                  <a:ext uri="{FF2B5EF4-FFF2-40B4-BE49-F238E27FC236}">
                    <a16:creationId xmlns:a16="http://schemas.microsoft.com/office/drawing/2014/main" id="{0090BCF9-EEA0-9BE8-4436-E1AF24DE4742}"/>
                  </a:ext>
                </a:extLst>
              </p:cNvPr>
              <p:cNvSpPr/>
              <p:nvPr/>
            </p:nvSpPr>
            <p:spPr>
              <a:xfrm>
                <a:off x="5560731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0" name="Freeform: Shape 11799">
                <a:extLst>
                  <a:ext uri="{FF2B5EF4-FFF2-40B4-BE49-F238E27FC236}">
                    <a16:creationId xmlns:a16="http://schemas.microsoft.com/office/drawing/2014/main" id="{3FF89E15-4774-C94A-471C-AD77FCC51E76}"/>
                  </a:ext>
                </a:extLst>
              </p:cNvPr>
              <p:cNvSpPr/>
              <p:nvPr/>
            </p:nvSpPr>
            <p:spPr>
              <a:xfrm>
                <a:off x="5560731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1" name="Freeform: Shape 11800">
                <a:extLst>
                  <a:ext uri="{FF2B5EF4-FFF2-40B4-BE49-F238E27FC236}">
                    <a16:creationId xmlns:a16="http://schemas.microsoft.com/office/drawing/2014/main" id="{89E1FCA2-6A13-1BE6-07CC-E93A175C3921}"/>
                  </a:ext>
                </a:extLst>
              </p:cNvPr>
              <p:cNvSpPr/>
              <p:nvPr/>
            </p:nvSpPr>
            <p:spPr>
              <a:xfrm>
                <a:off x="5560731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2" name="Freeform: Shape 11801">
                <a:extLst>
                  <a:ext uri="{FF2B5EF4-FFF2-40B4-BE49-F238E27FC236}">
                    <a16:creationId xmlns:a16="http://schemas.microsoft.com/office/drawing/2014/main" id="{E24E307B-2830-0A72-DA56-87FDFD5ECDC6}"/>
                  </a:ext>
                </a:extLst>
              </p:cNvPr>
              <p:cNvSpPr/>
              <p:nvPr/>
            </p:nvSpPr>
            <p:spPr>
              <a:xfrm>
                <a:off x="5560731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3" name="Freeform: Shape 11802">
                <a:extLst>
                  <a:ext uri="{FF2B5EF4-FFF2-40B4-BE49-F238E27FC236}">
                    <a16:creationId xmlns:a16="http://schemas.microsoft.com/office/drawing/2014/main" id="{D8C60D47-091E-F78B-871C-37415FB94514}"/>
                  </a:ext>
                </a:extLst>
              </p:cNvPr>
              <p:cNvSpPr/>
              <p:nvPr/>
            </p:nvSpPr>
            <p:spPr>
              <a:xfrm>
                <a:off x="5560731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4" name="Freeform: Shape 11803">
                <a:extLst>
                  <a:ext uri="{FF2B5EF4-FFF2-40B4-BE49-F238E27FC236}">
                    <a16:creationId xmlns:a16="http://schemas.microsoft.com/office/drawing/2014/main" id="{7FD249F3-F5E8-A7B2-7934-F1D74CFE2BD9}"/>
                  </a:ext>
                </a:extLst>
              </p:cNvPr>
              <p:cNvSpPr/>
              <p:nvPr/>
            </p:nvSpPr>
            <p:spPr>
              <a:xfrm>
                <a:off x="5560731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5" name="Freeform: Shape 11804">
                <a:extLst>
                  <a:ext uri="{FF2B5EF4-FFF2-40B4-BE49-F238E27FC236}">
                    <a16:creationId xmlns:a16="http://schemas.microsoft.com/office/drawing/2014/main" id="{BC95BACA-47D2-8522-3D06-4CB8CBE5FEED}"/>
                  </a:ext>
                </a:extLst>
              </p:cNvPr>
              <p:cNvSpPr/>
              <p:nvPr/>
            </p:nvSpPr>
            <p:spPr>
              <a:xfrm>
                <a:off x="5560731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6" name="Freeform: Shape 11805">
                <a:extLst>
                  <a:ext uri="{FF2B5EF4-FFF2-40B4-BE49-F238E27FC236}">
                    <a16:creationId xmlns:a16="http://schemas.microsoft.com/office/drawing/2014/main" id="{9285FDC8-4BE6-2FAE-0854-063CEEEA4F63}"/>
                  </a:ext>
                </a:extLst>
              </p:cNvPr>
              <p:cNvSpPr/>
              <p:nvPr/>
            </p:nvSpPr>
            <p:spPr>
              <a:xfrm>
                <a:off x="5560731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7" name="Freeform: Shape 11806">
                <a:extLst>
                  <a:ext uri="{FF2B5EF4-FFF2-40B4-BE49-F238E27FC236}">
                    <a16:creationId xmlns:a16="http://schemas.microsoft.com/office/drawing/2014/main" id="{B161A52A-F6EA-86EC-C798-FC23CDCF4DEA}"/>
                  </a:ext>
                </a:extLst>
              </p:cNvPr>
              <p:cNvSpPr/>
              <p:nvPr/>
            </p:nvSpPr>
            <p:spPr>
              <a:xfrm>
                <a:off x="5560731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8" name="Freeform: Shape 11807">
                <a:extLst>
                  <a:ext uri="{FF2B5EF4-FFF2-40B4-BE49-F238E27FC236}">
                    <a16:creationId xmlns:a16="http://schemas.microsoft.com/office/drawing/2014/main" id="{D28FCF7A-E99B-FB9B-2246-1025B0E5F5D4}"/>
                  </a:ext>
                </a:extLst>
              </p:cNvPr>
              <p:cNvSpPr/>
              <p:nvPr/>
            </p:nvSpPr>
            <p:spPr>
              <a:xfrm>
                <a:off x="5560731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09" name="Freeform: Shape 11808">
                <a:extLst>
                  <a:ext uri="{FF2B5EF4-FFF2-40B4-BE49-F238E27FC236}">
                    <a16:creationId xmlns:a16="http://schemas.microsoft.com/office/drawing/2014/main" id="{221ADFA8-57FA-05D6-F087-F5C12FE1522C}"/>
                  </a:ext>
                </a:extLst>
              </p:cNvPr>
              <p:cNvSpPr/>
              <p:nvPr/>
            </p:nvSpPr>
            <p:spPr>
              <a:xfrm>
                <a:off x="5560731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0" name="Freeform: Shape 11809">
                <a:extLst>
                  <a:ext uri="{FF2B5EF4-FFF2-40B4-BE49-F238E27FC236}">
                    <a16:creationId xmlns:a16="http://schemas.microsoft.com/office/drawing/2014/main" id="{2AFAB1F2-7778-2DCA-F7C1-D9EBB7F0AA0A}"/>
                  </a:ext>
                </a:extLst>
              </p:cNvPr>
              <p:cNvSpPr/>
              <p:nvPr/>
            </p:nvSpPr>
            <p:spPr>
              <a:xfrm>
                <a:off x="5560731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1" name="Freeform: Shape 11810">
                <a:extLst>
                  <a:ext uri="{FF2B5EF4-FFF2-40B4-BE49-F238E27FC236}">
                    <a16:creationId xmlns:a16="http://schemas.microsoft.com/office/drawing/2014/main" id="{97F471FE-FEF9-5E41-BD76-36E37185892E}"/>
                  </a:ext>
                </a:extLst>
              </p:cNvPr>
              <p:cNvSpPr/>
              <p:nvPr/>
            </p:nvSpPr>
            <p:spPr>
              <a:xfrm>
                <a:off x="5560731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2" name="Freeform: Shape 11811">
                <a:extLst>
                  <a:ext uri="{FF2B5EF4-FFF2-40B4-BE49-F238E27FC236}">
                    <a16:creationId xmlns:a16="http://schemas.microsoft.com/office/drawing/2014/main" id="{632530D4-6DF4-EB2B-1261-1AA2FCBFB622}"/>
                  </a:ext>
                </a:extLst>
              </p:cNvPr>
              <p:cNvSpPr/>
              <p:nvPr/>
            </p:nvSpPr>
            <p:spPr>
              <a:xfrm>
                <a:off x="5560731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3" name="Freeform: Shape 11812">
                <a:extLst>
                  <a:ext uri="{FF2B5EF4-FFF2-40B4-BE49-F238E27FC236}">
                    <a16:creationId xmlns:a16="http://schemas.microsoft.com/office/drawing/2014/main" id="{3B3C4E00-C869-29BB-8FC0-5097C1109DE2}"/>
                  </a:ext>
                </a:extLst>
              </p:cNvPr>
              <p:cNvSpPr/>
              <p:nvPr/>
            </p:nvSpPr>
            <p:spPr>
              <a:xfrm>
                <a:off x="5560731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4" name="Freeform: Shape 11813">
                <a:extLst>
                  <a:ext uri="{FF2B5EF4-FFF2-40B4-BE49-F238E27FC236}">
                    <a16:creationId xmlns:a16="http://schemas.microsoft.com/office/drawing/2014/main" id="{2484DC4C-CA55-CD1A-72E2-F48E6890844D}"/>
                  </a:ext>
                </a:extLst>
              </p:cNvPr>
              <p:cNvSpPr/>
              <p:nvPr/>
            </p:nvSpPr>
            <p:spPr>
              <a:xfrm>
                <a:off x="5560731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5" name="Freeform: Shape 11814">
                <a:extLst>
                  <a:ext uri="{FF2B5EF4-FFF2-40B4-BE49-F238E27FC236}">
                    <a16:creationId xmlns:a16="http://schemas.microsoft.com/office/drawing/2014/main" id="{AC152E4F-C3DB-E381-C7EB-335BCE48967B}"/>
                  </a:ext>
                </a:extLst>
              </p:cNvPr>
              <p:cNvSpPr/>
              <p:nvPr/>
            </p:nvSpPr>
            <p:spPr>
              <a:xfrm>
                <a:off x="5560731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6" name="Freeform: Shape 11815">
                <a:extLst>
                  <a:ext uri="{FF2B5EF4-FFF2-40B4-BE49-F238E27FC236}">
                    <a16:creationId xmlns:a16="http://schemas.microsoft.com/office/drawing/2014/main" id="{8E864D45-A266-98A4-A2D4-7FF73FF7B504}"/>
                  </a:ext>
                </a:extLst>
              </p:cNvPr>
              <p:cNvSpPr/>
              <p:nvPr/>
            </p:nvSpPr>
            <p:spPr>
              <a:xfrm>
                <a:off x="5560731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7" name="Freeform: Shape 11816">
                <a:extLst>
                  <a:ext uri="{FF2B5EF4-FFF2-40B4-BE49-F238E27FC236}">
                    <a16:creationId xmlns:a16="http://schemas.microsoft.com/office/drawing/2014/main" id="{5FD82CBB-7B93-2679-77C4-027EB6CBE377}"/>
                  </a:ext>
                </a:extLst>
              </p:cNvPr>
              <p:cNvSpPr/>
              <p:nvPr/>
            </p:nvSpPr>
            <p:spPr>
              <a:xfrm>
                <a:off x="5560731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8" name="Freeform: Shape 11817">
                <a:extLst>
                  <a:ext uri="{FF2B5EF4-FFF2-40B4-BE49-F238E27FC236}">
                    <a16:creationId xmlns:a16="http://schemas.microsoft.com/office/drawing/2014/main" id="{C27F1A78-40FD-A95F-3E32-7CD6728BE8F4}"/>
                  </a:ext>
                </a:extLst>
              </p:cNvPr>
              <p:cNvSpPr/>
              <p:nvPr/>
            </p:nvSpPr>
            <p:spPr>
              <a:xfrm>
                <a:off x="5560731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19" name="Freeform: Shape 11818">
                <a:extLst>
                  <a:ext uri="{FF2B5EF4-FFF2-40B4-BE49-F238E27FC236}">
                    <a16:creationId xmlns:a16="http://schemas.microsoft.com/office/drawing/2014/main" id="{661BB3D1-008B-4C59-6A88-2876970D63AE}"/>
                  </a:ext>
                </a:extLst>
              </p:cNvPr>
              <p:cNvSpPr/>
              <p:nvPr/>
            </p:nvSpPr>
            <p:spPr>
              <a:xfrm>
                <a:off x="5560731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0" name="Freeform: Shape 11819">
                <a:extLst>
                  <a:ext uri="{FF2B5EF4-FFF2-40B4-BE49-F238E27FC236}">
                    <a16:creationId xmlns:a16="http://schemas.microsoft.com/office/drawing/2014/main" id="{8B22181A-7EBE-3E25-9B2E-4902CAFE25B3}"/>
                  </a:ext>
                </a:extLst>
              </p:cNvPr>
              <p:cNvSpPr/>
              <p:nvPr/>
            </p:nvSpPr>
            <p:spPr>
              <a:xfrm>
                <a:off x="5622966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1" name="Freeform: Shape 11820">
                <a:extLst>
                  <a:ext uri="{FF2B5EF4-FFF2-40B4-BE49-F238E27FC236}">
                    <a16:creationId xmlns:a16="http://schemas.microsoft.com/office/drawing/2014/main" id="{88A4034B-B58D-6448-522B-A955B8D930D6}"/>
                  </a:ext>
                </a:extLst>
              </p:cNvPr>
              <p:cNvSpPr/>
              <p:nvPr/>
            </p:nvSpPr>
            <p:spPr>
              <a:xfrm>
                <a:off x="5622966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2" name="Freeform: Shape 11821">
                <a:extLst>
                  <a:ext uri="{FF2B5EF4-FFF2-40B4-BE49-F238E27FC236}">
                    <a16:creationId xmlns:a16="http://schemas.microsoft.com/office/drawing/2014/main" id="{35D587F0-9EA7-D810-AE45-42201F397B94}"/>
                  </a:ext>
                </a:extLst>
              </p:cNvPr>
              <p:cNvSpPr/>
              <p:nvPr/>
            </p:nvSpPr>
            <p:spPr>
              <a:xfrm>
                <a:off x="5622966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3" name="Freeform: Shape 11822">
                <a:extLst>
                  <a:ext uri="{FF2B5EF4-FFF2-40B4-BE49-F238E27FC236}">
                    <a16:creationId xmlns:a16="http://schemas.microsoft.com/office/drawing/2014/main" id="{F0C9ACE7-6724-267B-3832-FDFC6C64F4E2}"/>
                  </a:ext>
                </a:extLst>
              </p:cNvPr>
              <p:cNvSpPr/>
              <p:nvPr/>
            </p:nvSpPr>
            <p:spPr>
              <a:xfrm>
                <a:off x="5622966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4" name="Freeform: Shape 11823">
                <a:extLst>
                  <a:ext uri="{FF2B5EF4-FFF2-40B4-BE49-F238E27FC236}">
                    <a16:creationId xmlns:a16="http://schemas.microsoft.com/office/drawing/2014/main" id="{7E6A3FC6-E5D8-C5E9-0AED-E2F4C48D846B}"/>
                  </a:ext>
                </a:extLst>
              </p:cNvPr>
              <p:cNvSpPr/>
              <p:nvPr/>
            </p:nvSpPr>
            <p:spPr>
              <a:xfrm>
                <a:off x="5622966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5" name="Freeform: Shape 11824">
                <a:extLst>
                  <a:ext uri="{FF2B5EF4-FFF2-40B4-BE49-F238E27FC236}">
                    <a16:creationId xmlns:a16="http://schemas.microsoft.com/office/drawing/2014/main" id="{8F9B1B83-2A3A-1BAF-8450-924FB44FF984}"/>
                  </a:ext>
                </a:extLst>
              </p:cNvPr>
              <p:cNvSpPr/>
              <p:nvPr/>
            </p:nvSpPr>
            <p:spPr>
              <a:xfrm>
                <a:off x="5622966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6" name="Freeform: Shape 11825">
                <a:extLst>
                  <a:ext uri="{FF2B5EF4-FFF2-40B4-BE49-F238E27FC236}">
                    <a16:creationId xmlns:a16="http://schemas.microsoft.com/office/drawing/2014/main" id="{79CCC030-F005-A399-DE8E-30F48E9E760C}"/>
                  </a:ext>
                </a:extLst>
              </p:cNvPr>
              <p:cNvSpPr/>
              <p:nvPr/>
            </p:nvSpPr>
            <p:spPr>
              <a:xfrm>
                <a:off x="5622966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7" name="Freeform: Shape 11826">
                <a:extLst>
                  <a:ext uri="{FF2B5EF4-FFF2-40B4-BE49-F238E27FC236}">
                    <a16:creationId xmlns:a16="http://schemas.microsoft.com/office/drawing/2014/main" id="{3FFF739F-829E-8AA3-61DB-4829020A864D}"/>
                  </a:ext>
                </a:extLst>
              </p:cNvPr>
              <p:cNvSpPr/>
              <p:nvPr/>
            </p:nvSpPr>
            <p:spPr>
              <a:xfrm>
                <a:off x="5622966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8" name="Freeform: Shape 11827">
                <a:extLst>
                  <a:ext uri="{FF2B5EF4-FFF2-40B4-BE49-F238E27FC236}">
                    <a16:creationId xmlns:a16="http://schemas.microsoft.com/office/drawing/2014/main" id="{EE411AA3-B8CC-C7A3-76B8-6309340E4BB0}"/>
                  </a:ext>
                </a:extLst>
              </p:cNvPr>
              <p:cNvSpPr/>
              <p:nvPr/>
            </p:nvSpPr>
            <p:spPr>
              <a:xfrm>
                <a:off x="5622966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29" name="Freeform: Shape 11828">
                <a:extLst>
                  <a:ext uri="{FF2B5EF4-FFF2-40B4-BE49-F238E27FC236}">
                    <a16:creationId xmlns:a16="http://schemas.microsoft.com/office/drawing/2014/main" id="{D6098B1C-A2EE-9868-B582-AEEFF07ED980}"/>
                  </a:ext>
                </a:extLst>
              </p:cNvPr>
              <p:cNvSpPr/>
              <p:nvPr/>
            </p:nvSpPr>
            <p:spPr>
              <a:xfrm>
                <a:off x="5622966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0" name="Freeform: Shape 11829">
                <a:extLst>
                  <a:ext uri="{FF2B5EF4-FFF2-40B4-BE49-F238E27FC236}">
                    <a16:creationId xmlns:a16="http://schemas.microsoft.com/office/drawing/2014/main" id="{88223119-6D85-7126-F908-2BDA344F2DDC}"/>
                  </a:ext>
                </a:extLst>
              </p:cNvPr>
              <p:cNvSpPr/>
              <p:nvPr/>
            </p:nvSpPr>
            <p:spPr>
              <a:xfrm>
                <a:off x="5622966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1" name="Freeform: Shape 11830">
                <a:extLst>
                  <a:ext uri="{FF2B5EF4-FFF2-40B4-BE49-F238E27FC236}">
                    <a16:creationId xmlns:a16="http://schemas.microsoft.com/office/drawing/2014/main" id="{A32E9CD1-A836-83E4-2D63-113DD0D81636}"/>
                  </a:ext>
                </a:extLst>
              </p:cNvPr>
              <p:cNvSpPr/>
              <p:nvPr/>
            </p:nvSpPr>
            <p:spPr>
              <a:xfrm>
                <a:off x="5622966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2" name="Freeform: Shape 11831">
                <a:extLst>
                  <a:ext uri="{FF2B5EF4-FFF2-40B4-BE49-F238E27FC236}">
                    <a16:creationId xmlns:a16="http://schemas.microsoft.com/office/drawing/2014/main" id="{55E719D2-F897-CFE0-C191-654F8AB39965}"/>
                  </a:ext>
                </a:extLst>
              </p:cNvPr>
              <p:cNvSpPr/>
              <p:nvPr/>
            </p:nvSpPr>
            <p:spPr>
              <a:xfrm>
                <a:off x="5622966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3" name="Freeform: Shape 11832">
                <a:extLst>
                  <a:ext uri="{FF2B5EF4-FFF2-40B4-BE49-F238E27FC236}">
                    <a16:creationId xmlns:a16="http://schemas.microsoft.com/office/drawing/2014/main" id="{1F6AECF6-813B-FC52-12A9-653CDB3974B1}"/>
                  </a:ext>
                </a:extLst>
              </p:cNvPr>
              <p:cNvSpPr/>
              <p:nvPr/>
            </p:nvSpPr>
            <p:spPr>
              <a:xfrm>
                <a:off x="5622966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4" name="Freeform: Shape 11833">
                <a:extLst>
                  <a:ext uri="{FF2B5EF4-FFF2-40B4-BE49-F238E27FC236}">
                    <a16:creationId xmlns:a16="http://schemas.microsoft.com/office/drawing/2014/main" id="{D4951F8B-CBFA-4320-5ECF-9B725C2F857B}"/>
                  </a:ext>
                </a:extLst>
              </p:cNvPr>
              <p:cNvSpPr/>
              <p:nvPr/>
            </p:nvSpPr>
            <p:spPr>
              <a:xfrm>
                <a:off x="5622966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5" name="Freeform: Shape 11834">
                <a:extLst>
                  <a:ext uri="{FF2B5EF4-FFF2-40B4-BE49-F238E27FC236}">
                    <a16:creationId xmlns:a16="http://schemas.microsoft.com/office/drawing/2014/main" id="{54FF983C-A121-DF78-CB62-A40A620AE00D}"/>
                  </a:ext>
                </a:extLst>
              </p:cNvPr>
              <p:cNvSpPr/>
              <p:nvPr/>
            </p:nvSpPr>
            <p:spPr>
              <a:xfrm>
                <a:off x="5622966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6" name="Freeform: Shape 11835">
                <a:extLst>
                  <a:ext uri="{FF2B5EF4-FFF2-40B4-BE49-F238E27FC236}">
                    <a16:creationId xmlns:a16="http://schemas.microsoft.com/office/drawing/2014/main" id="{1266331E-8996-8482-FD23-B80D7AA10589}"/>
                  </a:ext>
                </a:extLst>
              </p:cNvPr>
              <p:cNvSpPr/>
              <p:nvPr/>
            </p:nvSpPr>
            <p:spPr>
              <a:xfrm>
                <a:off x="5622966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7" name="Freeform: Shape 11836">
                <a:extLst>
                  <a:ext uri="{FF2B5EF4-FFF2-40B4-BE49-F238E27FC236}">
                    <a16:creationId xmlns:a16="http://schemas.microsoft.com/office/drawing/2014/main" id="{D1EF5D75-EA6D-8D5B-7A33-2B8CEFB3A588}"/>
                  </a:ext>
                </a:extLst>
              </p:cNvPr>
              <p:cNvSpPr/>
              <p:nvPr/>
            </p:nvSpPr>
            <p:spPr>
              <a:xfrm>
                <a:off x="5622966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8" name="Freeform: Shape 11837">
                <a:extLst>
                  <a:ext uri="{FF2B5EF4-FFF2-40B4-BE49-F238E27FC236}">
                    <a16:creationId xmlns:a16="http://schemas.microsoft.com/office/drawing/2014/main" id="{627037CD-8E0A-EA15-2CC2-0235CE653159}"/>
                  </a:ext>
                </a:extLst>
              </p:cNvPr>
              <p:cNvSpPr/>
              <p:nvPr/>
            </p:nvSpPr>
            <p:spPr>
              <a:xfrm>
                <a:off x="5622966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39" name="Freeform: Shape 11838">
                <a:extLst>
                  <a:ext uri="{FF2B5EF4-FFF2-40B4-BE49-F238E27FC236}">
                    <a16:creationId xmlns:a16="http://schemas.microsoft.com/office/drawing/2014/main" id="{05BA241A-FCE5-8082-A659-1FC7360F8399}"/>
                  </a:ext>
                </a:extLst>
              </p:cNvPr>
              <p:cNvSpPr/>
              <p:nvPr/>
            </p:nvSpPr>
            <p:spPr>
              <a:xfrm>
                <a:off x="5622966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0" name="Freeform: Shape 11839">
                <a:extLst>
                  <a:ext uri="{FF2B5EF4-FFF2-40B4-BE49-F238E27FC236}">
                    <a16:creationId xmlns:a16="http://schemas.microsoft.com/office/drawing/2014/main" id="{FEDF6452-B783-EF1D-74F6-A6523A7204F4}"/>
                  </a:ext>
                </a:extLst>
              </p:cNvPr>
              <p:cNvSpPr/>
              <p:nvPr/>
            </p:nvSpPr>
            <p:spPr>
              <a:xfrm>
                <a:off x="5622966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1" name="Freeform: Shape 11840">
                <a:extLst>
                  <a:ext uri="{FF2B5EF4-FFF2-40B4-BE49-F238E27FC236}">
                    <a16:creationId xmlns:a16="http://schemas.microsoft.com/office/drawing/2014/main" id="{0D3CFEF9-3A54-781C-1BFB-C35A258B74DC}"/>
                  </a:ext>
                </a:extLst>
              </p:cNvPr>
              <p:cNvSpPr/>
              <p:nvPr/>
            </p:nvSpPr>
            <p:spPr>
              <a:xfrm>
                <a:off x="5622966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2" name="Freeform: Shape 11841">
                <a:extLst>
                  <a:ext uri="{FF2B5EF4-FFF2-40B4-BE49-F238E27FC236}">
                    <a16:creationId xmlns:a16="http://schemas.microsoft.com/office/drawing/2014/main" id="{D1FBF7AE-0EA1-356D-FE47-36E5FE32BD23}"/>
                  </a:ext>
                </a:extLst>
              </p:cNvPr>
              <p:cNvSpPr/>
              <p:nvPr/>
            </p:nvSpPr>
            <p:spPr>
              <a:xfrm>
                <a:off x="5622966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3" name="Freeform: Shape 11842">
                <a:extLst>
                  <a:ext uri="{FF2B5EF4-FFF2-40B4-BE49-F238E27FC236}">
                    <a16:creationId xmlns:a16="http://schemas.microsoft.com/office/drawing/2014/main" id="{439083B7-2A55-2CBB-071A-31AA25A2B97E}"/>
                  </a:ext>
                </a:extLst>
              </p:cNvPr>
              <p:cNvSpPr/>
              <p:nvPr/>
            </p:nvSpPr>
            <p:spPr>
              <a:xfrm>
                <a:off x="5622966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4" name="Freeform: Shape 11843">
                <a:extLst>
                  <a:ext uri="{FF2B5EF4-FFF2-40B4-BE49-F238E27FC236}">
                    <a16:creationId xmlns:a16="http://schemas.microsoft.com/office/drawing/2014/main" id="{2E290BDB-174A-8434-2188-5948C9265D38}"/>
                  </a:ext>
                </a:extLst>
              </p:cNvPr>
              <p:cNvSpPr/>
              <p:nvPr/>
            </p:nvSpPr>
            <p:spPr>
              <a:xfrm>
                <a:off x="5622966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5" name="Freeform: Shape 11844">
                <a:extLst>
                  <a:ext uri="{FF2B5EF4-FFF2-40B4-BE49-F238E27FC236}">
                    <a16:creationId xmlns:a16="http://schemas.microsoft.com/office/drawing/2014/main" id="{87CF7EC4-F2CC-D4DF-015C-3B8579CBFC37}"/>
                  </a:ext>
                </a:extLst>
              </p:cNvPr>
              <p:cNvSpPr/>
              <p:nvPr/>
            </p:nvSpPr>
            <p:spPr>
              <a:xfrm>
                <a:off x="5622966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6" name="Freeform: Shape 11845">
                <a:extLst>
                  <a:ext uri="{FF2B5EF4-FFF2-40B4-BE49-F238E27FC236}">
                    <a16:creationId xmlns:a16="http://schemas.microsoft.com/office/drawing/2014/main" id="{5192ED8F-C0EB-AF29-74EA-EA2E8A5C9046}"/>
                  </a:ext>
                </a:extLst>
              </p:cNvPr>
              <p:cNvSpPr/>
              <p:nvPr/>
            </p:nvSpPr>
            <p:spPr>
              <a:xfrm>
                <a:off x="5622966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7" name="Freeform: Shape 11846">
                <a:extLst>
                  <a:ext uri="{FF2B5EF4-FFF2-40B4-BE49-F238E27FC236}">
                    <a16:creationId xmlns:a16="http://schemas.microsoft.com/office/drawing/2014/main" id="{36FD8F23-616D-7948-9321-A1105104F116}"/>
                  </a:ext>
                </a:extLst>
              </p:cNvPr>
              <p:cNvSpPr/>
              <p:nvPr/>
            </p:nvSpPr>
            <p:spPr>
              <a:xfrm>
                <a:off x="5685283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8" name="Freeform: Shape 11847">
                <a:extLst>
                  <a:ext uri="{FF2B5EF4-FFF2-40B4-BE49-F238E27FC236}">
                    <a16:creationId xmlns:a16="http://schemas.microsoft.com/office/drawing/2014/main" id="{6FCB89DC-9A59-9006-94B0-0F021CCA20EB}"/>
                  </a:ext>
                </a:extLst>
              </p:cNvPr>
              <p:cNvSpPr/>
              <p:nvPr/>
            </p:nvSpPr>
            <p:spPr>
              <a:xfrm>
                <a:off x="5685283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80A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49" name="Freeform: Shape 11848">
                <a:extLst>
                  <a:ext uri="{FF2B5EF4-FFF2-40B4-BE49-F238E27FC236}">
                    <a16:creationId xmlns:a16="http://schemas.microsoft.com/office/drawing/2014/main" id="{216A76B4-F58A-8ECF-FE18-FA07BE5B51AD}"/>
                  </a:ext>
                </a:extLst>
              </p:cNvPr>
              <p:cNvSpPr/>
              <p:nvPr/>
            </p:nvSpPr>
            <p:spPr>
              <a:xfrm>
                <a:off x="5685283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0" name="Freeform: Shape 11849">
                <a:extLst>
                  <a:ext uri="{FF2B5EF4-FFF2-40B4-BE49-F238E27FC236}">
                    <a16:creationId xmlns:a16="http://schemas.microsoft.com/office/drawing/2014/main" id="{DE9B51F0-2078-9AFB-CE09-08C8FA689161}"/>
                  </a:ext>
                </a:extLst>
              </p:cNvPr>
              <p:cNvSpPr/>
              <p:nvPr/>
            </p:nvSpPr>
            <p:spPr>
              <a:xfrm>
                <a:off x="5685283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1" name="Freeform: Shape 11850">
                <a:extLst>
                  <a:ext uri="{FF2B5EF4-FFF2-40B4-BE49-F238E27FC236}">
                    <a16:creationId xmlns:a16="http://schemas.microsoft.com/office/drawing/2014/main" id="{A1EC5D8D-FFA4-3A80-F644-CD4A21749AC9}"/>
                  </a:ext>
                </a:extLst>
              </p:cNvPr>
              <p:cNvSpPr/>
              <p:nvPr/>
            </p:nvSpPr>
            <p:spPr>
              <a:xfrm>
                <a:off x="5685283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2" name="Freeform: Shape 11851">
                <a:extLst>
                  <a:ext uri="{FF2B5EF4-FFF2-40B4-BE49-F238E27FC236}">
                    <a16:creationId xmlns:a16="http://schemas.microsoft.com/office/drawing/2014/main" id="{4AFF09F9-FBD6-A629-F7C3-39A8799B29BE}"/>
                  </a:ext>
                </a:extLst>
              </p:cNvPr>
              <p:cNvSpPr/>
              <p:nvPr/>
            </p:nvSpPr>
            <p:spPr>
              <a:xfrm>
                <a:off x="5685283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3" name="Freeform: Shape 11852">
                <a:extLst>
                  <a:ext uri="{FF2B5EF4-FFF2-40B4-BE49-F238E27FC236}">
                    <a16:creationId xmlns:a16="http://schemas.microsoft.com/office/drawing/2014/main" id="{59BB996A-47C8-F0EA-E098-498F291E787A}"/>
                  </a:ext>
                </a:extLst>
              </p:cNvPr>
              <p:cNvSpPr/>
              <p:nvPr/>
            </p:nvSpPr>
            <p:spPr>
              <a:xfrm>
                <a:off x="5685283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4" name="Freeform: Shape 11853">
                <a:extLst>
                  <a:ext uri="{FF2B5EF4-FFF2-40B4-BE49-F238E27FC236}">
                    <a16:creationId xmlns:a16="http://schemas.microsoft.com/office/drawing/2014/main" id="{F16923FC-3326-919A-4ED0-109BB308DAC0}"/>
                  </a:ext>
                </a:extLst>
              </p:cNvPr>
              <p:cNvSpPr/>
              <p:nvPr/>
            </p:nvSpPr>
            <p:spPr>
              <a:xfrm>
                <a:off x="5685283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5" name="Freeform: Shape 11854">
                <a:extLst>
                  <a:ext uri="{FF2B5EF4-FFF2-40B4-BE49-F238E27FC236}">
                    <a16:creationId xmlns:a16="http://schemas.microsoft.com/office/drawing/2014/main" id="{C51426BB-A1F9-0619-3CC5-6697141B4B8F}"/>
                  </a:ext>
                </a:extLst>
              </p:cNvPr>
              <p:cNvSpPr/>
              <p:nvPr/>
            </p:nvSpPr>
            <p:spPr>
              <a:xfrm>
                <a:off x="5685283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6" name="Freeform: Shape 11855">
                <a:extLst>
                  <a:ext uri="{FF2B5EF4-FFF2-40B4-BE49-F238E27FC236}">
                    <a16:creationId xmlns:a16="http://schemas.microsoft.com/office/drawing/2014/main" id="{5222655E-EDDE-1B41-F92A-7351C74C4FE0}"/>
                  </a:ext>
                </a:extLst>
              </p:cNvPr>
              <p:cNvSpPr/>
              <p:nvPr/>
            </p:nvSpPr>
            <p:spPr>
              <a:xfrm>
                <a:off x="5685283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7" name="Freeform: Shape 11856">
                <a:extLst>
                  <a:ext uri="{FF2B5EF4-FFF2-40B4-BE49-F238E27FC236}">
                    <a16:creationId xmlns:a16="http://schemas.microsoft.com/office/drawing/2014/main" id="{7998EFD9-9027-A1E5-BA43-691253B1C172}"/>
                  </a:ext>
                </a:extLst>
              </p:cNvPr>
              <p:cNvSpPr/>
              <p:nvPr/>
            </p:nvSpPr>
            <p:spPr>
              <a:xfrm>
                <a:off x="5685283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8" name="Freeform: Shape 11857">
                <a:extLst>
                  <a:ext uri="{FF2B5EF4-FFF2-40B4-BE49-F238E27FC236}">
                    <a16:creationId xmlns:a16="http://schemas.microsoft.com/office/drawing/2014/main" id="{6732BB0D-1F8B-435C-7A20-4B71AA7438CE}"/>
                  </a:ext>
                </a:extLst>
              </p:cNvPr>
              <p:cNvSpPr/>
              <p:nvPr/>
            </p:nvSpPr>
            <p:spPr>
              <a:xfrm>
                <a:off x="5685283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59" name="Freeform: Shape 11858">
                <a:extLst>
                  <a:ext uri="{FF2B5EF4-FFF2-40B4-BE49-F238E27FC236}">
                    <a16:creationId xmlns:a16="http://schemas.microsoft.com/office/drawing/2014/main" id="{EF79A3EF-2374-19DA-095E-B14A1D987EDF}"/>
                  </a:ext>
                </a:extLst>
              </p:cNvPr>
              <p:cNvSpPr/>
              <p:nvPr/>
            </p:nvSpPr>
            <p:spPr>
              <a:xfrm>
                <a:off x="5685283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0" name="Freeform: Shape 11859">
                <a:extLst>
                  <a:ext uri="{FF2B5EF4-FFF2-40B4-BE49-F238E27FC236}">
                    <a16:creationId xmlns:a16="http://schemas.microsoft.com/office/drawing/2014/main" id="{4C4CBB1E-5EF3-742B-E063-0A7E75C70081}"/>
                  </a:ext>
                </a:extLst>
              </p:cNvPr>
              <p:cNvSpPr/>
              <p:nvPr/>
            </p:nvSpPr>
            <p:spPr>
              <a:xfrm>
                <a:off x="5685283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1" name="Freeform: Shape 11860">
                <a:extLst>
                  <a:ext uri="{FF2B5EF4-FFF2-40B4-BE49-F238E27FC236}">
                    <a16:creationId xmlns:a16="http://schemas.microsoft.com/office/drawing/2014/main" id="{9B48299E-FDCC-0282-8D84-703EE10A2995}"/>
                  </a:ext>
                </a:extLst>
              </p:cNvPr>
              <p:cNvSpPr/>
              <p:nvPr/>
            </p:nvSpPr>
            <p:spPr>
              <a:xfrm>
                <a:off x="5685283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2" name="Freeform: Shape 11861">
                <a:extLst>
                  <a:ext uri="{FF2B5EF4-FFF2-40B4-BE49-F238E27FC236}">
                    <a16:creationId xmlns:a16="http://schemas.microsoft.com/office/drawing/2014/main" id="{54CAF246-C5CD-0159-DBBC-2BA285B928B2}"/>
                  </a:ext>
                </a:extLst>
              </p:cNvPr>
              <p:cNvSpPr/>
              <p:nvPr/>
            </p:nvSpPr>
            <p:spPr>
              <a:xfrm>
                <a:off x="5685283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3" name="Freeform: Shape 11862">
                <a:extLst>
                  <a:ext uri="{FF2B5EF4-FFF2-40B4-BE49-F238E27FC236}">
                    <a16:creationId xmlns:a16="http://schemas.microsoft.com/office/drawing/2014/main" id="{7122DB6B-BAF8-8C04-4FAD-F7D06560E42C}"/>
                  </a:ext>
                </a:extLst>
              </p:cNvPr>
              <p:cNvSpPr/>
              <p:nvPr/>
            </p:nvSpPr>
            <p:spPr>
              <a:xfrm>
                <a:off x="5685283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4" name="Freeform: Shape 11863">
                <a:extLst>
                  <a:ext uri="{FF2B5EF4-FFF2-40B4-BE49-F238E27FC236}">
                    <a16:creationId xmlns:a16="http://schemas.microsoft.com/office/drawing/2014/main" id="{3CB2B7CF-07F7-11C1-5348-D5254649EE11}"/>
                  </a:ext>
                </a:extLst>
              </p:cNvPr>
              <p:cNvSpPr/>
              <p:nvPr/>
            </p:nvSpPr>
            <p:spPr>
              <a:xfrm>
                <a:off x="5685283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5" name="Freeform: Shape 11864">
                <a:extLst>
                  <a:ext uri="{FF2B5EF4-FFF2-40B4-BE49-F238E27FC236}">
                    <a16:creationId xmlns:a16="http://schemas.microsoft.com/office/drawing/2014/main" id="{725C046D-6555-2386-F1AF-64CC3F88C209}"/>
                  </a:ext>
                </a:extLst>
              </p:cNvPr>
              <p:cNvSpPr/>
              <p:nvPr/>
            </p:nvSpPr>
            <p:spPr>
              <a:xfrm>
                <a:off x="5685283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6" name="Freeform: Shape 11865">
                <a:extLst>
                  <a:ext uri="{FF2B5EF4-FFF2-40B4-BE49-F238E27FC236}">
                    <a16:creationId xmlns:a16="http://schemas.microsoft.com/office/drawing/2014/main" id="{FF5D24B8-4206-0310-3561-24912233855F}"/>
                  </a:ext>
                </a:extLst>
              </p:cNvPr>
              <p:cNvSpPr/>
              <p:nvPr/>
            </p:nvSpPr>
            <p:spPr>
              <a:xfrm>
                <a:off x="5685283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7" name="Freeform: Shape 11866">
                <a:extLst>
                  <a:ext uri="{FF2B5EF4-FFF2-40B4-BE49-F238E27FC236}">
                    <a16:creationId xmlns:a16="http://schemas.microsoft.com/office/drawing/2014/main" id="{14CACF2E-29E1-F612-934F-ACC7519178A1}"/>
                  </a:ext>
                </a:extLst>
              </p:cNvPr>
              <p:cNvSpPr/>
              <p:nvPr/>
            </p:nvSpPr>
            <p:spPr>
              <a:xfrm>
                <a:off x="5685283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8" name="Freeform: Shape 11867">
                <a:extLst>
                  <a:ext uri="{FF2B5EF4-FFF2-40B4-BE49-F238E27FC236}">
                    <a16:creationId xmlns:a16="http://schemas.microsoft.com/office/drawing/2014/main" id="{CE22BD7C-32F2-51AB-8947-94B13A018C7A}"/>
                  </a:ext>
                </a:extLst>
              </p:cNvPr>
              <p:cNvSpPr/>
              <p:nvPr/>
            </p:nvSpPr>
            <p:spPr>
              <a:xfrm>
                <a:off x="5685283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69" name="Freeform: Shape 11868">
                <a:extLst>
                  <a:ext uri="{FF2B5EF4-FFF2-40B4-BE49-F238E27FC236}">
                    <a16:creationId xmlns:a16="http://schemas.microsoft.com/office/drawing/2014/main" id="{052A45CE-215F-28E5-6962-4C003BAB94B4}"/>
                  </a:ext>
                </a:extLst>
              </p:cNvPr>
              <p:cNvSpPr/>
              <p:nvPr/>
            </p:nvSpPr>
            <p:spPr>
              <a:xfrm>
                <a:off x="5685283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0" name="Freeform: Shape 11869">
                <a:extLst>
                  <a:ext uri="{FF2B5EF4-FFF2-40B4-BE49-F238E27FC236}">
                    <a16:creationId xmlns:a16="http://schemas.microsoft.com/office/drawing/2014/main" id="{235F480A-3CCC-5FA0-9559-4A7155FEB3AD}"/>
                  </a:ext>
                </a:extLst>
              </p:cNvPr>
              <p:cNvSpPr/>
              <p:nvPr/>
            </p:nvSpPr>
            <p:spPr>
              <a:xfrm>
                <a:off x="5685283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1" name="Freeform: Shape 11870">
                <a:extLst>
                  <a:ext uri="{FF2B5EF4-FFF2-40B4-BE49-F238E27FC236}">
                    <a16:creationId xmlns:a16="http://schemas.microsoft.com/office/drawing/2014/main" id="{C648C061-FD04-205A-147E-F538A49E0C04}"/>
                  </a:ext>
                </a:extLst>
              </p:cNvPr>
              <p:cNvSpPr/>
              <p:nvPr/>
            </p:nvSpPr>
            <p:spPr>
              <a:xfrm>
                <a:off x="5685283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2" name="Freeform: Shape 11871">
                <a:extLst>
                  <a:ext uri="{FF2B5EF4-FFF2-40B4-BE49-F238E27FC236}">
                    <a16:creationId xmlns:a16="http://schemas.microsoft.com/office/drawing/2014/main" id="{3FFE718C-F8AB-8850-0D53-165AAC210273}"/>
                  </a:ext>
                </a:extLst>
              </p:cNvPr>
              <p:cNvSpPr/>
              <p:nvPr/>
            </p:nvSpPr>
            <p:spPr>
              <a:xfrm>
                <a:off x="5685283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3" name="Freeform: Shape 11872">
                <a:extLst>
                  <a:ext uri="{FF2B5EF4-FFF2-40B4-BE49-F238E27FC236}">
                    <a16:creationId xmlns:a16="http://schemas.microsoft.com/office/drawing/2014/main" id="{37D918EA-B68E-8C27-0D9F-6272FDB5158B}"/>
                  </a:ext>
                </a:extLst>
              </p:cNvPr>
              <p:cNvSpPr/>
              <p:nvPr/>
            </p:nvSpPr>
            <p:spPr>
              <a:xfrm>
                <a:off x="5685283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CDCDC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4" name="Freeform: Shape 11873">
                <a:extLst>
                  <a:ext uri="{FF2B5EF4-FFF2-40B4-BE49-F238E27FC236}">
                    <a16:creationId xmlns:a16="http://schemas.microsoft.com/office/drawing/2014/main" id="{90CB98AB-B01D-28AC-F451-E73BDDE79CB6}"/>
                  </a:ext>
                </a:extLst>
              </p:cNvPr>
              <p:cNvSpPr/>
              <p:nvPr/>
            </p:nvSpPr>
            <p:spPr>
              <a:xfrm>
                <a:off x="574751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5" name="Freeform: Shape 11874">
                <a:extLst>
                  <a:ext uri="{FF2B5EF4-FFF2-40B4-BE49-F238E27FC236}">
                    <a16:creationId xmlns:a16="http://schemas.microsoft.com/office/drawing/2014/main" id="{F5459A59-095D-ED56-A518-34729296CA1D}"/>
                  </a:ext>
                </a:extLst>
              </p:cNvPr>
              <p:cNvSpPr/>
              <p:nvPr/>
            </p:nvSpPr>
            <p:spPr>
              <a:xfrm>
                <a:off x="574751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32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6" name="Freeform: Shape 11875">
                <a:extLst>
                  <a:ext uri="{FF2B5EF4-FFF2-40B4-BE49-F238E27FC236}">
                    <a16:creationId xmlns:a16="http://schemas.microsoft.com/office/drawing/2014/main" id="{B9510C3C-5AE1-7752-7B4C-30B89CD538A1}"/>
                  </a:ext>
                </a:extLst>
              </p:cNvPr>
              <p:cNvSpPr/>
              <p:nvPr/>
            </p:nvSpPr>
            <p:spPr>
              <a:xfrm>
                <a:off x="574751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7" name="Freeform: Shape 11876">
                <a:extLst>
                  <a:ext uri="{FF2B5EF4-FFF2-40B4-BE49-F238E27FC236}">
                    <a16:creationId xmlns:a16="http://schemas.microsoft.com/office/drawing/2014/main" id="{A641757F-05A2-A687-5E30-5346C8BFCACC}"/>
                  </a:ext>
                </a:extLst>
              </p:cNvPr>
              <p:cNvSpPr/>
              <p:nvPr/>
            </p:nvSpPr>
            <p:spPr>
              <a:xfrm>
                <a:off x="574751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8" name="Freeform: Shape 11877">
                <a:extLst>
                  <a:ext uri="{FF2B5EF4-FFF2-40B4-BE49-F238E27FC236}">
                    <a16:creationId xmlns:a16="http://schemas.microsoft.com/office/drawing/2014/main" id="{C266EC9D-EFB2-198D-1796-60623AA1C3DD}"/>
                  </a:ext>
                </a:extLst>
              </p:cNvPr>
              <p:cNvSpPr/>
              <p:nvPr/>
            </p:nvSpPr>
            <p:spPr>
              <a:xfrm>
                <a:off x="574751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79" name="Freeform: Shape 11878">
                <a:extLst>
                  <a:ext uri="{FF2B5EF4-FFF2-40B4-BE49-F238E27FC236}">
                    <a16:creationId xmlns:a16="http://schemas.microsoft.com/office/drawing/2014/main" id="{F215961C-0DD2-BBFC-AF87-EE371ED8A42B}"/>
                  </a:ext>
                </a:extLst>
              </p:cNvPr>
              <p:cNvSpPr/>
              <p:nvPr/>
            </p:nvSpPr>
            <p:spPr>
              <a:xfrm>
                <a:off x="574751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0" name="Freeform: Shape 11879">
                <a:extLst>
                  <a:ext uri="{FF2B5EF4-FFF2-40B4-BE49-F238E27FC236}">
                    <a16:creationId xmlns:a16="http://schemas.microsoft.com/office/drawing/2014/main" id="{521E38DA-3B2B-66F7-118F-A643C3D0A156}"/>
                  </a:ext>
                </a:extLst>
              </p:cNvPr>
              <p:cNvSpPr/>
              <p:nvPr/>
            </p:nvSpPr>
            <p:spPr>
              <a:xfrm>
                <a:off x="574751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1" name="Freeform: Shape 11880">
                <a:extLst>
                  <a:ext uri="{FF2B5EF4-FFF2-40B4-BE49-F238E27FC236}">
                    <a16:creationId xmlns:a16="http://schemas.microsoft.com/office/drawing/2014/main" id="{36871B85-83E1-80BD-67CB-4EBE31920196}"/>
                  </a:ext>
                </a:extLst>
              </p:cNvPr>
              <p:cNvSpPr/>
              <p:nvPr/>
            </p:nvSpPr>
            <p:spPr>
              <a:xfrm>
                <a:off x="574751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2" name="Freeform: Shape 11881">
                <a:extLst>
                  <a:ext uri="{FF2B5EF4-FFF2-40B4-BE49-F238E27FC236}">
                    <a16:creationId xmlns:a16="http://schemas.microsoft.com/office/drawing/2014/main" id="{FB95B0C0-4BE4-F776-AED3-C3432F1F159C}"/>
                  </a:ext>
                </a:extLst>
              </p:cNvPr>
              <p:cNvSpPr/>
              <p:nvPr/>
            </p:nvSpPr>
            <p:spPr>
              <a:xfrm>
                <a:off x="574751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3" name="Freeform: Shape 11882">
                <a:extLst>
                  <a:ext uri="{FF2B5EF4-FFF2-40B4-BE49-F238E27FC236}">
                    <a16:creationId xmlns:a16="http://schemas.microsoft.com/office/drawing/2014/main" id="{BD638040-C4A3-82AC-2357-0A8DB2C55AAF}"/>
                  </a:ext>
                </a:extLst>
              </p:cNvPr>
              <p:cNvSpPr/>
              <p:nvPr/>
            </p:nvSpPr>
            <p:spPr>
              <a:xfrm>
                <a:off x="574751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4" name="Freeform: Shape 11883">
                <a:extLst>
                  <a:ext uri="{FF2B5EF4-FFF2-40B4-BE49-F238E27FC236}">
                    <a16:creationId xmlns:a16="http://schemas.microsoft.com/office/drawing/2014/main" id="{F4047AF9-41BA-2779-468D-1C1801DB1636}"/>
                  </a:ext>
                </a:extLst>
              </p:cNvPr>
              <p:cNvSpPr/>
              <p:nvPr/>
            </p:nvSpPr>
            <p:spPr>
              <a:xfrm>
                <a:off x="574751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5" name="Freeform: Shape 11884">
                <a:extLst>
                  <a:ext uri="{FF2B5EF4-FFF2-40B4-BE49-F238E27FC236}">
                    <a16:creationId xmlns:a16="http://schemas.microsoft.com/office/drawing/2014/main" id="{816BBB6A-D20E-BA73-A29F-9A6A328CDF23}"/>
                  </a:ext>
                </a:extLst>
              </p:cNvPr>
              <p:cNvSpPr/>
              <p:nvPr/>
            </p:nvSpPr>
            <p:spPr>
              <a:xfrm>
                <a:off x="574751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6" name="Freeform: Shape 11885">
                <a:extLst>
                  <a:ext uri="{FF2B5EF4-FFF2-40B4-BE49-F238E27FC236}">
                    <a16:creationId xmlns:a16="http://schemas.microsoft.com/office/drawing/2014/main" id="{9A119319-F8D5-785F-6042-4FA9C9F62843}"/>
                  </a:ext>
                </a:extLst>
              </p:cNvPr>
              <p:cNvSpPr/>
              <p:nvPr/>
            </p:nvSpPr>
            <p:spPr>
              <a:xfrm>
                <a:off x="574751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7" name="Freeform: Shape 11886">
                <a:extLst>
                  <a:ext uri="{FF2B5EF4-FFF2-40B4-BE49-F238E27FC236}">
                    <a16:creationId xmlns:a16="http://schemas.microsoft.com/office/drawing/2014/main" id="{34982242-474A-375D-E9D1-A7632D49FF2D}"/>
                  </a:ext>
                </a:extLst>
              </p:cNvPr>
              <p:cNvSpPr/>
              <p:nvPr/>
            </p:nvSpPr>
            <p:spPr>
              <a:xfrm>
                <a:off x="574751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8" name="Freeform: Shape 11887">
                <a:extLst>
                  <a:ext uri="{FF2B5EF4-FFF2-40B4-BE49-F238E27FC236}">
                    <a16:creationId xmlns:a16="http://schemas.microsoft.com/office/drawing/2014/main" id="{713B7E9F-E436-86C1-DB75-316E3ECC816B}"/>
                  </a:ext>
                </a:extLst>
              </p:cNvPr>
              <p:cNvSpPr/>
              <p:nvPr/>
            </p:nvSpPr>
            <p:spPr>
              <a:xfrm>
                <a:off x="574751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89" name="Freeform: Shape 11888">
                <a:extLst>
                  <a:ext uri="{FF2B5EF4-FFF2-40B4-BE49-F238E27FC236}">
                    <a16:creationId xmlns:a16="http://schemas.microsoft.com/office/drawing/2014/main" id="{D73CADA4-5B29-EDBD-834C-19D38DCC7C79}"/>
                  </a:ext>
                </a:extLst>
              </p:cNvPr>
              <p:cNvSpPr/>
              <p:nvPr/>
            </p:nvSpPr>
            <p:spPr>
              <a:xfrm>
                <a:off x="574751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0" name="Freeform: Shape 11889">
                <a:extLst>
                  <a:ext uri="{FF2B5EF4-FFF2-40B4-BE49-F238E27FC236}">
                    <a16:creationId xmlns:a16="http://schemas.microsoft.com/office/drawing/2014/main" id="{4DA55592-5728-8FE9-EB29-27EF8EA85D90}"/>
                  </a:ext>
                </a:extLst>
              </p:cNvPr>
              <p:cNvSpPr/>
              <p:nvPr/>
            </p:nvSpPr>
            <p:spPr>
              <a:xfrm>
                <a:off x="574751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1" name="Freeform: Shape 11890">
                <a:extLst>
                  <a:ext uri="{FF2B5EF4-FFF2-40B4-BE49-F238E27FC236}">
                    <a16:creationId xmlns:a16="http://schemas.microsoft.com/office/drawing/2014/main" id="{ECF761F2-C7D3-8709-7C90-C1F993843C4A}"/>
                  </a:ext>
                </a:extLst>
              </p:cNvPr>
              <p:cNvSpPr/>
              <p:nvPr/>
            </p:nvSpPr>
            <p:spPr>
              <a:xfrm>
                <a:off x="574751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2" name="Freeform: Shape 11891">
                <a:extLst>
                  <a:ext uri="{FF2B5EF4-FFF2-40B4-BE49-F238E27FC236}">
                    <a16:creationId xmlns:a16="http://schemas.microsoft.com/office/drawing/2014/main" id="{80828FF6-5F2A-8E4B-5C42-CA60651456B2}"/>
                  </a:ext>
                </a:extLst>
              </p:cNvPr>
              <p:cNvSpPr/>
              <p:nvPr/>
            </p:nvSpPr>
            <p:spPr>
              <a:xfrm>
                <a:off x="574751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3" name="Freeform: Shape 11892">
                <a:extLst>
                  <a:ext uri="{FF2B5EF4-FFF2-40B4-BE49-F238E27FC236}">
                    <a16:creationId xmlns:a16="http://schemas.microsoft.com/office/drawing/2014/main" id="{1C20255A-33B9-214D-DE15-9861FADD05E6}"/>
                  </a:ext>
                </a:extLst>
              </p:cNvPr>
              <p:cNvSpPr/>
              <p:nvPr/>
            </p:nvSpPr>
            <p:spPr>
              <a:xfrm>
                <a:off x="574751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4" name="Freeform: Shape 11893">
                <a:extLst>
                  <a:ext uri="{FF2B5EF4-FFF2-40B4-BE49-F238E27FC236}">
                    <a16:creationId xmlns:a16="http://schemas.microsoft.com/office/drawing/2014/main" id="{37C830FA-B4A5-3245-A9F4-848F3318060E}"/>
                  </a:ext>
                </a:extLst>
              </p:cNvPr>
              <p:cNvSpPr/>
              <p:nvPr/>
            </p:nvSpPr>
            <p:spPr>
              <a:xfrm>
                <a:off x="574751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5" name="Freeform: Shape 11894">
                <a:extLst>
                  <a:ext uri="{FF2B5EF4-FFF2-40B4-BE49-F238E27FC236}">
                    <a16:creationId xmlns:a16="http://schemas.microsoft.com/office/drawing/2014/main" id="{5B18BFDD-9261-4B09-76B4-5E52641BE503}"/>
                  </a:ext>
                </a:extLst>
              </p:cNvPr>
              <p:cNvSpPr/>
              <p:nvPr/>
            </p:nvSpPr>
            <p:spPr>
              <a:xfrm>
                <a:off x="574751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6" name="Freeform: Shape 11895">
                <a:extLst>
                  <a:ext uri="{FF2B5EF4-FFF2-40B4-BE49-F238E27FC236}">
                    <a16:creationId xmlns:a16="http://schemas.microsoft.com/office/drawing/2014/main" id="{15678F0D-1121-9399-23FE-855D96FFBE9E}"/>
                  </a:ext>
                </a:extLst>
              </p:cNvPr>
              <p:cNvSpPr/>
              <p:nvPr/>
            </p:nvSpPr>
            <p:spPr>
              <a:xfrm>
                <a:off x="574751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7" name="Freeform: Shape 11896">
                <a:extLst>
                  <a:ext uri="{FF2B5EF4-FFF2-40B4-BE49-F238E27FC236}">
                    <a16:creationId xmlns:a16="http://schemas.microsoft.com/office/drawing/2014/main" id="{475D3BED-CB01-676D-D043-E3FBB931D866}"/>
                  </a:ext>
                </a:extLst>
              </p:cNvPr>
              <p:cNvSpPr/>
              <p:nvPr/>
            </p:nvSpPr>
            <p:spPr>
              <a:xfrm>
                <a:off x="574751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8" name="Freeform: Shape 11897">
                <a:extLst>
                  <a:ext uri="{FF2B5EF4-FFF2-40B4-BE49-F238E27FC236}">
                    <a16:creationId xmlns:a16="http://schemas.microsoft.com/office/drawing/2014/main" id="{790987AF-6DD0-3F0C-BE0E-E0E870561400}"/>
                  </a:ext>
                </a:extLst>
              </p:cNvPr>
              <p:cNvSpPr/>
              <p:nvPr/>
            </p:nvSpPr>
            <p:spPr>
              <a:xfrm>
                <a:off x="574751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899" name="Freeform: Shape 11898">
                <a:extLst>
                  <a:ext uri="{FF2B5EF4-FFF2-40B4-BE49-F238E27FC236}">
                    <a16:creationId xmlns:a16="http://schemas.microsoft.com/office/drawing/2014/main" id="{14CA9C57-818F-01C4-2493-210F2E57D625}"/>
                  </a:ext>
                </a:extLst>
              </p:cNvPr>
              <p:cNvSpPr/>
              <p:nvPr/>
            </p:nvSpPr>
            <p:spPr>
              <a:xfrm>
                <a:off x="574751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97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0" name="Freeform: Shape 11899">
                <a:extLst>
                  <a:ext uri="{FF2B5EF4-FFF2-40B4-BE49-F238E27FC236}">
                    <a16:creationId xmlns:a16="http://schemas.microsoft.com/office/drawing/2014/main" id="{B9113C3D-B177-A9C4-760F-709BE8781980}"/>
                  </a:ext>
                </a:extLst>
              </p:cNvPr>
              <p:cNvSpPr/>
              <p:nvPr/>
            </p:nvSpPr>
            <p:spPr>
              <a:xfrm>
                <a:off x="574751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1" name="Freeform: Shape 11900">
                <a:extLst>
                  <a:ext uri="{FF2B5EF4-FFF2-40B4-BE49-F238E27FC236}">
                    <a16:creationId xmlns:a16="http://schemas.microsoft.com/office/drawing/2014/main" id="{44C76B27-346F-62E4-92CE-E6663B7CB9E3}"/>
                  </a:ext>
                </a:extLst>
              </p:cNvPr>
              <p:cNvSpPr/>
              <p:nvPr/>
            </p:nvSpPr>
            <p:spPr>
              <a:xfrm>
                <a:off x="5809835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2" name="Freeform: Shape 11901">
                <a:extLst>
                  <a:ext uri="{FF2B5EF4-FFF2-40B4-BE49-F238E27FC236}">
                    <a16:creationId xmlns:a16="http://schemas.microsoft.com/office/drawing/2014/main" id="{18443BE5-FACB-509D-3CFC-59AA37C8A87E}"/>
                  </a:ext>
                </a:extLst>
              </p:cNvPr>
              <p:cNvSpPr/>
              <p:nvPr/>
            </p:nvSpPr>
            <p:spPr>
              <a:xfrm>
                <a:off x="5809835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3" name="Freeform: Shape 11902">
                <a:extLst>
                  <a:ext uri="{FF2B5EF4-FFF2-40B4-BE49-F238E27FC236}">
                    <a16:creationId xmlns:a16="http://schemas.microsoft.com/office/drawing/2014/main" id="{0B8DEFCA-9E09-CBCC-E93D-892309FD19B2}"/>
                  </a:ext>
                </a:extLst>
              </p:cNvPr>
              <p:cNvSpPr/>
              <p:nvPr/>
            </p:nvSpPr>
            <p:spPr>
              <a:xfrm>
                <a:off x="5809835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4" name="Freeform: Shape 11903">
                <a:extLst>
                  <a:ext uri="{FF2B5EF4-FFF2-40B4-BE49-F238E27FC236}">
                    <a16:creationId xmlns:a16="http://schemas.microsoft.com/office/drawing/2014/main" id="{ADEC21C1-88CC-47E6-A1E2-D317BF75502E}"/>
                  </a:ext>
                </a:extLst>
              </p:cNvPr>
              <p:cNvSpPr/>
              <p:nvPr/>
            </p:nvSpPr>
            <p:spPr>
              <a:xfrm>
                <a:off x="5809835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5" name="Freeform: Shape 11904">
                <a:extLst>
                  <a:ext uri="{FF2B5EF4-FFF2-40B4-BE49-F238E27FC236}">
                    <a16:creationId xmlns:a16="http://schemas.microsoft.com/office/drawing/2014/main" id="{C8DAF581-6C6C-509C-E4CE-5BA0DDBE8EBA}"/>
                  </a:ext>
                </a:extLst>
              </p:cNvPr>
              <p:cNvSpPr/>
              <p:nvPr/>
            </p:nvSpPr>
            <p:spPr>
              <a:xfrm>
                <a:off x="5809835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6" name="Freeform: Shape 11905">
                <a:extLst>
                  <a:ext uri="{FF2B5EF4-FFF2-40B4-BE49-F238E27FC236}">
                    <a16:creationId xmlns:a16="http://schemas.microsoft.com/office/drawing/2014/main" id="{F3E7F194-16D4-1D92-5339-E3E6FCF42D79}"/>
                  </a:ext>
                </a:extLst>
              </p:cNvPr>
              <p:cNvSpPr/>
              <p:nvPr/>
            </p:nvSpPr>
            <p:spPr>
              <a:xfrm>
                <a:off x="5809835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7" name="Freeform: Shape 11906">
                <a:extLst>
                  <a:ext uri="{FF2B5EF4-FFF2-40B4-BE49-F238E27FC236}">
                    <a16:creationId xmlns:a16="http://schemas.microsoft.com/office/drawing/2014/main" id="{865B5637-0C5D-19F1-8DF7-3EA8ED65E531}"/>
                  </a:ext>
                </a:extLst>
              </p:cNvPr>
              <p:cNvSpPr/>
              <p:nvPr/>
            </p:nvSpPr>
            <p:spPr>
              <a:xfrm>
                <a:off x="5809835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8" name="Freeform: Shape 11907">
                <a:extLst>
                  <a:ext uri="{FF2B5EF4-FFF2-40B4-BE49-F238E27FC236}">
                    <a16:creationId xmlns:a16="http://schemas.microsoft.com/office/drawing/2014/main" id="{149BDD4F-B370-EAF2-8E14-5777A45C6589}"/>
                  </a:ext>
                </a:extLst>
              </p:cNvPr>
              <p:cNvSpPr/>
              <p:nvPr/>
            </p:nvSpPr>
            <p:spPr>
              <a:xfrm>
                <a:off x="5809835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09" name="Freeform: Shape 11908">
                <a:extLst>
                  <a:ext uri="{FF2B5EF4-FFF2-40B4-BE49-F238E27FC236}">
                    <a16:creationId xmlns:a16="http://schemas.microsoft.com/office/drawing/2014/main" id="{85F2A558-21EC-7052-2624-A9687954D3BA}"/>
                  </a:ext>
                </a:extLst>
              </p:cNvPr>
              <p:cNvSpPr/>
              <p:nvPr/>
            </p:nvSpPr>
            <p:spPr>
              <a:xfrm>
                <a:off x="5809835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0" name="Freeform: Shape 11909">
                <a:extLst>
                  <a:ext uri="{FF2B5EF4-FFF2-40B4-BE49-F238E27FC236}">
                    <a16:creationId xmlns:a16="http://schemas.microsoft.com/office/drawing/2014/main" id="{5DD727C5-E12F-C781-F2AA-F718A9CD891C}"/>
                  </a:ext>
                </a:extLst>
              </p:cNvPr>
              <p:cNvSpPr/>
              <p:nvPr/>
            </p:nvSpPr>
            <p:spPr>
              <a:xfrm>
                <a:off x="5809835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1" name="Freeform: Shape 11910">
                <a:extLst>
                  <a:ext uri="{FF2B5EF4-FFF2-40B4-BE49-F238E27FC236}">
                    <a16:creationId xmlns:a16="http://schemas.microsoft.com/office/drawing/2014/main" id="{9A1E6DEF-C348-BD07-06A7-0E6DEF8B7A23}"/>
                  </a:ext>
                </a:extLst>
              </p:cNvPr>
              <p:cNvSpPr/>
              <p:nvPr/>
            </p:nvSpPr>
            <p:spPr>
              <a:xfrm>
                <a:off x="5809835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2" name="Freeform: Shape 11911">
                <a:extLst>
                  <a:ext uri="{FF2B5EF4-FFF2-40B4-BE49-F238E27FC236}">
                    <a16:creationId xmlns:a16="http://schemas.microsoft.com/office/drawing/2014/main" id="{13B1A221-A633-497C-DC29-5E3A30F07322}"/>
                  </a:ext>
                </a:extLst>
              </p:cNvPr>
              <p:cNvSpPr/>
              <p:nvPr/>
            </p:nvSpPr>
            <p:spPr>
              <a:xfrm>
                <a:off x="5809835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3" name="Freeform: Shape 11912">
                <a:extLst>
                  <a:ext uri="{FF2B5EF4-FFF2-40B4-BE49-F238E27FC236}">
                    <a16:creationId xmlns:a16="http://schemas.microsoft.com/office/drawing/2014/main" id="{F328ED68-648A-1C80-010C-83503135B76E}"/>
                  </a:ext>
                </a:extLst>
              </p:cNvPr>
              <p:cNvSpPr/>
              <p:nvPr/>
            </p:nvSpPr>
            <p:spPr>
              <a:xfrm>
                <a:off x="5809835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45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4" name="Freeform: Shape 11913">
                <a:extLst>
                  <a:ext uri="{FF2B5EF4-FFF2-40B4-BE49-F238E27FC236}">
                    <a16:creationId xmlns:a16="http://schemas.microsoft.com/office/drawing/2014/main" id="{1729F558-C163-2DB7-C017-B735CAFA3E15}"/>
                  </a:ext>
                </a:extLst>
              </p:cNvPr>
              <p:cNvSpPr/>
              <p:nvPr/>
            </p:nvSpPr>
            <p:spPr>
              <a:xfrm>
                <a:off x="5809835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5" name="Freeform: Shape 11914">
                <a:extLst>
                  <a:ext uri="{FF2B5EF4-FFF2-40B4-BE49-F238E27FC236}">
                    <a16:creationId xmlns:a16="http://schemas.microsoft.com/office/drawing/2014/main" id="{A008E8BC-4D53-6D30-8F35-4BB3F1764C41}"/>
                  </a:ext>
                </a:extLst>
              </p:cNvPr>
              <p:cNvSpPr/>
              <p:nvPr/>
            </p:nvSpPr>
            <p:spPr>
              <a:xfrm>
                <a:off x="5809835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6" name="Freeform: Shape 11915">
                <a:extLst>
                  <a:ext uri="{FF2B5EF4-FFF2-40B4-BE49-F238E27FC236}">
                    <a16:creationId xmlns:a16="http://schemas.microsoft.com/office/drawing/2014/main" id="{E5AC31BD-7F60-00F9-561D-E6B8E10CD3DA}"/>
                  </a:ext>
                </a:extLst>
              </p:cNvPr>
              <p:cNvSpPr/>
              <p:nvPr/>
            </p:nvSpPr>
            <p:spPr>
              <a:xfrm>
                <a:off x="5809835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7" name="Freeform: Shape 11916">
                <a:extLst>
                  <a:ext uri="{FF2B5EF4-FFF2-40B4-BE49-F238E27FC236}">
                    <a16:creationId xmlns:a16="http://schemas.microsoft.com/office/drawing/2014/main" id="{B317D0C5-B324-97D4-6D26-CCA3153CF683}"/>
                  </a:ext>
                </a:extLst>
              </p:cNvPr>
              <p:cNvSpPr/>
              <p:nvPr/>
            </p:nvSpPr>
            <p:spPr>
              <a:xfrm>
                <a:off x="5809835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8" name="Freeform: Shape 11917">
                <a:extLst>
                  <a:ext uri="{FF2B5EF4-FFF2-40B4-BE49-F238E27FC236}">
                    <a16:creationId xmlns:a16="http://schemas.microsoft.com/office/drawing/2014/main" id="{2D88F85A-82B9-7297-9BF8-42CEE29CB005}"/>
                  </a:ext>
                </a:extLst>
              </p:cNvPr>
              <p:cNvSpPr/>
              <p:nvPr/>
            </p:nvSpPr>
            <p:spPr>
              <a:xfrm>
                <a:off x="5809835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19" name="Freeform: Shape 11918">
                <a:extLst>
                  <a:ext uri="{FF2B5EF4-FFF2-40B4-BE49-F238E27FC236}">
                    <a16:creationId xmlns:a16="http://schemas.microsoft.com/office/drawing/2014/main" id="{2D57AF60-9408-FFBD-726D-C84AD2B03DB4}"/>
                  </a:ext>
                </a:extLst>
              </p:cNvPr>
              <p:cNvSpPr/>
              <p:nvPr/>
            </p:nvSpPr>
            <p:spPr>
              <a:xfrm>
                <a:off x="5809835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0" name="Freeform: Shape 11919">
                <a:extLst>
                  <a:ext uri="{FF2B5EF4-FFF2-40B4-BE49-F238E27FC236}">
                    <a16:creationId xmlns:a16="http://schemas.microsoft.com/office/drawing/2014/main" id="{621A0BC4-3FB7-C388-F18D-C74345D62E6F}"/>
                  </a:ext>
                </a:extLst>
              </p:cNvPr>
              <p:cNvSpPr/>
              <p:nvPr/>
            </p:nvSpPr>
            <p:spPr>
              <a:xfrm>
                <a:off x="5809835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1" name="Freeform: Shape 11920">
                <a:extLst>
                  <a:ext uri="{FF2B5EF4-FFF2-40B4-BE49-F238E27FC236}">
                    <a16:creationId xmlns:a16="http://schemas.microsoft.com/office/drawing/2014/main" id="{69243470-435B-4432-7AAC-4752976ACDBE}"/>
                  </a:ext>
                </a:extLst>
              </p:cNvPr>
              <p:cNvSpPr/>
              <p:nvPr/>
            </p:nvSpPr>
            <p:spPr>
              <a:xfrm>
                <a:off x="5809835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2" name="Freeform: Shape 11921">
                <a:extLst>
                  <a:ext uri="{FF2B5EF4-FFF2-40B4-BE49-F238E27FC236}">
                    <a16:creationId xmlns:a16="http://schemas.microsoft.com/office/drawing/2014/main" id="{92019B78-BA36-C51D-C595-29ED926FB776}"/>
                  </a:ext>
                </a:extLst>
              </p:cNvPr>
              <p:cNvSpPr/>
              <p:nvPr/>
            </p:nvSpPr>
            <p:spPr>
              <a:xfrm>
                <a:off x="5809835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65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3" name="Freeform: Shape 11922">
                <a:extLst>
                  <a:ext uri="{FF2B5EF4-FFF2-40B4-BE49-F238E27FC236}">
                    <a16:creationId xmlns:a16="http://schemas.microsoft.com/office/drawing/2014/main" id="{DC289541-78FA-EA61-407E-81784691A1E7}"/>
                  </a:ext>
                </a:extLst>
              </p:cNvPr>
              <p:cNvSpPr/>
              <p:nvPr/>
            </p:nvSpPr>
            <p:spPr>
              <a:xfrm>
                <a:off x="5809835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96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4" name="Freeform: Shape 11923">
                <a:extLst>
                  <a:ext uri="{FF2B5EF4-FFF2-40B4-BE49-F238E27FC236}">
                    <a16:creationId xmlns:a16="http://schemas.microsoft.com/office/drawing/2014/main" id="{6D7A18A1-AB7D-BE21-DABD-2EF84205EFF0}"/>
                  </a:ext>
                </a:extLst>
              </p:cNvPr>
              <p:cNvSpPr/>
              <p:nvPr/>
            </p:nvSpPr>
            <p:spPr>
              <a:xfrm>
                <a:off x="5809835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5" name="Freeform: Shape 11924">
                <a:extLst>
                  <a:ext uri="{FF2B5EF4-FFF2-40B4-BE49-F238E27FC236}">
                    <a16:creationId xmlns:a16="http://schemas.microsoft.com/office/drawing/2014/main" id="{580D69FC-70B0-83AA-CC1C-38CC873A3141}"/>
                  </a:ext>
                </a:extLst>
              </p:cNvPr>
              <p:cNvSpPr/>
              <p:nvPr/>
            </p:nvSpPr>
            <p:spPr>
              <a:xfrm>
                <a:off x="5809835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6" name="Freeform: Shape 11925">
                <a:extLst>
                  <a:ext uri="{FF2B5EF4-FFF2-40B4-BE49-F238E27FC236}">
                    <a16:creationId xmlns:a16="http://schemas.microsoft.com/office/drawing/2014/main" id="{86386C79-1B17-55FD-F81C-8196793ED2D7}"/>
                  </a:ext>
                </a:extLst>
              </p:cNvPr>
              <p:cNvSpPr/>
              <p:nvPr/>
            </p:nvSpPr>
            <p:spPr>
              <a:xfrm>
                <a:off x="5809835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7" name="Freeform: Shape 11926">
                <a:extLst>
                  <a:ext uri="{FF2B5EF4-FFF2-40B4-BE49-F238E27FC236}">
                    <a16:creationId xmlns:a16="http://schemas.microsoft.com/office/drawing/2014/main" id="{23EB533A-C2D2-670F-2A59-6EDE2AE26A1D}"/>
                  </a:ext>
                </a:extLst>
              </p:cNvPr>
              <p:cNvSpPr/>
              <p:nvPr/>
            </p:nvSpPr>
            <p:spPr>
              <a:xfrm>
                <a:off x="5809835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8" name="Freeform: Shape 11927">
                <a:extLst>
                  <a:ext uri="{FF2B5EF4-FFF2-40B4-BE49-F238E27FC236}">
                    <a16:creationId xmlns:a16="http://schemas.microsoft.com/office/drawing/2014/main" id="{95FFD750-26DD-3E84-B826-8F0DBF994244}"/>
                  </a:ext>
                </a:extLst>
              </p:cNvPr>
              <p:cNvSpPr/>
              <p:nvPr/>
            </p:nvSpPr>
            <p:spPr>
              <a:xfrm>
                <a:off x="587207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29" name="Freeform: Shape 11928">
                <a:extLst>
                  <a:ext uri="{FF2B5EF4-FFF2-40B4-BE49-F238E27FC236}">
                    <a16:creationId xmlns:a16="http://schemas.microsoft.com/office/drawing/2014/main" id="{37E3C644-0823-A772-B391-F7FAED97F657}"/>
                  </a:ext>
                </a:extLst>
              </p:cNvPr>
              <p:cNvSpPr/>
              <p:nvPr/>
            </p:nvSpPr>
            <p:spPr>
              <a:xfrm>
                <a:off x="587207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0" name="Freeform: Shape 11929">
                <a:extLst>
                  <a:ext uri="{FF2B5EF4-FFF2-40B4-BE49-F238E27FC236}">
                    <a16:creationId xmlns:a16="http://schemas.microsoft.com/office/drawing/2014/main" id="{87DD5F4D-56F7-7D82-21DD-670712B13568}"/>
                  </a:ext>
                </a:extLst>
              </p:cNvPr>
              <p:cNvSpPr/>
              <p:nvPr/>
            </p:nvSpPr>
            <p:spPr>
              <a:xfrm>
                <a:off x="587207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1" name="Freeform: Shape 11930">
                <a:extLst>
                  <a:ext uri="{FF2B5EF4-FFF2-40B4-BE49-F238E27FC236}">
                    <a16:creationId xmlns:a16="http://schemas.microsoft.com/office/drawing/2014/main" id="{15413A65-8CFE-91B0-4387-DB1B4F32B40B}"/>
                  </a:ext>
                </a:extLst>
              </p:cNvPr>
              <p:cNvSpPr/>
              <p:nvPr/>
            </p:nvSpPr>
            <p:spPr>
              <a:xfrm>
                <a:off x="587207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2" name="Freeform: Shape 11931">
                <a:extLst>
                  <a:ext uri="{FF2B5EF4-FFF2-40B4-BE49-F238E27FC236}">
                    <a16:creationId xmlns:a16="http://schemas.microsoft.com/office/drawing/2014/main" id="{2A1BF488-B2C2-0ACD-4361-8BC2EFA20EEB}"/>
                  </a:ext>
                </a:extLst>
              </p:cNvPr>
              <p:cNvSpPr/>
              <p:nvPr/>
            </p:nvSpPr>
            <p:spPr>
              <a:xfrm>
                <a:off x="587207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3" name="Freeform: Shape 11932">
                <a:extLst>
                  <a:ext uri="{FF2B5EF4-FFF2-40B4-BE49-F238E27FC236}">
                    <a16:creationId xmlns:a16="http://schemas.microsoft.com/office/drawing/2014/main" id="{5476DAAF-BDFE-A62A-482D-261E91310D93}"/>
                  </a:ext>
                </a:extLst>
              </p:cNvPr>
              <p:cNvSpPr/>
              <p:nvPr/>
            </p:nvSpPr>
            <p:spPr>
              <a:xfrm>
                <a:off x="587207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4" name="Freeform: Shape 11933">
                <a:extLst>
                  <a:ext uri="{FF2B5EF4-FFF2-40B4-BE49-F238E27FC236}">
                    <a16:creationId xmlns:a16="http://schemas.microsoft.com/office/drawing/2014/main" id="{54702ED5-4833-464A-0D7F-3D6A6C82549A}"/>
                  </a:ext>
                </a:extLst>
              </p:cNvPr>
              <p:cNvSpPr/>
              <p:nvPr/>
            </p:nvSpPr>
            <p:spPr>
              <a:xfrm>
                <a:off x="587207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5" name="Freeform: Shape 11934">
                <a:extLst>
                  <a:ext uri="{FF2B5EF4-FFF2-40B4-BE49-F238E27FC236}">
                    <a16:creationId xmlns:a16="http://schemas.microsoft.com/office/drawing/2014/main" id="{D7123143-0A16-20A0-B468-7A8762E46FD7}"/>
                  </a:ext>
                </a:extLst>
              </p:cNvPr>
              <p:cNvSpPr/>
              <p:nvPr/>
            </p:nvSpPr>
            <p:spPr>
              <a:xfrm>
                <a:off x="587207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6" name="Freeform: Shape 11935">
                <a:extLst>
                  <a:ext uri="{FF2B5EF4-FFF2-40B4-BE49-F238E27FC236}">
                    <a16:creationId xmlns:a16="http://schemas.microsoft.com/office/drawing/2014/main" id="{97BC8E2F-7824-6E16-D0F1-7B295A379991}"/>
                  </a:ext>
                </a:extLst>
              </p:cNvPr>
              <p:cNvSpPr/>
              <p:nvPr/>
            </p:nvSpPr>
            <p:spPr>
              <a:xfrm>
                <a:off x="587207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7" name="Freeform: Shape 11936">
                <a:extLst>
                  <a:ext uri="{FF2B5EF4-FFF2-40B4-BE49-F238E27FC236}">
                    <a16:creationId xmlns:a16="http://schemas.microsoft.com/office/drawing/2014/main" id="{F3FFBADB-CEB9-1D39-FF9F-434EC0858D42}"/>
                  </a:ext>
                </a:extLst>
              </p:cNvPr>
              <p:cNvSpPr/>
              <p:nvPr/>
            </p:nvSpPr>
            <p:spPr>
              <a:xfrm>
                <a:off x="587207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8" name="Freeform: Shape 11937">
                <a:extLst>
                  <a:ext uri="{FF2B5EF4-FFF2-40B4-BE49-F238E27FC236}">
                    <a16:creationId xmlns:a16="http://schemas.microsoft.com/office/drawing/2014/main" id="{558BC1E6-C9E8-AC29-4B89-17CF87ABB211}"/>
                  </a:ext>
                </a:extLst>
              </p:cNvPr>
              <p:cNvSpPr/>
              <p:nvPr/>
            </p:nvSpPr>
            <p:spPr>
              <a:xfrm>
                <a:off x="587207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39" name="Freeform: Shape 11938">
                <a:extLst>
                  <a:ext uri="{FF2B5EF4-FFF2-40B4-BE49-F238E27FC236}">
                    <a16:creationId xmlns:a16="http://schemas.microsoft.com/office/drawing/2014/main" id="{56BBF1CA-F91E-5C9C-7D6B-0FE4D373F353}"/>
                  </a:ext>
                </a:extLst>
              </p:cNvPr>
              <p:cNvSpPr/>
              <p:nvPr/>
            </p:nvSpPr>
            <p:spPr>
              <a:xfrm>
                <a:off x="587207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0" name="Freeform: Shape 11939">
                <a:extLst>
                  <a:ext uri="{FF2B5EF4-FFF2-40B4-BE49-F238E27FC236}">
                    <a16:creationId xmlns:a16="http://schemas.microsoft.com/office/drawing/2014/main" id="{DEFEA95A-26FB-FD35-9376-B2891FDB69AD}"/>
                  </a:ext>
                </a:extLst>
              </p:cNvPr>
              <p:cNvSpPr/>
              <p:nvPr/>
            </p:nvSpPr>
            <p:spPr>
              <a:xfrm>
                <a:off x="587207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79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1" name="Freeform: Shape 11940">
                <a:extLst>
                  <a:ext uri="{FF2B5EF4-FFF2-40B4-BE49-F238E27FC236}">
                    <a16:creationId xmlns:a16="http://schemas.microsoft.com/office/drawing/2014/main" id="{6F63F836-45E1-8C35-ED28-FC47B5F9D1CC}"/>
                  </a:ext>
                </a:extLst>
              </p:cNvPr>
              <p:cNvSpPr/>
              <p:nvPr/>
            </p:nvSpPr>
            <p:spPr>
              <a:xfrm>
                <a:off x="587207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2" name="Freeform: Shape 11941">
                <a:extLst>
                  <a:ext uri="{FF2B5EF4-FFF2-40B4-BE49-F238E27FC236}">
                    <a16:creationId xmlns:a16="http://schemas.microsoft.com/office/drawing/2014/main" id="{833A2675-E6B7-8A11-4A23-5E939B20930C}"/>
                  </a:ext>
                </a:extLst>
              </p:cNvPr>
              <p:cNvSpPr/>
              <p:nvPr/>
            </p:nvSpPr>
            <p:spPr>
              <a:xfrm>
                <a:off x="587207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3" name="Freeform: Shape 11942">
                <a:extLst>
                  <a:ext uri="{FF2B5EF4-FFF2-40B4-BE49-F238E27FC236}">
                    <a16:creationId xmlns:a16="http://schemas.microsoft.com/office/drawing/2014/main" id="{C2517381-284F-0CD6-5022-27A5517B32FC}"/>
                  </a:ext>
                </a:extLst>
              </p:cNvPr>
              <p:cNvSpPr/>
              <p:nvPr/>
            </p:nvSpPr>
            <p:spPr>
              <a:xfrm>
                <a:off x="587207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4" name="Freeform: Shape 11943">
                <a:extLst>
                  <a:ext uri="{FF2B5EF4-FFF2-40B4-BE49-F238E27FC236}">
                    <a16:creationId xmlns:a16="http://schemas.microsoft.com/office/drawing/2014/main" id="{E19C61B2-8888-3148-B990-E35D8D09259E}"/>
                  </a:ext>
                </a:extLst>
              </p:cNvPr>
              <p:cNvSpPr/>
              <p:nvPr/>
            </p:nvSpPr>
            <p:spPr>
              <a:xfrm>
                <a:off x="587207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5" name="Freeform: Shape 11944">
                <a:extLst>
                  <a:ext uri="{FF2B5EF4-FFF2-40B4-BE49-F238E27FC236}">
                    <a16:creationId xmlns:a16="http://schemas.microsoft.com/office/drawing/2014/main" id="{25172ED2-B352-625E-9A83-E9D4332D7BAB}"/>
                  </a:ext>
                </a:extLst>
              </p:cNvPr>
              <p:cNvSpPr/>
              <p:nvPr/>
            </p:nvSpPr>
            <p:spPr>
              <a:xfrm>
                <a:off x="587207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6" name="Freeform: Shape 11945">
                <a:extLst>
                  <a:ext uri="{FF2B5EF4-FFF2-40B4-BE49-F238E27FC236}">
                    <a16:creationId xmlns:a16="http://schemas.microsoft.com/office/drawing/2014/main" id="{D7559ABE-A961-C2B8-928C-3E59364FB822}"/>
                  </a:ext>
                </a:extLst>
              </p:cNvPr>
              <p:cNvSpPr/>
              <p:nvPr/>
            </p:nvSpPr>
            <p:spPr>
              <a:xfrm>
                <a:off x="587207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7" name="Freeform: Shape 11946">
                <a:extLst>
                  <a:ext uri="{FF2B5EF4-FFF2-40B4-BE49-F238E27FC236}">
                    <a16:creationId xmlns:a16="http://schemas.microsoft.com/office/drawing/2014/main" id="{2C541B18-7621-A230-57F3-E658904BB4BA}"/>
                  </a:ext>
                </a:extLst>
              </p:cNvPr>
              <p:cNvSpPr/>
              <p:nvPr/>
            </p:nvSpPr>
            <p:spPr>
              <a:xfrm>
                <a:off x="587207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8" name="Freeform: Shape 11947">
                <a:extLst>
                  <a:ext uri="{FF2B5EF4-FFF2-40B4-BE49-F238E27FC236}">
                    <a16:creationId xmlns:a16="http://schemas.microsoft.com/office/drawing/2014/main" id="{5910D711-74F1-E04B-6377-CC4183631EF8}"/>
                  </a:ext>
                </a:extLst>
              </p:cNvPr>
              <p:cNvSpPr/>
              <p:nvPr/>
            </p:nvSpPr>
            <p:spPr>
              <a:xfrm>
                <a:off x="587207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49" name="Freeform: Shape 11948">
                <a:extLst>
                  <a:ext uri="{FF2B5EF4-FFF2-40B4-BE49-F238E27FC236}">
                    <a16:creationId xmlns:a16="http://schemas.microsoft.com/office/drawing/2014/main" id="{1A4B4B4C-5E85-BB11-4896-18C86506D227}"/>
                  </a:ext>
                </a:extLst>
              </p:cNvPr>
              <p:cNvSpPr/>
              <p:nvPr/>
            </p:nvSpPr>
            <p:spPr>
              <a:xfrm>
                <a:off x="587207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0" name="Freeform: Shape 11949">
                <a:extLst>
                  <a:ext uri="{FF2B5EF4-FFF2-40B4-BE49-F238E27FC236}">
                    <a16:creationId xmlns:a16="http://schemas.microsoft.com/office/drawing/2014/main" id="{2833F394-08A4-A46C-2D1E-1AD471BA02D7}"/>
                  </a:ext>
                </a:extLst>
              </p:cNvPr>
              <p:cNvSpPr/>
              <p:nvPr/>
            </p:nvSpPr>
            <p:spPr>
              <a:xfrm>
                <a:off x="587207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1" name="Freeform: Shape 11950">
                <a:extLst>
                  <a:ext uri="{FF2B5EF4-FFF2-40B4-BE49-F238E27FC236}">
                    <a16:creationId xmlns:a16="http://schemas.microsoft.com/office/drawing/2014/main" id="{DD67172C-6F97-6BC6-A8EF-6E5FB1581543}"/>
                  </a:ext>
                </a:extLst>
              </p:cNvPr>
              <p:cNvSpPr/>
              <p:nvPr/>
            </p:nvSpPr>
            <p:spPr>
              <a:xfrm>
                <a:off x="587207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2" name="Freeform: Shape 11951">
                <a:extLst>
                  <a:ext uri="{FF2B5EF4-FFF2-40B4-BE49-F238E27FC236}">
                    <a16:creationId xmlns:a16="http://schemas.microsoft.com/office/drawing/2014/main" id="{BFE368E7-A6C6-34B7-D255-E13F4B2455E9}"/>
                  </a:ext>
                </a:extLst>
              </p:cNvPr>
              <p:cNvSpPr/>
              <p:nvPr/>
            </p:nvSpPr>
            <p:spPr>
              <a:xfrm>
                <a:off x="587207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3" name="Freeform: Shape 11952">
                <a:extLst>
                  <a:ext uri="{FF2B5EF4-FFF2-40B4-BE49-F238E27FC236}">
                    <a16:creationId xmlns:a16="http://schemas.microsoft.com/office/drawing/2014/main" id="{CA973212-8E8A-7FBB-939F-07920A291BB7}"/>
                  </a:ext>
                </a:extLst>
              </p:cNvPr>
              <p:cNvSpPr/>
              <p:nvPr/>
            </p:nvSpPr>
            <p:spPr>
              <a:xfrm>
                <a:off x="587207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4" name="Freeform: Shape 11953">
                <a:extLst>
                  <a:ext uri="{FF2B5EF4-FFF2-40B4-BE49-F238E27FC236}">
                    <a16:creationId xmlns:a16="http://schemas.microsoft.com/office/drawing/2014/main" id="{FCB04756-ED3E-08DA-DEC6-89F214ECBB0F}"/>
                  </a:ext>
                </a:extLst>
              </p:cNvPr>
              <p:cNvSpPr/>
              <p:nvPr/>
            </p:nvSpPr>
            <p:spPr>
              <a:xfrm>
                <a:off x="587207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5" name="Freeform: Shape 11954">
                <a:extLst>
                  <a:ext uri="{FF2B5EF4-FFF2-40B4-BE49-F238E27FC236}">
                    <a16:creationId xmlns:a16="http://schemas.microsoft.com/office/drawing/2014/main" id="{DD38F82F-4E0A-0ED0-1540-9BDF99DB48F3}"/>
                  </a:ext>
                </a:extLst>
              </p:cNvPr>
              <p:cNvSpPr/>
              <p:nvPr/>
            </p:nvSpPr>
            <p:spPr>
              <a:xfrm>
                <a:off x="5934387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6" name="Freeform: Shape 11955">
                <a:extLst>
                  <a:ext uri="{FF2B5EF4-FFF2-40B4-BE49-F238E27FC236}">
                    <a16:creationId xmlns:a16="http://schemas.microsoft.com/office/drawing/2014/main" id="{8D8D25CE-A57A-EBDA-49D8-8E1285AEBA7D}"/>
                  </a:ext>
                </a:extLst>
              </p:cNvPr>
              <p:cNvSpPr/>
              <p:nvPr/>
            </p:nvSpPr>
            <p:spPr>
              <a:xfrm>
                <a:off x="5934387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7" name="Freeform: Shape 11956">
                <a:extLst>
                  <a:ext uri="{FF2B5EF4-FFF2-40B4-BE49-F238E27FC236}">
                    <a16:creationId xmlns:a16="http://schemas.microsoft.com/office/drawing/2014/main" id="{92BA8A7A-3CD0-CAD9-7A6E-BB95FC7C4CB3}"/>
                  </a:ext>
                </a:extLst>
              </p:cNvPr>
              <p:cNvSpPr/>
              <p:nvPr/>
            </p:nvSpPr>
            <p:spPr>
              <a:xfrm>
                <a:off x="5934387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8" name="Freeform: Shape 11957">
                <a:extLst>
                  <a:ext uri="{FF2B5EF4-FFF2-40B4-BE49-F238E27FC236}">
                    <a16:creationId xmlns:a16="http://schemas.microsoft.com/office/drawing/2014/main" id="{E7C793B7-4E4D-FE19-740A-3D09ECB9EBC3}"/>
                  </a:ext>
                </a:extLst>
              </p:cNvPr>
              <p:cNvSpPr/>
              <p:nvPr/>
            </p:nvSpPr>
            <p:spPr>
              <a:xfrm>
                <a:off x="5934387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59" name="Freeform: Shape 11958">
                <a:extLst>
                  <a:ext uri="{FF2B5EF4-FFF2-40B4-BE49-F238E27FC236}">
                    <a16:creationId xmlns:a16="http://schemas.microsoft.com/office/drawing/2014/main" id="{E86B5484-4EB0-5F4C-CBFD-52529198526D}"/>
                  </a:ext>
                </a:extLst>
              </p:cNvPr>
              <p:cNvSpPr/>
              <p:nvPr/>
            </p:nvSpPr>
            <p:spPr>
              <a:xfrm>
                <a:off x="5934387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0" name="Freeform: Shape 11959">
                <a:extLst>
                  <a:ext uri="{FF2B5EF4-FFF2-40B4-BE49-F238E27FC236}">
                    <a16:creationId xmlns:a16="http://schemas.microsoft.com/office/drawing/2014/main" id="{6621DC4B-4FFB-A0F3-E361-C4839014A632}"/>
                  </a:ext>
                </a:extLst>
              </p:cNvPr>
              <p:cNvSpPr/>
              <p:nvPr/>
            </p:nvSpPr>
            <p:spPr>
              <a:xfrm>
                <a:off x="5934387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1" name="Freeform: Shape 11960">
                <a:extLst>
                  <a:ext uri="{FF2B5EF4-FFF2-40B4-BE49-F238E27FC236}">
                    <a16:creationId xmlns:a16="http://schemas.microsoft.com/office/drawing/2014/main" id="{E38BD64E-1DFE-795A-8954-2A470F4C965E}"/>
                  </a:ext>
                </a:extLst>
              </p:cNvPr>
              <p:cNvSpPr/>
              <p:nvPr/>
            </p:nvSpPr>
            <p:spPr>
              <a:xfrm>
                <a:off x="5934387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2" name="Freeform: Shape 11961">
                <a:extLst>
                  <a:ext uri="{FF2B5EF4-FFF2-40B4-BE49-F238E27FC236}">
                    <a16:creationId xmlns:a16="http://schemas.microsoft.com/office/drawing/2014/main" id="{EDAA7136-3AF8-C08E-2BCD-5A4A2EA37C84}"/>
                  </a:ext>
                </a:extLst>
              </p:cNvPr>
              <p:cNvSpPr/>
              <p:nvPr/>
            </p:nvSpPr>
            <p:spPr>
              <a:xfrm>
                <a:off x="5934387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3" name="Freeform: Shape 11962">
                <a:extLst>
                  <a:ext uri="{FF2B5EF4-FFF2-40B4-BE49-F238E27FC236}">
                    <a16:creationId xmlns:a16="http://schemas.microsoft.com/office/drawing/2014/main" id="{9DDD8D94-E152-6BC4-67F2-140578BC6225}"/>
                  </a:ext>
                </a:extLst>
              </p:cNvPr>
              <p:cNvSpPr/>
              <p:nvPr/>
            </p:nvSpPr>
            <p:spPr>
              <a:xfrm>
                <a:off x="5934387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4" name="Freeform: Shape 11963">
                <a:extLst>
                  <a:ext uri="{FF2B5EF4-FFF2-40B4-BE49-F238E27FC236}">
                    <a16:creationId xmlns:a16="http://schemas.microsoft.com/office/drawing/2014/main" id="{BB363795-7B1A-DA73-D373-78313D910CAD}"/>
                  </a:ext>
                </a:extLst>
              </p:cNvPr>
              <p:cNvSpPr/>
              <p:nvPr/>
            </p:nvSpPr>
            <p:spPr>
              <a:xfrm>
                <a:off x="5934387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5" name="Freeform: Shape 11964">
                <a:extLst>
                  <a:ext uri="{FF2B5EF4-FFF2-40B4-BE49-F238E27FC236}">
                    <a16:creationId xmlns:a16="http://schemas.microsoft.com/office/drawing/2014/main" id="{76BF471E-6575-BB96-F0CC-531606E9CF67}"/>
                  </a:ext>
                </a:extLst>
              </p:cNvPr>
              <p:cNvSpPr/>
              <p:nvPr/>
            </p:nvSpPr>
            <p:spPr>
              <a:xfrm>
                <a:off x="5934387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6" name="Freeform: Shape 11965">
                <a:extLst>
                  <a:ext uri="{FF2B5EF4-FFF2-40B4-BE49-F238E27FC236}">
                    <a16:creationId xmlns:a16="http://schemas.microsoft.com/office/drawing/2014/main" id="{7B3B4EDA-86AF-D371-9544-C5B5EFE7BF8B}"/>
                  </a:ext>
                </a:extLst>
              </p:cNvPr>
              <p:cNvSpPr/>
              <p:nvPr/>
            </p:nvSpPr>
            <p:spPr>
              <a:xfrm>
                <a:off x="5934387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7" name="Freeform: Shape 11966">
                <a:extLst>
                  <a:ext uri="{FF2B5EF4-FFF2-40B4-BE49-F238E27FC236}">
                    <a16:creationId xmlns:a16="http://schemas.microsoft.com/office/drawing/2014/main" id="{04674BD8-7779-E539-58DB-71C7CD8A8944}"/>
                  </a:ext>
                </a:extLst>
              </p:cNvPr>
              <p:cNvSpPr/>
              <p:nvPr/>
            </p:nvSpPr>
            <p:spPr>
              <a:xfrm>
                <a:off x="5934387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8" name="Freeform: Shape 11967">
                <a:extLst>
                  <a:ext uri="{FF2B5EF4-FFF2-40B4-BE49-F238E27FC236}">
                    <a16:creationId xmlns:a16="http://schemas.microsoft.com/office/drawing/2014/main" id="{59D53AA5-BABB-1ED3-89A2-A132C59F8D3B}"/>
                  </a:ext>
                </a:extLst>
              </p:cNvPr>
              <p:cNvSpPr/>
              <p:nvPr/>
            </p:nvSpPr>
            <p:spPr>
              <a:xfrm>
                <a:off x="5934387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69" name="Freeform: Shape 11968">
                <a:extLst>
                  <a:ext uri="{FF2B5EF4-FFF2-40B4-BE49-F238E27FC236}">
                    <a16:creationId xmlns:a16="http://schemas.microsoft.com/office/drawing/2014/main" id="{4D5153C8-BE76-9523-3C0C-805BA9E0D3F0}"/>
                  </a:ext>
                </a:extLst>
              </p:cNvPr>
              <p:cNvSpPr/>
              <p:nvPr/>
            </p:nvSpPr>
            <p:spPr>
              <a:xfrm>
                <a:off x="5934387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0" name="Freeform: Shape 11969">
                <a:extLst>
                  <a:ext uri="{FF2B5EF4-FFF2-40B4-BE49-F238E27FC236}">
                    <a16:creationId xmlns:a16="http://schemas.microsoft.com/office/drawing/2014/main" id="{48928C6F-2F5E-506E-6FB7-DAD67E5129D7}"/>
                  </a:ext>
                </a:extLst>
              </p:cNvPr>
              <p:cNvSpPr/>
              <p:nvPr/>
            </p:nvSpPr>
            <p:spPr>
              <a:xfrm>
                <a:off x="5934387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1" name="Freeform: Shape 11970">
                <a:extLst>
                  <a:ext uri="{FF2B5EF4-FFF2-40B4-BE49-F238E27FC236}">
                    <a16:creationId xmlns:a16="http://schemas.microsoft.com/office/drawing/2014/main" id="{CB0F96E9-7842-79D1-F2AF-64DB0A3E59B4}"/>
                  </a:ext>
                </a:extLst>
              </p:cNvPr>
              <p:cNvSpPr/>
              <p:nvPr/>
            </p:nvSpPr>
            <p:spPr>
              <a:xfrm>
                <a:off x="5934387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2" name="Freeform: Shape 11971">
                <a:extLst>
                  <a:ext uri="{FF2B5EF4-FFF2-40B4-BE49-F238E27FC236}">
                    <a16:creationId xmlns:a16="http://schemas.microsoft.com/office/drawing/2014/main" id="{738E4ECC-AFC5-5CEC-0591-A1BFD73C4A37}"/>
                  </a:ext>
                </a:extLst>
              </p:cNvPr>
              <p:cNvSpPr/>
              <p:nvPr/>
            </p:nvSpPr>
            <p:spPr>
              <a:xfrm>
                <a:off x="5934387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3" name="Freeform: Shape 11972">
                <a:extLst>
                  <a:ext uri="{FF2B5EF4-FFF2-40B4-BE49-F238E27FC236}">
                    <a16:creationId xmlns:a16="http://schemas.microsoft.com/office/drawing/2014/main" id="{803D3B88-F49E-3F9B-1FE4-E7CCF969BA8E}"/>
                  </a:ext>
                </a:extLst>
              </p:cNvPr>
              <p:cNvSpPr/>
              <p:nvPr/>
            </p:nvSpPr>
            <p:spPr>
              <a:xfrm>
                <a:off x="5934387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4" name="Freeform: Shape 11973">
                <a:extLst>
                  <a:ext uri="{FF2B5EF4-FFF2-40B4-BE49-F238E27FC236}">
                    <a16:creationId xmlns:a16="http://schemas.microsoft.com/office/drawing/2014/main" id="{EADC631F-4B7A-B023-C727-AE752F4FB80A}"/>
                  </a:ext>
                </a:extLst>
              </p:cNvPr>
              <p:cNvSpPr/>
              <p:nvPr/>
            </p:nvSpPr>
            <p:spPr>
              <a:xfrm>
                <a:off x="5934387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5" name="Freeform: Shape 11974">
                <a:extLst>
                  <a:ext uri="{FF2B5EF4-FFF2-40B4-BE49-F238E27FC236}">
                    <a16:creationId xmlns:a16="http://schemas.microsoft.com/office/drawing/2014/main" id="{F88212C3-8A94-7684-C0F3-400F9D7D4AE5}"/>
                  </a:ext>
                </a:extLst>
              </p:cNvPr>
              <p:cNvSpPr/>
              <p:nvPr/>
            </p:nvSpPr>
            <p:spPr>
              <a:xfrm>
                <a:off x="5934387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6" name="Freeform: Shape 11975">
                <a:extLst>
                  <a:ext uri="{FF2B5EF4-FFF2-40B4-BE49-F238E27FC236}">
                    <a16:creationId xmlns:a16="http://schemas.microsoft.com/office/drawing/2014/main" id="{885EA587-7A4E-7EA1-F26E-2E3590EEB6E8}"/>
                  </a:ext>
                </a:extLst>
              </p:cNvPr>
              <p:cNvSpPr/>
              <p:nvPr/>
            </p:nvSpPr>
            <p:spPr>
              <a:xfrm>
                <a:off x="5934387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1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7" name="Freeform: Shape 11976">
                <a:extLst>
                  <a:ext uri="{FF2B5EF4-FFF2-40B4-BE49-F238E27FC236}">
                    <a16:creationId xmlns:a16="http://schemas.microsoft.com/office/drawing/2014/main" id="{B3B0437B-0667-A4E0-9860-DE9172F2E47B}"/>
                  </a:ext>
                </a:extLst>
              </p:cNvPr>
              <p:cNvSpPr/>
              <p:nvPr/>
            </p:nvSpPr>
            <p:spPr>
              <a:xfrm>
                <a:off x="5934387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8" name="Freeform: Shape 11977">
                <a:extLst>
                  <a:ext uri="{FF2B5EF4-FFF2-40B4-BE49-F238E27FC236}">
                    <a16:creationId xmlns:a16="http://schemas.microsoft.com/office/drawing/2014/main" id="{F030C9B5-2B8F-CE8E-1D93-6A8CEACF07BC}"/>
                  </a:ext>
                </a:extLst>
              </p:cNvPr>
              <p:cNvSpPr/>
              <p:nvPr/>
            </p:nvSpPr>
            <p:spPr>
              <a:xfrm>
                <a:off x="5934387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79" name="Freeform: Shape 11978">
                <a:extLst>
                  <a:ext uri="{FF2B5EF4-FFF2-40B4-BE49-F238E27FC236}">
                    <a16:creationId xmlns:a16="http://schemas.microsoft.com/office/drawing/2014/main" id="{1A2486C2-E0DE-A38A-C528-397130E72FB1}"/>
                  </a:ext>
                </a:extLst>
              </p:cNvPr>
              <p:cNvSpPr/>
              <p:nvPr/>
            </p:nvSpPr>
            <p:spPr>
              <a:xfrm>
                <a:off x="5934387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0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0" name="Freeform: Shape 11979">
                <a:extLst>
                  <a:ext uri="{FF2B5EF4-FFF2-40B4-BE49-F238E27FC236}">
                    <a16:creationId xmlns:a16="http://schemas.microsoft.com/office/drawing/2014/main" id="{3F9C543D-9CD2-0DA9-840A-E800DE261DD5}"/>
                  </a:ext>
                </a:extLst>
              </p:cNvPr>
              <p:cNvSpPr/>
              <p:nvPr/>
            </p:nvSpPr>
            <p:spPr>
              <a:xfrm>
                <a:off x="5934387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A1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1" name="Freeform: Shape 11980">
                <a:extLst>
                  <a:ext uri="{FF2B5EF4-FFF2-40B4-BE49-F238E27FC236}">
                    <a16:creationId xmlns:a16="http://schemas.microsoft.com/office/drawing/2014/main" id="{DF173977-8911-4C53-3B65-7ED59A2666C4}"/>
                  </a:ext>
                </a:extLst>
              </p:cNvPr>
              <p:cNvSpPr/>
              <p:nvPr/>
            </p:nvSpPr>
            <p:spPr>
              <a:xfrm>
                <a:off x="5934387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2" name="Freeform: Shape 11981">
                <a:extLst>
                  <a:ext uri="{FF2B5EF4-FFF2-40B4-BE49-F238E27FC236}">
                    <a16:creationId xmlns:a16="http://schemas.microsoft.com/office/drawing/2014/main" id="{B4054428-AED0-1700-B5E5-57F914B19AD5}"/>
                  </a:ext>
                </a:extLst>
              </p:cNvPr>
              <p:cNvSpPr/>
              <p:nvPr/>
            </p:nvSpPr>
            <p:spPr>
              <a:xfrm>
                <a:off x="5996624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3" name="Freeform: Shape 11982">
                <a:extLst>
                  <a:ext uri="{FF2B5EF4-FFF2-40B4-BE49-F238E27FC236}">
                    <a16:creationId xmlns:a16="http://schemas.microsoft.com/office/drawing/2014/main" id="{262A6454-3F22-8FFE-3BA9-61DA00AE98E6}"/>
                  </a:ext>
                </a:extLst>
              </p:cNvPr>
              <p:cNvSpPr/>
              <p:nvPr/>
            </p:nvSpPr>
            <p:spPr>
              <a:xfrm>
                <a:off x="5996624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4" name="Freeform: Shape 11983">
                <a:extLst>
                  <a:ext uri="{FF2B5EF4-FFF2-40B4-BE49-F238E27FC236}">
                    <a16:creationId xmlns:a16="http://schemas.microsoft.com/office/drawing/2014/main" id="{E3EB6B84-E502-17CE-51A1-2FADC9E170AE}"/>
                  </a:ext>
                </a:extLst>
              </p:cNvPr>
              <p:cNvSpPr/>
              <p:nvPr/>
            </p:nvSpPr>
            <p:spPr>
              <a:xfrm>
                <a:off x="5996624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5" name="Freeform: Shape 11984">
                <a:extLst>
                  <a:ext uri="{FF2B5EF4-FFF2-40B4-BE49-F238E27FC236}">
                    <a16:creationId xmlns:a16="http://schemas.microsoft.com/office/drawing/2014/main" id="{BC565B91-D948-78BF-29CC-32AE64CE99A4}"/>
                  </a:ext>
                </a:extLst>
              </p:cNvPr>
              <p:cNvSpPr/>
              <p:nvPr/>
            </p:nvSpPr>
            <p:spPr>
              <a:xfrm>
                <a:off x="5996624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6" name="Freeform: Shape 11985">
                <a:extLst>
                  <a:ext uri="{FF2B5EF4-FFF2-40B4-BE49-F238E27FC236}">
                    <a16:creationId xmlns:a16="http://schemas.microsoft.com/office/drawing/2014/main" id="{C3621AB5-F2B4-8F10-977F-F0400AAD4806}"/>
                  </a:ext>
                </a:extLst>
              </p:cNvPr>
              <p:cNvSpPr/>
              <p:nvPr/>
            </p:nvSpPr>
            <p:spPr>
              <a:xfrm>
                <a:off x="5996624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BF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7" name="Freeform: Shape 11986">
                <a:extLst>
                  <a:ext uri="{FF2B5EF4-FFF2-40B4-BE49-F238E27FC236}">
                    <a16:creationId xmlns:a16="http://schemas.microsoft.com/office/drawing/2014/main" id="{FED1D6BE-B50D-42E9-5765-C23758213695}"/>
                  </a:ext>
                </a:extLst>
              </p:cNvPr>
              <p:cNvSpPr/>
              <p:nvPr/>
            </p:nvSpPr>
            <p:spPr>
              <a:xfrm>
                <a:off x="5996624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8" name="Freeform: Shape 11987">
                <a:extLst>
                  <a:ext uri="{FF2B5EF4-FFF2-40B4-BE49-F238E27FC236}">
                    <a16:creationId xmlns:a16="http://schemas.microsoft.com/office/drawing/2014/main" id="{8BE8E4A7-2918-AC4A-EF62-5C8347C980B9}"/>
                  </a:ext>
                </a:extLst>
              </p:cNvPr>
              <p:cNvSpPr/>
              <p:nvPr/>
            </p:nvSpPr>
            <p:spPr>
              <a:xfrm>
                <a:off x="5996624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89" name="Freeform: Shape 11988">
                <a:extLst>
                  <a:ext uri="{FF2B5EF4-FFF2-40B4-BE49-F238E27FC236}">
                    <a16:creationId xmlns:a16="http://schemas.microsoft.com/office/drawing/2014/main" id="{73BE94C6-169E-527A-3272-7B7B402D849E}"/>
                  </a:ext>
                </a:extLst>
              </p:cNvPr>
              <p:cNvSpPr/>
              <p:nvPr/>
            </p:nvSpPr>
            <p:spPr>
              <a:xfrm>
                <a:off x="5996624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0" name="Freeform: Shape 11989">
                <a:extLst>
                  <a:ext uri="{FF2B5EF4-FFF2-40B4-BE49-F238E27FC236}">
                    <a16:creationId xmlns:a16="http://schemas.microsoft.com/office/drawing/2014/main" id="{1D1C0305-1B78-B5DD-DF51-05089F5EB381}"/>
                  </a:ext>
                </a:extLst>
              </p:cNvPr>
              <p:cNvSpPr/>
              <p:nvPr/>
            </p:nvSpPr>
            <p:spPr>
              <a:xfrm>
                <a:off x="5996624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1" name="Freeform: Shape 11990">
                <a:extLst>
                  <a:ext uri="{FF2B5EF4-FFF2-40B4-BE49-F238E27FC236}">
                    <a16:creationId xmlns:a16="http://schemas.microsoft.com/office/drawing/2014/main" id="{F29CC806-49F8-5EBB-A130-5D51D6282CD3}"/>
                  </a:ext>
                </a:extLst>
              </p:cNvPr>
              <p:cNvSpPr/>
              <p:nvPr/>
            </p:nvSpPr>
            <p:spPr>
              <a:xfrm>
                <a:off x="5996624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2" name="Freeform: Shape 11991">
                <a:extLst>
                  <a:ext uri="{FF2B5EF4-FFF2-40B4-BE49-F238E27FC236}">
                    <a16:creationId xmlns:a16="http://schemas.microsoft.com/office/drawing/2014/main" id="{77DBA3D4-8ED8-4348-FE0B-C7911CDC6965}"/>
                  </a:ext>
                </a:extLst>
              </p:cNvPr>
              <p:cNvSpPr/>
              <p:nvPr/>
            </p:nvSpPr>
            <p:spPr>
              <a:xfrm>
                <a:off x="5996624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3" name="Freeform: Shape 11992">
                <a:extLst>
                  <a:ext uri="{FF2B5EF4-FFF2-40B4-BE49-F238E27FC236}">
                    <a16:creationId xmlns:a16="http://schemas.microsoft.com/office/drawing/2014/main" id="{A74060AE-4FF3-62B4-22B8-237924D8D469}"/>
                  </a:ext>
                </a:extLst>
              </p:cNvPr>
              <p:cNvSpPr/>
              <p:nvPr/>
            </p:nvSpPr>
            <p:spPr>
              <a:xfrm>
                <a:off x="5996624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4" name="Freeform: Shape 11993">
                <a:extLst>
                  <a:ext uri="{FF2B5EF4-FFF2-40B4-BE49-F238E27FC236}">
                    <a16:creationId xmlns:a16="http://schemas.microsoft.com/office/drawing/2014/main" id="{D66A395B-7145-988F-AA1E-4F16F003B2F7}"/>
                  </a:ext>
                </a:extLst>
              </p:cNvPr>
              <p:cNvSpPr/>
              <p:nvPr/>
            </p:nvSpPr>
            <p:spPr>
              <a:xfrm>
                <a:off x="5996624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5" name="Freeform: Shape 11994">
                <a:extLst>
                  <a:ext uri="{FF2B5EF4-FFF2-40B4-BE49-F238E27FC236}">
                    <a16:creationId xmlns:a16="http://schemas.microsoft.com/office/drawing/2014/main" id="{260B5715-7C94-B92C-491A-4A6E5F097B32}"/>
                  </a:ext>
                </a:extLst>
              </p:cNvPr>
              <p:cNvSpPr/>
              <p:nvPr/>
            </p:nvSpPr>
            <p:spPr>
              <a:xfrm>
                <a:off x="5996624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6" name="Freeform: Shape 11995">
                <a:extLst>
                  <a:ext uri="{FF2B5EF4-FFF2-40B4-BE49-F238E27FC236}">
                    <a16:creationId xmlns:a16="http://schemas.microsoft.com/office/drawing/2014/main" id="{E70BEFC5-FF1B-64D1-DA46-7F8CF50FD02C}"/>
                  </a:ext>
                </a:extLst>
              </p:cNvPr>
              <p:cNvSpPr/>
              <p:nvPr/>
            </p:nvSpPr>
            <p:spPr>
              <a:xfrm>
                <a:off x="5996624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7" name="Freeform: Shape 11996">
                <a:extLst>
                  <a:ext uri="{FF2B5EF4-FFF2-40B4-BE49-F238E27FC236}">
                    <a16:creationId xmlns:a16="http://schemas.microsoft.com/office/drawing/2014/main" id="{E42F23A1-CD7D-6493-13BB-92DCACBA8D99}"/>
                  </a:ext>
                </a:extLst>
              </p:cNvPr>
              <p:cNvSpPr/>
              <p:nvPr/>
            </p:nvSpPr>
            <p:spPr>
              <a:xfrm>
                <a:off x="5996624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8" name="Freeform: Shape 11997">
                <a:extLst>
                  <a:ext uri="{FF2B5EF4-FFF2-40B4-BE49-F238E27FC236}">
                    <a16:creationId xmlns:a16="http://schemas.microsoft.com/office/drawing/2014/main" id="{781B15CD-2BF6-2FBA-3067-24204175232B}"/>
                  </a:ext>
                </a:extLst>
              </p:cNvPr>
              <p:cNvSpPr/>
              <p:nvPr/>
            </p:nvSpPr>
            <p:spPr>
              <a:xfrm>
                <a:off x="5996624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1999" name="Freeform: Shape 11998">
                <a:extLst>
                  <a:ext uri="{FF2B5EF4-FFF2-40B4-BE49-F238E27FC236}">
                    <a16:creationId xmlns:a16="http://schemas.microsoft.com/office/drawing/2014/main" id="{F1D96B7E-B910-9D5C-F42A-44DEFA2D25F4}"/>
                  </a:ext>
                </a:extLst>
              </p:cNvPr>
              <p:cNvSpPr/>
              <p:nvPr/>
            </p:nvSpPr>
            <p:spPr>
              <a:xfrm>
                <a:off x="5996624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0" name="Freeform: Shape 11999">
                <a:extLst>
                  <a:ext uri="{FF2B5EF4-FFF2-40B4-BE49-F238E27FC236}">
                    <a16:creationId xmlns:a16="http://schemas.microsoft.com/office/drawing/2014/main" id="{1DE91EFE-DE19-86B4-4487-AC95C24E0D05}"/>
                  </a:ext>
                </a:extLst>
              </p:cNvPr>
              <p:cNvSpPr/>
              <p:nvPr/>
            </p:nvSpPr>
            <p:spPr>
              <a:xfrm>
                <a:off x="5996624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1" name="Freeform: Shape 12000">
                <a:extLst>
                  <a:ext uri="{FF2B5EF4-FFF2-40B4-BE49-F238E27FC236}">
                    <a16:creationId xmlns:a16="http://schemas.microsoft.com/office/drawing/2014/main" id="{297B7018-2F32-A530-B521-3283D9760172}"/>
                  </a:ext>
                </a:extLst>
              </p:cNvPr>
              <p:cNvSpPr/>
              <p:nvPr/>
            </p:nvSpPr>
            <p:spPr>
              <a:xfrm>
                <a:off x="5996624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2" name="Freeform: Shape 12001">
                <a:extLst>
                  <a:ext uri="{FF2B5EF4-FFF2-40B4-BE49-F238E27FC236}">
                    <a16:creationId xmlns:a16="http://schemas.microsoft.com/office/drawing/2014/main" id="{7C02ED13-038B-7B5D-AEF7-FBEC04FBDD43}"/>
                  </a:ext>
                </a:extLst>
              </p:cNvPr>
              <p:cNvSpPr/>
              <p:nvPr/>
            </p:nvSpPr>
            <p:spPr>
              <a:xfrm>
                <a:off x="5996624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3" name="Freeform: Shape 12002">
                <a:extLst>
                  <a:ext uri="{FF2B5EF4-FFF2-40B4-BE49-F238E27FC236}">
                    <a16:creationId xmlns:a16="http://schemas.microsoft.com/office/drawing/2014/main" id="{DEF52D11-9CB2-A702-0FBD-F622D417BAB3}"/>
                  </a:ext>
                </a:extLst>
              </p:cNvPr>
              <p:cNvSpPr/>
              <p:nvPr/>
            </p:nvSpPr>
            <p:spPr>
              <a:xfrm>
                <a:off x="5996624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14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4" name="Freeform: Shape 12003">
                <a:extLst>
                  <a:ext uri="{FF2B5EF4-FFF2-40B4-BE49-F238E27FC236}">
                    <a16:creationId xmlns:a16="http://schemas.microsoft.com/office/drawing/2014/main" id="{0D15E2FA-5D15-FFB3-31E0-545D207B1660}"/>
                  </a:ext>
                </a:extLst>
              </p:cNvPr>
              <p:cNvSpPr/>
              <p:nvPr/>
            </p:nvSpPr>
            <p:spPr>
              <a:xfrm>
                <a:off x="5996624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5" name="Freeform: Shape 12004">
                <a:extLst>
                  <a:ext uri="{FF2B5EF4-FFF2-40B4-BE49-F238E27FC236}">
                    <a16:creationId xmlns:a16="http://schemas.microsoft.com/office/drawing/2014/main" id="{6F7D5DD0-C371-A80B-7A96-E3CF7C2E136F}"/>
                  </a:ext>
                </a:extLst>
              </p:cNvPr>
              <p:cNvSpPr/>
              <p:nvPr/>
            </p:nvSpPr>
            <p:spPr>
              <a:xfrm>
                <a:off x="5996624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6" name="Freeform: Shape 12005">
                <a:extLst>
                  <a:ext uri="{FF2B5EF4-FFF2-40B4-BE49-F238E27FC236}">
                    <a16:creationId xmlns:a16="http://schemas.microsoft.com/office/drawing/2014/main" id="{E0FC3096-794D-C745-A85B-B66433329F97}"/>
                  </a:ext>
                </a:extLst>
              </p:cNvPr>
              <p:cNvSpPr/>
              <p:nvPr/>
            </p:nvSpPr>
            <p:spPr>
              <a:xfrm>
                <a:off x="5996624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7" name="Freeform: Shape 12006">
                <a:extLst>
                  <a:ext uri="{FF2B5EF4-FFF2-40B4-BE49-F238E27FC236}">
                    <a16:creationId xmlns:a16="http://schemas.microsoft.com/office/drawing/2014/main" id="{78E3C7C1-43C9-D5E7-7771-480EB40EA5AB}"/>
                  </a:ext>
                </a:extLst>
              </p:cNvPr>
              <p:cNvSpPr/>
              <p:nvPr/>
            </p:nvSpPr>
            <p:spPr>
              <a:xfrm>
                <a:off x="5996624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8" name="Freeform: Shape 12007">
                <a:extLst>
                  <a:ext uri="{FF2B5EF4-FFF2-40B4-BE49-F238E27FC236}">
                    <a16:creationId xmlns:a16="http://schemas.microsoft.com/office/drawing/2014/main" id="{FB495483-D7F7-515A-59B0-0309D13E5544}"/>
                  </a:ext>
                </a:extLst>
              </p:cNvPr>
              <p:cNvSpPr/>
              <p:nvPr/>
            </p:nvSpPr>
            <p:spPr>
              <a:xfrm>
                <a:off x="5996624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09" name="Freeform: Shape 12008">
                <a:extLst>
                  <a:ext uri="{FF2B5EF4-FFF2-40B4-BE49-F238E27FC236}">
                    <a16:creationId xmlns:a16="http://schemas.microsoft.com/office/drawing/2014/main" id="{8790EA11-42D2-B568-21A9-E8DB47589189}"/>
                  </a:ext>
                </a:extLst>
              </p:cNvPr>
              <p:cNvSpPr/>
              <p:nvPr/>
            </p:nvSpPr>
            <p:spPr>
              <a:xfrm>
                <a:off x="605893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5F5F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0" name="Freeform: Shape 12009">
                <a:extLst>
                  <a:ext uri="{FF2B5EF4-FFF2-40B4-BE49-F238E27FC236}">
                    <a16:creationId xmlns:a16="http://schemas.microsoft.com/office/drawing/2014/main" id="{C39CDFD6-11FF-AF8A-2CB8-FAFE74CDBA99}"/>
                  </a:ext>
                </a:extLst>
              </p:cNvPr>
              <p:cNvSpPr/>
              <p:nvPr/>
            </p:nvSpPr>
            <p:spPr>
              <a:xfrm>
                <a:off x="605893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1" name="Freeform: Shape 12010">
                <a:extLst>
                  <a:ext uri="{FF2B5EF4-FFF2-40B4-BE49-F238E27FC236}">
                    <a16:creationId xmlns:a16="http://schemas.microsoft.com/office/drawing/2014/main" id="{825B2D28-B01E-C614-DB4F-9FBB7BBCE385}"/>
                  </a:ext>
                </a:extLst>
              </p:cNvPr>
              <p:cNvSpPr/>
              <p:nvPr/>
            </p:nvSpPr>
            <p:spPr>
              <a:xfrm>
                <a:off x="605893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2" name="Freeform: Shape 12011">
                <a:extLst>
                  <a:ext uri="{FF2B5EF4-FFF2-40B4-BE49-F238E27FC236}">
                    <a16:creationId xmlns:a16="http://schemas.microsoft.com/office/drawing/2014/main" id="{D1DE9EF5-C9D5-156F-59BF-B2C3FF254273}"/>
                  </a:ext>
                </a:extLst>
              </p:cNvPr>
              <p:cNvSpPr/>
              <p:nvPr/>
            </p:nvSpPr>
            <p:spPr>
              <a:xfrm>
                <a:off x="605893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3" name="Freeform: Shape 12012">
                <a:extLst>
                  <a:ext uri="{FF2B5EF4-FFF2-40B4-BE49-F238E27FC236}">
                    <a16:creationId xmlns:a16="http://schemas.microsoft.com/office/drawing/2014/main" id="{6E269EFD-44C4-0A9B-9A04-D0427CDC5C40}"/>
                  </a:ext>
                </a:extLst>
              </p:cNvPr>
              <p:cNvSpPr/>
              <p:nvPr/>
            </p:nvSpPr>
            <p:spPr>
              <a:xfrm>
                <a:off x="605893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4" name="Freeform: Shape 12013">
                <a:extLst>
                  <a:ext uri="{FF2B5EF4-FFF2-40B4-BE49-F238E27FC236}">
                    <a16:creationId xmlns:a16="http://schemas.microsoft.com/office/drawing/2014/main" id="{8FDEF36F-AA62-66E3-C621-6F38313814BB}"/>
                  </a:ext>
                </a:extLst>
              </p:cNvPr>
              <p:cNvSpPr/>
              <p:nvPr/>
            </p:nvSpPr>
            <p:spPr>
              <a:xfrm>
                <a:off x="605893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5" name="Freeform: Shape 12014">
                <a:extLst>
                  <a:ext uri="{FF2B5EF4-FFF2-40B4-BE49-F238E27FC236}">
                    <a16:creationId xmlns:a16="http://schemas.microsoft.com/office/drawing/2014/main" id="{DFADB7BC-2D2F-7D1A-78FC-F0B7B669ABF0}"/>
                  </a:ext>
                </a:extLst>
              </p:cNvPr>
              <p:cNvSpPr/>
              <p:nvPr/>
            </p:nvSpPr>
            <p:spPr>
              <a:xfrm>
                <a:off x="605893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6" name="Freeform: Shape 12015">
                <a:extLst>
                  <a:ext uri="{FF2B5EF4-FFF2-40B4-BE49-F238E27FC236}">
                    <a16:creationId xmlns:a16="http://schemas.microsoft.com/office/drawing/2014/main" id="{964231AE-8C53-3DB1-C986-126BB808CC8C}"/>
                  </a:ext>
                </a:extLst>
              </p:cNvPr>
              <p:cNvSpPr/>
              <p:nvPr/>
            </p:nvSpPr>
            <p:spPr>
              <a:xfrm>
                <a:off x="605893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7" name="Freeform: Shape 12016">
                <a:extLst>
                  <a:ext uri="{FF2B5EF4-FFF2-40B4-BE49-F238E27FC236}">
                    <a16:creationId xmlns:a16="http://schemas.microsoft.com/office/drawing/2014/main" id="{32F36108-B629-2286-D86D-0CA96174EC8F}"/>
                  </a:ext>
                </a:extLst>
              </p:cNvPr>
              <p:cNvSpPr/>
              <p:nvPr/>
            </p:nvSpPr>
            <p:spPr>
              <a:xfrm>
                <a:off x="605893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CF7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8" name="Freeform: Shape 12017">
                <a:extLst>
                  <a:ext uri="{FF2B5EF4-FFF2-40B4-BE49-F238E27FC236}">
                    <a16:creationId xmlns:a16="http://schemas.microsoft.com/office/drawing/2014/main" id="{3A42CF58-8AB0-18E3-7157-B7E9FAAF603A}"/>
                  </a:ext>
                </a:extLst>
              </p:cNvPr>
              <p:cNvSpPr/>
              <p:nvPr/>
            </p:nvSpPr>
            <p:spPr>
              <a:xfrm>
                <a:off x="605893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19" name="Freeform: Shape 12018">
                <a:extLst>
                  <a:ext uri="{FF2B5EF4-FFF2-40B4-BE49-F238E27FC236}">
                    <a16:creationId xmlns:a16="http://schemas.microsoft.com/office/drawing/2014/main" id="{6C7A8D8F-503B-4CBF-0172-1D8D0CF0CC61}"/>
                  </a:ext>
                </a:extLst>
              </p:cNvPr>
              <p:cNvSpPr/>
              <p:nvPr/>
            </p:nvSpPr>
            <p:spPr>
              <a:xfrm>
                <a:off x="605893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0" name="Freeform: Shape 12019">
                <a:extLst>
                  <a:ext uri="{FF2B5EF4-FFF2-40B4-BE49-F238E27FC236}">
                    <a16:creationId xmlns:a16="http://schemas.microsoft.com/office/drawing/2014/main" id="{8BEA1342-3BB8-487C-8934-EB77FA5ACBDC}"/>
                  </a:ext>
                </a:extLst>
              </p:cNvPr>
              <p:cNvSpPr/>
              <p:nvPr/>
            </p:nvSpPr>
            <p:spPr>
              <a:xfrm>
                <a:off x="605893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32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1" name="Freeform: Shape 12020">
                <a:extLst>
                  <a:ext uri="{FF2B5EF4-FFF2-40B4-BE49-F238E27FC236}">
                    <a16:creationId xmlns:a16="http://schemas.microsoft.com/office/drawing/2014/main" id="{1FDC7456-3FEA-A9E1-53C3-CCEFD4CE1B22}"/>
                  </a:ext>
                </a:extLst>
              </p:cNvPr>
              <p:cNvSpPr/>
              <p:nvPr/>
            </p:nvSpPr>
            <p:spPr>
              <a:xfrm>
                <a:off x="605893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2" name="Freeform: Shape 12021">
                <a:extLst>
                  <a:ext uri="{FF2B5EF4-FFF2-40B4-BE49-F238E27FC236}">
                    <a16:creationId xmlns:a16="http://schemas.microsoft.com/office/drawing/2014/main" id="{10ADA4D4-F7C3-EB77-6B21-9507169AFCD0}"/>
                  </a:ext>
                </a:extLst>
              </p:cNvPr>
              <p:cNvSpPr/>
              <p:nvPr/>
            </p:nvSpPr>
            <p:spPr>
              <a:xfrm>
                <a:off x="605893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3" name="Freeform: Shape 12022">
                <a:extLst>
                  <a:ext uri="{FF2B5EF4-FFF2-40B4-BE49-F238E27FC236}">
                    <a16:creationId xmlns:a16="http://schemas.microsoft.com/office/drawing/2014/main" id="{0B88357D-6363-24FE-6645-D1DF04739BF7}"/>
                  </a:ext>
                </a:extLst>
              </p:cNvPr>
              <p:cNvSpPr/>
              <p:nvPr/>
            </p:nvSpPr>
            <p:spPr>
              <a:xfrm>
                <a:off x="605893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4" name="Freeform: Shape 12023">
                <a:extLst>
                  <a:ext uri="{FF2B5EF4-FFF2-40B4-BE49-F238E27FC236}">
                    <a16:creationId xmlns:a16="http://schemas.microsoft.com/office/drawing/2014/main" id="{AAE2DF9D-9C74-93FE-E82C-1107DC1E1F2C}"/>
                  </a:ext>
                </a:extLst>
              </p:cNvPr>
              <p:cNvSpPr/>
              <p:nvPr/>
            </p:nvSpPr>
            <p:spPr>
              <a:xfrm>
                <a:off x="605893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5" name="Freeform: Shape 12024">
                <a:extLst>
                  <a:ext uri="{FF2B5EF4-FFF2-40B4-BE49-F238E27FC236}">
                    <a16:creationId xmlns:a16="http://schemas.microsoft.com/office/drawing/2014/main" id="{4425E0F9-DD7A-C8A0-A1E7-137E33428080}"/>
                  </a:ext>
                </a:extLst>
              </p:cNvPr>
              <p:cNvSpPr/>
              <p:nvPr/>
            </p:nvSpPr>
            <p:spPr>
              <a:xfrm>
                <a:off x="605893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6" name="Freeform: Shape 12025">
                <a:extLst>
                  <a:ext uri="{FF2B5EF4-FFF2-40B4-BE49-F238E27FC236}">
                    <a16:creationId xmlns:a16="http://schemas.microsoft.com/office/drawing/2014/main" id="{2DA2751F-BDEC-881C-0BCF-CB0E25973128}"/>
                  </a:ext>
                </a:extLst>
              </p:cNvPr>
              <p:cNvSpPr/>
              <p:nvPr/>
            </p:nvSpPr>
            <p:spPr>
              <a:xfrm>
                <a:off x="605893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7" name="Freeform: Shape 12026">
                <a:extLst>
                  <a:ext uri="{FF2B5EF4-FFF2-40B4-BE49-F238E27FC236}">
                    <a16:creationId xmlns:a16="http://schemas.microsoft.com/office/drawing/2014/main" id="{73F4DBE8-F44F-874C-6BD0-FDE87288FED0}"/>
                  </a:ext>
                </a:extLst>
              </p:cNvPr>
              <p:cNvSpPr/>
              <p:nvPr/>
            </p:nvSpPr>
            <p:spPr>
              <a:xfrm>
                <a:off x="605893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8" name="Freeform: Shape 12027">
                <a:extLst>
                  <a:ext uri="{FF2B5EF4-FFF2-40B4-BE49-F238E27FC236}">
                    <a16:creationId xmlns:a16="http://schemas.microsoft.com/office/drawing/2014/main" id="{5CE4B76D-A2B3-2FFD-DF1E-4EDCBC90BCD4}"/>
                  </a:ext>
                </a:extLst>
              </p:cNvPr>
              <p:cNvSpPr/>
              <p:nvPr/>
            </p:nvSpPr>
            <p:spPr>
              <a:xfrm>
                <a:off x="605893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5D5D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29" name="Freeform: Shape 12028">
                <a:extLst>
                  <a:ext uri="{FF2B5EF4-FFF2-40B4-BE49-F238E27FC236}">
                    <a16:creationId xmlns:a16="http://schemas.microsoft.com/office/drawing/2014/main" id="{0AF6A607-5A8E-7B08-F0BA-5B01DAF64ACE}"/>
                  </a:ext>
                </a:extLst>
              </p:cNvPr>
              <p:cNvSpPr/>
              <p:nvPr/>
            </p:nvSpPr>
            <p:spPr>
              <a:xfrm>
                <a:off x="605893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0" name="Freeform: Shape 12029">
                <a:extLst>
                  <a:ext uri="{FF2B5EF4-FFF2-40B4-BE49-F238E27FC236}">
                    <a16:creationId xmlns:a16="http://schemas.microsoft.com/office/drawing/2014/main" id="{2D92FA7E-B737-D1BE-73A9-66CF01B55E30}"/>
                  </a:ext>
                </a:extLst>
              </p:cNvPr>
              <p:cNvSpPr/>
              <p:nvPr/>
            </p:nvSpPr>
            <p:spPr>
              <a:xfrm>
                <a:off x="605893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1" name="Freeform: Shape 12030">
                <a:extLst>
                  <a:ext uri="{FF2B5EF4-FFF2-40B4-BE49-F238E27FC236}">
                    <a16:creationId xmlns:a16="http://schemas.microsoft.com/office/drawing/2014/main" id="{5A8D46D8-C6DC-4F2C-56FE-D3D7399E9ED4}"/>
                  </a:ext>
                </a:extLst>
              </p:cNvPr>
              <p:cNvSpPr/>
              <p:nvPr/>
            </p:nvSpPr>
            <p:spPr>
              <a:xfrm>
                <a:off x="605893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2" name="Freeform: Shape 12031">
                <a:extLst>
                  <a:ext uri="{FF2B5EF4-FFF2-40B4-BE49-F238E27FC236}">
                    <a16:creationId xmlns:a16="http://schemas.microsoft.com/office/drawing/2014/main" id="{DAB3B30E-7A68-604E-906B-067B0ED43834}"/>
                  </a:ext>
                </a:extLst>
              </p:cNvPr>
              <p:cNvSpPr/>
              <p:nvPr/>
            </p:nvSpPr>
            <p:spPr>
              <a:xfrm>
                <a:off x="605893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3" name="Freeform: Shape 12032">
                <a:extLst>
                  <a:ext uri="{FF2B5EF4-FFF2-40B4-BE49-F238E27FC236}">
                    <a16:creationId xmlns:a16="http://schemas.microsoft.com/office/drawing/2014/main" id="{F53C0459-A430-EA3E-3242-D87A1906A20A}"/>
                  </a:ext>
                </a:extLst>
              </p:cNvPr>
              <p:cNvSpPr/>
              <p:nvPr/>
            </p:nvSpPr>
            <p:spPr>
              <a:xfrm>
                <a:off x="605893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E48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4" name="Freeform: Shape 12033">
                <a:extLst>
                  <a:ext uri="{FF2B5EF4-FFF2-40B4-BE49-F238E27FC236}">
                    <a16:creationId xmlns:a16="http://schemas.microsoft.com/office/drawing/2014/main" id="{87C7626D-9616-6E32-20AC-1E6DE2E7F1A4}"/>
                  </a:ext>
                </a:extLst>
              </p:cNvPr>
              <p:cNvSpPr/>
              <p:nvPr/>
            </p:nvSpPr>
            <p:spPr>
              <a:xfrm>
                <a:off x="605893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5" name="Freeform: Shape 12034">
                <a:extLst>
                  <a:ext uri="{FF2B5EF4-FFF2-40B4-BE49-F238E27FC236}">
                    <a16:creationId xmlns:a16="http://schemas.microsoft.com/office/drawing/2014/main" id="{0C576C15-4E6A-D54F-F0D4-13A63BC833F3}"/>
                  </a:ext>
                </a:extLst>
              </p:cNvPr>
              <p:cNvSpPr/>
              <p:nvPr/>
            </p:nvSpPr>
            <p:spPr>
              <a:xfrm>
                <a:off x="605893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6" name="Freeform: Shape 12035">
                <a:extLst>
                  <a:ext uri="{FF2B5EF4-FFF2-40B4-BE49-F238E27FC236}">
                    <a16:creationId xmlns:a16="http://schemas.microsoft.com/office/drawing/2014/main" id="{E8181E98-F2DF-6A5E-6BD3-D0431B3E3376}"/>
                  </a:ext>
                </a:extLst>
              </p:cNvPr>
              <p:cNvSpPr/>
              <p:nvPr/>
            </p:nvSpPr>
            <p:spPr>
              <a:xfrm>
                <a:off x="6121176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7" name="Freeform: Shape 12036">
                <a:extLst>
                  <a:ext uri="{FF2B5EF4-FFF2-40B4-BE49-F238E27FC236}">
                    <a16:creationId xmlns:a16="http://schemas.microsoft.com/office/drawing/2014/main" id="{025FDE70-D90A-79CD-9688-37DA7D3D867D}"/>
                  </a:ext>
                </a:extLst>
              </p:cNvPr>
              <p:cNvSpPr/>
              <p:nvPr/>
            </p:nvSpPr>
            <p:spPr>
              <a:xfrm>
                <a:off x="6121176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8" name="Freeform: Shape 12037">
                <a:extLst>
                  <a:ext uri="{FF2B5EF4-FFF2-40B4-BE49-F238E27FC236}">
                    <a16:creationId xmlns:a16="http://schemas.microsoft.com/office/drawing/2014/main" id="{319E8268-17B2-AFD1-D25E-ADC4E139FF7C}"/>
                  </a:ext>
                </a:extLst>
              </p:cNvPr>
              <p:cNvSpPr/>
              <p:nvPr/>
            </p:nvSpPr>
            <p:spPr>
              <a:xfrm>
                <a:off x="6121176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39" name="Freeform: Shape 12038">
                <a:extLst>
                  <a:ext uri="{FF2B5EF4-FFF2-40B4-BE49-F238E27FC236}">
                    <a16:creationId xmlns:a16="http://schemas.microsoft.com/office/drawing/2014/main" id="{BBF80A39-5419-9DD6-C3CF-D1D5645194FB}"/>
                  </a:ext>
                </a:extLst>
              </p:cNvPr>
              <p:cNvSpPr/>
              <p:nvPr/>
            </p:nvSpPr>
            <p:spPr>
              <a:xfrm>
                <a:off x="6121176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0" name="Freeform: Shape 12039">
                <a:extLst>
                  <a:ext uri="{FF2B5EF4-FFF2-40B4-BE49-F238E27FC236}">
                    <a16:creationId xmlns:a16="http://schemas.microsoft.com/office/drawing/2014/main" id="{871E614C-B0A9-1496-E468-341953AB2750}"/>
                  </a:ext>
                </a:extLst>
              </p:cNvPr>
              <p:cNvSpPr/>
              <p:nvPr/>
            </p:nvSpPr>
            <p:spPr>
              <a:xfrm>
                <a:off x="6121176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1" name="Freeform: Shape 12040">
                <a:extLst>
                  <a:ext uri="{FF2B5EF4-FFF2-40B4-BE49-F238E27FC236}">
                    <a16:creationId xmlns:a16="http://schemas.microsoft.com/office/drawing/2014/main" id="{24394402-CD66-126F-046B-0A7E66C35454}"/>
                  </a:ext>
                </a:extLst>
              </p:cNvPr>
              <p:cNvSpPr/>
              <p:nvPr/>
            </p:nvSpPr>
            <p:spPr>
              <a:xfrm>
                <a:off x="6121176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2" name="Freeform: Shape 12041">
                <a:extLst>
                  <a:ext uri="{FF2B5EF4-FFF2-40B4-BE49-F238E27FC236}">
                    <a16:creationId xmlns:a16="http://schemas.microsoft.com/office/drawing/2014/main" id="{5846912F-ABC3-C9B2-5C48-EED710E5E8A4}"/>
                  </a:ext>
                </a:extLst>
              </p:cNvPr>
              <p:cNvSpPr/>
              <p:nvPr/>
            </p:nvSpPr>
            <p:spPr>
              <a:xfrm>
                <a:off x="6121176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3" name="Freeform: Shape 12042">
                <a:extLst>
                  <a:ext uri="{FF2B5EF4-FFF2-40B4-BE49-F238E27FC236}">
                    <a16:creationId xmlns:a16="http://schemas.microsoft.com/office/drawing/2014/main" id="{D39FD4CA-25BD-FDFC-91B5-8BB2F509D844}"/>
                  </a:ext>
                </a:extLst>
              </p:cNvPr>
              <p:cNvSpPr/>
              <p:nvPr/>
            </p:nvSpPr>
            <p:spPr>
              <a:xfrm>
                <a:off x="6121176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4" name="Freeform: Shape 12043">
                <a:extLst>
                  <a:ext uri="{FF2B5EF4-FFF2-40B4-BE49-F238E27FC236}">
                    <a16:creationId xmlns:a16="http://schemas.microsoft.com/office/drawing/2014/main" id="{ACCF1F63-498D-24CA-39A3-4191846398E8}"/>
                  </a:ext>
                </a:extLst>
              </p:cNvPr>
              <p:cNvSpPr/>
              <p:nvPr/>
            </p:nvSpPr>
            <p:spPr>
              <a:xfrm>
                <a:off x="6121176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5" name="Freeform: Shape 12044">
                <a:extLst>
                  <a:ext uri="{FF2B5EF4-FFF2-40B4-BE49-F238E27FC236}">
                    <a16:creationId xmlns:a16="http://schemas.microsoft.com/office/drawing/2014/main" id="{BE3F6AE7-9868-118A-80A3-46EA9C31E634}"/>
                  </a:ext>
                </a:extLst>
              </p:cNvPr>
              <p:cNvSpPr/>
              <p:nvPr/>
            </p:nvSpPr>
            <p:spPr>
              <a:xfrm>
                <a:off x="6121176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6" name="Freeform: Shape 12045">
                <a:extLst>
                  <a:ext uri="{FF2B5EF4-FFF2-40B4-BE49-F238E27FC236}">
                    <a16:creationId xmlns:a16="http://schemas.microsoft.com/office/drawing/2014/main" id="{EF2D3015-CCD1-29C5-FC35-5423365E935A}"/>
                  </a:ext>
                </a:extLst>
              </p:cNvPr>
              <p:cNvSpPr/>
              <p:nvPr/>
            </p:nvSpPr>
            <p:spPr>
              <a:xfrm>
                <a:off x="6121176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7" name="Freeform: Shape 12046">
                <a:extLst>
                  <a:ext uri="{FF2B5EF4-FFF2-40B4-BE49-F238E27FC236}">
                    <a16:creationId xmlns:a16="http://schemas.microsoft.com/office/drawing/2014/main" id="{657A32E9-4424-D018-5D12-84E9649F0D0F}"/>
                  </a:ext>
                </a:extLst>
              </p:cNvPr>
              <p:cNvSpPr/>
              <p:nvPr/>
            </p:nvSpPr>
            <p:spPr>
              <a:xfrm>
                <a:off x="6121176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8" name="Freeform: Shape 12047">
                <a:extLst>
                  <a:ext uri="{FF2B5EF4-FFF2-40B4-BE49-F238E27FC236}">
                    <a16:creationId xmlns:a16="http://schemas.microsoft.com/office/drawing/2014/main" id="{D2AC89A6-4D6D-043B-93BB-1E5532BB888C}"/>
                  </a:ext>
                </a:extLst>
              </p:cNvPr>
              <p:cNvSpPr/>
              <p:nvPr/>
            </p:nvSpPr>
            <p:spPr>
              <a:xfrm>
                <a:off x="6121176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49" name="Freeform: Shape 12048">
                <a:extLst>
                  <a:ext uri="{FF2B5EF4-FFF2-40B4-BE49-F238E27FC236}">
                    <a16:creationId xmlns:a16="http://schemas.microsoft.com/office/drawing/2014/main" id="{5F0E878F-9657-FDD7-ECCA-BAFFF5180FCE}"/>
                  </a:ext>
                </a:extLst>
              </p:cNvPr>
              <p:cNvSpPr/>
              <p:nvPr/>
            </p:nvSpPr>
            <p:spPr>
              <a:xfrm>
                <a:off x="6121176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0" name="Freeform: Shape 12049">
                <a:extLst>
                  <a:ext uri="{FF2B5EF4-FFF2-40B4-BE49-F238E27FC236}">
                    <a16:creationId xmlns:a16="http://schemas.microsoft.com/office/drawing/2014/main" id="{B9173352-6027-767A-327D-131A07065FED}"/>
                  </a:ext>
                </a:extLst>
              </p:cNvPr>
              <p:cNvSpPr/>
              <p:nvPr/>
            </p:nvSpPr>
            <p:spPr>
              <a:xfrm>
                <a:off x="6121176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1" name="Freeform: Shape 12050">
                <a:extLst>
                  <a:ext uri="{FF2B5EF4-FFF2-40B4-BE49-F238E27FC236}">
                    <a16:creationId xmlns:a16="http://schemas.microsoft.com/office/drawing/2014/main" id="{C16685C3-F8AE-7FE0-E497-0BE33B47B863}"/>
                  </a:ext>
                </a:extLst>
              </p:cNvPr>
              <p:cNvSpPr/>
              <p:nvPr/>
            </p:nvSpPr>
            <p:spPr>
              <a:xfrm>
                <a:off x="6121176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2" name="Freeform: Shape 12051">
                <a:extLst>
                  <a:ext uri="{FF2B5EF4-FFF2-40B4-BE49-F238E27FC236}">
                    <a16:creationId xmlns:a16="http://schemas.microsoft.com/office/drawing/2014/main" id="{28D6EFD1-D00E-3C9E-96DB-9896904C4A6E}"/>
                  </a:ext>
                </a:extLst>
              </p:cNvPr>
              <p:cNvSpPr/>
              <p:nvPr/>
            </p:nvSpPr>
            <p:spPr>
              <a:xfrm>
                <a:off x="6121176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3" name="Freeform: Shape 12052">
                <a:extLst>
                  <a:ext uri="{FF2B5EF4-FFF2-40B4-BE49-F238E27FC236}">
                    <a16:creationId xmlns:a16="http://schemas.microsoft.com/office/drawing/2014/main" id="{57A98A51-7BD9-F8C2-F4F8-04C447BCA261}"/>
                  </a:ext>
                </a:extLst>
              </p:cNvPr>
              <p:cNvSpPr/>
              <p:nvPr/>
            </p:nvSpPr>
            <p:spPr>
              <a:xfrm>
                <a:off x="6121176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4" name="Freeform: Shape 12053">
                <a:extLst>
                  <a:ext uri="{FF2B5EF4-FFF2-40B4-BE49-F238E27FC236}">
                    <a16:creationId xmlns:a16="http://schemas.microsoft.com/office/drawing/2014/main" id="{362B85F3-8902-C7AB-A145-39E90D692156}"/>
                  </a:ext>
                </a:extLst>
              </p:cNvPr>
              <p:cNvSpPr/>
              <p:nvPr/>
            </p:nvSpPr>
            <p:spPr>
              <a:xfrm>
                <a:off x="6121176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5" name="Freeform: Shape 12054">
                <a:extLst>
                  <a:ext uri="{FF2B5EF4-FFF2-40B4-BE49-F238E27FC236}">
                    <a16:creationId xmlns:a16="http://schemas.microsoft.com/office/drawing/2014/main" id="{FD09E7CC-68E6-8B77-7FB6-315EC4B6CF3A}"/>
                  </a:ext>
                </a:extLst>
              </p:cNvPr>
              <p:cNvSpPr/>
              <p:nvPr/>
            </p:nvSpPr>
            <p:spPr>
              <a:xfrm>
                <a:off x="6121176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6" name="Freeform: Shape 12055">
                <a:extLst>
                  <a:ext uri="{FF2B5EF4-FFF2-40B4-BE49-F238E27FC236}">
                    <a16:creationId xmlns:a16="http://schemas.microsoft.com/office/drawing/2014/main" id="{78A87ABD-B8FD-8632-8650-49826BC54675}"/>
                  </a:ext>
                </a:extLst>
              </p:cNvPr>
              <p:cNvSpPr/>
              <p:nvPr/>
            </p:nvSpPr>
            <p:spPr>
              <a:xfrm>
                <a:off x="6121176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7" name="Freeform: Shape 12056">
                <a:extLst>
                  <a:ext uri="{FF2B5EF4-FFF2-40B4-BE49-F238E27FC236}">
                    <a16:creationId xmlns:a16="http://schemas.microsoft.com/office/drawing/2014/main" id="{90EE5317-2DCA-54EB-E696-EB832CCDBC1D}"/>
                  </a:ext>
                </a:extLst>
              </p:cNvPr>
              <p:cNvSpPr/>
              <p:nvPr/>
            </p:nvSpPr>
            <p:spPr>
              <a:xfrm>
                <a:off x="6121176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8" name="Freeform: Shape 12057">
                <a:extLst>
                  <a:ext uri="{FF2B5EF4-FFF2-40B4-BE49-F238E27FC236}">
                    <a16:creationId xmlns:a16="http://schemas.microsoft.com/office/drawing/2014/main" id="{7BA32EFB-E8C1-5A11-F876-94D1995896A4}"/>
                  </a:ext>
                </a:extLst>
              </p:cNvPr>
              <p:cNvSpPr/>
              <p:nvPr/>
            </p:nvSpPr>
            <p:spPr>
              <a:xfrm>
                <a:off x="6121176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DEDE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59" name="Freeform: Shape 12058">
                <a:extLst>
                  <a:ext uri="{FF2B5EF4-FFF2-40B4-BE49-F238E27FC236}">
                    <a16:creationId xmlns:a16="http://schemas.microsoft.com/office/drawing/2014/main" id="{3E318EBA-AF12-01B6-07B9-D1FD89809A95}"/>
                  </a:ext>
                </a:extLst>
              </p:cNvPr>
              <p:cNvSpPr/>
              <p:nvPr/>
            </p:nvSpPr>
            <p:spPr>
              <a:xfrm>
                <a:off x="6121176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1E1E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0" name="Freeform: Shape 12059">
                <a:extLst>
                  <a:ext uri="{FF2B5EF4-FFF2-40B4-BE49-F238E27FC236}">
                    <a16:creationId xmlns:a16="http://schemas.microsoft.com/office/drawing/2014/main" id="{D41734B9-5C34-8849-0179-207A61E7D988}"/>
                  </a:ext>
                </a:extLst>
              </p:cNvPr>
              <p:cNvSpPr/>
              <p:nvPr/>
            </p:nvSpPr>
            <p:spPr>
              <a:xfrm>
                <a:off x="6121176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1" name="Freeform: Shape 12060">
                <a:extLst>
                  <a:ext uri="{FF2B5EF4-FFF2-40B4-BE49-F238E27FC236}">
                    <a16:creationId xmlns:a16="http://schemas.microsoft.com/office/drawing/2014/main" id="{63CC0FC4-09E1-4F80-C38B-A096B671A086}"/>
                  </a:ext>
                </a:extLst>
              </p:cNvPr>
              <p:cNvSpPr/>
              <p:nvPr/>
            </p:nvSpPr>
            <p:spPr>
              <a:xfrm>
                <a:off x="6121176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2" name="Freeform: Shape 12061">
                <a:extLst>
                  <a:ext uri="{FF2B5EF4-FFF2-40B4-BE49-F238E27FC236}">
                    <a16:creationId xmlns:a16="http://schemas.microsoft.com/office/drawing/2014/main" id="{82024F6B-B6E4-32BC-EC34-1D3B5030CD94}"/>
                  </a:ext>
                </a:extLst>
              </p:cNvPr>
              <p:cNvSpPr/>
              <p:nvPr/>
            </p:nvSpPr>
            <p:spPr>
              <a:xfrm>
                <a:off x="6121176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3" name="Freeform: Shape 12062">
                <a:extLst>
                  <a:ext uri="{FF2B5EF4-FFF2-40B4-BE49-F238E27FC236}">
                    <a16:creationId xmlns:a16="http://schemas.microsoft.com/office/drawing/2014/main" id="{0DA649AC-05D0-28A2-F336-0AD5EA61057A}"/>
                  </a:ext>
                </a:extLst>
              </p:cNvPr>
              <p:cNvSpPr/>
              <p:nvPr/>
            </p:nvSpPr>
            <p:spPr>
              <a:xfrm>
                <a:off x="6183490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4" name="Freeform: Shape 12063">
                <a:extLst>
                  <a:ext uri="{FF2B5EF4-FFF2-40B4-BE49-F238E27FC236}">
                    <a16:creationId xmlns:a16="http://schemas.microsoft.com/office/drawing/2014/main" id="{48A1BB97-1263-9947-00BC-4276C9FA53F9}"/>
                  </a:ext>
                </a:extLst>
              </p:cNvPr>
              <p:cNvSpPr/>
              <p:nvPr/>
            </p:nvSpPr>
            <p:spPr>
              <a:xfrm>
                <a:off x="6183490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9E9E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5" name="Freeform: Shape 12064">
                <a:extLst>
                  <a:ext uri="{FF2B5EF4-FFF2-40B4-BE49-F238E27FC236}">
                    <a16:creationId xmlns:a16="http://schemas.microsoft.com/office/drawing/2014/main" id="{F3EFEA18-C75C-939E-4DF4-0A168B20BB0B}"/>
                  </a:ext>
                </a:extLst>
              </p:cNvPr>
              <p:cNvSpPr/>
              <p:nvPr/>
            </p:nvSpPr>
            <p:spPr>
              <a:xfrm>
                <a:off x="6183490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6" name="Freeform: Shape 12065">
                <a:extLst>
                  <a:ext uri="{FF2B5EF4-FFF2-40B4-BE49-F238E27FC236}">
                    <a16:creationId xmlns:a16="http://schemas.microsoft.com/office/drawing/2014/main" id="{8AC305EA-60F8-0811-90C3-8FF26D81A1D2}"/>
                  </a:ext>
                </a:extLst>
              </p:cNvPr>
              <p:cNvSpPr/>
              <p:nvPr/>
            </p:nvSpPr>
            <p:spPr>
              <a:xfrm>
                <a:off x="6183490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7" name="Freeform: Shape 12066">
                <a:extLst>
                  <a:ext uri="{FF2B5EF4-FFF2-40B4-BE49-F238E27FC236}">
                    <a16:creationId xmlns:a16="http://schemas.microsoft.com/office/drawing/2014/main" id="{A6385F23-CD30-FA8B-D4A2-4C828C3D9BAC}"/>
                  </a:ext>
                </a:extLst>
              </p:cNvPr>
              <p:cNvSpPr/>
              <p:nvPr/>
            </p:nvSpPr>
            <p:spPr>
              <a:xfrm>
                <a:off x="6183490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8" name="Freeform: Shape 12067">
                <a:extLst>
                  <a:ext uri="{FF2B5EF4-FFF2-40B4-BE49-F238E27FC236}">
                    <a16:creationId xmlns:a16="http://schemas.microsoft.com/office/drawing/2014/main" id="{E0C1B655-0D64-6A28-A857-C333CBF33C96}"/>
                  </a:ext>
                </a:extLst>
              </p:cNvPr>
              <p:cNvSpPr/>
              <p:nvPr/>
            </p:nvSpPr>
            <p:spPr>
              <a:xfrm>
                <a:off x="6183490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69" name="Freeform: Shape 12068">
                <a:extLst>
                  <a:ext uri="{FF2B5EF4-FFF2-40B4-BE49-F238E27FC236}">
                    <a16:creationId xmlns:a16="http://schemas.microsoft.com/office/drawing/2014/main" id="{3B2E361E-F6BA-C03F-474D-4D62F4EBFB1F}"/>
                  </a:ext>
                </a:extLst>
              </p:cNvPr>
              <p:cNvSpPr/>
              <p:nvPr/>
            </p:nvSpPr>
            <p:spPr>
              <a:xfrm>
                <a:off x="6183490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0" name="Freeform: Shape 12069">
                <a:extLst>
                  <a:ext uri="{FF2B5EF4-FFF2-40B4-BE49-F238E27FC236}">
                    <a16:creationId xmlns:a16="http://schemas.microsoft.com/office/drawing/2014/main" id="{ECE1C676-C6FF-9701-A573-57014DAE5934}"/>
                  </a:ext>
                </a:extLst>
              </p:cNvPr>
              <p:cNvSpPr/>
              <p:nvPr/>
            </p:nvSpPr>
            <p:spPr>
              <a:xfrm>
                <a:off x="6183490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1" name="Freeform: Shape 12070">
                <a:extLst>
                  <a:ext uri="{FF2B5EF4-FFF2-40B4-BE49-F238E27FC236}">
                    <a16:creationId xmlns:a16="http://schemas.microsoft.com/office/drawing/2014/main" id="{BE8B86B8-3106-424B-9370-93B0A6C46890}"/>
                  </a:ext>
                </a:extLst>
              </p:cNvPr>
              <p:cNvSpPr/>
              <p:nvPr/>
            </p:nvSpPr>
            <p:spPr>
              <a:xfrm>
                <a:off x="6183490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2" name="Freeform: Shape 12071">
                <a:extLst>
                  <a:ext uri="{FF2B5EF4-FFF2-40B4-BE49-F238E27FC236}">
                    <a16:creationId xmlns:a16="http://schemas.microsoft.com/office/drawing/2014/main" id="{56182876-5B3D-751F-8A35-19B435F27C2C}"/>
                  </a:ext>
                </a:extLst>
              </p:cNvPr>
              <p:cNvSpPr/>
              <p:nvPr/>
            </p:nvSpPr>
            <p:spPr>
              <a:xfrm>
                <a:off x="6183490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3" name="Freeform: Shape 12072">
                <a:extLst>
                  <a:ext uri="{FF2B5EF4-FFF2-40B4-BE49-F238E27FC236}">
                    <a16:creationId xmlns:a16="http://schemas.microsoft.com/office/drawing/2014/main" id="{F3C4CD52-97F5-9FD9-0B9B-C857DE16F737}"/>
                  </a:ext>
                </a:extLst>
              </p:cNvPr>
              <p:cNvSpPr/>
              <p:nvPr/>
            </p:nvSpPr>
            <p:spPr>
              <a:xfrm>
                <a:off x="6183490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4" name="Freeform: Shape 12073">
                <a:extLst>
                  <a:ext uri="{FF2B5EF4-FFF2-40B4-BE49-F238E27FC236}">
                    <a16:creationId xmlns:a16="http://schemas.microsoft.com/office/drawing/2014/main" id="{4BC5C4D7-1CED-6958-9739-9C745B14EF78}"/>
                  </a:ext>
                </a:extLst>
              </p:cNvPr>
              <p:cNvSpPr/>
              <p:nvPr/>
            </p:nvSpPr>
            <p:spPr>
              <a:xfrm>
                <a:off x="6183490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5" name="Freeform: Shape 12074">
                <a:extLst>
                  <a:ext uri="{FF2B5EF4-FFF2-40B4-BE49-F238E27FC236}">
                    <a16:creationId xmlns:a16="http://schemas.microsoft.com/office/drawing/2014/main" id="{B3A7BC11-6257-657E-F995-F5E4013730D2}"/>
                  </a:ext>
                </a:extLst>
              </p:cNvPr>
              <p:cNvSpPr/>
              <p:nvPr/>
            </p:nvSpPr>
            <p:spPr>
              <a:xfrm>
                <a:off x="6183490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6" name="Freeform: Shape 12075">
                <a:extLst>
                  <a:ext uri="{FF2B5EF4-FFF2-40B4-BE49-F238E27FC236}">
                    <a16:creationId xmlns:a16="http://schemas.microsoft.com/office/drawing/2014/main" id="{DB88F226-373A-40B1-E9A9-F2916A87AD66}"/>
                  </a:ext>
                </a:extLst>
              </p:cNvPr>
              <p:cNvSpPr/>
              <p:nvPr/>
            </p:nvSpPr>
            <p:spPr>
              <a:xfrm>
                <a:off x="6183490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7" name="Freeform: Shape 12076">
                <a:extLst>
                  <a:ext uri="{FF2B5EF4-FFF2-40B4-BE49-F238E27FC236}">
                    <a16:creationId xmlns:a16="http://schemas.microsoft.com/office/drawing/2014/main" id="{4ED003AA-5B29-3296-1903-11A42FB95866}"/>
                  </a:ext>
                </a:extLst>
              </p:cNvPr>
              <p:cNvSpPr/>
              <p:nvPr/>
            </p:nvSpPr>
            <p:spPr>
              <a:xfrm>
                <a:off x="6183490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8" name="Freeform: Shape 12077">
                <a:extLst>
                  <a:ext uri="{FF2B5EF4-FFF2-40B4-BE49-F238E27FC236}">
                    <a16:creationId xmlns:a16="http://schemas.microsoft.com/office/drawing/2014/main" id="{B6930795-B14D-F0BF-5C5A-D6EBD27FB31B}"/>
                  </a:ext>
                </a:extLst>
              </p:cNvPr>
              <p:cNvSpPr/>
              <p:nvPr/>
            </p:nvSpPr>
            <p:spPr>
              <a:xfrm>
                <a:off x="6183490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79" name="Freeform: Shape 12078">
                <a:extLst>
                  <a:ext uri="{FF2B5EF4-FFF2-40B4-BE49-F238E27FC236}">
                    <a16:creationId xmlns:a16="http://schemas.microsoft.com/office/drawing/2014/main" id="{FC96121E-382F-7C43-0048-965859751BFF}"/>
                  </a:ext>
                </a:extLst>
              </p:cNvPr>
              <p:cNvSpPr/>
              <p:nvPr/>
            </p:nvSpPr>
            <p:spPr>
              <a:xfrm>
                <a:off x="6183490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0" name="Freeform: Shape 12079">
                <a:extLst>
                  <a:ext uri="{FF2B5EF4-FFF2-40B4-BE49-F238E27FC236}">
                    <a16:creationId xmlns:a16="http://schemas.microsoft.com/office/drawing/2014/main" id="{4482F8D7-AB91-91A5-76DF-A158DC5D07B7}"/>
                  </a:ext>
                </a:extLst>
              </p:cNvPr>
              <p:cNvSpPr/>
              <p:nvPr/>
            </p:nvSpPr>
            <p:spPr>
              <a:xfrm>
                <a:off x="6183490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1" name="Freeform: Shape 12080">
                <a:extLst>
                  <a:ext uri="{FF2B5EF4-FFF2-40B4-BE49-F238E27FC236}">
                    <a16:creationId xmlns:a16="http://schemas.microsoft.com/office/drawing/2014/main" id="{83F7250A-8CF7-1C19-0FD2-225D612160C3}"/>
                  </a:ext>
                </a:extLst>
              </p:cNvPr>
              <p:cNvSpPr/>
              <p:nvPr/>
            </p:nvSpPr>
            <p:spPr>
              <a:xfrm>
                <a:off x="6183490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2" name="Freeform: Shape 12081">
                <a:extLst>
                  <a:ext uri="{FF2B5EF4-FFF2-40B4-BE49-F238E27FC236}">
                    <a16:creationId xmlns:a16="http://schemas.microsoft.com/office/drawing/2014/main" id="{00065F54-A609-2BF7-1195-545DA614ED61}"/>
                  </a:ext>
                </a:extLst>
              </p:cNvPr>
              <p:cNvSpPr/>
              <p:nvPr/>
            </p:nvSpPr>
            <p:spPr>
              <a:xfrm>
                <a:off x="6183490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3" name="Freeform: Shape 12082">
                <a:extLst>
                  <a:ext uri="{FF2B5EF4-FFF2-40B4-BE49-F238E27FC236}">
                    <a16:creationId xmlns:a16="http://schemas.microsoft.com/office/drawing/2014/main" id="{D9269D7A-F295-25A4-7F61-44EC7E9407C8}"/>
                  </a:ext>
                </a:extLst>
              </p:cNvPr>
              <p:cNvSpPr/>
              <p:nvPr/>
            </p:nvSpPr>
            <p:spPr>
              <a:xfrm>
                <a:off x="6183490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B93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4" name="Freeform: Shape 12083">
                <a:extLst>
                  <a:ext uri="{FF2B5EF4-FFF2-40B4-BE49-F238E27FC236}">
                    <a16:creationId xmlns:a16="http://schemas.microsoft.com/office/drawing/2014/main" id="{7F87AFC0-A2BF-08EC-3D0F-6180BDE933E1}"/>
                  </a:ext>
                </a:extLst>
              </p:cNvPr>
              <p:cNvSpPr/>
              <p:nvPr/>
            </p:nvSpPr>
            <p:spPr>
              <a:xfrm>
                <a:off x="6183490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487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5" name="Freeform: Shape 12084">
                <a:extLst>
                  <a:ext uri="{FF2B5EF4-FFF2-40B4-BE49-F238E27FC236}">
                    <a16:creationId xmlns:a16="http://schemas.microsoft.com/office/drawing/2014/main" id="{703458D5-7DE8-8FC7-07B2-B111ADC465F6}"/>
                  </a:ext>
                </a:extLst>
              </p:cNvPr>
              <p:cNvSpPr/>
              <p:nvPr/>
            </p:nvSpPr>
            <p:spPr>
              <a:xfrm>
                <a:off x="6183490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9D9D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6" name="Freeform: Shape 12085">
                <a:extLst>
                  <a:ext uri="{FF2B5EF4-FFF2-40B4-BE49-F238E27FC236}">
                    <a16:creationId xmlns:a16="http://schemas.microsoft.com/office/drawing/2014/main" id="{E31B9ACE-2035-0E30-4069-C7127F6B0682}"/>
                  </a:ext>
                </a:extLst>
              </p:cNvPr>
              <p:cNvSpPr/>
              <p:nvPr/>
            </p:nvSpPr>
            <p:spPr>
              <a:xfrm>
                <a:off x="6183490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1D1D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7" name="Freeform: Shape 12086">
                <a:extLst>
                  <a:ext uri="{FF2B5EF4-FFF2-40B4-BE49-F238E27FC236}">
                    <a16:creationId xmlns:a16="http://schemas.microsoft.com/office/drawing/2014/main" id="{15981011-FA2F-CA3D-0B0F-12A3C1229081}"/>
                  </a:ext>
                </a:extLst>
              </p:cNvPr>
              <p:cNvSpPr/>
              <p:nvPr/>
            </p:nvSpPr>
            <p:spPr>
              <a:xfrm>
                <a:off x="6183490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8" name="Freeform: Shape 12087">
                <a:extLst>
                  <a:ext uri="{FF2B5EF4-FFF2-40B4-BE49-F238E27FC236}">
                    <a16:creationId xmlns:a16="http://schemas.microsoft.com/office/drawing/2014/main" id="{EE27B50F-6D4B-3B6C-D0D9-B7D050B05EF5}"/>
                  </a:ext>
                </a:extLst>
              </p:cNvPr>
              <p:cNvSpPr/>
              <p:nvPr/>
            </p:nvSpPr>
            <p:spPr>
              <a:xfrm>
                <a:off x="6183490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89" name="Freeform: Shape 12088">
                <a:extLst>
                  <a:ext uri="{FF2B5EF4-FFF2-40B4-BE49-F238E27FC236}">
                    <a16:creationId xmlns:a16="http://schemas.microsoft.com/office/drawing/2014/main" id="{62AD0FBA-4435-E473-CEDE-C00EED31CA35}"/>
                  </a:ext>
                </a:extLst>
              </p:cNvPr>
              <p:cNvSpPr/>
              <p:nvPr/>
            </p:nvSpPr>
            <p:spPr>
              <a:xfrm>
                <a:off x="6183490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0" name="Freeform: Shape 12089">
                <a:extLst>
                  <a:ext uri="{FF2B5EF4-FFF2-40B4-BE49-F238E27FC236}">
                    <a16:creationId xmlns:a16="http://schemas.microsoft.com/office/drawing/2014/main" id="{CE12176F-D29F-F3FC-FFD4-8AA3F5DE36F5}"/>
                  </a:ext>
                </a:extLst>
              </p:cNvPr>
              <p:cNvSpPr/>
              <p:nvPr/>
            </p:nvSpPr>
            <p:spPr>
              <a:xfrm>
                <a:off x="6245728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1" name="Freeform: Shape 12090">
                <a:extLst>
                  <a:ext uri="{FF2B5EF4-FFF2-40B4-BE49-F238E27FC236}">
                    <a16:creationId xmlns:a16="http://schemas.microsoft.com/office/drawing/2014/main" id="{23781BE6-FCB0-B478-6C03-C4F25F476EC4}"/>
                  </a:ext>
                </a:extLst>
              </p:cNvPr>
              <p:cNvSpPr/>
              <p:nvPr/>
            </p:nvSpPr>
            <p:spPr>
              <a:xfrm>
                <a:off x="6245728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2" name="Freeform: Shape 12091">
                <a:extLst>
                  <a:ext uri="{FF2B5EF4-FFF2-40B4-BE49-F238E27FC236}">
                    <a16:creationId xmlns:a16="http://schemas.microsoft.com/office/drawing/2014/main" id="{61571E66-6F50-404B-3DA1-E2F7B7999B2C}"/>
                  </a:ext>
                </a:extLst>
              </p:cNvPr>
              <p:cNvSpPr/>
              <p:nvPr/>
            </p:nvSpPr>
            <p:spPr>
              <a:xfrm>
                <a:off x="6245728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3" name="Freeform: Shape 12092">
                <a:extLst>
                  <a:ext uri="{FF2B5EF4-FFF2-40B4-BE49-F238E27FC236}">
                    <a16:creationId xmlns:a16="http://schemas.microsoft.com/office/drawing/2014/main" id="{ED9197DC-BE71-F5AD-2A4A-492AF02F4580}"/>
                  </a:ext>
                </a:extLst>
              </p:cNvPr>
              <p:cNvSpPr/>
              <p:nvPr/>
            </p:nvSpPr>
            <p:spPr>
              <a:xfrm>
                <a:off x="6245728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4" name="Freeform: Shape 12093">
                <a:extLst>
                  <a:ext uri="{FF2B5EF4-FFF2-40B4-BE49-F238E27FC236}">
                    <a16:creationId xmlns:a16="http://schemas.microsoft.com/office/drawing/2014/main" id="{583CB9A3-1907-1919-E1C5-61A566B994B2}"/>
                  </a:ext>
                </a:extLst>
              </p:cNvPr>
              <p:cNvSpPr/>
              <p:nvPr/>
            </p:nvSpPr>
            <p:spPr>
              <a:xfrm>
                <a:off x="6245728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5" name="Freeform: Shape 12094">
                <a:extLst>
                  <a:ext uri="{FF2B5EF4-FFF2-40B4-BE49-F238E27FC236}">
                    <a16:creationId xmlns:a16="http://schemas.microsoft.com/office/drawing/2014/main" id="{82891018-E756-BF5F-7AE4-CC6CCA75FB50}"/>
                  </a:ext>
                </a:extLst>
              </p:cNvPr>
              <p:cNvSpPr/>
              <p:nvPr/>
            </p:nvSpPr>
            <p:spPr>
              <a:xfrm>
                <a:off x="6245728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6" name="Freeform: Shape 12095">
                <a:extLst>
                  <a:ext uri="{FF2B5EF4-FFF2-40B4-BE49-F238E27FC236}">
                    <a16:creationId xmlns:a16="http://schemas.microsoft.com/office/drawing/2014/main" id="{F5614AB1-D900-C0B4-8FD4-FF0837F1D69F}"/>
                  </a:ext>
                </a:extLst>
              </p:cNvPr>
              <p:cNvSpPr/>
              <p:nvPr/>
            </p:nvSpPr>
            <p:spPr>
              <a:xfrm>
                <a:off x="6245728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7" name="Freeform: Shape 12096">
                <a:extLst>
                  <a:ext uri="{FF2B5EF4-FFF2-40B4-BE49-F238E27FC236}">
                    <a16:creationId xmlns:a16="http://schemas.microsoft.com/office/drawing/2014/main" id="{894B34EA-B946-5F8C-7774-724588C5F6A1}"/>
                  </a:ext>
                </a:extLst>
              </p:cNvPr>
              <p:cNvSpPr/>
              <p:nvPr/>
            </p:nvSpPr>
            <p:spPr>
              <a:xfrm>
                <a:off x="6245728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8" name="Freeform: Shape 12097">
                <a:extLst>
                  <a:ext uri="{FF2B5EF4-FFF2-40B4-BE49-F238E27FC236}">
                    <a16:creationId xmlns:a16="http://schemas.microsoft.com/office/drawing/2014/main" id="{DD69144C-7738-5710-F817-69451B077D34}"/>
                  </a:ext>
                </a:extLst>
              </p:cNvPr>
              <p:cNvSpPr/>
              <p:nvPr/>
            </p:nvSpPr>
            <p:spPr>
              <a:xfrm>
                <a:off x="6245728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099" name="Freeform: Shape 12098">
                <a:extLst>
                  <a:ext uri="{FF2B5EF4-FFF2-40B4-BE49-F238E27FC236}">
                    <a16:creationId xmlns:a16="http://schemas.microsoft.com/office/drawing/2014/main" id="{D13CCE6B-7C3A-AC2F-A6C5-42B97FFA44B9}"/>
                  </a:ext>
                </a:extLst>
              </p:cNvPr>
              <p:cNvSpPr/>
              <p:nvPr/>
            </p:nvSpPr>
            <p:spPr>
              <a:xfrm>
                <a:off x="6245728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0" name="Freeform: Shape 12099">
                <a:extLst>
                  <a:ext uri="{FF2B5EF4-FFF2-40B4-BE49-F238E27FC236}">
                    <a16:creationId xmlns:a16="http://schemas.microsoft.com/office/drawing/2014/main" id="{29732B2E-2F87-2D57-2223-6C0CC7BC41B5}"/>
                  </a:ext>
                </a:extLst>
              </p:cNvPr>
              <p:cNvSpPr/>
              <p:nvPr/>
            </p:nvSpPr>
            <p:spPr>
              <a:xfrm>
                <a:off x="6245728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1" name="Freeform: Shape 12100">
                <a:extLst>
                  <a:ext uri="{FF2B5EF4-FFF2-40B4-BE49-F238E27FC236}">
                    <a16:creationId xmlns:a16="http://schemas.microsoft.com/office/drawing/2014/main" id="{3ED214F2-FA22-53D4-4731-E60289AD8905}"/>
                  </a:ext>
                </a:extLst>
              </p:cNvPr>
              <p:cNvSpPr/>
              <p:nvPr/>
            </p:nvSpPr>
            <p:spPr>
              <a:xfrm>
                <a:off x="6245728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6 w 28396"/>
                  <a:gd name="csY1" fmla="*/ 37076 h 37075"/>
                  <a:gd name="csX2" fmla="*/ 28396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9F9F9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2" name="Freeform: Shape 12101">
                <a:extLst>
                  <a:ext uri="{FF2B5EF4-FFF2-40B4-BE49-F238E27FC236}">
                    <a16:creationId xmlns:a16="http://schemas.microsoft.com/office/drawing/2014/main" id="{84306F80-48BA-B8DF-B854-59BC155B8EC4}"/>
                  </a:ext>
                </a:extLst>
              </p:cNvPr>
              <p:cNvSpPr/>
              <p:nvPr/>
            </p:nvSpPr>
            <p:spPr>
              <a:xfrm>
                <a:off x="6245728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3" name="Freeform: Shape 12102">
                <a:extLst>
                  <a:ext uri="{FF2B5EF4-FFF2-40B4-BE49-F238E27FC236}">
                    <a16:creationId xmlns:a16="http://schemas.microsoft.com/office/drawing/2014/main" id="{FD15C0E4-A6EF-5FEC-B050-72D888CCA4AD}"/>
                  </a:ext>
                </a:extLst>
              </p:cNvPr>
              <p:cNvSpPr/>
              <p:nvPr/>
            </p:nvSpPr>
            <p:spPr>
              <a:xfrm>
                <a:off x="6245728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4" name="Freeform: Shape 12103">
                <a:extLst>
                  <a:ext uri="{FF2B5EF4-FFF2-40B4-BE49-F238E27FC236}">
                    <a16:creationId xmlns:a16="http://schemas.microsoft.com/office/drawing/2014/main" id="{02BA1AB9-A896-F634-D138-51AD31F3B354}"/>
                  </a:ext>
                </a:extLst>
              </p:cNvPr>
              <p:cNvSpPr/>
              <p:nvPr/>
            </p:nvSpPr>
            <p:spPr>
              <a:xfrm>
                <a:off x="6245728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5" name="Freeform: Shape 12104">
                <a:extLst>
                  <a:ext uri="{FF2B5EF4-FFF2-40B4-BE49-F238E27FC236}">
                    <a16:creationId xmlns:a16="http://schemas.microsoft.com/office/drawing/2014/main" id="{59FCEC8C-4D23-B21B-CF07-4460DA69B0CA}"/>
                  </a:ext>
                </a:extLst>
              </p:cNvPr>
              <p:cNvSpPr/>
              <p:nvPr/>
            </p:nvSpPr>
            <p:spPr>
              <a:xfrm>
                <a:off x="6245728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6" name="Freeform: Shape 12105">
                <a:extLst>
                  <a:ext uri="{FF2B5EF4-FFF2-40B4-BE49-F238E27FC236}">
                    <a16:creationId xmlns:a16="http://schemas.microsoft.com/office/drawing/2014/main" id="{5F73EE72-C66B-35D2-F1BF-7EFD46155A5C}"/>
                  </a:ext>
                </a:extLst>
              </p:cNvPr>
              <p:cNvSpPr/>
              <p:nvPr/>
            </p:nvSpPr>
            <p:spPr>
              <a:xfrm>
                <a:off x="6245728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7" name="Freeform: Shape 12106">
                <a:extLst>
                  <a:ext uri="{FF2B5EF4-FFF2-40B4-BE49-F238E27FC236}">
                    <a16:creationId xmlns:a16="http://schemas.microsoft.com/office/drawing/2014/main" id="{29F1CC96-E748-2E06-B43B-C4F6428AE824}"/>
                  </a:ext>
                </a:extLst>
              </p:cNvPr>
              <p:cNvSpPr/>
              <p:nvPr/>
            </p:nvSpPr>
            <p:spPr>
              <a:xfrm>
                <a:off x="6245728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8" name="Freeform: Shape 12107">
                <a:extLst>
                  <a:ext uri="{FF2B5EF4-FFF2-40B4-BE49-F238E27FC236}">
                    <a16:creationId xmlns:a16="http://schemas.microsoft.com/office/drawing/2014/main" id="{09A04074-198C-8582-7A7D-1DE614D93784}"/>
                  </a:ext>
                </a:extLst>
              </p:cNvPr>
              <p:cNvSpPr/>
              <p:nvPr/>
            </p:nvSpPr>
            <p:spPr>
              <a:xfrm>
                <a:off x="6245728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09" name="Freeform: Shape 12108">
                <a:extLst>
                  <a:ext uri="{FF2B5EF4-FFF2-40B4-BE49-F238E27FC236}">
                    <a16:creationId xmlns:a16="http://schemas.microsoft.com/office/drawing/2014/main" id="{C5BCB6DC-C099-C62C-87A5-9C445B4A9EC9}"/>
                  </a:ext>
                </a:extLst>
              </p:cNvPr>
              <p:cNvSpPr/>
              <p:nvPr/>
            </p:nvSpPr>
            <p:spPr>
              <a:xfrm>
                <a:off x="6245728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0" name="Freeform: Shape 12109">
                <a:extLst>
                  <a:ext uri="{FF2B5EF4-FFF2-40B4-BE49-F238E27FC236}">
                    <a16:creationId xmlns:a16="http://schemas.microsoft.com/office/drawing/2014/main" id="{62A8B81C-8894-384A-6753-D247053707F7}"/>
                  </a:ext>
                </a:extLst>
              </p:cNvPr>
              <p:cNvSpPr/>
              <p:nvPr/>
            </p:nvSpPr>
            <p:spPr>
              <a:xfrm>
                <a:off x="6245728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0A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1" name="Freeform: Shape 12110">
                <a:extLst>
                  <a:ext uri="{FF2B5EF4-FFF2-40B4-BE49-F238E27FC236}">
                    <a16:creationId xmlns:a16="http://schemas.microsoft.com/office/drawing/2014/main" id="{78F56054-0ADB-CB8D-BDB0-B683042AC8F0}"/>
                  </a:ext>
                </a:extLst>
              </p:cNvPr>
              <p:cNvSpPr/>
              <p:nvPr/>
            </p:nvSpPr>
            <p:spPr>
              <a:xfrm>
                <a:off x="6245728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2" name="Freeform: Shape 12111">
                <a:extLst>
                  <a:ext uri="{FF2B5EF4-FFF2-40B4-BE49-F238E27FC236}">
                    <a16:creationId xmlns:a16="http://schemas.microsoft.com/office/drawing/2014/main" id="{4AF0DA0B-3496-A2F5-EBB9-D227036F97D8}"/>
                  </a:ext>
                </a:extLst>
              </p:cNvPr>
              <p:cNvSpPr/>
              <p:nvPr/>
            </p:nvSpPr>
            <p:spPr>
              <a:xfrm>
                <a:off x="6245728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3" name="Freeform: Shape 12112">
                <a:extLst>
                  <a:ext uri="{FF2B5EF4-FFF2-40B4-BE49-F238E27FC236}">
                    <a16:creationId xmlns:a16="http://schemas.microsoft.com/office/drawing/2014/main" id="{778BD659-6381-5B40-214B-DD1750924651}"/>
                  </a:ext>
                </a:extLst>
              </p:cNvPr>
              <p:cNvSpPr/>
              <p:nvPr/>
            </p:nvSpPr>
            <p:spPr>
              <a:xfrm>
                <a:off x="6245728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4" name="Freeform: Shape 12113">
                <a:extLst>
                  <a:ext uri="{FF2B5EF4-FFF2-40B4-BE49-F238E27FC236}">
                    <a16:creationId xmlns:a16="http://schemas.microsoft.com/office/drawing/2014/main" id="{2810193A-B5B1-C289-E833-B3B705E6C706}"/>
                  </a:ext>
                </a:extLst>
              </p:cNvPr>
              <p:cNvSpPr/>
              <p:nvPr/>
            </p:nvSpPr>
            <p:spPr>
              <a:xfrm>
                <a:off x="6245728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5" name="Freeform: Shape 12114">
                <a:extLst>
                  <a:ext uri="{FF2B5EF4-FFF2-40B4-BE49-F238E27FC236}">
                    <a16:creationId xmlns:a16="http://schemas.microsoft.com/office/drawing/2014/main" id="{580C5EFF-F20C-8FB8-1195-5D8B7489577A}"/>
                  </a:ext>
                </a:extLst>
              </p:cNvPr>
              <p:cNvSpPr/>
              <p:nvPr/>
            </p:nvSpPr>
            <p:spPr>
              <a:xfrm>
                <a:off x="6245728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6" name="Freeform: Shape 12115">
                <a:extLst>
                  <a:ext uri="{FF2B5EF4-FFF2-40B4-BE49-F238E27FC236}">
                    <a16:creationId xmlns:a16="http://schemas.microsoft.com/office/drawing/2014/main" id="{6B68A322-DADA-DF26-00B1-CC689D286345}"/>
                  </a:ext>
                </a:extLst>
              </p:cNvPr>
              <p:cNvSpPr/>
              <p:nvPr/>
            </p:nvSpPr>
            <p:spPr>
              <a:xfrm>
                <a:off x="6245728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6 w 28396"/>
                  <a:gd name="csY1" fmla="*/ 37076 h 37076"/>
                  <a:gd name="csX2" fmla="*/ 28396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6" y="37076"/>
                    </a:lnTo>
                    <a:lnTo>
                      <a:pt x="28396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E5E5E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7" name="Freeform: Shape 12116">
                <a:extLst>
                  <a:ext uri="{FF2B5EF4-FFF2-40B4-BE49-F238E27FC236}">
                    <a16:creationId xmlns:a16="http://schemas.microsoft.com/office/drawing/2014/main" id="{7A455EBD-2998-14D9-4CB3-433793332DD7}"/>
                  </a:ext>
                </a:extLst>
              </p:cNvPr>
              <p:cNvSpPr/>
              <p:nvPr/>
            </p:nvSpPr>
            <p:spPr>
              <a:xfrm>
                <a:off x="6308042" y="2725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8" name="Freeform: Shape 12117">
                <a:extLst>
                  <a:ext uri="{FF2B5EF4-FFF2-40B4-BE49-F238E27FC236}">
                    <a16:creationId xmlns:a16="http://schemas.microsoft.com/office/drawing/2014/main" id="{3EAA9C03-482B-D812-1DD7-2A2B1CABE401}"/>
                  </a:ext>
                </a:extLst>
              </p:cNvPr>
              <p:cNvSpPr/>
              <p:nvPr/>
            </p:nvSpPr>
            <p:spPr>
              <a:xfrm>
                <a:off x="6308042" y="35335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19" name="Freeform: Shape 12118">
                <a:extLst>
                  <a:ext uri="{FF2B5EF4-FFF2-40B4-BE49-F238E27FC236}">
                    <a16:creationId xmlns:a16="http://schemas.microsoft.com/office/drawing/2014/main" id="{052F7A7F-87F7-E02A-7BA7-EFEE436DAE73}"/>
                  </a:ext>
                </a:extLst>
              </p:cNvPr>
              <p:cNvSpPr/>
              <p:nvPr/>
            </p:nvSpPr>
            <p:spPr>
              <a:xfrm>
                <a:off x="6308042" y="43420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F5E4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0" name="Freeform: Shape 12119">
                <a:extLst>
                  <a:ext uri="{FF2B5EF4-FFF2-40B4-BE49-F238E27FC236}">
                    <a16:creationId xmlns:a16="http://schemas.microsoft.com/office/drawing/2014/main" id="{6CD09DD2-316C-8E75-6D48-429C6AC92ACA}"/>
                  </a:ext>
                </a:extLst>
              </p:cNvPr>
              <p:cNvSpPr/>
              <p:nvPr/>
            </p:nvSpPr>
            <p:spPr>
              <a:xfrm>
                <a:off x="6308042" y="51513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1" name="Freeform: Shape 12120">
                <a:extLst>
                  <a:ext uri="{FF2B5EF4-FFF2-40B4-BE49-F238E27FC236}">
                    <a16:creationId xmlns:a16="http://schemas.microsoft.com/office/drawing/2014/main" id="{327B97F1-3F2B-7F1D-89A9-A07837939A85}"/>
                  </a:ext>
                </a:extLst>
              </p:cNvPr>
              <p:cNvSpPr/>
              <p:nvPr/>
            </p:nvSpPr>
            <p:spPr>
              <a:xfrm>
                <a:off x="6308042" y="59598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2" name="Freeform: Shape 12121">
                <a:extLst>
                  <a:ext uri="{FF2B5EF4-FFF2-40B4-BE49-F238E27FC236}">
                    <a16:creationId xmlns:a16="http://schemas.microsoft.com/office/drawing/2014/main" id="{7486B8D8-584F-0413-650F-7766A8FC13B6}"/>
                  </a:ext>
                </a:extLst>
              </p:cNvPr>
              <p:cNvSpPr/>
              <p:nvPr/>
            </p:nvSpPr>
            <p:spPr>
              <a:xfrm>
                <a:off x="6308042" y="67691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3" name="Freeform: Shape 12122">
                <a:extLst>
                  <a:ext uri="{FF2B5EF4-FFF2-40B4-BE49-F238E27FC236}">
                    <a16:creationId xmlns:a16="http://schemas.microsoft.com/office/drawing/2014/main" id="{C4DC5FD4-9107-72D8-CAA0-9257434A84D3}"/>
                  </a:ext>
                </a:extLst>
              </p:cNvPr>
              <p:cNvSpPr/>
              <p:nvPr/>
            </p:nvSpPr>
            <p:spPr>
              <a:xfrm>
                <a:off x="6308042" y="75776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4" name="Freeform: Shape 12123">
                <a:extLst>
                  <a:ext uri="{FF2B5EF4-FFF2-40B4-BE49-F238E27FC236}">
                    <a16:creationId xmlns:a16="http://schemas.microsoft.com/office/drawing/2014/main" id="{9769C15A-90A5-2403-53D5-1413090C5FBE}"/>
                  </a:ext>
                </a:extLst>
              </p:cNvPr>
              <p:cNvSpPr/>
              <p:nvPr/>
            </p:nvSpPr>
            <p:spPr>
              <a:xfrm>
                <a:off x="6308042" y="83869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5" name="Freeform: Shape 12124">
                <a:extLst>
                  <a:ext uri="{FF2B5EF4-FFF2-40B4-BE49-F238E27FC236}">
                    <a16:creationId xmlns:a16="http://schemas.microsoft.com/office/drawing/2014/main" id="{C5BD747B-74A5-1093-8E78-2AF1628C42E6}"/>
                  </a:ext>
                </a:extLst>
              </p:cNvPr>
              <p:cNvSpPr/>
              <p:nvPr/>
            </p:nvSpPr>
            <p:spPr>
              <a:xfrm>
                <a:off x="6308042" y="91954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6" name="Freeform: Shape 12125">
                <a:extLst>
                  <a:ext uri="{FF2B5EF4-FFF2-40B4-BE49-F238E27FC236}">
                    <a16:creationId xmlns:a16="http://schemas.microsoft.com/office/drawing/2014/main" id="{D6B640C6-D602-45C4-B3F5-9B0D4D9E0571}"/>
                  </a:ext>
                </a:extLst>
              </p:cNvPr>
              <p:cNvSpPr/>
              <p:nvPr/>
            </p:nvSpPr>
            <p:spPr>
              <a:xfrm>
                <a:off x="6308042" y="100046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7" name="Freeform: Shape 12126">
                <a:extLst>
                  <a:ext uri="{FF2B5EF4-FFF2-40B4-BE49-F238E27FC236}">
                    <a16:creationId xmlns:a16="http://schemas.microsoft.com/office/drawing/2014/main" id="{154B5220-1B63-B3F9-1F42-6BD34D5D5720}"/>
                  </a:ext>
                </a:extLst>
              </p:cNvPr>
              <p:cNvSpPr/>
              <p:nvPr/>
            </p:nvSpPr>
            <p:spPr>
              <a:xfrm>
                <a:off x="6308042" y="108131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1F1F1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8" name="Freeform: Shape 12127">
                <a:extLst>
                  <a:ext uri="{FF2B5EF4-FFF2-40B4-BE49-F238E27FC236}">
                    <a16:creationId xmlns:a16="http://schemas.microsoft.com/office/drawing/2014/main" id="{1BF7150E-C9AE-5C5F-1BDC-9AFAC2C45C37}"/>
                  </a:ext>
                </a:extLst>
              </p:cNvPr>
              <p:cNvSpPr/>
              <p:nvPr/>
            </p:nvSpPr>
            <p:spPr>
              <a:xfrm>
                <a:off x="6308042" y="1162245"/>
                <a:ext cx="62314" cy="80925"/>
              </a:xfrm>
              <a:custGeom>
                <a:avLst/>
                <a:gdLst>
                  <a:gd name="csX0" fmla="*/ 0 w 28396"/>
                  <a:gd name="csY0" fmla="*/ 37076 h 37075"/>
                  <a:gd name="csX1" fmla="*/ 28397 w 28396"/>
                  <a:gd name="csY1" fmla="*/ 37076 h 37075"/>
                  <a:gd name="csX2" fmla="*/ 28397 w 28396"/>
                  <a:gd name="csY2" fmla="*/ 0 h 37075"/>
                  <a:gd name="csX3" fmla="*/ 0 w 28396"/>
                  <a:gd name="csY3" fmla="*/ 0 h 37075"/>
                  <a:gd name="csX4" fmla="*/ 0 w 28396"/>
                  <a:gd name="csY4" fmla="*/ 37076 h 37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5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5B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29" name="Freeform: Shape 12128">
                <a:extLst>
                  <a:ext uri="{FF2B5EF4-FFF2-40B4-BE49-F238E27FC236}">
                    <a16:creationId xmlns:a16="http://schemas.microsoft.com/office/drawing/2014/main" id="{CA65F18B-8B97-5F23-4918-105FADC6829E}"/>
                  </a:ext>
                </a:extLst>
              </p:cNvPr>
              <p:cNvSpPr/>
              <p:nvPr/>
            </p:nvSpPr>
            <p:spPr>
              <a:xfrm>
                <a:off x="6308042" y="124309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0" name="Freeform: Shape 12129">
                <a:extLst>
                  <a:ext uri="{FF2B5EF4-FFF2-40B4-BE49-F238E27FC236}">
                    <a16:creationId xmlns:a16="http://schemas.microsoft.com/office/drawing/2014/main" id="{7D63CFBD-22DB-78AC-FDE0-B4EBD25C608A}"/>
                  </a:ext>
                </a:extLst>
              </p:cNvPr>
              <p:cNvSpPr/>
              <p:nvPr/>
            </p:nvSpPr>
            <p:spPr>
              <a:xfrm>
                <a:off x="6308042" y="132394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1" name="Freeform: Shape 12130">
                <a:extLst>
                  <a:ext uri="{FF2B5EF4-FFF2-40B4-BE49-F238E27FC236}">
                    <a16:creationId xmlns:a16="http://schemas.microsoft.com/office/drawing/2014/main" id="{251BE2B6-D47B-3F09-489A-C52E64FFE7A9}"/>
                  </a:ext>
                </a:extLst>
              </p:cNvPr>
              <p:cNvSpPr/>
              <p:nvPr/>
            </p:nvSpPr>
            <p:spPr>
              <a:xfrm>
                <a:off x="6308042" y="140487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2" name="Freeform: Shape 12131">
                <a:extLst>
                  <a:ext uri="{FF2B5EF4-FFF2-40B4-BE49-F238E27FC236}">
                    <a16:creationId xmlns:a16="http://schemas.microsoft.com/office/drawing/2014/main" id="{4D762972-660C-92FF-047C-DC84E18BB7C8}"/>
                  </a:ext>
                </a:extLst>
              </p:cNvPr>
              <p:cNvSpPr/>
              <p:nvPr/>
            </p:nvSpPr>
            <p:spPr>
              <a:xfrm>
                <a:off x="6308042" y="148572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3" name="Freeform: Shape 12132">
                <a:extLst>
                  <a:ext uri="{FF2B5EF4-FFF2-40B4-BE49-F238E27FC236}">
                    <a16:creationId xmlns:a16="http://schemas.microsoft.com/office/drawing/2014/main" id="{BBF8BF11-BCBE-FD58-29B7-B8FDB023D840}"/>
                  </a:ext>
                </a:extLst>
              </p:cNvPr>
              <p:cNvSpPr/>
              <p:nvPr/>
            </p:nvSpPr>
            <p:spPr>
              <a:xfrm>
                <a:off x="6308042" y="1566651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4" name="Freeform: Shape 12133">
                <a:extLst>
                  <a:ext uri="{FF2B5EF4-FFF2-40B4-BE49-F238E27FC236}">
                    <a16:creationId xmlns:a16="http://schemas.microsoft.com/office/drawing/2014/main" id="{BD3D1BB7-B3D6-4ED5-DFDC-41BCD9B8036B}"/>
                  </a:ext>
                </a:extLst>
              </p:cNvPr>
              <p:cNvSpPr/>
              <p:nvPr/>
            </p:nvSpPr>
            <p:spPr>
              <a:xfrm>
                <a:off x="6308042" y="164750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5" name="Freeform: Shape 12134">
                <a:extLst>
                  <a:ext uri="{FF2B5EF4-FFF2-40B4-BE49-F238E27FC236}">
                    <a16:creationId xmlns:a16="http://schemas.microsoft.com/office/drawing/2014/main" id="{3E285AD3-B443-A20D-B176-7548A22B4880}"/>
                  </a:ext>
                </a:extLst>
              </p:cNvPr>
              <p:cNvSpPr/>
              <p:nvPr/>
            </p:nvSpPr>
            <p:spPr>
              <a:xfrm>
                <a:off x="6308042" y="1728349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DFDF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6" name="Freeform: Shape 12135">
                <a:extLst>
                  <a:ext uri="{FF2B5EF4-FFF2-40B4-BE49-F238E27FC236}">
                    <a16:creationId xmlns:a16="http://schemas.microsoft.com/office/drawing/2014/main" id="{2A8C1074-7647-5C0F-9345-AB5158267018}"/>
                  </a:ext>
                </a:extLst>
              </p:cNvPr>
              <p:cNvSpPr/>
              <p:nvPr/>
            </p:nvSpPr>
            <p:spPr>
              <a:xfrm>
                <a:off x="6308042" y="1809277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7" name="Freeform: Shape 12136">
                <a:extLst>
                  <a:ext uri="{FF2B5EF4-FFF2-40B4-BE49-F238E27FC236}">
                    <a16:creationId xmlns:a16="http://schemas.microsoft.com/office/drawing/2014/main" id="{822D3520-EABA-11BD-7B92-C93B47B21694}"/>
                  </a:ext>
                </a:extLst>
              </p:cNvPr>
              <p:cNvSpPr/>
              <p:nvPr/>
            </p:nvSpPr>
            <p:spPr>
              <a:xfrm>
                <a:off x="6308042" y="1890128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5000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8" name="Freeform: Shape 12137">
                <a:extLst>
                  <a:ext uri="{FF2B5EF4-FFF2-40B4-BE49-F238E27FC236}">
                    <a16:creationId xmlns:a16="http://schemas.microsoft.com/office/drawing/2014/main" id="{D69433B4-C7AD-886E-E036-83FF1FD19B75}"/>
                  </a:ext>
                </a:extLst>
              </p:cNvPr>
              <p:cNvSpPr/>
              <p:nvPr/>
            </p:nvSpPr>
            <p:spPr>
              <a:xfrm>
                <a:off x="6308042" y="1971056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EAC5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39" name="Freeform: Shape 12138">
                <a:extLst>
                  <a:ext uri="{FF2B5EF4-FFF2-40B4-BE49-F238E27FC236}">
                    <a16:creationId xmlns:a16="http://schemas.microsoft.com/office/drawing/2014/main" id="{E972403F-007F-1FA0-A9DB-6CF1DC156389}"/>
                  </a:ext>
                </a:extLst>
              </p:cNvPr>
              <p:cNvSpPr/>
              <p:nvPr/>
            </p:nvSpPr>
            <p:spPr>
              <a:xfrm>
                <a:off x="6308042" y="2051905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0" name="Freeform: Shape 12139">
                <a:extLst>
                  <a:ext uri="{FF2B5EF4-FFF2-40B4-BE49-F238E27FC236}">
                    <a16:creationId xmlns:a16="http://schemas.microsoft.com/office/drawing/2014/main" id="{27CED064-C9DC-7583-4E1B-53DA08FD8EE5}"/>
                  </a:ext>
                </a:extLst>
              </p:cNvPr>
              <p:cNvSpPr/>
              <p:nvPr/>
            </p:nvSpPr>
            <p:spPr>
              <a:xfrm>
                <a:off x="6308042" y="2132754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1" name="Freeform: Shape 12140">
                <a:extLst>
                  <a:ext uri="{FF2B5EF4-FFF2-40B4-BE49-F238E27FC236}">
                    <a16:creationId xmlns:a16="http://schemas.microsoft.com/office/drawing/2014/main" id="{DB524FE2-9A6B-A973-4963-43DE256A47DF}"/>
                  </a:ext>
                </a:extLst>
              </p:cNvPr>
              <p:cNvSpPr/>
              <p:nvPr/>
            </p:nvSpPr>
            <p:spPr>
              <a:xfrm>
                <a:off x="6308042" y="2213683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FFDA96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2" name="Freeform: Shape 12141">
                <a:extLst>
                  <a:ext uri="{FF2B5EF4-FFF2-40B4-BE49-F238E27FC236}">
                    <a16:creationId xmlns:a16="http://schemas.microsoft.com/office/drawing/2014/main" id="{5BD58177-39F4-89A5-812A-F25695E992B4}"/>
                  </a:ext>
                </a:extLst>
              </p:cNvPr>
              <p:cNvSpPr/>
              <p:nvPr/>
            </p:nvSpPr>
            <p:spPr>
              <a:xfrm>
                <a:off x="6308042" y="2294532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3" name="Freeform: Shape 12142">
                <a:extLst>
                  <a:ext uri="{FF2B5EF4-FFF2-40B4-BE49-F238E27FC236}">
                    <a16:creationId xmlns:a16="http://schemas.microsoft.com/office/drawing/2014/main" id="{A15231E3-58DE-97B6-290E-3A8F72F51CC4}"/>
                  </a:ext>
                </a:extLst>
              </p:cNvPr>
              <p:cNvSpPr/>
              <p:nvPr/>
            </p:nvSpPr>
            <p:spPr>
              <a:xfrm>
                <a:off x="6308042" y="2375460"/>
                <a:ext cx="62314" cy="80928"/>
              </a:xfrm>
              <a:custGeom>
                <a:avLst/>
                <a:gdLst>
                  <a:gd name="csX0" fmla="*/ 0 w 28396"/>
                  <a:gd name="csY0" fmla="*/ 37076 h 37076"/>
                  <a:gd name="csX1" fmla="*/ 28397 w 28396"/>
                  <a:gd name="csY1" fmla="*/ 37076 h 37076"/>
                  <a:gd name="csX2" fmla="*/ 28397 w 28396"/>
                  <a:gd name="csY2" fmla="*/ 0 h 37076"/>
                  <a:gd name="csX3" fmla="*/ 0 w 28396"/>
                  <a:gd name="csY3" fmla="*/ 0 h 37076"/>
                  <a:gd name="csX4" fmla="*/ 0 w 28396"/>
                  <a:gd name="csY4" fmla="*/ 37076 h 37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396" h="37076">
                    <a:moveTo>
                      <a:pt x="0" y="37076"/>
                    </a:moveTo>
                    <a:lnTo>
                      <a:pt x="28397" y="37076"/>
                    </a:lnTo>
                    <a:lnTo>
                      <a:pt x="28397" y="0"/>
                    </a:lnTo>
                    <a:lnTo>
                      <a:pt x="0" y="0"/>
                    </a:lnTo>
                    <a:lnTo>
                      <a:pt x="0" y="37076"/>
                    </a:lnTo>
                    <a:close/>
                  </a:path>
                </a:pathLst>
              </a:custGeom>
              <a:solidFill>
                <a:srgbClr val="DDDDDD"/>
              </a:solidFill>
              <a:ln w="2679" cap="rnd">
                <a:solidFill>
                  <a:srgbClr val="99999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5" name="Freeform: Shape 12144">
                <a:extLst>
                  <a:ext uri="{FF2B5EF4-FFF2-40B4-BE49-F238E27FC236}">
                    <a16:creationId xmlns:a16="http://schemas.microsoft.com/office/drawing/2014/main" id="{5E199F5D-C77D-0D73-6AA4-CA8F9B46929F}"/>
                  </a:ext>
                </a:extLst>
              </p:cNvPr>
              <p:cNvSpPr/>
              <p:nvPr/>
            </p:nvSpPr>
            <p:spPr>
              <a:xfrm>
                <a:off x="3138982" y="2519227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6" name="Freeform: Shape 12145">
                <a:extLst>
                  <a:ext uri="{FF2B5EF4-FFF2-40B4-BE49-F238E27FC236}">
                    <a16:creationId xmlns:a16="http://schemas.microsoft.com/office/drawing/2014/main" id="{41532E0D-4181-41F3-9254-19F2F4F01BB8}"/>
                  </a:ext>
                </a:extLst>
              </p:cNvPr>
              <p:cNvSpPr/>
              <p:nvPr/>
            </p:nvSpPr>
            <p:spPr>
              <a:xfrm>
                <a:off x="3153327" y="2480479"/>
                <a:ext cx="42641" cy="35162"/>
              </a:xfrm>
              <a:custGeom>
                <a:avLst/>
                <a:gdLst>
                  <a:gd name="csX0" fmla="*/ 12252 w 19431"/>
                  <a:gd name="csY0" fmla="*/ 3072 h 16109"/>
                  <a:gd name="csX1" fmla="*/ 12644 w 19431"/>
                  <a:gd name="csY1" fmla="*/ 0 h 16109"/>
                  <a:gd name="csX2" fmla="*/ 17645 w 19431"/>
                  <a:gd name="csY2" fmla="*/ 2572 h 16109"/>
                  <a:gd name="csX3" fmla="*/ 19431 w 19431"/>
                  <a:gd name="csY3" fmla="*/ 7680 h 16109"/>
                  <a:gd name="csX4" fmla="*/ 16931 w 19431"/>
                  <a:gd name="csY4" fmla="*/ 13788 h 16109"/>
                  <a:gd name="csX5" fmla="*/ 9787 w 19431"/>
                  <a:gd name="csY5" fmla="*/ 16109 h 16109"/>
                  <a:gd name="csX6" fmla="*/ 4536 w 19431"/>
                  <a:gd name="csY6" fmla="*/ 15109 h 16109"/>
                  <a:gd name="csX7" fmla="*/ 1143 w 19431"/>
                  <a:gd name="csY7" fmla="*/ 12073 h 16109"/>
                  <a:gd name="csX8" fmla="*/ 0 w 19431"/>
                  <a:gd name="csY8" fmla="*/ 7644 h 16109"/>
                  <a:gd name="csX9" fmla="*/ 1536 w 19431"/>
                  <a:gd name="csY9" fmla="*/ 2715 h 16109"/>
                  <a:gd name="csX10" fmla="*/ 5858 w 19431"/>
                  <a:gd name="csY10" fmla="*/ 250 h 16109"/>
                  <a:gd name="csX11" fmla="*/ 6322 w 19431"/>
                  <a:gd name="csY11" fmla="*/ 3322 h 16109"/>
                  <a:gd name="csX12" fmla="*/ 3500 w 19431"/>
                  <a:gd name="csY12" fmla="*/ 4858 h 16109"/>
                  <a:gd name="csX13" fmla="*/ 2572 w 19431"/>
                  <a:gd name="csY13" fmla="*/ 7537 h 16109"/>
                  <a:gd name="csX14" fmla="*/ 4251 w 19431"/>
                  <a:gd name="csY14" fmla="*/ 11394 h 16109"/>
                  <a:gd name="csX15" fmla="*/ 9644 w 19431"/>
                  <a:gd name="csY15" fmla="*/ 12895 h 16109"/>
                  <a:gd name="csX16" fmla="*/ 15073 w 19431"/>
                  <a:gd name="csY16" fmla="*/ 11466 h 16109"/>
                  <a:gd name="csX17" fmla="*/ 16752 w 19431"/>
                  <a:gd name="csY17" fmla="*/ 7751 h 16109"/>
                  <a:gd name="csX18" fmla="*/ 15609 w 19431"/>
                  <a:gd name="csY18" fmla="*/ 4679 h 16109"/>
                  <a:gd name="csX19" fmla="*/ 12109 w 19431"/>
                  <a:gd name="csY19" fmla="*/ 3108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19431" h="16109">
                    <a:moveTo>
                      <a:pt x="12252" y="3072"/>
                    </a:moveTo>
                    <a:lnTo>
                      <a:pt x="12644" y="0"/>
                    </a:lnTo>
                    <a:cubicBezTo>
                      <a:pt x="14752" y="322"/>
                      <a:pt x="16431" y="1215"/>
                      <a:pt x="17645" y="2572"/>
                    </a:cubicBezTo>
                    <a:cubicBezTo>
                      <a:pt x="18859" y="3965"/>
                      <a:pt x="19431" y="5679"/>
                      <a:pt x="19431" y="7680"/>
                    </a:cubicBezTo>
                    <a:cubicBezTo>
                      <a:pt x="19431" y="10216"/>
                      <a:pt x="18609" y="12252"/>
                      <a:pt x="16931" y="13788"/>
                    </a:cubicBezTo>
                    <a:cubicBezTo>
                      <a:pt x="15288" y="15323"/>
                      <a:pt x="12894" y="16109"/>
                      <a:pt x="9787" y="16109"/>
                    </a:cubicBezTo>
                    <a:cubicBezTo>
                      <a:pt x="7787" y="16109"/>
                      <a:pt x="6036" y="15788"/>
                      <a:pt x="4536" y="15109"/>
                    </a:cubicBezTo>
                    <a:cubicBezTo>
                      <a:pt x="3036" y="14431"/>
                      <a:pt x="1929" y="13430"/>
                      <a:pt x="1143" y="12073"/>
                    </a:cubicBezTo>
                    <a:cubicBezTo>
                      <a:pt x="393" y="10716"/>
                      <a:pt x="0" y="9251"/>
                      <a:pt x="0" y="7644"/>
                    </a:cubicBezTo>
                    <a:cubicBezTo>
                      <a:pt x="0" y="5644"/>
                      <a:pt x="500" y="4000"/>
                      <a:pt x="1536" y="2715"/>
                    </a:cubicBezTo>
                    <a:cubicBezTo>
                      <a:pt x="2572" y="1429"/>
                      <a:pt x="4000" y="607"/>
                      <a:pt x="5858" y="250"/>
                    </a:cubicBezTo>
                    <a:lnTo>
                      <a:pt x="6322" y="3322"/>
                    </a:lnTo>
                    <a:cubicBezTo>
                      <a:pt x="5072" y="3608"/>
                      <a:pt x="4143" y="4108"/>
                      <a:pt x="3500" y="4858"/>
                    </a:cubicBezTo>
                    <a:cubicBezTo>
                      <a:pt x="2857" y="5608"/>
                      <a:pt x="2572" y="6501"/>
                      <a:pt x="2572" y="7537"/>
                    </a:cubicBezTo>
                    <a:cubicBezTo>
                      <a:pt x="2572" y="9144"/>
                      <a:pt x="3143" y="10394"/>
                      <a:pt x="4251" y="11394"/>
                    </a:cubicBezTo>
                    <a:cubicBezTo>
                      <a:pt x="5394" y="12395"/>
                      <a:pt x="7180" y="12895"/>
                      <a:pt x="9644" y="12895"/>
                    </a:cubicBezTo>
                    <a:cubicBezTo>
                      <a:pt x="12109" y="12895"/>
                      <a:pt x="13930" y="12430"/>
                      <a:pt x="15073" y="11466"/>
                    </a:cubicBezTo>
                    <a:cubicBezTo>
                      <a:pt x="16216" y="10501"/>
                      <a:pt x="16752" y="9287"/>
                      <a:pt x="16752" y="7751"/>
                    </a:cubicBezTo>
                    <a:cubicBezTo>
                      <a:pt x="16752" y="6501"/>
                      <a:pt x="16359" y="5501"/>
                      <a:pt x="15609" y="4679"/>
                    </a:cubicBezTo>
                    <a:cubicBezTo>
                      <a:pt x="14859" y="3858"/>
                      <a:pt x="13680" y="3322"/>
                      <a:pt x="12109" y="310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8" name="Freeform: Shape 12147">
                <a:extLst>
                  <a:ext uri="{FF2B5EF4-FFF2-40B4-BE49-F238E27FC236}">
                    <a16:creationId xmlns:a16="http://schemas.microsoft.com/office/drawing/2014/main" id="{B31254E5-BE18-24A2-3925-75C9DEA540AA}"/>
                  </a:ext>
                </a:extLst>
              </p:cNvPr>
              <p:cNvSpPr/>
              <p:nvPr/>
            </p:nvSpPr>
            <p:spPr>
              <a:xfrm>
                <a:off x="3200278" y="2547762"/>
                <a:ext cx="58081" cy="49352"/>
              </a:xfrm>
              <a:custGeom>
                <a:avLst/>
                <a:gdLst>
                  <a:gd name="csX0" fmla="*/ 17074 w 26467"/>
                  <a:gd name="csY0" fmla="*/ 3393 h 22610"/>
                  <a:gd name="csX1" fmla="*/ 17931 w 26467"/>
                  <a:gd name="csY1" fmla="*/ 0 h 22610"/>
                  <a:gd name="csX2" fmla="*/ 24289 w 26467"/>
                  <a:gd name="csY2" fmla="*/ 3822 h 22610"/>
                  <a:gd name="csX3" fmla="*/ 26467 w 26467"/>
                  <a:gd name="csY3" fmla="*/ 10573 h 22610"/>
                  <a:gd name="csX4" fmla="*/ 24789 w 26467"/>
                  <a:gd name="csY4" fmla="*/ 17288 h 22610"/>
                  <a:gd name="csX5" fmla="*/ 19895 w 26467"/>
                  <a:gd name="csY5" fmla="*/ 21253 h 22610"/>
                  <a:gd name="csX6" fmla="*/ 13037 w 26467"/>
                  <a:gd name="csY6" fmla="*/ 22610 h 22610"/>
                  <a:gd name="csX7" fmla="*/ 6072 w 26467"/>
                  <a:gd name="csY7" fmla="*/ 21074 h 22610"/>
                  <a:gd name="csX8" fmla="*/ 1536 w 26467"/>
                  <a:gd name="csY8" fmla="*/ 16752 h 22610"/>
                  <a:gd name="csX9" fmla="*/ 0 w 26467"/>
                  <a:gd name="csY9" fmla="*/ 10537 h 22610"/>
                  <a:gd name="csX10" fmla="*/ 1964 w 26467"/>
                  <a:gd name="csY10" fmla="*/ 4108 h 22610"/>
                  <a:gd name="csX11" fmla="*/ 7465 w 26467"/>
                  <a:gd name="csY11" fmla="*/ 464 h 22610"/>
                  <a:gd name="csX12" fmla="*/ 8251 w 26467"/>
                  <a:gd name="csY12" fmla="*/ 3786 h 22610"/>
                  <a:gd name="csX13" fmla="*/ 4179 w 26467"/>
                  <a:gd name="csY13" fmla="*/ 6394 h 22610"/>
                  <a:gd name="csX14" fmla="*/ 2893 w 26467"/>
                  <a:gd name="csY14" fmla="*/ 10644 h 22610"/>
                  <a:gd name="csX15" fmla="*/ 4286 w 26467"/>
                  <a:gd name="csY15" fmla="*/ 15573 h 22610"/>
                  <a:gd name="csX16" fmla="*/ 8072 w 26467"/>
                  <a:gd name="csY16" fmla="*/ 18359 h 22610"/>
                  <a:gd name="csX17" fmla="*/ 13002 w 26467"/>
                  <a:gd name="csY17" fmla="*/ 19145 h 22610"/>
                  <a:gd name="csX18" fmla="*/ 18681 w 26467"/>
                  <a:gd name="csY18" fmla="*/ 18181 h 22610"/>
                  <a:gd name="csX19" fmla="*/ 22324 w 26467"/>
                  <a:gd name="csY19" fmla="*/ 15216 h 22610"/>
                  <a:gd name="csX20" fmla="*/ 23539 w 26467"/>
                  <a:gd name="csY20" fmla="*/ 10894 h 22610"/>
                  <a:gd name="csX21" fmla="*/ 21896 w 26467"/>
                  <a:gd name="csY21" fmla="*/ 6072 h 22610"/>
                  <a:gd name="csX22" fmla="*/ 17038 w 26467"/>
                  <a:gd name="csY22" fmla="*/ 3393 h 22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26467" h="22610">
                    <a:moveTo>
                      <a:pt x="17074" y="3393"/>
                    </a:moveTo>
                    <a:lnTo>
                      <a:pt x="17931" y="0"/>
                    </a:lnTo>
                    <a:cubicBezTo>
                      <a:pt x="20717" y="714"/>
                      <a:pt x="22824" y="2000"/>
                      <a:pt x="24289" y="3822"/>
                    </a:cubicBezTo>
                    <a:cubicBezTo>
                      <a:pt x="25753" y="5679"/>
                      <a:pt x="26467" y="7894"/>
                      <a:pt x="26467" y="10573"/>
                    </a:cubicBezTo>
                    <a:cubicBezTo>
                      <a:pt x="26467" y="13252"/>
                      <a:pt x="25896" y="15573"/>
                      <a:pt x="24789" y="17288"/>
                    </a:cubicBezTo>
                    <a:cubicBezTo>
                      <a:pt x="23646" y="19002"/>
                      <a:pt x="22038" y="20324"/>
                      <a:pt x="19895" y="21253"/>
                    </a:cubicBezTo>
                    <a:cubicBezTo>
                      <a:pt x="17788" y="22146"/>
                      <a:pt x="15502" y="22610"/>
                      <a:pt x="13037" y="22610"/>
                    </a:cubicBezTo>
                    <a:cubicBezTo>
                      <a:pt x="10359" y="22610"/>
                      <a:pt x="8072" y="22110"/>
                      <a:pt x="6072" y="21074"/>
                    </a:cubicBezTo>
                    <a:cubicBezTo>
                      <a:pt x="4108" y="20038"/>
                      <a:pt x="2572" y="18610"/>
                      <a:pt x="1536" y="16752"/>
                    </a:cubicBezTo>
                    <a:cubicBezTo>
                      <a:pt x="500" y="14859"/>
                      <a:pt x="0" y="12787"/>
                      <a:pt x="0" y="10537"/>
                    </a:cubicBezTo>
                    <a:cubicBezTo>
                      <a:pt x="0" y="8001"/>
                      <a:pt x="643" y="5822"/>
                      <a:pt x="1964" y="4108"/>
                    </a:cubicBezTo>
                    <a:cubicBezTo>
                      <a:pt x="3286" y="2358"/>
                      <a:pt x="5108" y="1143"/>
                      <a:pt x="7465" y="464"/>
                    </a:cubicBezTo>
                    <a:lnTo>
                      <a:pt x="8251" y="3786"/>
                    </a:lnTo>
                    <a:cubicBezTo>
                      <a:pt x="6394" y="4394"/>
                      <a:pt x="5036" y="5251"/>
                      <a:pt x="4179" y="6394"/>
                    </a:cubicBezTo>
                    <a:cubicBezTo>
                      <a:pt x="3322" y="7501"/>
                      <a:pt x="2893" y="8930"/>
                      <a:pt x="2893" y="10644"/>
                    </a:cubicBezTo>
                    <a:cubicBezTo>
                      <a:pt x="2893" y="12609"/>
                      <a:pt x="3358" y="14252"/>
                      <a:pt x="4286" y="15573"/>
                    </a:cubicBezTo>
                    <a:cubicBezTo>
                      <a:pt x="5215" y="16895"/>
                      <a:pt x="6501" y="17824"/>
                      <a:pt x="8072" y="18359"/>
                    </a:cubicBezTo>
                    <a:cubicBezTo>
                      <a:pt x="9680" y="18895"/>
                      <a:pt x="11287" y="19145"/>
                      <a:pt x="13002" y="19145"/>
                    </a:cubicBezTo>
                    <a:cubicBezTo>
                      <a:pt x="15180" y="19145"/>
                      <a:pt x="17074" y="18824"/>
                      <a:pt x="18681" y="18181"/>
                    </a:cubicBezTo>
                    <a:cubicBezTo>
                      <a:pt x="20288" y="17538"/>
                      <a:pt x="21503" y="16574"/>
                      <a:pt x="22324" y="15216"/>
                    </a:cubicBezTo>
                    <a:cubicBezTo>
                      <a:pt x="23110" y="13895"/>
                      <a:pt x="23539" y="12430"/>
                      <a:pt x="23539" y="10894"/>
                    </a:cubicBezTo>
                    <a:cubicBezTo>
                      <a:pt x="23539" y="9001"/>
                      <a:pt x="23003" y="7394"/>
                      <a:pt x="21896" y="6072"/>
                    </a:cubicBezTo>
                    <a:cubicBezTo>
                      <a:pt x="20824" y="4751"/>
                      <a:pt x="19181" y="3858"/>
                      <a:pt x="17038" y="3393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49" name="Freeform: Shape 12148">
                <a:extLst>
                  <a:ext uri="{FF2B5EF4-FFF2-40B4-BE49-F238E27FC236}">
                    <a16:creationId xmlns:a16="http://schemas.microsoft.com/office/drawing/2014/main" id="{845DC97F-B4C8-4978-E689-327A0B8AF867}"/>
                  </a:ext>
                </a:extLst>
              </p:cNvPr>
              <p:cNvSpPr/>
              <p:nvPr/>
            </p:nvSpPr>
            <p:spPr>
              <a:xfrm>
                <a:off x="3201298" y="2485547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0 w 25610"/>
                  <a:gd name="csY8" fmla="*/ 0 h 24431"/>
                  <a:gd name="csX9" fmla="*/ 25610 w 25610"/>
                  <a:gd name="csY9" fmla="*/ 3250 h 24431"/>
                  <a:gd name="csX10" fmla="*/ 4215 w 25610"/>
                  <a:gd name="csY10" fmla="*/ 3250 h 24431"/>
                  <a:gd name="csX11" fmla="*/ 25610 w 25610"/>
                  <a:gd name="csY11" fmla="*/ 10680 h 24431"/>
                  <a:gd name="csX12" fmla="*/ 25610 w 25610"/>
                  <a:gd name="csY12" fmla="*/ 13716 h 24431"/>
                  <a:gd name="csX13" fmla="*/ 3858 w 25610"/>
                  <a:gd name="csY13" fmla="*/ 21110 h 24431"/>
                  <a:gd name="csX14" fmla="*/ 25610 w 25610"/>
                  <a:gd name="csY14" fmla="*/ 21110 h 24431"/>
                  <a:gd name="csX15" fmla="*/ 25610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0" y="0"/>
                    </a:lnTo>
                    <a:lnTo>
                      <a:pt x="25610" y="3250"/>
                    </a:lnTo>
                    <a:lnTo>
                      <a:pt x="4215" y="3250"/>
                    </a:lnTo>
                    <a:lnTo>
                      <a:pt x="25610" y="10680"/>
                    </a:lnTo>
                    <a:lnTo>
                      <a:pt x="25610" y="13716"/>
                    </a:lnTo>
                    <a:lnTo>
                      <a:pt x="3858" y="21110"/>
                    </a:lnTo>
                    <a:lnTo>
                      <a:pt x="25610" y="21110"/>
                    </a:lnTo>
                    <a:lnTo>
                      <a:pt x="25610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1" name="Freeform: Shape 12150">
                <a:extLst>
                  <a:ext uri="{FF2B5EF4-FFF2-40B4-BE49-F238E27FC236}">
                    <a16:creationId xmlns:a16="http://schemas.microsoft.com/office/drawing/2014/main" id="{A9EF4C49-7030-E601-3B8C-2EF287A468B6}"/>
                  </a:ext>
                </a:extLst>
              </p:cNvPr>
              <p:cNvSpPr/>
              <p:nvPr/>
            </p:nvSpPr>
            <p:spPr>
              <a:xfrm>
                <a:off x="3263534" y="2588538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2" name="Freeform: Shape 12151">
                <a:extLst>
                  <a:ext uri="{FF2B5EF4-FFF2-40B4-BE49-F238E27FC236}">
                    <a16:creationId xmlns:a16="http://schemas.microsoft.com/office/drawing/2014/main" id="{EA292BC8-D9B4-37F6-52EC-34C48E56F25C}"/>
                  </a:ext>
                </a:extLst>
              </p:cNvPr>
              <p:cNvSpPr/>
              <p:nvPr/>
            </p:nvSpPr>
            <p:spPr>
              <a:xfrm>
                <a:off x="3263534" y="2550180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3 w 26003"/>
                  <a:gd name="csY5" fmla="*/ 16109 h 16109"/>
                  <a:gd name="csX6" fmla="*/ 11287 w 26003"/>
                  <a:gd name="csY6" fmla="*/ 15180 h 16109"/>
                  <a:gd name="csX7" fmla="*/ 7822 w 26003"/>
                  <a:gd name="csY7" fmla="*/ 12395 h 16109"/>
                  <a:gd name="csX8" fmla="*/ 6608 w 26003"/>
                  <a:gd name="csY8" fmla="*/ 8251 h 16109"/>
                  <a:gd name="csX9" fmla="*/ 7322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59 w 26003"/>
                  <a:gd name="csY15" fmla="*/ 12894 h 16109"/>
                  <a:gd name="csX16" fmla="*/ 21681 w 26003"/>
                  <a:gd name="csY16" fmla="*/ 11394 h 16109"/>
                  <a:gd name="csX17" fmla="*/ 23431 w 26003"/>
                  <a:gd name="csY17" fmla="*/ 7858 h 16109"/>
                  <a:gd name="csX18" fmla="*/ 21753 w 26003"/>
                  <a:gd name="csY18" fmla="*/ 4358 h 16109"/>
                  <a:gd name="csX19" fmla="*/ 16609 w 26003"/>
                  <a:gd name="csY19" fmla="*/ 2929 h 16109"/>
                  <a:gd name="csX20" fmla="*/ 11037 w 26003"/>
                  <a:gd name="csY20" fmla="*/ 4394 h 16109"/>
                  <a:gd name="csX21" fmla="*/ 9251 w 26003"/>
                  <a:gd name="csY21" fmla="*/ 8001 h 16109"/>
                  <a:gd name="csX22" fmla="*/ 10966 w 26003"/>
                  <a:gd name="csY22" fmla="*/ 11502 h 16109"/>
                  <a:gd name="csX23" fmla="*/ 16359 w 26003"/>
                  <a:gd name="csY23" fmla="*/ 12894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0" y="10966"/>
                      <a:pt x="24789" y="12216"/>
                    </a:cubicBezTo>
                    <a:cubicBezTo>
                      <a:pt x="23967" y="13466"/>
                      <a:pt x="22824" y="14431"/>
                      <a:pt x="21360" y="15073"/>
                    </a:cubicBezTo>
                    <a:cubicBezTo>
                      <a:pt x="19895" y="15752"/>
                      <a:pt x="18216" y="16109"/>
                      <a:pt x="16323" y="16109"/>
                    </a:cubicBezTo>
                    <a:cubicBezTo>
                      <a:pt x="14430" y="16109"/>
                      <a:pt x="12787" y="15788"/>
                      <a:pt x="11287" y="15180"/>
                    </a:cubicBezTo>
                    <a:cubicBezTo>
                      <a:pt x="9787" y="14573"/>
                      <a:pt x="8608" y="13645"/>
                      <a:pt x="7822" y="12395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2" y="5251"/>
                    </a:cubicBezTo>
                    <a:cubicBezTo>
                      <a:pt x="7787" y="4394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59" y="12894"/>
                    </a:moveTo>
                    <a:cubicBezTo>
                      <a:pt x="18717" y="12894"/>
                      <a:pt x="20503" y="12395"/>
                      <a:pt x="21681" y="11394"/>
                    </a:cubicBezTo>
                    <a:cubicBezTo>
                      <a:pt x="22860" y="10394"/>
                      <a:pt x="23431" y="9215"/>
                      <a:pt x="23431" y="7858"/>
                    </a:cubicBezTo>
                    <a:cubicBezTo>
                      <a:pt x="23431" y="6501"/>
                      <a:pt x="22860" y="5322"/>
                      <a:pt x="21753" y="4358"/>
                    </a:cubicBezTo>
                    <a:cubicBezTo>
                      <a:pt x="20645" y="3393"/>
                      <a:pt x="18931" y="2929"/>
                      <a:pt x="16609" y="2929"/>
                    </a:cubicBezTo>
                    <a:cubicBezTo>
                      <a:pt x="14073" y="2929"/>
                      <a:pt x="12216" y="3429"/>
                      <a:pt x="11037" y="4394"/>
                    </a:cubicBezTo>
                    <a:cubicBezTo>
                      <a:pt x="9858" y="5358"/>
                      <a:pt x="9251" y="6572"/>
                      <a:pt x="9251" y="8001"/>
                    </a:cubicBezTo>
                    <a:cubicBezTo>
                      <a:pt x="9251" y="9430"/>
                      <a:pt x="9823" y="10573"/>
                      <a:pt x="10966" y="11502"/>
                    </a:cubicBezTo>
                    <a:cubicBezTo>
                      <a:pt x="12109" y="12430"/>
                      <a:pt x="13895" y="12894"/>
                      <a:pt x="16359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3" name="Freeform: Shape 12152">
                <a:extLst>
                  <a:ext uri="{FF2B5EF4-FFF2-40B4-BE49-F238E27FC236}">
                    <a16:creationId xmlns:a16="http://schemas.microsoft.com/office/drawing/2014/main" id="{96BE56B6-4376-07EF-62DE-0338D6700265}"/>
                  </a:ext>
                </a:extLst>
              </p:cNvPr>
              <p:cNvSpPr/>
              <p:nvPr/>
            </p:nvSpPr>
            <p:spPr>
              <a:xfrm>
                <a:off x="3295906" y="2521176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4" name="Freeform: Shape 12153">
                <a:extLst>
                  <a:ext uri="{FF2B5EF4-FFF2-40B4-BE49-F238E27FC236}">
                    <a16:creationId xmlns:a16="http://schemas.microsoft.com/office/drawing/2014/main" id="{ECDF3547-48F7-A4E7-B791-CEE7CA281371}"/>
                  </a:ext>
                </a:extLst>
              </p:cNvPr>
              <p:cNvSpPr/>
              <p:nvPr/>
            </p:nvSpPr>
            <p:spPr>
              <a:xfrm>
                <a:off x="3277879" y="2480479"/>
                <a:ext cx="42641" cy="35162"/>
              </a:xfrm>
              <a:custGeom>
                <a:avLst/>
                <a:gdLst>
                  <a:gd name="csX0" fmla="*/ 12252 w 19431"/>
                  <a:gd name="csY0" fmla="*/ 3072 h 16109"/>
                  <a:gd name="csX1" fmla="*/ 12644 w 19431"/>
                  <a:gd name="csY1" fmla="*/ 0 h 16109"/>
                  <a:gd name="csX2" fmla="*/ 17645 w 19431"/>
                  <a:gd name="csY2" fmla="*/ 2572 h 16109"/>
                  <a:gd name="csX3" fmla="*/ 19431 w 19431"/>
                  <a:gd name="csY3" fmla="*/ 7680 h 16109"/>
                  <a:gd name="csX4" fmla="*/ 16931 w 19431"/>
                  <a:gd name="csY4" fmla="*/ 13788 h 16109"/>
                  <a:gd name="csX5" fmla="*/ 9787 w 19431"/>
                  <a:gd name="csY5" fmla="*/ 16109 h 16109"/>
                  <a:gd name="csX6" fmla="*/ 4536 w 19431"/>
                  <a:gd name="csY6" fmla="*/ 15109 h 16109"/>
                  <a:gd name="csX7" fmla="*/ 1143 w 19431"/>
                  <a:gd name="csY7" fmla="*/ 12073 h 16109"/>
                  <a:gd name="csX8" fmla="*/ 0 w 19431"/>
                  <a:gd name="csY8" fmla="*/ 7644 h 16109"/>
                  <a:gd name="csX9" fmla="*/ 1536 w 19431"/>
                  <a:gd name="csY9" fmla="*/ 2715 h 16109"/>
                  <a:gd name="csX10" fmla="*/ 5858 w 19431"/>
                  <a:gd name="csY10" fmla="*/ 250 h 16109"/>
                  <a:gd name="csX11" fmla="*/ 6322 w 19431"/>
                  <a:gd name="csY11" fmla="*/ 3322 h 16109"/>
                  <a:gd name="csX12" fmla="*/ 3500 w 19431"/>
                  <a:gd name="csY12" fmla="*/ 4858 h 16109"/>
                  <a:gd name="csX13" fmla="*/ 2572 w 19431"/>
                  <a:gd name="csY13" fmla="*/ 7537 h 16109"/>
                  <a:gd name="csX14" fmla="*/ 4251 w 19431"/>
                  <a:gd name="csY14" fmla="*/ 11394 h 16109"/>
                  <a:gd name="csX15" fmla="*/ 9644 w 19431"/>
                  <a:gd name="csY15" fmla="*/ 12895 h 16109"/>
                  <a:gd name="csX16" fmla="*/ 15073 w 19431"/>
                  <a:gd name="csY16" fmla="*/ 11466 h 16109"/>
                  <a:gd name="csX17" fmla="*/ 16752 w 19431"/>
                  <a:gd name="csY17" fmla="*/ 7751 h 16109"/>
                  <a:gd name="csX18" fmla="*/ 15609 w 19431"/>
                  <a:gd name="csY18" fmla="*/ 4679 h 16109"/>
                  <a:gd name="csX19" fmla="*/ 12108 w 19431"/>
                  <a:gd name="csY19" fmla="*/ 3108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19431" h="16109">
                    <a:moveTo>
                      <a:pt x="12252" y="3072"/>
                    </a:moveTo>
                    <a:lnTo>
                      <a:pt x="12644" y="0"/>
                    </a:lnTo>
                    <a:cubicBezTo>
                      <a:pt x="14752" y="322"/>
                      <a:pt x="16431" y="1215"/>
                      <a:pt x="17645" y="2572"/>
                    </a:cubicBezTo>
                    <a:cubicBezTo>
                      <a:pt x="18859" y="3965"/>
                      <a:pt x="19431" y="5679"/>
                      <a:pt x="19431" y="7680"/>
                    </a:cubicBezTo>
                    <a:cubicBezTo>
                      <a:pt x="19431" y="10216"/>
                      <a:pt x="18609" y="12252"/>
                      <a:pt x="16931" y="13788"/>
                    </a:cubicBezTo>
                    <a:cubicBezTo>
                      <a:pt x="15288" y="15323"/>
                      <a:pt x="12894" y="16109"/>
                      <a:pt x="9787" y="16109"/>
                    </a:cubicBezTo>
                    <a:cubicBezTo>
                      <a:pt x="7787" y="16109"/>
                      <a:pt x="6036" y="15788"/>
                      <a:pt x="4536" y="15109"/>
                    </a:cubicBezTo>
                    <a:cubicBezTo>
                      <a:pt x="3036" y="14431"/>
                      <a:pt x="1929" y="13430"/>
                      <a:pt x="1143" y="12073"/>
                    </a:cubicBezTo>
                    <a:cubicBezTo>
                      <a:pt x="393" y="10716"/>
                      <a:pt x="0" y="9251"/>
                      <a:pt x="0" y="7644"/>
                    </a:cubicBezTo>
                    <a:cubicBezTo>
                      <a:pt x="0" y="5644"/>
                      <a:pt x="500" y="4000"/>
                      <a:pt x="1536" y="2715"/>
                    </a:cubicBezTo>
                    <a:cubicBezTo>
                      <a:pt x="2572" y="1429"/>
                      <a:pt x="4000" y="607"/>
                      <a:pt x="5858" y="250"/>
                    </a:cubicBezTo>
                    <a:lnTo>
                      <a:pt x="6322" y="3322"/>
                    </a:lnTo>
                    <a:cubicBezTo>
                      <a:pt x="5072" y="3608"/>
                      <a:pt x="4143" y="4108"/>
                      <a:pt x="3500" y="4858"/>
                    </a:cubicBezTo>
                    <a:cubicBezTo>
                      <a:pt x="2857" y="5608"/>
                      <a:pt x="2572" y="6501"/>
                      <a:pt x="2572" y="7537"/>
                    </a:cubicBezTo>
                    <a:cubicBezTo>
                      <a:pt x="2572" y="9144"/>
                      <a:pt x="3143" y="10394"/>
                      <a:pt x="4251" y="11394"/>
                    </a:cubicBezTo>
                    <a:cubicBezTo>
                      <a:pt x="5393" y="12395"/>
                      <a:pt x="7179" y="12895"/>
                      <a:pt x="9644" y="12895"/>
                    </a:cubicBezTo>
                    <a:cubicBezTo>
                      <a:pt x="12108" y="12895"/>
                      <a:pt x="13930" y="12430"/>
                      <a:pt x="15073" y="11466"/>
                    </a:cubicBezTo>
                    <a:cubicBezTo>
                      <a:pt x="16216" y="10501"/>
                      <a:pt x="16752" y="9287"/>
                      <a:pt x="16752" y="7751"/>
                    </a:cubicBezTo>
                    <a:cubicBezTo>
                      <a:pt x="16752" y="6501"/>
                      <a:pt x="16359" y="5501"/>
                      <a:pt x="15609" y="4679"/>
                    </a:cubicBezTo>
                    <a:cubicBezTo>
                      <a:pt x="14859" y="3858"/>
                      <a:pt x="13680" y="3322"/>
                      <a:pt x="12108" y="310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6" name="Freeform: Shape 12155">
                <a:extLst>
                  <a:ext uri="{FF2B5EF4-FFF2-40B4-BE49-F238E27FC236}">
                    <a16:creationId xmlns:a16="http://schemas.microsoft.com/office/drawing/2014/main" id="{A8141EFC-B1ED-B807-8965-01A10A438541}"/>
                  </a:ext>
                </a:extLst>
              </p:cNvPr>
              <p:cNvSpPr/>
              <p:nvPr/>
            </p:nvSpPr>
            <p:spPr>
              <a:xfrm>
                <a:off x="3325850" y="2610134"/>
                <a:ext cx="56121" cy="51144"/>
              </a:xfrm>
              <a:custGeom>
                <a:avLst/>
                <a:gdLst>
                  <a:gd name="csX0" fmla="*/ 25575 w 25574"/>
                  <a:gd name="csY0" fmla="*/ 13538 h 23431"/>
                  <a:gd name="csX1" fmla="*/ 0 w 25574"/>
                  <a:gd name="csY1" fmla="*/ 23431 h 23431"/>
                  <a:gd name="csX2" fmla="*/ 0 w 25574"/>
                  <a:gd name="csY2" fmla="*/ 19753 h 23431"/>
                  <a:gd name="csX3" fmla="*/ 18574 w 25574"/>
                  <a:gd name="csY3" fmla="*/ 13109 h 23431"/>
                  <a:gd name="csX4" fmla="*/ 22753 w 25574"/>
                  <a:gd name="csY4" fmla="*/ 11752 h 23431"/>
                  <a:gd name="csX5" fmla="*/ 18574 w 25574"/>
                  <a:gd name="csY5" fmla="*/ 10359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8"/>
                    </a:moveTo>
                    <a:lnTo>
                      <a:pt x="0" y="23431"/>
                    </a:lnTo>
                    <a:lnTo>
                      <a:pt x="0" y="19753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2"/>
                    </a:cubicBezTo>
                    <a:cubicBezTo>
                      <a:pt x="21360" y="11359"/>
                      <a:pt x="19967" y="10894"/>
                      <a:pt x="18574" y="10359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7" name="Freeform: Shape 12156">
                <a:extLst>
                  <a:ext uri="{FF2B5EF4-FFF2-40B4-BE49-F238E27FC236}">
                    <a16:creationId xmlns:a16="http://schemas.microsoft.com/office/drawing/2014/main" id="{AD7A3F1C-13D9-561D-480C-A165EA60174D}"/>
                  </a:ext>
                </a:extLst>
              </p:cNvPr>
              <p:cNvSpPr/>
              <p:nvPr/>
            </p:nvSpPr>
            <p:spPr>
              <a:xfrm>
                <a:off x="3340193" y="2573726"/>
                <a:ext cx="42404" cy="33525"/>
              </a:xfrm>
              <a:custGeom>
                <a:avLst/>
                <a:gdLst>
                  <a:gd name="csX0" fmla="*/ 13502 w 19323"/>
                  <a:gd name="csY0" fmla="*/ 15323 h 15359"/>
                  <a:gd name="csX1" fmla="*/ 13002 w 19323"/>
                  <a:gd name="csY1" fmla="*/ 12216 h 15359"/>
                  <a:gd name="csX2" fmla="*/ 15859 w 19323"/>
                  <a:gd name="csY2" fmla="*/ 10751 h 15359"/>
                  <a:gd name="csX3" fmla="*/ 16859 w 19323"/>
                  <a:gd name="csY3" fmla="*/ 7430 h 15359"/>
                  <a:gd name="csX4" fmla="*/ 15966 w 19323"/>
                  <a:gd name="csY4" fmla="*/ 4215 h 15359"/>
                  <a:gd name="csX5" fmla="*/ 13895 w 19323"/>
                  <a:gd name="csY5" fmla="*/ 3179 h 15359"/>
                  <a:gd name="csX6" fmla="*/ 12216 w 19323"/>
                  <a:gd name="csY6" fmla="*/ 4108 h 15359"/>
                  <a:gd name="csX7" fmla="*/ 11144 w 19323"/>
                  <a:gd name="csY7" fmla="*/ 7322 h 15359"/>
                  <a:gd name="csX8" fmla="*/ 9608 w 19323"/>
                  <a:gd name="csY8" fmla="*/ 12109 h 15359"/>
                  <a:gd name="csX9" fmla="*/ 7858 w 19323"/>
                  <a:gd name="csY9" fmla="*/ 14145 h 15359"/>
                  <a:gd name="csX10" fmla="*/ 5358 w 19323"/>
                  <a:gd name="csY10" fmla="*/ 14859 h 15359"/>
                  <a:gd name="csX11" fmla="*/ 3072 w 19323"/>
                  <a:gd name="csY11" fmla="*/ 14288 h 15359"/>
                  <a:gd name="csX12" fmla="*/ 1322 w 19323"/>
                  <a:gd name="csY12" fmla="*/ 12752 h 15359"/>
                  <a:gd name="csX13" fmla="*/ 393 w 19323"/>
                  <a:gd name="csY13" fmla="*/ 10751 h 15359"/>
                  <a:gd name="csX14" fmla="*/ 0 w 19323"/>
                  <a:gd name="csY14" fmla="*/ 8037 h 15359"/>
                  <a:gd name="csX15" fmla="*/ 643 w 19323"/>
                  <a:gd name="csY15" fmla="*/ 4215 h 15359"/>
                  <a:gd name="csX16" fmla="*/ 2322 w 19323"/>
                  <a:gd name="csY16" fmla="*/ 1786 h 15359"/>
                  <a:gd name="csX17" fmla="*/ 5179 w 19323"/>
                  <a:gd name="csY17" fmla="*/ 714 h 15359"/>
                  <a:gd name="csX18" fmla="*/ 5608 w 19323"/>
                  <a:gd name="csY18" fmla="*/ 3786 h 15359"/>
                  <a:gd name="csX19" fmla="*/ 3358 w 19323"/>
                  <a:gd name="csY19" fmla="*/ 5001 h 15359"/>
                  <a:gd name="csX20" fmla="*/ 2572 w 19323"/>
                  <a:gd name="csY20" fmla="*/ 7822 h 15359"/>
                  <a:gd name="csX21" fmla="*/ 3286 w 19323"/>
                  <a:gd name="csY21" fmla="*/ 10894 h 15359"/>
                  <a:gd name="csX22" fmla="*/ 4965 w 19323"/>
                  <a:gd name="csY22" fmla="*/ 11823 h 15359"/>
                  <a:gd name="csX23" fmla="*/ 6072 w 19323"/>
                  <a:gd name="csY23" fmla="*/ 11430 h 15359"/>
                  <a:gd name="csX24" fmla="*/ 6894 w 19323"/>
                  <a:gd name="csY24" fmla="*/ 10216 h 15359"/>
                  <a:gd name="csX25" fmla="*/ 7680 w 19323"/>
                  <a:gd name="csY25" fmla="*/ 7465 h 15359"/>
                  <a:gd name="csX26" fmla="*/ 9144 w 19323"/>
                  <a:gd name="csY26" fmla="*/ 2822 h 15359"/>
                  <a:gd name="csX27" fmla="*/ 10787 w 19323"/>
                  <a:gd name="csY27" fmla="*/ 750 h 15359"/>
                  <a:gd name="csX28" fmla="*/ 13466 w 19323"/>
                  <a:gd name="csY28" fmla="*/ 0 h 15359"/>
                  <a:gd name="csX29" fmla="*/ 16431 w 19323"/>
                  <a:gd name="csY29" fmla="*/ 893 h 15359"/>
                  <a:gd name="csX30" fmla="*/ 18574 w 19323"/>
                  <a:gd name="csY30" fmla="*/ 3536 h 15359"/>
                  <a:gd name="csX31" fmla="*/ 19324 w 19323"/>
                  <a:gd name="csY31" fmla="*/ 7430 h 15359"/>
                  <a:gd name="csX32" fmla="*/ 17824 w 19323"/>
                  <a:gd name="csY32" fmla="*/ 12930 h 15359"/>
                  <a:gd name="csX33" fmla="*/ 13359 w 19323"/>
                  <a:gd name="csY33" fmla="*/ 15359 h 153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19323" h="15359">
                    <a:moveTo>
                      <a:pt x="13502" y="15323"/>
                    </a:moveTo>
                    <a:lnTo>
                      <a:pt x="13002" y="12216"/>
                    </a:lnTo>
                    <a:cubicBezTo>
                      <a:pt x="14252" y="12037"/>
                      <a:pt x="15180" y="11537"/>
                      <a:pt x="15859" y="10751"/>
                    </a:cubicBezTo>
                    <a:cubicBezTo>
                      <a:pt x="16502" y="9965"/>
                      <a:pt x="16859" y="8858"/>
                      <a:pt x="16859" y="7430"/>
                    </a:cubicBezTo>
                    <a:cubicBezTo>
                      <a:pt x="16859" y="6001"/>
                      <a:pt x="16574" y="4929"/>
                      <a:pt x="15966" y="4215"/>
                    </a:cubicBezTo>
                    <a:cubicBezTo>
                      <a:pt x="15395" y="3500"/>
                      <a:pt x="14681" y="3179"/>
                      <a:pt x="13895" y="3179"/>
                    </a:cubicBezTo>
                    <a:cubicBezTo>
                      <a:pt x="13180" y="3179"/>
                      <a:pt x="12609" y="3500"/>
                      <a:pt x="12216" y="4108"/>
                    </a:cubicBezTo>
                    <a:cubicBezTo>
                      <a:pt x="11930" y="4536"/>
                      <a:pt x="11573" y="5608"/>
                      <a:pt x="11144" y="7322"/>
                    </a:cubicBezTo>
                    <a:cubicBezTo>
                      <a:pt x="10573" y="9608"/>
                      <a:pt x="10073" y="11216"/>
                      <a:pt x="9608" y="12109"/>
                    </a:cubicBezTo>
                    <a:cubicBezTo>
                      <a:pt x="9180" y="13002"/>
                      <a:pt x="8608" y="13680"/>
                      <a:pt x="7858" y="14145"/>
                    </a:cubicBezTo>
                    <a:cubicBezTo>
                      <a:pt x="7108" y="14609"/>
                      <a:pt x="6287" y="14859"/>
                      <a:pt x="5358" y="14859"/>
                    </a:cubicBezTo>
                    <a:cubicBezTo>
                      <a:pt x="4536" y="14859"/>
                      <a:pt x="3751" y="14680"/>
                      <a:pt x="3072" y="14288"/>
                    </a:cubicBezTo>
                    <a:cubicBezTo>
                      <a:pt x="2358" y="13895"/>
                      <a:pt x="1786" y="13395"/>
                      <a:pt x="1322" y="12752"/>
                    </a:cubicBezTo>
                    <a:cubicBezTo>
                      <a:pt x="964" y="12252"/>
                      <a:pt x="643" y="11609"/>
                      <a:pt x="393" y="10751"/>
                    </a:cubicBezTo>
                    <a:cubicBezTo>
                      <a:pt x="143" y="9930"/>
                      <a:pt x="0" y="9001"/>
                      <a:pt x="0" y="8037"/>
                    </a:cubicBezTo>
                    <a:cubicBezTo>
                      <a:pt x="0" y="6572"/>
                      <a:pt x="214" y="5286"/>
                      <a:pt x="643" y="4215"/>
                    </a:cubicBezTo>
                    <a:cubicBezTo>
                      <a:pt x="1072" y="3108"/>
                      <a:pt x="1607" y="2286"/>
                      <a:pt x="2322" y="1786"/>
                    </a:cubicBezTo>
                    <a:cubicBezTo>
                      <a:pt x="3036" y="1286"/>
                      <a:pt x="4000" y="893"/>
                      <a:pt x="5179" y="714"/>
                    </a:cubicBezTo>
                    <a:lnTo>
                      <a:pt x="5608" y="3786"/>
                    </a:lnTo>
                    <a:cubicBezTo>
                      <a:pt x="4644" y="3929"/>
                      <a:pt x="3893" y="4322"/>
                      <a:pt x="3358" y="5001"/>
                    </a:cubicBezTo>
                    <a:cubicBezTo>
                      <a:pt x="2822" y="5679"/>
                      <a:pt x="2572" y="6608"/>
                      <a:pt x="2572" y="7822"/>
                    </a:cubicBezTo>
                    <a:cubicBezTo>
                      <a:pt x="2572" y="9251"/>
                      <a:pt x="2822" y="10287"/>
                      <a:pt x="3286" y="10894"/>
                    </a:cubicBezTo>
                    <a:cubicBezTo>
                      <a:pt x="3751" y="11501"/>
                      <a:pt x="4322" y="11823"/>
                      <a:pt x="4965" y="11823"/>
                    </a:cubicBezTo>
                    <a:cubicBezTo>
                      <a:pt x="5358" y="11823"/>
                      <a:pt x="5715" y="11680"/>
                      <a:pt x="6072" y="11430"/>
                    </a:cubicBezTo>
                    <a:cubicBezTo>
                      <a:pt x="6394" y="11180"/>
                      <a:pt x="6679" y="10787"/>
                      <a:pt x="6894" y="10216"/>
                    </a:cubicBezTo>
                    <a:cubicBezTo>
                      <a:pt x="7001" y="9894"/>
                      <a:pt x="7287" y="9001"/>
                      <a:pt x="7680" y="7465"/>
                    </a:cubicBezTo>
                    <a:cubicBezTo>
                      <a:pt x="8287" y="5251"/>
                      <a:pt x="8751" y="3715"/>
                      <a:pt x="9144" y="2822"/>
                    </a:cubicBezTo>
                    <a:cubicBezTo>
                      <a:pt x="9537" y="1929"/>
                      <a:pt x="10073" y="1250"/>
                      <a:pt x="10787" y="750"/>
                    </a:cubicBezTo>
                    <a:cubicBezTo>
                      <a:pt x="11502" y="250"/>
                      <a:pt x="12395" y="0"/>
                      <a:pt x="13466" y="0"/>
                    </a:cubicBezTo>
                    <a:cubicBezTo>
                      <a:pt x="14538" y="0"/>
                      <a:pt x="15502" y="321"/>
                      <a:pt x="16431" y="893"/>
                    </a:cubicBezTo>
                    <a:cubicBezTo>
                      <a:pt x="17359" y="1500"/>
                      <a:pt x="18074" y="2393"/>
                      <a:pt x="18574" y="3536"/>
                    </a:cubicBezTo>
                    <a:cubicBezTo>
                      <a:pt x="19074" y="4679"/>
                      <a:pt x="19324" y="6001"/>
                      <a:pt x="19324" y="7430"/>
                    </a:cubicBezTo>
                    <a:cubicBezTo>
                      <a:pt x="19324" y="9823"/>
                      <a:pt x="18824" y="11680"/>
                      <a:pt x="17824" y="12930"/>
                    </a:cubicBezTo>
                    <a:cubicBezTo>
                      <a:pt x="16824" y="14216"/>
                      <a:pt x="15323" y="15002"/>
                      <a:pt x="13359" y="153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8" name="Freeform: Shape 12157">
                <a:extLst>
                  <a:ext uri="{FF2B5EF4-FFF2-40B4-BE49-F238E27FC236}">
                    <a16:creationId xmlns:a16="http://schemas.microsoft.com/office/drawing/2014/main" id="{4649872C-BBCD-DF6B-3113-6FC021125687}"/>
                  </a:ext>
                </a:extLst>
              </p:cNvPr>
              <p:cNvSpPr/>
              <p:nvPr/>
            </p:nvSpPr>
            <p:spPr>
              <a:xfrm>
                <a:off x="3358223" y="2547138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59" name="Freeform: Shape 12158">
                <a:extLst>
                  <a:ext uri="{FF2B5EF4-FFF2-40B4-BE49-F238E27FC236}">
                    <a16:creationId xmlns:a16="http://schemas.microsoft.com/office/drawing/2014/main" id="{7E2EE997-D0F0-509A-13CA-3D352ECCCBE5}"/>
                  </a:ext>
                </a:extLst>
              </p:cNvPr>
              <p:cNvSpPr/>
              <p:nvPr/>
            </p:nvSpPr>
            <p:spPr>
              <a:xfrm>
                <a:off x="3340428" y="2484689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8 h 25110"/>
                  <a:gd name="csX3" fmla="*/ 3000 w 18966"/>
                  <a:gd name="csY3" fmla="*/ 22288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0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0 w 18966"/>
                  <a:gd name="csY15" fmla="*/ 4572 h 25110"/>
                  <a:gd name="csX16" fmla="*/ 2750 w 18966"/>
                  <a:gd name="csY16" fmla="*/ 6429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0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8"/>
                    </a:lnTo>
                    <a:lnTo>
                      <a:pt x="3000" y="22288"/>
                    </a:lnTo>
                    <a:cubicBezTo>
                      <a:pt x="2107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4"/>
                      <a:pt x="857" y="13287"/>
                    </a:cubicBezTo>
                    <a:cubicBezTo>
                      <a:pt x="1429" y="12394"/>
                      <a:pt x="2215" y="11787"/>
                      <a:pt x="3250" y="11430"/>
                    </a:cubicBezTo>
                    <a:cubicBezTo>
                      <a:pt x="1072" y="9965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6" y="3143"/>
                      <a:pt x="5108" y="3250"/>
                      <a:pt x="4572" y="3465"/>
                    </a:cubicBezTo>
                    <a:cubicBezTo>
                      <a:pt x="4036" y="3679"/>
                      <a:pt x="3572" y="4036"/>
                      <a:pt x="3250" y="4572"/>
                    </a:cubicBezTo>
                    <a:cubicBezTo>
                      <a:pt x="2929" y="5108"/>
                      <a:pt x="2750" y="5715"/>
                      <a:pt x="2750" y="6429"/>
                    </a:cubicBezTo>
                    <a:cubicBezTo>
                      <a:pt x="2750" y="7751"/>
                      <a:pt x="3179" y="8822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0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1" name="Freeform: Shape 12160">
                <a:extLst>
                  <a:ext uri="{FF2B5EF4-FFF2-40B4-BE49-F238E27FC236}">
                    <a16:creationId xmlns:a16="http://schemas.microsoft.com/office/drawing/2014/main" id="{47D17055-7D14-0D9F-7F33-F16ECF9C205A}"/>
                  </a:ext>
                </a:extLst>
              </p:cNvPr>
              <p:cNvSpPr/>
              <p:nvPr/>
            </p:nvSpPr>
            <p:spPr>
              <a:xfrm>
                <a:off x="3402586" y="2584797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1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1"/>
                      <a:pt x="4858" y="3501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2" name="Freeform: Shape 12161">
                <a:extLst>
                  <a:ext uri="{FF2B5EF4-FFF2-40B4-BE49-F238E27FC236}">
                    <a16:creationId xmlns:a16="http://schemas.microsoft.com/office/drawing/2014/main" id="{620BBCAF-2FB7-0612-F2B8-7AE9F52A81C5}"/>
                  </a:ext>
                </a:extLst>
              </p:cNvPr>
              <p:cNvSpPr/>
              <p:nvPr/>
            </p:nvSpPr>
            <p:spPr>
              <a:xfrm>
                <a:off x="3388088" y="2529363"/>
                <a:ext cx="56121" cy="43814"/>
              </a:xfrm>
              <a:custGeom>
                <a:avLst/>
                <a:gdLst>
                  <a:gd name="csX0" fmla="*/ 25575 w 25574"/>
                  <a:gd name="csY0" fmla="*/ 20074 h 20073"/>
                  <a:gd name="csX1" fmla="*/ 0 w 25574"/>
                  <a:gd name="csY1" fmla="*/ 20074 h 20073"/>
                  <a:gd name="csX2" fmla="*/ 0 w 25574"/>
                  <a:gd name="csY2" fmla="*/ 16681 h 20073"/>
                  <a:gd name="csX3" fmla="*/ 10501 w 25574"/>
                  <a:gd name="csY3" fmla="*/ 16681 h 20073"/>
                  <a:gd name="csX4" fmla="*/ 10501 w 25574"/>
                  <a:gd name="csY4" fmla="*/ 3393 h 20073"/>
                  <a:gd name="csX5" fmla="*/ 0 w 25574"/>
                  <a:gd name="csY5" fmla="*/ 3393 h 20073"/>
                  <a:gd name="csX6" fmla="*/ 0 w 25574"/>
                  <a:gd name="csY6" fmla="*/ 0 h 20073"/>
                  <a:gd name="csX7" fmla="*/ 25575 w 25574"/>
                  <a:gd name="csY7" fmla="*/ 0 h 20073"/>
                  <a:gd name="csX8" fmla="*/ 25575 w 25574"/>
                  <a:gd name="csY8" fmla="*/ 3393 h 20073"/>
                  <a:gd name="csX9" fmla="*/ 13502 w 25574"/>
                  <a:gd name="csY9" fmla="*/ 3393 h 20073"/>
                  <a:gd name="csX10" fmla="*/ 13502 w 25574"/>
                  <a:gd name="csY10" fmla="*/ 16681 h 20073"/>
                  <a:gd name="csX11" fmla="*/ 25575 w 25574"/>
                  <a:gd name="csY11" fmla="*/ 16681 h 20073"/>
                  <a:gd name="csX12" fmla="*/ 25575 w 25574"/>
                  <a:gd name="csY12" fmla="*/ 20074 h 200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5574" h="20073">
                    <a:moveTo>
                      <a:pt x="25575" y="20074"/>
                    </a:moveTo>
                    <a:lnTo>
                      <a:pt x="0" y="20074"/>
                    </a:lnTo>
                    <a:lnTo>
                      <a:pt x="0" y="16681"/>
                    </a:lnTo>
                    <a:lnTo>
                      <a:pt x="10501" y="16681"/>
                    </a:lnTo>
                    <a:lnTo>
                      <a:pt x="10501" y="3393"/>
                    </a:lnTo>
                    <a:lnTo>
                      <a:pt x="0" y="339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393"/>
                    </a:lnTo>
                    <a:lnTo>
                      <a:pt x="13502" y="3393"/>
                    </a:lnTo>
                    <a:lnTo>
                      <a:pt x="13502" y="16681"/>
                    </a:lnTo>
                    <a:lnTo>
                      <a:pt x="25575" y="16681"/>
                    </a:lnTo>
                    <a:lnTo>
                      <a:pt x="25575" y="2007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3" name="Freeform: Shape 12162">
                <a:extLst>
                  <a:ext uri="{FF2B5EF4-FFF2-40B4-BE49-F238E27FC236}">
                    <a16:creationId xmlns:a16="http://schemas.microsoft.com/office/drawing/2014/main" id="{7293897F-FF0B-E23C-2F11-D4F876356771}"/>
                  </a:ext>
                </a:extLst>
              </p:cNvPr>
              <p:cNvSpPr/>
              <p:nvPr/>
            </p:nvSpPr>
            <p:spPr>
              <a:xfrm>
                <a:off x="3388088" y="2485235"/>
                <a:ext cx="57063" cy="35160"/>
              </a:xfrm>
              <a:custGeom>
                <a:avLst/>
                <a:gdLst>
                  <a:gd name="csX0" fmla="*/ 25575 w 26003"/>
                  <a:gd name="csY0" fmla="*/ 2964 h 16108"/>
                  <a:gd name="csX1" fmla="*/ 23253 w 26003"/>
                  <a:gd name="csY1" fmla="*/ 2964 h 16108"/>
                  <a:gd name="csX2" fmla="*/ 26003 w 26003"/>
                  <a:gd name="csY2" fmla="*/ 8144 h 16108"/>
                  <a:gd name="csX3" fmla="*/ 24789 w 26003"/>
                  <a:gd name="csY3" fmla="*/ 12216 h 16108"/>
                  <a:gd name="csX4" fmla="*/ 21360 w 26003"/>
                  <a:gd name="csY4" fmla="*/ 15073 h 16108"/>
                  <a:gd name="csX5" fmla="*/ 16323 w 26003"/>
                  <a:gd name="csY5" fmla="*/ 16109 h 16108"/>
                  <a:gd name="csX6" fmla="*/ 11287 w 26003"/>
                  <a:gd name="csY6" fmla="*/ 15180 h 16108"/>
                  <a:gd name="csX7" fmla="*/ 7822 w 26003"/>
                  <a:gd name="csY7" fmla="*/ 12394 h 16108"/>
                  <a:gd name="csX8" fmla="*/ 6608 w 26003"/>
                  <a:gd name="csY8" fmla="*/ 8251 h 16108"/>
                  <a:gd name="csX9" fmla="*/ 7322 w 26003"/>
                  <a:gd name="csY9" fmla="*/ 5251 h 16108"/>
                  <a:gd name="csX10" fmla="*/ 9180 w 26003"/>
                  <a:gd name="csY10" fmla="*/ 3143 h 16108"/>
                  <a:gd name="csX11" fmla="*/ 0 w 26003"/>
                  <a:gd name="csY11" fmla="*/ 3143 h 16108"/>
                  <a:gd name="csX12" fmla="*/ 0 w 26003"/>
                  <a:gd name="csY12" fmla="*/ 0 h 16108"/>
                  <a:gd name="csX13" fmla="*/ 25575 w 26003"/>
                  <a:gd name="csY13" fmla="*/ 0 h 16108"/>
                  <a:gd name="csX14" fmla="*/ 25575 w 26003"/>
                  <a:gd name="csY14" fmla="*/ 2929 h 16108"/>
                  <a:gd name="csX15" fmla="*/ 16359 w 26003"/>
                  <a:gd name="csY15" fmla="*/ 12894 h 16108"/>
                  <a:gd name="csX16" fmla="*/ 21681 w 26003"/>
                  <a:gd name="csY16" fmla="*/ 11394 h 16108"/>
                  <a:gd name="csX17" fmla="*/ 23431 w 26003"/>
                  <a:gd name="csY17" fmla="*/ 7858 h 16108"/>
                  <a:gd name="csX18" fmla="*/ 21753 w 26003"/>
                  <a:gd name="csY18" fmla="*/ 4358 h 16108"/>
                  <a:gd name="csX19" fmla="*/ 16609 w 26003"/>
                  <a:gd name="csY19" fmla="*/ 2929 h 16108"/>
                  <a:gd name="csX20" fmla="*/ 11037 w 26003"/>
                  <a:gd name="csY20" fmla="*/ 4393 h 16108"/>
                  <a:gd name="csX21" fmla="*/ 9251 w 26003"/>
                  <a:gd name="csY21" fmla="*/ 8001 h 16108"/>
                  <a:gd name="csX22" fmla="*/ 10966 w 26003"/>
                  <a:gd name="csY22" fmla="*/ 11501 h 16108"/>
                  <a:gd name="csX23" fmla="*/ 16359 w 26003"/>
                  <a:gd name="csY23" fmla="*/ 12894 h 16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8">
                    <a:moveTo>
                      <a:pt x="25575" y="2964"/>
                    </a:moveTo>
                    <a:lnTo>
                      <a:pt x="23253" y="2964"/>
                    </a:lnTo>
                    <a:cubicBezTo>
                      <a:pt x="25074" y="4143"/>
                      <a:pt x="26003" y="5858"/>
                      <a:pt x="26003" y="8144"/>
                    </a:cubicBezTo>
                    <a:cubicBezTo>
                      <a:pt x="26003" y="9608"/>
                      <a:pt x="25610" y="10965"/>
                      <a:pt x="24789" y="12216"/>
                    </a:cubicBezTo>
                    <a:cubicBezTo>
                      <a:pt x="23967" y="13466"/>
                      <a:pt x="22824" y="14430"/>
                      <a:pt x="21360" y="15073"/>
                    </a:cubicBezTo>
                    <a:cubicBezTo>
                      <a:pt x="19895" y="15752"/>
                      <a:pt x="18216" y="16109"/>
                      <a:pt x="16323" y="16109"/>
                    </a:cubicBezTo>
                    <a:cubicBezTo>
                      <a:pt x="14430" y="16109"/>
                      <a:pt x="12787" y="15788"/>
                      <a:pt x="11287" y="15180"/>
                    </a:cubicBezTo>
                    <a:cubicBezTo>
                      <a:pt x="9787" y="14573"/>
                      <a:pt x="8608" y="13644"/>
                      <a:pt x="7822" y="12394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2" y="5251"/>
                    </a:cubicBezTo>
                    <a:cubicBezTo>
                      <a:pt x="7787" y="4393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59" y="12894"/>
                    </a:moveTo>
                    <a:cubicBezTo>
                      <a:pt x="18717" y="12894"/>
                      <a:pt x="20503" y="12394"/>
                      <a:pt x="21681" y="11394"/>
                    </a:cubicBezTo>
                    <a:cubicBezTo>
                      <a:pt x="22860" y="10394"/>
                      <a:pt x="23431" y="9215"/>
                      <a:pt x="23431" y="7858"/>
                    </a:cubicBezTo>
                    <a:cubicBezTo>
                      <a:pt x="23431" y="6501"/>
                      <a:pt x="22860" y="5322"/>
                      <a:pt x="21753" y="4358"/>
                    </a:cubicBezTo>
                    <a:cubicBezTo>
                      <a:pt x="20645" y="3393"/>
                      <a:pt x="18931" y="2929"/>
                      <a:pt x="16609" y="2929"/>
                    </a:cubicBezTo>
                    <a:cubicBezTo>
                      <a:pt x="14073" y="2929"/>
                      <a:pt x="12216" y="3429"/>
                      <a:pt x="11037" y="4393"/>
                    </a:cubicBezTo>
                    <a:cubicBezTo>
                      <a:pt x="9858" y="5358"/>
                      <a:pt x="9251" y="6572"/>
                      <a:pt x="9251" y="8001"/>
                    </a:cubicBezTo>
                    <a:cubicBezTo>
                      <a:pt x="9251" y="9430"/>
                      <a:pt x="9823" y="10573"/>
                      <a:pt x="10966" y="11501"/>
                    </a:cubicBezTo>
                    <a:cubicBezTo>
                      <a:pt x="12108" y="12430"/>
                      <a:pt x="13894" y="12894"/>
                      <a:pt x="16359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5" name="Freeform: Shape 12164">
                <a:extLst>
                  <a:ext uri="{FF2B5EF4-FFF2-40B4-BE49-F238E27FC236}">
                    <a16:creationId xmlns:a16="http://schemas.microsoft.com/office/drawing/2014/main" id="{5D0F24EC-1933-6253-1BD8-16A0521C2EA0}"/>
                  </a:ext>
                </a:extLst>
              </p:cNvPr>
              <p:cNvSpPr/>
              <p:nvPr/>
            </p:nvSpPr>
            <p:spPr>
              <a:xfrm>
                <a:off x="3464903" y="2580429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1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6" name="Freeform: Shape 12165">
                <a:extLst>
                  <a:ext uri="{FF2B5EF4-FFF2-40B4-BE49-F238E27FC236}">
                    <a16:creationId xmlns:a16="http://schemas.microsoft.com/office/drawing/2014/main" id="{E9944E8D-951E-126C-42A5-F4CF92207BC6}"/>
                  </a:ext>
                </a:extLst>
              </p:cNvPr>
              <p:cNvSpPr/>
              <p:nvPr/>
            </p:nvSpPr>
            <p:spPr>
              <a:xfrm>
                <a:off x="3450402" y="2524919"/>
                <a:ext cx="56121" cy="43814"/>
              </a:xfrm>
              <a:custGeom>
                <a:avLst/>
                <a:gdLst>
                  <a:gd name="csX0" fmla="*/ 25575 w 25574"/>
                  <a:gd name="csY0" fmla="*/ 20074 h 20073"/>
                  <a:gd name="csX1" fmla="*/ 0 w 25574"/>
                  <a:gd name="csY1" fmla="*/ 20074 h 20073"/>
                  <a:gd name="csX2" fmla="*/ 0 w 25574"/>
                  <a:gd name="csY2" fmla="*/ 16681 h 20073"/>
                  <a:gd name="csX3" fmla="*/ 10501 w 25574"/>
                  <a:gd name="csY3" fmla="*/ 16681 h 20073"/>
                  <a:gd name="csX4" fmla="*/ 10501 w 25574"/>
                  <a:gd name="csY4" fmla="*/ 3393 h 20073"/>
                  <a:gd name="csX5" fmla="*/ 0 w 25574"/>
                  <a:gd name="csY5" fmla="*/ 3393 h 20073"/>
                  <a:gd name="csX6" fmla="*/ 0 w 25574"/>
                  <a:gd name="csY6" fmla="*/ 0 h 20073"/>
                  <a:gd name="csX7" fmla="*/ 25575 w 25574"/>
                  <a:gd name="csY7" fmla="*/ 0 h 20073"/>
                  <a:gd name="csX8" fmla="*/ 25575 w 25574"/>
                  <a:gd name="csY8" fmla="*/ 3393 h 20073"/>
                  <a:gd name="csX9" fmla="*/ 13502 w 25574"/>
                  <a:gd name="csY9" fmla="*/ 3393 h 20073"/>
                  <a:gd name="csX10" fmla="*/ 13502 w 25574"/>
                  <a:gd name="csY10" fmla="*/ 16681 h 20073"/>
                  <a:gd name="csX11" fmla="*/ 25575 w 25574"/>
                  <a:gd name="csY11" fmla="*/ 16681 h 20073"/>
                  <a:gd name="csX12" fmla="*/ 25575 w 25574"/>
                  <a:gd name="csY12" fmla="*/ 20074 h 200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5574" h="20073">
                    <a:moveTo>
                      <a:pt x="25575" y="20074"/>
                    </a:moveTo>
                    <a:lnTo>
                      <a:pt x="0" y="20074"/>
                    </a:lnTo>
                    <a:lnTo>
                      <a:pt x="0" y="16681"/>
                    </a:lnTo>
                    <a:lnTo>
                      <a:pt x="10501" y="16681"/>
                    </a:lnTo>
                    <a:lnTo>
                      <a:pt x="10501" y="3393"/>
                    </a:lnTo>
                    <a:lnTo>
                      <a:pt x="0" y="339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393"/>
                    </a:lnTo>
                    <a:lnTo>
                      <a:pt x="13502" y="3393"/>
                    </a:lnTo>
                    <a:lnTo>
                      <a:pt x="13502" y="16681"/>
                    </a:lnTo>
                    <a:lnTo>
                      <a:pt x="25575" y="16681"/>
                    </a:lnTo>
                    <a:lnTo>
                      <a:pt x="25575" y="2007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7" name="Freeform: Shape 12166">
                <a:extLst>
                  <a:ext uri="{FF2B5EF4-FFF2-40B4-BE49-F238E27FC236}">
                    <a16:creationId xmlns:a16="http://schemas.microsoft.com/office/drawing/2014/main" id="{ACEB2ED9-7AB9-A5E7-9718-04B90620A447}"/>
                  </a:ext>
                </a:extLst>
              </p:cNvPr>
              <p:cNvSpPr/>
              <p:nvPr/>
            </p:nvSpPr>
            <p:spPr>
              <a:xfrm>
                <a:off x="3465842" y="2480634"/>
                <a:ext cx="40681" cy="37033"/>
              </a:xfrm>
              <a:custGeom>
                <a:avLst/>
                <a:gdLst>
                  <a:gd name="csX0" fmla="*/ 18538 w 18538"/>
                  <a:gd name="csY0" fmla="*/ 9930 h 16966"/>
                  <a:gd name="csX1" fmla="*/ 0 w 18538"/>
                  <a:gd name="csY1" fmla="*/ 16966 h 16966"/>
                  <a:gd name="csX2" fmla="*/ 0 w 18538"/>
                  <a:gd name="csY2" fmla="*/ 13645 h 16966"/>
                  <a:gd name="csX3" fmla="*/ 11108 w 18538"/>
                  <a:gd name="csY3" fmla="*/ 9680 h 16966"/>
                  <a:gd name="csX4" fmla="*/ 14823 w 18538"/>
                  <a:gd name="csY4" fmla="*/ 8501 h 16966"/>
                  <a:gd name="csX5" fmla="*/ 11287 w 18538"/>
                  <a:gd name="csY5" fmla="*/ 7322 h 16966"/>
                  <a:gd name="csX6" fmla="*/ 0 w 18538"/>
                  <a:gd name="csY6" fmla="*/ 3215 h 16966"/>
                  <a:gd name="csX7" fmla="*/ 0 w 18538"/>
                  <a:gd name="csY7" fmla="*/ 0 h 16966"/>
                  <a:gd name="csX8" fmla="*/ 18538 w 18538"/>
                  <a:gd name="csY8" fmla="*/ 7001 h 16966"/>
                  <a:gd name="csX9" fmla="*/ 18538 w 18538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8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7" y="8858"/>
                      <a:pt x="14823" y="8501"/>
                    </a:cubicBezTo>
                    <a:cubicBezTo>
                      <a:pt x="13859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69" name="Freeform: Shape 12168">
                <a:extLst>
                  <a:ext uri="{FF2B5EF4-FFF2-40B4-BE49-F238E27FC236}">
                    <a16:creationId xmlns:a16="http://schemas.microsoft.com/office/drawing/2014/main" id="{9983321D-F094-E831-7353-619CE1245A32}"/>
                  </a:ext>
                </a:extLst>
              </p:cNvPr>
              <p:cNvSpPr/>
              <p:nvPr/>
            </p:nvSpPr>
            <p:spPr>
              <a:xfrm>
                <a:off x="3512637" y="2579883"/>
                <a:ext cx="56121" cy="51144"/>
              </a:xfrm>
              <a:custGeom>
                <a:avLst/>
                <a:gdLst>
                  <a:gd name="csX0" fmla="*/ 25575 w 25574"/>
                  <a:gd name="csY0" fmla="*/ 13538 h 23431"/>
                  <a:gd name="csX1" fmla="*/ 0 w 25574"/>
                  <a:gd name="csY1" fmla="*/ 23431 h 23431"/>
                  <a:gd name="csX2" fmla="*/ 0 w 25574"/>
                  <a:gd name="csY2" fmla="*/ 19753 h 23431"/>
                  <a:gd name="csX3" fmla="*/ 18574 w 25574"/>
                  <a:gd name="csY3" fmla="*/ 13109 h 23431"/>
                  <a:gd name="csX4" fmla="*/ 22753 w 25574"/>
                  <a:gd name="csY4" fmla="*/ 11752 h 23431"/>
                  <a:gd name="csX5" fmla="*/ 18574 w 25574"/>
                  <a:gd name="csY5" fmla="*/ 10359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8"/>
                    </a:moveTo>
                    <a:lnTo>
                      <a:pt x="0" y="23431"/>
                    </a:lnTo>
                    <a:lnTo>
                      <a:pt x="0" y="19753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2"/>
                    </a:cubicBezTo>
                    <a:cubicBezTo>
                      <a:pt x="21360" y="11359"/>
                      <a:pt x="19967" y="10894"/>
                      <a:pt x="18574" y="10359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0" name="Freeform: Shape 12169">
                <a:extLst>
                  <a:ext uri="{FF2B5EF4-FFF2-40B4-BE49-F238E27FC236}">
                    <a16:creationId xmlns:a16="http://schemas.microsoft.com/office/drawing/2014/main" id="{5E15335F-0199-7607-26B5-9A9692DB8847}"/>
                  </a:ext>
                </a:extLst>
              </p:cNvPr>
              <p:cNvSpPr/>
              <p:nvPr/>
            </p:nvSpPr>
            <p:spPr>
              <a:xfrm>
                <a:off x="3526982" y="2543554"/>
                <a:ext cx="42404" cy="33525"/>
              </a:xfrm>
              <a:custGeom>
                <a:avLst/>
                <a:gdLst>
                  <a:gd name="csX0" fmla="*/ 13502 w 19323"/>
                  <a:gd name="csY0" fmla="*/ 15323 h 15359"/>
                  <a:gd name="csX1" fmla="*/ 13002 w 19323"/>
                  <a:gd name="csY1" fmla="*/ 12216 h 15359"/>
                  <a:gd name="csX2" fmla="*/ 15859 w 19323"/>
                  <a:gd name="csY2" fmla="*/ 10751 h 15359"/>
                  <a:gd name="csX3" fmla="*/ 16859 w 19323"/>
                  <a:gd name="csY3" fmla="*/ 7430 h 15359"/>
                  <a:gd name="csX4" fmla="*/ 15966 w 19323"/>
                  <a:gd name="csY4" fmla="*/ 4215 h 15359"/>
                  <a:gd name="csX5" fmla="*/ 13895 w 19323"/>
                  <a:gd name="csY5" fmla="*/ 3179 h 15359"/>
                  <a:gd name="csX6" fmla="*/ 12216 w 19323"/>
                  <a:gd name="csY6" fmla="*/ 4108 h 15359"/>
                  <a:gd name="csX7" fmla="*/ 11144 w 19323"/>
                  <a:gd name="csY7" fmla="*/ 7322 h 15359"/>
                  <a:gd name="csX8" fmla="*/ 9608 w 19323"/>
                  <a:gd name="csY8" fmla="*/ 12109 h 15359"/>
                  <a:gd name="csX9" fmla="*/ 7858 w 19323"/>
                  <a:gd name="csY9" fmla="*/ 14144 h 15359"/>
                  <a:gd name="csX10" fmla="*/ 5358 w 19323"/>
                  <a:gd name="csY10" fmla="*/ 14859 h 15359"/>
                  <a:gd name="csX11" fmla="*/ 3072 w 19323"/>
                  <a:gd name="csY11" fmla="*/ 14288 h 15359"/>
                  <a:gd name="csX12" fmla="*/ 1322 w 19323"/>
                  <a:gd name="csY12" fmla="*/ 12752 h 15359"/>
                  <a:gd name="csX13" fmla="*/ 393 w 19323"/>
                  <a:gd name="csY13" fmla="*/ 10751 h 15359"/>
                  <a:gd name="csX14" fmla="*/ 0 w 19323"/>
                  <a:gd name="csY14" fmla="*/ 8037 h 15359"/>
                  <a:gd name="csX15" fmla="*/ 643 w 19323"/>
                  <a:gd name="csY15" fmla="*/ 4215 h 15359"/>
                  <a:gd name="csX16" fmla="*/ 2322 w 19323"/>
                  <a:gd name="csY16" fmla="*/ 1786 h 15359"/>
                  <a:gd name="csX17" fmla="*/ 5179 w 19323"/>
                  <a:gd name="csY17" fmla="*/ 714 h 15359"/>
                  <a:gd name="csX18" fmla="*/ 5608 w 19323"/>
                  <a:gd name="csY18" fmla="*/ 3786 h 15359"/>
                  <a:gd name="csX19" fmla="*/ 3358 w 19323"/>
                  <a:gd name="csY19" fmla="*/ 5000 h 15359"/>
                  <a:gd name="csX20" fmla="*/ 2572 w 19323"/>
                  <a:gd name="csY20" fmla="*/ 7822 h 15359"/>
                  <a:gd name="csX21" fmla="*/ 3286 w 19323"/>
                  <a:gd name="csY21" fmla="*/ 10894 h 15359"/>
                  <a:gd name="csX22" fmla="*/ 4965 w 19323"/>
                  <a:gd name="csY22" fmla="*/ 11823 h 15359"/>
                  <a:gd name="csX23" fmla="*/ 6072 w 19323"/>
                  <a:gd name="csY23" fmla="*/ 11430 h 15359"/>
                  <a:gd name="csX24" fmla="*/ 6894 w 19323"/>
                  <a:gd name="csY24" fmla="*/ 10216 h 15359"/>
                  <a:gd name="csX25" fmla="*/ 7680 w 19323"/>
                  <a:gd name="csY25" fmla="*/ 7465 h 15359"/>
                  <a:gd name="csX26" fmla="*/ 9144 w 19323"/>
                  <a:gd name="csY26" fmla="*/ 2822 h 15359"/>
                  <a:gd name="csX27" fmla="*/ 10787 w 19323"/>
                  <a:gd name="csY27" fmla="*/ 750 h 15359"/>
                  <a:gd name="csX28" fmla="*/ 13466 w 19323"/>
                  <a:gd name="csY28" fmla="*/ 0 h 15359"/>
                  <a:gd name="csX29" fmla="*/ 16431 w 19323"/>
                  <a:gd name="csY29" fmla="*/ 893 h 15359"/>
                  <a:gd name="csX30" fmla="*/ 18574 w 19323"/>
                  <a:gd name="csY30" fmla="*/ 3536 h 15359"/>
                  <a:gd name="csX31" fmla="*/ 19324 w 19323"/>
                  <a:gd name="csY31" fmla="*/ 7430 h 15359"/>
                  <a:gd name="csX32" fmla="*/ 17824 w 19323"/>
                  <a:gd name="csY32" fmla="*/ 12930 h 15359"/>
                  <a:gd name="csX33" fmla="*/ 13359 w 19323"/>
                  <a:gd name="csY33" fmla="*/ 15359 h 153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19323" h="15359">
                    <a:moveTo>
                      <a:pt x="13502" y="15323"/>
                    </a:moveTo>
                    <a:lnTo>
                      <a:pt x="13002" y="12216"/>
                    </a:lnTo>
                    <a:cubicBezTo>
                      <a:pt x="14252" y="12037"/>
                      <a:pt x="15180" y="11537"/>
                      <a:pt x="15859" y="10751"/>
                    </a:cubicBezTo>
                    <a:cubicBezTo>
                      <a:pt x="16502" y="9965"/>
                      <a:pt x="16859" y="8858"/>
                      <a:pt x="16859" y="7430"/>
                    </a:cubicBezTo>
                    <a:cubicBezTo>
                      <a:pt x="16859" y="6001"/>
                      <a:pt x="16574" y="4929"/>
                      <a:pt x="15966" y="4215"/>
                    </a:cubicBezTo>
                    <a:cubicBezTo>
                      <a:pt x="15395" y="3500"/>
                      <a:pt x="14680" y="3179"/>
                      <a:pt x="13895" y="3179"/>
                    </a:cubicBezTo>
                    <a:cubicBezTo>
                      <a:pt x="13180" y="3179"/>
                      <a:pt x="12609" y="3500"/>
                      <a:pt x="12216" y="4108"/>
                    </a:cubicBezTo>
                    <a:cubicBezTo>
                      <a:pt x="11930" y="4536"/>
                      <a:pt x="11573" y="5608"/>
                      <a:pt x="11144" y="7322"/>
                    </a:cubicBezTo>
                    <a:cubicBezTo>
                      <a:pt x="10573" y="9608"/>
                      <a:pt x="10073" y="11216"/>
                      <a:pt x="9608" y="12109"/>
                    </a:cubicBezTo>
                    <a:cubicBezTo>
                      <a:pt x="9180" y="13002"/>
                      <a:pt x="8608" y="13680"/>
                      <a:pt x="7858" y="14144"/>
                    </a:cubicBezTo>
                    <a:cubicBezTo>
                      <a:pt x="7108" y="14609"/>
                      <a:pt x="6287" y="14859"/>
                      <a:pt x="5358" y="14859"/>
                    </a:cubicBezTo>
                    <a:cubicBezTo>
                      <a:pt x="4536" y="14859"/>
                      <a:pt x="3750" y="14680"/>
                      <a:pt x="3072" y="14288"/>
                    </a:cubicBezTo>
                    <a:cubicBezTo>
                      <a:pt x="2358" y="13895"/>
                      <a:pt x="1786" y="13395"/>
                      <a:pt x="1322" y="12752"/>
                    </a:cubicBezTo>
                    <a:cubicBezTo>
                      <a:pt x="964" y="12252"/>
                      <a:pt x="643" y="11609"/>
                      <a:pt x="393" y="10751"/>
                    </a:cubicBezTo>
                    <a:cubicBezTo>
                      <a:pt x="143" y="9930"/>
                      <a:pt x="0" y="9001"/>
                      <a:pt x="0" y="8037"/>
                    </a:cubicBezTo>
                    <a:cubicBezTo>
                      <a:pt x="0" y="6572"/>
                      <a:pt x="214" y="5286"/>
                      <a:pt x="643" y="4215"/>
                    </a:cubicBezTo>
                    <a:cubicBezTo>
                      <a:pt x="1072" y="3108"/>
                      <a:pt x="1607" y="2286"/>
                      <a:pt x="2322" y="1786"/>
                    </a:cubicBezTo>
                    <a:cubicBezTo>
                      <a:pt x="3036" y="1286"/>
                      <a:pt x="4000" y="893"/>
                      <a:pt x="5179" y="714"/>
                    </a:cubicBezTo>
                    <a:lnTo>
                      <a:pt x="5608" y="3786"/>
                    </a:lnTo>
                    <a:cubicBezTo>
                      <a:pt x="4643" y="3929"/>
                      <a:pt x="3893" y="4322"/>
                      <a:pt x="3358" y="5000"/>
                    </a:cubicBezTo>
                    <a:cubicBezTo>
                      <a:pt x="2822" y="5679"/>
                      <a:pt x="2572" y="6608"/>
                      <a:pt x="2572" y="7822"/>
                    </a:cubicBezTo>
                    <a:cubicBezTo>
                      <a:pt x="2572" y="9251"/>
                      <a:pt x="2822" y="10287"/>
                      <a:pt x="3286" y="10894"/>
                    </a:cubicBezTo>
                    <a:cubicBezTo>
                      <a:pt x="3750" y="11501"/>
                      <a:pt x="4322" y="11823"/>
                      <a:pt x="4965" y="11823"/>
                    </a:cubicBezTo>
                    <a:cubicBezTo>
                      <a:pt x="5358" y="11823"/>
                      <a:pt x="5715" y="11680"/>
                      <a:pt x="6072" y="11430"/>
                    </a:cubicBezTo>
                    <a:cubicBezTo>
                      <a:pt x="6394" y="11180"/>
                      <a:pt x="6679" y="10787"/>
                      <a:pt x="6894" y="10216"/>
                    </a:cubicBezTo>
                    <a:cubicBezTo>
                      <a:pt x="7001" y="9894"/>
                      <a:pt x="7287" y="9001"/>
                      <a:pt x="7680" y="7465"/>
                    </a:cubicBezTo>
                    <a:cubicBezTo>
                      <a:pt x="8287" y="5251"/>
                      <a:pt x="8751" y="3715"/>
                      <a:pt x="9144" y="2822"/>
                    </a:cubicBezTo>
                    <a:cubicBezTo>
                      <a:pt x="9537" y="1929"/>
                      <a:pt x="10073" y="1250"/>
                      <a:pt x="10787" y="750"/>
                    </a:cubicBezTo>
                    <a:cubicBezTo>
                      <a:pt x="11502" y="250"/>
                      <a:pt x="12395" y="0"/>
                      <a:pt x="13466" y="0"/>
                    </a:cubicBezTo>
                    <a:cubicBezTo>
                      <a:pt x="14538" y="0"/>
                      <a:pt x="15502" y="321"/>
                      <a:pt x="16431" y="893"/>
                    </a:cubicBezTo>
                    <a:cubicBezTo>
                      <a:pt x="17359" y="1500"/>
                      <a:pt x="18074" y="2393"/>
                      <a:pt x="18574" y="3536"/>
                    </a:cubicBezTo>
                    <a:cubicBezTo>
                      <a:pt x="19074" y="4679"/>
                      <a:pt x="19324" y="6001"/>
                      <a:pt x="19324" y="7430"/>
                    </a:cubicBezTo>
                    <a:cubicBezTo>
                      <a:pt x="19324" y="9823"/>
                      <a:pt x="18824" y="11680"/>
                      <a:pt x="17824" y="12930"/>
                    </a:cubicBezTo>
                    <a:cubicBezTo>
                      <a:pt x="16824" y="14216"/>
                      <a:pt x="15323" y="15002"/>
                      <a:pt x="13359" y="153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1" name="Freeform: Shape 12170">
                <a:extLst>
                  <a:ext uri="{FF2B5EF4-FFF2-40B4-BE49-F238E27FC236}">
                    <a16:creationId xmlns:a16="http://schemas.microsoft.com/office/drawing/2014/main" id="{E83F4415-1389-EF17-6AEA-5041192065F0}"/>
                  </a:ext>
                </a:extLst>
              </p:cNvPr>
              <p:cNvSpPr/>
              <p:nvPr/>
            </p:nvSpPr>
            <p:spPr>
              <a:xfrm>
                <a:off x="3526982" y="2504570"/>
                <a:ext cx="42404" cy="33525"/>
              </a:xfrm>
              <a:custGeom>
                <a:avLst/>
                <a:gdLst>
                  <a:gd name="csX0" fmla="*/ 13502 w 19323"/>
                  <a:gd name="csY0" fmla="*/ 15323 h 15359"/>
                  <a:gd name="csX1" fmla="*/ 13002 w 19323"/>
                  <a:gd name="csY1" fmla="*/ 12216 h 15359"/>
                  <a:gd name="csX2" fmla="*/ 15859 w 19323"/>
                  <a:gd name="csY2" fmla="*/ 10751 h 15359"/>
                  <a:gd name="csX3" fmla="*/ 16859 w 19323"/>
                  <a:gd name="csY3" fmla="*/ 7430 h 15359"/>
                  <a:gd name="csX4" fmla="*/ 15966 w 19323"/>
                  <a:gd name="csY4" fmla="*/ 4215 h 15359"/>
                  <a:gd name="csX5" fmla="*/ 13895 w 19323"/>
                  <a:gd name="csY5" fmla="*/ 3179 h 15359"/>
                  <a:gd name="csX6" fmla="*/ 12216 w 19323"/>
                  <a:gd name="csY6" fmla="*/ 4108 h 15359"/>
                  <a:gd name="csX7" fmla="*/ 11144 w 19323"/>
                  <a:gd name="csY7" fmla="*/ 7322 h 15359"/>
                  <a:gd name="csX8" fmla="*/ 9608 w 19323"/>
                  <a:gd name="csY8" fmla="*/ 12109 h 15359"/>
                  <a:gd name="csX9" fmla="*/ 7858 w 19323"/>
                  <a:gd name="csY9" fmla="*/ 14144 h 15359"/>
                  <a:gd name="csX10" fmla="*/ 5358 w 19323"/>
                  <a:gd name="csY10" fmla="*/ 14859 h 15359"/>
                  <a:gd name="csX11" fmla="*/ 3072 w 19323"/>
                  <a:gd name="csY11" fmla="*/ 14288 h 15359"/>
                  <a:gd name="csX12" fmla="*/ 1322 w 19323"/>
                  <a:gd name="csY12" fmla="*/ 12752 h 15359"/>
                  <a:gd name="csX13" fmla="*/ 393 w 19323"/>
                  <a:gd name="csY13" fmla="*/ 10751 h 15359"/>
                  <a:gd name="csX14" fmla="*/ 0 w 19323"/>
                  <a:gd name="csY14" fmla="*/ 8037 h 15359"/>
                  <a:gd name="csX15" fmla="*/ 643 w 19323"/>
                  <a:gd name="csY15" fmla="*/ 4215 h 15359"/>
                  <a:gd name="csX16" fmla="*/ 2322 w 19323"/>
                  <a:gd name="csY16" fmla="*/ 1786 h 15359"/>
                  <a:gd name="csX17" fmla="*/ 5179 w 19323"/>
                  <a:gd name="csY17" fmla="*/ 714 h 15359"/>
                  <a:gd name="csX18" fmla="*/ 5608 w 19323"/>
                  <a:gd name="csY18" fmla="*/ 3786 h 15359"/>
                  <a:gd name="csX19" fmla="*/ 3358 w 19323"/>
                  <a:gd name="csY19" fmla="*/ 5000 h 15359"/>
                  <a:gd name="csX20" fmla="*/ 2572 w 19323"/>
                  <a:gd name="csY20" fmla="*/ 7822 h 15359"/>
                  <a:gd name="csX21" fmla="*/ 3286 w 19323"/>
                  <a:gd name="csY21" fmla="*/ 10894 h 15359"/>
                  <a:gd name="csX22" fmla="*/ 4965 w 19323"/>
                  <a:gd name="csY22" fmla="*/ 11823 h 15359"/>
                  <a:gd name="csX23" fmla="*/ 6072 w 19323"/>
                  <a:gd name="csY23" fmla="*/ 11430 h 15359"/>
                  <a:gd name="csX24" fmla="*/ 6894 w 19323"/>
                  <a:gd name="csY24" fmla="*/ 10216 h 15359"/>
                  <a:gd name="csX25" fmla="*/ 7680 w 19323"/>
                  <a:gd name="csY25" fmla="*/ 7465 h 15359"/>
                  <a:gd name="csX26" fmla="*/ 9144 w 19323"/>
                  <a:gd name="csY26" fmla="*/ 2822 h 15359"/>
                  <a:gd name="csX27" fmla="*/ 10787 w 19323"/>
                  <a:gd name="csY27" fmla="*/ 750 h 15359"/>
                  <a:gd name="csX28" fmla="*/ 13466 w 19323"/>
                  <a:gd name="csY28" fmla="*/ 0 h 15359"/>
                  <a:gd name="csX29" fmla="*/ 16431 w 19323"/>
                  <a:gd name="csY29" fmla="*/ 893 h 15359"/>
                  <a:gd name="csX30" fmla="*/ 18574 w 19323"/>
                  <a:gd name="csY30" fmla="*/ 3536 h 15359"/>
                  <a:gd name="csX31" fmla="*/ 19324 w 19323"/>
                  <a:gd name="csY31" fmla="*/ 7430 h 15359"/>
                  <a:gd name="csX32" fmla="*/ 17824 w 19323"/>
                  <a:gd name="csY32" fmla="*/ 12930 h 15359"/>
                  <a:gd name="csX33" fmla="*/ 13359 w 19323"/>
                  <a:gd name="csY33" fmla="*/ 15359 h 153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19323" h="15359">
                    <a:moveTo>
                      <a:pt x="13502" y="15323"/>
                    </a:moveTo>
                    <a:lnTo>
                      <a:pt x="13002" y="12216"/>
                    </a:lnTo>
                    <a:cubicBezTo>
                      <a:pt x="14252" y="12037"/>
                      <a:pt x="15180" y="11537"/>
                      <a:pt x="15859" y="10751"/>
                    </a:cubicBezTo>
                    <a:cubicBezTo>
                      <a:pt x="16502" y="9965"/>
                      <a:pt x="16859" y="8858"/>
                      <a:pt x="16859" y="7430"/>
                    </a:cubicBezTo>
                    <a:cubicBezTo>
                      <a:pt x="16859" y="6001"/>
                      <a:pt x="16574" y="4929"/>
                      <a:pt x="15966" y="4215"/>
                    </a:cubicBezTo>
                    <a:cubicBezTo>
                      <a:pt x="15395" y="3500"/>
                      <a:pt x="14680" y="3179"/>
                      <a:pt x="13895" y="3179"/>
                    </a:cubicBezTo>
                    <a:cubicBezTo>
                      <a:pt x="13180" y="3179"/>
                      <a:pt x="12609" y="3500"/>
                      <a:pt x="12216" y="4108"/>
                    </a:cubicBezTo>
                    <a:cubicBezTo>
                      <a:pt x="11930" y="4536"/>
                      <a:pt x="11573" y="5608"/>
                      <a:pt x="11144" y="7322"/>
                    </a:cubicBezTo>
                    <a:cubicBezTo>
                      <a:pt x="10573" y="9608"/>
                      <a:pt x="10073" y="11216"/>
                      <a:pt x="9608" y="12109"/>
                    </a:cubicBezTo>
                    <a:cubicBezTo>
                      <a:pt x="9180" y="13002"/>
                      <a:pt x="8608" y="13680"/>
                      <a:pt x="7858" y="14144"/>
                    </a:cubicBezTo>
                    <a:cubicBezTo>
                      <a:pt x="7108" y="14609"/>
                      <a:pt x="6287" y="14859"/>
                      <a:pt x="5358" y="14859"/>
                    </a:cubicBezTo>
                    <a:cubicBezTo>
                      <a:pt x="4536" y="14859"/>
                      <a:pt x="3750" y="14680"/>
                      <a:pt x="3072" y="14288"/>
                    </a:cubicBezTo>
                    <a:cubicBezTo>
                      <a:pt x="2358" y="13895"/>
                      <a:pt x="1786" y="13395"/>
                      <a:pt x="1322" y="12752"/>
                    </a:cubicBezTo>
                    <a:cubicBezTo>
                      <a:pt x="964" y="12252"/>
                      <a:pt x="643" y="11609"/>
                      <a:pt x="393" y="10751"/>
                    </a:cubicBezTo>
                    <a:cubicBezTo>
                      <a:pt x="143" y="9930"/>
                      <a:pt x="0" y="9001"/>
                      <a:pt x="0" y="8037"/>
                    </a:cubicBezTo>
                    <a:cubicBezTo>
                      <a:pt x="0" y="6572"/>
                      <a:pt x="214" y="5286"/>
                      <a:pt x="643" y="4215"/>
                    </a:cubicBezTo>
                    <a:cubicBezTo>
                      <a:pt x="1072" y="3108"/>
                      <a:pt x="1607" y="2286"/>
                      <a:pt x="2322" y="1786"/>
                    </a:cubicBezTo>
                    <a:cubicBezTo>
                      <a:pt x="3036" y="1286"/>
                      <a:pt x="4000" y="893"/>
                      <a:pt x="5179" y="714"/>
                    </a:cubicBezTo>
                    <a:lnTo>
                      <a:pt x="5608" y="3786"/>
                    </a:lnTo>
                    <a:cubicBezTo>
                      <a:pt x="4643" y="3929"/>
                      <a:pt x="3893" y="4322"/>
                      <a:pt x="3358" y="5000"/>
                    </a:cubicBezTo>
                    <a:cubicBezTo>
                      <a:pt x="2822" y="5679"/>
                      <a:pt x="2572" y="6608"/>
                      <a:pt x="2572" y="7822"/>
                    </a:cubicBezTo>
                    <a:cubicBezTo>
                      <a:pt x="2572" y="9251"/>
                      <a:pt x="2822" y="10287"/>
                      <a:pt x="3286" y="10894"/>
                    </a:cubicBezTo>
                    <a:cubicBezTo>
                      <a:pt x="3750" y="11501"/>
                      <a:pt x="4322" y="11823"/>
                      <a:pt x="4965" y="11823"/>
                    </a:cubicBezTo>
                    <a:cubicBezTo>
                      <a:pt x="5358" y="11823"/>
                      <a:pt x="5715" y="11680"/>
                      <a:pt x="6072" y="11430"/>
                    </a:cubicBezTo>
                    <a:cubicBezTo>
                      <a:pt x="6394" y="11180"/>
                      <a:pt x="6679" y="10787"/>
                      <a:pt x="6894" y="10216"/>
                    </a:cubicBezTo>
                    <a:cubicBezTo>
                      <a:pt x="7001" y="9894"/>
                      <a:pt x="7287" y="9001"/>
                      <a:pt x="7680" y="7465"/>
                    </a:cubicBezTo>
                    <a:cubicBezTo>
                      <a:pt x="8287" y="5251"/>
                      <a:pt x="8751" y="3715"/>
                      <a:pt x="9144" y="2822"/>
                    </a:cubicBezTo>
                    <a:cubicBezTo>
                      <a:pt x="9537" y="1929"/>
                      <a:pt x="10073" y="1250"/>
                      <a:pt x="10787" y="750"/>
                    </a:cubicBezTo>
                    <a:cubicBezTo>
                      <a:pt x="11502" y="250"/>
                      <a:pt x="12395" y="0"/>
                      <a:pt x="13466" y="0"/>
                    </a:cubicBezTo>
                    <a:cubicBezTo>
                      <a:pt x="14538" y="0"/>
                      <a:pt x="15502" y="321"/>
                      <a:pt x="16431" y="893"/>
                    </a:cubicBezTo>
                    <a:cubicBezTo>
                      <a:pt x="17359" y="1500"/>
                      <a:pt x="18074" y="2393"/>
                      <a:pt x="18574" y="3536"/>
                    </a:cubicBezTo>
                    <a:cubicBezTo>
                      <a:pt x="19074" y="4679"/>
                      <a:pt x="19324" y="6001"/>
                      <a:pt x="19324" y="7430"/>
                    </a:cubicBezTo>
                    <a:cubicBezTo>
                      <a:pt x="19324" y="9823"/>
                      <a:pt x="18824" y="11680"/>
                      <a:pt x="17824" y="12930"/>
                    </a:cubicBezTo>
                    <a:cubicBezTo>
                      <a:pt x="16824" y="14216"/>
                      <a:pt x="15323" y="15002"/>
                      <a:pt x="13359" y="153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2" name="Freeform: Shape 12171">
                <a:extLst>
                  <a:ext uri="{FF2B5EF4-FFF2-40B4-BE49-F238E27FC236}">
                    <a16:creationId xmlns:a16="http://schemas.microsoft.com/office/drawing/2014/main" id="{03894830-8B73-BA66-DCC3-1115F6D5F5EA}"/>
                  </a:ext>
                </a:extLst>
              </p:cNvPr>
              <p:cNvSpPr/>
              <p:nvPr/>
            </p:nvSpPr>
            <p:spPr>
              <a:xfrm>
                <a:off x="3513892" y="2480400"/>
                <a:ext cx="55417" cy="19647"/>
              </a:xfrm>
              <a:custGeom>
                <a:avLst/>
                <a:gdLst>
                  <a:gd name="csX0" fmla="*/ 22181 w 25253"/>
                  <a:gd name="csY0" fmla="*/ 429 h 9001"/>
                  <a:gd name="csX1" fmla="*/ 24967 w 25253"/>
                  <a:gd name="csY1" fmla="*/ 0 h 9001"/>
                  <a:gd name="csX2" fmla="*/ 25253 w 25253"/>
                  <a:gd name="csY2" fmla="*/ 2358 h 9001"/>
                  <a:gd name="csX3" fmla="*/ 24717 w 25253"/>
                  <a:gd name="csY3" fmla="*/ 5001 h 9001"/>
                  <a:gd name="csX4" fmla="*/ 23289 w 25253"/>
                  <a:gd name="csY4" fmla="*/ 6322 h 9001"/>
                  <a:gd name="csX5" fmla="*/ 19574 w 25253"/>
                  <a:gd name="csY5" fmla="*/ 6715 h 9001"/>
                  <a:gd name="csX6" fmla="*/ 8930 w 25253"/>
                  <a:gd name="csY6" fmla="*/ 6715 h 9001"/>
                  <a:gd name="csX7" fmla="*/ 8930 w 25253"/>
                  <a:gd name="csY7" fmla="*/ 9001 h 9001"/>
                  <a:gd name="csX8" fmla="*/ 6465 w 25253"/>
                  <a:gd name="csY8" fmla="*/ 9001 h 9001"/>
                  <a:gd name="csX9" fmla="*/ 6465 w 25253"/>
                  <a:gd name="csY9" fmla="*/ 6715 h 9001"/>
                  <a:gd name="csX10" fmla="*/ 1893 w 25253"/>
                  <a:gd name="csY10" fmla="*/ 6715 h 9001"/>
                  <a:gd name="csX11" fmla="*/ 0 w 25253"/>
                  <a:gd name="csY11" fmla="*/ 3572 h 9001"/>
                  <a:gd name="csX12" fmla="*/ 6465 w 25253"/>
                  <a:gd name="csY12" fmla="*/ 3572 h 9001"/>
                  <a:gd name="csX13" fmla="*/ 6465 w 25253"/>
                  <a:gd name="csY13" fmla="*/ 429 h 9001"/>
                  <a:gd name="csX14" fmla="*/ 8930 w 25253"/>
                  <a:gd name="csY14" fmla="*/ 429 h 9001"/>
                  <a:gd name="csX15" fmla="*/ 8930 w 25253"/>
                  <a:gd name="csY15" fmla="*/ 3572 h 9001"/>
                  <a:gd name="csX16" fmla="*/ 19752 w 25253"/>
                  <a:gd name="csY16" fmla="*/ 3572 h 9001"/>
                  <a:gd name="csX17" fmla="*/ 21467 w 25253"/>
                  <a:gd name="csY17" fmla="*/ 3393 h 9001"/>
                  <a:gd name="csX18" fmla="*/ 22074 w 25253"/>
                  <a:gd name="csY18" fmla="*/ 2858 h 9001"/>
                  <a:gd name="csX19" fmla="*/ 22324 w 25253"/>
                  <a:gd name="csY19" fmla="*/ 1786 h 9001"/>
                  <a:gd name="csX20" fmla="*/ 22181 w 25253"/>
                  <a:gd name="csY20" fmla="*/ 393 h 9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253" h="9001">
                    <a:moveTo>
                      <a:pt x="22181" y="429"/>
                    </a:moveTo>
                    <a:lnTo>
                      <a:pt x="24967" y="0"/>
                    </a:lnTo>
                    <a:cubicBezTo>
                      <a:pt x="25146" y="893"/>
                      <a:pt x="25253" y="1679"/>
                      <a:pt x="25253" y="2358"/>
                    </a:cubicBezTo>
                    <a:cubicBezTo>
                      <a:pt x="25253" y="3501"/>
                      <a:pt x="25075" y="4358"/>
                      <a:pt x="24717" y="5001"/>
                    </a:cubicBezTo>
                    <a:cubicBezTo>
                      <a:pt x="24360" y="5608"/>
                      <a:pt x="23896" y="6072"/>
                      <a:pt x="23289" y="6322"/>
                    </a:cubicBezTo>
                    <a:cubicBezTo>
                      <a:pt x="22717" y="6572"/>
                      <a:pt x="21467" y="6715"/>
                      <a:pt x="19574" y="6715"/>
                    </a:cubicBezTo>
                    <a:lnTo>
                      <a:pt x="8930" y="6715"/>
                    </a:lnTo>
                    <a:lnTo>
                      <a:pt x="8930" y="9001"/>
                    </a:lnTo>
                    <a:lnTo>
                      <a:pt x="6465" y="9001"/>
                    </a:lnTo>
                    <a:lnTo>
                      <a:pt x="6465" y="6715"/>
                    </a:lnTo>
                    <a:lnTo>
                      <a:pt x="1893" y="6715"/>
                    </a:lnTo>
                    <a:lnTo>
                      <a:pt x="0" y="3572"/>
                    </a:lnTo>
                    <a:lnTo>
                      <a:pt x="6465" y="3572"/>
                    </a:lnTo>
                    <a:lnTo>
                      <a:pt x="6465" y="429"/>
                    </a:lnTo>
                    <a:lnTo>
                      <a:pt x="8930" y="429"/>
                    </a:lnTo>
                    <a:lnTo>
                      <a:pt x="8930" y="3572"/>
                    </a:lnTo>
                    <a:lnTo>
                      <a:pt x="19752" y="3572"/>
                    </a:lnTo>
                    <a:cubicBezTo>
                      <a:pt x="20645" y="3572"/>
                      <a:pt x="21217" y="3501"/>
                      <a:pt x="21467" y="3393"/>
                    </a:cubicBezTo>
                    <a:cubicBezTo>
                      <a:pt x="21717" y="3286"/>
                      <a:pt x="21896" y="3108"/>
                      <a:pt x="22074" y="2858"/>
                    </a:cubicBezTo>
                    <a:cubicBezTo>
                      <a:pt x="22217" y="2608"/>
                      <a:pt x="22324" y="2250"/>
                      <a:pt x="22324" y="1786"/>
                    </a:cubicBezTo>
                    <a:cubicBezTo>
                      <a:pt x="22324" y="1429"/>
                      <a:pt x="22288" y="964"/>
                      <a:pt x="22181" y="393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4" name="Freeform: Shape 12173">
                <a:extLst>
                  <a:ext uri="{FF2B5EF4-FFF2-40B4-BE49-F238E27FC236}">
                    <a16:creationId xmlns:a16="http://schemas.microsoft.com/office/drawing/2014/main" id="{6BDB78F5-390C-8DBC-D4A1-9DBD670BF855}"/>
                  </a:ext>
                </a:extLst>
              </p:cNvPr>
              <p:cNvSpPr/>
              <p:nvPr/>
            </p:nvSpPr>
            <p:spPr>
              <a:xfrm>
                <a:off x="3574875" y="2575518"/>
                <a:ext cx="56121" cy="51144"/>
              </a:xfrm>
              <a:custGeom>
                <a:avLst/>
                <a:gdLst>
                  <a:gd name="csX0" fmla="*/ 25575 w 25574"/>
                  <a:gd name="csY0" fmla="*/ 13538 h 23431"/>
                  <a:gd name="csX1" fmla="*/ 0 w 25574"/>
                  <a:gd name="csY1" fmla="*/ 23431 h 23431"/>
                  <a:gd name="csX2" fmla="*/ 0 w 25574"/>
                  <a:gd name="csY2" fmla="*/ 19753 h 23431"/>
                  <a:gd name="csX3" fmla="*/ 18574 w 25574"/>
                  <a:gd name="csY3" fmla="*/ 13109 h 23431"/>
                  <a:gd name="csX4" fmla="*/ 22753 w 25574"/>
                  <a:gd name="csY4" fmla="*/ 11752 h 23431"/>
                  <a:gd name="csX5" fmla="*/ 18574 w 25574"/>
                  <a:gd name="csY5" fmla="*/ 10359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8"/>
                    </a:moveTo>
                    <a:lnTo>
                      <a:pt x="0" y="23431"/>
                    </a:lnTo>
                    <a:lnTo>
                      <a:pt x="0" y="19753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2"/>
                    </a:cubicBezTo>
                    <a:cubicBezTo>
                      <a:pt x="21360" y="11359"/>
                      <a:pt x="19967" y="10894"/>
                      <a:pt x="18574" y="10359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5" name="Freeform: Shape 12174">
                <a:extLst>
                  <a:ext uri="{FF2B5EF4-FFF2-40B4-BE49-F238E27FC236}">
                    <a16:creationId xmlns:a16="http://schemas.microsoft.com/office/drawing/2014/main" id="{A83D2299-811F-6DD8-7D7C-2B8016CE25C0}"/>
                  </a:ext>
                </a:extLst>
              </p:cNvPr>
              <p:cNvSpPr/>
              <p:nvPr/>
            </p:nvSpPr>
            <p:spPr>
              <a:xfrm>
                <a:off x="3574875" y="2537160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3 w 26003"/>
                  <a:gd name="csY5" fmla="*/ 16109 h 16109"/>
                  <a:gd name="csX6" fmla="*/ 11287 w 26003"/>
                  <a:gd name="csY6" fmla="*/ 15180 h 16109"/>
                  <a:gd name="csX7" fmla="*/ 7822 w 26003"/>
                  <a:gd name="csY7" fmla="*/ 12394 h 16109"/>
                  <a:gd name="csX8" fmla="*/ 6608 w 26003"/>
                  <a:gd name="csY8" fmla="*/ 8251 h 16109"/>
                  <a:gd name="csX9" fmla="*/ 7323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59 w 26003"/>
                  <a:gd name="csY15" fmla="*/ 12894 h 16109"/>
                  <a:gd name="csX16" fmla="*/ 21681 w 26003"/>
                  <a:gd name="csY16" fmla="*/ 11394 h 16109"/>
                  <a:gd name="csX17" fmla="*/ 23431 w 26003"/>
                  <a:gd name="csY17" fmla="*/ 7858 h 16109"/>
                  <a:gd name="csX18" fmla="*/ 21753 w 26003"/>
                  <a:gd name="csY18" fmla="*/ 4358 h 16109"/>
                  <a:gd name="csX19" fmla="*/ 16609 w 26003"/>
                  <a:gd name="csY19" fmla="*/ 2929 h 16109"/>
                  <a:gd name="csX20" fmla="*/ 11037 w 26003"/>
                  <a:gd name="csY20" fmla="*/ 4393 h 16109"/>
                  <a:gd name="csX21" fmla="*/ 9251 w 26003"/>
                  <a:gd name="csY21" fmla="*/ 8001 h 16109"/>
                  <a:gd name="csX22" fmla="*/ 10966 w 26003"/>
                  <a:gd name="csY22" fmla="*/ 11501 h 16109"/>
                  <a:gd name="csX23" fmla="*/ 16359 w 26003"/>
                  <a:gd name="csY23" fmla="*/ 12894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1" y="10966"/>
                      <a:pt x="24789" y="12216"/>
                    </a:cubicBezTo>
                    <a:cubicBezTo>
                      <a:pt x="23967" y="13466"/>
                      <a:pt x="22824" y="14430"/>
                      <a:pt x="21360" y="15073"/>
                    </a:cubicBezTo>
                    <a:cubicBezTo>
                      <a:pt x="19895" y="15752"/>
                      <a:pt x="18217" y="16109"/>
                      <a:pt x="16323" y="16109"/>
                    </a:cubicBezTo>
                    <a:cubicBezTo>
                      <a:pt x="14431" y="16109"/>
                      <a:pt x="12787" y="15788"/>
                      <a:pt x="11287" y="15180"/>
                    </a:cubicBezTo>
                    <a:cubicBezTo>
                      <a:pt x="9787" y="14573"/>
                      <a:pt x="8608" y="13645"/>
                      <a:pt x="7822" y="12394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3" y="5251"/>
                    </a:cubicBezTo>
                    <a:cubicBezTo>
                      <a:pt x="7787" y="4393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59" y="12894"/>
                    </a:moveTo>
                    <a:cubicBezTo>
                      <a:pt x="18717" y="12894"/>
                      <a:pt x="20503" y="12394"/>
                      <a:pt x="21681" y="11394"/>
                    </a:cubicBezTo>
                    <a:cubicBezTo>
                      <a:pt x="22860" y="10394"/>
                      <a:pt x="23431" y="9215"/>
                      <a:pt x="23431" y="7858"/>
                    </a:cubicBezTo>
                    <a:cubicBezTo>
                      <a:pt x="23431" y="6501"/>
                      <a:pt x="22860" y="5322"/>
                      <a:pt x="21753" y="4358"/>
                    </a:cubicBezTo>
                    <a:cubicBezTo>
                      <a:pt x="20646" y="3393"/>
                      <a:pt x="18931" y="2929"/>
                      <a:pt x="16609" y="2929"/>
                    </a:cubicBezTo>
                    <a:cubicBezTo>
                      <a:pt x="14073" y="2929"/>
                      <a:pt x="12216" y="3429"/>
                      <a:pt x="11037" y="4393"/>
                    </a:cubicBezTo>
                    <a:cubicBezTo>
                      <a:pt x="9858" y="5358"/>
                      <a:pt x="9251" y="6572"/>
                      <a:pt x="9251" y="8001"/>
                    </a:cubicBezTo>
                    <a:cubicBezTo>
                      <a:pt x="9251" y="9430"/>
                      <a:pt x="9823" y="10573"/>
                      <a:pt x="10966" y="11501"/>
                    </a:cubicBezTo>
                    <a:cubicBezTo>
                      <a:pt x="12109" y="12430"/>
                      <a:pt x="13895" y="12894"/>
                      <a:pt x="16359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6" name="Freeform: Shape 12175">
                <a:extLst>
                  <a:ext uri="{FF2B5EF4-FFF2-40B4-BE49-F238E27FC236}">
                    <a16:creationId xmlns:a16="http://schemas.microsoft.com/office/drawing/2014/main" id="{77ED9102-75C9-CDAE-4C04-53EF907BBCF8}"/>
                  </a:ext>
                </a:extLst>
              </p:cNvPr>
              <p:cNvSpPr/>
              <p:nvPr/>
            </p:nvSpPr>
            <p:spPr>
              <a:xfrm>
                <a:off x="3607327" y="2508156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7" name="Freeform: Shape 12176">
                <a:extLst>
                  <a:ext uri="{FF2B5EF4-FFF2-40B4-BE49-F238E27FC236}">
                    <a16:creationId xmlns:a16="http://schemas.microsoft.com/office/drawing/2014/main" id="{E0EB022F-260D-B380-314A-477431B550DC}"/>
                  </a:ext>
                </a:extLst>
              </p:cNvPr>
              <p:cNvSpPr/>
              <p:nvPr/>
            </p:nvSpPr>
            <p:spPr>
              <a:xfrm>
                <a:off x="3589376" y="2478687"/>
                <a:ext cx="41620" cy="21985"/>
              </a:xfrm>
              <a:custGeom>
                <a:avLst/>
                <a:gdLst>
                  <a:gd name="csX0" fmla="*/ 18967 w 18966"/>
                  <a:gd name="csY0" fmla="*/ 10073 h 10072"/>
                  <a:gd name="csX1" fmla="*/ 429 w 18966"/>
                  <a:gd name="csY1" fmla="*/ 10073 h 10072"/>
                  <a:gd name="csX2" fmla="*/ 429 w 18966"/>
                  <a:gd name="csY2" fmla="*/ 7251 h 10072"/>
                  <a:gd name="csX3" fmla="*/ 3250 w 18966"/>
                  <a:gd name="csY3" fmla="*/ 7251 h 10072"/>
                  <a:gd name="csX4" fmla="*/ 643 w 18966"/>
                  <a:gd name="csY4" fmla="*/ 5251 h 10072"/>
                  <a:gd name="csX5" fmla="*/ 0 w 18966"/>
                  <a:gd name="csY5" fmla="*/ 3250 h 10072"/>
                  <a:gd name="csX6" fmla="*/ 1036 w 18966"/>
                  <a:gd name="csY6" fmla="*/ 0 h 10072"/>
                  <a:gd name="csX7" fmla="*/ 3965 w 18966"/>
                  <a:gd name="csY7" fmla="*/ 1072 h 10072"/>
                  <a:gd name="csX8" fmla="*/ 3286 w 18966"/>
                  <a:gd name="csY8" fmla="*/ 3358 h 10072"/>
                  <a:gd name="csX9" fmla="*/ 3893 w 18966"/>
                  <a:gd name="csY9" fmla="*/ 5215 h 10072"/>
                  <a:gd name="csX10" fmla="*/ 5608 w 18966"/>
                  <a:gd name="csY10" fmla="*/ 6394 h 10072"/>
                  <a:gd name="csX11" fmla="*/ 9287 w 18966"/>
                  <a:gd name="csY11" fmla="*/ 6929 h 10072"/>
                  <a:gd name="csX12" fmla="*/ 18967 w 18966"/>
                  <a:gd name="csY12" fmla="*/ 6929 h 10072"/>
                  <a:gd name="csX13" fmla="*/ 18967 w 18966"/>
                  <a:gd name="csY13" fmla="*/ 10073 h 100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966" h="10072">
                    <a:moveTo>
                      <a:pt x="18967" y="10073"/>
                    </a:moveTo>
                    <a:lnTo>
                      <a:pt x="429" y="10073"/>
                    </a:lnTo>
                    <a:lnTo>
                      <a:pt x="429" y="7251"/>
                    </a:lnTo>
                    <a:lnTo>
                      <a:pt x="3250" y="7251"/>
                    </a:lnTo>
                    <a:cubicBezTo>
                      <a:pt x="1929" y="6537"/>
                      <a:pt x="1072" y="5858"/>
                      <a:pt x="643" y="5251"/>
                    </a:cubicBezTo>
                    <a:cubicBezTo>
                      <a:pt x="214" y="4643"/>
                      <a:pt x="0" y="3965"/>
                      <a:pt x="0" y="3250"/>
                    </a:cubicBezTo>
                    <a:cubicBezTo>
                      <a:pt x="0" y="2179"/>
                      <a:pt x="357" y="1107"/>
                      <a:pt x="1036" y="0"/>
                    </a:cubicBezTo>
                    <a:lnTo>
                      <a:pt x="3965" y="1072"/>
                    </a:lnTo>
                    <a:cubicBezTo>
                      <a:pt x="3500" y="1822"/>
                      <a:pt x="3286" y="2607"/>
                      <a:pt x="3286" y="3358"/>
                    </a:cubicBezTo>
                    <a:cubicBezTo>
                      <a:pt x="3286" y="4036"/>
                      <a:pt x="3500" y="4643"/>
                      <a:pt x="3893" y="5215"/>
                    </a:cubicBezTo>
                    <a:cubicBezTo>
                      <a:pt x="4322" y="5786"/>
                      <a:pt x="4893" y="6179"/>
                      <a:pt x="5608" y="6394"/>
                    </a:cubicBezTo>
                    <a:cubicBezTo>
                      <a:pt x="6715" y="6751"/>
                      <a:pt x="7965" y="6929"/>
                      <a:pt x="9287" y="6929"/>
                    </a:cubicBezTo>
                    <a:lnTo>
                      <a:pt x="18967" y="6929"/>
                    </a:lnTo>
                    <a:lnTo>
                      <a:pt x="18967" y="1007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79" name="Freeform: Shape 12178">
                <a:extLst>
                  <a:ext uri="{FF2B5EF4-FFF2-40B4-BE49-F238E27FC236}">
                    <a16:creationId xmlns:a16="http://schemas.microsoft.com/office/drawing/2014/main" id="{8B12BDB5-F337-D36B-9445-10B715153409}"/>
                  </a:ext>
                </a:extLst>
              </p:cNvPr>
              <p:cNvSpPr/>
              <p:nvPr/>
            </p:nvSpPr>
            <p:spPr>
              <a:xfrm>
                <a:off x="3637191" y="2519227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0" name="Freeform: Shape 12179">
                <a:extLst>
                  <a:ext uri="{FF2B5EF4-FFF2-40B4-BE49-F238E27FC236}">
                    <a16:creationId xmlns:a16="http://schemas.microsoft.com/office/drawing/2014/main" id="{36B33BC1-B52C-700A-B845-2024AC70642E}"/>
                  </a:ext>
                </a:extLst>
              </p:cNvPr>
              <p:cNvSpPr/>
              <p:nvPr/>
            </p:nvSpPr>
            <p:spPr>
              <a:xfrm>
                <a:off x="3652631" y="2480712"/>
                <a:ext cx="40681" cy="37033"/>
              </a:xfrm>
              <a:custGeom>
                <a:avLst/>
                <a:gdLst>
                  <a:gd name="csX0" fmla="*/ 18538 w 18538"/>
                  <a:gd name="csY0" fmla="*/ 9930 h 16966"/>
                  <a:gd name="csX1" fmla="*/ 0 w 18538"/>
                  <a:gd name="csY1" fmla="*/ 16966 h 16966"/>
                  <a:gd name="csX2" fmla="*/ 0 w 18538"/>
                  <a:gd name="csY2" fmla="*/ 13645 h 16966"/>
                  <a:gd name="csX3" fmla="*/ 11108 w 18538"/>
                  <a:gd name="csY3" fmla="*/ 9680 h 16966"/>
                  <a:gd name="csX4" fmla="*/ 14823 w 18538"/>
                  <a:gd name="csY4" fmla="*/ 8501 h 16966"/>
                  <a:gd name="csX5" fmla="*/ 11287 w 18538"/>
                  <a:gd name="csY5" fmla="*/ 7322 h 16966"/>
                  <a:gd name="csX6" fmla="*/ 0 w 18538"/>
                  <a:gd name="csY6" fmla="*/ 3215 h 16966"/>
                  <a:gd name="csX7" fmla="*/ 0 w 18538"/>
                  <a:gd name="csY7" fmla="*/ 0 h 16966"/>
                  <a:gd name="csX8" fmla="*/ 18538 w 18538"/>
                  <a:gd name="csY8" fmla="*/ 7001 h 16966"/>
                  <a:gd name="csX9" fmla="*/ 18538 w 18538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8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7" y="8858"/>
                      <a:pt x="14823" y="8501"/>
                    </a:cubicBezTo>
                    <a:cubicBezTo>
                      <a:pt x="13859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2" name="Freeform: Shape 12181">
                <a:extLst>
                  <a:ext uri="{FF2B5EF4-FFF2-40B4-BE49-F238E27FC236}">
                    <a16:creationId xmlns:a16="http://schemas.microsoft.com/office/drawing/2014/main" id="{BB402462-19F3-0ACA-451A-3F26F7B02E98}"/>
                  </a:ext>
                </a:extLst>
              </p:cNvPr>
              <p:cNvSpPr/>
              <p:nvPr/>
            </p:nvSpPr>
            <p:spPr>
              <a:xfrm>
                <a:off x="3713927" y="2632511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0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1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7" y="357"/>
                      <a:pt x="4500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1"/>
                      <a:pt x="4858" y="3501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3" name="Freeform: Shape 12182">
                <a:extLst>
                  <a:ext uri="{FF2B5EF4-FFF2-40B4-BE49-F238E27FC236}">
                    <a16:creationId xmlns:a16="http://schemas.microsoft.com/office/drawing/2014/main" id="{F7A48D4D-6DE4-C09D-529A-81D582CDC8F8}"/>
                  </a:ext>
                </a:extLst>
              </p:cNvPr>
              <p:cNvSpPr/>
              <p:nvPr/>
            </p:nvSpPr>
            <p:spPr>
              <a:xfrm>
                <a:off x="3699426" y="2578558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6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0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6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4" name="Freeform: Shape 12183">
                <a:extLst>
                  <a:ext uri="{FF2B5EF4-FFF2-40B4-BE49-F238E27FC236}">
                    <a16:creationId xmlns:a16="http://schemas.microsoft.com/office/drawing/2014/main" id="{7C01C237-0B8A-7754-3286-168C017642FA}"/>
                  </a:ext>
                </a:extLst>
              </p:cNvPr>
              <p:cNvSpPr/>
              <p:nvPr/>
            </p:nvSpPr>
            <p:spPr>
              <a:xfrm>
                <a:off x="3699426" y="2526556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6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0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6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5" name="Freeform: Shape 12184">
                <a:extLst>
                  <a:ext uri="{FF2B5EF4-FFF2-40B4-BE49-F238E27FC236}">
                    <a16:creationId xmlns:a16="http://schemas.microsoft.com/office/drawing/2014/main" id="{1D34C239-450D-4BAC-2384-D0794E3D06C1}"/>
                  </a:ext>
                </a:extLst>
              </p:cNvPr>
              <p:cNvSpPr/>
              <p:nvPr/>
            </p:nvSpPr>
            <p:spPr>
              <a:xfrm>
                <a:off x="3713851" y="2483131"/>
                <a:ext cx="42641" cy="37111"/>
              </a:xfrm>
              <a:custGeom>
                <a:avLst/>
                <a:gdLst>
                  <a:gd name="csX0" fmla="*/ 16716 w 19431"/>
                  <a:gd name="csY0" fmla="*/ 3858 h 17002"/>
                  <a:gd name="csX1" fmla="*/ 18824 w 19431"/>
                  <a:gd name="csY1" fmla="*/ 7215 h 17002"/>
                  <a:gd name="csX2" fmla="*/ 19431 w 19431"/>
                  <a:gd name="csY2" fmla="*/ 10680 h 17002"/>
                  <a:gd name="csX3" fmla="*/ 17931 w 19431"/>
                  <a:gd name="csY3" fmla="*/ 15359 h 17002"/>
                  <a:gd name="csX4" fmla="*/ 14109 w 19431"/>
                  <a:gd name="csY4" fmla="*/ 17002 h 17002"/>
                  <a:gd name="csX5" fmla="*/ 11609 w 19431"/>
                  <a:gd name="csY5" fmla="*/ 16395 h 17002"/>
                  <a:gd name="csX6" fmla="*/ 9787 w 19431"/>
                  <a:gd name="csY6" fmla="*/ 14788 h 17002"/>
                  <a:gd name="csX7" fmla="*/ 8751 w 19431"/>
                  <a:gd name="csY7" fmla="*/ 12537 h 17002"/>
                  <a:gd name="csX8" fmla="*/ 8287 w 19431"/>
                  <a:gd name="csY8" fmla="*/ 9751 h 17002"/>
                  <a:gd name="csX9" fmla="*/ 7215 w 19431"/>
                  <a:gd name="csY9" fmla="*/ 4143 h 17002"/>
                  <a:gd name="csX10" fmla="*/ 6394 w 19431"/>
                  <a:gd name="csY10" fmla="*/ 4143 h 17002"/>
                  <a:gd name="csX11" fmla="*/ 3679 w 19431"/>
                  <a:gd name="csY11" fmla="*/ 5036 h 17002"/>
                  <a:gd name="csX12" fmla="*/ 2607 w 19431"/>
                  <a:gd name="csY12" fmla="*/ 8608 h 17002"/>
                  <a:gd name="csX13" fmla="*/ 3358 w 19431"/>
                  <a:gd name="csY13" fmla="*/ 11894 h 17002"/>
                  <a:gd name="csX14" fmla="*/ 6108 w 19431"/>
                  <a:gd name="csY14" fmla="*/ 13466 h 17002"/>
                  <a:gd name="csX15" fmla="*/ 5679 w 19431"/>
                  <a:gd name="csY15" fmla="*/ 16538 h 17002"/>
                  <a:gd name="csX16" fmla="*/ 2500 w 19431"/>
                  <a:gd name="csY16" fmla="*/ 15145 h 17002"/>
                  <a:gd name="csX17" fmla="*/ 643 w 19431"/>
                  <a:gd name="csY17" fmla="*/ 12359 h 17002"/>
                  <a:gd name="csX18" fmla="*/ 0 w 19431"/>
                  <a:gd name="csY18" fmla="*/ 8144 h 17002"/>
                  <a:gd name="csX19" fmla="*/ 571 w 19431"/>
                  <a:gd name="csY19" fmla="*/ 4286 h 17002"/>
                  <a:gd name="csX20" fmla="*/ 1964 w 19431"/>
                  <a:gd name="csY20" fmla="*/ 2107 h 17002"/>
                  <a:gd name="csX21" fmla="*/ 4108 w 19431"/>
                  <a:gd name="csY21" fmla="*/ 1143 h 17002"/>
                  <a:gd name="csX22" fmla="*/ 7001 w 19431"/>
                  <a:gd name="csY22" fmla="*/ 964 h 17002"/>
                  <a:gd name="csX23" fmla="*/ 11180 w 19431"/>
                  <a:gd name="csY23" fmla="*/ 964 h 17002"/>
                  <a:gd name="csX24" fmla="*/ 16716 w 19431"/>
                  <a:gd name="csY24" fmla="*/ 786 h 17002"/>
                  <a:gd name="csX25" fmla="*/ 18931 w 19431"/>
                  <a:gd name="csY25" fmla="*/ 0 h 17002"/>
                  <a:gd name="csX26" fmla="*/ 18931 w 19431"/>
                  <a:gd name="csY26" fmla="*/ 3286 h 17002"/>
                  <a:gd name="csX27" fmla="*/ 16645 w 19431"/>
                  <a:gd name="csY27" fmla="*/ 3929 h 17002"/>
                  <a:gd name="csX28" fmla="*/ 9715 w 19431"/>
                  <a:gd name="csY28" fmla="*/ 4143 h 17002"/>
                  <a:gd name="csX29" fmla="*/ 10894 w 19431"/>
                  <a:gd name="csY29" fmla="*/ 9251 h 17002"/>
                  <a:gd name="csX30" fmla="*/ 11537 w 19431"/>
                  <a:gd name="csY30" fmla="*/ 12001 h 17002"/>
                  <a:gd name="csX31" fmla="*/ 12573 w 19431"/>
                  <a:gd name="csY31" fmla="*/ 13252 h 17002"/>
                  <a:gd name="csX32" fmla="*/ 14073 w 19431"/>
                  <a:gd name="csY32" fmla="*/ 13680 h 17002"/>
                  <a:gd name="csX33" fmla="*/ 16180 w 19431"/>
                  <a:gd name="csY33" fmla="*/ 12716 h 17002"/>
                  <a:gd name="csX34" fmla="*/ 17002 w 19431"/>
                  <a:gd name="csY34" fmla="*/ 9930 h 17002"/>
                  <a:gd name="csX35" fmla="*/ 16216 w 19431"/>
                  <a:gd name="csY35" fmla="*/ 6715 h 17002"/>
                  <a:gd name="csX36" fmla="*/ 14037 w 19431"/>
                  <a:gd name="csY36" fmla="*/ 4643 h 17002"/>
                  <a:gd name="csX37" fmla="*/ 10894 w 19431"/>
                  <a:gd name="csY37" fmla="*/ 4143 h 17002"/>
                  <a:gd name="csX38" fmla="*/ 9751 w 19431"/>
                  <a:gd name="csY38" fmla="*/ 4143 h 17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</a:cxnLst>
                <a:rect l="l" t="t" r="r" b="b"/>
                <a:pathLst>
                  <a:path w="19431" h="17002">
                    <a:moveTo>
                      <a:pt x="16716" y="3858"/>
                    </a:moveTo>
                    <a:cubicBezTo>
                      <a:pt x="17716" y="5000"/>
                      <a:pt x="18395" y="6144"/>
                      <a:pt x="18824" y="7215"/>
                    </a:cubicBezTo>
                    <a:cubicBezTo>
                      <a:pt x="19217" y="8287"/>
                      <a:pt x="19431" y="9430"/>
                      <a:pt x="19431" y="10680"/>
                    </a:cubicBezTo>
                    <a:cubicBezTo>
                      <a:pt x="19431" y="12716"/>
                      <a:pt x="18931" y="14288"/>
                      <a:pt x="17931" y="15359"/>
                    </a:cubicBezTo>
                    <a:cubicBezTo>
                      <a:pt x="16931" y="16431"/>
                      <a:pt x="15680" y="17002"/>
                      <a:pt x="14109" y="17002"/>
                    </a:cubicBezTo>
                    <a:cubicBezTo>
                      <a:pt x="13216" y="17002"/>
                      <a:pt x="12394" y="16823"/>
                      <a:pt x="11609" y="16395"/>
                    </a:cubicBezTo>
                    <a:cubicBezTo>
                      <a:pt x="10858" y="16002"/>
                      <a:pt x="10251" y="15431"/>
                      <a:pt x="9787" y="14788"/>
                    </a:cubicBezTo>
                    <a:cubicBezTo>
                      <a:pt x="9358" y="14109"/>
                      <a:pt x="9001" y="13359"/>
                      <a:pt x="8751" y="12537"/>
                    </a:cubicBezTo>
                    <a:cubicBezTo>
                      <a:pt x="8572" y="11930"/>
                      <a:pt x="8430" y="11001"/>
                      <a:pt x="8287" y="9751"/>
                    </a:cubicBezTo>
                    <a:cubicBezTo>
                      <a:pt x="7965" y="7215"/>
                      <a:pt x="7644" y="5358"/>
                      <a:pt x="7215" y="4143"/>
                    </a:cubicBezTo>
                    <a:cubicBezTo>
                      <a:pt x="6786" y="4143"/>
                      <a:pt x="6501" y="4143"/>
                      <a:pt x="6394" y="4143"/>
                    </a:cubicBezTo>
                    <a:cubicBezTo>
                      <a:pt x="5108" y="4143"/>
                      <a:pt x="4215" y="4465"/>
                      <a:pt x="3679" y="5036"/>
                    </a:cubicBezTo>
                    <a:cubicBezTo>
                      <a:pt x="2964" y="5858"/>
                      <a:pt x="2607" y="7036"/>
                      <a:pt x="2607" y="8608"/>
                    </a:cubicBezTo>
                    <a:cubicBezTo>
                      <a:pt x="2607" y="10073"/>
                      <a:pt x="2857" y="11180"/>
                      <a:pt x="3358" y="11894"/>
                    </a:cubicBezTo>
                    <a:cubicBezTo>
                      <a:pt x="3857" y="12609"/>
                      <a:pt x="4786" y="13109"/>
                      <a:pt x="6108" y="13466"/>
                    </a:cubicBezTo>
                    <a:lnTo>
                      <a:pt x="5679" y="16538"/>
                    </a:lnTo>
                    <a:cubicBezTo>
                      <a:pt x="4358" y="16252"/>
                      <a:pt x="3322" y="15788"/>
                      <a:pt x="2500" y="15145"/>
                    </a:cubicBezTo>
                    <a:cubicBezTo>
                      <a:pt x="1679" y="14502"/>
                      <a:pt x="1072" y="13573"/>
                      <a:pt x="643" y="12359"/>
                    </a:cubicBezTo>
                    <a:cubicBezTo>
                      <a:pt x="214" y="11144"/>
                      <a:pt x="0" y="9751"/>
                      <a:pt x="0" y="8144"/>
                    </a:cubicBezTo>
                    <a:cubicBezTo>
                      <a:pt x="0" y="6537"/>
                      <a:pt x="179" y="5286"/>
                      <a:pt x="571" y="4286"/>
                    </a:cubicBezTo>
                    <a:cubicBezTo>
                      <a:pt x="964" y="3286"/>
                      <a:pt x="1429" y="2572"/>
                      <a:pt x="1964" y="2107"/>
                    </a:cubicBezTo>
                    <a:cubicBezTo>
                      <a:pt x="2536" y="1643"/>
                      <a:pt x="3250" y="1322"/>
                      <a:pt x="4108" y="1143"/>
                    </a:cubicBezTo>
                    <a:cubicBezTo>
                      <a:pt x="4643" y="1036"/>
                      <a:pt x="5608" y="964"/>
                      <a:pt x="7001" y="964"/>
                    </a:cubicBezTo>
                    <a:lnTo>
                      <a:pt x="11180" y="964"/>
                    </a:lnTo>
                    <a:cubicBezTo>
                      <a:pt x="14109" y="964"/>
                      <a:pt x="15930" y="893"/>
                      <a:pt x="16716" y="786"/>
                    </a:cubicBezTo>
                    <a:cubicBezTo>
                      <a:pt x="17466" y="643"/>
                      <a:pt x="18216" y="393"/>
                      <a:pt x="18931" y="0"/>
                    </a:cubicBezTo>
                    <a:lnTo>
                      <a:pt x="18931" y="3286"/>
                    </a:lnTo>
                    <a:cubicBezTo>
                      <a:pt x="18288" y="3608"/>
                      <a:pt x="17538" y="3822"/>
                      <a:pt x="16645" y="3929"/>
                    </a:cubicBezTo>
                    <a:moveTo>
                      <a:pt x="9715" y="4143"/>
                    </a:moveTo>
                    <a:cubicBezTo>
                      <a:pt x="10180" y="5286"/>
                      <a:pt x="10573" y="7001"/>
                      <a:pt x="10894" y="9251"/>
                    </a:cubicBezTo>
                    <a:cubicBezTo>
                      <a:pt x="11073" y="10537"/>
                      <a:pt x="11287" y="11466"/>
                      <a:pt x="11537" y="12001"/>
                    </a:cubicBezTo>
                    <a:cubicBezTo>
                      <a:pt x="11751" y="12537"/>
                      <a:pt x="12108" y="12966"/>
                      <a:pt x="12573" y="13252"/>
                    </a:cubicBezTo>
                    <a:cubicBezTo>
                      <a:pt x="13037" y="13537"/>
                      <a:pt x="13537" y="13680"/>
                      <a:pt x="14073" y="13680"/>
                    </a:cubicBezTo>
                    <a:cubicBezTo>
                      <a:pt x="14895" y="13680"/>
                      <a:pt x="15609" y="13359"/>
                      <a:pt x="16180" y="12716"/>
                    </a:cubicBezTo>
                    <a:cubicBezTo>
                      <a:pt x="16752" y="12073"/>
                      <a:pt x="17002" y="11180"/>
                      <a:pt x="17002" y="9930"/>
                    </a:cubicBezTo>
                    <a:cubicBezTo>
                      <a:pt x="17002" y="8680"/>
                      <a:pt x="16752" y="7644"/>
                      <a:pt x="16216" y="6715"/>
                    </a:cubicBezTo>
                    <a:cubicBezTo>
                      <a:pt x="15680" y="5751"/>
                      <a:pt x="14966" y="5072"/>
                      <a:pt x="14037" y="4643"/>
                    </a:cubicBezTo>
                    <a:cubicBezTo>
                      <a:pt x="13323" y="4322"/>
                      <a:pt x="12287" y="4143"/>
                      <a:pt x="10894" y="4143"/>
                    </a:cubicBezTo>
                    <a:lnTo>
                      <a:pt x="9751" y="4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7" name="Freeform: Shape 12186">
                <a:extLst>
                  <a:ext uri="{FF2B5EF4-FFF2-40B4-BE49-F238E27FC236}">
                    <a16:creationId xmlns:a16="http://schemas.microsoft.com/office/drawing/2014/main" id="{A6EE9823-B043-D64C-3FB7-BA11C8920769}"/>
                  </a:ext>
                </a:extLst>
              </p:cNvPr>
              <p:cNvSpPr/>
              <p:nvPr/>
            </p:nvSpPr>
            <p:spPr>
              <a:xfrm>
                <a:off x="3776244" y="2658394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30" y="3143"/>
                      <a:pt x="5465" y="3251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8" name="Freeform: Shape 12187">
                <a:extLst>
                  <a:ext uri="{FF2B5EF4-FFF2-40B4-BE49-F238E27FC236}">
                    <a16:creationId xmlns:a16="http://schemas.microsoft.com/office/drawing/2014/main" id="{17EC2303-218F-E4FC-6466-9AC230F42113}"/>
                  </a:ext>
                </a:extLst>
              </p:cNvPr>
              <p:cNvSpPr/>
              <p:nvPr/>
            </p:nvSpPr>
            <p:spPr>
              <a:xfrm>
                <a:off x="3761743" y="2593840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0 w 25610"/>
                  <a:gd name="csY8" fmla="*/ 0 h 24431"/>
                  <a:gd name="csX9" fmla="*/ 25610 w 25610"/>
                  <a:gd name="csY9" fmla="*/ 3250 h 24431"/>
                  <a:gd name="csX10" fmla="*/ 4215 w 25610"/>
                  <a:gd name="csY10" fmla="*/ 3250 h 24431"/>
                  <a:gd name="csX11" fmla="*/ 25610 w 25610"/>
                  <a:gd name="csY11" fmla="*/ 10680 h 24431"/>
                  <a:gd name="csX12" fmla="*/ 25610 w 25610"/>
                  <a:gd name="csY12" fmla="*/ 13716 h 24431"/>
                  <a:gd name="csX13" fmla="*/ 3858 w 25610"/>
                  <a:gd name="csY13" fmla="*/ 21110 h 24431"/>
                  <a:gd name="csX14" fmla="*/ 25610 w 25610"/>
                  <a:gd name="csY14" fmla="*/ 21110 h 24431"/>
                  <a:gd name="csX15" fmla="*/ 25610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0" y="0"/>
                    </a:lnTo>
                    <a:lnTo>
                      <a:pt x="25610" y="3250"/>
                    </a:lnTo>
                    <a:lnTo>
                      <a:pt x="4215" y="3250"/>
                    </a:lnTo>
                    <a:lnTo>
                      <a:pt x="25610" y="10680"/>
                    </a:lnTo>
                    <a:lnTo>
                      <a:pt x="25610" y="13716"/>
                    </a:lnTo>
                    <a:lnTo>
                      <a:pt x="3858" y="21110"/>
                    </a:lnTo>
                    <a:lnTo>
                      <a:pt x="25610" y="21110"/>
                    </a:lnTo>
                    <a:lnTo>
                      <a:pt x="25610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89" name="Freeform: Shape 12188">
                <a:extLst>
                  <a:ext uri="{FF2B5EF4-FFF2-40B4-BE49-F238E27FC236}">
                    <a16:creationId xmlns:a16="http://schemas.microsoft.com/office/drawing/2014/main" id="{F9F79ABD-5687-7C4C-2F6C-0C33A31795B3}"/>
                  </a:ext>
                </a:extLst>
              </p:cNvPr>
              <p:cNvSpPr/>
              <p:nvPr/>
            </p:nvSpPr>
            <p:spPr>
              <a:xfrm>
                <a:off x="3761743" y="2528894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0 w 25610"/>
                  <a:gd name="csY8" fmla="*/ 0 h 24431"/>
                  <a:gd name="csX9" fmla="*/ 25610 w 25610"/>
                  <a:gd name="csY9" fmla="*/ 3250 h 24431"/>
                  <a:gd name="csX10" fmla="*/ 4215 w 25610"/>
                  <a:gd name="csY10" fmla="*/ 3250 h 24431"/>
                  <a:gd name="csX11" fmla="*/ 25610 w 25610"/>
                  <a:gd name="csY11" fmla="*/ 10680 h 24431"/>
                  <a:gd name="csX12" fmla="*/ 25610 w 25610"/>
                  <a:gd name="csY12" fmla="*/ 13716 h 24431"/>
                  <a:gd name="csX13" fmla="*/ 3858 w 25610"/>
                  <a:gd name="csY13" fmla="*/ 21110 h 24431"/>
                  <a:gd name="csX14" fmla="*/ 25610 w 25610"/>
                  <a:gd name="csY14" fmla="*/ 21110 h 24431"/>
                  <a:gd name="csX15" fmla="*/ 25610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0" y="0"/>
                    </a:lnTo>
                    <a:lnTo>
                      <a:pt x="25610" y="3250"/>
                    </a:lnTo>
                    <a:lnTo>
                      <a:pt x="4215" y="3250"/>
                    </a:lnTo>
                    <a:lnTo>
                      <a:pt x="25610" y="10680"/>
                    </a:lnTo>
                    <a:lnTo>
                      <a:pt x="25610" y="13716"/>
                    </a:lnTo>
                    <a:lnTo>
                      <a:pt x="3858" y="21110"/>
                    </a:lnTo>
                    <a:lnTo>
                      <a:pt x="25610" y="21110"/>
                    </a:lnTo>
                    <a:lnTo>
                      <a:pt x="25610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0" name="Freeform: Shape 12189">
                <a:extLst>
                  <a:ext uri="{FF2B5EF4-FFF2-40B4-BE49-F238E27FC236}">
                    <a16:creationId xmlns:a16="http://schemas.microsoft.com/office/drawing/2014/main" id="{35F6EA6C-907A-AD48-0FDD-35B448929443}"/>
                  </a:ext>
                </a:extLst>
              </p:cNvPr>
              <p:cNvSpPr/>
              <p:nvPr/>
            </p:nvSpPr>
            <p:spPr>
              <a:xfrm>
                <a:off x="3776321" y="2482816"/>
                <a:ext cx="57142" cy="35162"/>
              </a:xfrm>
              <a:custGeom>
                <a:avLst/>
                <a:gdLst>
                  <a:gd name="csX0" fmla="*/ 26039 w 26039"/>
                  <a:gd name="csY0" fmla="*/ 16073 h 16109"/>
                  <a:gd name="csX1" fmla="*/ 393 w 26039"/>
                  <a:gd name="csY1" fmla="*/ 16073 h 16109"/>
                  <a:gd name="csX2" fmla="*/ 393 w 26039"/>
                  <a:gd name="csY2" fmla="*/ 13216 h 16109"/>
                  <a:gd name="csX3" fmla="*/ 2822 w 26039"/>
                  <a:gd name="csY3" fmla="*/ 13216 h 16109"/>
                  <a:gd name="csX4" fmla="*/ 714 w 26039"/>
                  <a:gd name="csY4" fmla="*/ 10930 h 16109"/>
                  <a:gd name="csX5" fmla="*/ 0 w 26039"/>
                  <a:gd name="csY5" fmla="*/ 7858 h 16109"/>
                  <a:gd name="csX6" fmla="*/ 1215 w 26039"/>
                  <a:gd name="csY6" fmla="*/ 3679 h 16109"/>
                  <a:gd name="csX7" fmla="*/ 4643 w 26039"/>
                  <a:gd name="csY7" fmla="*/ 929 h 16109"/>
                  <a:gd name="csX8" fmla="*/ 9501 w 26039"/>
                  <a:gd name="csY8" fmla="*/ 0 h 16109"/>
                  <a:gd name="csX9" fmla="*/ 14609 w 26039"/>
                  <a:gd name="csY9" fmla="*/ 1036 h 16109"/>
                  <a:gd name="csX10" fmla="*/ 18109 w 26039"/>
                  <a:gd name="csY10" fmla="*/ 4001 h 16109"/>
                  <a:gd name="csX11" fmla="*/ 19324 w 26039"/>
                  <a:gd name="csY11" fmla="*/ 8108 h 16109"/>
                  <a:gd name="csX12" fmla="*/ 18681 w 26039"/>
                  <a:gd name="csY12" fmla="*/ 10930 h 16109"/>
                  <a:gd name="csX13" fmla="*/ 17002 w 26039"/>
                  <a:gd name="csY13" fmla="*/ 12966 h 16109"/>
                  <a:gd name="csX14" fmla="*/ 26003 w 26039"/>
                  <a:gd name="csY14" fmla="*/ 12966 h 16109"/>
                  <a:gd name="csX15" fmla="*/ 26003 w 26039"/>
                  <a:gd name="csY15" fmla="*/ 16109 h 16109"/>
                  <a:gd name="csX16" fmla="*/ 9787 w 26039"/>
                  <a:gd name="csY16" fmla="*/ 13252 h 16109"/>
                  <a:gd name="csX17" fmla="*/ 15073 w 26039"/>
                  <a:gd name="csY17" fmla="*/ 11823 h 16109"/>
                  <a:gd name="csX18" fmla="*/ 16788 w 26039"/>
                  <a:gd name="csY18" fmla="*/ 8323 h 16109"/>
                  <a:gd name="csX19" fmla="*/ 15002 w 26039"/>
                  <a:gd name="csY19" fmla="*/ 4751 h 16109"/>
                  <a:gd name="csX20" fmla="*/ 9501 w 26039"/>
                  <a:gd name="csY20" fmla="*/ 3251 h 16109"/>
                  <a:gd name="csX21" fmla="*/ 4215 w 26039"/>
                  <a:gd name="csY21" fmla="*/ 4715 h 16109"/>
                  <a:gd name="csX22" fmla="*/ 2465 w 26039"/>
                  <a:gd name="csY22" fmla="*/ 8180 h 16109"/>
                  <a:gd name="csX23" fmla="*/ 4322 w 26039"/>
                  <a:gd name="csY23" fmla="*/ 11752 h 16109"/>
                  <a:gd name="csX24" fmla="*/ 9787 w 26039"/>
                  <a:gd name="csY24" fmla="*/ 13287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9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4"/>
                      <a:pt x="1215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1"/>
                    </a:cubicBezTo>
                    <a:cubicBezTo>
                      <a:pt x="18931" y="5287"/>
                      <a:pt x="19324" y="6680"/>
                      <a:pt x="19324" y="8108"/>
                    </a:cubicBezTo>
                    <a:cubicBezTo>
                      <a:pt x="19324" y="9144"/>
                      <a:pt x="19110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87" y="13252"/>
                    </a:moveTo>
                    <a:cubicBezTo>
                      <a:pt x="12180" y="13252"/>
                      <a:pt x="13930" y="12787"/>
                      <a:pt x="15073" y="11823"/>
                    </a:cubicBezTo>
                    <a:cubicBezTo>
                      <a:pt x="16216" y="10859"/>
                      <a:pt x="16788" y="9680"/>
                      <a:pt x="16788" y="8323"/>
                    </a:cubicBezTo>
                    <a:cubicBezTo>
                      <a:pt x="16788" y="6965"/>
                      <a:pt x="16216" y="5751"/>
                      <a:pt x="15002" y="4751"/>
                    </a:cubicBezTo>
                    <a:cubicBezTo>
                      <a:pt x="13823" y="3751"/>
                      <a:pt x="12001" y="3251"/>
                      <a:pt x="9501" y="3251"/>
                    </a:cubicBezTo>
                    <a:cubicBezTo>
                      <a:pt x="7001" y="3251"/>
                      <a:pt x="5358" y="3751"/>
                      <a:pt x="4215" y="4715"/>
                    </a:cubicBezTo>
                    <a:cubicBezTo>
                      <a:pt x="3036" y="5679"/>
                      <a:pt x="2465" y="6858"/>
                      <a:pt x="2465" y="8180"/>
                    </a:cubicBezTo>
                    <a:cubicBezTo>
                      <a:pt x="2465" y="9501"/>
                      <a:pt x="3108" y="10716"/>
                      <a:pt x="4322" y="11752"/>
                    </a:cubicBezTo>
                    <a:cubicBezTo>
                      <a:pt x="5572" y="12787"/>
                      <a:pt x="7394" y="13287"/>
                      <a:pt x="9787" y="1328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2" name="Freeform: Shape 12191">
                <a:extLst>
                  <a:ext uri="{FF2B5EF4-FFF2-40B4-BE49-F238E27FC236}">
                    <a16:creationId xmlns:a16="http://schemas.microsoft.com/office/drawing/2014/main" id="{7740C3F0-5325-5F67-AD37-AFD1D627C167}"/>
                  </a:ext>
                </a:extLst>
              </p:cNvPr>
              <p:cNvSpPr/>
              <p:nvPr/>
            </p:nvSpPr>
            <p:spPr>
              <a:xfrm>
                <a:off x="3838558" y="2645453"/>
                <a:ext cx="41620" cy="32822"/>
              </a:xfrm>
              <a:custGeom>
                <a:avLst/>
                <a:gdLst>
                  <a:gd name="csX0" fmla="*/ 18967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1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2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3" name="Freeform: Shape 12192">
                <a:extLst>
                  <a:ext uri="{FF2B5EF4-FFF2-40B4-BE49-F238E27FC236}">
                    <a16:creationId xmlns:a16="http://schemas.microsoft.com/office/drawing/2014/main" id="{DEDCF16A-C9C2-C043-883C-772A82B41EC8}"/>
                  </a:ext>
                </a:extLst>
              </p:cNvPr>
              <p:cNvSpPr/>
              <p:nvPr/>
            </p:nvSpPr>
            <p:spPr>
              <a:xfrm>
                <a:off x="3824057" y="2591578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4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44 w 25574"/>
                  <a:gd name="csY12" fmla="*/ 16073 h 19538"/>
                  <a:gd name="csX13" fmla="*/ 12144 w 25574"/>
                  <a:gd name="csY13" fmla="*/ 9466 h 19538"/>
                  <a:gd name="csX14" fmla="*/ 10930 w 25574"/>
                  <a:gd name="csY14" fmla="*/ 4822 h 19538"/>
                  <a:gd name="csX15" fmla="*/ 7501 w 25574"/>
                  <a:gd name="csY15" fmla="*/ 3465 h 19538"/>
                  <a:gd name="csX16" fmla="*/ 4750 w 25574"/>
                  <a:gd name="csY16" fmla="*/ 4286 h 19538"/>
                  <a:gd name="csX17" fmla="*/ 3250 w 25574"/>
                  <a:gd name="csY17" fmla="*/ 6429 h 19538"/>
                  <a:gd name="csX18" fmla="*/ 3036 w 25574"/>
                  <a:gd name="csY18" fmla="*/ 9573 h 19538"/>
                  <a:gd name="csX19" fmla="*/ 3036 w 25574"/>
                  <a:gd name="csY19" fmla="*/ 16109 h 19538"/>
                  <a:gd name="csX20" fmla="*/ 12180 w 25574"/>
                  <a:gd name="csY20" fmla="*/ 16109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1" y="6822"/>
                      <a:pt x="250" y="5929"/>
                    </a:cubicBezTo>
                    <a:cubicBezTo>
                      <a:pt x="464" y="4679"/>
                      <a:pt x="857" y="3643"/>
                      <a:pt x="1464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0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44" y="16073"/>
                    </a:moveTo>
                    <a:lnTo>
                      <a:pt x="12144" y="9466"/>
                    </a:lnTo>
                    <a:cubicBezTo>
                      <a:pt x="12144" y="7287"/>
                      <a:pt x="11751" y="5715"/>
                      <a:pt x="10930" y="4822"/>
                    </a:cubicBezTo>
                    <a:cubicBezTo>
                      <a:pt x="10108" y="3929"/>
                      <a:pt x="8965" y="3465"/>
                      <a:pt x="7501" y="3465"/>
                    </a:cubicBezTo>
                    <a:cubicBezTo>
                      <a:pt x="6429" y="3465"/>
                      <a:pt x="5536" y="3715"/>
                      <a:pt x="4750" y="4286"/>
                    </a:cubicBezTo>
                    <a:cubicBezTo>
                      <a:pt x="4000" y="4822"/>
                      <a:pt x="3500" y="5536"/>
                      <a:pt x="3250" y="6429"/>
                    </a:cubicBezTo>
                    <a:cubicBezTo>
                      <a:pt x="3108" y="7001"/>
                      <a:pt x="3036" y="8037"/>
                      <a:pt x="3036" y="9573"/>
                    </a:cubicBezTo>
                    <a:lnTo>
                      <a:pt x="3036" y="16109"/>
                    </a:lnTo>
                    <a:lnTo>
                      <a:pt x="12180" y="1610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4" name="Freeform: Shape 12193">
                <a:extLst>
                  <a:ext uri="{FF2B5EF4-FFF2-40B4-BE49-F238E27FC236}">
                    <a16:creationId xmlns:a16="http://schemas.microsoft.com/office/drawing/2014/main" id="{E4FBDE46-1EB8-7854-B49D-A639D258EB9E}"/>
                  </a:ext>
                </a:extLst>
              </p:cNvPr>
              <p:cNvSpPr/>
              <p:nvPr/>
            </p:nvSpPr>
            <p:spPr>
              <a:xfrm>
                <a:off x="3824057" y="2528973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0 w 25610"/>
                  <a:gd name="csY8" fmla="*/ 0 h 24431"/>
                  <a:gd name="csX9" fmla="*/ 25610 w 25610"/>
                  <a:gd name="csY9" fmla="*/ 3250 h 24431"/>
                  <a:gd name="csX10" fmla="*/ 4215 w 25610"/>
                  <a:gd name="csY10" fmla="*/ 3250 h 24431"/>
                  <a:gd name="csX11" fmla="*/ 25610 w 25610"/>
                  <a:gd name="csY11" fmla="*/ 10680 h 24431"/>
                  <a:gd name="csX12" fmla="*/ 25610 w 25610"/>
                  <a:gd name="csY12" fmla="*/ 13716 h 24431"/>
                  <a:gd name="csX13" fmla="*/ 3857 w 25610"/>
                  <a:gd name="csY13" fmla="*/ 21110 h 24431"/>
                  <a:gd name="csX14" fmla="*/ 25610 w 25610"/>
                  <a:gd name="csY14" fmla="*/ 21110 h 24431"/>
                  <a:gd name="csX15" fmla="*/ 25610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0" y="0"/>
                    </a:lnTo>
                    <a:lnTo>
                      <a:pt x="25610" y="3250"/>
                    </a:lnTo>
                    <a:lnTo>
                      <a:pt x="4215" y="3250"/>
                    </a:lnTo>
                    <a:lnTo>
                      <a:pt x="25610" y="10680"/>
                    </a:lnTo>
                    <a:lnTo>
                      <a:pt x="25610" y="13716"/>
                    </a:lnTo>
                    <a:lnTo>
                      <a:pt x="3857" y="21110"/>
                    </a:lnTo>
                    <a:lnTo>
                      <a:pt x="25610" y="21110"/>
                    </a:lnTo>
                    <a:lnTo>
                      <a:pt x="25610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5" name="Freeform: Shape 12194">
                <a:extLst>
                  <a:ext uri="{FF2B5EF4-FFF2-40B4-BE49-F238E27FC236}">
                    <a16:creationId xmlns:a16="http://schemas.microsoft.com/office/drawing/2014/main" id="{AA6BF42A-920B-18FA-7114-89D5B3B19ED5}"/>
                  </a:ext>
                </a:extLst>
              </p:cNvPr>
              <p:cNvSpPr/>
              <p:nvPr/>
            </p:nvSpPr>
            <p:spPr>
              <a:xfrm>
                <a:off x="3838558" y="2482895"/>
                <a:ext cx="57140" cy="35162"/>
              </a:xfrm>
              <a:custGeom>
                <a:avLst/>
                <a:gdLst>
                  <a:gd name="csX0" fmla="*/ 26039 w 26038"/>
                  <a:gd name="csY0" fmla="*/ 16073 h 16109"/>
                  <a:gd name="csX1" fmla="*/ 393 w 26038"/>
                  <a:gd name="csY1" fmla="*/ 16073 h 16109"/>
                  <a:gd name="csX2" fmla="*/ 393 w 26038"/>
                  <a:gd name="csY2" fmla="*/ 13216 h 16109"/>
                  <a:gd name="csX3" fmla="*/ 2822 w 26038"/>
                  <a:gd name="csY3" fmla="*/ 13216 h 16109"/>
                  <a:gd name="csX4" fmla="*/ 714 w 26038"/>
                  <a:gd name="csY4" fmla="*/ 10930 h 16109"/>
                  <a:gd name="csX5" fmla="*/ 0 w 26038"/>
                  <a:gd name="csY5" fmla="*/ 7858 h 16109"/>
                  <a:gd name="csX6" fmla="*/ 1215 w 26038"/>
                  <a:gd name="csY6" fmla="*/ 3679 h 16109"/>
                  <a:gd name="csX7" fmla="*/ 4643 w 26038"/>
                  <a:gd name="csY7" fmla="*/ 929 h 16109"/>
                  <a:gd name="csX8" fmla="*/ 9501 w 26038"/>
                  <a:gd name="csY8" fmla="*/ 0 h 16109"/>
                  <a:gd name="csX9" fmla="*/ 14609 w 26038"/>
                  <a:gd name="csY9" fmla="*/ 1036 h 16109"/>
                  <a:gd name="csX10" fmla="*/ 18109 w 26038"/>
                  <a:gd name="csY10" fmla="*/ 4000 h 16109"/>
                  <a:gd name="csX11" fmla="*/ 19324 w 26038"/>
                  <a:gd name="csY11" fmla="*/ 8108 h 16109"/>
                  <a:gd name="csX12" fmla="*/ 18681 w 26038"/>
                  <a:gd name="csY12" fmla="*/ 10930 h 16109"/>
                  <a:gd name="csX13" fmla="*/ 17002 w 26038"/>
                  <a:gd name="csY13" fmla="*/ 12966 h 16109"/>
                  <a:gd name="csX14" fmla="*/ 26003 w 26038"/>
                  <a:gd name="csY14" fmla="*/ 12966 h 16109"/>
                  <a:gd name="csX15" fmla="*/ 26003 w 26038"/>
                  <a:gd name="csY15" fmla="*/ 16109 h 16109"/>
                  <a:gd name="csX16" fmla="*/ 9787 w 26038"/>
                  <a:gd name="csY16" fmla="*/ 13216 h 16109"/>
                  <a:gd name="csX17" fmla="*/ 15073 w 26038"/>
                  <a:gd name="csY17" fmla="*/ 11787 h 16109"/>
                  <a:gd name="csX18" fmla="*/ 16788 w 26038"/>
                  <a:gd name="csY18" fmla="*/ 8287 h 16109"/>
                  <a:gd name="csX19" fmla="*/ 15002 w 26038"/>
                  <a:gd name="csY19" fmla="*/ 4715 h 16109"/>
                  <a:gd name="csX20" fmla="*/ 9501 w 26038"/>
                  <a:gd name="csY20" fmla="*/ 3215 h 16109"/>
                  <a:gd name="csX21" fmla="*/ 4215 w 26038"/>
                  <a:gd name="csY21" fmla="*/ 4679 h 16109"/>
                  <a:gd name="csX22" fmla="*/ 2465 w 26038"/>
                  <a:gd name="csY22" fmla="*/ 8144 h 16109"/>
                  <a:gd name="csX23" fmla="*/ 4322 w 26038"/>
                  <a:gd name="csY23" fmla="*/ 11716 h 16109"/>
                  <a:gd name="csX24" fmla="*/ 9787 w 26038"/>
                  <a:gd name="csY24" fmla="*/ 13252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8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3"/>
                      <a:pt x="1215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0"/>
                    </a:cubicBezTo>
                    <a:cubicBezTo>
                      <a:pt x="18931" y="5287"/>
                      <a:pt x="19324" y="6679"/>
                      <a:pt x="19324" y="8108"/>
                    </a:cubicBezTo>
                    <a:cubicBezTo>
                      <a:pt x="19324" y="9144"/>
                      <a:pt x="19110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87" y="13216"/>
                    </a:moveTo>
                    <a:cubicBezTo>
                      <a:pt x="12180" y="13216"/>
                      <a:pt x="13930" y="12752"/>
                      <a:pt x="15073" y="11787"/>
                    </a:cubicBezTo>
                    <a:cubicBezTo>
                      <a:pt x="16216" y="10823"/>
                      <a:pt x="16788" y="9644"/>
                      <a:pt x="16788" y="8287"/>
                    </a:cubicBezTo>
                    <a:cubicBezTo>
                      <a:pt x="16788" y="6929"/>
                      <a:pt x="16216" y="5715"/>
                      <a:pt x="15002" y="4715"/>
                    </a:cubicBezTo>
                    <a:cubicBezTo>
                      <a:pt x="13823" y="3715"/>
                      <a:pt x="12001" y="3215"/>
                      <a:pt x="9501" y="3215"/>
                    </a:cubicBezTo>
                    <a:cubicBezTo>
                      <a:pt x="7001" y="3215"/>
                      <a:pt x="5358" y="3715"/>
                      <a:pt x="4215" y="4679"/>
                    </a:cubicBezTo>
                    <a:cubicBezTo>
                      <a:pt x="3036" y="5644"/>
                      <a:pt x="2465" y="6822"/>
                      <a:pt x="2465" y="8144"/>
                    </a:cubicBezTo>
                    <a:cubicBezTo>
                      <a:pt x="2465" y="9466"/>
                      <a:pt x="3108" y="10680"/>
                      <a:pt x="4322" y="11716"/>
                    </a:cubicBezTo>
                    <a:cubicBezTo>
                      <a:pt x="5572" y="12752"/>
                      <a:pt x="7394" y="13252"/>
                      <a:pt x="9787" y="132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7" name="Freeform: Shape 12196">
                <a:extLst>
                  <a:ext uri="{FF2B5EF4-FFF2-40B4-BE49-F238E27FC236}">
                    <a16:creationId xmlns:a16="http://schemas.microsoft.com/office/drawing/2014/main" id="{BBFC3D79-428E-AB08-D885-512C1F5A4539}"/>
                  </a:ext>
                </a:extLst>
              </p:cNvPr>
              <p:cNvSpPr/>
              <p:nvPr/>
            </p:nvSpPr>
            <p:spPr>
              <a:xfrm>
                <a:off x="3886295" y="2585809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1 h 20145"/>
                  <a:gd name="csX4" fmla="*/ 0 w 25574"/>
                  <a:gd name="csY4" fmla="*/ 3251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1"/>
                    </a:lnTo>
                    <a:lnTo>
                      <a:pt x="0" y="3251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8" name="Freeform: Shape 12197">
                <a:extLst>
                  <a:ext uri="{FF2B5EF4-FFF2-40B4-BE49-F238E27FC236}">
                    <a16:creationId xmlns:a16="http://schemas.microsoft.com/office/drawing/2014/main" id="{0166F5F6-F5EE-9938-F829-736720CFBEF4}"/>
                  </a:ext>
                </a:extLst>
              </p:cNvPr>
              <p:cNvSpPr/>
              <p:nvPr/>
            </p:nvSpPr>
            <p:spPr>
              <a:xfrm>
                <a:off x="3886295" y="2523983"/>
                <a:ext cx="56121" cy="49273"/>
              </a:xfrm>
              <a:custGeom>
                <a:avLst/>
                <a:gdLst>
                  <a:gd name="csX0" fmla="*/ 25575 w 25574"/>
                  <a:gd name="csY0" fmla="*/ 22574 h 22574"/>
                  <a:gd name="csX1" fmla="*/ 0 w 25574"/>
                  <a:gd name="csY1" fmla="*/ 22574 h 22574"/>
                  <a:gd name="csX2" fmla="*/ 0 w 25574"/>
                  <a:gd name="csY2" fmla="*/ 11216 h 22574"/>
                  <a:gd name="csX3" fmla="*/ 679 w 25574"/>
                  <a:gd name="csY3" fmla="*/ 6036 h 22574"/>
                  <a:gd name="csX4" fmla="*/ 3108 w 25574"/>
                  <a:gd name="csY4" fmla="*/ 3179 h 22574"/>
                  <a:gd name="csX5" fmla="*/ 6965 w 25574"/>
                  <a:gd name="csY5" fmla="*/ 2108 h 22574"/>
                  <a:gd name="csX6" fmla="*/ 11537 w 25574"/>
                  <a:gd name="csY6" fmla="*/ 3858 h 22574"/>
                  <a:gd name="csX7" fmla="*/ 13894 w 25574"/>
                  <a:gd name="csY7" fmla="*/ 9287 h 22574"/>
                  <a:gd name="csX8" fmla="*/ 15180 w 25574"/>
                  <a:gd name="csY8" fmla="*/ 7251 h 22574"/>
                  <a:gd name="csX9" fmla="*/ 18574 w 25574"/>
                  <a:gd name="csY9" fmla="*/ 4429 h 22574"/>
                  <a:gd name="csX10" fmla="*/ 25539 w 25574"/>
                  <a:gd name="csY10" fmla="*/ 0 h 22574"/>
                  <a:gd name="csX11" fmla="*/ 25539 w 25574"/>
                  <a:gd name="csY11" fmla="*/ 4251 h 22574"/>
                  <a:gd name="csX12" fmla="*/ 20217 w 25574"/>
                  <a:gd name="csY12" fmla="*/ 7644 h 22574"/>
                  <a:gd name="csX13" fmla="*/ 16681 w 25574"/>
                  <a:gd name="csY13" fmla="*/ 10073 h 22574"/>
                  <a:gd name="csX14" fmla="*/ 14966 w 25574"/>
                  <a:gd name="csY14" fmla="*/ 11787 h 22574"/>
                  <a:gd name="csX15" fmla="*/ 14288 w 25574"/>
                  <a:gd name="csY15" fmla="*/ 13323 h 22574"/>
                  <a:gd name="csX16" fmla="*/ 14144 w 25574"/>
                  <a:gd name="csY16" fmla="*/ 15216 h 22574"/>
                  <a:gd name="csX17" fmla="*/ 14144 w 25574"/>
                  <a:gd name="csY17" fmla="*/ 19145 h 22574"/>
                  <a:gd name="csX18" fmla="*/ 25503 w 25574"/>
                  <a:gd name="csY18" fmla="*/ 19145 h 22574"/>
                  <a:gd name="csX19" fmla="*/ 25503 w 25574"/>
                  <a:gd name="csY19" fmla="*/ 22539 h 22574"/>
                  <a:gd name="csX20" fmla="*/ 11287 w 25574"/>
                  <a:gd name="csY20" fmla="*/ 19181 h 22574"/>
                  <a:gd name="csX21" fmla="*/ 11287 w 25574"/>
                  <a:gd name="csY21" fmla="*/ 11894 h 22574"/>
                  <a:gd name="csX22" fmla="*/ 10823 w 25574"/>
                  <a:gd name="csY22" fmla="*/ 8251 h 22574"/>
                  <a:gd name="csX23" fmla="*/ 9287 w 25574"/>
                  <a:gd name="csY23" fmla="*/ 6251 h 22574"/>
                  <a:gd name="csX24" fmla="*/ 7001 w 25574"/>
                  <a:gd name="csY24" fmla="*/ 5572 h 22574"/>
                  <a:gd name="csX25" fmla="*/ 4000 w 25574"/>
                  <a:gd name="csY25" fmla="*/ 6894 h 22574"/>
                  <a:gd name="csX26" fmla="*/ 2822 w 25574"/>
                  <a:gd name="csY26" fmla="*/ 11037 h 22574"/>
                  <a:gd name="csX27" fmla="*/ 2822 w 25574"/>
                  <a:gd name="csY27" fmla="*/ 19145 h 22574"/>
                  <a:gd name="csX28" fmla="*/ 11287 w 25574"/>
                  <a:gd name="csY28" fmla="*/ 19145 h 225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25574" h="22574">
                    <a:moveTo>
                      <a:pt x="25575" y="22574"/>
                    </a:moveTo>
                    <a:lnTo>
                      <a:pt x="0" y="22574"/>
                    </a:lnTo>
                    <a:lnTo>
                      <a:pt x="0" y="11216"/>
                    </a:lnTo>
                    <a:cubicBezTo>
                      <a:pt x="0" y="8930"/>
                      <a:pt x="214" y="7215"/>
                      <a:pt x="679" y="6036"/>
                    </a:cubicBezTo>
                    <a:cubicBezTo>
                      <a:pt x="1143" y="4858"/>
                      <a:pt x="1964" y="3893"/>
                      <a:pt x="3108" y="3179"/>
                    </a:cubicBezTo>
                    <a:cubicBezTo>
                      <a:pt x="4286" y="2465"/>
                      <a:pt x="5572" y="2108"/>
                      <a:pt x="6965" y="2108"/>
                    </a:cubicBezTo>
                    <a:cubicBezTo>
                      <a:pt x="8787" y="2108"/>
                      <a:pt x="10287" y="2679"/>
                      <a:pt x="11537" y="3858"/>
                    </a:cubicBezTo>
                    <a:cubicBezTo>
                      <a:pt x="12787" y="5036"/>
                      <a:pt x="13573" y="6858"/>
                      <a:pt x="13894" y="9287"/>
                    </a:cubicBezTo>
                    <a:cubicBezTo>
                      <a:pt x="14323" y="8394"/>
                      <a:pt x="14752" y="7715"/>
                      <a:pt x="15180" y="7251"/>
                    </a:cubicBezTo>
                    <a:cubicBezTo>
                      <a:pt x="16073" y="6251"/>
                      <a:pt x="17216" y="5322"/>
                      <a:pt x="18574" y="4429"/>
                    </a:cubicBezTo>
                    <a:lnTo>
                      <a:pt x="25539" y="0"/>
                    </a:lnTo>
                    <a:lnTo>
                      <a:pt x="25539" y="4251"/>
                    </a:lnTo>
                    <a:lnTo>
                      <a:pt x="20217" y="7644"/>
                    </a:lnTo>
                    <a:cubicBezTo>
                      <a:pt x="18681" y="8644"/>
                      <a:pt x="17502" y="9430"/>
                      <a:pt x="16681" y="10073"/>
                    </a:cubicBezTo>
                    <a:cubicBezTo>
                      <a:pt x="15859" y="10716"/>
                      <a:pt x="15288" y="11287"/>
                      <a:pt x="14966" y="11787"/>
                    </a:cubicBezTo>
                    <a:cubicBezTo>
                      <a:pt x="14645" y="12287"/>
                      <a:pt x="14395" y="12823"/>
                      <a:pt x="14288" y="13323"/>
                    </a:cubicBezTo>
                    <a:cubicBezTo>
                      <a:pt x="14216" y="13716"/>
                      <a:pt x="14144" y="14323"/>
                      <a:pt x="14144" y="15216"/>
                    </a:cubicBezTo>
                    <a:lnTo>
                      <a:pt x="14144" y="19145"/>
                    </a:lnTo>
                    <a:lnTo>
                      <a:pt x="25503" y="19145"/>
                    </a:lnTo>
                    <a:lnTo>
                      <a:pt x="25503" y="22539"/>
                    </a:lnTo>
                    <a:moveTo>
                      <a:pt x="11287" y="19181"/>
                    </a:moveTo>
                    <a:lnTo>
                      <a:pt x="11287" y="11894"/>
                    </a:lnTo>
                    <a:cubicBezTo>
                      <a:pt x="11287" y="10359"/>
                      <a:pt x="11144" y="9144"/>
                      <a:pt x="10823" y="8251"/>
                    </a:cubicBezTo>
                    <a:cubicBezTo>
                      <a:pt x="10501" y="7358"/>
                      <a:pt x="10001" y="6715"/>
                      <a:pt x="9287" y="6251"/>
                    </a:cubicBezTo>
                    <a:cubicBezTo>
                      <a:pt x="8572" y="5822"/>
                      <a:pt x="7822" y="5572"/>
                      <a:pt x="7001" y="5572"/>
                    </a:cubicBezTo>
                    <a:cubicBezTo>
                      <a:pt x="5786" y="5572"/>
                      <a:pt x="4786" y="6001"/>
                      <a:pt x="4000" y="6894"/>
                    </a:cubicBezTo>
                    <a:cubicBezTo>
                      <a:pt x="3215" y="7787"/>
                      <a:pt x="2822" y="9144"/>
                      <a:pt x="2822" y="11037"/>
                    </a:cubicBezTo>
                    <a:lnTo>
                      <a:pt x="2822" y="19145"/>
                    </a:lnTo>
                    <a:lnTo>
                      <a:pt x="11287" y="19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199" name="Freeform: Shape 12198">
                <a:extLst>
                  <a:ext uri="{FF2B5EF4-FFF2-40B4-BE49-F238E27FC236}">
                    <a16:creationId xmlns:a16="http://schemas.microsoft.com/office/drawing/2014/main" id="{84C2B9CB-A5B8-5304-40F0-1B02767D0324}"/>
                  </a:ext>
                </a:extLst>
              </p:cNvPr>
              <p:cNvSpPr/>
              <p:nvPr/>
            </p:nvSpPr>
            <p:spPr>
              <a:xfrm>
                <a:off x="3886295" y="2482506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1" name="Freeform: Shape 12200">
                <a:extLst>
                  <a:ext uri="{FF2B5EF4-FFF2-40B4-BE49-F238E27FC236}">
                    <a16:creationId xmlns:a16="http://schemas.microsoft.com/office/drawing/2014/main" id="{245A7A40-9573-8E83-3E87-D8F094AA1EF9}"/>
                  </a:ext>
                </a:extLst>
              </p:cNvPr>
              <p:cNvSpPr/>
              <p:nvPr/>
            </p:nvSpPr>
            <p:spPr>
              <a:xfrm>
                <a:off x="3948609" y="2594464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1 h 20145"/>
                  <a:gd name="csX4" fmla="*/ 0 w 25574"/>
                  <a:gd name="csY4" fmla="*/ 3251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1"/>
                    </a:lnTo>
                    <a:lnTo>
                      <a:pt x="0" y="3251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2" name="Freeform: Shape 12201">
                <a:extLst>
                  <a:ext uri="{FF2B5EF4-FFF2-40B4-BE49-F238E27FC236}">
                    <a16:creationId xmlns:a16="http://schemas.microsoft.com/office/drawing/2014/main" id="{A619E3F1-7F73-66CB-9489-F3F0F0E88E37}"/>
                  </a:ext>
                </a:extLst>
              </p:cNvPr>
              <p:cNvSpPr/>
              <p:nvPr/>
            </p:nvSpPr>
            <p:spPr>
              <a:xfrm>
                <a:off x="3948609" y="2547450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3" name="Freeform: Shape 12202">
                <a:extLst>
                  <a:ext uri="{FF2B5EF4-FFF2-40B4-BE49-F238E27FC236}">
                    <a16:creationId xmlns:a16="http://schemas.microsoft.com/office/drawing/2014/main" id="{D0476399-B198-DC17-08F4-AD3A12BC4811}"/>
                  </a:ext>
                </a:extLst>
              </p:cNvPr>
              <p:cNvSpPr/>
              <p:nvPr/>
            </p:nvSpPr>
            <p:spPr>
              <a:xfrm>
                <a:off x="3948688" y="2498646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9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4" name="Freeform: Shape 12203">
                <a:extLst>
                  <a:ext uri="{FF2B5EF4-FFF2-40B4-BE49-F238E27FC236}">
                    <a16:creationId xmlns:a16="http://schemas.microsoft.com/office/drawing/2014/main" id="{A4C9D59B-3535-D0EB-129C-E3AB06F5D8FA}"/>
                  </a:ext>
                </a:extLst>
              </p:cNvPr>
              <p:cNvSpPr/>
              <p:nvPr/>
            </p:nvSpPr>
            <p:spPr>
              <a:xfrm>
                <a:off x="3948609" y="2485001"/>
                <a:ext cx="56121" cy="6860"/>
              </a:xfrm>
              <a:custGeom>
                <a:avLst/>
                <a:gdLst>
                  <a:gd name="csX0" fmla="*/ 3608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3608 w 25574"/>
                  <a:gd name="csY3" fmla="*/ 0 h 3143"/>
                  <a:gd name="csX4" fmla="*/ 3608 w 25574"/>
                  <a:gd name="csY4" fmla="*/ 3143 h 3143"/>
                  <a:gd name="csX5" fmla="*/ 25575 w 25574"/>
                  <a:gd name="csY5" fmla="*/ 3143 h 3143"/>
                  <a:gd name="csX6" fmla="*/ 7037 w 25574"/>
                  <a:gd name="csY6" fmla="*/ 3143 h 3143"/>
                  <a:gd name="csX7" fmla="*/ 7037 w 25574"/>
                  <a:gd name="csY7" fmla="*/ 0 h 3143"/>
                  <a:gd name="csX8" fmla="*/ 25575 w 25574"/>
                  <a:gd name="csY8" fmla="*/ 0 h 3143"/>
                  <a:gd name="csX9" fmla="*/ 25575 w 25574"/>
                  <a:gd name="csY9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3143">
                    <a:moveTo>
                      <a:pt x="3608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3608" y="0"/>
                    </a:lnTo>
                    <a:lnTo>
                      <a:pt x="3608" y="3143"/>
                    </a:lnTo>
                    <a:moveTo>
                      <a:pt x="25575" y="3143"/>
                    </a:moveTo>
                    <a:lnTo>
                      <a:pt x="7037" y="3143"/>
                    </a:lnTo>
                    <a:lnTo>
                      <a:pt x="7037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6" name="Freeform: Shape 12205">
                <a:extLst>
                  <a:ext uri="{FF2B5EF4-FFF2-40B4-BE49-F238E27FC236}">
                    <a16:creationId xmlns:a16="http://schemas.microsoft.com/office/drawing/2014/main" id="{08829F81-ECB5-9AA2-95B2-BD9C00E2446C}"/>
                  </a:ext>
                </a:extLst>
              </p:cNvPr>
              <p:cNvSpPr/>
              <p:nvPr/>
            </p:nvSpPr>
            <p:spPr>
              <a:xfrm>
                <a:off x="4025348" y="2654108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7" name="Freeform: Shape 12206">
                <a:extLst>
                  <a:ext uri="{FF2B5EF4-FFF2-40B4-BE49-F238E27FC236}">
                    <a16:creationId xmlns:a16="http://schemas.microsoft.com/office/drawing/2014/main" id="{12466CCC-5ADD-4E33-A9D8-B001F37F348A}"/>
                  </a:ext>
                </a:extLst>
              </p:cNvPr>
              <p:cNvSpPr/>
              <p:nvPr/>
            </p:nvSpPr>
            <p:spPr>
              <a:xfrm>
                <a:off x="4009905" y="2592905"/>
                <a:ext cx="58002" cy="51535"/>
              </a:xfrm>
              <a:custGeom>
                <a:avLst/>
                <a:gdLst>
                  <a:gd name="csX0" fmla="*/ 15966 w 26431"/>
                  <a:gd name="csY0" fmla="*/ 10823 h 23610"/>
                  <a:gd name="csX1" fmla="*/ 12966 w 26431"/>
                  <a:gd name="csY1" fmla="*/ 10823 h 23610"/>
                  <a:gd name="csX2" fmla="*/ 12966 w 26431"/>
                  <a:gd name="csY2" fmla="*/ 0 h 23610"/>
                  <a:gd name="csX3" fmla="*/ 22431 w 26431"/>
                  <a:gd name="csY3" fmla="*/ 0 h 23610"/>
                  <a:gd name="csX4" fmla="*/ 25432 w 26431"/>
                  <a:gd name="csY4" fmla="*/ 5144 h 23610"/>
                  <a:gd name="csX5" fmla="*/ 26432 w 26431"/>
                  <a:gd name="csY5" fmla="*/ 10573 h 23610"/>
                  <a:gd name="csX6" fmla="*/ 24825 w 26431"/>
                  <a:gd name="csY6" fmla="*/ 17395 h 23610"/>
                  <a:gd name="csX7" fmla="*/ 20145 w 26431"/>
                  <a:gd name="csY7" fmla="*/ 22038 h 23610"/>
                  <a:gd name="csX8" fmla="*/ 13323 w 26431"/>
                  <a:gd name="csY8" fmla="*/ 23610 h 23610"/>
                  <a:gd name="csX9" fmla="*/ 6358 w 26431"/>
                  <a:gd name="csY9" fmla="*/ 22038 h 23610"/>
                  <a:gd name="csX10" fmla="*/ 1572 w 26431"/>
                  <a:gd name="csY10" fmla="*/ 17538 h 23610"/>
                  <a:gd name="csX11" fmla="*/ 0 w 26431"/>
                  <a:gd name="csY11" fmla="*/ 10787 h 23610"/>
                  <a:gd name="csX12" fmla="*/ 893 w 26431"/>
                  <a:gd name="csY12" fmla="*/ 5786 h 23610"/>
                  <a:gd name="csX13" fmla="*/ 3393 w 26431"/>
                  <a:gd name="csY13" fmla="*/ 2286 h 23610"/>
                  <a:gd name="csX14" fmla="*/ 7572 w 26431"/>
                  <a:gd name="csY14" fmla="*/ 357 h 23610"/>
                  <a:gd name="csX15" fmla="*/ 8394 w 26431"/>
                  <a:gd name="csY15" fmla="*/ 3429 h 23610"/>
                  <a:gd name="csX16" fmla="*/ 5322 w 26431"/>
                  <a:gd name="csY16" fmla="*/ 4858 h 23610"/>
                  <a:gd name="csX17" fmla="*/ 3536 w 26431"/>
                  <a:gd name="csY17" fmla="*/ 7287 h 23610"/>
                  <a:gd name="csX18" fmla="*/ 2858 w 26431"/>
                  <a:gd name="csY18" fmla="*/ 10823 h 23610"/>
                  <a:gd name="csX19" fmla="*/ 3572 w 26431"/>
                  <a:gd name="csY19" fmla="*/ 14823 h 23610"/>
                  <a:gd name="csX20" fmla="*/ 5429 w 26431"/>
                  <a:gd name="csY20" fmla="*/ 17574 h 23610"/>
                  <a:gd name="csX21" fmla="*/ 7965 w 26431"/>
                  <a:gd name="csY21" fmla="*/ 19181 h 23610"/>
                  <a:gd name="csX22" fmla="*/ 13109 w 26431"/>
                  <a:gd name="csY22" fmla="*/ 20145 h 23610"/>
                  <a:gd name="csX23" fmla="*/ 18824 w 26431"/>
                  <a:gd name="csY23" fmla="*/ 18967 h 23610"/>
                  <a:gd name="csX24" fmla="*/ 22253 w 26431"/>
                  <a:gd name="csY24" fmla="*/ 15538 h 23610"/>
                  <a:gd name="csX25" fmla="*/ 23360 w 26431"/>
                  <a:gd name="csY25" fmla="*/ 10751 h 23610"/>
                  <a:gd name="csX26" fmla="*/ 22503 w 26431"/>
                  <a:gd name="csY26" fmla="*/ 6465 h 23610"/>
                  <a:gd name="csX27" fmla="*/ 20717 w 26431"/>
                  <a:gd name="csY27" fmla="*/ 3286 h 23610"/>
                  <a:gd name="csX28" fmla="*/ 15931 w 26431"/>
                  <a:gd name="csY28" fmla="*/ 3286 h 23610"/>
                  <a:gd name="csX29" fmla="*/ 15931 w 26431"/>
                  <a:gd name="csY29" fmla="*/ 10823 h 23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26431" h="23610">
                    <a:moveTo>
                      <a:pt x="15966" y="10823"/>
                    </a:moveTo>
                    <a:lnTo>
                      <a:pt x="12966" y="10823"/>
                    </a:lnTo>
                    <a:lnTo>
                      <a:pt x="12966" y="0"/>
                    </a:lnTo>
                    <a:cubicBezTo>
                      <a:pt x="12966" y="0"/>
                      <a:pt x="22431" y="0"/>
                      <a:pt x="22431" y="0"/>
                    </a:cubicBezTo>
                    <a:cubicBezTo>
                      <a:pt x="23753" y="1643"/>
                      <a:pt x="24753" y="3393"/>
                      <a:pt x="25432" y="5144"/>
                    </a:cubicBezTo>
                    <a:cubicBezTo>
                      <a:pt x="26110" y="6894"/>
                      <a:pt x="26432" y="8715"/>
                      <a:pt x="26432" y="10573"/>
                    </a:cubicBezTo>
                    <a:cubicBezTo>
                      <a:pt x="26432" y="13073"/>
                      <a:pt x="25896" y="15359"/>
                      <a:pt x="24825" y="17395"/>
                    </a:cubicBezTo>
                    <a:cubicBezTo>
                      <a:pt x="23753" y="19431"/>
                      <a:pt x="22181" y="21002"/>
                      <a:pt x="20145" y="22038"/>
                    </a:cubicBezTo>
                    <a:cubicBezTo>
                      <a:pt x="18109" y="23074"/>
                      <a:pt x="15823" y="23610"/>
                      <a:pt x="13323" y="23610"/>
                    </a:cubicBezTo>
                    <a:cubicBezTo>
                      <a:pt x="10823" y="23610"/>
                      <a:pt x="8537" y="23074"/>
                      <a:pt x="6358" y="22038"/>
                    </a:cubicBezTo>
                    <a:cubicBezTo>
                      <a:pt x="4215" y="21002"/>
                      <a:pt x="2608" y="19502"/>
                      <a:pt x="1572" y="17538"/>
                    </a:cubicBezTo>
                    <a:cubicBezTo>
                      <a:pt x="536" y="15573"/>
                      <a:pt x="0" y="13323"/>
                      <a:pt x="0" y="10787"/>
                    </a:cubicBezTo>
                    <a:cubicBezTo>
                      <a:pt x="0" y="8930"/>
                      <a:pt x="322" y="7287"/>
                      <a:pt x="893" y="5786"/>
                    </a:cubicBezTo>
                    <a:cubicBezTo>
                      <a:pt x="1500" y="4286"/>
                      <a:pt x="2322" y="3108"/>
                      <a:pt x="3393" y="2286"/>
                    </a:cubicBezTo>
                    <a:cubicBezTo>
                      <a:pt x="4465" y="1429"/>
                      <a:pt x="5858" y="786"/>
                      <a:pt x="7572" y="357"/>
                    </a:cubicBezTo>
                    <a:lnTo>
                      <a:pt x="8394" y="3429"/>
                    </a:lnTo>
                    <a:cubicBezTo>
                      <a:pt x="7108" y="3822"/>
                      <a:pt x="6072" y="4286"/>
                      <a:pt x="5322" y="4858"/>
                    </a:cubicBezTo>
                    <a:cubicBezTo>
                      <a:pt x="4572" y="5429"/>
                      <a:pt x="3965" y="6251"/>
                      <a:pt x="3536" y="7287"/>
                    </a:cubicBezTo>
                    <a:cubicBezTo>
                      <a:pt x="3108" y="8358"/>
                      <a:pt x="2858" y="9501"/>
                      <a:pt x="2858" y="10823"/>
                    </a:cubicBezTo>
                    <a:cubicBezTo>
                      <a:pt x="2858" y="12359"/>
                      <a:pt x="3108" y="13716"/>
                      <a:pt x="3572" y="14823"/>
                    </a:cubicBezTo>
                    <a:cubicBezTo>
                      <a:pt x="4036" y="15966"/>
                      <a:pt x="4644" y="16859"/>
                      <a:pt x="5429" y="17574"/>
                    </a:cubicBezTo>
                    <a:cubicBezTo>
                      <a:pt x="6179" y="18288"/>
                      <a:pt x="7037" y="18788"/>
                      <a:pt x="7965" y="19181"/>
                    </a:cubicBezTo>
                    <a:cubicBezTo>
                      <a:pt x="9537" y="19824"/>
                      <a:pt x="11251" y="20145"/>
                      <a:pt x="13109" y="20145"/>
                    </a:cubicBezTo>
                    <a:cubicBezTo>
                      <a:pt x="15395" y="20145"/>
                      <a:pt x="17288" y="19752"/>
                      <a:pt x="18824" y="18967"/>
                    </a:cubicBezTo>
                    <a:cubicBezTo>
                      <a:pt x="20360" y="18181"/>
                      <a:pt x="21503" y="17038"/>
                      <a:pt x="22253" y="15538"/>
                    </a:cubicBezTo>
                    <a:cubicBezTo>
                      <a:pt x="23003" y="14037"/>
                      <a:pt x="23360" y="12430"/>
                      <a:pt x="23360" y="10751"/>
                    </a:cubicBezTo>
                    <a:cubicBezTo>
                      <a:pt x="23360" y="9287"/>
                      <a:pt x="23074" y="7858"/>
                      <a:pt x="22503" y="6465"/>
                    </a:cubicBezTo>
                    <a:cubicBezTo>
                      <a:pt x="21931" y="5072"/>
                      <a:pt x="21324" y="4000"/>
                      <a:pt x="20717" y="3286"/>
                    </a:cubicBezTo>
                    <a:lnTo>
                      <a:pt x="15931" y="3286"/>
                    </a:lnTo>
                    <a:lnTo>
                      <a:pt x="15931" y="1082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8" name="Freeform: Shape 12207">
                <a:extLst>
                  <a:ext uri="{FF2B5EF4-FFF2-40B4-BE49-F238E27FC236}">
                    <a16:creationId xmlns:a16="http://schemas.microsoft.com/office/drawing/2014/main" id="{EECC902C-ADEB-AB9D-C100-4782DD5ED70C}"/>
                  </a:ext>
                </a:extLst>
              </p:cNvPr>
              <p:cNvSpPr/>
              <p:nvPr/>
            </p:nvSpPr>
            <p:spPr>
              <a:xfrm>
                <a:off x="4010846" y="2528894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1 w 25610"/>
                  <a:gd name="csY8" fmla="*/ 0 h 24431"/>
                  <a:gd name="csX9" fmla="*/ 25611 w 25610"/>
                  <a:gd name="csY9" fmla="*/ 3250 h 24431"/>
                  <a:gd name="csX10" fmla="*/ 4215 w 25610"/>
                  <a:gd name="csY10" fmla="*/ 3250 h 24431"/>
                  <a:gd name="csX11" fmla="*/ 25611 w 25610"/>
                  <a:gd name="csY11" fmla="*/ 10680 h 24431"/>
                  <a:gd name="csX12" fmla="*/ 25611 w 25610"/>
                  <a:gd name="csY12" fmla="*/ 13716 h 24431"/>
                  <a:gd name="csX13" fmla="*/ 3858 w 25610"/>
                  <a:gd name="csY13" fmla="*/ 21110 h 24431"/>
                  <a:gd name="csX14" fmla="*/ 25611 w 25610"/>
                  <a:gd name="csY14" fmla="*/ 21110 h 24431"/>
                  <a:gd name="csX15" fmla="*/ 25611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1" y="0"/>
                    </a:lnTo>
                    <a:lnTo>
                      <a:pt x="25611" y="3250"/>
                    </a:lnTo>
                    <a:lnTo>
                      <a:pt x="4215" y="3250"/>
                    </a:lnTo>
                    <a:lnTo>
                      <a:pt x="25611" y="10680"/>
                    </a:lnTo>
                    <a:lnTo>
                      <a:pt x="25611" y="13716"/>
                    </a:lnTo>
                    <a:lnTo>
                      <a:pt x="3858" y="21110"/>
                    </a:lnTo>
                    <a:lnTo>
                      <a:pt x="25611" y="21110"/>
                    </a:lnTo>
                    <a:lnTo>
                      <a:pt x="25611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09" name="Freeform: Shape 12208">
                <a:extLst>
                  <a:ext uri="{FF2B5EF4-FFF2-40B4-BE49-F238E27FC236}">
                    <a16:creationId xmlns:a16="http://schemas.microsoft.com/office/drawing/2014/main" id="{E1F7F24E-D498-731B-B8DD-05CC2FF57338}"/>
                  </a:ext>
                </a:extLst>
              </p:cNvPr>
              <p:cNvSpPr/>
              <p:nvPr/>
            </p:nvSpPr>
            <p:spPr>
              <a:xfrm>
                <a:off x="4025427" y="2482895"/>
                <a:ext cx="57140" cy="35162"/>
              </a:xfrm>
              <a:custGeom>
                <a:avLst/>
                <a:gdLst>
                  <a:gd name="csX0" fmla="*/ 26039 w 26038"/>
                  <a:gd name="csY0" fmla="*/ 16073 h 16109"/>
                  <a:gd name="csX1" fmla="*/ 393 w 26038"/>
                  <a:gd name="csY1" fmla="*/ 16073 h 16109"/>
                  <a:gd name="csX2" fmla="*/ 393 w 26038"/>
                  <a:gd name="csY2" fmla="*/ 13216 h 16109"/>
                  <a:gd name="csX3" fmla="*/ 2822 w 26038"/>
                  <a:gd name="csY3" fmla="*/ 13216 h 16109"/>
                  <a:gd name="csX4" fmla="*/ 714 w 26038"/>
                  <a:gd name="csY4" fmla="*/ 10930 h 16109"/>
                  <a:gd name="csX5" fmla="*/ 0 w 26038"/>
                  <a:gd name="csY5" fmla="*/ 7858 h 16109"/>
                  <a:gd name="csX6" fmla="*/ 1214 w 26038"/>
                  <a:gd name="csY6" fmla="*/ 3679 h 16109"/>
                  <a:gd name="csX7" fmla="*/ 4643 w 26038"/>
                  <a:gd name="csY7" fmla="*/ 929 h 16109"/>
                  <a:gd name="csX8" fmla="*/ 9501 w 26038"/>
                  <a:gd name="csY8" fmla="*/ 0 h 16109"/>
                  <a:gd name="csX9" fmla="*/ 14609 w 26038"/>
                  <a:gd name="csY9" fmla="*/ 1036 h 16109"/>
                  <a:gd name="csX10" fmla="*/ 18109 w 26038"/>
                  <a:gd name="csY10" fmla="*/ 4000 h 16109"/>
                  <a:gd name="csX11" fmla="*/ 19324 w 26038"/>
                  <a:gd name="csY11" fmla="*/ 8108 h 16109"/>
                  <a:gd name="csX12" fmla="*/ 18681 w 26038"/>
                  <a:gd name="csY12" fmla="*/ 10930 h 16109"/>
                  <a:gd name="csX13" fmla="*/ 17002 w 26038"/>
                  <a:gd name="csY13" fmla="*/ 12966 h 16109"/>
                  <a:gd name="csX14" fmla="*/ 26003 w 26038"/>
                  <a:gd name="csY14" fmla="*/ 12966 h 16109"/>
                  <a:gd name="csX15" fmla="*/ 26003 w 26038"/>
                  <a:gd name="csY15" fmla="*/ 16109 h 16109"/>
                  <a:gd name="csX16" fmla="*/ 9751 w 26038"/>
                  <a:gd name="csY16" fmla="*/ 13216 h 16109"/>
                  <a:gd name="csX17" fmla="*/ 15037 w 26038"/>
                  <a:gd name="csY17" fmla="*/ 11787 h 16109"/>
                  <a:gd name="csX18" fmla="*/ 16752 w 26038"/>
                  <a:gd name="csY18" fmla="*/ 8287 h 16109"/>
                  <a:gd name="csX19" fmla="*/ 14966 w 26038"/>
                  <a:gd name="csY19" fmla="*/ 4715 h 16109"/>
                  <a:gd name="csX20" fmla="*/ 9465 w 26038"/>
                  <a:gd name="csY20" fmla="*/ 3215 h 16109"/>
                  <a:gd name="csX21" fmla="*/ 4179 w 26038"/>
                  <a:gd name="csY21" fmla="*/ 4679 h 16109"/>
                  <a:gd name="csX22" fmla="*/ 2429 w 26038"/>
                  <a:gd name="csY22" fmla="*/ 8144 h 16109"/>
                  <a:gd name="csX23" fmla="*/ 4286 w 26038"/>
                  <a:gd name="csY23" fmla="*/ 11716 h 16109"/>
                  <a:gd name="csX24" fmla="*/ 9751 w 26038"/>
                  <a:gd name="csY24" fmla="*/ 13252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8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3"/>
                      <a:pt x="1214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0"/>
                    </a:cubicBezTo>
                    <a:cubicBezTo>
                      <a:pt x="18931" y="5287"/>
                      <a:pt x="19324" y="6679"/>
                      <a:pt x="19324" y="8108"/>
                    </a:cubicBezTo>
                    <a:cubicBezTo>
                      <a:pt x="19324" y="9144"/>
                      <a:pt x="19109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51" y="13216"/>
                    </a:moveTo>
                    <a:cubicBezTo>
                      <a:pt x="12144" y="13216"/>
                      <a:pt x="13894" y="12752"/>
                      <a:pt x="15037" y="11787"/>
                    </a:cubicBezTo>
                    <a:cubicBezTo>
                      <a:pt x="16180" y="10823"/>
                      <a:pt x="16752" y="9644"/>
                      <a:pt x="16752" y="8287"/>
                    </a:cubicBezTo>
                    <a:cubicBezTo>
                      <a:pt x="16752" y="6929"/>
                      <a:pt x="16180" y="5715"/>
                      <a:pt x="14966" y="4715"/>
                    </a:cubicBezTo>
                    <a:cubicBezTo>
                      <a:pt x="13787" y="3715"/>
                      <a:pt x="11966" y="3215"/>
                      <a:pt x="9465" y="3215"/>
                    </a:cubicBezTo>
                    <a:cubicBezTo>
                      <a:pt x="6965" y="3215"/>
                      <a:pt x="5322" y="3715"/>
                      <a:pt x="4179" y="4679"/>
                    </a:cubicBezTo>
                    <a:cubicBezTo>
                      <a:pt x="3000" y="5644"/>
                      <a:pt x="2429" y="6822"/>
                      <a:pt x="2429" y="8144"/>
                    </a:cubicBezTo>
                    <a:cubicBezTo>
                      <a:pt x="2429" y="9466"/>
                      <a:pt x="3072" y="10680"/>
                      <a:pt x="4286" y="11716"/>
                    </a:cubicBezTo>
                    <a:cubicBezTo>
                      <a:pt x="5536" y="12752"/>
                      <a:pt x="7358" y="13252"/>
                      <a:pt x="9751" y="132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1" name="Freeform: Shape 12210">
                <a:extLst>
                  <a:ext uri="{FF2B5EF4-FFF2-40B4-BE49-F238E27FC236}">
                    <a16:creationId xmlns:a16="http://schemas.microsoft.com/office/drawing/2014/main" id="{AE97FBF0-01D5-B35C-BD9D-570675AF5A99}"/>
                  </a:ext>
                </a:extLst>
              </p:cNvPr>
              <p:cNvSpPr/>
              <p:nvPr/>
            </p:nvSpPr>
            <p:spPr>
              <a:xfrm>
                <a:off x="4087585" y="2632511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1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1"/>
                      <a:pt x="4858" y="3501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2" name="Freeform: Shape 12211">
                <a:extLst>
                  <a:ext uri="{FF2B5EF4-FFF2-40B4-BE49-F238E27FC236}">
                    <a16:creationId xmlns:a16="http://schemas.microsoft.com/office/drawing/2014/main" id="{E9F620C0-1669-B305-3D4F-7128645877F6}"/>
                  </a:ext>
                </a:extLst>
              </p:cNvPr>
              <p:cNvSpPr/>
              <p:nvPr/>
            </p:nvSpPr>
            <p:spPr>
              <a:xfrm>
                <a:off x="4073084" y="2578558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6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8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6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3" name="Freeform: Shape 12212">
                <a:extLst>
                  <a:ext uri="{FF2B5EF4-FFF2-40B4-BE49-F238E27FC236}">
                    <a16:creationId xmlns:a16="http://schemas.microsoft.com/office/drawing/2014/main" id="{9D9D97B2-B0A3-37F8-405A-D42B51EAA42D}"/>
                  </a:ext>
                </a:extLst>
              </p:cNvPr>
              <p:cNvSpPr/>
              <p:nvPr/>
            </p:nvSpPr>
            <p:spPr>
              <a:xfrm>
                <a:off x="4073084" y="2526556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6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8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6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4" name="Freeform: Shape 12213">
                <a:extLst>
                  <a:ext uri="{FF2B5EF4-FFF2-40B4-BE49-F238E27FC236}">
                    <a16:creationId xmlns:a16="http://schemas.microsoft.com/office/drawing/2014/main" id="{CAA2C5EF-7B4A-8EB7-4D95-9C2B30FAD5B4}"/>
                  </a:ext>
                </a:extLst>
              </p:cNvPr>
              <p:cNvSpPr/>
              <p:nvPr/>
            </p:nvSpPr>
            <p:spPr>
              <a:xfrm>
                <a:off x="4087662" y="2482816"/>
                <a:ext cx="57140" cy="35162"/>
              </a:xfrm>
              <a:custGeom>
                <a:avLst/>
                <a:gdLst>
                  <a:gd name="csX0" fmla="*/ 26039 w 26038"/>
                  <a:gd name="csY0" fmla="*/ 16073 h 16109"/>
                  <a:gd name="csX1" fmla="*/ 393 w 26038"/>
                  <a:gd name="csY1" fmla="*/ 16073 h 16109"/>
                  <a:gd name="csX2" fmla="*/ 393 w 26038"/>
                  <a:gd name="csY2" fmla="*/ 13216 h 16109"/>
                  <a:gd name="csX3" fmla="*/ 2822 w 26038"/>
                  <a:gd name="csY3" fmla="*/ 13216 h 16109"/>
                  <a:gd name="csX4" fmla="*/ 714 w 26038"/>
                  <a:gd name="csY4" fmla="*/ 10930 h 16109"/>
                  <a:gd name="csX5" fmla="*/ 0 w 26038"/>
                  <a:gd name="csY5" fmla="*/ 7858 h 16109"/>
                  <a:gd name="csX6" fmla="*/ 1214 w 26038"/>
                  <a:gd name="csY6" fmla="*/ 3679 h 16109"/>
                  <a:gd name="csX7" fmla="*/ 4643 w 26038"/>
                  <a:gd name="csY7" fmla="*/ 929 h 16109"/>
                  <a:gd name="csX8" fmla="*/ 9501 w 26038"/>
                  <a:gd name="csY8" fmla="*/ 0 h 16109"/>
                  <a:gd name="csX9" fmla="*/ 14609 w 26038"/>
                  <a:gd name="csY9" fmla="*/ 1036 h 16109"/>
                  <a:gd name="csX10" fmla="*/ 18109 w 26038"/>
                  <a:gd name="csY10" fmla="*/ 4001 h 16109"/>
                  <a:gd name="csX11" fmla="*/ 19324 w 26038"/>
                  <a:gd name="csY11" fmla="*/ 8108 h 16109"/>
                  <a:gd name="csX12" fmla="*/ 18681 w 26038"/>
                  <a:gd name="csY12" fmla="*/ 10930 h 16109"/>
                  <a:gd name="csX13" fmla="*/ 17002 w 26038"/>
                  <a:gd name="csY13" fmla="*/ 12966 h 16109"/>
                  <a:gd name="csX14" fmla="*/ 26003 w 26038"/>
                  <a:gd name="csY14" fmla="*/ 12966 h 16109"/>
                  <a:gd name="csX15" fmla="*/ 26003 w 26038"/>
                  <a:gd name="csY15" fmla="*/ 16109 h 16109"/>
                  <a:gd name="csX16" fmla="*/ 9787 w 26038"/>
                  <a:gd name="csY16" fmla="*/ 13252 h 16109"/>
                  <a:gd name="csX17" fmla="*/ 15073 w 26038"/>
                  <a:gd name="csY17" fmla="*/ 11823 h 16109"/>
                  <a:gd name="csX18" fmla="*/ 16788 w 26038"/>
                  <a:gd name="csY18" fmla="*/ 8323 h 16109"/>
                  <a:gd name="csX19" fmla="*/ 15002 w 26038"/>
                  <a:gd name="csY19" fmla="*/ 4751 h 16109"/>
                  <a:gd name="csX20" fmla="*/ 9501 w 26038"/>
                  <a:gd name="csY20" fmla="*/ 3251 h 16109"/>
                  <a:gd name="csX21" fmla="*/ 4215 w 26038"/>
                  <a:gd name="csY21" fmla="*/ 4715 h 16109"/>
                  <a:gd name="csX22" fmla="*/ 2465 w 26038"/>
                  <a:gd name="csY22" fmla="*/ 8180 h 16109"/>
                  <a:gd name="csX23" fmla="*/ 4322 w 26038"/>
                  <a:gd name="csY23" fmla="*/ 11752 h 16109"/>
                  <a:gd name="csX24" fmla="*/ 9787 w 26038"/>
                  <a:gd name="csY24" fmla="*/ 13287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8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4"/>
                      <a:pt x="1214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1"/>
                    </a:cubicBezTo>
                    <a:cubicBezTo>
                      <a:pt x="18931" y="5287"/>
                      <a:pt x="19324" y="6680"/>
                      <a:pt x="19324" y="8108"/>
                    </a:cubicBezTo>
                    <a:cubicBezTo>
                      <a:pt x="19324" y="9144"/>
                      <a:pt x="19109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87" y="13252"/>
                    </a:moveTo>
                    <a:cubicBezTo>
                      <a:pt x="12180" y="13252"/>
                      <a:pt x="13930" y="12787"/>
                      <a:pt x="15073" y="11823"/>
                    </a:cubicBezTo>
                    <a:cubicBezTo>
                      <a:pt x="16216" y="10859"/>
                      <a:pt x="16788" y="9680"/>
                      <a:pt x="16788" y="8323"/>
                    </a:cubicBezTo>
                    <a:cubicBezTo>
                      <a:pt x="16788" y="6965"/>
                      <a:pt x="16216" y="5751"/>
                      <a:pt x="15002" y="4751"/>
                    </a:cubicBezTo>
                    <a:cubicBezTo>
                      <a:pt x="13823" y="3751"/>
                      <a:pt x="12001" y="3251"/>
                      <a:pt x="9501" y="3251"/>
                    </a:cubicBezTo>
                    <a:cubicBezTo>
                      <a:pt x="7001" y="3251"/>
                      <a:pt x="5358" y="3751"/>
                      <a:pt x="4215" y="4715"/>
                    </a:cubicBezTo>
                    <a:cubicBezTo>
                      <a:pt x="3036" y="5679"/>
                      <a:pt x="2465" y="6858"/>
                      <a:pt x="2465" y="8180"/>
                    </a:cubicBezTo>
                    <a:cubicBezTo>
                      <a:pt x="2465" y="9501"/>
                      <a:pt x="3108" y="10716"/>
                      <a:pt x="4322" y="11752"/>
                    </a:cubicBezTo>
                    <a:cubicBezTo>
                      <a:pt x="5572" y="12787"/>
                      <a:pt x="7394" y="13287"/>
                      <a:pt x="9787" y="1328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6" name="Freeform: Shape 12215">
                <a:extLst>
                  <a:ext uri="{FF2B5EF4-FFF2-40B4-BE49-F238E27FC236}">
                    <a16:creationId xmlns:a16="http://schemas.microsoft.com/office/drawing/2014/main" id="{AB7AA286-8D75-B912-5670-5EE2C22F1644}"/>
                  </a:ext>
                </a:extLst>
              </p:cNvPr>
              <p:cNvSpPr/>
              <p:nvPr/>
            </p:nvSpPr>
            <p:spPr>
              <a:xfrm>
                <a:off x="4135398" y="2570607"/>
                <a:ext cx="56121" cy="52314"/>
              </a:xfrm>
              <a:custGeom>
                <a:avLst/>
                <a:gdLst>
                  <a:gd name="csX0" fmla="*/ 25575 w 25574"/>
                  <a:gd name="csY0" fmla="*/ 23932 h 23967"/>
                  <a:gd name="csX1" fmla="*/ 0 w 25574"/>
                  <a:gd name="csY1" fmla="*/ 14109 h 23967"/>
                  <a:gd name="csX2" fmla="*/ 0 w 25574"/>
                  <a:gd name="csY2" fmla="*/ 10466 h 23967"/>
                  <a:gd name="csX3" fmla="*/ 25575 w 25574"/>
                  <a:gd name="csY3" fmla="*/ 0 h 23967"/>
                  <a:gd name="csX4" fmla="*/ 25575 w 25574"/>
                  <a:gd name="csY4" fmla="*/ 3858 h 23967"/>
                  <a:gd name="csX5" fmla="*/ 17824 w 25574"/>
                  <a:gd name="csY5" fmla="*/ 6858 h 23967"/>
                  <a:gd name="csX6" fmla="*/ 17824 w 25574"/>
                  <a:gd name="csY6" fmla="*/ 17538 h 23967"/>
                  <a:gd name="csX7" fmla="*/ 25575 w 25574"/>
                  <a:gd name="csY7" fmla="*/ 20360 h 23967"/>
                  <a:gd name="csX8" fmla="*/ 25575 w 25574"/>
                  <a:gd name="csY8" fmla="*/ 23967 h 23967"/>
                  <a:gd name="csX9" fmla="*/ 15073 w 25574"/>
                  <a:gd name="csY9" fmla="*/ 16538 h 23967"/>
                  <a:gd name="csX10" fmla="*/ 15073 w 25574"/>
                  <a:gd name="csY10" fmla="*/ 7858 h 23967"/>
                  <a:gd name="csX11" fmla="*/ 8001 w 25574"/>
                  <a:gd name="csY11" fmla="*/ 10537 h 23967"/>
                  <a:gd name="csX12" fmla="*/ 2715 w 25574"/>
                  <a:gd name="csY12" fmla="*/ 12359 h 23967"/>
                  <a:gd name="csX13" fmla="*/ 7608 w 25574"/>
                  <a:gd name="csY13" fmla="*/ 13752 h 23967"/>
                  <a:gd name="csX14" fmla="*/ 15109 w 25574"/>
                  <a:gd name="csY14" fmla="*/ 16574 h 239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5574" h="23967">
                    <a:moveTo>
                      <a:pt x="25575" y="23932"/>
                    </a:moveTo>
                    <a:lnTo>
                      <a:pt x="0" y="14109"/>
                    </a:lnTo>
                    <a:lnTo>
                      <a:pt x="0" y="10466"/>
                    </a:lnTo>
                    <a:lnTo>
                      <a:pt x="25575" y="0"/>
                    </a:lnTo>
                    <a:lnTo>
                      <a:pt x="25575" y="3858"/>
                    </a:lnTo>
                    <a:lnTo>
                      <a:pt x="17824" y="6858"/>
                    </a:lnTo>
                    <a:lnTo>
                      <a:pt x="17824" y="17538"/>
                    </a:lnTo>
                    <a:lnTo>
                      <a:pt x="25575" y="20360"/>
                    </a:lnTo>
                    <a:lnTo>
                      <a:pt x="25575" y="23967"/>
                    </a:lnTo>
                    <a:moveTo>
                      <a:pt x="15073" y="16538"/>
                    </a:moveTo>
                    <a:lnTo>
                      <a:pt x="15073" y="7858"/>
                    </a:lnTo>
                    <a:lnTo>
                      <a:pt x="8001" y="10537"/>
                    </a:lnTo>
                    <a:cubicBezTo>
                      <a:pt x="5858" y="11359"/>
                      <a:pt x="4072" y="11966"/>
                      <a:pt x="2715" y="12359"/>
                    </a:cubicBezTo>
                    <a:cubicBezTo>
                      <a:pt x="4358" y="12680"/>
                      <a:pt x="5965" y="13144"/>
                      <a:pt x="7608" y="13752"/>
                    </a:cubicBezTo>
                    <a:lnTo>
                      <a:pt x="15109" y="1657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7" name="Freeform: Shape 12216">
                <a:extLst>
                  <a:ext uri="{FF2B5EF4-FFF2-40B4-BE49-F238E27FC236}">
                    <a16:creationId xmlns:a16="http://schemas.microsoft.com/office/drawing/2014/main" id="{36EFC448-C3C5-C670-3FCB-BC382489FC92}"/>
                  </a:ext>
                </a:extLst>
              </p:cNvPr>
              <p:cNvSpPr/>
              <p:nvPr/>
            </p:nvSpPr>
            <p:spPr>
              <a:xfrm>
                <a:off x="4135477" y="2524686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18" name="Freeform: Shape 12217">
                <a:extLst>
                  <a:ext uri="{FF2B5EF4-FFF2-40B4-BE49-F238E27FC236}">
                    <a16:creationId xmlns:a16="http://schemas.microsoft.com/office/drawing/2014/main" id="{0154F2D7-BF6B-8B69-181D-98FEBB949440}"/>
                  </a:ext>
                </a:extLst>
              </p:cNvPr>
              <p:cNvSpPr/>
              <p:nvPr/>
            </p:nvSpPr>
            <p:spPr>
              <a:xfrm>
                <a:off x="4149899" y="2485156"/>
                <a:ext cx="41620" cy="32822"/>
              </a:xfrm>
              <a:custGeom>
                <a:avLst/>
                <a:gdLst>
                  <a:gd name="csX0" fmla="*/ 18967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0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7" y="357"/>
                      <a:pt x="4500" y="179"/>
                    </a:cubicBezTo>
                    <a:cubicBezTo>
                      <a:pt x="5072" y="71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2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0" name="Freeform: Shape 12219">
                <a:extLst>
                  <a:ext uri="{FF2B5EF4-FFF2-40B4-BE49-F238E27FC236}">
                    <a16:creationId xmlns:a16="http://schemas.microsoft.com/office/drawing/2014/main" id="{5B0058CE-20C3-1460-FCC1-976ACFB5E4BF}"/>
                  </a:ext>
                </a:extLst>
              </p:cNvPr>
              <p:cNvSpPr/>
              <p:nvPr/>
            </p:nvSpPr>
            <p:spPr>
              <a:xfrm>
                <a:off x="4197713" y="2568033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1" name="Freeform: Shape 12220">
                <a:extLst>
                  <a:ext uri="{FF2B5EF4-FFF2-40B4-BE49-F238E27FC236}">
                    <a16:creationId xmlns:a16="http://schemas.microsoft.com/office/drawing/2014/main" id="{B711672C-DEB1-1EB5-0163-1BC199132918}"/>
                  </a:ext>
                </a:extLst>
              </p:cNvPr>
              <p:cNvSpPr/>
              <p:nvPr/>
            </p:nvSpPr>
            <p:spPr>
              <a:xfrm>
                <a:off x="4197636" y="2525854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2" name="Freeform: Shape 12221">
                <a:extLst>
                  <a:ext uri="{FF2B5EF4-FFF2-40B4-BE49-F238E27FC236}">
                    <a16:creationId xmlns:a16="http://schemas.microsoft.com/office/drawing/2014/main" id="{ED7A8C0E-AEAA-7A8E-B919-3A05774EC4EE}"/>
                  </a:ext>
                </a:extLst>
              </p:cNvPr>
              <p:cNvSpPr/>
              <p:nvPr/>
            </p:nvSpPr>
            <p:spPr>
              <a:xfrm>
                <a:off x="4212058" y="2483131"/>
                <a:ext cx="42641" cy="37111"/>
              </a:xfrm>
              <a:custGeom>
                <a:avLst/>
                <a:gdLst>
                  <a:gd name="csX0" fmla="*/ 16716 w 19431"/>
                  <a:gd name="csY0" fmla="*/ 3858 h 17002"/>
                  <a:gd name="csX1" fmla="*/ 18824 w 19431"/>
                  <a:gd name="csY1" fmla="*/ 7215 h 17002"/>
                  <a:gd name="csX2" fmla="*/ 19431 w 19431"/>
                  <a:gd name="csY2" fmla="*/ 10680 h 17002"/>
                  <a:gd name="csX3" fmla="*/ 17931 w 19431"/>
                  <a:gd name="csY3" fmla="*/ 15359 h 17002"/>
                  <a:gd name="csX4" fmla="*/ 14109 w 19431"/>
                  <a:gd name="csY4" fmla="*/ 17002 h 17002"/>
                  <a:gd name="csX5" fmla="*/ 11609 w 19431"/>
                  <a:gd name="csY5" fmla="*/ 16395 h 17002"/>
                  <a:gd name="csX6" fmla="*/ 9787 w 19431"/>
                  <a:gd name="csY6" fmla="*/ 14788 h 17002"/>
                  <a:gd name="csX7" fmla="*/ 8751 w 19431"/>
                  <a:gd name="csY7" fmla="*/ 12537 h 17002"/>
                  <a:gd name="csX8" fmla="*/ 8287 w 19431"/>
                  <a:gd name="csY8" fmla="*/ 9751 h 17002"/>
                  <a:gd name="csX9" fmla="*/ 7215 w 19431"/>
                  <a:gd name="csY9" fmla="*/ 4143 h 17002"/>
                  <a:gd name="csX10" fmla="*/ 6394 w 19431"/>
                  <a:gd name="csY10" fmla="*/ 4143 h 17002"/>
                  <a:gd name="csX11" fmla="*/ 3679 w 19431"/>
                  <a:gd name="csY11" fmla="*/ 5036 h 17002"/>
                  <a:gd name="csX12" fmla="*/ 2607 w 19431"/>
                  <a:gd name="csY12" fmla="*/ 8608 h 17002"/>
                  <a:gd name="csX13" fmla="*/ 3358 w 19431"/>
                  <a:gd name="csY13" fmla="*/ 11894 h 17002"/>
                  <a:gd name="csX14" fmla="*/ 6108 w 19431"/>
                  <a:gd name="csY14" fmla="*/ 13466 h 17002"/>
                  <a:gd name="csX15" fmla="*/ 5679 w 19431"/>
                  <a:gd name="csY15" fmla="*/ 16538 h 17002"/>
                  <a:gd name="csX16" fmla="*/ 2500 w 19431"/>
                  <a:gd name="csY16" fmla="*/ 15145 h 17002"/>
                  <a:gd name="csX17" fmla="*/ 643 w 19431"/>
                  <a:gd name="csY17" fmla="*/ 12359 h 17002"/>
                  <a:gd name="csX18" fmla="*/ 0 w 19431"/>
                  <a:gd name="csY18" fmla="*/ 8144 h 17002"/>
                  <a:gd name="csX19" fmla="*/ 571 w 19431"/>
                  <a:gd name="csY19" fmla="*/ 4286 h 17002"/>
                  <a:gd name="csX20" fmla="*/ 1964 w 19431"/>
                  <a:gd name="csY20" fmla="*/ 2107 h 17002"/>
                  <a:gd name="csX21" fmla="*/ 4108 w 19431"/>
                  <a:gd name="csY21" fmla="*/ 1143 h 17002"/>
                  <a:gd name="csX22" fmla="*/ 7001 w 19431"/>
                  <a:gd name="csY22" fmla="*/ 964 h 17002"/>
                  <a:gd name="csX23" fmla="*/ 11180 w 19431"/>
                  <a:gd name="csY23" fmla="*/ 964 h 17002"/>
                  <a:gd name="csX24" fmla="*/ 16716 w 19431"/>
                  <a:gd name="csY24" fmla="*/ 786 h 17002"/>
                  <a:gd name="csX25" fmla="*/ 18931 w 19431"/>
                  <a:gd name="csY25" fmla="*/ 0 h 17002"/>
                  <a:gd name="csX26" fmla="*/ 18931 w 19431"/>
                  <a:gd name="csY26" fmla="*/ 3286 h 17002"/>
                  <a:gd name="csX27" fmla="*/ 16645 w 19431"/>
                  <a:gd name="csY27" fmla="*/ 3929 h 17002"/>
                  <a:gd name="csX28" fmla="*/ 9715 w 19431"/>
                  <a:gd name="csY28" fmla="*/ 4143 h 17002"/>
                  <a:gd name="csX29" fmla="*/ 10894 w 19431"/>
                  <a:gd name="csY29" fmla="*/ 9251 h 17002"/>
                  <a:gd name="csX30" fmla="*/ 11537 w 19431"/>
                  <a:gd name="csY30" fmla="*/ 12001 h 17002"/>
                  <a:gd name="csX31" fmla="*/ 12573 w 19431"/>
                  <a:gd name="csY31" fmla="*/ 13252 h 17002"/>
                  <a:gd name="csX32" fmla="*/ 14073 w 19431"/>
                  <a:gd name="csY32" fmla="*/ 13680 h 17002"/>
                  <a:gd name="csX33" fmla="*/ 16180 w 19431"/>
                  <a:gd name="csY33" fmla="*/ 12716 h 17002"/>
                  <a:gd name="csX34" fmla="*/ 17002 w 19431"/>
                  <a:gd name="csY34" fmla="*/ 9930 h 17002"/>
                  <a:gd name="csX35" fmla="*/ 16216 w 19431"/>
                  <a:gd name="csY35" fmla="*/ 6715 h 17002"/>
                  <a:gd name="csX36" fmla="*/ 14037 w 19431"/>
                  <a:gd name="csY36" fmla="*/ 4643 h 17002"/>
                  <a:gd name="csX37" fmla="*/ 10894 w 19431"/>
                  <a:gd name="csY37" fmla="*/ 4143 h 17002"/>
                  <a:gd name="csX38" fmla="*/ 9751 w 19431"/>
                  <a:gd name="csY38" fmla="*/ 4143 h 17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</a:cxnLst>
                <a:rect l="l" t="t" r="r" b="b"/>
                <a:pathLst>
                  <a:path w="19431" h="17002">
                    <a:moveTo>
                      <a:pt x="16716" y="3858"/>
                    </a:moveTo>
                    <a:cubicBezTo>
                      <a:pt x="17716" y="5000"/>
                      <a:pt x="18395" y="6144"/>
                      <a:pt x="18824" y="7215"/>
                    </a:cubicBezTo>
                    <a:cubicBezTo>
                      <a:pt x="19217" y="8287"/>
                      <a:pt x="19431" y="9430"/>
                      <a:pt x="19431" y="10680"/>
                    </a:cubicBezTo>
                    <a:cubicBezTo>
                      <a:pt x="19431" y="12716"/>
                      <a:pt x="18931" y="14288"/>
                      <a:pt x="17931" y="15359"/>
                    </a:cubicBezTo>
                    <a:cubicBezTo>
                      <a:pt x="16931" y="16431"/>
                      <a:pt x="15680" y="17002"/>
                      <a:pt x="14109" y="17002"/>
                    </a:cubicBezTo>
                    <a:cubicBezTo>
                      <a:pt x="13216" y="17002"/>
                      <a:pt x="12394" y="16823"/>
                      <a:pt x="11609" y="16395"/>
                    </a:cubicBezTo>
                    <a:cubicBezTo>
                      <a:pt x="10858" y="16002"/>
                      <a:pt x="10251" y="15431"/>
                      <a:pt x="9787" y="14788"/>
                    </a:cubicBezTo>
                    <a:cubicBezTo>
                      <a:pt x="9358" y="14109"/>
                      <a:pt x="9001" y="13359"/>
                      <a:pt x="8751" y="12537"/>
                    </a:cubicBezTo>
                    <a:cubicBezTo>
                      <a:pt x="8572" y="11930"/>
                      <a:pt x="8430" y="11001"/>
                      <a:pt x="8287" y="9751"/>
                    </a:cubicBezTo>
                    <a:cubicBezTo>
                      <a:pt x="7965" y="7215"/>
                      <a:pt x="7644" y="5358"/>
                      <a:pt x="7215" y="4143"/>
                    </a:cubicBezTo>
                    <a:cubicBezTo>
                      <a:pt x="6786" y="4143"/>
                      <a:pt x="6501" y="4143"/>
                      <a:pt x="6394" y="4143"/>
                    </a:cubicBezTo>
                    <a:cubicBezTo>
                      <a:pt x="5108" y="4143"/>
                      <a:pt x="4215" y="4465"/>
                      <a:pt x="3679" y="5036"/>
                    </a:cubicBezTo>
                    <a:cubicBezTo>
                      <a:pt x="2964" y="5858"/>
                      <a:pt x="2607" y="7036"/>
                      <a:pt x="2607" y="8608"/>
                    </a:cubicBezTo>
                    <a:cubicBezTo>
                      <a:pt x="2607" y="10073"/>
                      <a:pt x="2857" y="11180"/>
                      <a:pt x="3358" y="11894"/>
                    </a:cubicBezTo>
                    <a:cubicBezTo>
                      <a:pt x="3857" y="12609"/>
                      <a:pt x="4786" y="13109"/>
                      <a:pt x="6108" y="13466"/>
                    </a:cubicBezTo>
                    <a:lnTo>
                      <a:pt x="5679" y="16538"/>
                    </a:lnTo>
                    <a:cubicBezTo>
                      <a:pt x="4358" y="16252"/>
                      <a:pt x="3322" y="15788"/>
                      <a:pt x="2500" y="15145"/>
                    </a:cubicBezTo>
                    <a:cubicBezTo>
                      <a:pt x="1679" y="14502"/>
                      <a:pt x="1072" y="13573"/>
                      <a:pt x="643" y="12359"/>
                    </a:cubicBezTo>
                    <a:cubicBezTo>
                      <a:pt x="214" y="11144"/>
                      <a:pt x="0" y="9751"/>
                      <a:pt x="0" y="8144"/>
                    </a:cubicBezTo>
                    <a:cubicBezTo>
                      <a:pt x="0" y="6537"/>
                      <a:pt x="179" y="5286"/>
                      <a:pt x="571" y="4286"/>
                    </a:cubicBezTo>
                    <a:cubicBezTo>
                      <a:pt x="964" y="3286"/>
                      <a:pt x="1429" y="2572"/>
                      <a:pt x="1964" y="2107"/>
                    </a:cubicBezTo>
                    <a:cubicBezTo>
                      <a:pt x="2536" y="1643"/>
                      <a:pt x="3250" y="1322"/>
                      <a:pt x="4108" y="1143"/>
                    </a:cubicBezTo>
                    <a:cubicBezTo>
                      <a:pt x="4643" y="1036"/>
                      <a:pt x="5608" y="964"/>
                      <a:pt x="7001" y="964"/>
                    </a:cubicBezTo>
                    <a:lnTo>
                      <a:pt x="11180" y="964"/>
                    </a:lnTo>
                    <a:cubicBezTo>
                      <a:pt x="14109" y="964"/>
                      <a:pt x="15930" y="893"/>
                      <a:pt x="16716" y="786"/>
                    </a:cubicBezTo>
                    <a:cubicBezTo>
                      <a:pt x="17466" y="643"/>
                      <a:pt x="18216" y="393"/>
                      <a:pt x="18931" y="0"/>
                    </a:cubicBezTo>
                    <a:lnTo>
                      <a:pt x="18931" y="3286"/>
                    </a:lnTo>
                    <a:cubicBezTo>
                      <a:pt x="18288" y="3608"/>
                      <a:pt x="17538" y="3822"/>
                      <a:pt x="16645" y="3929"/>
                    </a:cubicBezTo>
                    <a:moveTo>
                      <a:pt x="9715" y="4143"/>
                    </a:moveTo>
                    <a:cubicBezTo>
                      <a:pt x="10180" y="5286"/>
                      <a:pt x="10573" y="7001"/>
                      <a:pt x="10894" y="9251"/>
                    </a:cubicBezTo>
                    <a:cubicBezTo>
                      <a:pt x="11073" y="10537"/>
                      <a:pt x="11287" y="11466"/>
                      <a:pt x="11537" y="12001"/>
                    </a:cubicBezTo>
                    <a:cubicBezTo>
                      <a:pt x="11751" y="12537"/>
                      <a:pt x="12108" y="12966"/>
                      <a:pt x="12573" y="13252"/>
                    </a:cubicBezTo>
                    <a:cubicBezTo>
                      <a:pt x="13037" y="13537"/>
                      <a:pt x="13537" y="13680"/>
                      <a:pt x="14073" y="13680"/>
                    </a:cubicBezTo>
                    <a:cubicBezTo>
                      <a:pt x="14895" y="13680"/>
                      <a:pt x="15609" y="13359"/>
                      <a:pt x="16180" y="12716"/>
                    </a:cubicBezTo>
                    <a:cubicBezTo>
                      <a:pt x="16752" y="12073"/>
                      <a:pt x="17002" y="11180"/>
                      <a:pt x="17002" y="9930"/>
                    </a:cubicBezTo>
                    <a:cubicBezTo>
                      <a:pt x="17002" y="8680"/>
                      <a:pt x="16752" y="7644"/>
                      <a:pt x="16216" y="6715"/>
                    </a:cubicBezTo>
                    <a:cubicBezTo>
                      <a:pt x="15680" y="5751"/>
                      <a:pt x="14966" y="5072"/>
                      <a:pt x="14037" y="4643"/>
                    </a:cubicBezTo>
                    <a:cubicBezTo>
                      <a:pt x="13323" y="4322"/>
                      <a:pt x="12287" y="4143"/>
                      <a:pt x="10894" y="4143"/>
                    </a:cubicBezTo>
                    <a:lnTo>
                      <a:pt x="9751" y="4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4" name="Freeform: Shape 12223">
                <a:extLst>
                  <a:ext uri="{FF2B5EF4-FFF2-40B4-BE49-F238E27FC236}">
                    <a16:creationId xmlns:a16="http://schemas.microsoft.com/office/drawing/2014/main" id="{896E7EB8-51A3-A822-CE90-F07B8CA0C369}"/>
                  </a:ext>
                </a:extLst>
              </p:cNvPr>
              <p:cNvSpPr/>
              <p:nvPr/>
            </p:nvSpPr>
            <p:spPr>
              <a:xfrm>
                <a:off x="4259950" y="2629159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1 h 20145"/>
                  <a:gd name="csX4" fmla="*/ 0 w 25574"/>
                  <a:gd name="csY4" fmla="*/ 3251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1"/>
                    </a:lnTo>
                    <a:lnTo>
                      <a:pt x="0" y="3251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5" name="Freeform: Shape 12224">
                <a:extLst>
                  <a:ext uri="{FF2B5EF4-FFF2-40B4-BE49-F238E27FC236}">
                    <a16:creationId xmlns:a16="http://schemas.microsoft.com/office/drawing/2014/main" id="{5D4388CF-5619-2684-FB0C-ECC8646D29B2}"/>
                  </a:ext>
                </a:extLst>
              </p:cNvPr>
              <p:cNvSpPr/>
              <p:nvPr/>
            </p:nvSpPr>
            <p:spPr>
              <a:xfrm>
                <a:off x="4259950" y="2570607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4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39 w 25574"/>
                  <a:gd name="csY13" fmla="*/ 17752 h 21145"/>
                  <a:gd name="csX14" fmla="*/ 22539 w 25574"/>
                  <a:gd name="csY14" fmla="*/ 12287 h 21145"/>
                  <a:gd name="csX15" fmla="*/ 22074 w 25574"/>
                  <a:gd name="csY15" fmla="*/ 8323 h 21145"/>
                  <a:gd name="csX16" fmla="*/ 20753 w 25574"/>
                  <a:gd name="csY16" fmla="*/ 6036 h 21145"/>
                  <a:gd name="csX17" fmla="*/ 17502 w 25574"/>
                  <a:gd name="csY17" fmla="*/ 4179 h 21145"/>
                  <a:gd name="csX18" fmla="*/ 12573 w 25574"/>
                  <a:gd name="csY18" fmla="*/ 3501 h 21145"/>
                  <a:gd name="csX19" fmla="*/ 6394 w 25574"/>
                  <a:gd name="csY19" fmla="*/ 4822 h 21145"/>
                  <a:gd name="csX20" fmla="*/ 3500 w 25574"/>
                  <a:gd name="csY20" fmla="*/ 8001 h 21145"/>
                  <a:gd name="csX21" fmla="*/ 3000 w 25574"/>
                  <a:gd name="csY21" fmla="*/ 12395 h 21145"/>
                  <a:gd name="csX22" fmla="*/ 3000 w 25574"/>
                  <a:gd name="csY22" fmla="*/ 17752 h 21145"/>
                  <a:gd name="csX23" fmla="*/ 22539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4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39" y="17752"/>
                    </a:moveTo>
                    <a:lnTo>
                      <a:pt x="22539" y="12287"/>
                    </a:lnTo>
                    <a:cubicBezTo>
                      <a:pt x="22539" y="10609"/>
                      <a:pt x="22396" y="9287"/>
                      <a:pt x="22074" y="8323"/>
                    </a:cubicBezTo>
                    <a:cubicBezTo>
                      <a:pt x="21753" y="7358"/>
                      <a:pt x="21324" y="6608"/>
                      <a:pt x="20753" y="6036"/>
                    </a:cubicBezTo>
                    <a:cubicBezTo>
                      <a:pt x="19967" y="5215"/>
                      <a:pt x="18859" y="4608"/>
                      <a:pt x="17502" y="4179"/>
                    </a:cubicBezTo>
                    <a:cubicBezTo>
                      <a:pt x="16145" y="3751"/>
                      <a:pt x="14502" y="3501"/>
                      <a:pt x="12573" y="3501"/>
                    </a:cubicBezTo>
                    <a:cubicBezTo>
                      <a:pt x="9894" y="3501"/>
                      <a:pt x="7858" y="3929"/>
                      <a:pt x="6394" y="4822"/>
                    </a:cubicBezTo>
                    <a:cubicBezTo>
                      <a:pt x="4929" y="5715"/>
                      <a:pt x="4000" y="6751"/>
                      <a:pt x="3500" y="8001"/>
                    </a:cubicBezTo>
                    <a:cubicBezTo>
                      <a:pt x="3143" y="8894"/>
                      <a:pt x="3000" y="10359"/>
                      <a:pt x="3000" y="12395"/>
                    </a:cubicBezTo>
                    <a:lnTo>
                      <a:pt x="3000" y="17752"/>
                    </a:lnTo>
                    <a:lnTo>
                      <a:pt x="22539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6" name="Freeform: Shape 12225">
                <a:extLst>
                  <a:ext uri="{FF2B5EF4-FFF2-40B4-BE49-F238E27FC236}">
                    <a16:creationId xmlns:a16="http://schemas.microsoft.com/office/drawing/2014/main" id="{BB8EC846-491C-8FE0-335A-6CBA5C3325F2}"/>
                  </a:ext>
                </a:extLst>
              </p:cNvPr>
              <p:cNvSpPr/>
              <p:nvPr/>
            </p:nvSpPr>
            <p:spPr>
              <a:xfrm>
                <a:off x="4259950" y="2551739"/>
                <a:ext cx="56121" cy="7406"/>
              </a:xfrm>
              <a:custGeom>
                <a:avLst/>
                <a:gdLst>
                  <a:gd name="csX0" fmla="*/ 25575 w 25574"/>
                  <a:gd name="csY0" fmla="*/ 3393 h 3393"/>
                  <a:gd name="csX1" fmla="*/ 0 w 25574"/>
                  <a:gd name="csY1" fmla="*/ 3393 h 3393"/>
                  <a:gd name="csX2" fmla="*/ 0 w 25574"/>
                  <a:gd name="csY2" fmla="*/ 0 h 3393"/>
                  <a:gd name="csX3" fmla="*/ 25575 w 25574"/>
                  <a:gd name="csY3" fmla="*/ 0 h 3393"/>
                  <a:gd name="csX4" fmla="*/ 25575 w 25574"/>
                  <a:gd name="csY4" fmla="*/ 3393 h 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393">
                    <a:moveTo>
                      <a:pt x="25575" y="3393"/>
                    </a:moveTo>
                    <a:lnTo>
                      <a:pt x="0" y="339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39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7" name="Freeform: Shape 12226">
                <a:extLst>
                  <a:ext uri="{FF2B5EF4-FFF2-40B4-BE49-F238E27FC236}">
                    <a16:creationId xmlns:a16="http://schemas.microsoft.com/office/drawing/2014/main" id="{28D31857-C1E3-9C81-4B33-2D168126B579}"/>
                  </a:ext>
                </a:extLst>
              </p:cNvPr>
              <p:cNvSpPr/>
              <p:nvPr/>
            </p:nvSpPr>
            <p:spPr>
              <a:xfrm>
                <a:off x="4259950" y="2504181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28" name="Freeform: Shape 12227">
                <a:extLst>
                  <a:ext uri="{FF2B5EF4-FFF2-40B4-BE49-F238E27FC236}">
                    <a16:creationId xmlns:a16="http://schemas.microsoft.com/office/drawing/2014/main" id="{635B9C05-C324-D1D1-AF21-8D7450A82826}"/>
                  </a:ext>
                </a:extLst>
              </p:cNvPr>
              <p:cNvSpPr/>
              <p:nvPr/>
            </p:nvSpPr>
            <p:spPr>
              <a:xfrm>
                <a:off x="4259950" y="2486715"/>
                <a:ext cx="56121" cy="7406"/>
              </a:xfrm>
              <a:custGeom>
                <a:avLst/>
                <a:gdLst>
                  <a:gd name="csX0" fmla="*/ 25575 w 25574"/>
                  <a:gd name="csY0" fmla="*/ 3393 h 3393"/>
                  <a:gd name="csX1" fmla="*/ 0 w 25574"/>
                  <a:gd name="csY1" fmla="*/ 3393 h 3393"/>
                  <a:gd name="csX2" fmla="*/ 0 w 25574"/>
                  <a:gd name="csY2" fmla="*/ 0 h 3393"/>
                  <a:gd name="csX3" fmla="*/ 25575 w 25574"/>
                  <a:gd name="csY3" fmla="*/ 0 h 3393"/>
                  <a:gd name="csX4" fmla="*/ 25575 w 25574"/>
                  <a:gd name="csY4" fmla="*/ 3393 h 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393">
                    <a:moveTo>
                      <a:pt x="25575" y="3393"/>
                    </a:moveTo>
                    <a:lnTo>
                      <a:pt x="0" y="339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39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0" name="Freeform: Shape 12229">
                <a:extLst>
                  <a:ext uri="{FF2B5EF4-FFF2-40B4-BE49-F238E27FC236}">
                    <a16:creationId xmlns:a16="http://schemas.microsoft.com/office/drawing/2014/main" id="{1362568E-5028-121B-151D-25411EEAF68C}"/>
                  </a:ext>
                </a:extLst>
              </p:cNvPr>
              <p:cNvSpPr/>
              <p:nvPr/>
            </p:nvSpPr>
            <p:spPr>
              <a:xfrm>
                <a:off x="4322187" y="2596647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4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74 w 25574"/>
                  <a:gd name="csY13" fmla="*/ 17717 h 21145"/>
                  <a:gd name="csX14" fmla="*/ 22574 w 25574"/>
                  <a:gd name="csY14" fmla="*/ 12252 h 21145"/>
                  <a:gd name="csX15" fmla="*/ 22110 w 25574"/>
                  <a:gd name="csY15" fmla="*/ 8287 h 21145"/>
                  <a:gd name="csX16" fmla="*/ 20788 w 25574"/>
                  <a:gd name="csY16" fmla="*/ 6001 h 21145"/>
                  <a:gd name="csX17" fmla="*/ 17538 w 25574"/>
                  <a:gd name="csY17" fmla="*/ 4143 h 21145"/>
                  <a:gd name="csX18" fmla="*/ 12609 w 25574"/>
                  <a:gd name="csY18" fmla="*/ 3465 h 21145"/>
                  <a:gd name="csX19" fmla="*/ 6429 w 25574"/>
                  <a:gd name="csY19" fmla="*/ 4786 h 21145"/>
                  <a:gd name="csX20" fmla="*/ 3536 w 25574"/>
                  <a:gd name="csY20" fmla="*/ 7965 h 21145"/>
                  <a:gd name="csX21" fmla="*/ 3036 w 25574"/>
                  <a:gd name="csY21" fmla="*/ 12359 h 21145"/>
                  <a:gd name="csX22" fmla="*/ 3036 w 25574"/>
                  <a:gd name="csY22" fmla="*/ 17717 h 21145"/>
                  <a:gd name="csX23" fmla="*/ 22574 w 25574"/>
                  <a:gd name="csY23" fmla="*/ 17717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8"/>
                      <a:pt x="107" y="8822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1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4"/>
                      <a:pt x="21503" y="2429"/>
                    </a:cubicBezTo>
                    <a:cubicBezTo>
                      <a:pt x="22467" y="3143"/>
                      <a:pt x="23253" y="3929"/>
                      <a:pt x="23824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8"/>
                      <a:pt x="25539" y="11930"/>
                    </a:cubicBezTo>
                    <a:lnTo>
                      <a:pt x="25539" y="21145"/>
                    </a:lnTo>
                    <a:moveTo>
                      <a:pt x="22574" y="17717"/>
                    </a:moveTo>
                    <a:lnTo>
                      <a:pt x="22574" y="12252"/>
                    </a:lnTo>
                    <a:cubicBezTo>
                      <a:pt x="22574" y="10573"/>
                      <a:pt x="22431" y="9251"/>
                      <a:pt x="22110" y="8287"/>
                    </a:cubicBezTo>
                    <a:cubicBezTo>
                      <a:pt x="21788" y="7322"/>
                      <a:pt x="21360" y="6572"/>
                      <a:pt x="20788" y="6001"/>
                    </a:cubicBezTo>
                    <a:cubicBezTo>
                      <a:pt x="20002" y="5179"/>
                      <a:pt x="18895" y="4572"/>
                      <a:pt x="17538" y="4143"/>
                    </a:cubicBezTo>
                    <a:cubicBezTo>
                      <a:pt x="16180" y="3715"/>
                      <a:pt x="14538" y="3465"/>
                      <a:pt x="12609" y="3465"/>
                    </a:cubicBezTo>
                    <a:cubicBezTo>
                      <a:pt x="9930" y="3465"/>
                      <a:pt x="7894" y="3893"/>
                      <a:pt x="6429" y="4786"/>
                    </a:cubicBezTo>
                    <a:cubicBezTo>
                      <a:pt x="4965" y="5679"/>
                      <a:pt x="4036" y="6715"/>
                      <a:pt x="3536" y="7965"/>
                    </a:cubicBezTo>
                    <a:cubicBezTo>
                      <a:pt x="3179" y="8858"/>
                      <a:pt x="3036" y="10323"/>
                      <a:pt x="3036" y="12359"/>
                    </a:cubicBezTo>
                    <a:lnTo>
                      <a:pt x="3036" y="17717"/>
                    </a:lnTo>
                    <a:lnTo>
                      <a:pt x="22574" y="1771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1" name="Freeform: Shape 12230">
                <a:extLst>
                  <a:ext uri="{FF2B5EF4-FFF2-40B4-BE49-F238E27FC236}">
                    <a16:creationId xmlns:a16="http://schemas.microsoft.com/office/drawing/2014/main" id="{A171C74B-4DE3-2EC6-4A0C-050409610735}"/>
                  </a:ext>
                </a:extLst>
              </p:cNvPr>
              <p:cNvSpPr/>
              <p:nvPr/>
            </p:nvSpPr>
            <p:spPr>
              <a:xfrm>
                <a:off x="4322187" y="2554624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3 w 26003"/>
                  <a:gd name="csY5" fmla="*/ 16109 h 16109"/>
                  <a:gd name="csX6" fmla="*/ 11287 w 26003"/>
                  <a:gd name="csY6" fmla="*/ 15180 h 16109"/>
                  <a:gd name="csX7" fmla="*/ 7822 w 26003"/>
                  <a:gd name="csY7" fmla="*/ 12395 h 16109"/>
                  <a:gd name="csX8" fmla="*/ 6608 w 26003"/>
                  <a:gd name="csY8" fmla="*/ 8251 h 16109"/>
                  <a:gd name="csX9" fmla="*/ 7322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59 w 26003"/>
                  <a:gd name="csY15" fmla="*/ 12859 h 16109"/>
                  <a:gd name="csX16" fmla="*/ 21681 w 26003"/>
                  <a:gd name="csY16" fmla="*/ 11359 h 16109"/>
                  <a:gd name="csX17" fmla="*/ 23431 w 26003"/>
                  <a:gd name="csY17" fmla="*/ 7822 h 16109"/>
                  <a:gd name="csX18" fmla="*/ 21753 w 26003"/>
                  <a:gd name="csY18" fmla="*/ 4322 h 16109"/>
                  <a:gd name="csX19" fmla="*/ 16609 w 26003"/>
                  <a:gd name="csY19" fmla="*/ 2893 h 16109"/>
                  <a:gd name="csX20" fmla="*/ 11037 w 26003"/>
                  <a:gd name="csY20" fmla="*/ 4358 h 16109"/>
                  <a:gd name="csX21" fmla="*/ 9251 w 26003"/>
                  <a:gd name="csY21" fmla="*/ 7965 h 16109"/>
                  <a:gd name="csX22" fmla="*/ 10966 w 26003"/>
                  <a:gd name="csY22" fmla="*/ 11466 h 16109"/>
                  <a:gd name="csX23" fmla="*/ 16359 w 26003"/>
                  <a:gd name="csY23" fmla="*/ 12859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0" y="10966"/>
                      <a:pt x="24789" y="12216"/>
                    </a:cubicBezTo>
                    <a:cubicBezTo>
                      <a:pt x="23967" y="13466"/>
                      <a:pt x="22824" y="14430"/>
                      <a:pt x="21360" y="15073"/>
                    </a:cubicBezTo>
                    <a:cubicBezTo>
                      <a:pt x="19895" y="15752"/>
                      <a:pt x="18216" y="16109"/>
                      <a:pt x="16323" y="16109"/>
                    </a:cubicBezTo>
                    <a:cubicBezTo>
                      <a:pt x="14430" y="16109"/>
                      <a:pt x="12787" y="15788"/>
                      <a:pt x="11287" y="15180"/>
                    </a:cubicBezTo>
                    <a:cubicBezTo>
                      <a:pt x="9787" y="14573"/>
                      <a:pt x="8608" y="13645"/>
                      <a:pt x="7822" y="12395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2" y="5251"/>
                    </a:cubicBezTo>
                    <a:cubicBezTo>
                      <a:pt x="7787" y="4393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59" y="12859"/>
                    </a:moveTo>
                    <a:cubicBezTo>
                      <a:pt x="18717" y="12859"/>
                      <a:pt x="20503" y="12359"/>
                      <a:pt x="21681" y="11359"/>
                    </a:cubicBezTo>
                    <a:cubicBezTo>
                      <a:pt x="22860" y="10359"/>
                      <a:pt x="23431" y="9180"/>
                      <a:pt x="23431" y="7822"/>
                    </a:cubicBezTo>
                    <a:cubicBezTo>
                      <a:pt x="23431" y="6465"/>
                      <a:pt x="22860" y="5286"/>
                      <a:pt x="21753" y="4322"/>
                    </a:cubicBezTo>
                    <a:cubicBezTo>
                      <a:pt x="20645" y="3358"/>
                      <a:pt x="18931" y="2893"/>
                      <a:pt x="16609" y="2893"/>
                    </a:cubicBezTo>
                    <a:cubicBezTo>
                      <a:pt x="14073" y="2893"/>
                      <a:pt x="12216" y="3393"/>
                      <a:pt x="11037" y="4358"/>
                    </a:cubicBezTo>
                    <a:cubicBezTo>
                      <a:pt x="9858" y="5322"/>
                      <a:pt x="9251" y="6537"/>
                      <a:pt x="9251" y="7965"/>
                    </a:cubicBezTo>
                    <a:cubicBezTo>
                      <a:pt x="9251" y="9394"/>
                      <a:pt x="9823" y="10537"/>
                      <a:pt x="10966" y="11466"/>
                    </a:cubicBezTo>
                    <a:cubicBezTo>
                      <a:pt x="12109" y="12395"/>
                      <a:pt x="13895" y="12859"/>
                      <a:pt x="16359" y="128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2" name="Freeform: Shape 12231">
                <a:extLst>
                  <a:ext uri="{FF2B5EF4-FFF2-40B4-BE49-F238E27FC236}">
                    <a16:creationId xmlns:a16="http://schemas.microsoft.com/office/drawing/2014/main" id="{F91C7298-0F1F-6844-F97C-91617F129691}"/>
                  </a:ext>
                </a:extLst>
              </p:cNvPr>
              <p:cNvSpPr/>
              <p:nvPr/>
            </p:nvSpPr>
            <p:spPr>
              <a:xfrm>
                <a:off x="4354637" y="2525544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3" name="Freeform: Shape 12232">
                <a:extLst>
                  <a:ext uri="{FF2B5EF4-FFF2-40B4-BE49-F238E27FC236}">
                    <a16:creationId xmlns:a16="http://schemas.microsoft.com/office/drawing/2014/main" id="{22C223FB-579D-9A9F-755A-4F5EAA31C140}"/>
                  </a:ext>
                </a:extLst>
              </p:cNvPr>
              <p:cNvSpPr/>
              <p:nvPr/>
            </p:nvSpPr>
            <p:spPr>
              <a:xfrm>
                <a:off x="4322187" y="2485235"/>
                <a:ext cx="57063" cy="35160"/>
              </a:xfrm>
              <a:custGeom>
                <a:avLst/>
                <a:gdLst>
                  <a:gd name="csX0" fmla="*/ 25575 w 26003"/>
                  <a:gd name="csY0" fmla="*/ 2964 h 16108"/>
                  <a:gd name="csX1" fmla="*/ 23253 w 26003"/>
                  <a:gd name="csY1" fmla="*/ 2964 h 16108"/>
                  <a:gd name="csX2" fmla="*/ 26003 w 26003"/>
                  <a:gd name="csY2" fmla="*/ 8144 h 16108"/>
                  <a:gd name="csX3" fmla="*/ 24789 w 26003"/>
                  <a:gd name="csY3" fmla="*/ 12216 h 16108"/>
                  <a:gd name="csX4" fmla="*/ 21360 w 26003"/>
                  <a:gd name="csY4" fmla="*/ 15073 h 16108"/>
                  <a:gd name="csX5" fmla="*/ 16323 w 26003"/>
                  <a:gd name="csY5" fmla="*/ 16109 h 16108"/>
                  <a:gd name="csX6" fmla="*/ 11287 w 26003"/>
                  <a:gd name="csY6" fmla="*/ 15180 h 16108"/>
                  <a:gd name="csX7" fmla="*/ 7822 w 26003"/>
                  <a:gd name="csY7" fmla="*/ 12394 h 16108"/>
                  <a:gd name="csX8" fmla="*/ 6608 w 26003"/>
                  <a:gd name="csY8" fmla="*/ 8251 h 16108"/>
                  <a:gd name="csX9" fmla="*/ 7322 w 26003"/>
                  <a:gd name="csY9" fmla="*/ 5251 h 16108"/>
                  <a:gd name="csX10" fmla="*/ 9180 w 26003"/>
                  <a:gd name="csY10" fmla="*/ 3143 h 16108"/>
                  <a:gd name="csX11" fmla="*/ 0 w 26003"/>
                  <a:gd name="csY11" fmla="*/ 3143 h 16108"/>
                  <a:gd name="csX12" fmla="*/ 0 w 26003"/>
                  <a:gd name="csY12" fmla="*/ 0 h 16108"/>
                  <a:gd name="csX13" fmla="*/ 25575 w 26003"/>
                  <a:gd name="csY13" fmla="*/ 0 h 16108"/>
                  <a:gd name="csX14" fmla="*/ 25575 w 26003"/>
                  <a:gd name="csY14" fmla="*/ 2929 h 16108"/>
                  <a:gd name="csX15" fmla="*/ 16359 w 26003"/>
                  <a:gd name="csY15" fmla="*/ 12894 h 16108"/>
                  <a:gd name="csX16" fmla="*/ 21681 w 26003"/>
                  <a:gd name="csY16" fmla="*/ 11394 h 16108"/>
                  <a:gd name="csX17" fmla="*/ 23431 w 26003"/>
                  <a:gd name="csY17" fmla="*/ 7858 h 16108"/>
                  <a:gd name="csX18" fmla="*/ 21753 w 26003"/>
                  <a:gd name="csY18" fmla="*/ 4358 h 16108"/>
                  <a:gd name="csX19" fmla="*/ 16609 w 26003"/>
                  <a:gd name="csY19" fmla="*/ 2929 h 16108"/>
                  <a:gd name="csX20" fmla="*/ 11037 w 26003"/>
                  <a:gd name="csY20" fmla="*/ 4393 h 16108"/>
                  <a:gd name="csX21" fmla="*/ 9251 w 26003"/>
                  <a:gd name="csY21" fmla="*/ 8001 h 16108"/>
                  <a:gd name="csX22" fmla="*/ 10966 w 26003"/>
                  <a:gd name="csY22" fmla="*/ 11501 h 16108"/>
                  <a:gd name="csX23" fmla="*/ 16359 w 26003"/>
                  <a:gd name="csY23" fmla="*/ 12894 h 16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8">
                    <a:moveTo>
                      <a:pt x="25575" y="2964"/>
                    </a:moveTo>
                    <a:lnTo>
                      <a:pt x="23253" y="2964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0" y="10965"/>
                      <a:pt x="24789" y="12216"/>
                    </a:cubicBezTo>
                    <a:cubicBezTo>
                      <a:pt x="23967" y="13466"/>
                      <a:pt x="22824" y="14430"/>
                      <a:pt x="21360" y="15073"/>
                    </a:cubicBezTo>
                    <a:cubicBezTo>
                      <a:pt x="19895" y="15752"/>
                      <a:pt x="18216" y="16109"/>
                      <a:pt x="16323" y="16109"/>
                    </a:cubicBezTo>
                    <a:cubicBezTo>
                      <a:pt x="14430" y="16109"/>
                      <a:pt x="12787" y="15788"/>
                      <a:pt x="11287" y="15180"/>
                    </a:cubicBezTo>
                    <a:cubicBezTo>
                      <a:pt x="9787" y="14573"/>
                      <a:pt x="8608" y="13644"/>
                      <a:pt x="7822" y="12394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2" y="5251"/>
                    </a:cubicBezTo>
                    <a:cubicBezTo>
                      <a:pt x="7787" y="4393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59" y="12894"/>
                    </a:moveTo>
                    <a:cubicBezTo>
                      <a:pt x="18717" y="12894"/>
                      <a:pt x="20503" y="12394"/>
                      <a:pt x="21681" y="11394"/>
                    </a:cubicBezTo>
                    <a:cubicBezTo>
                      <a:pt x="22860" y="10394"/>
                      <a:pt x="23431" y="9215"/>
                      <a:pt x="23431" y="7858"/>
                    </a:cubicBezTo>
                    <a:cubicBezTo>
                      <a:pt x="23431" y="6501"/>
                      <a:pt x="22860" y="5322"/>
                      <a:pt x="21753" y="4358"/>
                    </a:cubicBezTo>
                    <a:cubicBezTo>
                      <a:pt x="20645" y="3393"/>
                      <a:pt x="18931" y="2929"/>
                      <a:pt x="16609" y="2929"/>
                    </a:cubicBezTo>
                    <a:cubicBezTo>
                      <a:pt x="14073" y="2929"/>
                      <a:pt x="12216" y="3429"/>
                      <a:pt x="11037" y="4393"/>
                    </a:cubicBezTo>
                    <a:cubicBezTo>
                      <a:pt x="9858" y="5358"/>
                      <a:pt x="9251" y="6572"/>
                      <a:pt x="9251" y="8001"/>
                    </a:cubicBezTo>
                    <a:cubicBezTo>
                      <a:pt x="9251" y="9430"/>
                      <a:pt x="9823" y="10573"/>
                      <a:pt x="10966" y="11501"/>
                    </a:cubicBezTo>
                    <a:cubicBezTo>
                      <a:pt x="12109" y="12430"/>
                      <a:pt x="13895" y="12894"/>
                      <a:pt x="16359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5" name="Freeform: Shape 12234">
                <a:extLst>
                  <a:ext uri="{FF2B5EF4-FFF2-40B4-BE49-F238E27FC236}">
                    <a16:creationId xmlns:a16="http://schemas.microsoft.com/office/drawing/2014/main" id="{7D1CF42B-5CD8-A38D-8F85-A6DBCBAFE3E0}"/>
                  </a:ext>
                </a:extLst>
              </p:cNvPr>
              <p:cNvSpPr/>
              <p:nvPr/>
            </p:nvSpPr>
            <p:spPr>
              <a:xfrm>
                <a:off x="4383484" y="2534820"/>
                <a:ext cx="58081" cy="49350"/>
              </a:xfrm>
              <a:custGeom>
                <a:avLst/>
                <a:gdLst>
                  <a:gd name="csX0" fmla="*/ 17073 w 26467"/>
                  <a:gd name="csY0" fmla="*/ 3393 h 22609"/>
                  <a:gd name="csX1" fmla="*/ 17931 w 26467"/>
                  <a:gd name="csY1" fmla="*/ 0 h 22609"/>
                  <a:gd name="csX2" fmla="*/ 24289 w 26467"/>
                  <a:gd name="csY2" fmla="*/ 3822 h 22609"/>
                  <a:gd name="csX3" fmla="*/ 26467 w 26467"/>
                  <a:gd name="csY3" fmla="*/ 10573 h 22609"/>
                  <a:gd name="csX4" fmla="*/ 24789 w 26467"/>
                  <a:gd name="csY4" fmla="*/ 17288 h 22609"/>
                  <a:gd name="csX5" fmla="*/ 19895 w 26467"/>
                  <a:gd name="csY5" fmla="*/ 21253 h 22609"/>
                  <a:gd name="csX6" fmla="*/ 13037 w 26467"/>
                  <a:gd name="csY6" fmla="*/ 22610 h 22609"/>
                  <a:gd name="csX7" fmla="*/ 6072 w 26467"/>
                  <a:gd name="csY7" fmla="*/ 21074 h 22609"/>
                  <a:gd name="csX8" fmla="*/ 1536 w 26467"/>
                  <a:gd name="csY8" fmla="*/ 16752 h 22609"/>
                  <a:gd name="csX9" fmla="*/ 0 w 26467"/>
                  <a:gd name="csY9" fmla="*/ 10537 h 22609"/>
                  <a:gd name="csX10" fmla="*/ 1964 w 26467"/>
                  <a:gd name="csY10" fmla="*/ 4108 h 22609"/>
                  <a:gd name="csX11" fmla="*/ 7465 w 26467"/>
                  <a:gd name="csY11" fmla="*/ 464 h 22609"/>
                  <a:gd name="csX12" fmla="*/ 8251 w 26467"/>
                  <a:gd name="csY12" fmla="*/ 3786 h 22609"/>
                  <a:gd name="csX13" fmla="*/ 4179 w 26467"/>
                  <a:gd name="csY13" fmla="*/ 6394 h 22609"/>
                  <a:gd name="csX14" fmla="*/ 2893 w 26467"/>
                  <a:gd name="csY14" fmla="*/ 10644 h 22609"/>
                  <a:gd name="csX15" fmla="*/ 4286 w 26467"/>
                  <a:gd name="csY15" fmla="*/ 15573 h 22609"/>
                  <a:gd name="csX16" fmla="*/ 8072 w 26467"/>
                  <a:gd name="csY16" fmla="*/ 18359 h 22609"/>
                  <a:gd name="csX17" fmla="*/ 13002 w 26467"/>
                  <a:gd name="csY17" fmla="*/ 19145 h 22609"/>
                  <a:gd name="csX18" fmla="*/ 18681 w 26467"/>
                  <a:gd name="csY18" fmla="*/ 18181 h 22609"/>
                  <a:gd name="csX19" fmla="*/ 22324 w 26467"/>
                  <a:gd name="csY19" fmla="*/ 15216 h 22609"/>
                  <a:gd name="csX20" fmla="*/ 23539 w 26467"/>
                  <a:gd name="csY20" fmla="*/ 10894 h 22609"/>
                  <a:gd name="csX21" fmla="*/ 21896 w 26467"/>
                  <a:gd name="csY21" fmla="*/ 6072 h 22609"/>
                  <a:gd name="csX22" fmla="*/ 17038 w 26467"/>
                  <a:gd name="csY22" fmla="*/ 3393 h 226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26467" h="22609">
                    <a:moveTo>
                      <a:pt x="17073" y="3393"/>
                    </a:moveTo>
                    <a:lnTo>
                      <a:pt x="17931" y="0"/>
                    </a:lnTo>
                    <a:cubicBezTo>
                      <a:pt x="20717" y="714"/>
                      <a:pt x="22824" y="2000"/>
                      <a:pt x="24289" y="3822"/>
                    </a:cubicBezTo>
                    <a:cubicBezTo>
                      <a:pt x="25753" y="5679"/>
                      <a:pt x="26467" y="7894"/>
                      <a:pt x="26467" y="10573"/>
                    </a:cubicBezTo>
                    <a:cubicBezTo>
                      <a:pt x="26467" y="13252"/>
                      <a:pt x="25896" y="15573"/>
                      <a:pt x="24789" y="17288"/>
                    </a:cubicBezTo>
                    <a:cubicBezTo>
                      <a:pt x="23646" y="19002"/>
                      <a:pt x="22038" y="20324"/>
                      <a:pt x="19895" y="21253"/>
                    </a:cubicBezTo>
                    <a:cubicBezTo>
                      <a:pt x="17788" y="22146"/>
                      <a:pt x="15502" y="22610"/>
                      <a:pt x="13037" y="22610"/>
                    </a:cubicBezTo>
                    <a:cubicBezTo>
                      <a:pt x="10358" y="22610"/>
                      <a:pt x="8072" y="22110"/>
                      <a:pt x="6072" y="21074"/>
                    </a:cubicBezTo>
                    <a:cubicBezTo>
                      <a:pt x="4108" y="20038"/>
                      <a:pt x="2572" y="18609"/>
                      <a:pt x="1536" y="16752"/>
                    </a:cubicBezTo>
                    <a:cubicBezTo>
                      <a:pt x="500" y="14859"/>
                      <a:pt x="0" y="12787"/>
                      <a:pt x="0" y="10537"/>
                    </a:cubicBezTo>
                    <a:cubicBezTo>
                      <a:pt x="0" y="8001"/>
                      <a:pt x="643" y="5822"/>
                      <a:pt x="1964" y="4108"/>
                    </a:cubicBezTo>
                    <a:cubicBezTo>
                      <a:pt x="3286" y="2357"/>
                      <a:pt x="5108" y="1143"/>
                      <a:pt x="7465" y="464"/>
                    </a:cubicBezTo>
                    <a:lnTo>
                      <a:pt x="8251" y="3786"/>
                    </a:lnTo>
                    <a:cubicBezTo>
                      <a:pt x="6394" y="4393"/>
                      <a:pt x="5036" y="5251"/>
                      <a:pt x="4179" y="6394"/>
                    </a:cubicBezTo>
                    <a:cubicBezTo>
                      <a:pt x="3322" y="7501"/>
                      <a:pt x="2893" y="8930"/>
                      <a:pt x="2893" y="10644"/>
                    </a:cubicBezTo>
                    <a:cubicBezTo>
                      <a:pt x="2893" y="12609"/>
                      <a:pt x="3358" y="14252"/>
                      <a:pt x="4286" y="15573"/>
                    </a:cubicBezTo>
                    <a:cubicBezTo>
                      <a:pt x="5215" y="16895"/>
                      <a:pt x="6501" y="17824"/>
                      <a:pt x="8072" y="18359"/>
                    </a:cubicBezTo>
                    <a:cubicBezTo>
                      <a:pt x="9680" y="18895"/>
                      <a:pt x="11287" y="19145"/>
                      <a:pt x="13002" y="19145"/>
                    </a:cubicBezTo>
                    <a:cubicBezTo>
                      <a:pt x="15180" y="19145"/>
                      <a:pt x="17073" y="18824"/>
                      <a:pt x="18681" y="18181"/>
                    </a:cubicBezTo>
                    <a:cubicBezTo>
                      <a:pt x="20288" y="17538"/>
                      <a:pt x="21503" y="16574"/>
                      <a:pt x="22324" y="15216"/>
                    </a:cubicBezTo>
                    <a:cubicBezTo>
                      <a:pt x="23110" y="13895"/>
                      <a:pt x="23539" y="12430"/>
                      <a:pt x="23539" y="10894"/>
                    </a:cubicBezTo>
                    <a:cubicBezTo>
                      <a:pt x="23539" y="9001"/>
                      <a:pt x="23003" y="7394"/>
                      <a:pt x="21896" y="6072"/>
                    </a:cubicBezTo>
                    <a:cubicBezTo>
                      <a:pt x="20824" y="4750"/>
                      <a:pt x="19181" y="3857"/>
                      <a:pt x="17038" y="3393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6" name="Freeform: Shape 12235">
                <a:extLst>
                  <a:ext uri="{FF2B5EF4-FFF2-40B4-BE49-F238E27FC236}">
                    <a16:creationId xmlns:a16="http://schemas.microsoft.com/office/drawing/2014/main" id="{9C7A48C2-A30E-9A58-25F5-58EE06168B54}"/>
                  </a:ext>
                </a:extLst>
              </p:cNvPr>
              <p:cNvSpPr/>
              <p:nvPr/>
            </p:nvSpPr>
            <p:spPr>
              <a:xfrm>
                <a:off x="4384502" y="2483207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4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6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1" y="6822"/>
                      <a:pt x="250" y="5929"/>
                    </a:cubicBezTo>
                    <a:cubicBezTo>
                      <a:pt x="464" y="4679"/>
                      <a:pt x="857" y="3643"/>
                      <a:pt x="1464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0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6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8" name="Freeform: Shape 12237">
                <a:extLst>
                  <a:ext uri="{FF2B5EF4-FFF2-40B4-BE49-F238E27FC236}">
                    <a16:creationId xmlns:a16="http://schemas.microsoft.com/office/drawing/2014/main" id="{69ECE978-F980-305E-649F-3017DE86D569}"/>
                  </a:ext>
                </a:extLst>
              </p:cNvPr>
              <p:cNvSpPr/>
              <p:nvPr/>
            </p:nvSpPr>
            <p:spPr>
              <a:xfrm>
                <a:off x="4446739" y="2588538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39" name="Freeform: Shape 12238">
                <a:extLst>
                  <a:ext uri="{FF2B5EF4-FFF2-40B4-BE49-F238E27FC236}">
                    <a16:creationId xmlns:a16="http://schemas.microsoft.com/office/drawing/2014/main" id="{54C2AD03-D2ED-E4D5-3082-C1C2A616642A}"/>
                  </a:ext>
                </a:extLst>
              </p:cNvPr>
              <p:cNvSpPr/>
              <p:nvPr/>
            </p:nvSpPr>
            <p:spPr>
              <a:xfrm>
                <a:off x="4446739" y="2528973"/>
                <a:ext cx="56200" cy="53327"/>
              </a:xfrm>
              <a:custGeom>
                <a:avLst/>
                <a:gdLst>
                  <a:gd name="csX0" fmla="*/ 25575 w 25610"/>
                  <a:gd name="csY0" fmla="*/ 24432 h 24431"/>
                  <a:gd name="csX1" fmla="*/ 0 w 25610"/>
                  <a:gd name="csY1" fmla="*/ 24432 h 24431"/>
                  <a:gd name="csX2" fmla="*/ 0 w 25610"/>
                  <a:gd name="csY2" fmla="*/ 19324 h 24431"/>
                  <a:gd name="csX3" fmla="*/ 18109 w 25610"/>
                  <a:gd name="csY3" fmla="*/ 13252 h 24431"/>
                  <a:gd name="csX4" fmla="*/ 21896 w 25610"/>
                  <a:gd name="csY4" fmla="*/ 12037 h 24431"/>
                  <a:gd name="csX5" fmla="*/ 17824 w 25610"/>
                  <a:gd name="csY5" fmla="*/ 10680 h 24431"/>
                  <a:gd name="csX6" fmla="*/ 36 w 25610"/>
                  <a:gd name="csY6" fmla="*/ 4572 h 24431"/>
                  <a:gd name="csX7" fmla="*/ 36 w 25610"/>
                  <a:gd name="csY7" fmla="*/ 0 h 24431"/>
                  <a:gd name="csX8" fmla="*/ 25610 w 25610"/>
                  <a:gd name="csY8" fmla="*/ 0 h 24431"/>
                  <a:gd name="csX9" fmla="*/ 25610 w 25610"/>
                  <a:gd name="csY9" fmla="*/ 3250 h 24431"/>
                  <a:gd name="csX10" fmla="*/ 4215 w 25610"/>
                  <a:gd name="csY10" fmla="*/ 3250 h 24431"/>
                  <a:gd name="csX11" fmla="*/ 25610 w 25610"/>
                  <a:gd name="csY11" fmla="*/ 10680 h 24431"/>
                  <a:gd name="csX12" fmla="*/ 25610 w 25610"/>
                  <a:gd name="csY12" fmla="*/ 13716 h 24431"/>
                  <a:gd name="csX13" fmla="*/ 3857 w 25610"/>
                  <a:gd name="csY13" fmla="*/ 21110 h 24431"/>
                  <a:gd name="csX14" fmla="*/ 25610 w 25610"/>
                  <a:gd name="csY14" fmla="*/ 21110 h 24431"/>
                  <a:gd name="csX15" fmla="*/ 25610 w 25610"/>
                  <a:gd name="csY15" fmla="*/ 24360 h 24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25610" h="24431">
                    <a:moveTo>
                      <a:pt x="25575" y="24432"/>
                    </a:moveTo>
                    <a:lnTo>
                      <a:pt x="0" y="24432"/>
                    </a:lnTo>
                    <a:lnTo>
                      <a:pt x="0" y="19324"/>
                    </a:lnTo>
                    <a:lnTo>
                      <a:pt x="18109" y="13252"/>
                    </a:lnTo>
                    <a:cubicBezTo>
                      <a:pt x="19788" y="12680"/>
                      <a:pt x="21038" y="12287"/>
                      <a:pt x="21896" y="12037"/>
                    </a:cubicBezTo>
                    <a:cubicBezTo>
                      <a:pt x="20967" y="11751"/>
                      <a:pt x="19610" y="11287"/>
                      <a:pt x="17824" y="10680"/>
                    </a:cubicBezTo>
                    <a:lnTo>
                      <a:pt x="36" y="4572"/>
                    </a:lnTo>
                    <a:lnTo>
                      <a:pt x="36" y="0"/>
                    </a:lnTo>
                    <a:lnTo>
                      <a:pt x="25610" y="0"/>
                    </a:lnTo>
                    <a:lnTo>
                      <a:pt x="25610" y="3250"/>
                    </a:lnTo>
                    <a:lnTo>
                      <a:pt x="4215" y="3250"/>
                    </a:lnTo>
                    <a:lnTo>
                      <a:pt x="25610" y="10680"/>
                    </a:lnTo>
                    <a:lnTo>
                      <a:pt x="25610" y="13716"/>
                    </a:lnTo>
                    <a:lnTo>
                      <a:pt x="3857" y="21110"/>
                    </a:lnTo>
                    <a:lnTo>
                      <a:pt x="25610" y="21110"/>
                    </a:lnTo>
                    <a:lnTo>
                      <a:pt x="25610" y="2436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0" name="Freeform: Shape 12239">
                <a:extLst>
                  <a:ext uri="{FF2B5EF4-FFF2-40B4-BE49-F238E27FC236}">
                    <a16:creationId xmlns:a16="http://schemas.microsoft.com/office/drawing/2014/main" id="{13BCC661-3656-2CBF-8E00-70695A5060F7}"/>
                  </a:ext>
                </a:extLst>
              </p:cNvPr>
              <p:cNvSpPr/>
              <p:nvPr/>
            </p:nvSpPr>
            <p:spPr>
              <a:xfrm>
                <a:off x="4461240" y="2485156"/>
                <a:ext cx="41620" cy="32822"/>
              </a:xfrm>
              <a:custGeom>
                <a:avLst/>
                <a:gdLst>
                  <a:gd name="csX0" fmla="*/ 18967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1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2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2" name="Freeform: Shape 12241">
                <a:extLst>
                  <a:ext uri="{FF2B5EF4-FFF2-40B4-BE49-F238E27FC236}">
                    <a16:creationId xmlns:a16="http://schemas.microsoft.com/office/drawing/2014/main" id="{384922D3-945C-962B-E7B3-8E0EBA163A75}"/>
                  </a:ext>
                </a:extLst>
              </p:cNvPr>
              <p:cNvSpPr/>
              <p:nvPr/>
            </p:nvSpPr>
            <p:spPr>
              <a:xfrm>
                <a:off x="4509054" y="2652938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5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39 w 25574"/>
                  <a:gd name="csY13" fmla="*/ 17752 h 21145"/>
                  <a:gd name="csX14" fmla="*/ 22539 w 25574"/>
                  <a:gd name="csY14" fmla="*/ 12287 h 21145"/>
                  <a:gd name="csX15" fmla="*/ 22074 w 25574"/>
                  <a:gd name="csY15" fmla="*/ 8323 h 21145"/>
                  <a:gd name="csX16" fmla="*/ 20753 w 25574"/>
                  <a:gd name="csY16" fmla="*/ 6036 h 21145"/>
                  <a:gd name="csX17" fmla="*/ 17502 w 25574"/>
                  <a:gd name="csY17" fmla="*/ 4179 h 21145"/>
                  <a:gd name="csX18" fmla="*/ 12573 w 25574"/>
                  <a:gd name="csY18" fmla="*/ 3501 h 21145"/>
                  <a:gd name="csX19" fmla="*/ 6394 w 25574"/>
                  <a:gd name="csY19" fmla="*/ 4822 h 21145"/>
                  <a:gd name="csX20" fmla="*/ 3501 w 25574"/>
                  <a:gd name="csY20" fmla="*/ 8001 h 21145"/>
                  <a:gd name="csX21" fmla="*/ 3000 w 25574"/>
                  <a:gd name="csY21" fmla="*/ 12395 h 21145"/>
                  <a:gd name="csX22" fmla="*/ 3000 w 25574"/>
                  <a:gd name="csY22" fmla="*/ 17752 h 21145"/>
                  <a:gd name="csX23" fmla="*/ 22539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5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39" y="17752"/>
                    </a:moveTo>
                    <a:lnTo>
                      <a:pt x="22539" y="12287"/>
                    </a:lnTo>
                    <a:cubicBezTo>
                      <a:pt x="22539" y="10609"/>
                      <a:pt x="22396" y="9287"/>
                      <a:pt x="22074" y="8323"/>
                    </a:cubicBezTo>
                    <a:cubicBezTo>
                      <a:pt x="21753" y="7358"/>
                      <a:pt x="21324" y="6608"/>
                      <a:pt x="20753" y="6036"/>
                    </a:cubicBezTo>
                    <a:cubicBezTo>
                      <a:pt x="19967" y="5215"/>
                      <a:pt x="18860" y="4608"/>
                      <a:pt x="17502" y="4179"/>
                    </a:cubicBezTo>
                    <a:cubicBezTo>
                      <a:pt x="16145" y="3751"/>
                      <a:pt x="14502" y="3501"/>
                      <a:pt x="12573" y="3501"/>
                    </a:cubicBezTo>
                    <a:cubicBezTo>
                      <a:pt x="9894" y="3501"/>
                      <a:pt x="7858" y="3929"/>
                      <a:pt x="6394" y="4822"/>
                    </a:cubicBezTo>
                    <a:cubicBezTo>
                      <a:pt x="4929" y="5715"/>
                      <a:pt x="4001" y="6751"/>
                      <a:pt x="3501" y="8001"/>
                    </a:cubicBezTo>
                    <a:cubicBezTo>
                      <a:pt x="3143" y="8894"/>
                      <a:pt x="3000" y="10359"/>
                      <a:pt x="3000" y="12395"/>
                    </a:cubicBezTo>
                    <a:lnTo>
                      <a:pt x="3000" y="17752"/>
                    </a:lnTo>
                    <a:lnTo>
                      <a:pt x="22539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3" name="Freeform: Shape 12242">
                <a:extLst>
                  <a:ext uri="{FF2B5EF4-FFF2-40B4-BE49-F238E27FC236}">
                    <a16:creationId xmlns:a16="http://schemas.microsoft.com/office/drawing/2014/main" id="{D7573351-25B5-59A6-EA6E-FB2B1AEB19A6}"/>
                  </a:ext>
                </a:extLst>
              </p:cNvPr>
              <p:cNvSpPr/>
              <p:nvPr/>
            </p:nvSpPr>
            <p:spPr>
              <a:xfrm>
                <a:off x="4509054" y="2636877"/>
                <a:ext cx="56121" cy="6860"/>
              </a:xfrm>
              <a:custGeom>
                <a:avLst/>
                <a:gdLst>
                  <a:gd name="csX0" fmla="*/ 25575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5 w 25574"/>
                  <a:gd name="csY3" fmla="*/ 0 h 3143"/>
                  <a:gd name="csX4" fmla="*/ 25575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5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4" name="Freeform: Shape 12243">
                <a:extLst>
                  <a:ext uri="{FF2B5EF4-FFF2-40B4-BE49-F238E27FC236}">
                    <a16:creationId xmlns:a16="http://schemas.microsoft.com/office/drawing/2014/main" id="{75B93B40-85BB-83C4-44CB-D925A8A0961D}"/>
                  </a:ext>
                </a:extLst>
              </p:cNvPr>
              <p:cNvSpPr/>
              <p:nvPr/>
            </p:nvSpPr>
            <p:spPr>
              <a:xfrm>
                <a:off x="4541426" y="2607875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5" name="Freeform: Shape 12244">
                <a:extLst>
                  <a:ext uri="{FF2B5EF4-FFF2-40B4-BE49-F238E27FC236}">
                    <a16:creationId xmlns:a16="http://schemas.microsoft.com/office/drawing/2014/main" id="{2BF68356-9A83-BB32-C1A7-77B6C4E1DE33}"/>
                  </a:ext>
                </a:extLst>
              </p:cNvPr>
              <p:cNvSpPr/>
              <p:nvPr/>
            </p:nvSpPr>
            <p:spPr>
              <a:xfrm>
                <a:off x="4524496" y="2567409"/>
                <a:ext cx="40681" cy="37033"/>
              </a:xfrm>
              <a:custGeom>
                <a:avLst/>
                <a:gdLst>
                  <a:gd name="csX0" fmla="*/ 18538 w 18538"/>
                  <a:gd name="csY0" fmla="*/ 9930 h 16966"/>
                  <a:gd name="csX1" fmla="*/ 0 w 18538"/>
                  <a:gd name="csY1" fmla="*/ 16966 h 16966"/>
                  <a:gd name="csX2" fmla="*/ 0 w 18538"/>
                  <a:gd name="csY2" fmla="*/ 13645 h 16966"/>
                  <a:gd name="csX3" fmla="*/ 11108 w 18538"/>
                  <a:gd name="csY3" fmla="*/ 9680 h 16966"/>
                  <a:gd name="csX4" fmla="*/ 14823 w 18538"/>
                  <a:gd name="csY4" fmla="*/ 8501 h 16966"/>
                  <a:gd name="csX5" fmla="*/ 11287 w 18538"/>
                  <a:gd name="csY5" fmla="*/ 7322 h 16966"/>
                  <a:gd name="csX6" fmla="*/ 0 w 18538"/>
                  <a:gd name="csY6" fmla="*/ 3215 h 16966"/>
                  <a:gd name="csX7" fmla="*/ 0 w 18538"/>
                  <a:gd name="csY7" fmla="*/ 0 h 16966"/>
                  <a:gd name="csX8" fmla="*/ 18538 w 18538"/>
                  <a:gd name="csY8" fmla="*/ 7001 h 16966"/>
                  <a:gd name="csX9" fmla="*/ 18538 w 18538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8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7" y="8858"/>
                      <a:pt x="14823" y="8501"/>
                    </a:cubicBezTo>
                    <a:cubicBezTo>
                      <a:pt x="13859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6" name="Freeform: Shape 12245">
                <a:extLst>
                  <a:ext uri="{FF2B5EF4-FFF2-40B4-BE49-F238E27FC236}">
                    <a16:creationId xmlns:a16="http://schemas.microsoft.com/office/drawing/2014/main" id="{3169DE71-D723-FD90-F641-E8F6F1A0B3A3}"/>
                  </a:ext>
                </a:extLst>
              </p:cNvPr>
              <p:cNvSpPr/>
              <p:nvPr/>
            </p:nvSpPr>
            <p:spPr>
              <a:xfrm>
                <a:off x="4508740" y="2527257"/>
                <a:ext cx="56356" cy="36878"/>
              </a:xfrm>
              <a:custGeom>
                <a:avLst/>
                <a:gdLst>
                  <a:gd name="csX0" fmla="*/ 22682 w 25681"/>
                  <a:gd name="csY0" fmla="*/ 0 h 16895"/>
                  <a:gd name="csX1" fmla="*/ 25682 w 25681"/>
                  <a:gd name="csY1" fmla="*/ 0 h 16895"/>
                  <a:gd name="csX2" fmla="*/ 25682 w 25681"/>
                  <a:gd name="csY2" fmla="*/ 16895 h 16895"/>
                  <a:gd name="csX3" fmla="*/ 23503 w 25681"/>
                  <a:gd name="csY3" fmla="*/ 16538 h 16895"/>
                  <a:gd name="csX4" fmla="*/ 20110 w 25681"/>
                  <a:gd name="csY4" fmla="*/ 14466 h 16895"/>
                  <a:gd name="csX5" fmla="*/ 16216 w 25681"/>
                  <a:gd name="csY5" fmla="*/ 10359 h 16895"/>
                  <a:gd name="csX6" fmla="*/ 10787 w 25681"/>
                  <a:gd name="csY6" fmla="*/ 4715 h 16895"/>
                  <a:gd name="csX7" fmla="*/ 7037 w 25681"/>
                  <a:gd name="csY7" fmla="*/ 3251 h 16895"/>
                  <a:gd name="csX8" fmla="*/ 3893 w 25681"/>
                  <a:gd name="csY8" fmla="*/ 4608 h 16895"/>
                  <a:gd name="csX9" fmla="*/ 2607 w 25681"/>
                  <a:gd name="csY9" fmla="*/ 8072 h 16895"/>
                  <a:gd name="csX10" fmla="*/ 3965 w 25681"/>
                  <a:gd name="csY10" fmla="*/ 11716 h 16895"/>
                  <a:gd name="csX11" fmla="*/ 7715 w 25681"/>
                  <a:gd name="csY11" fmla="*/ 13109 h 16895"/>
                  <a:gd name="csX12" fmla="*/ 7394 w 25681"/>
                  <a:gd name="csY12" fmla="*/ 16323 h 16895"/>
                  <a:gd name="csX13" fmla="*/ 1893 w 25681"/>
                  <a:gd name="csY13" fmla="*/ 13823 h 16895"/>
                  <a:gd name="csX14" fmla="*/ 0 w 25681"/>
                  <a:gd name="csY14" fmla="*/ 8037 h 16895"/>
                  <a:gd name="csX15" fmla="*/ 2036 w 25681"/>
                  <a:gd name="csY15" fmla="*/ 2215 h 16895"/>
                  <a:gd name="csX16" fmla="*/ 7108 w 25681"/>
                  <a:gd name="csY16" fmla="*/ 72 h 16895"/>
                  <a:gd name="csX17" fmla="*/ 10108 w 25681"/>
                  <a:gd name="csY17" fmla="*/ 714 h 16895"/>
                  <a:gd name="csX18" fmla="*/ 13252 w 25681"/>
                  <a:gd name="csY18" fmla="*/ 2786 h 16895"/>
                  <a:gd name="csX19" fmla="*/ 17752 w 25681"/>
                  <a:gd name="csY19" fmla="*/ 7644 h 16895"/>
                  <a:gd name="csX20" fmla="*/ 20967 w 25681"/>
                  <a:gd name="csY20" fmla="*/ 11287 h 16895"/>
                  <a:gd name="csX21" fmla="*/ 22682 w 25681"/>
                  <a:gd name="csY21" fmla="*/ 12609 h 16895"/>
                  <a:gd name="csX22" fmla="*/ 22682 w 25681"/>
                  <a:gd name="csY22" fmla="*/ 72 h 168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25681" h="16895">
                    <a:moveTo>
                      <a:pt x="22682" y="0"/>
                    </a:moveTo>
                    <a:lnTo>
                      <a:pt x="25682" y="0"/>
                    </a:lnTo>
                    <a:lnTo>
                      <a:pt x="25682" y="16895"/>
                    </a:lnTo>
                    <a:cubicBezTo>
                      <a:pt x="24932" y="16895"/>
                      <a:pt x="24217" y="16788"/>
                      <a:pt x="23503" y="16538"/>
                    </a:cubicBezTo>
                    <a:cubicBezTo>
                      <a:pt x="22360" y="16109"/>
                      <a:pt x="21217" y="15431"/>
                      <a:pt x="20110" y="14466"/>
                    </a:cubicBezTo>
                    <a:cubicBezTo>
                      <a:pt x="19002" y="13502"/>
                      <a:pt x="17717" y="12144"/>
                      <a:pt x="16216" y="10359"/>
                    </a:cubicBezTo>
                    <a:cubicBezTo>
                      <a:pt x="13930" y="7572"/>
                      <a:pt x="12144" y="5715"/>
                      <a:pt x="10787" y="4715"/>
                    </a:cubicBezTo>
                    <a:cubicBezTo>
                      <a:pt x="9466" y="3750"/>
                      <a:pt x="8215" y="3251"/>
                      <a:pt x="7037" y="3251"/>
                    </a:cubicBezTo>
                    <a:cubicBezTo>
                      <a:pt x="5858" y="3251"/>
                      <a:pt x="4751" y="3715"/>
                      <a:pt x="3893" y="4608"/>
                    </a:cubicBezTo>
                    <a:cubicBezTo>
                      <a:pt x="3036" y="5501"/>
                      <a:pt x="2607" y="6644"/>
                      <a:pt x="2607" y="8072"/>
                    </a:cubicBezTo>
                    <a:cubicBezTo>
                      <a:pt x="2607" y="9501"/>
                      <a:pt x="3072" y="10787"/>
                      <a:pt x="3965" y="11716"/>
                    </a:cubicBezTo>
                    <a:cubicBezTo>
                      <a:pt x="4858" y="12609"/>
                      <a:pt x="6144" y="13073"/>
                      <a:pt x="7715" y="13109"/>
                    </a:cubicBezTo>
                    <a:lnTo>
                      <a:pt x="7394" y="16323"/>
                    </a:lnTo>
                    <a:cubicBezTo>
                      <a:pt x="5001" y="16109"/>
                      <a:pt x="3143" y="15288"/>
                      <a:pt x="1893" y="13823"/>
                    </a:cubicBezTo>
                    <a:cubicBezTo>
                      <a:pt x="607" y="12395"/>
                      <a:pt x="0" y="10430"/>
                      <a:pt x="0" y="8037"/>
                    </a:cubicBezTo>
                    <a:cubicBezTo>
                      <a:pt x="0" y="5644"/>
                      <a:pt x="679" y="3643"/>
                      <a:pt x="2036" y="2215"/>
                    </a:cubicBezTo>
                    <a:cubicBezTo>
                      <a:pt x="3393" y="786"/>
                      <a:pt x="5108" y="72"/>
                      <a:pt x="7108" y="72"/>
                    </a:cubicBezTo>
                    <a:cubicBezTo>
                      <a:pt x="8144" y="72"/>
                      <a:pt x="9144" y="286"/>
                      <a:pt x="10108" y="714"/>
                    </a:cubicBezTo>
                    <a:cubicBezTo>
                      <a:pt x="11108" y="1143"/>
                      <a:pt x="12144" y="1822"/>
                      <a:pt x="13252" y="2786"/>
                    </a:cubicBezTo>
                    <a:cubicBezTo>
                      <a:pt x="14323" y="3750"/>
                      <a:pt x="15859" y="5358"/>
                      <a:pt x="17752" y="7644"/>
                    </a:cubicBezTo>
                    <a:cubicBezTo>
                      <a:pt x="19360" y="9537"/>
                      <a:pt x="20395" y="10751"/>
                      <a:pt x="20967" y="11287"/>
                    </a:cubicBezTo>
                    <a:cubicBezTo>
                      <a:pt x="21539" y="11823"/>
                      <a:pt x="22110" y="12252"/>
                      <a:pt x="22682" y="12609"/>
                    </a:cubicBezTo>
                    <a:lnTo>
                      <a:pt x="22682" y="7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7" name="Freeform: Shape 12246">
                <a:extLst>
                  <a:ext uri="{FF2B5EF4-FFF2-40B4-BE49-F238E27FC236}">
                    <a16:creationId xmlns:a16="http://schemas.microsoft.com/office/drawing/2014/main" id="{75E06E9A-0EF7-0513-7A74-33EAA9981E34}"/>
                  </a:ext>
                </a:extLst>
              </p:cNvPr>
              <p:cNvSpPr/>
              <p:nvPr/>
            </p:nvSpPr>
            <p:spPr>
              <a:xfrm>
                <a:off x="4509054" y="2485313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3 w 26003"/>
                  <a:gd name="csY5" fmla="*/ 16109 h 16109"/>
                  <a:gd name="csX6" fmla="*/ 11287 w 26003"/>
                  <a:gd name="csY6" fmla="*/ 15180 h 16109"/>
                  <a:gd name="csX7" fmla="*/ 7822 w 26003"/>
                  <a:gd name="csY7" fmla="*/ 12395 h 16109"/>
                  <a:gd name="csX8" fmla="*/ 6608 w 26003"/>
                  <a:gd name="csY8" fmla="*/ 8251 h 16109"/>
                  <a:gd name="csX9" fmla="*/ 7323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23 w 26003"/>
                  <a:gd name="csY15" fmla="*/ 12859 h 16109"/>
                  <a:gd name="csX16" fmla="*/ 21646 w 26003"/>
                  <a:gd name="csY16" fmla="*/ 11359 h 16109"/>
                  <a:gd name="csX17" fmla="*/ 23396 w 26003"/>
                  <a:gd name="csY17" fmla="*/ 7822 h 16109"/>
                  <a:gd name="csX18" fmla="*/ 21717 w 26003"/>
                  <a:gd name="csY18" fmla="*/ 4322 h 16109"/>
                  <a:gd name="csX19" fmla="*/ 16574 w 26003"/>
                  <a:gd name="csY19" fmla="*/ 2893 h 16109"/>
                  <a:gd name="csX20" fmla="*/ 11001 w 26003"/>
                  <a:gd name="csY20" fmla="*/ 4358 h 16109"/>
                  <a:gd name="csX21" fmla="*/ 9215 w 26003"/>
                  <a:gd name="csY21" fmla="*/ 7965 h 16109"/>
                  <a:gd name="csX22" fmla="*/ 10930 w 26003"/>
                  <a:gd name="csY22" fmla="*/ 11466 h 16109"/>
                  <a:gd name="csX23" fmla="*/ 16323 w 26003"/>
                  <a:gd name="csY23" fmla="*/ 12859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1" y="10966"/>
                      <a:pt x="24789" y="12216"/>
                    </a:cubicBezTo>
                    <a:cubicBezTo>
                      <a:pt x="23967" y="13466"/>
                      <a:pt x="22824" y="14431"/>
                      <a:pt x="21360" y="15073"/>
                    </a:cubicBezTo>
                    <a:cubicBezTo>
                      <a:pt x="19895" y="15752"/>
                      <a:pt x="18217" y="16109"/>
                      <a:pt x="16323" y="16109"/>
                    </a:cubicBezTo>
                    <a:cubicBezTo>
                      <a:pt x="14431" y="16109"/>
                      <a:pt x="12787" y="15788"/>
                      <a:pt x="11287" y="15180"/>
                    </a:cubicBezTo>
                    <a:cubicBezTo>
                      <a:pt x="9787" y="14573"/>
                      <a:pt x="8608" y="13645"/>
                      <a:pt x="7822" y="12395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3" y="5251"/>
                    </a:cubicBezTo>
                    <a:cubicBezTo>
                      <a:pt x="7787" y="4394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23" y="12859"/>
                    </a:moveTo>
                    <a:cubicBezTo>
                      <a:pt x="18681" y="12859"/>
                      <a:pt x="20467" y="12359"/>
                      <a:pt x="21646" y="11359"/>
                    </a:cubicBezTo>
                    <a:cubicBezTo>
                      <a:pt x="22824" y="10359"/>
                      <a:pt x="23396" y="9180"/>
                      <a:pt x="23396" y="7822"/>
                    </a:cubicBezTo>
                    <a:cubicBezTo>
                      <a:pt x="23396" y="6465"/>
                      <a:pt x="22824" y="5287"/>
                      <a:pt x="21717" y="4322"/>
                    </a:cubicBezTo>
                    <a:cubicBezTo>
                      <a:pt x="20610" y="3358"/>
                      <a:pt x="18895" y="2893"/>
                      <a:pt x="16574" y="2893"/>
                    </a:cubicBezTo>
                    <a:cubicBezTo>
                      <a:pt x="14038" y="2893"/>
                      <a:pt x="12180" y="3393"/>
                      <a:pt x="11001" y="4358"/>
                    </a:cubicBezTo>
                    <a:cubicBezTo>
                      <a:pt x="9823" y="5322"/>
                      <a:pt x="9215" y="6537"/>
                      <a:pt x="9215" y="7965"/>
                    </a:cubicBezTo>
                    <a:cubicBezTo>
                      <a:pt x="9215" y="9394"/>
                      <a:pt x="9787" y="10537"/>
                      <a:pt x="10930" y="11466"/>
                    </a:cubicBezTo>
                    <a:cubicBezTo>
                      <a:pt x="12073" y="12395"/>
                      <a:pt x="13859" y="12859"/>
                      <a:pt x="16323" y="128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49" name="Freeform: Shape 12248">
                <a:extLst>
                  <a:ext uri="{FF2B5EF4-FFF2-40B4-BE49-F238E27FC236}">
                    <a16:creationId xmlns:a16="http://schemas.microsoft.com/office/drawing/2014/main" id="{B20A0A2C-48CF-3D6B-277E-707F12695382}"/>
                  </a:ext>
                </a:extLst>
              </p:cNvPr>
              <p:cNvSpPr/>
              <p:nvPr/>
            </p:nvSpPr>
            <p:spPr>
              <a:xfrm>
                <a:off x="4571291" y="2570607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5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74 w 25574"/>
                  <a:gd name="csY13" fmla="*/ 17717 h 21145"/>
                  <a:gd name="csX14" fmla="*/ 22574 w 25574"/>
                  <a:gd name="csY14" fmla="*/ 12252 h 21145"/>
                  <a:gd name="csX15" fmla="*/ 22110 w 25574"/>
                  <a:gd name="csY15" fmla="*/ 8287 h 21145"/>
                  <a:gd name="csX16" fmla="*/ 20788 w 25574"/>
                  <a:gd name="csY16" fmla="*/ 6001 h 21145"/>
                  <a:gd name="csX17" fmla="*/ 17538 w 25574"/>
                  <a:gd name="csY17" fmla="*/ 4143 h 21145"/>
                  <a:gd name="csX18" fmla="*/ 12609 w 25574"/>
                  <a:gd name="csY18" fmla="*/ 3465 h 21145"/>
                  <a:gd name="csX19" fmla="*/ 6430 w 25574"/>
                  <a:gd name="csY19" fmla="*/ 4786 h 21145"/>
                  <a:gd name="csX20" fmla="*/ 3536 w 25574"/>
                  <a:gd name="csY20" fmla="*/ 7965 h 21145"/>
                  <a:gd name="csX21" fmla="*/ 3036 w 25574"/>
                  <a:gd name="csY21" fmla="*/ 12359 h 21145"/>
                  <a:gd name="csX22" fmla="*/ 3036 w 25574"/>
                  <a:gd name="csY22" fmla="*/ 17717 h 21145"/>
                  <a:gd name="csX23" fmla="*/ 22574 w 25574"/>
                  <a:gd name="csY23" fmla="*/ 17717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5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74" y="17717"/>
                    </a:moveTo>
                    <a:lnTo>
                      <a:pt x="22574" y="12252"/>
                    </a:lnTo>
                    <a:cubicBezTo>
                      <a:pt x="22574" y="10573"/>
                      <a:pt x="22431" y="9251"/>
                      <a:pt x="22110" y="8287"/>
                    </a:cubicBezTo>
                    <a:cubicBezTo>
                      <a:pt x="21789" y="7323"/>
                      <a:pt x="21360" y="6572"/>
                      <a:pt x="20788" y="6001"/>
                    </a:cubicBezTo>
                    <a:cubicBezTo>
                      <a:pt x="20003" y="5179"/>
                      <a:pt x="18895" y="4572"/>
                      <a:pt x="17538" y="4143"/>
                    </a:cubicBezTo>
                    <a:cubicBezTo>
                      <a:pt x="16181" y="3715"/>
                      <a:pt x="14538" y="3465"/>
                      <a:pt x="12609" y="3465"/>
                    </a:cubicBezTo>
                    <a:cubicBezTo>
                      <a:pt x="9930" y="3465"/>
                      <a:pt x="7894" y="3893"/>
                      <a:pt x="6430" y="4786"/>
                    </a:cubicBezTo>
                    <a:cubicBezTo>
                      <a:pt x="4965" y="5679"/>
                      <a:pt x="4036" y="6715"/>
                      <a:pt x="3536" y="7965"/>
                    </a:cubicBezTo>
                    <a:cubicBezTo>
                      <a:pt x="3179" y="8858"/>
                      <a:pt x="3036" y="10323"/>
                      <a:pt x="3036" y="12359"/>
                    </a:cubicBezTo>
                    <a:lnTo>
                      <a:pt x="3036" y="17717"/>
                    </a:lnTo>
                    <a:lnTo>
                      <a:pt x="22574" y="1771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0" name="Freeform: Shape 12249">
                <a:extLst>
                  <a:ext uri="{FF2B5EF4-FFF2-40B4-BE49-F238E27FC236}">
                    <a16:creationId xmlns:a16="http://schemas.microsoft.com/office/drawing/2014/main" id="{92999EF5-C8C6-DE5B-9445-BD31B680F03E}"/>
                  </a:ext>
                </a:extLst>
              </p:cNvPr>
              <p:cNvSpPr/>
              <p:nvPr/>
            </p:nvSpPr>
            <p:spPr>
              <a:xfrm>
                <a:off x="4571291" y="2554546"/>
                <a:ext cx="56121" cy="6860"/>
              </a:xfrm>
              <a:custGeom>
                <a:avLst/>
                <a:gdLst>
                  <a:gd name="csX0" fmla="*/ 25575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5 w 25574"/>
                  <a:gd name="csY3" fmla="*/ 0 h 3143"/>
                  <a:gd name="csX4" fmla="*/ 25575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5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1" name="Freeform: Shape 12250">
                <a:extLst>
                  <a:ext uri="{FF2B5EF4-FFF2-40B4-BE49-F238E27FC236}">
                    <a16:creationId xmlns:a16="http://schemas.microsoft.com/office/drawing/2014/main" id="{63CE59A3-9F5A-F75E-E4AC-C3B1124FCE73}"/>
                  </a:ext>
                </a:extLst>
              </p:cNvPr>
              <p:cNvSpPr/>
              <p:nvPr/>
            </p:nvSpPr>
            <p:spPr>
              <a:xfrm>
                <a:off x="4603664" y="2525544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2" name="Freeform: Shape 12251">
                <a:extLst>
                  <a:ext uri="{FF2B5EF4-FFF2-40B4-BE49-F238E27FC236}">
                    <a16:creationId xmlns:a16="http://schemas.microsoft.com/office/drawing/2014/main" id="{02C7BDBE-3510-52C9-0011-E2B7822A833A}"/>
                  </a:ext>
                </a:extLst>
              </p:cNvPr>
              <p:cNvSpPr/>
              <p:nvPr/>
            </p:nvSpPr>
            <p:spPr>
              <a:xfrm>
                <a:off x="4585871" y="2485078"/>
                <a:ext cx="58002" cy="35629"/>
              </a:xfrm>
              <a:custGeom>
                <a:avLst/>
                <a:gdLst>
                  <a:gd name="csX0" fmla="*/ 20467 w 26431"/>
                  <a:gd name="csY0" fmla="*/ 15645 h 16323"/>
                  <a:gd name="csX1" fmla="*/ 20931 w 26431"/>
                  <a:gd name="csY1" fmla="*/ 12609 h 16323"/>
                  <a:gd name="csX2" fmla="*/ 22967 w 26431"/>
                  <a:gd name="csY2" fmla="*/ 11537 h 16323"/>
                  <a:gd name="csX3" fmla="*/ 23860 w 26431"/>
                  <a:gd name="csY3" fmla="*/ 8358 h 16323"/>
                  <a:gd name="csX4" fmla="*/ 22967 w 26431"/>
                  <a:gd name="csY4" fmla="*/ 5000 h 16323"/>
                  <a:gd name="csX5" fmla="*/ 20538 w 26431"/>
                  <a:gd name="csY5" fmla="*/ 3393 h 16323"/>
                  <a:gd name="csX6" fmla="*/ 16502 w 26431"/>
                  <a:gd name="csY6" fmla="*/ 3179 h 16323"/>
                  <a:gd name="csX7" fmla="*/ 18931 w 26431"/>
                  <a:gd name="csY7" fmla="*/ 8323 h 16323"/>
                  <a:gd name="csX8" fmla="*/ 16180 w 26431"/>
                  <a:gd name="csY8" fmla="*/ 14252 h 16323"/>
                  <a:gd name="csX9" fmla="*/ 9573 w 26431"/>
                  <a:gd name="csY9" fmla="*/ 16323 h 16323"/>
                  <a:gd name="csX10" fmla="*/ 4679 w 26431"/>
                  <a:gd name="csY10" fmla="*/ 15359 h 16323"/>
                  <a:gd name="csX11" fmla="*/ 1214 w 26431"/>
                  <a:gd name="csY11" fmla="*/ 12573 h 16323"/>
                  <a:gd name="csX12" fmla="*/ 0 w 26431"/>
                  <a:gd name="csY12" fmla="*/ 8287 h 16323"/>
                  <a:gd name="csX13" fmla="*/ 2643 w 26431"/>
                  <a:gd name="csY13" fmla="*/ 2893 h 16323"/>
                  <a:gd name="csX14" fmla="*/ 429 w 26431"/>
                  <a:gd name="csY14" fmla="*/ 2893 h 16323"/>
                  <a:gd name="csX15" fmla="*/ 429 w 26431"/>
                  <a:gd name="csY15" fmla="*/ 0 h 16323"/>
                  <a:gd name="csX16" fmla="*/ 16431 w 26431"/>
                  <a:gd name="csY16" fmla="*/ 0 h 16323"/>
                  <a:gd name="csX17" fmla="*/ 22539 w 26431"/>
                  <a:gd name="csY17" fmla="*/ 893 h 16323"/>
                  <a:gd name="csX18" fmla="*/ 25396 w 26431"/>
                  <a:gd name="csY18" fmla="*/ 3679 h 16323"/>
                  <a:gd name="csX19" fmla="*/ 26432 w 26431"/>
                  <a:gd name="csY19" fmla="*/ 8394 h 16323"/>
                  <a:gd name="csX20" fmla="*/ 24932 w 26431"/>
                  <a:gd name="csY20" fmla="*/ 13752 h 16323"/>
                  <a:gd name="csX21" fmla="*/ 20431 w 26431"/>
                  <a:gd name="csY21" fmla="*/ 15716 h 16323"/>
                  <a:gd name="csX22" fmla="*/ 9323 w 26431"/>
                  <a:gd name="csY22" fmla="*/ 13037 h 16323"/>
                  <a:gd name="csX23" fmla="*/ 14645 w 26431"/>
                  <a:gd name="csY23" fmla="*/ 11573 h 16323"/>
                  <a:gd name="csX24" fmla="*/ 16323 w 26431"/>
                  <a:gd name="csY24" fmla="*/ 7929 h 16323"/>
                  <a:gd name="csX25" fmla="*/ 14645 w 26431"/>
                  <a:gd name="csY25" fmla="*/ 4286 h 16323"/>
                  <a:gd name="csX26" fmla="*/ 9430 w 26431"/>
                  <a:gd name="csY26" fmla="*/ 2822 h 16323"/>
                  <a:gd name="csX27" fmla="*/ 4286 w 26431"/>
                  <a:gd name="csY27" fmla="*/ 4322 h 16323"/>
                  <a:gd name="csX28" fmla="*/ 2572 w 26431"/>
                  <a:gd name="csY28" fmla="*/ 7965 h 16323"/>
                  <a:gd name="csX29" fmla="*/ 4286 w 26431"/>
                  <a:gd name="csY29" fmla="*/ 11537 h 16323"/>
                  <a:gd name="csX30" fmla="*/ 9323 w 26431"/>
                  <a:gd name="csY30" fmla="*/ 13002 h 163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26431" h="16323">
                    <a:moveTo>
                      <a:pt x="20467" y="15645"/>
                    </a:moveTo>
                    <a:lnTo>
                      <a:pt x="20931" y="12609"/>
                    </a:lnTo>
                    <a:cubicBezTo>
                      <a:pt x="21860" y="12466"/>
                      <a:pt x="22539" y="12109"/>
                      <a:pt x="22967" y="11537"/>
                    </a:cubicBezTo>
                    <a:cubicBezTo>
                      <a:pt x="23539" y="10751"/>
                      <a:pt x="23860" y="9680"/>
                      <a:pt x="23860" y="8358"/>
                    </a:cubicBezTo>
                    <a:cubicBezTo>
                      <a:pt x="23860" y="6894"/>
                      <a:pt x="23574" y="5786"/>
                      <a:pt x="22967" y="5000"/>
                    </a:cubicBezTo>
                    <a:cubicBezTo>
                      <a:pt x="22396" y="4215"/>
                      <a:pt x="21574" y="3643"/>
                      <a:pt x="20538" y="3393"/>
                    </a:cubicBezTo>
                    <a:cubicBezTo>
                      <a:pt x="19895" y="3250"/>
                      <a:pt x="18574" y="3143"/>
                      <a:pt x="16502" y="3179"/>
                    </a:cubicBezTo>
                    <a:cubicBezTo>
                      <a:pt x="18109" y="4572"/>
                      <a:pt x="18931" y="6251"/>
                      <a:pt x="18931" y="8323"/>
                    </a:cubicBezTo>
                    <a:cubicBezTo>
                      <a:pt x="18931" y="10858"/>
                      <a:pt x="18002" y="12859"/>
                      <a:pt x="16180" y="14252"/>
                    </a:cubicBezTo>
                    <a:cubicBezTo>
                      <a:pt x="14323" y="15645"/>
                      <a:pt x="12144" y="16323"/>
                      <a:pt x="9573" y="16323"/>
                    </a:cubicBezTo>
                    <a:cubicBezTo>
                      <a:pt x="7787" y="16323"/>
                      <a:pt x="6179" y="16002"/>
                      <a:pt x="4679" y="15359"/>
                    </a:cubicBezTo>
                    <a:cubicBezTo>
                      <a:pt x="3179" y="14716"/>
                      <a:pt x="2036" y="13787"/>
                      <a:pt x="1214" y="12573"/>
                    </a:cubicBezTo>
                    <a:cubicBezTo>
                      <a:pt x="393" y="11359"/>
                      <a:pt x="0" y="9930"/>
                      <a:pt x="0" y="8287"/>
                    </a:cubicBezTo>
                    <a:cubicBezTo>
                      <a:pt x="0" y="6108"/>
                      <a:pt x="893" y="4322"/>
                      <a:pt x="2643" y="2893"/>
                    </a:cubicBezTo>
                    <a:lnTo>
                      <a:pt x="429" y="2893"/>
                    </a:lnTo>
                    <a:lnTo>
                      <a:pt x="429" y="0"/>
                    </a:lnTo>
                    <a:lnTo>
                      <a:pt x="16431" y="0"/>
                    </a:lnTo>
                    <a:cubicBezTo>
                      <a:pt x="19324" y="0"/>
                      <a:pt x="21360" y="286"/>
                      <a:pt x="22539" y="893"/>
                    </a:cubicBezTo>
                    <a:cubicBezTo>
                      <a:pt x="23753" y="1464"/>
                      <a:pt x="24717" y="2393"/>
                      <a:pt x="25396" y="3679"/>
                    </a:cubicBezTo>
                    <a:cubicBezTo>
                      <a:pt x="26110" y="4965"/>
                      <a:pt x="26432" y="6501"/>
                      <a:pt x="26432" y="8394"/>
                    </a:cubicBezTo>
                    <a:cubicBezTo>
                      <a:pt x="26432" y="10608"/>
                      <a:pt x="25932" y="12394"/>
                      <a:pt x="24932" y="13752"/>
                    </a:cubicBezTo>
                    <a:cubicBezTo>
                      <a:pt x="23931" y="15109"/>
                      <a:pt x="22431" y="15788"/>
                      <a:pt x="20431" y="15716"/>
                    </a:cubicBezTo>
                    <a:moveTo>
                      <a:pt x="9323" y="13037"/>
                    </a:moveTo>
                    <a:cubicBezTo>
                      <a:pt x="11751" y="13037"/>
                      <a:pt x="13537" y="12573"/>
                      <a:pt x="14645" y="11573"/>
                    </a:cubicBezTo>
                    <a:cubicBezTo>
                      <a:pt x="15752" y="10608"/>
                      <a:pt x="16323" y="9394"/>
                      <a:pt x="16323" y="7929"/>
                    </a:cubicBezTo>
                    <a:cubicBezTo>
                      <a:pt x="16323" y="6465"/>
                      <a:pt x="15752" y="5286"/>
                      <a:pt x="14645" y="4286"/>
                    </a:cubicBezTo>
                    <a:cubicBezTo>
                      <a:pt x="13537" y="3322"/>
                      <a:pt x="11787" y="2822"/>
                      <a:pt x="9430" y="2822"/>
                    </a:cubicBezTo>
                    <a:cubicBezTo>
                      <a:pt x="7072" y="2822"/>
                      <a:pt x="5465" y="3322"/>
                      <a:pt x="4286" y="4322"/>
                    </a:cubicBezTo>
                    <a:cubicBezTo>
                      <a:pt x="3143" y="5322"/>
                      <a:pt x="2572" y="6537"/>
                      <a:pt x="2572" y="7965"/>
                    </a:cubicBezTo>
                    <a:cubicBezTo>
                      <a:pt x="2572" y="9394"/>
                      <a:pt x="3143" y="10537"/>
                      <a:pt x="4286" y="11537"/>
                    </a:cubicBezTo>
                    <a:cubicBezTo>
                      <a:pt x="5429" y="12502"/>
                      <a:pt x="7108" y="13002"/>
                      <a:pt x="9323" y="130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4" name="Freeform: Shape 12253">
                <a:extLst>
                  <a:ext uri="{FF2B5EF4-FFF2-40B4-BE49-F238E27FC236}">
                    <a16:creationId xmlns:a16="http://schemas.microsoft.com/office/drawing/2014/main" id="{793C8723-D8EF-6737-B87B-D896D06968D4}"/>
                  </a:ext>
                </a:extLst>
              </p:cNvPr>
              <p:cNvSpPr/>
              <p:nvPr/>
            </p:nvSpPr>
            <p:spPr>
              <a:xfrm>
                <a:off x="4633605" y="2613954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5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39 w 25574"/>
                  <a:gd name="csY13" fmla="*/ 17752 h 21145"/>
                  <a:gd name="csX14" fmla="*/ 22539 w 25574"/>
                  <a:gd name="csY14" fmla="*/ 12287 h 21145"/>
                  <a:gd name="csX15" fmla="*/ 22074 w 25574"/>
                  <a:gd name="csY15" fmla="*/ 8323 h 21145"/>
                  <a:gd name="csX16" fmla="*/ 20753 w 25574"/>
                  <a:gd name="csY16" fmla="*/ 6036 h 21145"/>
                  <a:gd name="csX17" fmla="*/ 17502 w 25574"/>
                  <a:gd name="csY17" fmla="*/ 4179 h 21145"/>
                  <a:gd name="csX18" fmla="*/ 12573 w 25574"/>
                  <a:gd name="csY18" fmla="*/ 3501 h 21145"/>
                  <a:gd name="csX19" fmla="*/ 6394 w 25574"/>
                  <a:gd name="csY19" fmla="*/ 4822 h 21145"/>
                  <a:gd name="csX20" fmla="*/ 3501 w 25574"/>
                  <a:gd name="csY20" fmla="*/ 8001 h 21145"/>
                  <a:gd name="csX21" fmla="*/ 3000 w 25574"/>
                  <a:gd name="csY21" fmla="*/ 12395 h 21145"/>
                  <a:gd name="csX22" fmla="*/ 3000 w 25574"/>
                  <a:gd name="csY22" fmla="*/ 17752 h 21145"/>
                  <a:gd name="csX23" fmla="*/ 22539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5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39" y="17752"/>
                    </a:moveTo>
                    <a:lnTo>
                      <a:pt x="22539" y="12287"/>
                    </a:lnTo>
                    <a:cubicBezTo>
                      <a:pt x="22539" y="10609"/>
                      <a:pt x="22396" y="9287"/>
                      <a:pt x="22074" y="8323"/>
                    </a:cubicBezTo>
                    <a:cubicBezTo>
                      <a:pt x="21753" y="7358"/>
                      <a:pt x="21324" y="6608"/>
                      <a:pt x="20753" y="6036"/>
                    </a:cubicBezTo>
                    <a:cubicBezTo>
                      <a:pt x="19967" y="5215"/>
                      <a:pt x="18860" y="4608"/>
                      <a:pt x="17502" y="4179"/>
                    </a:cubicBezTo>
                    <a:cubicBezTo>
                      <a:pt x="16145" y="3751"/>
                      <a:pt x="14502" y="3501"/>
                      <a:pt x="12573" y="3501"/>
                    </a:cubicBezTo>
                    <a:cubicBezTo>
                      <a:pt x="9894" y="3501"/>
                      <a:pt x="7858" y="3929"/>
                      <a:pt x="6394" y="4822"/>
                    </a:cubicBezTo>
                    <a:cubicBezTo>
                      <a:pt x="4929" y="5715"/>
                      <a:pt x="4000" y="6751"/>
                      <a:pt x="3501" y="8001"/>
                    </a:cubicBezTo>
                    <a:cubicBezTo>
                      <a:pt x="3143" y="8894"/>
                      <a:pt x="3000" y="10359"/>
                      <a:pt x="3000" y="12395"/>
                    </a:cubicBezTo>
                    <a:lnTo>
                      <a:pt x="3000" y="17752"/>
                    </a:lnTo>
                    <a:lnTo>
                      <a:pt x="22539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5" name="Freeform: Shape 12254">
                <a:extLst>
                  <a:ext uri="{FF2B5EF4-FFF2-40B4-BE49-F238E27FC236}">
                    <a16:creationId xmlns:a16="http://schemas.microsoft.com/office/drawing/2014/main" id="{F14EEC51-9C8F-DA67-1B10-F7771BC71C4C}"/>
                  </a:ext>
                </a:extLst>
              </p:cNvPr>
              <p:cNvSpPr/>
              <p:nvPr/>
            </p:nvSpPr>
            <p:spPr>
              <a:xfrm>
                <a:off x="4633605" y="2597893"/>
                <a:ext cx="56121" cy="6860"/>
              </a:xfrm>
              <a:custGeom>
                <a:avLst/>
                <a:gdLst>
                  <a:gd name="csX0" fmla="*/ 25575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5 w 25574"/>
                  <a:gd name="csY3" fmla="*/ 0 h 3143"/>
                  <a:gd name="csX4" fmla="*/ 25575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5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6" name="Freeform: Shape 12255">
                <a:extLst>
                  <a:ext uri="{FF2B5EF4-FFF2-40B4-BE49-F238E27FC236}">
                    <a16:creationId xmlns:a16="http://schemas.microsoft.com/office/drawing/2014/main" id="{1D90E95F-CC72-56E5-C3E6-2780387F4331}"/>
                  </a:ext>
                </a:extLst>
              </p:cNvPr>
              <p:cNvSpPr/>
              <p:nvPr/>
            </p:nvSpPr>
            <p:spPr>
              <a:xfrm>
                <a:off x="4665978" y="2568891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7" name="Freeform: Shape 12256">
                <a:extLst>
                  <a:ext uri="{FF2B5EF4-FFF2-40B4-BE49-F238E27FC236}">
                    <a16:creationId xmlns:a16="http://schemas.microsoft.com/office/drawing/2014/main" id="{B2E34242-CFAD-C21B-A334-FD45AD2FBCE9}"/>
                  </a:ext>
                </a:extLst>
              </p:cNvPr>
              <p:cNvSpPr/>
              <p:nvPr/>
            </p:nvSpPr>
            <p:spPr>
              <a:xfrm>
                <a:off x="4648185" y="2528427"/>
                <a:ext cx="58002" cy="35629"/>
              </a:xfrm>
              <a:custGeom>
                <a:avLst/>
                <a:gdLst>
                  <a:gd name="csX0" fmla="*/ 20467 w 26431"/>
                  <a:gd name="csY0" fmla="*/ 15645 h 16323"/>
                  <a:gd name="csX1" fmla="*/ 20931 w 26431"/>
                  <a:gd name="csY1" fmla="*/ 12609 h 16323"/>
                  <a:gd name="csX2" fmla="*/ 22967 w 26431"/>
                  <a:gd name="csY2" fmla="*/ 11537 h 16323"/>
                  <a:gd name="csX3" fmla="*/ 23860 w 26431"/>
                  <a:gd name="csY3" fmla="*/ 8358 h 16323"/>
                  <a:gd name="csX4" fmla="*/ 22967 w 26431"/>
                  <a:gd name="csY4" fmla="*/ 5000 h 16323"/>
                  <a:gd name="csX5" fmla="*/ 20538 w 26431"/>
                  <a:gd name="csY5" fmla="*/ 3393 h 16323"/>
                  <a:gd name="csX6" fmla="*/ 16502 w 26431"/>
                  <a:gd name="csY6" fmla="*/ 3179 h 16323"/>
                  <a:gd name="csX7" fmla="*/ 18931 w 26431"/>
                  <a:gd name="csY7" fmla="*/ 8323 h 16323"/>
                  <a:gd name="csX8" fmla="*/ 16181 w 26431"/>
                  <a:gd name="csY8" fmla="*/ 14252 h 16323"/>
                  <a:gd name="csX9" fmla="*/ 9573 w 26431"/>
                  <a:gd name="csY9" fmla="*/ 16323 h 16323"/>
                  <a:gd name="csX10" fmla="*/ 4679 w 26431"/>
                  <a:gd name="csY10" fmla="*/ 15359 h 16323"/>
                  <a:gd name="csX11" fmla="*/ 1215 w 26431"/>
                  <a:gd name="csY11" fmla="*/ 12573 h 16323"/>
                  <a:gd name="csX12" fmla="*/ 0 w 26431"/>
                  <a:gd name="csY12" fmla="*/ 8287 h 16323"/>
                  <a:gd name="csX13" fmla="*/ 2643 w 26431"/>
                  <a:gd name="csY13" fmla="*/ 2893 h 16323"/>
                  <a:gd name="csX14" fmla="*/ 429 w 26431"/>
                  <a:gd name="csY14" fmla="*/ 2893 h 16323"/>
                  <a:gd name="csX15" fmla="*/ 429 w 26431"/>
                  <a:gd name="csY15" fmla="*/ 0 h 16323"/>
                  <a:gd name="csX16" fmla="*/ 16431 w 26431"/>
                  <a:gd name="csY16" fmla="*/ 0 h 16323"/>
                  <a:gd name="csX17" fmla="*/ 22539 w 26431"/>
                  <a:gd name="csY17" fmla="*/ 893 h 16323"/>
                  <a:gd name="csX18" fmla="*/ 25396 w 26431"/>
                  <a:gd name="csY18" fmla="*/ 3679 h 16323"/>
                  <a:gd name="csX19" fmla="*/ 26432 w 26431"/>
                  <a:gd name="csY19" fmla="*/ 8394 h 16323"/>
                  <a:gd name="csX20" fmla="*/ 24932 w 26431"/>
                  <a:gd name="csY20" fmla="*/ 13752 h 16323"/>
                  <a:gd name="csX21" fmla="*/ 20431 w 26431"/>
                  <a:gd name="csY21" fmla="*/ 15716 h 16323"/>
                  <a:gd name="csX22" fmla="*/ 9323 w 26431"/>
                  <a:gd name="csY22" fmla="*/ 13037 h 16323"/>
                  <a:gd name="csX23" fmla="*/ 14645 w 26431"/>
                  <a:gd name="csY23" fmla="*/ 11573 h 16323"/>
                  <a:gd name="csX24" fmla="*/ 16323 w 26431"/>
                  <a:gd name="csY24" fmla="*/ 7929 h 16323"/>
                  <a:gd name="csX25" fmla="*/ 14645 w 26431"/>
                  <a:gd name="csY25" fmla="*/ 4286 h 16323"/>
                  <a:gd name="csX26" fmla="*/ 9430 w 26431"/>
                  <a:gd name="csY26" fmla="*/ 2822 h 16323"/>
                  <a:gd name="csX27" fmla="*/ 4286 w 26431"/>
                  <a:gd name="csY27" fmla="*/ 4322 h 16323"/>
                  <a:gd name="csX28" fmla="*/ 2572 w 26431"/>
                  <a:gd name="csY28" fmla="*/ 7965 h 16323"/>
                  <a:gd name="csX29" fmla="*/ 4286 w 26431"/>
                  <a:gd name="csY29" fmla="*/ 11537 h 16323"/>
                  <a:gd name="csX30" fmla="*/ 9323 w 26431"/>
                  <a:gd name="csY30" fmla="*/ 13002 h 163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26431" h="16323">
                    <a:moveTo>
                      <a:pt x="20467" y="15645"/>
                    </a:moveTo>
                    <a:lnTo>
                      <a:pt x="20931" y="12609"/>
                    </a:lnTo>
                    <a:cubicBezTo>
                      <a:pt x="21860" y="12466"/>
                      <a:pt x="22539" y="12109"/>
                      <a:pt x="22967" y="11537"/>
                    </a:cubicBezTo>
                    <a:cubicBezTo>
                      <a:pt x="23539" y="10751"/>
                      <a:pt x="23860" y="9680"/>
                      <a:pt x="23860" y="8358"/>
                    </a:cubicBezTo>
                    <a:cubicBezTo>
                      <a:pt x="23860" y="6894"/>
                      <a:pt x="23575" y="5786"/>
                      <a:pt x="22967" y="5000"/>
                    </a:cubicBezTo>
                    <a:cubicBezTo>
                      <a:pt x="22396" y="4215"/>
                      <a:pt x="21574" y="3643"/>
                      <a:pt x="20538" y="3393"/>
                    </a:cubicBezTo>
                    <a:cubicBezTo>
                      <a:pt x="19895" y="3250"/>
                      <a:pt x="18574" y="3143"/>
                      <a:pt x="16502" y="3179"/>
                    </a:cubicBezTo>
                    <a:cubicBezTo>
                      <a:pt x="18109" y="4572"/>
                      <a:pt x="18931" y="6251"/>
                      <a:pt x="18931" y="8323"/>
                    </a:cubicBezTo>
                    <a:cubicBezTo>
                      <a:pt x="18931" y="10858"/>
                      <a:pt x="18002" y="12859"/>
                      <a:pt x="16181" y="14252"/>
                    </a:cubicBezTo>
                    <a:cubicBezTo>
                      <a:pt x="14323" y="15645"/>
                      <a:pt x="12144" y="16323"/>
                      <a:pt x="9573" y="16323"/>
                    </a:cubicBezTo>
                    <a:cubicBezTo>
                      <a:pt x="7787" y="16323"/>
                      <a:pt x="6179" y="16002"/>
                      <a:pt x="4679" y="15359"/>
                    </a:cubicBezTo>
                    <a:cubicBezTo>
                      <a:pt x="3179" y="14716"/>
                      <a:pt x="2036" y="13787"/>
                      <a:pt x="1215" y="12573"/>
                    </a:cubicBezTo>
                    <a:cubicBezTo>
                      <a:pt x="393" y="11359"/>
                      <a:pt x="0" y="9930"/>
                      <a:pt x="0" y="8287"/>
                    </a:cubicBezTo>
                    <a:cubicBezTo>
                      <a:pt x="0" y="6108"/>
                      <a:pt x="893" y="4322"/>
                      <a:pt x="2643" y="2893"/>
                    </a:cubicBezTo>
                    <a:lnTo>
                      <a:pt x="429" y="2893"/>
                    </a:lnTo>
                    <a:lnTo>
                      <a:pt x="429" y="0"/>
                    </a:lnTo>
                    <a:lnTo>
                      <a:pt x="16431" y="0"/>
                    </a:lnTo>
                    <a:cubicBezTo>
                      <a:pt x="19324" y="0"/>
                      <a:pt x="21360" y="286"/>
                      <a:pt x="22539" y="893"/>
                    </a:cubicBezTo>
                    <a:cubicBezTo>
                      <a:pt x="23753" y="1464"/>
                      <a:pt x="24718" y="2393"/>
                      <a:pt x="25396" y="3679"/>
                    </a:cubicBezTo>
                    <a:cubicBezTo>
                      <a:pt x="26111" y="4965"/>
                      <a:pt x="26432" y="6501"/>
                      <a:pt x="26432" y="8394"/>
                    </a:cubicBezTo>
                    <a:cubicBezTo>
                      <a:pt x="26432" y="10608"/>
                      <a:pt x="25932" y="12394"/>
                      <a:pt x="24932" y="13752"/>
                    </a:cubicBezTo>
                    <a:cubicBezTo>
                      <a:pt x="23932" y="15109"/>
                      <a:pt x="22431" y="15788"/>
                      <a:pt x="20431" y="15716"/>
                    </a:cubicBezTo>
                    <a:moveTo>
                      <a:pt x="9323" y="13037"/>
                    </a:moveTo>
                    <a:cubicBezTo>
                      <a:pt x="11752" y="13037"/>
                      <a:pt x="13538" y="12573"/>
                      <a:pt x="14645" y="11573"/>
                    </a:cubicBezTo>
                    <a:cubicBezTo>
                      <a:pt x="15752" y="10608"/>
                      <a:pt x="16323" y="9394"/>
                      <a:pt x="16323" y="7929"/>
                    </a:cubicBezTo>
                    <a:cubicBezTo>
                      <a:pt x="16323" y="6465"/>
                      <a:pt x="15752" y="5286"/>
                      <a:pt x="14645" y="4286"/>
                    </a:cubicBezTo>
                    <a:cubicBezTo>
                      <a:pt x="13538" y="3322"/>
                      <a:pt x="11787" y="2822"/>
                      <a:pt x="9430" y="2822"/>
                    </a:cubicBezTo>
                    <a:cubicBezTo>
                      <a:pt x="7072" y="2822"/>
                      <a:pt x="5465" y="3322"/>
                      <a:pt x="4286" y="4322"/>
                    </a:cubicBezTo>
                    <a:cubicBezTo>
                      <a:pt x="3143" y="5322"/>
                      <a:pt x="2572" y="6537"/>
                      <a:pt x="2572" y="7965"/>
                    </a:cubicBezTo>
                    <a:cubicBezTo>
                      <a:pt x="2572" y="9394"/>
                      <a:pt x="3143" y="10537"/>
                      <a:pt x="4286" y="11537"/>
                    </a:cubicBezTo>
                    <a:cubicBezTo>
                      <a:pt x="5429" y="12502"/>
                      <a:pt x="7108" y="13002"/>
                      <a:pt x="9323" y="130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58" name="Freeform: Shape 12257">
                <a:extLst>
                  <a:ext uri="{FF2B5EF4-FFF2-40B4-BE49-F238E27FC236}">
                    <a16:creationId xmlns:a16="http://schemas.microsoft.com/office/drawing/2014/main" id="{9FD3E34F-3FC6-5DB6-1CF9-A0A825172C26}"/>
                  </a:ext>
                </a:extLst>
              </p:cNvPr>
              <p:cNvSpPr/>
              <p:nvPr/>
            </p:nvSpPr>
            <p:spPr>
              <a:xfrm>
                <a:off x="4633605" y="2485313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3 w 26003"/>
                  <a:gd name="csY5" fmla="*/ 16109 h 16109"/>
                  <a:gd name="csX6" fmla="*/ 11287 w 26003"/>
                  <a:gd name="csY6" fmla="*/ 15180 h 16109"/>
                  <a:gd name="csX7" fmla="*/ 7822 w 26003"/>
                  <a:gd name="csY7" fmla="*/ 12395 h 16109"/>
                  <a:gd name="csX8" fmla="*/ 6608 w 26003"/>
                  <a:gd name="csY8" fmla="*/ 8251 h 16109"/>
                  <a:gd name="csX9" fmla="*/ 7322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23 w 26003"/>
                  <a:gd name="csY15" fmla="*/ 12859 h 16109"/>
                  <a:gd name="csX16" fmla="*/ 21646 w 26003"/>
                  <a:gd name="csY16" fmla="*/ 11359 h 16109"/>
                  <a:gd name="csX17" fmla="*/ 23396 w 26003"/>
                  <a:gd name="csY17" fmla="*/ 7822 h 16109"/>
                  <a:gd name="csX18" fmla="*/ 21717 w 26003"/>
                  <a:gd name="csY18" fmla="*/ 4322 h 16109"/>
                  <a:gd name="csX19" fmla="*/ 16574 w 26003"/>
                  <a:gd name="csY19" fmla="*/ 2893 h 16109"/>
                  <a:gd name="csX20" fmla="*/ 11001 w 26003"/>
                  <a:gd name="csY20" fmla="*/ 4358 h 16109"/>
                  <a:gd name="csX21" fmla="*/ 9215 w 26003"/>
                  <a:gd name="csY21" fmla="*/ 7965 h 16109"/>
                  <a:gd name="csX22" fmla="*/ 10930 w 26003"/>
                  <a:gd name="csY22" fmla="*/ 11466 h 16109"/>
                  <a:gd name="csX23" fmla="*/ 16323 w 26003"/>
                  <a:gd name="csY23" fmla="*/ 12859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1" y="10966"/>
                      <a:pt x="24789" y="12216"/>
                    </a:cubicBezTo>
                    <a:cubicBezTo>
                      <a:pt x="23967" y="13466"/>
                      <a:pt x="22824" y="14431"/>
                      <a:pt x="21360" y="15073"/>
                    </a:cubicBezTo>
                    <a:cubicBezTo>
                      <a:pt x="19895" y="15752"/>
                      <a:pt x="18217" y="16109"/>
                      <a:pt x="16323" y="16109"/>
                    </a:cubicBezTo>
                    <a:cubicBezTo>
                      <a:pt x="14431" y="16109"/>
                      <a:pt x="12787" y="15788"/>
                      <a:pt x="11287" y="15180"/>
                    </a:cubicBezTo>
                    <a:cubicBezTo>
                      <a:pt x="9787" y="14573"/>
                      <a:pt x="8608" y="13645"/>
                      <a:pt x="7822" y="12395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2" y="5251"/>
                    </a:cubicBezTo>
                    <a:cubicBezTo>
                      <a:pt x="7787" y="4394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23" y="12859"/>
                    </a:moveTo>
                    <a:cubicBezTo>
                      <a:pt x="18681" y="12859"/>
                      <a:pt x="20467" y="12359"/>
                      <a:pt x="21646" y="11359"/>
                    </a:cubicBezTo>
                    <a:cubicBezTo>
                      <a:pt x="22824" y="10359"/>
                      <a:pt x="23396" y="9180"/>
                      <a:pt x="23396" y="7822"/>
                    </a:cubicBezTo>
                    <a:cubicBezTo>
                      <a:pt x="23396" y="6465"/>
                      <a:pt x="22824" y="5287"/>
                      <a:pt x="21717" y="4322"/>
                    </a:cubicBezTo>
                    <a:cubicBezTo>
                      <a:pt x="20610" y="3358"/>
                      <a:pt x="18895" y="2893"/>
                      <a:pt x="16574" y="2893"/>
                    </a:cubicBezTo>
                    <a:cubicBezTo>
                      <a:pt x="14037" y="2893"/>
                      <a:pt x="12180" y="3393"/>
                      <a:pt x="11001" y="4358"/>
                    </a:cubicBezTo>
                    <a:cubicBezTo>
                      <a:pt x="9823" y="5322"/>
                      <a:pt x="9215" y="6537"/>
                      <a:pt x="9215" y="7965"/>
                    </a:cubicBezTo>
                    <a:cubicBezTo>
                      <a:pt x="9215" y="9394"/>
                      <a:pt x="9787" y="10537"/>
                      <a:pt x="10930" y="11466"/>
                    </a:cubicBezTo>
                    <a:cubicBezTo>
                      <a:pt x="12073" y="12395"/>
                      <a:pt x="13859" y="12859"/>
                      <a:pt x="16323" y="128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0" name="Freeform: Shape 12259">
                <a:extLst>
                  <a:ext uri="{FF2B5EF4-FFF2-40B4-BE49-F238E27FC236}">
                    <a16:creationId xmlns:a16="http://schemas.microsoft.com/office/drawing/2014/main" id="{74F92270-36EC-20B1-A7BA-8E961F5CB8A5}"/>
                  </a:ext>
                </a:extLst>
              </p:cNvPr>
              <p:cNvSpPr/>
              <p:nvPr/>
            </p:nvSpPr>
            <p:spPr>
              <a:xfrm>
                <a:off x="4695843" y="2587213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073 h 19538"/>
                  <a:gd name="csX13" fmla="*/ 12180 w 25574"/>
                  <a:gd name="csY13" fmla="*/ 9466 h 19538"/>
                  <a:gd name="csX14" fmla="*/ 10966 w 25574"/>
                  <a:gd name="csY14" fmla="*/ 4822 h 19538"/>
                  <a:gd name="csX15" fmla="*/ 7537 w 25574"/>
                  <a:gd name="csY15" fmla="*/ 3465 h 19538"/>
                  <a:gd name="csX16" fmla="*/ 4786 w 25574"/>
                  <a:gd name="csY16" fmla="*/ 4286 h 19538"/>
                  <a:gd name="csX17" fmla="*/ 3286 w 25574"/>
                  <a:gd name="csY17" fmla="*/ 6429 h 19538"/>
                  <a:gd name="csX18" fmla="*/ 3072 w 25574"/>
                  <a:gd name="csY18" fmla="*/ 9573 h 19538"/>
                  <a:gd name="csX19" fmla="*/ 3072 w 25574"/>
                  <a:gd name="csY19" fmla="*/ 16109 h 19538"/>
                  <a:gd name="csX20" fmla="*/ 12216 w 25574"/>
                  <a:gd name="csY20" fmla="*/ 16109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073"/>
                    </a:moveTo>
                    <a:lnTo>
                      <a:pt x="12180" y="9466"/>
                    </a:lnTo>
                    <a:cubicBezTo>
                      <a:pt x="12180" y="7287"/>
                      <a:pt x="11787" y="5715"/>
                      <a:pt x="10966" y="4822"/>
                    </a:cubicBezTo>
                    <a:cubicBezTo>
                      <a:pt x="10144" y="3929"/>
                      <a:pt x="9001" y="3465"/>
                      <a:pt x="7537" y="3465"/>
                    </a:cubicBezTo>
                    <a:cubicBezTo>
                      <a:pt x="6465" y="3465"/>
                      <a:pt x="5572" y="3715"/>
                      <a:pt x="4786" y="4286"/>
                    </a:cubicBezTo>
                    <a:cubicBezTo>
                      <a:pt x="4036" y="4822"/>
                      <a:pt x="3536" y="5536"/>
                      <a:pt x="3286" y="6429"/>
                    </a:cubicBezTo>
                    <a:cubicBezTo>
                      <a:pt x="3143" y="7001"/>
                      <a:pt x="3072" y="8037"/>
                      <a:pt x="3072" y="9573"/>
                    </a:cubicBezTo>
                    <a:lnTo>
                      <a:pt x="3072" y="16109"/>
                    </a:lnTo>
                    <a:lnTo>
                      <a:pt x="12216" y="1610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1" name="Freeform: Shape 12260">
                <a:extLst>
                  <a:ext uri="{FF2B5EF4-FFF2-40B4-BE49-F238E27FC236}">
                    <a16:creationId xmlns:a16="http://schemas.microsoft.com/office/drawing/2014/main" id="{3BBF7B0C-B9EE-FB7D-CFD1-9C225B121185}"/>
                  </a:ext>
                </a:extLst>
              </p:cNvPr>
              <p:cNvSpPr/>
              <p:nvPr/>
            </p:nvSpPr>
            <p:spPr>
              <a:xfrm>
                <a:off x="4694901" y="2527960"/>
                <a:ext cx="58002" cy="51535"/>
              </a:xfrm>
              <a:custGeom>
                <a:avLst/>
                <a:gdLst>
                  <a:gd name="csX0" fmla="*/ 15966 w 26431"/>
                  <a:gd name="csY0" fmla="*/ 10823 h 23610"/>
                  <a:gd name="csX1" fmla="*/ 12966 w 26431"/>
                  <a:gd name="csY1" fmla="*/ 10823 h 23610"/>
                  <a:gd name="csX2" fmla="*/ 12966 w 26431"/>
                  <a:gd name="csY2" fmla="*/ 0 h 23610"/>
                  <a:gd name="csX3" fmla="*/ 22431 w 26431"/>
                  <a:gd name="csY3" fmla="*/ 0 h 23610"/>
                  <a:gd name="csX4" fmla="*/ 25432 w 26431"/>
                  <a:gd name="csY4" fmla="*/ 5144 h 23610"/>
                  <a:gd name="csX5" fmla="*/ 26432 w 26431"/>
                  <a:gd name="csY5" fmla="*/ 10573 h 23610"/>
                  <a:gd name="csX6" fmla="*/ 24825 w 26431"/>
                  <a:gd name="csY6" fmla="*/ 17395 h 23610"/>
                  <a:gd name="csX7" fmla="*/ 20145 w 26431"/>
                  <a:gd name="csY7" fmla="*/ 22038 h 23610"/>
                  <a:gd name="csX8" fmla="*/ 13323 w 26431"/>
                  <a:gd name="csY8" fmla="*/ 23610 h 23610"/>
                  <a:gd name="csX9" fmla="*/ 6358 w 26431"/>
                  <a:gd name="csY9" fmla="*/ 22038 h 23610"/>
                  <a:gd name="csX10" fmla="*/ 1572 w 26431"/>
                  <a:gd name="csY10" fmla="*/ 17538 h 23610"/>
                  <a:gd name="csX11" fmla="*/ 0 w 26431"/>
                  <a:gd name="csY11" fmla="*/ 10787 h 23610"/>
                  <a:gd name="csX12" fmla="*/ 893 w 26431"/>
                  <a:gd name="csY12" fmla="*/ 5786 h 23610"/>
                  <a:gd name="csX13" fmla="*/ 3393 w 26431"/>
                  <a:gd name="csY13" fmla="*/ 2286 h 23610"/>
                  <a:gd name="csX14" fmla="*/ 7572 w 26431"/>
                  <a:gd name="csY14" fmla="*/ 357 h 23610"/>
                  <a:gd name="csX15" fmla="*/ 8394 w 26431"/>
                  <a:gd name="csY15" fmla="*/ 3429 h 23610"/>
                  <a:gd name="csX16" fmla="*/ 5322 w 26431"/>
                  <a:gd name="csY16" fmla="*/ 4858 h 23610"/>
                  <a:gd name="csX17" fmla="*/ 3536 w 26431"/>
                  <a:gd name="csY17" fmla="*/ 7287 h 23610"/>
                  <a:gd name="csX18" fmla="*/ 2857 w 26431"/>
                  <a:gd name="csY18" fmla="*/ 10823 h 23610"/>
                  <a:gd name="csX19" fmla="*/ 3572 w 26431"/>
                  <a:gd name="csY19" fmla="*/ 14823 h 23610"/>
                  <a:gd name="csX20" fmla="*/ 5429 w 26431"/>
                  <a:gd name="csY20" fmla="*/ 17574 h 23610"/>
                  <a:gd name="csX21" fmla="*/ 7965 w 26431"/>
                  <a:gd name="csY21" fmla="*/ 19181 h 23610"/>
                  <a:gd name="csX22" fmla="*/ 13109 w 26431"/>
                  <a:gd name="csY22" fmla="*/ 20145 h 23610"/>
                  <a:gd name="csX23" fmla="*/ 18824 w 26431"/>
                  <a:gd name="csY23" fmla="*/ 18967 h 23610"/>
                  <a:gd name="csX24" fmla="*/ 22253 w 26431"/>
                  <a:gd name="csY24" fmla="*/ 15538 h 23610"/>
                  <a:gd name="csX25" fmla="*/ 23360 w 26431"/>
                  <a:gd name="csY25" fmla="*/ 10751 h 23610"/>
                  <a:gd name="csX26" fmla="*/ 22503 w 26431"/>
                  <a:gd name="csY26" fmla="*/ 6465 h 23610"/>
                  <a:gd name="csX27" fmla="*/ 20717 w 26431"/>
                  <a:gd name="csY27" fmla="*/ 3286 h 23610"/>
                  <a:gd name="csX28" fmla="*/ 15931 w 26431"/>
                  <a:gd name="csY28" fmla="*/ 3286 h 23610"/>
                  <a:gd name="csX29" fmla="*/ 15931 w 26431"/>
                  <a:gd name="csY29" fmla="*/ 10823 h 23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26431" h="23610">
                    <a:moveTo>
                      <a:pt x="15966" y="10823"/>
                    </a:moveTo>
                    <a:lnTo>
                      <a:pt x="12966" y="10823"/>
                    </a:lnTo>
                    <a:lnTo>
                      <a:pt x="12966" y="0"/>
                    </a:lnTo>
                    <a:cubicBezTo>
                      <a:pt x="12966" y="0"/>
                      <a:pt x="22431" y="0"/>
                      <a:pt x="22431" y="0"/>
                    </a:cubicBezTo>
                    <a:cubicBezTo>
                      <a:pt x="23753" y="1643"/>
                      <a:pt x="24753" y="3393"/>
                      <a:pt x="25432" y="5144"/>
                    </a:cubicBezTo>
                    <a:cubicBezTo>
                      <a:pt x="26110" y="6894"/>
                      <a:pt x="26432" y="8715"/>
                      <a:pt x="26432" y="10573"/>
                    </a:cubicBezTo>
                    <a:cubicBezTo>
                      <a:pt x="26432" y="13073"/>
                      <a:pt x="25896" y="15359"/>
                      <a:pt x="24825" y="17395"/>
                    </a:cubicBezTo>
                    <a:cubicBezTo>
                      <a:pt x="23753" y="19431"/>
                      <a:pt x="22181" y="21003"/>
                      <a:pt x="20145" y="22038"/>
                    </a:cubicBezTo>
                    <a:cubicBezTo>
                      <a:pt x="18109" y="23074"/>
                      <a:pt x="15823" y="23610"/>
                      <a:pt x="13323" y="23610"/>
                    </a:cubicBezTo>
                    <a:cubicBezTo>
                      <a:pt x="10823" y="23610"/>
                      <a:pt x="8537" y="23074"/>
                      <a:pt x="6358" y="22038"/>
                    </a:cubicBezTo>
                    <a:cubicBezTo>
                      <a:pt x="4215" y="21003"/>
                      <a:pt x="2607" y="19502"/>
                      <a:pt x="1572" y="17538"/>
                    </a:cubicBezTo>
                    <a:cubicBezTo>
                      <a:pt x="536" y="15573"/>
                      <a:pt x="0" y="13323"/>
                      <a:pt x="0" y="10787"/>
                    </a:cubicBezTo>
                    <a:cubicBezTo>
                      <a:pt x="0" y="8930"/>
                      <a:pt x="322" y="7287"/>
                      <a:pt x="893" y="5786"/>
                    </a:cubicBezTo>
                    <a:cubicBezTo>
                      <a:pt x="1500" y="4286"/>
                      <a:pt x="2322" y="3108"/>
                      <a:pt x="3393" y="2286"/>
                    </a:cubicBezTo>
                    <a:cubicBezTo>
                      <a:pt x="4465" y="1429"/>
                      <a:pt x="5858" y="786"/>
                      <a:pt x="7572" y="357"/>
                    </a:cubicBezTo>
                    <a:lnTo>
                      <a:pt x="8394" y="3429"/>
                    </a:lnTo>
                    <a:cubicBezTo>
                      <a:pt x="7108" y="3822"/>
                      <a:pt x="6072" y="4286"/>
                      <a:pt x="5322" y="4858"/>
                    </a:cubicBezTo>
                    <a:cubicBezTo>
                      <a:pt x="4572" y="5429"/>
                      <a:pt x="3965" y="6251"/>
                      <a:pt x="3536" y="7287"/>
                    </a:cubicBezTo>
                    <a:cubicBezTo>
                      <a:pt x="3108" y="8358"/>
                      <a:pt x="2857" y="9501"/>
                      <a:pt x="2857" y="10823"/>
                    </a:cubicBezTo>
                    <a:cubicBezTo>
                      <a:pt x="2857" y="12359"/>
                      <a:pt x="3108" y="13716"/>
                      <a:pt x="3572" y="14823"/>
                    </a:cubicBezTo>
                    <a:cubicBezTo>
                      <a:pt x="4036" y="15966"/>
                      <a:pt x="4643" y="16859"/>
                      <a:pt x="5429" y="17574"/>
                    </a:cubicBezTo>
                    <a:cubicBezTo>
                      <a:pt x="6179" y="18288"/>
                      <a:pt x="7037" y="18788"/>
                      <a:pt x="7965" y="19181"/>
                    </a:cubicBezTo>
                    <a:cubicBezTo>
                      <a:pt x="9537" y="19824"/>
                      <a:pt x="11251" y="20145"/>
                      <a:pt x="13109" y="20145"/>
                    </a:cubicBezTo>
                    <a:cubicBezTo>
                      <a:pt x="15395" y="20145"/>
                      <a:pt x="17288" y="19752"/>
                      <a:pt x="18824" y="18967"/>
                    </a:cubicBezTo>
                    <a:cubicBezTo>
                      <a:pt x="20360" y="18181"/>
                      <a:pt x="21503" y="17038"/>
                      <a:pt x="22253" y="15538"/>
                    </a:cubicBezTo>
                    <a:cubicBezTo>
                      <a:pt x="23003" y="14037"/>
                      <a:pt x="23360" y="12430"/>
                      <a:pt x="23360" y="10751"/>
                    </a:cubicBezTo>
                    <a:cubicBezTo>
                      <a:pt x="23360" y="9287"/>
                      <a:pt x="23074" y="7858"/>
                      <a:pt x="22503" y="6465"/>
                    </a:cubicBezTo>
                    <a:cubicBezTo>
                      <a:pt x="21931" y="5072"/>
                      <a:pt x="21324" y="4000"/>
                      <a:pt x="20717" y="3286"/>
                    </a:cubicBezTo>
                    <a:lnTo>
                      <a:pt x="15931" y="3286"/>
                    </a:lnTo>
                    <a:lnTo>
                      <a:pt x="15931" y="1082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2" name="Freeform: Shape 12261">
                <a:extLst>
                  <a:ext uri="{FF2B5EF4-FFF2-40B4-BE49-F238E27FC236}">
                    <a16:creationId xmlns:a16="http://schemas.microsoft.com/office/drawing/2014/main" id="{5558E2DB-666F-9242-B53C-95823214E514}"/>
                  </a:ext>
                </a:extLst>
              </p:cNvPr>
              <p:cNvSpPr/>
              <p:nvPr/>
            </p:nvSpPr>
            <p:spPr>
              <a:xfrm>
                <a:off x="4710344" y="2485078"/>
                <a:ext cx="41620" cy="32822"/>
              </a:xfrm>
              <a:custGeom>
                <a:avLst/>
                <a:gdLst>
                  <a:gd name="csX0" fmla="*/ 18967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0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7" y="357"/>
                      <a:pt x="4500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7" y="11894"/>
                    </a:lnTo>
                    <a:lnTo>
                      <a:pt x="18967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4" name="Freeform: Shape 12263">
                <a:extLst>
                  <a:ext uri="{FF2B5EF4-FFF2-40B4-BE49-F238E27FC236}">
                    <a16:creationId xmlns:a16="http://schemas.microsoft.com/office/drawing/2014/main" id="{2201F332-F23F-8FCB-081C-20A6E84DE65D}"/>
                  </a:ext>
                </a:extLst>
              </p:cNvPr>
              <p:cNvSpPr/>
              <p:nvPr/>
            </p:nvSpPr>
            <p:spPr>
              <a:xfrm>
                <a:off x="4758236" y="2576688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9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5" name="Freeform: Shape 12264">
                <a:extLst>
                  <a:ext uri="{FF2B5EF4-FFF2-40B4-BE49-F238E27FC236}">
                    <a16:creationId xmlns:a16="http://schemas.microsoft.com/office/drawing/2014/main" id="{1F4231C6-30AA-AF1C-8F71-DD64CFE03F3A}"/>
                  </a:ext>
                </a:extLst>
              </p:cNvPr>
              <p:cNvSpPr/>
              <p:nvPr/>
            </p:nvSpPr>
            <p:spPr>
              <a:xfrm>
                <a:off x="4758159" y="2526556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4 w 25574"/>
                  <a:gd name="csY4" fmla="*/ 2786 h 19538"/>
                  <a:gd name="csX5" fmla="*/ 3929 w 25574"/>
                  <a:gd name="csY5" fmla="*/ 750 h 19538"/>
                  <a:gd name="csX6" fmla="*/ 7430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44 w 25574"/>
                  <a:gd name="csY12" fmla="*/ 16109 h 19538"/>
                  <a:gd name="csX13" fmla="*/ 12144 w 25574"/>
                  <a:gd name="csY13" fmla="*/ 9501 h 19538"/>
                  <a:gd name="csX14" fmla="*/ 10930 w 25574"/>
                  <a:gd name="csY14" fmla="*/ 4858 h 19538"/>
                  <a:gd name="csX15" fmla="*/ 7501 w 25574"/>
                  <a:gd name="csY15" fmla="*/ 3500 h 19538"/>
                  <a:gd name="csX16" fmla="*/ 4751 w 25574"/>
                  <a:gd name="csY16" fmla="*/ 4322 h 19538"/>
                  <a:gd name="csX17" fmla="*/ 3250 w 25574"/>
                  <a:gd name="csY17" fmla="*/ 6465 h 19538"/>
                  <a:gd name="csX18" fmla="*/ 3036 w 25574"/>
                  <a:gd name="csY18" fmla="*/ 9608 h 19538"/>
                  <a:gd name="csX19" fmla="*/ 3036 w 25574"/>
                  <a:gd name="csY19" fmla="*/ 16145 h 19538"/>
                  <a:gd name="csX20" fmla="*/ 12180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4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30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0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44" y="16109"/>
                    </a:moveTo>
                    <a:lnTo>
                      <a:pt x="12144" y="9501"/>
                    </a:lnTo>
                    <a:cubicBezTo>
                      <a:pt x="12144" y="7322"/>
                      <a:pt x="11751" y="5751"/>
                      <a:pt x="10930" y="4858"/>
                    </a:cubicBezTo>
                    <a:cubicBezTo>
                      <a:pt x="10108" y="3965"/>
                      <a:pt x="8965" y="3500"/>
                      <a:pt x="7501" y="3500"/>
                    </a:cubicBezTo>
                    <a:cubicBezTo>
                      <a:pt x="6429" y="3500"/>
                      <a:pt x="5536" y="3750"/>
                      <a:pt x="4751" y="4322"/>
                    </a:cubicBezTo>
                    <a:cubicBezTo>
                      <a:pt x="4000" y="4858"/>
                      <a:pt x="3500" y="5572"/>
                      <a:pt x="3250" y="6465"/>
                    </a:cubicBezTo>
                    <a:cubicBezTo>
                      <a:pt x="3108" y="7036"/>
                      <a:pt x="3036" y="8072"/>
                      <a:pt x="3036" y="9608"/>
                    </a:cubicBezTo>
                    <a:lnTo>
                      <a:pt x="3036" y="16145"/>
                    </a:lnTo>
                    <a:lnTo>
                      <a:pt x="12180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6" name="Freeform: Shape 12265">
                <a:extLst>
                  <a:ext uri="{FF2B5EF4-FFF2-40B4-BE49-F238E27FC236}">
                    <a16:creationId xmlns:a16="http://schemas.microsoft.com/office/drawing/2014/main" id="{B7BFC1CF-5F8C-941B-4BC9-18060ECAD994}"/>
                  </a:ext>
                </a:extLst>
              </p:cNvPr>
              <p:cNvSpPr/>
              <p:nvPr/>
            </p:nvSpPr>
            <p:spPr>
              <a:xfrm>
                <a:off x="4772737" y="2482895"/>
                <a:ext cx="57142" cy="35162"/>
              </a:xfrm>
              <a:custGeom>
                <a:avLst/>
                <a:gdLst>
                  <a:gd name="csX0" fmla="*/ 26039 w 26039"/>
                  <a:gd name="csY0" fmla="*/ 16073 h 16109"/>
                  <a:gd name="csX1" fmla="*/ 393 w 26039"/>
                  <a:gd name="csY1" fmla="*/ 16073 h 16109"/>
                  <a:gd name="csX2" fmla="*/ 393 w 26039"/>
                  <a:gd name="csY2" fmla="*/ 13216 h 16109"/>
                  <a:gd name="csX3" fmla="*/ 2822 w 26039"/>
                  <a:gd name="csY3" fmla="*/ 13216 h 16109"/>
                  <a:gd name="csX4" fmla="*/ 714 w 26039"/>
                  <a:gd name="csY4" fmla="*/ 10930 h 16109"/>
                  <a:gd name="csX5" fmla="*/ 0 w 26039"/>
                  <a:gd name="csY5" fmla="*/ 7858 h 16109"/>
                  <a:gd name="csX6" fmla="*/ 1215 w 26039"/>
                  <a:gd name="csY6" fmla="*/ 3679 h 16109"/>
                  <a:gd name="csX7" fmla="*/ 4643 w 26039"/>
                  <a:gd name="csY7" fmla="*/ 929 h 16109"/>
                  <a:gd name="csX8" fmla="*/ 9501 w 26039"/>
                  <a:gd name="csY8" fmla="*/ 0 h 16109"/>
                  <a:gd name="csX9" fmla="*/ 14609 w 26039"/>
                  <a:gd name="csY9" fmla="*/ 1036 h 16109"/>
                  <a:gd name="csX10" fmla="*/ 18109 w 26039"/>
                  <a:gd name="csY10" fmla="*/ 4000 h 16109"/>
                  <a:gd name="csX11" fmla="*/ 19324 w 26039"/>
                  <a:gd name="csY11" fmla="*/ 8108 h 16109"/>
                  <a:gd name="csX12" fmla="*/ 18681 w 26039"/>
                  <a:gd name="csY12" fmla="*/ 10930 h 16109"/>
                  <a:gd name="csX13" fmla="*/ 17002 w 26039"/>
                  <a:gd name="csY13" fmla="*/ 12966 h 16109"/>
                  <a:gd name="csX14" fmla="*/ 26003 w 26039"/>
                  <a:gd name="csY14" fmla="*/ 12966 h 16109"/>
                  <a:gd name="csX15" fmla="*/ 26003 w 26039"/>
                  <a:gd name="csY15" fmla="*/ 16109 h 16109"/>
                  <a:gd name="csX16" fmla="*/ 9751 w 26039"/>
                  <a:gd name="csY16" fmla="*/ 13216 h 16109"/>
                  <a:gd name="csX17" fmla="*/ 15038 w 26039"/>
                  <a:gd name="csY17" fmla="*/ 11787 h 16109"/>
                  <a:gd name="csX18" fmla="*/ 16752 w 26039"/>
                  <a:gd name="csY18" fmla="*/ 8287 h 16109"/>
                  <a:gd name="csX19" fmla="*/ 14966 w 26039"/>
                  <a:gd name="csY19" fmla="*/ 4715 h 16109"/>
                  <a:gd name="csX20" fmla="*/ 9466 w 26039"/>
                  <a:gd name="csY20" fmla="*/ 3215 h 16109"/>
                  <a:gd name="csX21" fmla="*/ 4179 w 26039"/>
                  <a:gd name="csY21" fmla="*/ 4679 h 16109"/>
                  <a:gd name="csX22" fmla="*/ 2429 w 26039"/>
                  <a:gd name="csY22" fmla="*/ 8144 h 16109"/>
                  <a:gd name="csX23" fmla="*/ 4286 w 26039"/>
                  <a:gd name="csY23" fmla="*/ 11716 h 16109"/>
                  <a:gd name="csX24" fmla="*/ 9751 w 26039"/>
                  <a:gd name="csY24" fmla="*/ 13252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9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3"/>
                      <a:pt x="1215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0"/>
                    </a:cubicBezTo>
                    <a:cubicBezTo>
                      <a:pt x="18931" y="5287"/>
                      <a:pt x="19324" y="6679"/>
                      <a:pt x="19324" y="8108"/>
                    </a:cubicBezTo>
                    <a:cubicBezTo>
                      <a:pt x="19324" y="9144"/>
                      <a:pt x="19110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51" y="13216"/>
                    </a:moveTo>
                    <a:cubicBezTo>
                      <a:pt x="12144" y="13216"/>
                      <a:pt x="13895" y="12752"/>
                      <a:pt x="15038" y="11787"/>
                    </a:cubicBezTo>
                    <a:cubicBezTo>
                      <a:pt x="16181" y="10823"/>
                      <a:pt x="16752" y="9644"/>
                      <a:pt x="16752" y="8287"/>
                    </a:cubicBezTo>
                    <a:cubicBezTo>
                      <a:pt x="16752" y="6929"/>
                      <a:pt x="16181" y="5715"/>
                      <a:pt x="14966" y="4715"/>
                    </a:cubicBezTo>
                    <a:cubicBezTo>
                      <a:pt x="13787" y="3715"/>
                      <a:pt x="11966" y="3215"/>
                      <a:pt x="9466" y="3215"/>
                    </a:cubicBezTo>
                    <a:cubicBezTo>
                      <a:pt x="6965" y="3215"/>
                      <a:pt x="5322" y="3715"/>
                      <a:pt x="4179" y="4679"/>
                    </a:cubicBezTo>
                    <a:cubicBezTo>
                      <a:pt x="3000" y="5644"/>
                      <a:pt x="2429" y="6822"/>
                      <a:pt x="2429" y="8144"/>
                    </a:cubicBezTo>
                    <a:cubicBezTo>
                      <a:pt x="2429" y="9466"/>
                      <a:pt x="3072" y="10680"/>
                      <a:pt x="4286" y="11716"/>
                    </a:cubicBezTo>
                    <a:cubicBezTo>
                      <a:pt x="5536" y="12752"/>
                      <a:pt x="7358" y="13252"/>
                      <a:pt x="9751" y="132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8" name="Freeform: Shape 12267">
                <a:extLst>
                  <a:ext uri="{FF2B5EF4-FFF2-40B4-BE49-F238E27FC236}">
                    <a16:creationId xmlns:a16="http://schemas.microsoft.com/office/drawing/2014/main" id="{223FFADE-19A6-D1F6-901D-2B2114C25443}"/>
                  </a:ext>
                </a:extLst>
              </p:cNvPr>
              <p:cNvSpPr/>
              <p:nvPr/>
            </p:nvSpPr>
            <p:spPr>
              <a:xfrm>
                <a:off x="4820395" y="2588461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69" name="Freeform: Shape 12268">
                <a:extLst>
                  <a:ext uri="{FF2B5EF4-FFF2-40B4-BE49-F238E27FC236}">
                    <a16:creationId xmlns:a16="http://schemas.microsoft.com/office/drawing/2014/main" id="{6BF8FDA1-7314-EBB2-6DBF-C1A2DA9AF98E}"/>
                  </a:ext>
                </a:extLst>
              </p:cNvPr>
              <p:cNvSpPr/>
              <p:nvPr/>
            </p:nvSpPr>
            <p:spPr>
              <a:xfrm>
                <a:off x="4819455" y="2530843"/>
                <a:ext cx="58002" cy="53405"/>
              </a:xfrm>
              <a:custGeom>
                <a:avLst/>
                <a:gdLst>
                  <a:gd name="csX0" fmla="*/ 13573 w 26431"/>
                  <a:gd name="csY0" fmla="*/ 24467 h 24467"/>
                  <a:gd name="csX1" fmla="*/ 3608 w 26431"/>
                  <a:gd name="csY1" fmla="*/ 21038 h 24467"/>
                  <a:gd name="csX2" fmla="*/ 0 w 26431"/>
                  <a:gd name="csY2" fmla="*/ 12216 h 24467"/>
                  <a:gd name="csX3" fmla="*/ 1679 w 26431"/>
                  <a:gd name="csY3" fmla="*/ 5822 h 24467"/>
                  <a:gd name="csX4" fmla="*/ 6394 w 26431"/>
                  <a:gd name="csY4" fmla="*/ 1500 h 24467"/>
                  <a:gd name="csX5" fmla="*/ 13252 w 26431"/>
                  <a:gd name="csY5" fmla="*/ 0 h 24467"/>
                  <a:gd name="csX6" fmla="*/ 20217 w 26431"/>
                  <a:gd name="csY6" fmla="*/ 1572 h 24467"/>
                  <a:gd name="csX7" fmla="*/ 24860 w 26431"/>
                  <a:gd name="csY7" fmla="*/ 6036 h 24467"/>
                  <a:gd name="csX8" fmla="*/ 26432 w 26431"/>
                  <a:gd name="csY8" fmla="*/ 12252 h 24467"/>
                  <a:gd name="csX9" fmla="*/ 24682 w 26431"/>
                  <a:gd name="csY9" fmla="*/ 18681 h 24467"/>
                  <a:gd name="csX10" fmla="*/ 19931 w 26431"/>
                  <a:gd name="csY10" fmla="*/ 23003 h 24467"/>
                  <a:gd name="csX11" fmla="*/ 13537 w 26431"/>
                  <a:gd name="csY11" fmla="*/ 24467 h 24467"/>
                  <a:gd name="csX12" fmla="*/ 13609 w 26431"/>
                  <a:gd name="csY12" fmla="*/ 20967 h 24467"/>
                  <a:gd name="csX13" fmla="*/ 20895 w 26431"/>
                  <a:gd name="csY13" fmla="*/ 18467 h 24467"/>
                  <a:gd name="csX14" fmla="*/ 23574 w 26431"/>
                  <a:gd name="csY14" fmla="*/ 12216 h 24467"/>
                  <a:gd name="csX15" fmla="*/ 20895 w 26431"/>
                  <a:gd name="csY15" fmla="*/ 5929 h 24467"/>
                  <a:gd name="csX16" fmla="*/ 13287 w 26431"/>
                  <a:gd name="csY16" fmla="*/ 3465 h 24467"/>
                  <a:gd name="csX17" fmla="*/ 7822 w 26431"/>
                  <a:gd name="csY17" fmla="*/ 4501 h 24467"/>
                  <a:gd name="csX18" fmla="*/ 4215 w 26431"/>
                  <a:gd name="csY18" fmla="*/ 7608 h 24467"/>
                  <a:gd name="csX19" fmla="*/ 2929 w 26431"/>
                  <a:gd name="csY19" fmla="*/ 12144 h 24467"/>
                  <a:gd name="csX20" fmla="*/ 5394 w 26431"/>
                  <a:gd name="csY20" fmla="*/ 18324 h 24467"/>
                  <a:gd name="csX21" fmla="*/ 13609 w 26431"/>
                  <a:gd name="csY21" fmla="*/ 20895 h 24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6431" h="24467">
                    <a:moveTo>
                      <a:pt x="13573" y="24467"/>
                    </a:moveTo>
                    <a:cubicBezTo>
                      <a:pt x="9323" y="24467"/>
                      <a:pt x="6001" y="23324"/>
                      <a:pt x="3608" y="21038"/>
                    </a:cubicBezTo>
                    <a:cubicBezTo>
                      <a:pt x="1214" y="18752"/>
                      <a:pt x="0" y="15823"/>
                      <a:pt x="0" y="12216"/>
                    </a:cubicBezTo>
                    <a:cubicBezTo>
                      <a:pt x="0" y="9858"/>
                      <a:pt x="571" y="7715"/>
                      <a:pt x="1679" y="5822"/>
                    </a:cubicBezTo>
                    <a:cubicBezTo>
                      <a:pt x="2786" y="3929"/>
                      <a:pt x="4393" y="2500"/>
                      <a:pt x="6394" y="1500"/>
                    </a:cubicBezTo>
                    <a:cubicBezTo>
                      <a:pt x="8430" y="500"/>
                      <a:pt x="10716" y="0"/>
                      <a:pt x="13252" y="0"/>
                    </a:cubicBezTo>
                    <a:cubicBezTo>
                      <a:pt x="15788" y="0"/>
                      <a:pt x="18181" y="500"/>
                      <a:pt x="20217" y="1572"/>
                    </a:cubicBezTo>
                    <a:cubicBezTo>
                      <a:pt x="22253" y="2607"/>
                      <a:pt x="23824" y="4108"/>
                      <a:pt x="24860" y="6036"/>
                    </a:cubicBezTo>
                    <a:cubicBezTo>
                      <a:pt x="25932" y="7965"/>
                      <a:pt x="26432" y="10037"/>
                      <a:pt x="26432" y="12252"/>
                    </a:cubicBezTo>
                    <a:cubicBezTo>
                      <a:pt x="26432" y="14645"/>
                      <a:pt x="25860" y="16824"/>
                      <a:pt x="24682" y="18681"/>
                    </a:cubicBezTo>
                    <a:cubicBezTo>
                      <a:pt x="23539" y="20574"/>
                      <a:pt x="21931" y="22003"/>
                      <a:pt x="19931" y="23003"/>
                    </a:cubicBezTo>
                    <a:cubicBezTo>
                      <a:pt x="17931" y="23967"/>
                      <a:pt x="15788" y="24467"/>
                      <a:pt x="13537" y="24467"/>
                    </a:cubicBezTo>
                    <a:moveTo>
                      <a:pt x="13609" y="20967"/>
                    </a:moveTo>
                    <a:cubicBezTo>
                      <a:pt x="16681" y="20967"/>
                      <a:pt x="19109" y="20145"/>
                      <a:pt x="20895" y="18467"/>
                    </a:cubicBezTo>
                    <a:cubicBezTo>
                      <a:pt x="22681" y="16788"/>
                      <a:pt x="23574" y="14716"/>
                      <a:pt x="23574" y="12216"/>
                    </a:cubicBezTo>
                    <a:cubicBezTo>
                      <a:pt x="23574" y="9715"/>
                      <a:pt x="22681" y="7572"/>
                      <a:pt x="20895" y="5929"/>
                    </a:cubicBezTo>
                    <a:cubicBezTo>
                      <a:pt x="19109" y="4286"/>
                      <a:pt x="16574" y="3465"/>
                      <a:pt x="13287" y="3465"/>
                    </a:cubicBezTo>
                    <a:cubicBezTo>
                      <a:pt x="11216" y="3465"/>
                      <a:pt x="9394" y="3822"/>
                      <a:pt x="7822" y="4501"/>
                    </a:cubicBezTo>
                    <a:cubicBezTo>
                      <a:pt x="6287" y="5215"/>
                      <a:pt x="5072" y="6251"/>
                      <a:pt x="4215" y="7608"/>
                    </a:cubicBezTo>
                    <a:cubicBezTo>
                      <a:pt x="3358" y="8965"/>
                      <a:pt x="2929" y="10466"/>
                      <a:pt x="2929" y="12144"/>
                    </a:cubicBezTo>
                    <a:cubicBezTo>
                      <a:pt x="2929" y="14538"/>
                      <a:pt x="3750" y="16609"/>
                      <a:pt x="5394" y="18324"/>
                    </a:cubicBezTo>
                    <a:cubicBezTo>
                      <a:pt x="7036" y="20038"/>
                      <a:pt x="9787" y="20895"/>
                      <a:pt x="13609" y="2089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0" name="Freeform: Shape 12269">
                <a:extLst>
                  <a:ext uri="{FF2B5EF4-FFF2-40B4-BE49-F238E27FC236}">
                    <a16:creationId xmlns:a16="http://schemas.microsoft.com/office/drawing/2014/main" id="{6E6B2B98-D7C9-BE04-8EED-892C8DF499BD}"/>
                  </a:ext>
                </a:extLst>
              </p:cNvPr>
              <p:cNvSpPr/>
              <p:nvPr/>
            </p:nvSpPr>
            <p:spPr>
              <a:xfrm>
                <a:off x="4820474" y="2481336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2" name="Freeform: Shape 12271">
                <a:extLst>
                  <a:ext uri="{FF2B5EF4-FFF2-40B4-BE49-F238E27FC236}">
                    <a16:creationId xmlns:a16="http://schemas.microsoft.com/office/drawing/2014/main" id="{52CAF212-BB49-8017-CC73-1ECD42DED3C1}"/>
                  </a:ext>
                </a:extLst>
              </p:cNvPr>
              <p:cNvSpPr/>
              <p:nvPr/>
            </p:nvSpPr>
            <p:spPr>
              <a:xfrm>
                <a:off x="4882711" y="2618243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4 w 25574"/>
                  <a:gd name="csY9" fmla="*/ 4750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39 w 25574"/>
                  <a:gd name="csY13" fmla="*/ 17716 h 21145"/>
                  <a:gd name="csX14" fmla="*/ 22539 w 25574"/>
                  <a:gd name="csY14" fmla="*/ 12252 h 21145"/>
                  <a:gd name="csX15" fmla="*/ 22074 w 25574"/>
                  <a:gd name="csY15" fmla="*/ 8287 h 21145"/>
                  <a:gd name="csX16" fmla="*/ 20753 w 25574"/>
                  <a:gd name="csY16" fmla="*/ 6001 h 21145"/>
                  <a:gd name="csX17" fmla="*/ 17502 w 25574"/>
                  <a:gd name="csY17" fmla="*/ 4143 h 21145"/>
                  <a:gd name="csX18" fmla="*/ 12573 w 25574"/>
                  <a:gd name="csY18" fmla="*/ 3465 h 21145"/>
                  <a:gd name="csX19" fmla="*/ 6394 w 25574"/>
                  <a:gd name="csY19" fmla="*/ 4786 h 21145"/>
                  <a:gd name="csX20" fmla="*/ 3500 w 25574"/>
                  <a:gd name="csY20" fmla="*/ 7965 h 21145"/>
                  <a:gd name="csX21" fmla="*/ 3000 w 25574"/>
                  <a:gd name="csY21" fmla="*/ 12359 h 21145"/>
                  <a:gd name="csX22" fmla="*/ 3000 w 25574"/>
                  <a:gd name="csY22" fmla="*/ 17716 h 21145"/>
                  <a:gd name="csX23" fmla="*/ 22539 w 25574"/>
                  <a:gd name="csY23" fmla="*/ 17716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8"/>
                      <a:pt x="107" y="8822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1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4"/>
                      <a:pt x="21503" y="2429"/>
                    </a:cubicBezTo>
                    <a:cubicBezTo>
                      <a:pt x="22467" y="3143"/>
                      <a:pt x="23253" y="3929"/>
                      <a:pt x="23824" y="4750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8"/>
                      <a:pt x="25539" y="11930"/>
                    </a:cubicBezTo>
                    <a:lnTo>
                      <a:pt x="25539" y="21145"/>
                    </a:lnTo>
                    <a:moveTo>
                      <a:pt x="22539" y="17716"/>
                    </a:moveTo>
                    <a:lnTo>
                      <a:pt x="22539" y="12252"/>
                    </a:lnTo>
                    <a:cubicBezTo>
                      <a:pt x="22539" y="10573"/>
                      <a:pt x="22396" y="9251"/>
                      <a:pt x="22074" y="8287"/>
                    </a:cubicBezTo>
                    <a:cubicBezTo>
                      <a:pt x="21753" y="7322"/>
                      <a:pt x="21324" y="6572"/>
                      <a:pt x="20753" y="6001"/>
                    </a:cubicBezTo>
                    <a:cubicBezTo>
                      <a:pt x="19967" y="5179"/>
                      <a:pt x="18859" y="4572"/>
                      <a:pt x="17502" y="4143"/>
                    </a:cubicBezTo>
                    <a:cubicBezTo>
                      <a:pt x="16145" y="3715"/>
                      <a:pt x="14502" y="3465"/>
                      <a:pt x="12573" y="3465"/>
                    </a:cubicBezTo>
                    <a:cubicBezTo>
                      <a:pt x="9894" y="3465"/>
                      <a:pt x="7858" y="3893"/>
                      <a:pt x="6394" y="4786"/>
                    </a:cubicBezTo>
                    <a:cubicBezTo>
                      <a:pt x="4929" y="5679"/>
                      <a:pt x="4000" y="6715"/>
                      <a:pt x="3500" y="7965"/>
                    </a:cubicBezTo>
                    <a:cubicBezTo>
                      <a:pt x="3143" y="8858"/>
                      <a:pt x="3000" y="10323"/>
                      <a:pt x="3000" y="12359"/>
                    </a:cubicBezTo>
                    <a:lnTo>
                      <a:pt x="3000" y="17716"/>
                    </a:lnTo>
                    <a:lnTo>
                      <a:pt x="22539" y="1771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3" name="Freeform: Shape 12272">
                <a:extLst>
                  <a:ext uri="{FF2B5EF4-FFF2-40B4-BE49-F238E27FC236}">
                    <a16:creationId xmlns:a16="http://schemas.microsoft.com/office/drawing/2014/main" id="{77C1003C-CF7C-4092-31D5-9EB52FCCB315}"/>
                  </a:ext>
                </a:extLst>
              </p:cNvPr>
              <p:cNvSpPr/>
              <p:nvPr/>
            </p:nvSpPr>
            <p:spPr>
              <a:xfrm>
                <a:off x="4897289" y="2554077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8 h 25110"/>
                  <a:gd name="csX3" fmla="*/ 3000 w 18966"/>
                  <a:gd name="csY3" fmla="*/ 22288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0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0 w 18966"/>
                  <a:gd name="csY15" fmla="*/ 4572 h 25110"/>
                  <a:gd name="csX16" fmla="*/ 2750 w 18966"/>
                  <a:gd name="csY16" fmla="*/ 6429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0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8"/>
                    </a:lnTo>
                    <a:lnTo>
                      <a:pt x="3000" y="22288"/>
                    </a:lnTo>
                    <a:cubicBezTo>
                      <a:pt x="2108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5"/>
                      <a:pt x="857" y="13287"/>
                    </a:cubicBezTo>
                    <a:cubicBezTo>
                      <a:pt x="1429" y="12395"/>
                      <a:pt x="2215" y="11787"/>
                      <a:pt x="3250" y="11430"/>
                    </a:cubicBezTo>
                    <a:cubicBezTo>
                      <a:pt x="1072" y="9966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6" y="3143"/>
                      <a:pt x="5108" y="3251"/>
                      <a:pt x="4572" y="3465"/>
                    </a:cubicBezTo>
                    <a:cubicBezTo>
                      <a:pt x="4036" y="3679"/>
                      <a:pt x="3572" y="4036"/>
                      <a:pt x="3250" y="4572"/>
                    </a:cubicBezTo>
                    <a:cubicBezTo>
                      <a:pt x="2929" y="5108"/>
                      <a:pt x="2750" y="5715"/>
                      <a:pt x="2750" y="6429"/>
                    </a:cubicBezTo>
                    <a:cubicBezTo>
                      <a:pt x="2750" y="7751"/>
                      <a:pt x="3179" y="8823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0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4" name="Freeform: Shape 12273">
                <a:extLst>
                  <a:ext uri="{FF2B5EF4-FFF2-40B4-BE49-F238E27FC236}">
                    <a16:creationId xmlns:a16="http://schemas.microsoft.com/office/drawing/2014/main" id="{C113B7F7-B970-C9B2-F19A-2F1C93A3B1E6}"/>
                  </a:ext>
                </a:extLst>
              </p:cNvPr>
              <p:cNvSpPr/>
              <p:nvPr/>
            </p:nvSpPr>
            <p:spPr>
              <a:xfrm>
                <a:off x="4915084" y="2525544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5" name="Freeform: Shape 12274">
                <a:extLst>
                  <a:ext uri="{FF2B5EF4-FFF2-40B4-BE49-F238E27FC236}">
                    <a16:creationId xmlns:a16="http://schemas.microsoft.com/office/drawing/2014/main" id="{1054B04E-BF3F-D092-2BBC-3C0CDDBEF418}"/>
                  </a:ext>
                </a:extLst>
              </p:cNvPr>
              <p:cNvSpPr/>
              <p:nvPr/>
            </p:nvSpPr>
            <p:spPr>
              <a:xfrm>
                <a:off x="4882397" y="2483286"/>
                <a:ext cx="57377" cy="36642"/>
              </a:xfrm>
              <a:custGeom>
                <a:avLst/>
                <a:gdLst>
                  <a:gd name="csX0" fmla="*/ 18967 w 26146"/>
                  <a:gd name="csY0" fmla="*/ 16752 h 16787"/>
                  <a:gd name="csX1" fmla="*/ 18538 w 26146"/>
                  <a:gd name="csY1" fmla="*/ 13609 h 16787"/>
                  <a:gd name="csX2" fmla="*/ 22396 w 26146"/>
                  <a:gd name="csY2" fmla="*/ 11787 h 16787"/>
                  <a:gd name="csX3" fmla="*/ 23575 w 26146"/>
                  <a:gd name="csY3" fmla="*/ 8608 h 16787"/>
                  <a:gd name="csX4" fmla="*/ 22039 w 26146"/>
                  <a:gd name="csY4" fmla="*/ 4858 h 16787"/>
                  <a:gd name="csX5" fmla="*/ 18252 w 26146"/>
                  <a:gd name="csY5" fmla="*/ 3322 h 16787"/>
                  <a:gd name="csX6" fmla="*/ 14681 w 26146"/>
                  <a:gd name="csY6" fmla="*/ 4715 h 16787"/>
                  <a:gd name="csX7" fmla="*/ 13287 w 26146"/>
                  <a:gd name="csY7" fmla="*/ 8322 h 16787"/>
                  <a:gd name="csX8" fmla="*/ 13609 w 26146"/>
                  <a:gd name="csY8" fmla="*/ 10537 h 16787"/>
                  <a:gd name="csX9" fmla="*/ 10859 w 26146"/>
                  <a:gd name="csY9" fmla="*/ 10180 h 16787"/>
                  <a:gd name="csX10" fmla="*/ 10894 w 26146"/>
                  <a:gd name="csY10" fmla="*/ 9680 h 16787"/>
                  <a:gd name="csX11" fmla="*/ 9823 w 26146"/>
                  <a:gd name="csY11" fmla="*/ 6072 h 16787"/>
                  <a:gd name="csX12" fmla="*/ 6608 w 26146"/>
                  <a:gd name="csY12" fmla="*/ 4465 h 16787"/>
                  <a:gd name="csX13" fmla="*/ 3751 w 26146"/>
                  <a:gd name="csY13" fmla="*/ 5608 h 16787"/>
                  <a:gd name="csX14" fmla="*/ 2608 w 26146"/>
                  <a:gd name="csY14" fmla="*/ 8644 h 16787"/>
                  <a:gd name="csX15" fmla="*/ 3751 w 26146"/>
                  <a:gd name="csY15" fmla="*/ 11680 h 16787"/>
                  <a:gd name="csX16" fmla="*/ 7180 w 26146"/>
                  <a:gd name="csY16" fmla="*/ 13252 h 16787"/>
                  <a:gd name="csX17" fmla="*/ 6608 w 26146"/>
                  <a:gd name="csY17" fmla="*/ 16395 h 16787"/>
                  <a:gd name="csX18" fmla="*/ 1715 w 26146"/>
                  <a:gd name="csY18" fmla="*/ 13787 h 16787"/>
                  <a:gd name="csX19" fmla="*/ 0 w 26146"/>
                  <a:gd name="csY19" fmla="*/ 8715 h 16787"/>
                  <a:gd name="csX20" fmla="*/ 893 w 26146"/>
                  <a:gd name="csY20" fmla="*/ 4858 h 16787"/>
                  <a:gd name="csX21" fmla="*/ 3358 w 26146"/>
                  <a:gd name="csY21" fmla="*/ 2179 h 16787"/>
                  <a:gd name="csX22" fmla="*/ 6644 w 26146"/>
                  <a:gd name="csY22" fmla="*/ 1250 h 16787"/>
                  <a:gd name="csX23" fmla="*/ 9644 w 26146"/>
                  <a:gd name="csY23" fmla="*/ 2143 h 16787"/>
                  <a:gd name="csX24" fmla="*/ 11823 w 26146"/>
                  <a:gd name="csY24" fmla="*/ 4786 h 16787"/>
                  <a:gd name="csX25" fmla="*/ 14002 w 26146"/>
                  <a:gd name="csY25" fmla="*/ 1250 h 16787"/>
                  <a:gd name="csX26" fmla="*/ 18145 w 26146"/>
                  <a:gd name="csY26" fmla="*/ 0 h 16787"/>
                  <a:gd name="csX27" fmla="*/ 23825 w 26146"/>
                  <a:gd name="csY27" fmla="*/ 2464 h 16787"/>
                  <a:gd name="csX28" fmla="*/ 26146 w 26146"/>
                  <a:gd name="csY28" fmla="*/ 8644 h 16787"/>
                  <a:gd name="csX29" fmla="*/ 24146 w 26146"/>
                  <a:gd name="csY29" fmla="*/ 14252 h 16787"/>
                  <a:gd name="csX30" fmla="*/ 18931 w 26146"/>
                  <a:gd name="csY30" fmla="*/ 16788 h 167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26146" h="16787">
                    <a:moveTo>
                      <a:pt x="18967" y="16752"/>
                    </a:moveTo>
                    <a:lnTo>
                      <a:pt x="18538" y="13609"/>
                    </a:lnTo>
                    <a:cubicBezTo>
                      <a:pt x="20324" y="13252"/>
                      <a:pt x="21610" y="12644"/>
                      <a:pt x="22396" y="11787"/>
                    </a:cubicBezTo>
                    <a:cubicBezTo>
                      <a:pt x="23182" y="10930"/>
                      <a:pt x="23575" y="9858"/>
                      <a:pt x="23575" y="8608"/>
                    </a:cubicBezTo>
                    <a:cubicBezTo>
                      <a:pt x="23575" y="7144"/>
                      <a:pt x="23074" y="5893"/>
                      <a:pt x="22039" y="4858"/>
                    </a:cubicBezTo>
                    <a:cubicBezTo>
                      <a:pt x="21003" y="3822"/>
                      <a:pt x="19753" y="3322"/>
                      <a:pt x="18252" y="3322"/>
                    </a:cubicBezTo>
                    <a:cubicBezTo>
                      <a:pt x="16752" y="3322"/>
                      <a:pt x="15609" y="3786"/>
                      <a:pt x="14681" y="4715"/>
                    </a:cubicBezTo>
                    <a:cubicBezTo>
                      <a:pt x="13752" y="5679"/>
                      <a:pt x="13287" y="6858"/>
                      <a:pt x="13287" y="8322"/>
                    </a:cubicBezTo>
                    <a:cubicBezTo>
                      <a:pt x="13287" y="8894"/>
                      <a:pt x="13395" y="9644"/>
                      <a:pt x="13609" y="10537"/>
                    </a:cubicBezTo>
                    <a:lnTo>
                      <a:pt x="10859" y="10180"/>
                    </a:lnTo>
                    <a:cubicBezTo>
                      <a:pt x="10859" y="9965"/>
                      <a:pt x="10894" y="9787"/>
                      <a:pt x="10894" y="9680"/>
                    </a:cubicBezTo>
                    <a:cubicBezTo>
                      <a:pt x="10894" y="8358"/>
                      <a:pt x="10537" y="7144"/>
                      <a:pt x="9823" y="6072"/>
                    </a:cubicBezTo>
                    <a:cubicBezTo>
                      <a:pt x="9108" y="5000"/>
                      <a:pt x="8037" y="4465"/>
                      <a:pt x="6608" y="4465"/>
                    </a:cubicBezTo>
                    <a:cubicBezTo>
                      <a:pt x="5465" y="4465"/>
                      <a:pt x="4501" y="4858"/>
                      <a:pt x="3751" y="5608"/>
                    </a:cubicBezTo>
                    <a:cubicBezTo>
                      <a:pt x="3000" y="6394"/>
                      <a:pt x="2608" y="7394"/>
                      <a:pt x="2608" y="8644"/>
                    </a:cubicBezTo>
                    <a:cubicBezTo>
                      <a:pt x="2608" y="9894"/>
                      <a:pt x="3000" y="10858"/>
                      <a:pt x="3751" y="11680"/>
                    </a:cubicBezTo>
                    <a:cubicBezTo>
                      <a:pt x="4501" y="12502"/>
                      <a:pt x="5679" y="13037"/>
                      <a:pt x="7180" y="13252"/>
                    </a:cubicBezTo>
                    <a:lnTo>
                      <a:pt x="6608" y="16395"/>
                    </a:lnTo>
                    <a:cubicBezTo>
                      <a:pt x="4501" y="16002"/>
                      <a:pt x="2858" y="15145"/>
                      <a:pt x="1715" y="13787"/>
                    </a:cubicBezTo>
                    <a:cubicBezTo>
                      <a:pt x="572" y="12430"/>
                      <a:pt x="0" y="10751"/>
                      <a:pt x="0" y="8715"/>
                    </a:cubicBezTo>
                    <a:cubicBezTo>
                      <a:pt x="0" y="7322"/>
                      <a:pt x="286" y="6036"/>
                      <a:pt x="893" y="4858"/>
                    </a:cubicBezTo>
                    <a:cubicBezTo>
                      <a:pt x="1500" y="3679"/>
                      <a:pt x="2322" y="2786"/>
                      <a:pt x="3358" y="2179"/>
                    </a:cubicBezTo>
                    <a:cubicBezTo>
                      <a:pt x="4394" y="1571"/>
                      <a:pt x="5501" y="1250"/>
                      <a:pt x="6644" y="1250"/>
                    </a:cubicBezTo>
                    <a:cubicBezTo>
                      <a:pt x="7787" y="1250"/>
                      <a:pt x="8751" y="1571"/>
                      <a:pt x="9644" y="2143"/>
                    </a:cubicBezTo>
                    <a:cubicBezTo>
                      <a:pt x="10573" y="2750"/>
                      <a:pt x="11287" y="3607"/>
                      <a:pt x="11823" y="4786"/>
                    </a:cubicBezTo>
                    <a:cubicBezTo>
                      <a:pt x="12180" y="3286"/>
                      <a:pt x="12895" y="2107"/>
                      <a:pt x="14002" y="1250"/>
                    </a:cubicBezTo>
                    <a:cubicBezTo>
                      <a:pt x="15109" y="429"/>
                      <a:pt x="16467" y="0"/>
                      <a:pt x="18145" y="0"/>
                    </a:cubicBezTo>
                    <a:cubicBezTo>
                      <a:pt x="20360" y="0"/>
                      <a:pt x="22253" y="821"/>
                      <a:pt x="23825" y="2464"/>
                    </a:cubicBezTo>
                    <a:cubicBezTo>
                      <a:pt x="25360" y="4072"/>
                      <a:pt x="26146" y="6144"/>
                      <a:pt x="26146" y="8644"/>
                    </a:cubicBezTo>
                    <a:cubicBezTo>
                      <a:pt x="26146" y="10894"/>
                      <a:pt x="25467" y="12751"/>
                      <a:pt x="24146" y="14252"/>
                    </a:cubicBezTo>
                    <a:cubicBezTo>
                      <a:pt x="22789" y="15716"/>
                      <a:pt x="21074" y="16573"/>
                      <a:pt x="18931" y="1678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7" name="Freeform: Shape 12276">
                <a:extLst>
                  <a:ext uri="{FF2B5EF4-FFF2-40B4-BE49-F238E27FC236}">
                    <a16:creationId xmlns:a16="http://schemas.microsoft.com/office/drawing/2014/main" id="{DC1D403B-ADF7-65D8-9EE8-91B7B2C57381}"/>
                  </a:ext>
                </a:extLst>
              </p:cNvPr>
              <p:cNvSpPr/>
              <p:nvPr/>
            </p:nvSpPr>
            <p:spPr>
              <a:xfrm>
                <a:off x="4944946" y="2609588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4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74 w 25574"/>
                  <a:gd name="csY13" fmla="*/ 17717 h 21145"/>
                  <a:gd name="csX14" fmla="*/ 22574 w 25574"/>
                  <a:gd name="csY14" fmla="*/ 12252 h 21145"/>
                  <a:gd name="csX15" fmla="*/ 22110 w 25574"/>
                  <a:gd name="csY15" fmla="*/ 8287 h 21145"/>
                  <a:gd name="csX16" fmla="*/ 20788 w 25574"/>
                  <a:gd name="csY16" fmla="*/ 6001 h 21145"/>
                  <a:gd name="csX17" fmla="*/ 17538 w 25574"/>
                  <a:gd name="csY17" fmla="*/ 4143 h 21145"/>
                  <a:gd name="csX18" fmla="*/ 12609 w 25574"/>
                  <a:gd name="csY18" fmla="*/ 3465 h 21145"/>
                  <a:gd name="csX19" fmla="*/ 6429 w 25574"/>
                  <a:gd name="csY19" fmla="*/ 4786 h 21145"/>
                  <a:gd name="csX20" fmla="*/ 3536 w 25574"/>
                  <a:gd name="csY20" fmla="*/ 7965 h 21145"/>
                  <a:gd name="csX21" fmla="*/ 3036 w 25574"/>
                  <a:gd name="csY21" fmla="*/ 12359 h 21145"/>
                  <a:gd name="csX22" fmla="*/ 3036 w 25574"/>
                  <a:gd name="csY22" fmla="*/ 17717 h 21145"/>
                  <a:gd name="csX23" fmla="*/ 22574 w 25574"/>
                  <a:gd name="csY23" fmla="*/ 17717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4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74" y="17717"/>
                    </a:moveTo>
                    <a:lnTo>
                      <a:pt x="22574" y="12252"/>
                    </a:lnTo>
                    <a:cubicBezTo>
                      <a:pt x="22574" y="10573"/>
                      <a:pt x="22431" y="9251"/>
                      <a:pt x="22110" y="8287"/>
                    </a:cubicBezTo>
                    <a:cubicBezTo>
                      <a:pt x="21788" y="7323"/>
                      <a:pt x="21360" y="6572"/>
                      <a:pt x="20788" y="6001"/>
                    </a:cubicBezTo>
                    <a:cubicBezTo>
                      <a:pt x="20002" y="5179"/>
                      <a:pt x="18895" y="4572"/>
                      <a:pt x="17538" y="4143"/>
                    </a:cubicBezTo>
                    <a:cubicBezTo>
                      <a:pt x="16180" y="3715"/>
                      <a:pt x="14538" y="3465"/>
                      <a:pt x="12609" y="3465"/>
                    </a:cubicBezTo>
                    <a:cubicBezTo>
                      <a:pt x="9930" y="3465"/>
                      <a:pt x="7894" y="3893"/>
                      <a:pt x="6429" y="4786"/>
                    </a:cubicBezTo>
                    <a:cubicBezTo>
                      <a:pt x="4965" y="5679"/>
                      <a:pt x="4036" y="6715"/>
                      <a:pt x="3536" y="7965"/>
                    </a:cubicBezTo>
                    <a:cubicBezTo>
                      <a:pt x="3179" y="8858"/>
                      <a:pt x="3036" y="10323"/>
                      <a:pt x="3036" y="12359"/>
                    </a:cubicBezTo>
                    <a:lnTo>
                      <a:pt x="3036" y="17717"/>
                    </a:lnTo>
                    <a:lnTo>
                      <a:pt x="22574" y="1771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8" name="Freeform: Shape 12277">
                <a:extLst>
                  <a:ext uri="{FF2B5EF4-FFF2-40B4-BE49-F238E27FC236}">
                    <a16:creationId xmlns:a16="http://schemas.microsoft.com/office/drawing/2014/main" id="{DD0DD591-BA34-948F-AD88-6B6D9EDDEDA0}"/>
                  </a:ext>
                </a:extLst>
              </p:cNvPr>
              <p:cNvSpPr/>
              <p:nvPr/>
            </p:nvSpPr>
            <p:spPr>
              <a:xfrm>
                <a:off x="4944946" y="2593528"/>
                <a:ext cx="56121" cy="6860"/>
              </a:xfrm>
              <a:custGeom>
                <a:avLst/>
                <a:gdLst>
                  <a:gd name="csX0" fmla="*/ 25575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5 w 25574"/>
                  <a:gd name="csY3" fmla="*/ 0 h 3143"/>
                  <a:gd name="csX4" fmla="*/ 25575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5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79" name="Freeform: Shape 12278">
                <a:extLst>
                  <a:ext uri="{FF2B5EF4-FFF2-40B4-BE49-F238E27FC236}">
                    <a16:creationId xmlns:a16="http://schemas.microsoft.com/office/drawing/2014/main" id="{43B117AA-0F7D-0E1E-FC01-66DE3F4B5B37}"/>
                  </a:ext>
                </a:extLst>
              </p:cNvPr>
              <p:cNvSpPr/>
              <p:nvPr/>
            </p:nvSpPr>
            <p:spPr>
              <a:xfrm>
                <a:off x="4977319" y="2564525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0" name="Freeform: Shape 12279">
                <a:extLst>
                  <a:ext uri="{FF2B5EF4-FFF2-40B4-BE49-F238E27FC236}">
                    <a16:creationId xmlns:a16="http://schemas.microsoft.com/office/drawing/2014/main" id="{CCF93B6A-DF6D-2F26-4DA9-054A6E2F139E}"/>
                  </a:ext>
                </a:extLst>
              </p:cNvPr>
              <p:cNvSpPr/>
              <p:nvPr/>
            </p:nvSpPr>
            <p:spPr>
              <a:xfrm>
                <a:off x="4960389" y="2524062"/>
                <a:ext cx="40681" cy="37033"/>
              </a:xfrm>
              <a:custGeom>
                <a:avLst/>
                <a:gdLst>
                  <a:gd name="csX0" fmla="*/ 18538 w 18538"/>
                  <a:gd name="csY0" fmla="*/ 9930 h 16966"/>
                  <a:gd name="csX1" fmla="*/ 0 w 18538"/>
                  <a:gd name="csY1" fmla="*/ 16966 h 16966"/>
                  <a:gd name="csX2" fmla="*/ 0 w 18538"/>
                  <a:gd name="csY2" fmla="*/ 13645 h 16966"/>
                  <a:gd name="csX3" fmla="*/ 11108 w 18538"/>
                  <a:gd name="csY3" fmla="*/ 9680 h 16966"/>
                  <a:gd name="csX4" fmla="*/ 14823 w 18538"/>
                  <a:gd name="csY4" fmla="*/ 8501 h 16966"/>
                  <a:gd name="csX5" fmla="*/ 11287 w 18538"/>
                  <a:gd name="csY5" fmla="*/ 7322 h 16966"/>
                  <a:gd name="csX6" fmla="*/ 0 w 18538"/>
                  <a:gd name="csY6" fmla="*/ 3215 h 16966"/>
                  <a:gd name="csX7" fmla="*/ 0 w 18538"/>
                  <a:gd name="csY7" fmla="*/ 0 h 16966"/>
                  <a:gd name="csX8" fmla="*/ 18538 w 18538"/>
                  <a:gd name="csY8" fmla="*/ 7001 h 16966"/>
                  <a:gd name="csX9" fmla="*/ 18538 w 18538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8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8" y="8858"/>
                      <a:pt x="14823" y="8501"/>
                    </a:cubicBezTo>
                    <a:cubicBezTo>
                      <a:pt x="13859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1" name="Freeform: Shape 12280">
                <a:extLst>
                  <a:ext uri="{FF2B5EF4-FFF2-40B4-BE49-F238E27FC236}">
                    <a16:creationId xmlns:a16="http://schemas.microsoft.com/office/drawing/2014/main" id="{AA4857A2-8AEA-8AF5-0D87-CAC7F3B4F760}"/>
                  </a:ext>
                </a:extLst>
              </p:cNvPr>
              <p:cNvSpPr/>
              <p:nvPr/>
            </p:nvSpPr>
            <p:spPr>
              <a:xfrm>
                <a:off x="4944712" y="2483831"/>
                <a:ext cx="56356" cy="36878"/>
              </a:xfrm>
              <a:custGeom>
                <a:avLst/>
                <a:gdLst>
                  <a:gd name="csX0" fmla="*/ 22682 w 25681"/>
                  <a:gd name="csY0" fmla="*/ 0 h 16895"/>
                  <a:gd name="csX1" fmla="*/ 25682 w 25681"/>
                  <a:gd name="csY1" fmla="*/ 0 h 16895"/>
                  <a:gd name="csX2" fmla="*/ 25682 w 25681"/>
                  <a:gd name="csY2" fmla="*/ 16895 h 16895"/>
                  <a:gd name="csX3" fmla="*/ 23503 w 25681"/>
                  <a:gd name="csY3" fmla="*/ 16538 h 16895"/>
                  <a:gd name="csX4" fmla="*/ 20110 w 25681"/>
                  <a:gd name="csY4" fmla="*/ 14466 h 16895"/>
                  <a:gd name="csX5" fmla="*/ 16216 w 25681"/>
                  <a:gd name="csY5" fmla="*/ 10359 h 16895"/>
                  <a:gd name="csX6" fmla="*/ 10787 w 25681"/>
                  <a:gd name="csY6" fmla="*/ 4715 h 16895"/>
                  <a:gd name="csX7" fmla="*/ 7037 w 25681"/>
                  <a:gd name="csY7" fmla="*/ 3251 h 16895"/>
                  <a:gd name="csX8" fmla="*/ 3893 w 25681"/>
                  <a:gd name="csY8" fmla="*/ 4608 h 16895"/>
                  <a:gd name="csX9" fmla="*/ 2608 w 25681"/>
                  <a:gd name="csY9" fmla="*/ 8072 h 16895"/>
                  <a:gd name="csX10" fmla="*/ 3965 w 25681"/>
                  <a:gd name="csY10" fmla="*/ 11716 h 16895"/>
                  <a:gd name="csX11" fmla="*/ 7715 w 25681"/>
                  <a:gd name="csY11" fmla="*/ 13109 h 16895"/>
                  <a:gd name="csX12" fmla="*/ 7394 w 25681"/>
                  <a:gd name="csY12" fmla="*/ 16323 h 16895"/>
                  <a:gd name="csX13" fmla="*/ 1893 w 25681"/>
                  <a:gd name="csY13" fmla="*/ 13823 h 16895"/>
                  <a:gd name="csX14" fmla="*/ 0 w 25681"/>
                  <a:gd name="csY14" fmla="*/ 8037 h 16895"/>
                  <a:gd name="csX15" fmla="*/ 2036 w 25681"/>
                  <a:gd name="csY15" fmla="*/ 2215 h 16895"/>
                  <a:gd name="csX16" fmla="*/ 7108 w 25681"/>
                  <a:gd name="csY16" fmla="*/ 72 h 16895"/>
                  <a:gd name="csX17" fmla="*/ 10108 w 25681"/>
                  <a:gd name="csY17" fmla="*/ 714 h 16895"/>
                  <a:gd name="csX18" fmla="*/ 13252 w 25681"/>
                  <a:gd name="csY18" fmla="*/ 2786 h 16895"/>
                  <a:gd name="csX19" fmla="*/ 17752 w 25681"/>
                  <a:gd name="csY19" fmla="*/ 7644 h 16895"/>
                  <a:gd name="csX20" fmla="*/ 20967 w 25681"/>
                  <a:gd name="csY20" fmla="*/ 11287 h 16895"/>
                  <a:gd name="csX21" fmla="*/ 22682 w 25681"/>
                  <a:gd name="csY21" fmla="*/ 12609 h 16895"/>
                  <a:gd name="csX22" fmla="*/ 22682 w 25681"/>
                  <a:gd name="csY22" fmla="*/ 72 h 168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25681" h="16895">
                    <a:moveTo>
                      <a:pt x="22682" y="0"/>
                    </a:moveTo>
                    <a:lnTo>
                      <a:pt x="25682" y="0"/>
                    </a:lnTo>
                    <a:lnTo>
                      <a:pt x="25682" y="16895"/>
                    </a:lnTo>
                    <a:cubicBezTo>
                      <a:pt x="24932" y="16895"/>
                      <a:pt x="24217" y="16788"/>
                      <a:pt x="23503" y="16538"/>
                    </a:cubicBezTo>
                    <a:cubicBezTo>
                      <a:pt x="22360" y="16109"/>
                      <a:pt x="21217" y="15431"/>
                      <a:pt x="20110" y="14466"/>
                    </a:cubicBezTo>
                    <a:cubicBezTo>
                      <a:pt x="19002" y="13502"/>
                      <a:pt x="17717" y="12144"/>
                      <a:pt x="16216" y="10359"/>
                    </a:cubicBezTo>
                    <a:cubicBezTo>
                      <a:pt x="13930" y="7572"/>
                      <a:pt x="12144" y="5715"/>
                      <a:pt x="10787" y="4715"/>
                    </a:cubicBezTo>
                    <a:cubicBezTo>
                      <a:pt x="9466" y="3751"/>
                      <a:pt x="8215" y="3251"/>
                      <a:pt x="7037" y="3251"/>
                    </a:cubicBezTo>
                    <a:cubicBezTo>
                      <a:pt x="5858" y="3251"/>
                      <a:pt x="4751" y="3715"/>
                      <a:pt x="3893" y="4608"/>
                    </a:cubicBezTo>
                    <a:cubicBezTo>
                      <a:pt x="3036" y="5501"/>
                      <a:pt x="2608" y="6644"/>
                      <a:pt x="2608" y="8072"/>
                    </a:cubicBezTo>
                    <a:cubicBezTo>
                      <a:pt x="2608" y="9501"/>
                      <a:pt x="3072" y="10787"/>
                      <a:pt x="3965" y="11716"/>
                    </a:cubicBezTo>
                    <a:cubicBezTo>
                      <a:pt x="4858" y="12609"/>
                      <a:pt x="6144" y="13073"/>
                      <a:pt x="7715" y="13109"/>
                    </a:cubicBezTo>
                    <a:lnTo>
                      <a:pt x="7394" y="16323"/>
                    </a:lnTo>
                    <a:cubicBezTo>
                      <a:pt x="5001" y="16109"/>
                      <a:pt x="3143" y="15288"/>
                      <a:pt x="1893" y="13823"/>
                    </a:cubicBezTo>
                    <a:cubicBezTo>
                      <a:pt x="607" y="12395"/>
                      <a:pt x="0" y="10430"/>
                      <a:pt x="0" y="8037"/>
                    </a:cubicBezTo>
                    <a:cubicBezTo>
                      <a:pt x="0" y="5644"/>
                      <a:pt x="679" y="3643"/>
                      <a:pt x="2036" y="2215"/>
                    </a:cubicBezTo>
                    <a:cubicBezTo>
                      <a:pt x="3393" y="786"/>
                      <a:pt x="5108" y="72"/>
                      <a:pt x="7108" y="72"/>
                    </a:cubicBezTo>
                    <a:cubicBezTo>
                      <a:pt x="8144" y="72"/>
                      <a:pt x="9144" y="286"/>
                      <a:pt x="10108" y="714"/>
                    </a:cubicBezTo>
                    <a:cubicBezTo>
                      <a:pt x="11108" y="1143"/>
                      <a:pt x="12144" y="1822"/>
                      <a:pt x="13252" y="2786"/>
                    </a:cubicBezTo>
                    <a:cubicBezTo>
                      <a:pt x="14323" y="3751"/>
                      <a:pt x="15859" y="5358"/>
                      <a:pt x="17752" y="7644"/>
                    </a:cubicBezTo>
                    <a:cubicBezTo>
                      <a:pt x="19360" y="9537"/>
                      <a:pt x="20395" y="10751"/>
                      <a:pt x="20967" y="11287"/>
                    </a:cubicBezTo>
                    <a:cubicBezTo>
                      <a:pt x="21539" y="11823"/>
                      <a:pt x="22110" y="12252"/>
                      <a:pt x="22682" y="12609"/>
                    </a:cubicBezTo>
                    <a:lnTo>
                      <a:pt x="22682" y="7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3" name="Freeform: Shape 12282">
                <a:extLst>
                  <a:ext uri="{FF2B5EF4-FFF2-40B4-BE49-F238E27FC236}">
                    <a16:creationId xmlns:a16="http://schemas.microsoft.com/office/drawing/2014/main" id="{E13A520F-3D93-05B6-0AD6-1C9E62661A7B}"/>
                  </a:ext>
                </a:extLst>
              </p:cNvPr>
              <p:cNvSpPr/>
              <p:nvPr/>
            </p:nvSpPr>
            <p:spPr>
              <a:xfrm>
                <a:off x="5007184" y="2527257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4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74 w 25574"/>
                  <a:gd name="csY13" fmla="*/ 17752 h 21145"/>
                  <a:gd name="csX14" fmla="*/ 22574 w 25574"/>
                  <a:gd name="csY14" fmla="*/ 12287 h 21145"/>
                  <a:gd name="csX15" fmla="*/ 22110 w 25574"/>
                  <a:gd name="csY15" fmla="*/ 8323 h 21145"/>
                  <a:gd name="csX16" fmla="*/ 20788 w 25574"/>
                  <a:gd name="csY16" fmla="*/ 6036 h 21145"/>
                  <a:gd name="csX17" fmla="*/ 17538 w 25574"/>
                  <a:gd name="csY17" fmla="*/ 4179 h 21145"/>
                  <a:gd name="csX18" fmla="*/ 12609 w 25574"/>
                  <a:gd name="csY18" fmla="*/ 3501 h 21145"/>
                  <a:gd name="csX19" fmla="*/ 6429 w 25574"/>
                  <a:gd name="csY19" fmla="*/ 4822 h 21145"/>
                  <a:gd name="csX20" fmla="*/ 3536 w 25574"/>
                  <a:gd name="csY20" fmla="*/ 8001 h 21145"/>
                  <a:gd name="csX21" fmla="*/ 3036 w 25574"/>
                  <a:gd name="csY21" fmla="*/ 12395 h 21145"/>
                  <a:gd name="csX22" fmla="*/ 3036 w 25574"/>
                  <a:gd name="csY22" fmla="*/ 17752 h 21145"/>
                  <a:gd name="csX23" fmla="*/ 22574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4" y="4751"/>
                    </a:cubicBezTo>
                    <a:cubicBezTo>
                      <a:pt x="24396" y="5608"/>
                      <a:pt x="24824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74" y="17752"/>
                    </a:moveTo>
                    <a:lnTo>
                      <a:pt x="22574" y="12287"/>
                    </a:lnTo>
                    <a:cubicBezTo>
                      <a:pt x="22574" y="10609"/>
                      <a:pt x="22431" y="9287"/>
                      <a:pt x="22110" y="8323"/>
                    </a:cubicBezTo>
                    <a:cubicBezTo>
                      <a:pt x="21788" y="7358"/>
                      <a:pt x="21360" y="6608"/>
                      <a:pt x="20788" y="6036"/>
                    </a:cubicBezTo>
                    <a:cubicBezTo>
                      <a:pt x="20002" y="5215"/>
                      <a:pt x="18895" y="4608"/>
                      <a:pt x="17538" y="4179"/>
                    </a:cubicBezTo>
                    <a:cubicBezTo>
                      <a:pt x="16180" y="3750"/>
                      <a:pt x="14538" y="3501"/>
                      <a:pt x="12609" y="3501"/>
                    </a:cubicBezTo>
                    <a:cubicBezTo>
                      <a:pt x="9930" y="3501"/>
                      <a:pt x="7894" y="3929"/>
                      <a:pt x="6429" y="4822"/>
                    </a:cubicBezTo>
                    <a:cubicBezTo>
                      <a:pt x="4965" y="5715"/>
                      <a:pt x="4036" y="6751"/>
                      <a:pt x="3536" y="8001"/>
                    </a:cubicBezTo>
                    <a:cubicBezTo>
                      <a:pt x="3179" y="8894"/>
                      <a:pt x="3036" y="10359"/>
                      <a:pt x="3036" y="12395"/>
                    </a:cubicBezTo>
                    <a:lnTo>
                      <a:pt x="3036" y="17752"/>
                    </a:lnTo>
                    <a:lnTo>
                      <a:pt x="22574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4" name="Freeform: Shape 12283">
                <a:extLst>
                  <a:ext uri="{FF2B5EF4-FFF2-40B4-BE49-F238E27FC236}">
                    <a16:creationId xmlns:a16="http://schemas.microsoft.com/office/drawing/2014/main" id="{BC88CDD3-43D5-7F8E-4C20-8484B2403CCB}"/>
                  </a:ext>
                </a:extLst>
              </p:cNvPr>
              <p:cNvSpPr/>
              <p:nvPr/>
            </p:nvSpPr>
            <p:spPr>
              <a:xfrm>
                <a:off x="5021764" y="2482816"/>
                <a:ext cx="57140" cy="35162"/>
              </a:xfrm>
              <a:custGeom>
                <a:avLst/>
                <a:gdLst>
                  <a:gd name="csX0" fmla="*/ 26039 w 26038"/>
                  <a:gd name="csY0" fmla="*/ 16073 h 16109"/>
                  <a:gd name="csX1" fmla="*/ 393 w 26038"/>
                  <a:gd name="csY1" fmla="*/ 16073 h 16109"/>
                  <a:gd name="csX2" fmla="*/ 393 w 26038"/>
                  <a:gd name="csY2" fmla="*/ 13216 h 16109"/>
                  <a:gd name="csX3" fmla="*/ 2822 w 26038"/>
                  <a:gd name="csY3" fmla="*/ 13216 h 16109"/>
                  <a:gd name="csX4" fmla="*/ 714 w 26038"/>
                  <a:gd name="csY4" fmla="*/ 10930 h 16109"/>
                  <a:gd name="csX5" fmla="*/ 0 w 26038"/>
                  <a:gd name="csY5" fmla="*/ 7858 h 16109"/>
                  <a:gd name="csX6" fmla="*/ 1214 w 26038"/>
                  <a:gd name="csY6" fmla="*/ 3679 h 16109"/>
                  <a:gd name="csX7" fmla="*/ 4643 w 26038"/>
                  <a:gd name="csY7" fmla="*/ 929 h 16109"/>
                  <a:gd name="csX8" fmla="*/ 9501 w 26038"/>
                  <a:gd name="csY8" fmla="*/ 0 h 16109"/>
                  <a:gd name="csX9" fmla="*/ 14609 w 26038"/>
                  <a:gd name="csY9" fmla="*/ 1036 h 16109"/>
                  <a:gd name="csX10" fmla="*/ 18109 w 26038"/>
                  <a:gd name="csY10" fmla="*/ 4001 h 16109"/>
                  <a:gd name="csX11" fmla="*/ 19324 w 26038"/>
                  <a:gd name="csY11" fmla="*/ 8108 h 16109"/>
                  <a:gd name="csX12" fmla="*/ 18681 w 26038"/>
                  <a:gd name="csY12" fmla="*/ 10930 h 16109"/>
                  <a:gd name="csX13" fmla="*/ 17002 w 26038"/>
                  <a:gd name="csY13" fmla="*/ 12966 h 16109"/>
                  <a:gd name="csX14" fmla="*/ 26003 w 26038"/>
                  <a:gd name="csY14" fmla="*/ 12966 h 16109"/>
                  <a:gd name="csX15" fmla="*/ 26003 w 26038"/>
                  <a:gd name="csY15" fmla="*/ 16109 h 16109"/>
                  <a:gd name="csX16" fmla="*/ 9787 w 26038"/>
                  <a:gd name="csY16" fmla="*/ 13252 h 16109"/>
                  <a:gd name="csX17" fmla="*/ 15073 w 26038"/>
                  <a:gd name="csY17" fmla="*/ 11823 h 16109"/>
                  <a:gd name="csX18" fmla="*/ 16788 w 26038"/>
                  <a:gd name="csY18" fmla="*/ 8323 h 16109"/>
                  <a:gd name="csX19" fmla="*/ 15002 w 26038"/>
                  <a:gd name="csY19" fmla="*/ 4751 h 16109"/>
                  <a:gd name="csX20" fmla="*/ 9501 w 26038"/>
                  <a:gd name="csY20" fmla="*/ 3251 h 16109"/>
                  <a:gd name="csX21" fmla="*/ 4215 w 26038"/>
                  <a:gd name="csY21" fmla="*/ 4715 h 16109"/>
                  <a:gd name="csX22" fmla="*/ 2465 w 26038"/>
                  <a:gd name="csY22" fmla="*/ 8180 h 16109"/>
                  <a:gd name="csX23" fmla="*/ 4322 w 26038"/>
                  <a:gd name="csY23" fmla="*/ 11752 h 16109"/>
                  <a:gd name="csX24" fmla="*/ 9787 w 26038"/>
                  <a:gd name="csY24" fmla="*/ 13287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8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4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4"/>
                      <a:pt x="1214" y="3679"/>
                    </a:cubicBezTo>
                    <a:cubicBezTo>
                      <a:pt x="2036" y="2465"/>
                      <a:pt x="3179" y="1572"/>
                      <a:pt x="4643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4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09" y="4001"/>
                    </a:cubicBezTo>
                    <a:cubicBezTo>
                      <a:pt x="18931" y="5287"/>
                      <a:pt x="19324" y="6680"/>
                      <a:pt x="19324" y="8108"/>
                    </a:cubicBezTo>
                    <a:cubicBezTo>
                      <a:pt x="19324" y="9144"/>
                      <a:pt x="19109" y="10073"/>
                      <a:pt x="18681" y="10930"/>
                    </a:cubicBezTo>
                    <a:cubicBezTo>
                      <a:pt x="18252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87" y="13252"/>
                    </a:moveTo>
                    <a:cubicBezTo>
                      <a:pt x="12180" y="13252"/>
                      <a:pt x="13930" y="12787"/>
                      <a:pt x="15073" y="11823"/>
                    </a:cubicBezTo>
                    <a:cubicBezTo>
                      <a:pt x="16216" y="10859"/>
                      <a:pt x="16788" y="9680"/>
                      <a:pt x="16788" y="8323"/>
                    </a:cubicBezTo>
                    <a:cubicBezTo>
                      <a:pt x="16788" y="6965"/>
                      <a:pt x="16216" y="5751"/>
                      <a:pt x="15002" y="4751"/>
                    </a:cubicBezTo>
                    <a:cubicBezTo>
                      <a:pt x="13823" y="3751"/>
                      <a:pt x="12001" y="3251"/>
                      <a:pt x="9501" y="3251"/>
                    </a:cubicBezTo>
                    <a:cubicBezTo>
                      <a:pt x="7001" y="3251"/>
                      <a:pt x="5358" y="3751"/>
                      <a:pt x="4215" y="4715"/>
                    </a:cubicBezTo>
                    <a:cubicBezTo>
                      <a:pt x="3036" y="5679"/>
                      <a:pt x="2465" y="6858"/>
                      <a:pt x="2465" y="8180"/>
                    </a:cubicBezTo>
                    <a:cubicBezTo>
                      <a:pt x="2465" y="9501"/>
                      <a:pt x="3108" y="10716"/>
                      <a:pt x="4322" y="11752"/>
                    </a:cubicBezTo>
                    <a:cubicBezTo>
                      <a:pt x="5572" y="12787"/>
                      <a:pt x="7394" y="13287"/>
                      <a:pt x="9787" y="1328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6" name="Freeform: Shape 12285">
                <a:extLst>
                  <a:ext uri="{FF2B5EF4-FFF2-40B4-BE49-F238E27FC236}">
                    <a16:creationId xmlns:a16="http://schemas.microsoft.com/office/drawing/2014/main" id="{B64D7E72-DD7E-08F1-F3C4-E390A52D9425}"/>
                  </a:ext>
                </a:extLst>
              </p:cNvPr>
              <p:cNvSpPr/>
              <p:nvPr/>
            </p:nvSpPr>
            <p:spPr>
              <a:xfrm>
                <a:off x="5069498" y="2620504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7" name="Freeform: Shape 12286">
                <a:extLst>
                  <a:ext uri="{FF2B5EF4-FFF2-40B4-BE49-F238E27FC236}">
                    <a16:creationId xmlns:a16="http://schemas.microsoft.com/office/drawing/2014/main" id="{E72CAC98-6725-DC78-69BF-A1994675B1AB}"/>
                  </a:ext>
                </a:extLst>
              </p:cNvPr>
              <p:cNvSpPr/>
              <p:nvPr/>
            </p:nvSpPr>
            <p:spPr>
              <a:xfrm>
                <a:off x="5069498" y="2573490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8" name="Freeform: Shape 12287">
                <a:extLst>
                  <a:ext uri="{FF2B5EF4-FFF2-40B4-BE49-F238E27FC236}">
                    <a16:creationId xmlns:a16="http://schemas.microsoft.com/office/drawing/2014/main" id="{EC472CE2-E990-9F00-DFD6-A4FCB3F7C905}"/>
                  </a:ext>
                </a:extLst>
              </p:cNvPr>
              <p:cNvSpPr/>
              <p:nvPr/>
            </p:nvSpPr>
            <p:spPr>
              <a:xfrm>
                <a:off x="5069577" y="2524686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89" name="Freeform: Shape 12288">
                <a:extLst>
                  <a:ext uri="{FF2B5EF4-FFF2-40B4-BE49-F238E27FC236}">
                    <a16:creationId xmlns:a16="http://schemas.microsoft.com/office/drawing/2014/main" id="{D4907863-5D18-5628-8426-E92A8A564E15}"/>
                  </a:ext>
                </a:extLst>
              </p:cNvPr>
              <p:cNvSpPr/>
              <p:nvPr/>
            </p:nvSpPr>
            <p:spPr>
              <a:xfrm>
                <a:off x="5069498" y="2485235"/>
                <a:ext cx="57063" cy="35160"/>
              </a:xfrm>
              <a:custGeom>
                <a:avLst/>
                <a:gdLst>
                  <a:gd name="csX0" fmla="*/ 25575 w 26003"/>
                  <a:gd name="csY0" fmla="*/ 2964 h 16108"/>
                  <a:gd name="csX1" fmla="*/ 23253 w 26003"/>
                  <a:gd name="csY1" fmla="*/ 2964 h 16108"/>
                  <a:gd name="csX2" fmla="*/ 26003 w 26003"/>
                  <a:gd name="csY2" fmla="*/ 8144 h 16108"/>
                  <a:gd name="csX3" fmla="*/ 24789 w 26003"/>
                  <a:gd name="csY3" fmla="*/ 12216 h 16108"/>
                  <a:gd name="csX4" fmla="*/ 21360 w 26003"/>
                  <a:gd name="csY4" fmla="*/ 15073 h 16108"/>
                  <a:gd name="csX5" fmla="*/ 16323 w 26003"/>
                  <a:gd name="csY5" fmla="*/ 16109 h 16108"/>
                  <a:gd name="csX6" fmla="*/ 11287 w 26003"/>
                  <a:gd name="csY6" fmla="*/ 15180 h 16108"/>
                  <a:gd name="csX7" fmla="*/ 7822 w 26003"/>
                  <a:gd name="csY7" fmla="*/ 12394 h 16108"/>
                  <a:gd name="csX8" fmla="*/ 6608 w 26003"/>
                  <a:gd name="csY8" fmla="*/ 8251 h 16108"/>
                  <a:gd name="csX9" fmla="*/ 7323 w 26003"/>
                  <a:gd name="csY9" fmla="*/ 5251 h 16108"/>
                  <a:gd name="csX10" fmla="*/ 9180 w 26003"/>
                  <a:gd name="csY10" fmla="*/ 3143 h 16108"/>
                  <a:gd name="csX11" fmla="*/ 0 w 26003"/>
                  <a:gd name="csY11" fmla="*/ 3143 h 16108"/>
                  <a:gd name="csX12" fmla="*/ 0 w 26003"/>
                  <a:gd name="csY12" fmla="*/ 0 h 16108"/>
                  <a:gd name="csX13" fmla="*/ 25575 w 26003"/>
                  <a:gd name="csY13" fmla="*/ 0 h 16108"/>
                  <a:gd name="csX14" fmla="*/ 25575 w 26003"/>
                  <a:gd name="csY14" fmla="*/ 2929 h 16108"/>
                  <a:gd name="csX15" fmla="*/ 16323 w 26003"/>
                  <a:gd name="csY15" fmla="*/ 12894 h 16108"/>
                  <a:gd name="csX16" fmla="*/ 21646 w 26003"/>
                  <a:gd name="csY16" fmla="*/ 11394 h 16108"/>
                  <a:gd name="csX17" fmla="*/ 23396 w 26003"/>
                  <a:gd name="csY17" fmla="*/ 7858 h 16108"/>
                  <a:gd name="csX18" fmla="*/ 21717 w 26003"/>
                  <a:gd name="csY18" fmla="*/ 4358 h 16108"/>
                  <a:gd name="csX19" fmla="*/ 16574 w 26003"/>
                  <a:gd name="csY19" fmla="*/ 2929 h 16108"/>
                  <a:gd name="csX20" fmla="*/ 11001 w 26003"/>
                  <a:gd name="csY20" fmla="*/ 4393 h 16108"/>
                  <a:gd name="csX21" fmla="*/ 9215 w 26003"/>
                  <a:gd name="csY21" fmla="*/ 8001 h 16108"/>
                  <a:gd name="csX22" fmla="*/ 10930 w 26003"/>
                  <a:gd name="csY22" fmla="*/ 11501 h 16108"/>
                  <a:gd name="csX23" fmla="*/ 16323 w 26003"/>
                  <a:gd name="csY23" fmla="*/ 12894 h 16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8">
                    <a:moveTo>
                      <a:pt x="25575" y="2964"/>
                    </a:moveTo>
                    <a:lnTo>
                      <a:pt x="23253" y="2964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1" y="10965"/>
                      <a:pt x="24789" y="12216"/>
                    </a:cubicBezTo>
                    <a:cubicBezTo>
                      <a:pt x="23967" y="13466"/>
                      <a:pt x="22824" y="14430"/>
                      <a:pt x="21360" y="15073"/>
                    </a:cubicBezTo>
                    <a:cubicBezTo>
                      <a:pt x="19895" y="15752"/>
                      <a:pt x="18217" y="16109"/>
                      <a:pt x="16323" y="16109"/>
                    </a:cubicBezTo>
                    <a:cubicBezTo>
                      <a:pt x="14431" y="16109"/>
                      <a:pt x="12787" y="15788"/>
                      <a:pt x="11287" y="15180"/>
                    </a:cubicBezTo>
                    <a:cubicBezTo>
                      <a:pt x="9787" y="14573"/>
                      <a:pt x="8608" y="13644"/>
                      <a:pt x="7822" y="12394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3" y="5251"/>
                    </a:cubicBezTo>
                    <a:cubicBezTo>
                      <a:pt x="7787" y="4393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23" y="12894"/>
                    </a:moveTo>
                    <a:cubicBezTo>
                      <a:pt x="18681" y="12894"/>
                      <a:pt x="20467" y="12394"/>
                      <a:pt x="21646" y="11394"/>
                    </a:cubicBezTo>
                    <a:cubicBezTo>
                      <a:pt x="22824" y="10394"/>
                      <a:pt x="23396" y="9215"/>
                      <a:pt x="23396" y="7858"/>
                    </a:cubicBezTo>
                    <a:cubicBezTo>
                      <a:pt x="23396" y="6501"/>
                      <a:pt x="22824" y="5322"/>
                      <a:pt x="21717" y="4358"/>
                    </a:cubicBezTo>
                    <a:cubicBezTo>
                      <a:pt x="20610" y="3393"/>
                      <a:pt x="18895" y="2929"/>
                      <a:pt x="16574" y="2929"/>
                    </a:cubicBezTo>
                    <a:cubicBezTo>
                      <a:pt x="14038" y="2929"/>
                      <a:pt x="12180" y="3429"/>
                      <a:pt x="11001" y="4393"/>
                    </a:cubicBezTo>
                    <a:cubicBezTo>
                      <a:pt x="9823" y="5358"/>
                      <a:pt x="9215" y="6572"/>
                      <a:pt x="9215" y="8001"/>
                    </a:cubicBezTo>
                    <a:cubicBezTo>
                      <a:pt x="9215" y="9430"/>
                      <a:pt x="9787" y="10573"/>
                      <a:pt x="10930" y="11501"/>
                    </a:cubicBezTo>
                    <a:cubicBezTo>
                      <a:pt x="12073" y="12430"/>
                      <a:pt x="13859" y="12894"/>
                      <a:pt x="16323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1" name="Freeform: Shape 12290">
                <a:extLst>
                  <a:ext uri="{FF2B5EF4-FFF2-40B4-BE49-F238E27FC236}">
                    <a16:creationId xmlns:a16="http://schemas.microsoft.com/office/drawing/2014/main" id="{337FE10E-F58D-6F30-B697-5FFA850A9C43}"/>
                  </a:ext>
                </a:extLst>
              </p:cNvPr>
              <p:cNvSpPr/>
              <p:nvPr/>
            </p:nvSpPr>
            <p:spPr>
              <a:xfrm>
                <a:off x="5131736" y="2616060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2" name="Freeform: Shape 12291">
                <a:extLst>
                  <a:ext uri="{FF2B5EF4-FFF2-40B4-BE49-F238E27FC236}">
                    <a16:creationId xmlns:a16="http://schemas.microsoft.com/office/drawing/2014/main" id="{C4BE2E9D-998D-2F4E-60D5-0C24CF563AA6}"/>
                  </a:ext>
                </a:extLst>
              </p:cNvPr>
              <p:cNvSpPr/>
              <p:nvPr/>
            </p:nvSpPr>
            <p:spPr>
              <a:xfrm>
                <a:off x="5131736" y="2569124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3" name="Freeform: Shape 12292">
                <a:extLst>
                  <a:ext uri="{FF2B5EF4-FFF2-40B4-BE49-F238E27FC236}">
                    <a16:creationId xmlns:a16="http://schemas.microsoft.com/office/drawing/2014/main" id="{FEB54EEF-E340-8243-428B-28A1E52ED091}"/>
                  </a:ext>
                </a:extLst>
              </p:cNvPr>
              <p:cNvSpPr/>
              <p:nvPr/>
            </p:nvSpPr>
            <p:spPr>
              <a:xfrm>
                <a:off x="5131815" y="2520318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4" name="Freeform: Shape 12293">
                <a:extLst>
                  <a:ext uri="{FF2B5EF4-FFF2-40B4-BE49-F238E27FC236}">
                    <a16:creationId xmlns:a16="http://schemas.microsoft.com/office/drawing/2014/main" id="{F6E823FA-5E57-F208-DC70-C2EDC7F75E0D}"/>
                  </a:ext>
                </a:extLst>
              </p:cNvPr>
              <p:cNvSpPr/>
              <p:nvPr/>
            </p:nvSpPr>
            <p:spPr>
              <a:xfrm>
                <a:off x="5147178" y="2480634"/>
                <a:ext cx="40679" cy="37033"/>
              </a:xfrm>
              <a:custGeom>
                <a:avLst/>
                <a:gdLst>
                  <a:gd name="csX0" fmla="*/ 18538 w 18537"/>
                  <a:gd name="csY0" fmla="*/ 9930 h 16966"/>
                  <a:gd name="csX1" fmla="*/ 0 w 18537"/>
                  <a:gd name="csY1" fmla="*/ 16966 h 16966"/>
                  <a:gd name="csX2" fmla="*/ 0 w 18537"/>
                  <a:gd name="csY2" fmla="*/ 13645 h 16966"/>
                  <a:gd name="csX3" fmla="*/ 11108 w 18537"/>
                  <a:gd name="csY3" fmla="*/ 9680 h 16966"/>
                  <a:gd name="csX4" fmla="*/ 14823 w 18537"/>
                  <a:gd name="csY4" fmla="*/ 8501 h 16966"/>
                  <a:gd name="csX5" fmla="*/ 11287 w 18537"/>
                  <a:gd name="csY5" fmla="*/ 7322 h 16966"/>
                  <a:gd name="csX6" fmla="*/ 0 w 18537"/>
                  <a:gd name="csY6" fmla="*/ 3215 h 16966"/>
                  <a:gd name="csX7" fmla="*/ 0 w 18537"/>
                  <a:gd name="csY7" fmla="*/ 0 h 16966"/>
                  <a:gd name="csX8" fmla="*/ 18538 w 18537"/>
                  <a:gd name="csY8" fmla="*/ 7001 h 16966"/>
                  <a:gd name="csX9" fmla="*/ 18538 w 18537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7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8" y="8858"/>
                      <a:pt x="14823" y="8501"/>
                    </a:cubicBezTo>
                    <a:cubicBezTo>
                      <a:pt x="13859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6" name="Freeform: Shape 12295">
                <a:extLst>
                  <a:ext uri="{FF2B5EF4-FFF2-40B4-BE49-F238E27FC236}">
                    <a16:creationId xmlns:a16="http://schemas.microsoft.com/office/drawing/2014/main" id="{8CADA12F-CA06-7758-BA52-5D64756B5574}"/>
                  </a:ext>
                </a:extLst>
              </p:cNvPr>
              <p:cNvSpPr/>
              <p:nvPr/>
            </p:nvSpPr>
            <p:spPr>
              <a:xfrm>
                <a:off x="5208474" y="2522112"/>
                <a:ext cx="42641" cy="37111"/>
              </a:xfrm>
              <a:custGeom>
                <a:avLst/>
                <a:gdLst>
                  <a:gd name="csX0" fmla="*/ 16717 w 19431"/>
                  <a:gd name="csY0" fmla="*/ 3858 h 17002"/>
                  <a:gd name="csX1" fmla="*/ 18824 w 19431"/>
                  <a:gd name="csY1" fmla="*/ 7215 h 17002"/>
                  <a:gd name="csX2" fmla="*/ 19431 w 19431"/>
                  <a:gd name="csY2" fmla="*/ 10680 h 17002"/>
                  <a:gd name="csX3" fmla="*/ 17931 w 19431"/>
                  <a:gd name="csY3" fmla="*/ 15359 h 17002"/>
                  <a:gd name="csX4" fmla="*/ 14109 w 19431"/>
                  <a:gd name="csY4" fmla="*/ 17002 h 17002"/>
                  <a:gd name="csX5" fmla="*/ 11609 w 19431"/>
                  <a:gd name="csY5" fmla="*/ 16395 h 17002"/>
                  <a:gd name="csX6" fmla="*/ 9787 w 19431"/>
                  <a:gd name="csY6" fmla="*/ 14788 h 17002"/>
                  <a:gd name="csX7" fmla="*/ 8751 w 19431"/>
                  <a:gd name="csY7" fmla="*/ 12537 h 17002"/>
                  <a:gd name="csX8" fmla="*/ 8287 w 19431"/>
                  <a:gd name="csY8" fmla="*/ 9751 h 17002"/>
                  <a:gd name="csX9" fmla="*/ 7215 w 19431"/>
                  <a:gd name="csY9" fmla="*/ 4143 h 17002"/>
                  <a:gd name="csX10" fmla="*/ 6394 w 19431"/>
                  <a:gd name="csY10" fmla="*/ 4143 h 17002"/>
                  <a:gd name="csX11" fmla="*/ 3679 w 19431"/>
                  <a:gd name="csY11" fmla="*/ 5036 h 17002"/>
                  <a:gd name="csX12" fmla="*/ 2608 w 19431"/>
                  <a:gd name="csY12" fmla="*/ 8608 h 17002"/>
                  <a:gd name="csX13" fmla="*/ 3358 w 19431"/>
                  <a:gd name="csY13" fmla="*/ 11894 h 17002"/>
                  <a:gd name="csX14" fmla="*/ 6108 w 19431"/>
                  <a:gd name="csY14" fmla="*/ 13466 h 17002"/>
                  <a:gd name="csX15" fmla="*/ 5680 w 19431"/>
                  <a:gd name="csY15" fmla="*/ 16538 h 17002"/>
                  <a:gd name="csX16" fmla="*/ 2501 w 19431"/>
                  <a:gd name="csY16" fmla="*/ 15145 h 17002"/>
                  <a:gd name="csX17" fmla="*/ 643 w 19431"/>
                  <a:gd name="csY17" fmla="*/ 12359 h 17002"/>
                  <a:gd name="csX18" fmla="*/ 0 w 19431"/>
                  <a:gd name="csY18" fmla="*/ 8144 h 17002"/>
                  <a:gd name="csX19" fmla="*/ 572 w 19431"/>
                  <a:gd name="csY19" fmla="*/ 4286 h 17002"/>
                  <a:gd name="csX20" fmla="*/ 1965 w 19431"/>
                  <a:gd name="csY20" fmla="*/ 2107 h 17002"/>
                  <a:gd name="csX21" fmla="*/ 4108 w 19431"/>
                  <a:gd name="csY21" fmla="*/ 1143 h 17002"/>
                  <a:gd name="csX22" fmla="*/ 7001 w 19431"/>
                  <a:gd name="csY22" fmla="*/ 964 h 17002"/>
                  <a:gd name="csX23" fmla="*/ 11180 w 19431"/>
                  <a:gd name="csY23" fmla="*/ 964 h 17002"/>
                  <a:gd name="csX24" fmla="*/ 16717 w 19431"/>
                  <a:gd name="csY24" fmla="*/ 786 h 17002"/>
                  <a:gd name="csX25" fmla="*/ 18931 w 19431"/>
                  <a:gd name="csY25" fmla="*/ 0 h 17002"/>
                  <a:gd name="csX26" fmla="*/ 18931 w 19431"/>
                  <a:gd name="csY26" fmla="*/ 3286 h 17002"/>
                  <a:gd name="csX27" fmla="*/ 16645 w 19431"/>
                  <a:gd name="csY27" fmla="*/ 3929 h 17002"/>
                  <a:gd name="csX28" fmla="*/ 9716 w 19431"/>
                  <a:gd name="csY28" fmla="*/ 4143 h 17002"/>
                  <a:gd name="csX29" fmla="*/ 10894 w 19431"/>
                  <a:gd name="csY29" fmla="*/ 9251 h 17002"/>
                  <a:gd name="csX30" fmla="*/ 11538 w 19431"/>
                  <a:gd name="csY30" fmla="*/ 12001 h 17002"/>
                  <a:gd name="csX31" fmla="*/ 12573 w 19431"/>
                  <a:gd name="csY31" fmla="*/ 13252 h 17002"/>
                  <a:gd name="csX32" fmla="*/ 14073 w 19431"/>
                  <a:gd name="csY32" fmla="*/ 13680 h 17002"/>
                  <a:gd name="csX33" fmla="*/ 16181 w 19431"/>
                  <a:gd name="csY33" fmla="*/ 12716 h 17002"/>
                  <a:gd name="csX34" fmla="*/ 17002 w 19431"/>
                  <a:gd name="csY34" fmla="*/ 9930 h 17002"/>
                  <a:gd name="csX35" fmla="*/ 16216 w 19431"/>
                  <a:gd name="csY35" fmla="*/ 6715 h 17002"/>
                  <a:gd name="csX36" fmla="*/ 14038 w 19431"/>
                  <a:gd name="csY36" fmla="*/ 4643 h 17002"/>
                  <a:gd name="csX37" fmla="*/ 10894 w 19431"/>
                  <a:gd name="csY37" fmla="*/ 4143 h 17002"/>
                  <a:gd name="csX38" fmla="*/ 9752 w 19431"/>
                  <a:gd name="csY38" fmla="*/ 4143 h 17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</a:cxnLst>
                <a:rect l="l" t="t" r="r" b="b"/>
                <a:pathLst>
                  <a:path w="19431" h="17002">
                    <a:moveTo>
                      <a:pt x="16717" y="3858"/>
                    </a:moveTo>
                    <a:cubicBezTo>
                      <a:pt x="17717" y="5000"/>
                      <a:pt x="18395" y="6144"/>
                      <a:pt x="18824" y="7215"/>
                    </a:cubicBezTo>
                    <a:cubicBezTo>
                      <a:pt x="19217" y="8287"/>
                      <a:pt x="19431" y="9430"/>
                      <a:pt x="19431" y="10680"/>
                    </a:cubicBezTo>
                    <a:cubicBezTo>
                      <a:pt x="19431" y="12716"/>
                      <a:pt x="18931" y="14288"/>
                      <a:pt x="17931" y="15359"/>
                    </a:cubicBezTo>
                    <a:cubicBezTo>
                      <a:pt x="16931" y="16431"/>
                      <a:pt x="15681" y="17002"/>
                      <a:pt x="14109" y="17002"/>
                    </a:cubicBezTo>
                    <a:cubicBezTo>
                      <a:pt x="13216" y="17002"/>
                      <a:pt x="12395" y="16823"/>
                      <a:pt x="11609" y="16395"/>
                    </a:cubicBezTo>
                    <a:cubicBezTo>
                      <a:pt x="10859" y="16002"/>
                      <a:pt x="10251" y="15431"/>
                      <a:pt x="9787" y="14788"/>
                    </a:cubicBezTo>
                    <a:cubicBezTo>
                      <a:pt x="9358" y="14109"/>
                      <a:pt x="9001" y="13359"/>
                      <a:pt x="8751" y="12537"/>
                    </a:cubicBezTo>
                    <a:cubicBezTo>
                      <a:pt x="8573" y="11930"/>
                      <a:pt x="8430" y="11001"/>
                      <a:pt x="8287" y="9751"/>
                    </a:cubicBezTo>
                    <a:cubicBezTo>
                      <a:pt x="7966" y="7215"/>
                      <a:pt x="7644" y="5358"/>
                      <a:pt x="7215" y="4143"/>
                    </a:cubicBezTo>
                    <a:cubicBezTo>
                      <a:pt x="6787" y="4143"/>
                      <a:pt x="6501" y="4143"/>
                      <a:pt x="6394" y="4143"/>
                    </a:cubicBezTo>
                    <a:cubicBezTo>
                      <a:pt x="5108" y="4143"/>
                      <a:pt x="4215" y="4465"/>
                      <a:pt x="3679" y="5036"/>
                    </a:cubicBezTo>
                    <a:cubicBezTo>
                      <a:pt x="2965" y="5858"/>
                      <a:pt x="2608" y="7036"/>
                      <a:pt x="2608" y="8608"/>
                    </a:cubicBezTo>
                    <a:cubicBezTo>
                      <a:pt x="2608" y="10073"/>
                      <a:pt x="2858" y="11180"/>
                      <a:pt x="3358" y="11894"/>
                    </a:cubicBezTo>
                    <a:cubicBezTo>
                      <a:pt x="3858" y="12609"/>
                      <a:pt x="4787" y="13109"/>
                      <a:pt x="6108" y="13466"/>
                    </a:cubicBezTo>
                    <a:lnTo>
                      <a:pt x="5680" y="16538"/>
                    </a:lnTo>
                    <a:cubicBezTo>
                      <a:pt x="4358" y="16252"/>
                      <a:pt x="3322" y="15788"/>
                      <a:pt x="2501" y="15145"/>
                    </a:cubicBezTo>
                    <a:cubicBezTo>
                      <a:pt x="1679" y="14502"/>
                      <a:pt x="1072" y="13573"/>
                      <a:pt x="643" y="12359"/>
                    </a:cubicBezTo>
                    <a:cubicBezTo>
                      <a:pt x="215" y="11144"/>
                      <a:pt x="0" y="9751"/>
                      <a:pt x="0" y="8144"/>
                    </a:cubicBezTo>
                    <a:cubicBezTo>
                      <a:pt x="0" y="6537"/>
                      <a:pt x="179" y="5286"/>
                      <a:pt x="572" y="4286"/>
                    </a:cubicBezTo>
                    <a:cubicBezTo>
                      <a:pt x="964" y="3286"/>
                      <a:pt x="1429" y="2572"/>
                      <a:pt x="1965" y="2107"/>
                    </a:cubicBezTo>
                    <a:cubicBezTo>
                      <a:pt x="2536" y="1643"/>
                      <a:pt x="3251" y="1322"/>
                      <a:pt x="4108" y="1143"/>
                    </a:cubicBezTo>
                    <a:cubicBezTo>
                      <a:pt x="4644" y="1036"/>
                      <a:pt x="5608" y="964"/>
                      <a:pt x="7001" y="964"/>
                    </a:cubicBezTo>
                    <a:lnTo>
                      <a:pt x="11180" y="964"/>
                    </a:lnTo>
                    <a:cubicBezTo>
                      <a:pt x="14109" y="964"/>
                      <a:pt x="15931" y="893"/>
                      <a:pt x="16717" y="786"/>
                    </a:cubicBezTo>
                    <a:cubicBezTo>
                      <a:pt x="17467" y="643"/>
                      <a:pt x="18217" y="393"/>
                      <a:pt x="18931" y="0"/>
                    </a:cubicBezTo>
                    <a:lnTo>
                      <a:pt x="18931" y="3286"/>
                    </a:lnTo>
                    <a:cubicBezTo>
                      <a:pt x="18288" y="3608"/>
                      <a:pt x="17538" y="3822"/>
                      <a:pt x="16645" y="3929"/>
                    </a:cubicBezTo>
                    <a:moveTo>
                      <a:pt x="9716" y="4143"/>
                    </a:moveTo>
                    <a:cubicBezTo>
                      <a:pt x="10180" y="5286"/>
                      <a:pt x="10573" y="7001"/>
                      <a:pt x="10894" y="9251"/>
                    </a:cubicBezTo>
                    <a:cubicBezTo>
                      <a:pt x="11073" y="10537"/>
                      <a:pt x="11287" y="11466"/>
                      <a:pt x="11538" y="12001"/>
                    </a:cubicBezTo>
                    <a:cubicBezTo>
                      <a:pt x="11752" y="12537"/>
                      <a:pt x="12109" y="12966"/>
                      <a:pt x="12573" y="13252"/>
                    </a:cubicBezTo>
                    <a:cubicBezTo>
                      <a:pt x="13037" y="13537"/>
                      <a:pt x="13538" y="13680"/>
                      <a:pt x="14073" y="13680"/>
                    </a:cubicBezTo>
                    <a:cubicBezTo>
                      <a:pt x="14895" y="13680"/>
                      <a:pt x="15609" y="13359"/>
                      <a:pt x="16181" y="12716"/>
                    </a:cubicBezTo>
                    <a:cubicBezTo>
                      <a:pt x="16752" y="12073"/>
                      <a:pt x="17002" y="11180"/>
                      <a:pt x="17002" y="9930"/>
                    </a:cubicBezTo>
                    <a:cubicBezTo>
                      <a:pt x="17002" y="8680"/>
                      <a:pt x="16752" y="7644"/>
                      <a:pt x="16216" y="6715"/>
                    </a:cubicBezTo>
                    <a:cubicBezTo>
                      <a:pt x="15681" y="5751"/>
                      <a:pt x="14966" y="5072"/>
                      <a:pt x="14038" y="4643"/>
                    </a:cubicBezTo>
                    <a:cubicBezTo>
                      <a:pt x="13323" y="4322"/>
                      <a:pt x="12287" y="4143"/>
                      <a:pt x="10894" y="4143"/>
                    </a:cubicBezTo>
                    <a:lnTo>
                      <a:pt x="9752" y="4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7" name="Freeform: Shape 12296">
                <a:extLst>
                  <a:ext uri="{FF2B5EF4-FFF2-40B4-BE49-F238E27FC236}">
                    <a16:creationId xmlns:a16="http://schemas.microsoft.com/office/drawing/2014/main" id="{B4114E62-A4F7-76C0-9BE8-E02B9BC9B546}"/>
                  </a:ext>
                </a:extLst>
              </p:cNvPr>
              <p:cNvSpPr/>
              <p:nvPr/>
            </p:nvSpPr>
            <p:spPr>
              <a:xfrm>
                <a:off x="5208395" y="2480479"/>
                <a:ext cx="42641" cy="35162"/>
              </a:xfrm>
              <a:custGeom>
                <a:avLst/>
                <a:gdLst>
                  <a:gd name="csX0" fmla="*/ 12252 w 19431"/>
                  <a:gd name="csY0" fmla="*/ 3072 h 16109"/>
                  <a:gd name="csX1" fmla="*/ 12645 w 19431"/>
                  <a:gd name="csY1" fmla="*/ 0 h 16109"/>
                  <a:gd name="csX2" fmla="*/ 17645 w 19431"/>
                  <a:gd name="csY2" fmla="*/ 2572 h 16109"/>
                  <a:gd name="csX3" fmla="*/ 19431 w 19431"/>
                  <a:gd name="csY3" fmla="*/ 7680 h 16109"/>
                  <a:gd name="csX4" fmla="*/ 16931 w 19431"/>
                  <a:gd name="csY4" fmla="*/ 13788 h 16109"/>
                  <a:gd name="csX5" fmla="*/ 9787 w 19431"/>
                  <a:gd name="csY5" fmla="*/ 16109 h 16109"/>
                  <a:gd name="csX6" fmla="*/ 4536 w 19431"/>
                  <a:gd name="csY6" fmla="*/ 15109 h 16109"/>
                  <a:gd name="csX7" fmla="*/ 1143 w 19431"/>
                  <a:gd name="csY7" fmla="*/ 12073 h 16109"/>
                  <a:gd name="csX8" fmla="*/ 0 w 19431"/>
                  <a:gd name="csY8" fmla="*/ 7644 h 16109"/>
                  <a:gd name="csX9" fmla="*/ 1536 w 19431"/>
                  <a:gd name="csY9" fmla="*/ 2715 h 16109"/>
                  <a:gd name="csX10" fmla="*/ 5858 w 19431"/>
                  <a:gd name="csY10" fmla="*/ 250 h 16109"/>
                  <a:gd name="csX11" fmla="*/ 6322 w 19431"/>
                  <a:gd name="csY11" fmla="*/ 3322 h 16109"/>
                  <a:gd name="csX12" fmla="*/ 3501 w 19431"/>
                  <a:gd name="csY12" fmla="*/ 4858 h 16109"/>
                  <a:gd name="csX13" fmla="*/ 2572 w 19431"/>
                  <a:gd name="csY13" fmla="*/ 7537 h 16109"/>
                  <a:gd name="csX14" fmla="*/ 4251 w 19431"/>
                  <a:gd name="csY14" fmla="*/ 11394 h 16109"/>
                  <a:gd name="csX15" fmla="*/ 9644 w 19431"/>
                  <a:gd name="csY15" fmla="*/ 12895 h 16109"/>
                  <a:gd name="csX16" fmla="*/ 15074 w 19431"/>
                  <a:gd name="csY16" fmla="*/ 11466 h 16109"/>
                  <a:gd name="csX17" fmla="*/ 16752 w 19431"/>
                  <a:gd name="csY17" fmla="*/ 7751 h 16109"/>
                  <a:gd name="csX18" fmla="*/ 15610 w 19431"/>
                  <a:gd name="csY18" fmla="*/ 4679 h 16109"/>
                  <a:gd name="csX19" fmla="*/ 12109 w 19431"/>
                  <a:gd name="csY19" fmla="*/ 3108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19431" h="16109">
                    <a:moveTo>
                      <a:pt x="12252" y="3072"/>
                    </a:moveTo>
                    <a:lnTo>
                      <a:pt x="12645" y="0"/>
                    </a:lnTo>
                    <a:cubicBezTo>
                      <a:pt x="14752" y="322"/>
                      <a:pt x="16431" y="1215"/>
                      <a:pt x="17645" y="2572"/>
                    </a:cubicBezTo>
                    <a:cubicBezTo>
                      <a:pt x="18860" y="3965"/>
                      <a:pt x="19431" y="5679"/>
                      <a:pt x="19431" y="7680"/>
                    </a:cubicBezTo>
                    <a:cubicBezTo>
                      <a:pt x="19431" y="10216"/>
                      <a:pt x="18610" y="12252"/>
                      <a:pt x="16931" y="13788"/>
                    </a:cubicBezTo>
                    <a:cubicBezTo>
                      <a:pt x="15288" y="15323"/>
                      <a:pt x="12895" y="16109"/>
                      <a:pt x="9787" y="16109"/>
                    </a:cubicBezTo>
                    <a:cubicBezTo>
                      <a:pt x="7787" y="16109"/>
                      <a:pt x="6037" y="15788"/>
                      <a:pt x="4536" y="15109"/>
                    </a:cubicBezTo>
                    <a:cubicBezTo>
                      <a:pt x="3036" y="14431"/>
                      <a:pt x="1929" y="13430"/>
                      <a:pt x="1143" y="12073"/>
                    </a:cubicBezTo>
                    <a:cubicBezTo>
                      <a:pt x="393" y="10716"/>
                      <a:pt x="0" y="9251"/>
                      <a:pt x="0" y="7644"/>
                    </a:cubicBezTo>
                    <a:cubicBezTo>
                      <a:pt x="0" y="5644"/>
                      <a:pt x="500" y="4000"/>
                      <a:pt x="1536" y="2715"/>
                    </a:cubicBezTo>
                    <a:cubicBezTo>
                      <a:pt x="2572" y="1429"/>
                      <a:pt x="4001" y="607"/>
                      <a:pt x="5858" y="250"/>
                    </a:cubicBezTo>
                    <a:lnTo>
                      <a:pt x="6322" y="3322"/>
                    </a:lnTo>
                    <a:cubicBezTo>
                      <a:pt x="5072" y="3608"/>
                      <a:pt x="4143" y="4108"/>
                      <a:pt x="3501" y="4858"/>
                    </a:cubicBezTo>
                    <a:cubicBezTo>
                      <a:pt x="2858" y="5608"/>
                      <a:pt x="2572" y="6501"/>
                      <a:pt x="2572" y="7537"/>
                    </a:cubicBezTo>
                    <a:cubicBezTo>
                      <a:pt x="2572" y="9144"/>
                      <a:pt x="3143" y="10394"/>
                      <a:pt x="4251" y="11394"/>
                    </a:cubicBezTo>
                    <a:cubicBezTo>
                      <a:pt x="5394" y="12395"/>
                      <a:pt x="7180" y="12895"/>
                      <a:pt x="9644" y="12895"/>
                    </a:cubicBezTo>
                    <a:cubicBezTo>
                      <a:pt x="12109" y="12895"/>
                      <a:pt x="13930" y="12430"/>
                      <a:pt x="15074" y="11466"/>
                    </a:cubicBezTo>
                    <a:cubicBezTo>
                      <a:pt x="16216" y="10501"/>
                      <a:pt x="16752" y="9287"/>
                      <a:pt x="16752" y="7751"/>
                    </a:cubicBezTo>
                    <a:cubicBezTo>
                      <a:pt x="16752" y="6501"/>
                      <a:pt x="16359" y="5501"/>
                      <a:pt x="15610" y="4679"/>
                    </a:cubicBezTo>
                    <a:cubicBezTo>
                      <a:pt x="14859" y="3858"/>
                      <a:pt x="13681" y="3322"/>
                      <a:pt x="12109" y="310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299" name="Freeform: Shape 12298">
                <a:extLst>
                  <a:ext uri="{FF2B5EF4-FFF2-40B4-BE49-F238E27FC236}">
                    <a16:creationId xmlns:a16="http://schemas.microsoft.com/office/drawing/2014/main" id="{ED22FF17-540E-8DFE-AAE6-1F1439E4663C}"/>
                  </a:ext>
                </a:extLst>
              </p:cNvPr>
              <p:cNvSpPr/>
              <p:nvPr/>
            </p:nvSpPr>
            <p:spPr>
              <a:xfrm>
                <a:off x="5256366" y="2564680"/>
                <a:ext cx="56121" cy="7406"/>
              </a:xfrm>
              <a:custGeom>
                <a:avLst/>
                <a:gdLst>
                  <a:gd name="csX0" fmla="*/ 25574 w 25574"/>
                  <a:gd name="csY0" fmla="*/ 3393 h 3393"/>
                  <a:gd name="csX1" fmla="*/ 0 w 25574"/>
                  <a:gd name="csY1" fmla="*/ 3393 h 3393"/>
                  <a:gd name="csX2" fmla="*/ 0 w 25574"/>
                  <a:gd name="csY2" fmla="*/ 0 h 3393"/>
                  <a:gd name="csX3" fmla="*/ 25574 w 25574"/>
                  <a:gd name="csY3" fmla="*/ 0 h 3393"/>
                  <a:gd name="csX4" fmla="*/ 25574 w 25574"/>
                  <a:gd name="csY4" fmla="*/ 3393 h 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393">
                    <a:moveTo>
                      <a:pt x="25574" y="3393"/>
                    </a:moveTo>
                    <a:lnTo>
                      <a:pt x="0" y="3393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39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0" name="Freeform: Shape 12299">
                <a:extLst>
                  <a:ext uri="{FF2B5EF4-FFF2-40B4-BE49-F238E27FC236}">
                    <a16:creationId xmlns:a16="http://schemas.microsoft.com/office/drawing/2014/main" id="{424D9632-5937-95AC-A6A9-1F24E8415937}"/>
                  </a:ext>
                </a:extLst>
              </p:cNvPr>
              <p:cNvSpPr/>
              <p:nvPr/>
            </p:nvSpPr>
            <p:spPr>
              <a:xfrm>
                <a:off x="5256366" y="2545891"/>
                <a:ext cx="56121" cy="6860"/>
              </a:xfrm>
              <a:custGeom>
                <a:avLst/>
                <a:gdLst>
                  <a:gd name="csX0" fmla="*/ 25574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4 w 25574"/>
                  <a:gd name="csY3" fmla="*/ 0 h 3143"/>
                  <a:gd name="csX4" fmla="*/ 25574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4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1" name="Freeform: Shape 12300">
                <a:extLst>
                  <a:ext uri="{FF2B5EF4-FFF2-40B4-BE49-F238E27FC236}">
                    <a16:creationId xmlns:a16="http://schemas.microsoft.com/office/drawing/2014/main" id="{9191C8CA-B0A2-0FBB-56E5-F51A10B9C8E2}"/>
                  </a:ext>
                </a:extLst>
              </p:cNvPr>
              <p:cNvSpPr/>
              <p:nvPr/>
            </p:nvSpPr>
            <p:spPr>
              <a:xfrm>
                <a:off x="5256366" y="2528584"/>
                <a:ext cx="56121" cy="6860"/>
              </a:xfrm>
              <a:custGeom>
                <a:avLst/>
                <a:gdLst>
                  <a:gd name="csX0" fmla="*/ 25574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4 w 25574"/>
                  <a:gd name="csY3" fmla="*/ 0 h 3143"/>
                  <a:gd name="csX4" fmla="*/ 25574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4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2" name="Freeform: Shape 12301">
                <a:extLst>
                  <a:ext uri="{FF2B5EF4-FFF2-40B4-BE49-F238E27FC236}">
                    <a16:creationId xmlns:a16="http://schemas.microsoft.com/office/drawing/2014/main" id="{5DE220CD-06B8-D00F-8E27-96DC87E823D5}"/>
                  </a:ext>
                </a:extLst>
              </p:cNvPr>
              <p:cNvSpPr/>
              <p:nvPr/>
            </p:nvSpPr>
            <p:spPr>
              <a:xfrm>
                <a:off x="5270867" y="2485078"/>
                <a:ext cx="41620" cy="32822"/>
              </a:xfrm>
              <a:custGeom>
                <a:avLst/>
                <a:gdLst>
                  <a:gd name="csX0" fmla="*/ 18966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6 w 18966"/>
                  <a:gd name="csY9" fmla="*/ 0 h 15037"/>
                  <a:gd name="csX10" fmla="*/ 18966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6 w 18966"/>
                  <a:gd name="csY17" fmla="*/ 11894 h 15037"/>
                  <a:gd name="csX18" fmla="*/ 18966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6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1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6" y="0"/>
                    </a:lnTo>
                    <a:lnTo>
                      <a:pt x="18966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4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6" y="11894"/>
                    </a:lnTo>
                    <a:lnTo>
                      <a:pt x="18966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4" name="Freeform: Shape 12303">
                <a:extLst>
                  <a:ext uri="{FF2B5EF4-FFF2-40B4-BE49-F238E27FC236}">
                    <a16:creationId xmlns:a16="http://schemas.microsoft.com/office/drawing/2014/main" id="{F84DB36F-3396-6C4B-0A2A-0F777F520EC0}"/>
                  </a:ext>
                </a:extLst>
              </p:cNvPr>
              <p:cNvSpPr/>
              <p:nvPr/>
            </p:nvSpPr>
            <p:spPr>
              <a:xfrm>
                <a:off x="5318604" y="2672430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1 h 20145"/>
                  <a:gd name="csX4" fmla="*/ 0 w 25574"/>
                  <a:gd name="csY4" fmla="*/ 3251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1"/>
                    </a:lnTo>
                    <a:lnTo>
                      <a:pt x="0" y="3251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5" name="Freeform: Shape 12304">
                <a:extLst>
                  <a:ext uri="{FF2B5EF4-FFF2-40B4-BE49-F238E27FC236}">
                    <a16:creationId xmlns:a16="http://schemas.microsoft.com/office/drawing/2014/main" id="{462CCBB3-954F-969B-71E4-0EFFF78078CB}"/>
                  </a:ext>
                </a:extLst>
              </p:cNvPr>
              <p:cNvSpPr/>
              <p:nvPr/>
            </p:nvSpPr>
            <p:spPr>
              <a:xfrm>
                <a:off x="5318604" y="2613877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8 h 21145"/>
                  <a:gd name="csX8" fmla="*/ 21503 w 25574"/>
                  <a:gd name="csY8" fmla="*/ 2429 h 21145"/>
                  <a:gd name="csX9" fmla="*/ 23825 w 25574"/>
                  <a:gd name="csY9" fmla="*/ 4750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74 w 25574"/>
                  <a:gd name="csY13" fmla="*/ 17752 h 21145"/>
                  <a:gd name="csX14" fmla="*/ 22574 w 25574"/>
                  <a:gd name="csY14" fmla="*/ 12287 h 21145"/>
                  <a:gd name="csX15" fmla="*/ 22110 w 25574"/>
                  <a:gd name="csY15" fmla="*/ 8322 h 21145"/>
                  <a:gd name="csX16" fmla="*/ 20788 w 25574"/>
                  <a:gd name="csY16" fmla="*/ 6036 h 21145"/>
                  <a:gd name="csX17" fmla="*/ 17538 w 25574"/>
                  <a:gd name="csY17" fmla="*/ 4179 h 21145"/>
                  <a:gd name="csX18" fmla="*/ 12609 w 25574"/>
                  <a:gd name="csY18" fmla="*/ 3500 h 21145"/>
                  <a:gd name="csX19" fmla="*/ 6430 w 25574"/>
                  <a:gd name="csY19" fmla="*/ 4822 h 21145"/>
                  <a:gd name="csX20" fmla="*/ 3536 w 25574"/>
                  <a:gd name="csY20" fmla="*/ 8001 h 21145"/>
                  <a:gd name="csX21" fmla="*/ 3036 w 25574"/>
                  <a:gd name="csY21" fmla="*/ 12394 h 21145"/>
                  <a:gd name="csX22" fmla="*/ 3036 w 25574"/>
                  <a:gd name="csY22" fmla="*/ 17752 h 21145"/>
                  <a:gd name="csX23" fmla="*/ 22574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8"/>
                      <a:pt x="107" y="8822"/>
                      <a:pt x="357" y="7787"/>
                    </a:cubicBezTo>
                    <a:cubicBezTo>
                      <a:pt x="678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1"/>
                      <a:pt x="10323" y="0"/>
                      <a:pt x="12609" y="0"/>
                    </a:cubicBezTo>
                    <a:cubicBezTo>
                      <a:pt x="14537" y="0"/>
                      <a:pt x="16252" y="214"/>
                      <a:pt x="17788" y="678"/>
                    </a:cubicBezTo>
                    <a:cubicBezTo>
                      <a:pt x="19288" y="1143"/>
                      <a:pt x="20538" y="1714"/>
                      <a:pt x="21503" y="2429"/>
                    </a:cubicBezTo>
                    <a:cubicBezTo>
                      <a:pt x="22467" y="3143"/>
                      <a:pt x="23253" y="3929"/>
                      <a:pt x="23825" y="4750"/>
                    </a:cubicBezTo>
                    <a:cubicBezTo>
                      <a:pt x="24396" y="5608"/>
                      <a:pt x="24824" y="6608"/>
                      <a:pt x="25110" y="7822"/>
                    </a:cubicBezTo>
                    <a:cubicBezTo>
                      <a:pt x="25396" y="9001"/>
                      <a:pt x="25539" y="10358"/>
                      <a:pt x="25539" y="11930"/>
                    </a:cubicBezTo>
                    <a:lnTo>
                      <a:pt x="25539" y="21145"/>
                    </a:lnTo>
                    <a:moveTo>
                      <a:pt x="22574" y="17752"/>
                    </a:moveTo>
                    <a:lnTo>
                      <a:pt x="22574" y="12287"/>
                    </a:lnTo>
                    <a:cubicBezTo>
                      <a:pt x="22574" y="10608"/>
                      <a:pt x="22431" y="9287"/>
                      <a:pt x="22110" y="8322"/>
                    </a:cubicBezTo>
                    <a:cubicBezTo>
                      <a:pt x="21788" y="7358"/>
                      <a:pt x="21360" y="6608"/>
                      <a:pt x="20788" y="6036"/>
                    </a:cubicBezTo>
                    <a:cubicBezTo>
                      <a:pt x="20002" y="5215"/>
                      <a:pt x="18895" y="4608"/>
                      <a:pt x="17538" y="4179"/>
                    </a:cubicBezTo>
                    <a:cubicBezTo>
                      <a:pt x="16181" y="3750"/>
                      <a:pt x="14537" y="3500"/>
                      <a:pt x="12609" y="3500"/>
                    </a:cubicBezTo>
                    <a:cubicBezTo>
                      <a:pt x="9930" y="3500"/>
                      <a:pt x="7894" y="3929"/>
                      <a:pt x="6430" y="4822"/>
                    </a:cubicBezTo>
                    <a:cubicBezTo>
                      <a:pt x="4965" y="5715"/>
                      <a:pt x="4036" y="6751"/>
                      <a:pt x="3536" y="8001"/>
                    </a:cubicBezTo>
                    <a:cubicBezTo>
                      <a:pt x="3179" y="8894"/>
                      <a:pt x="3036" y="10358"/>
                      <a:pt x="3036" y="12394"/>
                    </a:cubicBezTo>
                    <a:lnTo>
                      <a:pt x="3036" y="17752"/>
                    </a:lnTo>
                    <a:lnTo>
                      <a:pt x="22574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6" name="Freeform: Shape 12305">
                <a:extLst>
                  <a:ext uri="{FF2B5EF4-FFF2-40B4-BE49-F238E27FC236}">
                    <a16:creationId xmlns:a16="http://schemas.microsoft.com/office/drawing/2014/main" id="{0669CDCC-050A-6F9C-5104-1B3F93199505}"/>
                  </a:ext>
                </a:extLst>
              </p:cNvPr>
              <p:cNvSpPr/>
              <p:nvPr/>
            </p:nvSpPr>
            <p:spPr>
              <a:xfrm>
                <a:off x="5318604" y="2595010"/>
                <a:ext cx="56121" cy="7406"/>
              </a:xfrm>
              <a:custGeom>
                <a:avLst/>
                <a:gdLst>
                  <a:gd name="csX0" fmla="*/ 25575 w 25574"/>
                  <a:gd name="csY0" fmla="*/ 3393 h 3393"/>
                  <a:gd name="csX1" fmla="*/ 0 w 25574"/>
                  <a:gd name="csY1" fmla="*/ 3393 h 3393"/>
                  <a:gd name="csX2" fmla="*/ 0 w 25574"/>
                  <a:gd name="csY2" fmla="*/ 0 h 3393"/>
                  <a:gd name="csX3" fmla="*/ 25575 w 25574"/>
                  <a:gd name="csY3" fmla="*/ 0 h 3393"/>
                  <a:gd name="csX4" fmla="*/ 25575 w 25574"/>
                  <a:gd name="csY4" fmla="*/ 3393 h 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393">
                    <a:moveTo>
                      <a:pt x="25575" y="3393"/>
                    </a:moveTo>
                    <a:lnTo>
                      <a:pt x="0" y="339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39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7" name="Freeform: Shape 12306">
                <a:extLst>
                  <a:ext uri="{FF2B5EF4-FFF2-40B4-BE49-F238E27FC236}">
                    <a16:creationId xmlns:a16="http://schemas.microsoft.com/office/drawing/2014/main" id="{220F830A-7F17-DBC8-88D1-14FACAFA1CBE}"/>
                  </a:ext>
                </a:extLst>
              </p:cNvPr>
              <p:cNvSpPr/>
              <p:nvPr/>
            </p:nvSpPr>
            <p:spPr>
              <a:xfrm>
                <a:off x="5318604" y="2547450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08" name="Freeform: Shape 12307">
                <a:extLst>
                  <a:ext uri="{FF2B5EF4-FFF2-40B4-BE49-F238E27FC236}">
                    <a16:creationId xmlns:a16="http://schemas.microsoft.com/office/drawing/2014/main" id="{E9DA2950-9C10-AFC4-17D5-E37E31794F12}"/>
                  </a:ext>
                </a:extLst>
              </p:cNvPr>
              <p:cNvSpPr/>
              <p:nvPr/>
            </p:nvSpPr>
            <p:spPr>
              <a:xfrm>
                <a:off x="5333182" y="2484766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9 h 25110"/>
                  <a:gd name="csX3" fmla="*/ 3000 w 18966"/>
                  <a:gd name="csY3" fmla="*/ 22289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1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1 w 18966"/>
                  <a:gd name="csY15" fmla="*/ 4572 h 25110"/>
                  <a:gd name="csX16" fmla="*/ 2750 w 18966"/>
                  <a:gd name="csY16" fmla="*/ 6430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1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9"/>
                    </a:lnTo>
                    <a:lnTo>
                      <a:pt x="3000" y="22289"/>
                    </a:lnTo>
                    <a:cubicBezTo>
                      <a:pt x="2107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5"/>
                      <a:pt x="857" y="13287"/>
                    </a:cubicBezTo>
                    <a:cubicBezTo>
                      <a:pt x="1429" y="12395"/>
                      <a:pt x="2215" y="11787"/>
                      <a:pt x="3251" y="11430"/>
                    </a:cubicBezTo>
                    <a:cubicBezTo>
                      <a:pt x="1072" y="9966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7" y="3143"/>
                      <a:pt x="5108" y="3251"/>
                      <a:pt x="4572" y="3465"/>
                    </a:cubicBezTo>
                    <a:cubicBezTo>
                      <a:pt x="4036" y="3679"/>
                      <a:pt x="3572" y="4036"/>
                      <a:pt x="3251" y="4572"/>
                    </a:cubicBezTo>
                    <a:cubicBezTo>
                      <a:pt x="2929" y="5108"/>
                      <a:pt x="2750" y="5715"/>
                      <a:pt x="2750" y="6430"/>
                    </a:cubicBezTo>
                    <a:cubicBezTo>
                      <a:pt x="2750" y="7751"/>
                      <a:pt x="3179" y="8823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1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0" name="Freeform: Shape 12309">
                <a:extLst>
                  <a:ext uri="{FF2B5EF4-FFF2-40B4-BE49-F238E27FC236}">
                    <a16:creationId xmlns:a16="http://schemas.microsoft.com/office/drawing/2014/main" id="{EE5646A7-24E4-F70B-1C08-DF1CF680D3BF}"/>
                  </a:ext>
                </a:extLst>
              </p:cNvPr>
              <p:cNvSpPr/>
              <p:nvPr/>
            </p:nvSpPr>
            <p:spPr>
              <a:xfrm>
                <a:off x="5380918" y="2533729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1" name="Freeform: Shape 12310">
                <a:extLst>
                  <a:ext uri="{FF2B5EF4-FFF2-40B4-BE49-F238E27FC236}">
                    <a16:creationId xmlns:a16="http://schemas.microsoft.com/office/drawing/2014/main" id="{E35DB274-92E5-8D86-58AF-974D84378B02}"/>
                  </a:ext>
                </a:extLst>
              </p:cNvPr>
              <p:cNvSpPr/>
              <p:nvPr/>
            </p:nvSpPr>
            <p:spPr>
              <a:xfrm>
                <a:off x="5380997" y="2481336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1 w 25538"/>
                  <a:gd name="csY1" fmla="*/ 11823 h 20252"/>
                  <a:gd name="csX2" fmla="*/ 3001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1 w 25538"/>
                  <a:gd name="csY5" fmla="*/ 0 h 20252"/>
                  <a:gd name="csX6" fmla="*/ 3001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1" y="11823"/>
                    </a:lnTo>
                    <a:lnTo>
                      <a:pt x="3001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1" y="0"/>
                    </a:lnTo>
                    <a:lnTo>
                      <a:pt x="3001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3" name="Freeform: Shape 12312">
                <a:extLst>
                  <a:ext uri="{FF2B5EF4-FFF2-40B4-BE49-F238E27FC236}">
                    <a16:creationId xmlns:a16="http://schemas.microsoft.com/office/drawing/2014/main" id="{53A99732-786B-FC54-E6F4-E804D880F7A6}"/>
                  </a:ext>
                </a:extLst>
              </p:cNvPr>
              <p:cNvSpPr/>
              <p:nvPr/>
            </p:nvSpPr>
            <p:spPr>
              <a:xfrm>
                <a:off x="5443156" y="2497552"/>
                <a:ext cx="56121" cy="51144"/>
              </a:xfrm>
              <a:custGeom>
                <a:avLst/>
                <a:gdLst>
                  <a:gd name="csX0" fmla="*/ 25575 w 25574"/>
                  <a:gd name="csY0" fmla="*/ 13538 h 23431"/>
                  <a:gd name="csX1" fmla="*/ 0 w 25574"/>
                  <a:gd name="csY1" fmla="*/ 23431 h 23431"/>
                  <a:gd name="csX2" fmla="*/ 0 w 25574"/>
                  <a:gd name="csY2" fmla="*/ 19753 h 23431"/>
                  <a:gd name="csX3" fmla="*/ 18574 w 25574"/>
                  <a:gd name="csY3" fmla="*/ 13109 h 23431"/>
                  <a:gd name="csX4" fmla="*/ 22753 w 25574"/>
                  <a:gd name="csY4" fmla="*/ 11752 h 23431"/>
                  <a:gd name="csX5" fmla="*/ 18574 w 25574"/>
                  <a:gd name="csY5" fmla="*/ 10359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8"/>
                    </a:moveTo>
                    <a:lnTo>
                      <a:pt x="0" y="23431"/>
                    </a:lnTo>
                    <a:lnTo>
                      <a:pt x="0" y="19753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2"/>
                    </a:cubicBezTo>
                    <a:cubicBezTo>
                      <a:pt x="21360" y="11359"/>
                      <a:pt x="19967" y="10894"/>
                      <a:pt x="18574" y="10359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4" name="Freeform: Shape 12313">
                <a:extLst>
                  <a:ext uri="{FF2B5EF4-FFF2-40B4-BE49-F238E27FC236}">
                    <a16:creationId xmlns:a16="http://schemas.microsoft.com/office/drawing/2014/main" id="{02950353-BA34-A72E-7B24-4B45D3670EF5}"/>
                  </a:ext>
                </a:extLst>
              </p:cNvPr>
              <p:cNvSpPr/>
              <p:nvPr/>
            </p:nvSpPr>
            <p:spPr>
              <a:xfrm>
                <a:off x="5443156" y="2485001"/>
                <a:ext cx="56121" cy="6860"/>
              </a:xfrm>
              <a:custGeom>
                <a:avLst/>
                <a:gdLst>
                  <a:gd name="csX0" fmla="*/ 3608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3608 w 25574"/>
                  <a:gd name="csY3" fmla="*/ 0 h 3143"/>
                  <a:gd name="csX4" fmla="*/ 3608 w 25574"/>
                  <a:gd name="csY4" fmla="*/ 3143 h 3143"/>
                  <a:gd name="csX5" fmla="*/ 25575 w 25574"/>
                  <a:gd name="csY5" fmla="*/ 3143 h 3143"/>
                  <a:gd name="csX6" fmla="*/ 7036 w 25574"/>
                  <a:gd name="csY6" fmla="*/ 3143 h 3143"/>
                  <a:gd name="csX7" fmla="*/ 7036 w 25574"/>
                  <a:gd name="csY7" fmla="*/ 0 h 3143"/>
                  <a:gd name="csX8" fmla="*/ 25575 w 25574"/>
                  <a:gd name="csY8" fmla="*/ 0 h 3143"/>
                  <a:gd name="csX9" fmla="*/ 25575 w 25574"/>
                  <a:gd name="csY9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3143">
                    <a:moveTo>
                      <a:pt x="3608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3608" y="0"/>
                    </a:lnTo>
                    <a:lnTo>
                      <a:pt x="3608" y="3143"/>
                    </a:lnTo>
                    <a:moveTo>
                      <a:pt x="25575" y="3143"/>
                    </a:moveTo>
                    <a:lnTo>
                      <a:pt x="7036" y="3143"/>
                    </a:lnTo>
                    <a:lnTo>
                      <a:pt x="7036" y="0"/>
                    </a:lnTo>
                    <a:lnTo>
                      <a:pt x="25575" y="0"/>
                    </a:lnTo>
                    <a:lnTo>
                      <a:pt x="25575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6" name="Freeform: Shape 12315">
                <a:extLst>
                  <a:ext uri="{FF2B5EF4-FFF2-40B4-BE49-F238E27FC236}">
                    <a16:creationId xmlns:a16="http://schemas.microsoft.com/office/drawing/2014/main" id="{04E9C639-844C-6D27-A249-54CC80DC861C}"/>
                  </a:ext>
                </a:extLst>
              </p:cNvPr>
              <p:cNvSpPr/>
              <p:nvPr/>
            </p:nvSpPr>
            <p:spPr>
              <a:xfrm>
                <a:off x="5505391" y="2523594"/>
                <a:ext cx="56121" cy="51144"/>
              </a:xfrm>
              <a:custGeom>
                <a:avLst/>
                <a:gdLst>
                  <a:gd name="csX0" fmla="*/ 25575 w 25574"/>
                  <a:gd name="csY0" fmla="*/ 13537 h 23431"/>
                  <a:gd name="csX1" fmla="*/ 0 w 25574"/>
                  <a:gd name="csY1" fmla="*/ 23431 h 23431"/>
                  <a:gd name="csX2" fmla="*/ 0 w 25574"/>
                  <a:gd name="csY2" fmla="*/ 19752 h 23431"/>
                  <a:gd name="csX3" fmla="*/ 18574 w 25574"/>
                  <a:gd name="csY3" fmla="*/ 13109 h 23431"/>
                  <a:gd name="csX4" fmla="*/ 22753 w 25574"/>
                  <a:gd name="csY4" fmla="*/ 11751 h 23431"/>
                  <a:gd name="csX5" fmla="*/ 18574 w 25574"/>
                  <a:gd name="csY5" fmla="*/ 10358 h 23431"/>
                  <a:gd name="csX6" fmla="*/ 0 w 25574"/>
                  <a:gd name="csY6" fmla="*/ 3465 h 23431"/>
                  <a:gd name="csX7" fmla="*/ 0 w 25574"/>
                  <a:gd name="csY7" fmla="*/ 0 h 23431"/>
                  <a:gd name="csX8" fmla="*/ 25575 w 25574"/>
                  <a:gd name="csY8" fmla="*/ 10001 h 23431"/>
                  <a:gd name="csX9" fmla="*/ 25575 w 25574"/>
                  <a:gd name="csY9" fmla="*/ 13466 h 23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574" h="23431">
                    <a:moveTo>
                      <a:pt x="25575" y="13537"/>
                    </a:moveTo>
                    <a:lnTo>
                      <a:pt x="0" y="23431"/>
                    </a:lnTo>
                    <a:lnTo>
                      <a:pt x="0" y="19752"/>
                    </a:lnTo>
                    <a:lnTo>
                      <a:pt x="18574" y="13109"/>
                    </a:lnTo>
                    <a:cubicBezTo>
                      <a:pt x="20038" y="12573"/>
                      <a:pt x="21431" y="12144"/>
                      <a:pt x="22753" y="11751"/>
                    </a:cubicBezTo>
                    <a:cubicBezTo>
                      <a:pt x="21360" y="11359"/>
                      <a:pt x="19967" y="10894"/>
                      <a:pt x="18574" y="10358"/>
                    </a:cubicBezTo>
                    <a:lnTo>
                      <a:pt x="0" y="3465"/>
                    </a:lnTo>
                    <a:lnTo>
                      <a:pt x="0" y="0"/>
                    </a:lnTo>
                    <a:lnTo>
                      <a:pt x="25575" y="10001"/>
                    </a:lnTo>
                    <a:lnTo>
                      <a:pt x="25575" y="134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7" name="Freeform: Shape 12316">
                <a:extLst>
                  <a:ext uri="{FF2B5EF4-FFF2-40B4-BE49-F238E27FC236}">
                    <a16:creationId xmlns:a16="http://schemas.microsoft.com/office/drawing/2014/main" id="{1A251C3A-251E-80FD-DDCD-86F9B46E17A8}"/>
                  </a:ext>
                </a:extLst>
              </p:cNvPr>
              <p:cNvSpPr/>
              <p:nvPr/>
            </p:nvSpPr>
            <p:spPr>
              <a:xfrm>
                <a:off x="5519971" y="2482895"/>
                <a:ext cx="57142" cy="35162"/>
              </a:xfrm>
              <a:custGeom>
                <a:avLst/>
                <a:gdLst>
                  <a:gd name="csX0" fmla="*/ 26039 w 26039"/>
                  <a:gd name="csY0" fmla="*/ 16073 h 16109"/>
                  <a:gd name="csX1" fmla="*/ 393 w 26039"/>
                  <a:gd name="csY1" fmla="*/ 16073 h 16109"/>
                  <a:gd name="csX2" fmla="*/ 393 w 26039"/>
                  <a:gd name="csY2" fmla="*/ 13216 h 16109"/>
                  <a:gd name="csX3" fmla="*/ 2822 w 26039"/>
                  <a:gd name="csY3" fmla="*/ 13216 h 16109"/>
                  <a:gd name="csX4" fmla="*/ 715 w 26039"/>
                  <a:gd name="csY4" fmla="*/ 10930 h 16109"/>
                  <a:gd name="csX5" fmla="*/ 0 w 26039"/>
                  <a:gd name="csY5" fmla="*/ 7858 h 16109"/>
                  <a:gd name="csX6" fmla="*/ 1215 w 26039"/>
                  <a:gd name="csY6" fmla="*/ 3679 h 16109"/>
                  <a:gd name="csX7" fmla="*/ 4644 w 26039"/>
                  <a:gd name="csY7" fmla="*/ 929 h 16109"/>
                  <a:gd name="csX8" fmla="*/ 9501 w 26039"/>
                  <a:gd name="csY8" fmla="*/ 0 h 16109"/>
                  <a:gd name="csX9" fmla="*/ 14609 w 26039"/>
                  <a:gd name="csY9" fmla="*/ 1036 h 16109"/>
                  <a:gd name="csX10" fmla="*/ 18110 w 26039"/>
                  <a:gd name="csY10" fmla="*/ 4000 h 16109"/>
                  <a:gd name="csX11" fmla="*/ 19324 w 26039"/>
                  <a:gd name="csY11" fmla="*/ 8108 h 16109"/>
                  <a:gd name="csX12" fmla="*/ 18681 w 26039"/>
                  <a:gd name="csY12" fmla="*/ 10930 h 16109"/>
                  <a:gd name="csX13" fmla="*/ 17002 w 26039"/>
                  <a:gd name="csY13" fmla="*/ 12966 h 16109"/>
                  <a:gd name="csX14" fmla="*/ 26003 w 26039"/>
                  <a:gd name="csY14" fmla="*/ 12966 h 16109"/>
                  <a:gd name="csX15" fmla="*/ 26003 w 26039"/>
                  <a:gd name="csY15" fmla="*/ 16109 h 16109"/>
                  <a:gd name="csX16" fmla="*/ 9787 w 26039"/>
                  <a:gd name="csY16" fmla="*/ 13216 h 16109"/>
                  <a:gd name="csX17" fmla="*/ 15074 w 26039"/>
                  <a:gd name="csY17" fmla="*/ 11787 h 16109"/>
                  <a:gd name="csX18" fmla="*/ 16788 w 26039"/>
                  <a:gd name="csY18" fmla="*/ 8287 h 16109"/>
                  <a:gd name="csX19" fmla="*/ 15002 w 26039"/>
                  <a:gd name="csY19" fmla="*/ 4715 h 16109"/>
                  <a:gd name="csX20" fmla="*/ 9501 w 26039"/>
                  <a:gd name="csY20" fmla="*/ 3215 h 16109"/>
                  <a:gd name="csX21" fmla="*/ 4215 w 26039"/>
                  <a:gd name="csY21" fmla="*/ 4679 h 16109"/>
                  <a:gd name="csX22" fmla="*/ 2465 w 26039"/>
                  <a:gd name="csY22" fmla="*/ 8144 h 16109"/>
                  <a:gd name="csX23" fmla="*/ 4322 w 26039"/>
                  <a:gd name="csY23" fmla="*/ 11716 h 16109"/>
                  <a:gd name="csX24" fmla="*/ 9787 w 26039"/>
                  <a:gd name="csY24" fmla="*/ 13252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26039" h="16109">
                    <a:moveTo>
                      <a:pt x="26039" y="16073"/>
                    </a:moveTo>
                    <a:lnTo>
                      <a:pt x="393" y="16073"/>
                    </a:lnTo>
                    <a:lnTo>
                      <a:pt x="393" y="13216"/>
                    </a:lnTo>
                    <a:lnTo>
                      <a:pt x="2822" y="13216"/>
                    </a:lnTo>
                    <a:cubicBezTo>
                      <a:pt x="1893" y="12537"/>
                      <a:pt x="1179" y="11787"/>
                      <a:pt x="715" y="10930"/>
                    </a:cubicBezTo>
                    <a:cubicBezTo>
                      <a:pt x="250" y="10108"/>
                      <a:pt x="0" y="9073"/>
                      <a:pt x="0" y="7858"/>
                    </a:cubicBezTo>
                    <a:cubicBezTo>
                      <a:pt x="0" y="6287"/>
                      <a:pt x="429" y="4893"/>
                      <a:pt x="1215" y="3679"/>
                    </a:cubicBezTo>
                    <a:cubicBezTo>
                      <a:pt x="2036" y="2465"/>
                      <a:pt x="3179" y="1572"/>
                      <a:pt x="4644" y="929"/>
                    </a:cubicBezTo>
                    <a:cubicBezTo>
                      <a:pt x="6108" y="322"/>
                      <a:pt x="7751" y="0"/>
                      <a:pt x="9501" y="0"/>
                    </a:cubicBezTo>
                    <a:cubicBezTo>
                      <a:pt x="11395" y="0"/>
                      <a:pt x="13109" y="322"/>
                      <a:pt x="14609" y="1036"/>
                    </a:cubicBezTo>
                    <a:cubicBezTo>
                      <a:pt x="16109" y="1750"/>
                      <a:pt x="17288" y="2679"/>
                      <a:pt x="18110" y="4000"/>
                    </a:cubicBezTo>
                    <a:cubicBezTo>
                      <a:pt x="18931" y="5287"/>
                      <a:pt x="19324" y="6679"/>
                      <a:pt x="19324" y="8108"/>
                    </a:cubicBezTo>
                    <a:cubicBezTo>
                      <a:pt x="19324" y="9144"/>
                      <a:pt x="19110" y="10073"/>
                      <a:pt x="18681" y="10930"/>
                    </a:cubicBezTo>
                    <a:cubicBezTo>
                      <a:pt x="18253" y="11752"/>
                      <a:pt x="17681" y="12466"/>
                      <a:pt x="17002" y="12966"/>
                    </a:cubicBezTo>
                    <a:lnTo>
                      <a:pt x="26003" y="12966"/>
                    </a:lnTo>
                    <a:lnTo>
                      <a:pt x="26003" y="16109"/>
                    </a:lnTo>
                    <a:moveTo>
                      <a:pt x="9787" y="13216"/>
                    </a:moveTo>
                    <a:cubicBezTo>
                      <a:pt x="12180" y="13216"/>
                      <a:pt x="13930" y="12752"/>
                      <a:pt x="15074" y="11787"/>
                    </a:cubicBezTo>
                    <a:cubicBezTo>
                      <a:pt x="16216" y="10823"/>
                      <a:pt x="16788" y="9644"/>
                      <a:pt x="16788" y="8287"/>
                    </a:cubicBezTo>
                    <a:cubicBezTo>
                      <a:pt x="16788" y="6929"/>
                      <a:pt x="16216" y="5715"/>
                      <a:pt x="15002" y="4715"/>
                    </a:cubicBezTo>
                    <a:cubicBezTo>
                      <a:pt x="13824" y="3715"/>
                      <a:pt x="12002" y="3215"/>
                      <a:pt x="9501" y="3215"/>
                    </a:cubicBezTo>
                    <a:cubicBezTo>
                      <a:pt x="7001" y="3215"/>
                      <a:pt x="5358" y="3715"/>
                      <a:pt x="4215" y="4679"/>
                    </a:cubicBezTo>
                    <a:cubicBezTo>
                      <a:pt x="3036" y="5644"/>
                      <a:pt x="2465" y="6822"/>
                      <a:pt x="2465" y="8144"/>
                    </a:cubicBezTo>
                    <a:cubicBezTo>
                      <a:pt x="2465" y="9466"/>
                      <a:pt x="3108" y="10680"/>
                      <a:pt x="4322" y="11716"/>
                    </a:cubicBezTo>
                    <a:cubicBezTo>
                      <a:pt x="5572" y="12752"/>
                      <a:pt x="7394" y="13252"/>
                      <a:pt x="9787" y="132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18" name="Freeform: Shape 12317">
                <a:extLst>
                  <a:ext uri="{FF2B5EF4-FFF2-40B4-BE49-F238E27FC236}">
                    <a16:creationId xmlns:a16="http://schemas.microsoft.com/office/drawing/2014/main" id="{23EE58C5-7AB8-8257-60BA-F650B8C6F0AF}"/>
                  </a:ext>
                </a:extLst>
              </p:cNvPr>
              <p:cNvSpPr/>
              <p:nvPr/>
            </p:nvSpPr>
            <p:spPr>
              <a:xfrm>
                <a:off x="5567707" y="2483986"/>
                <a:ext cx="56121" cy="41632"/>
              </a:xfrm>
              <a:custGeom>
                <a:avLst/>
                <a:gdLst>
                  <a:gd name="csX0" fmla="*/ 25574 w 25574"/>
                  <a:gd name="csY0" fmla="*/ 19074 h 19073"/>
                  <a:gd name="csX1" fmla="*/ 0 w 25574"/>
                  <a:gd name="csY1" fmla="*/ 19074 h 19073"/>
                  <a:gd name="csX2" fmla="*/ 0 w 25574"/>
                  <a:gd name="csY2" fmla="*/ 572 h 19073"/>
                  <a:gd name="csX3" fmla="*/ 3000 w 25574"/>
                  <a:gd name="csY3" fmla="*/ 572 h 19073"/>
                  <a:gd name="csX4" fmla="*/ 3000 w 25574"/>
                  <a:gd name="csY4" fmla="*/ 15681 h 19073"/>
                  <a:gd name="csX5" fmla="*/ 10823 w 25574"/>
                  <a:gd name="csY5" fmla="*/ 15681 h 19073"/>
                  <a:gd name="csX6" fmla="*/ 10823 w 25574"/>
                  <a:gd name="csY6" fmla="*/ 1536 h 19073"/>
                  <a:gd name="csX7" fmla="*/ 13823 w 25574"/>
                  <a:gd name="csY7" fmla="*/ 1536 h 19073"/>
                  <a:gd name="csX8" fmla="*/ 13823 w 25574"/>
                  <a:gd name="csY8" fmla="*/ 15681 h 19073"/>
                  <a:gd name="csX9" fmla="*/ 22538 w 25574"/>
                  <a:gd name="csY9" fmla="*/ 15681 h 19073"/>
                  <a:gd name="csX10" fmla="*/ 22538 w 25574"/>
                  <a:gd name="csY10" fmla="*/ 0 h 19073"/>
                  <a:gd name="csX11" fmla="*/ 25539 w 25574"/>
                  <a:gd name="csY11" fmla="*/ 0 h 19073"/>
                  <a:gd name="csX12" fmla="*/ 25539 w 25574"/>
                  <a:gd name="csY12" fmla="*/ 19074 h 190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5574" h="19073">
                    <a:moveTo>
                      <a:pt x="25574" y="19074"/>
                    </a:moveTo>
                    <a:lnTo>
                      <a:pt x="0" y="19074"/>
                    </a:lnTo>
                    <a:lnTo>
                      <a:pt x="0" y="572"/>
                    </a:lnTo>
                    <a:lnTo>
                      <a:pt x="3000" y="572"/>
                    </a:lnTo>
                    <a:lnTo>
                      <a:pt x="3000" y="15681"/>
                    </a:lnTo>
                    <a:lnTo>
                      <a:pt x="10823" y="15681"/>
                    </a:lnTo>
                    <a:lnTo>
                      <a:pt x="10823" y="1536"/>
                    </a:lnTo>
                    <a:lnTo>
                      <a:pt x="13823" y="1536"/>
                    </a:lnTo>
                    <a:lnTo>
                      <a:pt x="13823" y="15681"/>
                    </a:lnTo>
                    <a:lnTo>
                      <a:pt x="22538" y="15681"/>
                    </a:lnTo>
                    <a:lnTo>
                      <a:pt x="22538" y="0"/>
                    </a:lnTo>
                    <a:lnTo>
                      <a:pt x="25539" y="0"/>
                    </a:lnTo>
                    <a:lnTo>
                      <a:pt x="25539" y="1907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0" name="Freeform: Shape 12319">
                <a:extLst>
                  <a:ext uri="{FF2B5EF4-FFF2-40B4-BE49-F238E27FC236}">
                    <a16:creationId xmlns:a16="http://schemas.microsoft.com/office/drawing/2014/main" id="{10847591-F497-DE84-663C-EFAC417009A2}"/>
                  </a:ext>
                </a:extLst>
              </p:cNvPr>
              <p:cNvSpPr/>
              <p:nvPr/>
            </p:nvSpPr>
            <p:spPr>
              <a:xfrm>
                <a:off x="5644444" y="2584797"/>
                <a:ext cx="41620" cy="32822"/>
              </a:xfrm>
              <a:custGeom>
                <a:avLst/>
                <a:gdLst>
                  <a:gd name="csX0" fmla="*/ 18967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7 w 18966"/>
                  <a:gd name="csY9" fmla="*/ 0 h 15037"/>
                  <a:gd name="csX10" fmla="*/ 18967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1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9 w 18966"/>
                  <a:gd name="csY16" fmla="*/ 11894 h 15037"/>
                  <a:gd name="csX17" fmla="*/ 18967 w 18966"/>
                  <a:gd name="csY17" fmla="*/ 11894 h 15037"/>
                  <a:gd name="csX18" fmla="*/ 18967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7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9"/>
                      <a:pt x="0" y="8894"/>
                      <a:pt x="0" y="6322"/>
                    </a:cubicBezTo>
                    <a:cubicBezTo>
                      <a:pt x="0" y="5215"/>
                      <a:pt x="215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715" y="3143"/>
                    </a:lnTo>
                    <a:cubicBezTo>
                      <a:pt x="6430" y="3143"/>
                      <a:pt x="5465" y="3251"/>
                      <a:pt x="4858" y="3501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9" y="11894"/>
                    </a:cubicBezTo>
                    <a:lnTo>
                      <a:pt x="18967" y="11894"/>
                    </a:lnTo>
                    <a:lnTo>
                      <a:pt x="18967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1" name="Freeform: Shape 12320">
                <a:extLst>
                  <a:ext uri="{FF2B5EF4-FFF2-40B4-BE49-F238E27FC236}">
                    <a16:creationId xmlns:a16="http://schemas.microsoft.com/office/drawing/2014/main" id="{3AAE6B56-D8E8-7822-886D-AF072D72A326}"/>
                  </a:ext>
                </a:extLst>
              </p:cNvPr>
              <p:cNvSpPr/>
              <p:nvPr/>
            </p:nvSpPr>
            <p:spPr>
              <a:xfrm>
                <a:off x="5630022" y="2533338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9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2" name="Freeform: Shape 12321">
                <a:extLst>
                  <a:ext uri="{FF2B5EF4-FFF2-40B4-BE49-F238E27FC236}">
                    <a16:creationId xmlns:a16="http://schemas.microsoft.com/office/drawing/2014/main" id="{A8F370E7-776B-0263-256D-CDE784CE540B}"/>
                  </a:ext>
                </a:extLst>
              </p:cNvPr>
              <p:cNvSpPr/>
              <p:nvPr/>
            </p:nvSpPr>
            <p:spPr>
              <a:xfrm>
                <a:off x="5629943" y="2483986"/>
                <a:ext cx="56121" cy="41632"/>
              </a:xfrm>
              <a:custGeom>
                <a:avLst/>
                <a:gdLst>
                  <a:gd name="csX0" fmla="*/ 25575 w 25574"/>
                  <a:gd name="csY0" fmla="*/ 19074 h 19073"/>
                  <a:gd name="csX1" fmla="*/ 0 w 25574"/>
                  <a:gd name="csY1" fmla="*/ 19074 h 19073"/>
                  <a:gd name="csX2" fmla="*/ 0 w 25574"/>
                  <a:gd name="csY2" fmla="*/ 572 h 19073"/>
                  <a:gd name="csX3" fmla="*/ 3001 w 25574"/>
                  <a:gd name="csY3" fmla="*/ 572 h 19073"/>
                  <a:gd name="csX4" fmla="*/ 3001 w 25574"/>
                  <a:gd name="csY4" fmla="*/ 15681 h 19073"/>
                  <a:gd name="csX5" fmla="*/ 10823 w 25574"/>
                  <a:gd name="csY5" fmla="*/ 15681 h 19073"/>
                  <a:gd name="csX6" fmla="*/ 10823 w 25574"/>
                  <a:gd name="csY6" fmla="*/ 1536 h 19073"/>
                  <a:gd name="csX7" fmla="*/ 13823 w 25574"/>
                  <a:gd name="csY7" fmla="*/ 1536 h 19073"/>
                  <a:gd name="csX8" fmla="*/ 13823 w 25574"/>
                  <a:gd name="csY8" fmla="*/ 15681 h 19073"/>
                  <a:gd name="csX9" fmla="*/ 22539 w 25574"/>
                  <a:gd name="csY9" fmla="*/ 15681 h 19073"/>
                  <a:gd name="csX10" fmla="*/ 22539 w 25574"/>
                  <a:gd name="csY10" fmla="*/ 0 h 19073"/>
                  <a:gd name="csX11" fmla="*/ 25539 w 25574"/>
                  <a:gd name="csY11" fmla="*/ 0 h 19073"/>
                  <a:gd name="csX12" fmla="*/ 25539 w 25574"/>
                  <a:gd name="csY12" fmla="*/ 19074 h 190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5574" h="19073">
                    <a:moveTo>
                      <a:pt x="25575" y="19074"/>
                    </a:moveTo>
                    <a:lnTo>
                      <a:pt x="0" y="19074"/>
                    </a:lnTo>
                    <a:lnTo>
                      <a:pt x="0" y="572"/>
                    </a:lnTo>
                    <a:lnTo>
                      <a:pt x="3001" y="572"/>
                    </a:lnTo>
                    <a:lnTo>
                      <a:pt x="3001" y="15681"/>
                    </a:lnTo>
                    <a:lnTo>
                      <a:pt x="10823" y="15681"/>
                    </a:lnTo>
                    <a:lnTo>
                      <a:pt x="10823" y="1536"/>
                    </a:lnTo>
                    <a:lnTo>
                      <a:pt x="13823" y="1536"/>
                    </a:lnTo>
                    <a:lnTo>
                      <a:pt x="13823" y="15681"/>
                    </a:lnTo>
                    <a:lnTo>
                      <a:pt x="22539" y="15681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907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4" name="Freeform: Shape 12323">
                <a:extLst>
                  <a:ext uri="{FF2B5EF4-FFF2-40B4-BE49-F238E27FC236}">
                    <a16:creationId xmlns:a16="http://schemas.microsoft.com/office/drawing/2014/main" id="{68A6B7C3-CCE7-6524-8502-69BCAC4D61FF}"/>
                  </a:ext>
                </a:extLst>
              </p:cNvPr>
              <p:cNvSpPr/>
              <p:nvPr/>
            </p:nvSpPr>
            <p:spPr>
              <a:xfrm>
                <a:off x="5692259" y="2596568"/>
                <a:ext cx="56121" cy="46154"/>
              </a:xfrm>
              <a:custGeom>
                <a:avLst/>
                <a:gdLst>
                  <a:gd name="csX0" fmla="*/ 25574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8 w 25574"/>
                  <a:gd name="csY6" fmla="*/ 0 h 21145"/>
                  <a:gd name="csX7" fmla="*/ 17788 w 25574"/>
                  <a:gd name="csY7" fmla="*/ 679 h 21145"/>
                  <a:gd name="csX8" fmla="*/ 21502 w 25574"/>
                  <a:gd name="csY8" fmla="*/ 2429 h 21145"/>
                  <a:gd name="csX9" fmla="*/ 23824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74 w 25574"/>
                  <a:gd name="csY13" fmla="*/ 17717 h 21145"/>
                  <a:gd name="csX14" fmla="*/ 22574 w 25574"/>
                  <a:gd name="csY14" fmla="*/ 12252 h 21145"/>
                  <a:gd name="csX15" fmla="*/ 22110 w 25574"/>
                  <a:gd name="csY15" fmla="*/ 8287 h 21145"/>
                  <a:gd name="csX16" fmla="*/ 20788 w 25574"/>
                  <a:gd name="csY16" fmla="*/ 6001 h 21145"/>
                  <a:gd name="csX17" fmla="*/ 17538 w 25574"/>
                  <a:gd name="csY17" fmla="*/ 4143 h 21145"/>
                  <a:gd name="csX18" fmla="*/ 12608 w 25574"/>
                  <a:gd name="csY18" fmla="*/ 3465 h 21145"/>
                  <a:gd name="csX19" fmla="*/ 6429 w 25574"/>
                  <a:gd name="csY19" fmla="*/ 4786 h 21145"/>
                  <a:gd name="csX20" fmla="*/ 3536 w 25574"/>
                  <a:gd name="csY20" fmla="*/ 7965 h 21145"/>
                  <a:gd name="csX21" fmla="*/ 3036 w 25574"/>
                  <a:gd name="csY21" fmla="*/ 12359 h 21145"/>
                  <a:gd name="csX22" fmla="*/ 3036 w 25574"/>
                  <a:gd name="csY22" fmla="*/ 17717 h 21145"/>
                  <a:gd name="csX23" fmla="*/ 22574 w 25574"/>
                  <a:gd name="csY23" fmla="*/ 17717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4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8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2"/>
                      <a:pt x="10323" y="0"/>
                      <a:pt x="12608" y="0"/>
                    </a:cubicBezTo>
                    <a:cubicBezTo>
                      <a:pt x="14537" y="0"/>
                      <a:pt x="16252" y="214"/>
                      <a:pt x="17788" y="679"/>
                    </a:cubicBezTo>
                    <a:cubicBezTo>
                      <a:pt x="19288" y="1143"/>
                      <a:pt x="20538" y="1714"/>
                      <a:pt x="21502" y="2429"/>
                    </a:cubicBezTo>
                    <a:cubicBezTo>
                      <a:pt x="22467" y="3143"/>
                      <a:pt x="23253" y="3929"/>
                      <a:pt x="23824" y="4751"/>
                    </a:cubicBezTo>
                    <a:cubicBezTo>
                      <a:pt x="24396" y="5608"/>
                      <a:pt x="24824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5"/>
                    </a:lnTo>
                    <a:moveTo>
                      <a:pt x="22574" y="17717"/>
                    </a:moveTo>
                    <a:lnTo>
                      <a:pt x="22574" y="12252"/>
                    </a:lnTo>
                    <a:cubicBezTo>
                      <a:pt x="22574" y="10573"/>
                      <a:pt x="22431" y="9251"/>
                      <a:pt x="22110" y="8287"/>
                    </a:cubicBezTo>
                    <a:cubicBezTo>
                      <a:pt x="21788" y="7322"/>
                      <a:pt x="21360" y="6572"/>
                      <a:pt x="20788" y="6001"/>
                    </a:cubicBezTo>
                    <a:cubicBezTo>
                      <a:pt x="20002" y="5179"/>
                      <a:pt x="18895" y="4572"/>
                      <a:pt x="17538" y="4143"/>
                    </a:cubicBezTo>
                    <a:cubicBezTo>
                      <a:pt x="16180" y="3715"/>
                      <a:pt x="14537" y="3465"/>
                      <a:pt x="12608" y="3465"/>
                    </a:cubicBezTo>
                    <a:cubicBezTo>
                      <a:pt x="9929" y="3465"/>
                      <a:pt x="7894" y="3893"/>
                      <a:pt x="6429" y="4786"/>
                    </a:cubicBezTo>
                    <a:cubicBezTo>
                      <a:pt x="4965" y="5679"/>
                      <a:pt x="4036" y="6715"/>
                      <a:pt x="3536" y="7965"/>
                    </a:cubicBezTo>
                    <a:cubicBezTo>
                      <a:pt x="3179" y="8858"/>
                      <a:pt x="3036" y="10323"/>
                      <a:pt x="3036" y="12359"/>
                    </a:cubicBezTo>
                    <a:lnTo>
                      <a:pt x="3036" y="17717"/>
                    </a:lnTo>
                    <a:lnTo>
                      <a:pt x="22574" y="1771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5" name="Freeform: Shape 12324">
                <a:extLst>
                  <a:ext uri="{FF2B5EF4-FFF2-40B4-BE49-F238E27FC236}">
                    <a16:creationId xmlns:a16="http://schemas.microsoft.com/office/drawing/2014/main" id="{7C3C4791-4379-2B20-D189-6EAD78D01BE4}"/>
                  </a:ext>
                </a:extLst>
              </p:cNvPr>
              <p:cNvSpPr/>
              <p:nvPr/>
            </p:nvSpPr>
            <p:spPr>
              <a:xfrm>
                <a:off x="5692259" y="2580507"/>
                <a:ext cx="56121" cy="6860"/>
              </a:xfrm>
              <a:custGeom>
                <a:avLst/>
                <a:gdLst>
                  <a:gd name="csX0" fmla="*/ 25574 w 25574"/>
                  <a:gd name="csY0" fmla="*/ 3143 h 3143"/>
                  <a:gd name="csX1" fmla="*/ 0 w 25574"/>
                  <a:gd name="csY1" fmla="*/ 3143 h 3143"/>
                  <a:gd name="csX2" fmla="*/ 0 w 25574"/>
                  <a:gd name="csY2" fmla="*/ 0 h 3143"/>
                  <a:gd name="csX3" fmla="*/ 25574 w 25574"/>
                  <a:gd name="csY3" fmla="*/ 0 h 3143"/>
                  <a:gd name="csX4" fmla="*/ 25574 w 25574"/>
                  <a:gd name="csY4" fmla="*/ 3143 h 3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5574" h="3143">
                    <a:moveTo>
                      <a:pt x="25574" y="3143"/>
                    </a:moveTo>
                    <a:lnTo>
                      <a:pt x="0" y="3143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14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6" name="Freeform: Shape 12325">
                <a:extLst>
                  <a:ext uri="{FF2B5EF4-FFF2-40B4-BE49-F238E27FC236}">
                    <a16:creationId xmlns:a16="http://schemas.microsoft.com/office/drawing/2014/main" id="{D3787355-22DA-63B9-176C-65E6704FCBC7}"/>
                  </a:ext>
                </a:extLst>
              </p:cNvPr>
              <p:cNvSpPr/>
              <p:nvPr/>
            </p:nvSpPr>
            <p:spPr>
              <a:xfrm>
                <a:off x="5706760" y="2537082"/>
                <a:ext cx="41620" cy="32822"/>
              </a:xfrm>
              <a:custGeom>
                <a:avLst/>
                <a:gdLst>
                  <a:gd name="csX0" fmla="*/ 18966 w 18966"/>
                  <a:gd name="csY0" fmla="*/ 15038 h 15037"/>
                  <a:gd name="csX1" fmla="*/ 429 w 18966"/>
                  <a:gd name="csY1" fmla="*/ 15038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1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6 w 18966"/>
                  <a:gd name="csY9" fmla="*/ 0 h 15037"/>
                  <a:gd name="csX10" fmla="*/ 18966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6 w 18966"/>
                  <a:gd name="csY17" fmla="*/ 11894 h 15037"/>
                  <a:gd name="csX18" fmla="*/ 18966 w 18966"/>
                  <a:gd name="csY18" fmla="*/ 15038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6" y="15038"/>
                    </a:moveTo>
                    <a:lnTo>
                      <a:pt x="429" y="15038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1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2" y="679"/>
                      <a:pt x="3608" y="357"/>
                      <a:pt x="4501" y="179"/>
                    </a:cubicBezTo>
                    <a:cubicBezTo>
                      <a:pt x="5072" y="72"/>
                      <a:pt x="6108" y="0"/>
                      <a:pt x="7572" y="0"/>
                    </a:cubicBezTo>
                    <a:lnTo>
                      <a:pt x="18966" y="0"/>
                    </a:lnTo>
                    <a:lnTo>
                      <a:pt x="18966" y="3143"/>
                    </a:lnTo>
                    <a:lnTo>
                      <a:pt x="7715" y="3143"/>
                    </a:lnTo>
                    <a:cubicBezTo>
                      <a:pt x="6429" y="3143"/>
                      <a:pt x="5465" y="3251"/>
                      <a:pt x="4858" y="3500"/>
                    </a:cubicBezTo>
                    <a:cubicBezTo>
                      <a:pt x="4215" y="3750"/>
                      <a:pt x="3715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3"/>
                      <a:pt x="3179" y="9466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6" y="11894"/>
                    </a:lnTo>
                    <a:lnTo>
                      <a:pt x="18966" y="150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7" name="Freeform: Shape 12326">
                <a:extLst>
                  <a:ext uri="{FF2B5EF4-FFF2-40B4-BE49-F238E27FC236}">
                    <a16:creationId xmlns:a16="http://schemas.microsoft.com/office/drawing/2014/main" id="{0842DD9A-7479-0832-115E-999E59D047A1}"/>
                  </a:ext>
                </a:extLst>
              </p:cNvPr>
              <p:cNvSpPr/>
              <p:nvPr/>
            </p:nvSpPr>
            <p:spPr>
              <a:xfrm>
                <a:off x="5724632" y="2508156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28" name="Freeform: Shape 12327">
                <a:extLst>
                  <a:ext uri="{FF2B5EF4-FFF2-40B4-BE49-F238E27FC236}">
                    <a16:creationId xmlns:a16="http://schemas.microsoft.com/office/drawing/2014/main" id="{B88F0500-5AEA-42FF-ECC5-CBFAD45A459F}"/>
                  </a:ext>
                </a:extLst>
              </p:cNvPr>
              <p:cNvSpPr/>
              <p:nvPr/>
            </p:nvSpPr>
            <p:spPr>
              <a:xfrm>
                <a:off x="5706760" y="2478687"/>
                <a:ext cx="41620" cy="21985"/>
              </a:xfrm>
              <a:custGeom>
                <a:avLst/>
                <a:gdLst>
                  <a:gd name="csX0" fmla="*/ 18966 w 18966"/>
                  <a:gd name="csY0" fmla="*/ 10073 h 10072"/>
                  <a:gd name="csX1" fmla="*/ 429 w 18966"/>
                  <a:gd name="csY1" fmla="*/ 10073 h 10072"/>
                  <a:gd name="csX2" fmla="*/ 429 w 18966"/>
                  <a:gd name="csY2" fmla="*/ 7251 h 10072"/>
                  <a:gd name="csX3" fmla="*/ 3251 w 18966"/>
                  <a:gd name="csY3" fmla="*/ 7251 h 10072"/>
                  <a:gd name="csX4" fmla="*/ 643 w 18966"/>
                  <a:gd name="csY4" fmla="*/ 5251 h 10072"/>
                  <a:gd name="csX5" fmla="*/ 0 w 18966"/>
                  <a:gd name="csY5" fmla="*/ 3250 h 10072"/>
                  <a:gd name="csX6" fmla="*/ 1036 w 18966"/>
                  <a:gd name="csY6" fmla="*/ 0 h 10072"/>
                  <a:gd name="csX7" fmla="*/ 3965 w 18966"/>
                  <a:gd name="csY7" fmla="*/ 1072 h 10072"/>
                  <a:gd name="csX8" fmla="*/ 3286 w 18966"/>
                  <a:gd name="csY8" fmla="*/ 3358 h 10072"/>
                  <a:gd name="csX9" fmla="*/ 3893 w 18966"/>
                  <a:gd name="csY9" fmla="*/ 5215 h 10072"/>
                  <a:gd name="csX10" fmla="*/ 5608 w 18966"/>
                  <a:gd name="csY10" fmla="*/ 6394 h 10072"/>
                  <a:gd name="csX11" fmla="*/ 9287 w 18966"/>
                  <a:gd name="csY11" fmla="*/ 6929 h 10072"/>
                  <a:gd name="csX12" fmla="*/ 18966 w 18966"/>
                  <a:gd name="csY12" fmla="*/ 6929 h 10072"/>
                  <a:gd name="csX13" fmla="*/ 18966 w 18966"/>
                  <a:gd name="csY13" fmla="*/ 10073 h 100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966" h="10072">
                    <a:moveTo>
                      <a:pt x="18966" y="10073"/>
                    </a:moveTo>
                    <a:lnTo>
                      <a:pt x="429" y="10073"/>
                    </a:lnTo>
                    <a:lnTo>
                      <a:pt x="429" y="7251"/>
                    </a:lnTo>
                    <a:lnTo>
                      <a:pt x="3251" y="7251"/>
                    </a:lnTo>
                    <a:cubicBezTo>
                      <a:pt x="1929" y="6537"/>
                      <a:pt x="1071" y="5858"/>
                      <a:pt x="643" y="5251"/>
                    </a:cubicBezTo>
                    <a:cubicBezTo>
                      <a:pt x="214" y="4643"/>
                      <a:pt x="0" y="3965"/>
                      <a:pt x="0" y="3250"/>
                    </a:cubicBezTo>
                    <a:cubicBezTo>
                      <a:pt x="0" y="2179"/>
                      <a:pt x="357" y="1107"/>
                      <a:pt x="1036" y="0"/>
                    </a:cubicBezTo>
                    <a:lnTo>
                      <a:pt x="3965" y="1072"/>
                    </a:lnTo>
                    <a:cubicBezTo>
                      <a:pt x="3500" y="1822"/>
                      <a:pt x="3286" y="2607"/>
                      <a:pt x="3286" y="3358"/>
                    </a:cubicBezTo>
                    <a:cubicBezTo>
                      <a:pt x="3286" y="4036"/>
                      <a:pt x="3500" y="4643"/>
                      <a:pt x="3893" y="5215"/>
                    </a:cubicBezTo>
                    <a:cubicBezTo>
                      <a:pt x="4322" y="5786"/>
                      <a:pt x="4893" y="6179"/>
                      <a:pt x="5608" y="6394"/>
                    </a:cubicBezTo>
                    <a:cubicBezTo>
                      <a:pt x="6715" y="6751"/>
                      <a:pt x="7965" y="6929"/>
                      <a:pt x="9287" y="6929"/>
                    </a:cubicBezTo>
                    <a:lnTo>
                      <a:pt x="18966" y="6929"/>
                    </a:lnTo>
                    <a:lnTo>
                      <a:pt x="18966" y="1007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0" name="Freeform: Shape 12329">
                <a:extLst>
                  <a:ext uri="{FF2B5EF4-FFF2-40B4-BE49-F238E27FC236}">
                    <a16:creationId xmlns:a16="http://schemas.microsoft.com/office/drawing/2014/main" id="{CA356457-5638-E089-200B-ED848A5C9C2B}"/>
                  </a:ext>
                </a:extLst>
              </p:cNvPr>
              <p:cNvSpPr/>
              <p:nvPr/>
            </p:nvSpPr>
            <p:spPr>
              <a:xfrm>
                <a:off x="5754494" y="2642100"/>
                <a:ext cx="56121" cy="43971"/>
              </a:xfrm>
              <a:custGeom>
                <a:avLst/>
                <a:gdLst>
                  <a:gd name="csX0" fmla="*/ 25575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5 w 25574"/>
                  <a:gd name="csY6" fmla="*/ 0 h 20145"/>
                  <a:gd name="csX7" fmla="*/ 25575 w 25574"/>
                  <a:gd name="csY7" fmla="*/ 3465 h 20145"/>
                  <a:gd name="csX8" fmla="*/ 5501 w 25574"/>
                  <a:gd name="csY8" fmla="*/ 16895 h 20145"/>
                  <a:gd name="csX9" fmla="*/ 25575 w 25574"/>
                  <a:gd name="csY9" fmla="*/ 16895 h 20145"/>
                  <a:gd name="csX10" fmla="*/ 25575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5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3465"/>
                    </a:lnTo>
                    <a:lnTo>
                      <a:pt x="5501" y="16895"/>
                    </a:lnTo>
                    <a:lnTo>
                      <a:pt x="25575" y="16895"/>
                    </a:lnTo>
                    <a:lnTo>
                      <a:pt x="25575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1" name="Freeform: Shape 12330">
                <a:extLst>
                  <a:ext uri="{FF2B5EF4-FFF2-40B4-BE49-F238E27FC236}">
                    <a16:creationId xmlns:a16="http://schemas.microsoft.com/office/drawing/2014/main" id="{8EB4B86D-E002-6F2C-2F6F-3DA090A99C8B}"/>
                  </a:ext>
                </a:extLst>
              </p:cNvPr>
              <p:cNvSpPr/>
              <p:nvPr/>
            </p:nvSpPr>
            <p:spPr>
              <a:xfrm>
                <a:off x="5754494" y="2595088"/>
                <a:ext cx="56121" cy="34850"/>
              </a:xfrm>
              <a:custGeom>
                <a:avLst/>
                <a:gdLst>
                  <a:gd name="csX0" fmla="*/ 25575 w 25574"/>
                  <a:gd name="csY0" fmla="*/ 15966 h 15966"/>
                  <a:gd name="csX1" fmla="*/ 0 w 25574"/>
                  <a:gd name="csY1" fmla="*/ 15966 h 15966"/>
                  <a:gd name="csX2" fmla="*/ 0 w 25574"/>
                  <a:gd name="csY2" fmla="*/ 12573 h 15966"/>
                  <a:gd name="csX3" fmla="*/ 22539 w 25574"/>
                  <a:gd name="csY3" fmla="*/ 12573 h 15966"/>
                  <a:gd name="csX4" fmla="*/ 22539 w 25574"/>
                  <a:gd name="csY4" fmla="*/ 0 h 15966"/>
                  <a:gd name="csX5" fmla="*/ 25539 w 25574"/>
                  <a:gd name="csY5" fmla="*/ 0 h 15966"/>
                  <a:gd name="csX6" fmla="*/ 25539 w 25574"/>
                  <a:gd name="csY6" fmla="*/ 15966 h 15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574" h="15966">
                    <a:moveTo>
                      <a:pt x="25575" y="15966"/>
                    </a:moveTo>
                    <a:lnTo>
                      <a:pt x="0" y="15966"/>
                    </a:lnTo>
                    <a:lnTo>
                      <a:pt x="0" y="12573"/>
                    </a:lnTo>
                    <a:lnTo>
                      <a:pt x="22539" y="12573"/>
                    </a:lnTo>
                    <a:lnTo>
                      <a:pt x="22539" y="0"/>
                    </a:lnTo>
                    <a:lnTo>
                      <a:pt x="25539" y="0"/>
                    </a:lnTo>
                    <a:lnTo>
                      <a:pt x="25539" y="1596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2" name="Freeform: Shape 12331">
                <a:extLst>
                  <a:ext uri="{FF2B5EF4-FFF2-40B4-BE49-F238E27FC236}">
                    <a16:creationId xmlns:a16="http://schemas.microsoft.com/office/drawing/2014/main" id="{ABFF0080-8CE4-F1DA-4B9F-7E90BB92B571}"/>
                  </a:ext>
                </a:extLst>
              </p:cNvPr>
              <p:cNvSpPr/>
              <p:nvPr/>
            </p:nvSpPr>
            <p:spPr>
              <a:xfrm>
                <a:off x="5754574" y="2546282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3 h 20252"/>
                  <a:gd name="csX3" fmla="*/ 0 w 25538"/>
                  <a:gd name="csY3" fmla="*/ 20253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9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3"/>
                    </a:lnTo>
                    <a:lnTo>
                      <a:pt x="0" y="20253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3" name="Freeform: Shape 12332">
                <a:extLst>
                  <a:ext uri="{FF2B5EF4-FFF2-40B4-BE49-F238E27FC236}">
                    <a16:creationId xmlns:a16="http://schemas.microsoft.com/office/drawing/2014/main" id="{1461ABBA-76D2-46EC-37F3-29F1B95D2CA4}"/>
                  </a:ext>
                </a:extLst>
              </p:cNvPr>
              <p:cNvSpPr/>
              <p:nvPr/>
            </p:nvSpPr>
            <p:spPr>
              <a:xfrm>
                <a:off x="5769075" y="2484766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9 h 25110"/>
                  <a:gd name="csX3" fmla="*/ 3001 w 18966"/>
                  <a:gd name="csY3" fmla="*/ 22289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1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1 w 18966"/>
                  <a:gd name="csY15" fmla="*/ 4572 h 25110"/>
                  <a:gd name="csX16" fmla="*/ 2750 w 18966"/>
                  <a:gd name="csY16" fmla="*/ 6430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1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9"/>
                    </a:lnTo>
                    <a:lnTo>
                      <a:pt x="3001" y="22289"/>
                    </a:lnTo>
                    <a:cubicBezTo>
                      <a:pt x="2108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5"/>
                      <a:pt x="857" y="13287"/>
                    </a:cubicBezTo>
                    <a:cubicBezTo>
                      <a:pt x="1429" y="12395"/>
                      <a:pt x="2215" y="11787"/>
                      <a:pt x="3251" y="11430"/>
                    </a:cubicBezTo>
                    <a:cubicBezTo>
                      <a:pt x="1072" y="9966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7" y="3143"/>
                      <a:pt x="5108" y="3251"/>
                      <a:pt x="4572" y="3465"/>
                    </a:cubicBezTo>
                    <a:cubicBezTo>
                      <a:pt x="4036" y="3679"/>
                      <a:pt x="3572" y="4036"/>
                      <a:pt x="3251" y="4572"/>
                    </a:cubicBezTo>
                    <a:cubicBezTo>
                      <a:pt x="2929" y="5108"/>
                      <a:pt x="2750" y="5715"/>
                      <a:pt x="2750" y="6430"/>
                    </a:cubicBezTo>
                    <a:cubicBezTo>
                      <a:pt x="2750" y="7751"/>
                      <a:pt x="3179" y="8823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1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4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5" name="Freeform: Shape 12334">
                <a:extLst>
                  <a:ext uri="{FF2B5EF4-FFF2-40B4-BE49-F238E27FC236}">
                    <a16:creationId xmlns:a16="http://schemas.microsoft.com/office/drawing/2014/main" id="{5CB9E6D9-B695-B500-466A-691BA606651E}"/>
                  </a:ext>
                </a:extLst>
              </p:cNvPr>
              <p:cNvSpPr/>
              <p:nvPr/>
            </p:nvSpPr>
            <p:spPr>
              <a:xfrm>
                <a:off x="5816811" y="2618243"/>
                <a:ext cx="56121" cy="46154"/>
              </a:xfrm>
              <a:custGeom>
                <a:avLst/>
                <a:gdLst>
                  <a:gd name="csX0" fmla="*/ 25574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6 w 25574"/>
                  <a:gd name="csY5" fmla="*/ 1000 h 21145"/>
                  <a:gd name="csX6" fmla="*/ 12608 w 25574"/>
                  <a:gd name="csY6" fmla="*/ 0 h 21145"/>
                  <a:gd name="csX7" fmla="*/ 17788 w 25574"/>
                  <a:gd name="csY7" fmla="*/ 679 h 21145"/>
                  <a:gd name="csX8" fmla="*/ 21502 w 25574"/>
                  <a:gd name="csY8" fmla="*/ 2429 h 21145"/>
                  <a:gd name="csX9" fmla="*/ 23824 w 25574"/>
                  <a:gd name="csY9" fmla="*/ 4750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74 w 25574"/>
                  <a:gd name="csY13" fmla="*/ 17716 h 21145"/>
                  <a:gd name="csX14" fmla="*/ 22574 w 25574"/>
                  <a:gd name="csY14" fmla="*/ 12252 h 21145"/>
                  <a:gd name="csX15" fmla="*/ 22110 w 25574"/>
                  <a:gd name="csY15" fmla="*/ 8287 h 21145"/>
                  <a:gd name="csX16" fmla="*/ 20788 w 25574"/>
                  <a:gd name="csY16" fmla="*/ 6001 h 21145"/>
                  <a:gd name="csX17" fmla="*/ 17538 w 25574"/>
                  <a:gd name="csY17" fmla="*/ 4143 h 21145"/>
                  <a:gd name="csX18" fmla="*/ 12608 w 25574"/>
                  <a:gd name="csY18" fmla="*/ 3465 h 21145"/>
                  <a:gd name="csX19" fmla="*/ 6429 w 25574"/>
                  <a:gd name="csY19" fmla="*/ 4786 h 21145"/>
                  <a:gd name="csX20" fmla="*/ 3536 w 25574"/>
                  <a:gd name="csY20" fmla="*/ 7965 h 21145"/>
                  <a:gd name="csX21" fmla="*/ 3036 w 25574"/>
                  <a:gd name="csY21" fmla="*/ 12359 h 21145"/>
                  <a:gd name="csX22" fmla="*/ 3036 w 25574"/>
                  <a:gd name="csY22" fmla="*/ 17716 h 21145"/>
                  <a:gd name="csX23" fmla="*/ 22574 w 25574"/>
                  <a:gd name="csY23" fmla="*/ 17716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4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8"/>
                      <a:pt x="107" y="8822"/>
                      <a:pt x="357" y="7787"/>
                    </a:cubicBezTo>
                    <a:cubicBezTo>
                      <a:pt x="678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6" y="1000"/>
                    </a:cubicBezTo>
                    <a:cubicBezTo>
                      <a:pt x="8322" y="321"/>
                      <a:pt x="10322" y="0"/>
                      <a:pt x="12608" y="0"/>
                    </a:cubicBezTo>
                    <a:cubicBezTo>
                      <a:pt x="14537" y="0"/>
                      <a:pt x="16252" y="214"/>
                      <a:pt x="17788" y="679"/>
                    </a:cubicBezTo>
                    <a:cubicBezTo>
                      <a:pt x="19288" y="1143"/>
                      <a:pt x="20538" y="1714"/>
                      <a:pt x="21502" y="2429"/>
                    </a:cubicBezTo>
                    <a:cubicBezTo>
                      <a:pt x="22467" y="3143"/>
                      <a:pt x="23253" y="3929"/>
                      <a:pt x="23824" y="4750"/>
                    </a:cubicBezTo>
                    <a:cubicBezTo>
                      <a:pt x="24396" y="5608"/>
                      <a:pt x="24824" y="6608"/>
                      <a:pt x="25110" y="7822"/>
                    </a:cubicBezTo>
                    <a:cubicBezTo>
                      <a:pt x="25396" y="9001"/>
                      <a:pt x="25539" y="10358"/>
                      <a:pt x="25539" y="11930"/>
                    </a:cubicBezTo>
                    <a:lnTo>
                      <a:pt x="25539" y="21145"/>
                    </a:lnTo>
                    <a:moveTo>
                      <a:pt x="22574" y="17716"/>
                    </a:moveTo>
                    <a:lnTo>
                      <a:pt x="22574" y="12252"/>
                    </a:lnTo>
                    <a:cubicBezTo>
                      <a:pt x="22574" y="10573"/>
                      <a:pt x="22431" y="9251"/>
                      <a:pt x="22110" y="8287"/>
                    </a:cubicBezTo>
                    <a:cubicBezTo>
                      <a:pt x="21788" y="7322"/>
                      <a:pt x="21360" y="6572"/>
                      <a:pt x="20788" y="6001"/>
                    </a:cubicBezTo>
                    <a:cubicBezTo>
                      <a:pt x="20002" y="5179"/>
                      <a:pt x="18895" y="4572"/>
                      <a:pt x="17538" y="4143"/>
                    </a:cubicBezTo>
                    <a:cubicBezTo>
                      <a:pt x="16180" y="3715"/>
                      <a:pt x="14537" y="3465"/>
                      <a:pt x="12608" y="3465"/>
                    </a:cubicBezTo>
                    <a:cubicBezTo>
                      <a:pt x="9929" y="3465"/>
                      <a:pt x="7894" y="3893"/>
                      <a:pt x="6429" y="4786"/>
                    </a:cubicBezTo>
                    <a:cubicBezTo>
                      <a:pt x="4965" y="5679"/>
                      <a:pt x="4036" y="6715"/>
                      <a:pt x="3536" y="7965"/>
                    </a:cubicBezTo>
                    <a:cubicBezTo>
                      <a:pt x="3179" y="8858"/>
                      <a:pt x="3036" y="10323"/>
                      <a:pt x="3036" y="12359"/>
                    </a:cubicBezTo>
                    <a:lnTo>
                      <a:pt x="3036" y="17716"/>
                    </a:lnTo>
                    <a:lnTo>
                      <a:pt x="22574" y="1771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6" name="Freeform: Shape 12335">
                <a:extLst>
                  <a:ext uri="{FF2B5EF4-FFF2-40B4-BE49-F238E27FC236}">
                    <a16:creationId xmlns:a16="http://schemas.microsoft.com/office/drawing/2014/main" id="{81BE5DCD-4ACF-D6D9-82F3-6CED176E10B3}"/>
                  </a:ext>
                </a:extLst>
              </p:cNvPr>
              <p:cNvSpPr/>
              <p:nvPr/>
            </p:nvSpPr>
            <p:spPr>
              <a:xfrm>
                <a:off x="5831391" y="2554077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8 h 25110"/>
                  <a:gd name="csX3" fmla="*/ 3000 w 18966"/>
                  <a:gd name="csY3" fmla="*/ 22288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0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6 w 18966"/>
                  <a:gd name="csY11" fmla="*/ 0 h 25110"/>
                  <a:gd name="csX12" fmla="*/ 18966 w 18966"/>
                  <a:gd name="csY12" fmla="*/ 3143 h 25110"/>
                  <a:gd name="csX13" fmla="*/ 7286 w 18966"/>
                  <a:gd name="csY13" fmla="*/ 3143 h 25110"/>
                  <a:gd name="csX14" fmla="*/ 4572 w 18966"/>
                  <a:gd name="csY14" fmla="*/ 3465 h 25110"/>
                  <a:gd name="csX15" fmla="*/ 3250 w 18966"/>
                  <a:gd name="csY15" fmla="*/ 4572 h 25110"/>
                  <a:gd name="csX16" fmla="*/ 2750 w 18966"/>
                  <a:gd name="csY16" fmla="*/ 6429 h 25110"/>
                  <a:gd name="csX17" fmla="*/ 4036 w 18966"/>
                  <a:gd name="csY17" fmla="*/ 9680 h 25110"/>
                  <a:gd name="csX18" fmla="*/ 8179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3 w 18966"/>
                  <a:gd name="csY21" fmla="*/ 14109 h 25110"/>
                  <a:gd name="csX22" fmla="*/ 3750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8"/>
                    </a:lnTo>
                    <a:lnTo>
                      <a:pt x="3000" y="22288"/>
                    </a:lnTo>
                    <a:cubicBezTo>
                      <a:pt x="2107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5"/>
                      <a:pt x="857" y="13287"/>
                    </a:cubicBezTo>
                    <a:cubicBezTo>
                      <a:pt x="1428" y="12395"/>
                      <a:pt x="2215" y="11787"/>
                      <a:pt x="3250" y="11430"/>
                    </a:cubicBezTo>
                    <a:cubicBezTo>
                      <a:pt x="1071" y="9966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7" y="0"/>
                      <a:pt x="6251" y="0"/>
                    </a:cubicBezTo>
                    <a:lnTo>
                      <a:pt x="18966" y="0"/>
                    </a:lnTo>
                    <a:lnTo>
                      <a:pt x="18966" y="3143"/>
                    </a:lnTo>
                    <a:lnTo>
                      <a:pt x="7286" y="3143"/>
                    </a:lnTo>
                    <a:cubicBezTo>
                      <a:pt x="6036" y="3143"/>
                      <a:pt x="5108" y="3251"/>
                      <a:pt x="4572" y="3465"/>
                    </a:cubicBezTo>
                    <a:cubicBezTo>
                      <a:pt x="4036" y="3679"/>
                      <a:pt x="3572" y="4036"/>
                      <a:pt x="3250" y="4572"/>
                    </a:cubicBezTo>
                    <a:cubicBezTo>
                      <a:pt x="2929" y="5108"/>
                      <a:pt x="2750" y="5715"/>
                      <a:pt x="2750" y="6429"/>
                    </a:cubicBezTo>
                    <a:cubicBezTo>
                      <a:pt x="2750" y="7751"/>
                      <a:pt x="3179" y="8823"/>
                      <a:pt x="4036" y="9680"/>
                    </a:cubicBezTo>
                    <a:cubicBezTo>
                      <a:pt x="4893" y="10537"/>
                      <a:pt x="6287" y="10966"/>
                      <a:pt x="8179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3" y="14109"/>
                    </a:lnTo>
                    <a:cubicBezTo>
                      <a:pt x="5500" y="14109"/>
                      <a:pt x="4465" y="14359"/>
                      <a:pt x="3750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7" name="Freeform: Shape 12336">
                <a:extLst>
                  <a:ext uri="{FF2B5EF4-FFF2-40B4-BE49-F238E27FC236}">
                    <a16:creationId xmlns:a16="http://schemas.microsoft.com/office/drawing/2014/main" id="{844B8690-1F0C-AEF0-0E54-CCA1818253C5}"/>
                  </a:ext>
                </a:extLst>
              </p:cNvPr>
              <p:cNvSpPr/>
              <p:nvPr/>
            </p:nvSpPr>
            <p:spPr>
              <a:xfrm>
                <a:off x="5849184" y="2525544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38" name="Freeform: Shape 12337">
                <a:extLst>
                  <a:ext uri="{FF2B5EF4-FFF2-40B4-BE49-F238E27FC236}">
                    <a16:creationId xmlns:a16="http://schemas.microsoft.com/office/drawing/2014/main" id="{BA69A954-10F1-AFFB-4272-DA45561AC0A5}"/>
                  </a:ext>
                </a:extLst>
              </p:cNvPr>
              <p:cNvSpPr/>
              <p:nvPr/>
            </p:nvSpPr>
            <p:spPr>
              <a:xfrm>
                <a:off x="5816655" y="2494044"/>
                <a:ext cx="56356" cy="20581"/>
              </a:xfrm>
              <a:custGeom>
                <a:avLst/>
                <a:gdLst>
                  <a:gd name="csX0" fmla="*/ 25646 w 25681"/>
                  <a:gd name="csY0" fmla="*/ 0 h 9429"/>
                  <a:gd name="csX1" fmla="*/ 25646 w 25681"/>
                  <a:gd name="csY1" fmla="*/ 3143 h 9429"/>
                  <a:gd name="csX2" fmla="*/ 5643 w 25681"/>
                  <a:gd name="csY2" fmla="*/ 3143 h 9429"/>
                  <a:gd name="csX3" fmla="*/ 7822 w 25681"/>
                  <a:gd name="csY3" fmla="*/ 6108 h 9429"/>
                  <a:gd name="csX4" fmla="*/ 9465 w 25681"/>
                  <a:gd name="csY4" fmla="*/ 9430 h 9429"/>
                  <a:gd name="csX5" fmla="*/ 6429 w 25681"/>
                  <a:gd name="csY5" fmla="*/ 9430 h 9429"/>
                  <a:gd name="csX6" fmla="*/ 3429 w 25681"/>
                  <a:gd name="csY6" fmla="*/ 4822 h 9429"/>
                  <a:gd name="csX7" fmla="*/ 0 w 25681"/>
                  <a:gd name="csY7" fmla="*/ 2036 h 9429"/>
                  <a:gd name="csX8" fmla="*/ 0 w 25681"/>
                  <a:gd name="csY8" fmla="*/ 0 h 9429"/>
                  <a:gd name="csX9" fmla="*/ 25682 w 25681"/>
                  <a:gd name="csY9" fmla="*/ 0 h 94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681" h="9429">
                    <a:moveTo>
                      <a:pt x="25646" y="0"/>
                    </a:moveTo>
                    <a:lnTo>
                      <a:pt x="25646" y="3143"/>
                    </a:lnTo>
                    <a:lnTo>
                      <a:pt x="5643" y="3143"/>
                    </a:lnTo>
                    <a:cubicBezTo>
                      <a:pt x="6358" y="3893"/>
                      <a:pt x="7108" y="4894"/>
                      <a:pt x="7822" y="6108"/>
                    </a:cubicBezTo>
                    <a:cubicBezTo>
                      <a:pt x="8537" y="7323"/>
                      <a:pt x="9108" y="8430"/>
                      <a:pt x="9465" y="9430"/>
                    </a:cubicBezTo>
                    <a:lnTo>
                      <a:pt x="6429" y="9430"/>
                    </a:lnTo>
                    <a:cubicBezTo>
                      <a:pt x="5608" y="7680"/>
                      <a:pt x="4607" y="6144"/>
                      <a:pt x="3429" y="4822"/>
                    </a:cubicBezTo>
                    <a:cubicBezTo>
                      <a:pt x="2250" y="3501"/>
                      <a:pt x="1107" y="2572"/>
                      <a:pt x="0" y="2036"/>
                    </a:cubicBezTo>
                    <a:lnTo>
                      <a:pt x="0" y="0"/>
                    </a:lnTo>
                    <a:lnTo>
                      <a:pt x="25682" y="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0" name="Freeform: Shape 12339">
                <a:extLst>
                  <a:ext uri="{FF2B5EF4-FFF2-40B4-BE49-F238E27FC236}">
                    <a16:creationId xmlns:a16="http://schemas.microsoft.com/office/drawing/2014/main" id="{5D7D867E-FFBB-6836-57CC-1A4645D960FD}"/>
                  </a:ext>
                </a:extLst>
              </p:cNvPr>
              <p:cNvSpPr/>
              <p:nvPr/>
            </p:nvSpPr>
            <p:spPr>
              <a:xfrm>
                <a:off x="5879048" y="2608809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073 h 19538"/>
                  <a:gd name="csX13" fmla="*/ 12180 w 25574"/>
                  <a:gd name="csY13" fmla="*/ 9466 h 19538"/>
                  <a:gd name="csX14" fmla="*/ 10965 w 25574"/>
                  <a:gd name="csY14" fmla="*/ 4822 h 19538"/>
                  <a:gd name="csX15" fmla="*/ 7537 w 25574"/>
                  <a:gd name="csY15" fmla="*/ 3465 h 19538"/>
                  <a:gd name="csX16" fmla="*/ 4786 w 25574"/>
                  <a:gd name="csY16" fmla="*/ 4286 h 19538"/>
                  <a:gd name="csX17" fmla="*/ 3286 w 25574"/>
                  <a:gd name="csY17" fmla="*/ 6429 h 19538"/>
                  <a:gd name="csX18" fmla="*/ 3072 w 25574"/>
                  <a:gd name="csY18" fmla="*/ 9573 h 19538"/>
                  <a:gd name="csX19" fmla="*/ 3072 w 25574"/>
                  <a:gd name="csY19" fmla="*/ 16109 h 19538"/>
                  <a:gd name="csX20" fmla="*/ 12216 w 25574"/>
                  <a:gd name="csY20" fmla="*/ 16109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8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073"/>
                    </a:moveTo>
                    <a:lnTo>
                      <a:pt x="12180" y="9466"/>
                    </a:lnTo>
                    <a:cubicBezTo>
                      <a:pt x="12180" y="7287"/>
                      <a:pt x="11787" y="5715"/>
                      <a:pt x="10965" y="4822"/>
                    </a:cubicBezTo>
                    <a:cubicBezTo>
                      <a:pt x="10144" y="3929"/>
                      <a:pt x="9001" y="3465"/>
                      <a:pt x="7537" y="3465"/>
                    </a:cubicBezTo>
                    <a:cubicBezTo>
                      <a:pt x="6465" y="3465"/>
                      <a:pt x="5572" y="3715"/>
                      <a:pt x="4786" y="4286"/>
                    </a:cubicBezTo>
                    <a:cubicBezTo>
                      <a:pt x="4036" y="4822"/>
                      <a:pt x="3536" y="5536"/>
                      <a:pt x="3286" y="6429"/>
                    </a:cubicBezTo>
                    <a:cubicBezTo>
                      <a:pt x="3143" y="7001"/>
                      <a:pt x="3072" y="8037"/>
                      <a:pt x="3072" y="9573"/>
                    </a:cubicBezTo>
                    <a:lnTo>
                      <a:pt x="3072" y="16109"/>
                    </a:lnTo>
                    <a:lnTo>
                      <a:pt x="12216" y="1610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1" name="Freeform: Shape 12340">
                <a:extLst>
                  <a:ext uri="{FF2B5EF4-FFF2-40B4-BE49-F238E27FC236}">
                    <a16:creationId xmlns:a16="http://schemas.microsoft.com/office/drawing/2014/main" id="{CC6B6E11-CB76-E660-3F2F-774A4EA84D26}"/>
                  </a:ext>
                </a:extLst>
              </p:cNvPr>
              <p:cNvSpPr/>
              <p:nvPr/>
            </p:nvSpPr>
            <p:spPr>
              <a:xfrm>
                <a:off x="5878186" y="2549556"/>
                <a:ext cx="58002" cy="51535"/>
              </a:xfrm>
              <a:custGeom>
                <a:avLst/>
                <a:gdLst>
                  <a:gd name="csX0" fmla="*/ 15966 w 26431"/>
                  <a:gd name="csY0" fmla="*/ 10823 h 23610"/>
                  <a:gd name="csX1" fmla="*/ 12966 w 26431"/>
                  <a:gd name="csY1" fmla="*/ 10823 h 23610"/>
                  <a:gd name="csX2" fmla="*/ 12966 w 26431"/>
                  <a:gd name="csY2" fmla="*/ 0 h 23610"/>
                  <a:gd name="csX3" fmla="*/ 22431 w 26431"/>
                  <a:gd name="csY3" fmla="*/ 0 h 23610"/>
                  <a:gd name="csX4" fmla="*/ 25432 w 26431"/>
                  <a:gd name="csY4" fmla="*/ 5143 h 23610"/>
                  <a:gd name="csX5" fmla="*/ 26432 w 26431"/>
                  <a:gd name="csY5" fmla="*/ 10573 h 23610"/>
                  <a:gd name="csX6" fmla="*/ 24824 w 26431"/>
                  <a:gd name="csY6" fmla="*/ 17395 h 23610"/>
                  <a:gd name="csX7" fmla="*/ 20145 w 26431"/>
                  <a:gd name="csY7" fmla="*/ 22038 h 23610"/>
                  <a:gd name="csX8" fmla="*/ 13323 w 26431"/>
                  <a:gd name="csY8" fmla="*/ 23610 h 23610"/>
                  <a:gd name="csX9" fmla="*/ 6358 w 26431"/>
                  <a:gd name="csY9" fmla="*/ 22038 h 23610"/>
                  <a:gd name="csX10" fmla="*/ 1571 w 26431"/>
                  <a:gd name="csY10" fmla="*/ 17538 h 23610"/>
                  <a:gd name="csX11" fmla="*/ 0 w 26431"/>
                  <a:gd name="csY11" fmla="*/ 10787 h 23610"/>
                  <a:gd name="csX12" fmla="*/ 893 w 26431"/>
                  <a:gd name="csY12" fmla="*/ 5786 h 23610"/>
                  <a:gd name="csX13" fmla="*/ 3393 w 26431"/>
                  <a:gd name="csY13" fmla="*/ 2286 h 23610"/>
                  <a:gd name="csX14" fmla="*/ 7572 w 26431"/>
                  <a:gd name="csY14" fmla="*/ 357 h 23610"/>
                  <a:gd name="csX15" fmla="*/ 8394 w 26431"/>
                  <a:gd name="csY15" fmla="*/ 3429 h 23610"/>
                  <a:gd name="csX16" fmla="*/ 5322 w 26431"/>
                  <a:gd name="csY16" fmla="*/ 4858 h 23610"/>
                  <a:gd name="csX17" fmla="*/ 3536 w 26431"/>
                  <a:gd name="csY17" fmla="*/ 7287 h 23610"/>
                  <a:gd name="csX18" fmla="*/ 2857 w 26431"/>
                  <a:gd name="csY18" fmla="*/ 10823 h 23610"/>
                  <a:gd name="csX19" fmla="*/ 3572 w 26431"/>
                  <a:gd name="csY19" fmla="*/ 14823 h 23610"/>
                  <a:gd name="csX20" fmla="*/ 5429 w 26431"/>
                  <a:gd name="csY20" fmla="*/ 17574 h 23610"/>
                  <a:gd name="csX21" fmla="*/ 7965 w 26431"/>
                  <a:gd name="csY21" fmla="*/ 19181 h 23610"/>
                  <a:gd name="csX22" fmla="*/ 13109 w 26431"/>
                  <a:gd name="csY22" fmla="*/ 20145 h 23610"/>
                  <a:gd name="csX23" fmla="*/ 18824 w 26431"/>
                  <a:gd name="csY23" fmla="*/ 18967 h 23610"/>
                  <a:gd name="csX24" fmla="*/ 22253 w 26431"/>
                  <a:gd name="csY24" fmla="*/ 15538 h 23610"/>
                  <a:gd name="csX25" fmla="*/ 23360 w 26431"/>
                  <a:gd name="csY25" fmla="*/ 10751 h 23610"/>
                  <a:gd name="csX26" fmla="*/ 22503 w 26431"/>
                  <a:gd name="csY26" fmla="*/ 6465 h 23610"/>
                  <a:gd name="csX27" fmla="*/ 20717 w 26431"/>
                  <a:gd name="csY27" fmla="*/ 3286 h 23610"/>
                  <a:gd name="csX28" fmla="*/ 15930 w 26431"/>
                  <a:gd name="csY28" fmla="*/ 3286 h 23610"/>
                  <a:gd name="csX29" fmla="*/ 15930 w 26431"/>
                  <a:gd name="csY29" fmla="*/ 10823 h 23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26431" h="23610">
                    <a:moveTo>
                      <a:pt x="15966" y="10823"/>
                    </a:moveTo>
                    <a:lnTo>
                      <a:pt x="12966" y="10823"/>
                    </a:lnTo>
                    <a:lnTo>
                      <a:pt x="12966" y="0"/>
                    </a:lnTo>
                    <a:cubicBezTo>
                      <a:pt x="12966" y="0"/>
                      <a:pt x="22431" y="0"/>
                      <a:pt x="22431" y="0"/>
                    </a:cubicBezTo>
                    <a:cubicBezTo>
                      <a:pt x="23753" y="1643"/>
                      <a:pt x="24753" y="3393"/>
                      <a:pt x="25432" y="5143"/>
                    </a:cubicBezTo>
                    <a:cubicBezTo>
                      <a:pt x="26110" y="6894"/>
                      <a:pt x="26432" y="8715"/>
                      <a:pt x="26432" y="10573"/>
                    </a:cubicBezTo>
                    <a:cubicBezTo>
                      <a:pt x="26432" y="13073"/>
                      <a:pt x="25896" y="15359"/>
                      <a:pt x="24824" y="17395"/>
                    </a:cubicBezTo>
                    <a:cubicBezTo>
                      <a:pt x="23753" y="19431"/>
                      <a:pt x="22181" y="21002"/>
                      <a:pt x="20145" y="22038"/>
                    </a:cubicBezTo>
                    <a:cubicBezTo>
                      <a:pt x="18109" y="23074"/>
                      <a:pt x="15823" y="23610"/>
                      <a:pt x="13323" y="23610"/>
                    </a:cubicBezTo>
                    <a:cubicBezTo>
                      <a:pt x="10823" y="23610"/>
                      <a:pt x="8537" y="23074"/>
                      <a:pt x="6358" y="22038"/>
                    </a:cubicBezTo>
                    <a:cubicBezTo>
                      <a:pt x="4215" y="21002"/>
                      <a:pt x="2607" y="19502"/>
                      <a:pt x="1571" y="17538"/>
                    </a:cubicBezTo>
                    <a:cubicBezTo>
                      <a:pt x="536" y="15573"/>
                      <a:pt x="0" y="13323"/>
                      <a:pt x="0" y="10787"/>
                    </a:cubicBezTo>
                    <a:cubicBezTo>
                      <a:pt x="0" y="8930"/>
                      <a:pt x="321" y="7287"/>
                      <a:pt x="893" y="5786"/>
                    </a:cubicBezTo>
                    <a:cubicBezTo>
                      <a:pt x="1500" y="4286"/>
                      <a:pt x="2322" y="3108"/>
                      <a:pt x="3393" y="2286"/>
                    </a:cubicBezTo>
                    <a:cubicBezTo>
                      <a:pt x="4465" y="1429"/>
                      <a:pt x="5858" y="786"/>
                      <a:pt x="7572" y="357"/>
                    </a:cubicBezTo>
                    <a:lnTo>
                      <a:pt x="8394" y="3429"/>
                    </a:lnTo>
                    <a:cubicBezTo>
                      <a:pt x="7108" y="3822"/>
                      <a:pt x="6072" y="4286"/>
                      <a:pt x="5322" y="4858"/>
                    </a:cubicBezTo>
                    <a:cubicBezTo>
                      <a:pt x="4572" y="5429"/>
                      <a:pt x="3965" y="6251"/>
                      <a:pt x="3536" y="7287"/>
                    </a:cubicBezTo>
                    <a:cubicBezTo>
                      <a:pt x="3108" y="8358"/>
                      <a:pt x="2857" y="9501"/>
                      <a:pt x="2857" y="10823"/>
                    </a:cubicBezTo>
                    <a:cubicBezTo>
                      <a:pt x="2857" y="12359"/>
                      <a:pt x="3108" y="13716"/>
                      <a:pt x="3572" y="14823"/>
                    </a:cubicBezTo>
                    <a:cubicBezTo>
                      <a:pt x="4036" y="15966"/>
                      <a:pt x="4643" y="16859"/>
                      <a:pt x="5429" y="17574"/>
                    </a:cubicBezTo>
                    <a:cubicBezTo>
                      <a:pt x="6179" y="18288"/>
                      <a:pt x="7036" y="18788"/>
                      <a:pt x="7965" y="19181"/>
                    </a:cubicBezTo>
                    <a:cubicBezTo>
                      <a:pt x="9537" y="19824"/>
                      <a:pt x="11251" y="20145"/>
                      <a:pt x="13109" y="20145"/>
                    </a:cubicBezTo>
                    <a:cubicBezTo>
                      <a:pt x="15395" y="20145"/>
                      <a:pt x="17288" y="19752"/>
                      <a:pt x="18824" y="18967"/>
                    </a:cubicBezTo>
                    <a:cubicBezTo>
                      <a:pt x="20360" y="18181"/>
                      <a:pt x="21503" y="17038"/>
                      <a:pt x="22253" y="15538"/>
                    </a:cubicBezTo>
                    <a:cubicBezTo>
                      <a:pt x="23003" y="14037"/>
                      <a:pt x="23360" y="12430"/>
                      <a:pt x="23360" y="10751"/>
                    </a:cubicBezTo>
                    <a:cubicBezTo>
                      <a:pt x="23360" y="9287"/>
                      <a:pt x="23074" y="7858"/>
                      <a:pt x="22503" y="6465"/>
                    </a:cubicBezTo>
                    <a:cubicBezTo>
                      <a:pt x="21931" y="5072"/>
                      <a:pt x="21324" y="4000"/>
                      <a:pt x="20717" y="3286"/>
                    </a:cubicBezTo>
                    <a:lnTo>
                      <a:pt x="15930" y="3286"/>
                    </a:lnTo>
                    <a:lnTo>
                      <a:pt x="15930" y="1082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2" name="Freeform: Shape 12341">
                <a:extLst>
                  <a:ext uri="{FF2B5EF4-FFF2-40B4-BE49-F238E27FC236}">
                    <a16:creationId xmlns:a16="http://schemas.microsoft.com/office/drawing/2014/main" id="{F9FF96D5-8E5B-E431-9A16-93B44ACD5460}"/>
                  </a:ext>
                </a:extLst>
              </p:cNvPr>
              <p:cNvSpPr/>
              <p:nvPr/>
            </p:nvSpPr>
            <p:spPr>
              <a:xfrm>
                <a:off x="5893626" y="2484689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8 h 25110"/>
                  <a:gd name="csX3" fmla="*/ 3000 w 18966"/>
                  <a:gd name="csY3" fmla="*/ 22288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1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1 w 18966"/>
                  <a:gd name="csY15" fmla="*/ 4572 h 25110"/>
                  <a:gd name="csX16" fmla="*/ 2750 w 18966"/>
                  <a:gd name="csY16" fmla="*/ 6429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1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8"/>
                    </a:lnTo>
                    <a:lnTo>
                      <a:pt x="3000" y="22288"/>
                    </a:lnTo>
                    <a:cubicBezTo>
                      <a:pt x="2107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4"/>
                      <a:pt x="857" y="13287"/>
                    </a:cubicBezTo>
                    <a:cubicBezTo>
                      <a:pt x="1429" y="12394"/>
                      <a:pt x="2215" y="11787"/>
                      <a:pt x="3251" y="11430"/>
                    </a:cubicBezTo>
                    <a:cubicBezTo>
                      <a:pt x="1072" y="9965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7" y="3143"/>
                      <a:pt x="5108" y="3250"/>
                      <a:pt x="4572" y="3465"/>
                    </a:cubicBezTo>
                    <a:cubicBezTo>
                      <a:pt x="4036" y="3679"/>
                      <a:pt x="3572" y="4036"/>
                      <a:pt x="3251" y="4572"/>
                    </a:cubicBezTo>
                    <a:cubicBezTo>
                      <a:pt x="2929" y="5108"/>
                      <a:pt x="2750" y="5715"/>
                      <a:pt x="2750" y="6429"/>
                    </a:cubicBezTo>
                    <a:cubicBezTo>
                      <a:pt x="2750" y="7751"/>
                      <a:pt x="3179" y="8822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1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4" name="Freeform: Shape 12343">
                <a:extLst>
                  <a:ext uri="{FF2B5EF4-FFF2-40B4-BE49-F238E27FC236}">
                    <a16:creationId xmlns:a16="http://schemas.microsoft.com/office/drawing/2014/main" id="{E4E21AC6-B36E-E7D4-EF23-76B660D82D9E}"/>
                  </a:ext>
                </a:extLst>
              </p:cNvPr>
              <p:cNvSpPr/>
              <p:nvPr/>
            </p:nvSpPr>
            <p:spPr>
              <a:xfrm>
                <a:off x="5940421" y="2527960"/>
                <a:ext cx="58002" cy="51535"/>
              </a:xfrm>
              <a:custGeom>
                <a:avLst/>
                <a:gdLst>
                  <a:gd name="csX0" fmla="*/ 15967 w 26431"/>
                  <a:gd name="csY0" fmla="*/ 10823 h 23610"/>
                  <a:gd name="csX1" fmla="*/ 12966 w 26431"/>
                  <a:gd name="csY1" fmla="*/ 10823 h 23610"/>
                  <a:gd name="csX2" fmla="*/ 12966 w 26431"/>
                  <a:gd name="csY2" fmla="*/ 0 h 23610"/>
                  <a:gd name="csX3" fmla="*/ 22431 w 26431"/>
                  <a:gd name="csY3" fmla="*/ 0 h 23610"/>
                  <a:gd name="csX4" fmla="*/ 25432 w 26431"/>
                  <a:gd name="csY4" fmla="*/ 5144 h 23610"/>
                  <a:gd name="csX5" fmla="*/ 26432 w 26431"/>
                  <a:gd name="csY5" fmla="*/ 10573 h 23610"/>
                  <a:gd name="csX6" fmla="*/ 24825 w 26431"/>
                  <a:gd name="csY6" fmla="*/ 17395 h 23610"/>
                  <a:gd name="csX7" fmla="*/ 20145 w 26431"/>
                  <a:gd name="csY7" fmla="*/ 22038 h 23610"/>
                  <a:gd name="csX8" fmla="*/ 13323 w 26431"/>
                  <a:gd name="csY8" fmla="*/ 23610 h 23610"/>
                  <a:gd name="csX9" fmla="*/ 6358 w 26431"/>
                  <a:gd name="csY9" fmla="*/ 22038 h 23610"/>
                  <a:gd name="csX10" fmla="*/ 1572 w 26431"/>
                  <a:gd name="csY10" fmla="*/ 17538 h 23610"/>
                  <a:gd name="csX11" fmla="*/ 0 w 26431"/>
                  <a:gd name="csY11" fmla="*/ 10787 h 23610"/>
                  <a:gd name="csX12" fmla="*/ 893 w 26431"/>
                  <a:gd name="csY12" fmla="*/ 5786 h 23610"/>
                  <a:gd name="csX13" fmla="*/ 3394 w 26431"/>
                  <a:gd name="csY13" fmla="*/ 2286 h 23610"/>
                  <a:gd name="csX14" fmla="*/ 7572 w 26431"/>
                  <a:gd name="csY14" fmla="*/ 357 h 23610"/>
                  <a:gd name="csX15" fmla="*/ 8394 w 26431"/>
                  <a:gd name="csY15" fmla="*/ 3429 h 23610"/>
                  <a:gd name="csX16" fmla="*/ 5322 w 26431"/>
                  <a:gd name="csY16" fmla="*/ 4858 h 23610"/>
                  <a:gd name="csX17" fmla="*/ 3536 w 26431"/>
                  <a:gd name="csY17" fmla="*/ 7287 h 23610"/>
                  <a:gd name="csX18" fmla="*/ 2858 w 26431"/>
                  <a:gd name="csY18" fmla="*/ 10823 h 23610"/>
                  <a:gd name="csX19" fmla="*/ 3572 w 26431"/>
                  <a:gd name="csY19" fmla="*/ 14823 h 23610"/>
                  <a:gd name="csX20" fmla="*/ 5429 w 26431"/>
                  <a:gd name="csY20" fmla="*/ 17574 h 23610"/>
                  <a:gd name="csX21" fmla="*/ 7966 w 26431"/>
                  <a:gd name="csY21" fmla="*/ 19181 h 23610"/>
                  <a:gd name="csX22" fmla="*/ 13109 w 26431"/>
                  <a:gd name="csY22" fmla="*/ 20145 h 23610"/>
                  <a:gd name="csX23" fmla="*/ 18824 w 26431"/>
                  <a:gd name="csY23" fmla="*/ 18967 h 23610"/>
                  <a:gd name="csX24" fmla="*/ 22253 w 26431"/>
                  <a:gd name="csY24" fmla="*/ 15538 h 23610"/>
                  <a:gd name="csX25" fmla="*/ 23360 w 26431"/>
                  <a:gd name="csY25" fmla="*/ 10751 h 23610"/>
                  <a:gd name="csX26" fmla="*/ 22503 w 26431"/>
                  <a:gd name="csY26" fmla="*/ 6465 h 23610"/>
                  <a:gd name="csX27" fmla="*/ 20717 w 26431"/>
                  <a:gd name="csY27" fmla="*/ 3286 h 23610"/>
                  <a:gd name="csX28" fmla="*/ 15931 w 26431"/>
                  <a:gd name="csY28" fmla="*/ 3286 h 23610"/>
                  <a:gd name="csX29" fmla="*/ 15931 w 26431"/>
                  <a:gd name="csY29" fmla="*/ 10823 h 23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26431" h="23610">
                    <a:moveTo>
                      <a:pt x="15967" y="10823"/>
                    </a:moveTo>
                    <a:lnTo>
                      <a:pt x="12966" y="10823"/>
                    </a:lnTo>
                    <a:lnTo>
                      <a:pt x="12966" y="0"/>
                    </a:lnTo>
                    <a:cubicBezTo>
                      <a:pt x="12966" y="0"/>
                      <a:pt x="22431" y="0"/>
                      <a:pt x="22431" y="0"/>
                    </a:cubicBezTo>
                    <a:cubicBezTo>
                      <a:pt x="23753" y="1643"/>
                      <a:pt x="24753" y="3393"/>
                      <a:pt x="25432" y="5144"/>
                    </a:cubicBezTo>
                    <a:cubicBezTo>
                      <a:pt x="26111" y="6894"/>
                      <a:pt x="26432" y="8715"/>
                      <a:pt x="26432" y="10573"/>
                    </a:cubicBezTo>
                    <a:cubicBezTo>
                      <a:pt x="26432" y="13073"/>
                      <a:pt x="25896" y="15359"/>
                      <a:pt x="24825" y="17395"/>
                    </a:cubicBezTo>
                    <a:cubicBezTo>
                      <a:pt x="23753" y="19431"/>
                      <a:pt x="22182" y="21003"/>
                      <a:pt x="20145" y="22038"/>
                    </a:cubicBezTo>
                    <a:cubicBezTo>
                      <a:pt x="18110" y="23074"/>
                      <a:pt x="15824" y="23610"/>
                      <a:pt x="13323" y="23610"/>
                    </a:cubicBezTo>
                    <a:cubicBezTo>
                      <a:pt x="10823" y="23610"/>
                      <a:pt x="8537" y="23074"/>
                      <a:pt x="6358" y="22038"/>
                    </a:cubicBezTo>
                    <a:cubicBezTo>
                      <a:pt x="4215" y="21003"/>
                      <a:pt x="2608" y="19502"/>
                      <a:pt x="1572" y="17538"/>
                    </a:cubicBezTo>
                    <a:cubicBezTo>
                      <a:pt x="536" y="15573"/>
                      <a:pt x="0" y="13323"/>
                      <a:pt x="0" y="10787"/>
                    </a:cubicBezTo>
                    <a:cubicBezTo>
                      <a:pt x="0" y="8930"/>
                      <a:pt x="322" y="7287"/>
                      <a:pt x="893" y="5786"/>
                    </a:cubicBezTo>
                    <a:cubicBezTo>
                      <a:pt x="1500" y="4286"/>
                      <a:pt x="2322" y="3108"/>
                      <a:pt x="3394" y="2286"/>
                    </a:cubicBezTo>
                    <a:cubicBezTo>
                      <a:pt x="4465" y="1429"/>
                      <a:pt x="5858" y="786"/>
                      <a:pt x="7572" y="357"/>
                    </a:cubicBezTo>
                    <a:lnTo>
                      <a:pt x="8394" y="3429"/>
                    </a:lnTo>
                    <a:cubicBezTo>
                      <a:pt x="7108" y="3822"/>
                      <a:pt x="6072" y="4286"/>
                      <a:pt x="5322" y="4858"/>
                    </a:cubicBezTo>
                    <a:cubicBezTo>
                      <a:pt x="4572" y="5429"/>
                      <a:pt x="3965" y="6251"/>
                      <a:pt x="3536" y="7287"/>
                    </a:cubicBezTo>
                    <a:cubicBezTo>
                      <a:pt x="3108" y="8358"/>
                      <a:pt x="2858" y="9501"/>
                      <a:pt x="2858" y="10823"/>
                    </a:cubicBezTo>
                    <a:cubicBezTo>
                      <a:pt x="2858" y="12359"/>
                      <a:pt x="3108" y="13716"/>
                      <a:pt x="3572" y="14823"/>
                    </a:cubicBezTo>
                    <a:cubicBezTo>
                      <a:pt x="4036" y="15966"/>
                      <a:pt x="4644" y="16859"/>
                      <a:pt x="5429" y="17574"/>
                    </a:cubicBezTo>
                    <a:cubicBezTo>
                      <a:pt x="6180" y="18288"/>
                      <a:pt x="7037" y="18788"/>
                      <a:pt x="7966" y="19181"/>
                    </a:cubicBezTo>
                    <a:cubicBezTo>
                      <a:pt x="9537" y="19824"/>
                      <a:pt x="11251" y="20145"/>
                      <a:pt x="13109" y="20145"/>
                    </a:cubicBezTo>
                    <a:cubicBezTo>
                      <a:pt x="15395" y="20145"/>
                      <a:pt x="17288" y="19752"/>
                      <a:pt x="18824" y="18967"/>
                    </a:cubicBezTo>
                    <a:cubicBezTo>
                      <a:pt x="20360" y="18181"/>
                      <a:pt x="21503" y="17038"/>
                      <a:pt x="22253" y="15538"/>
                    </a:cubicBezTo>
                    <a:cubicBezTo>
                      <a:pt x="23003" y="14037"/>
                      <a:pt x="23360" y="12430"/>
                      <a:pt x="23360" y="10751"/>
                    </a:cubicBezTo>
                    <a:cubicBezTo>
                      <a:pt x="23360" y="9287"/>
                      <a:pt x="23075" y="7858"/>
                      <a:pt x="22503" y="6465"/>
                    </a:cubicBezTo>
                    <a:cubicBezTo>
                      <a:pt x="21931" y="5072"/>
                      <a:pt x="21324" y="4000"/>
                      <a:pt x="20717" y="3286"/>
                    </a:cubicBezTo>
                    <a:lnTo>
                      <a:pt x="15931" y="3286"/>
                    </a:lnTo>
                    <a:lnTo>
                      <a:pt x="15931" y="1082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5" name="Freeform: Shape 12344">
                <a:extLst>
                  <a:ext uri="{FF2B5EF4-FFF2-40B4-BE49-F238E27FC236}">
                    <a16:creationId xmlns:a16="http://schemas.microsoft.com/office/drawing/2014/main" id="{132529A5-34E2-9FE8-68E6-E81A839545C9}"/>
                  </a:ext>
                </a:extLst>
              </p:cNvPr>
              <p:cNvSpPr/>
              <p:nvPr/>
            </p:nvSpPr>
            <p:spPr>
              <a:xfrm>
                <a:off x="5955864" y="2485156"/>
                <a:ext cx="41620" cy="32822"/>
              </a:xfrm>
              <a:custGeom>
                <a:avLst/>
                <a:gdLst>
                  <a:gd name="csX0" fmla="*/ 18966 w 18966"/>
                  <a:gd name="csY0" fmla="*/ 15037 h 15037"/>
                  <a:gd name="csX1" fmla="*/ 429 w 18966"/>
                  <a:gd name="csY1" fmla="*/ 15037 h 15037"/>
                  <a:gd name="csX2" fmla="*/ 429 w 18966"/>
                  <a:gd name="csY2" fmla="*/ 12216 h 15037"/>
                  <a:gd name="csX3" fmla="*/ 3072 w 18966"/>
                  <a:gd name="csY3" fmla="*/ 12216 h 15037"/>
                  <a:gd name="csX4" fmla="*/ 0 w 18966"/>
                  <a:gd name="csY4" fmla="*/ 6322 h 15037"/>
                  <a:gd name="csX5" fmla="*/ 607 w 18966"/>
                  <a:gd name="csY5" fmla="*/ 3250 h 15037"/>
                  <a:gd name="csX6" fmla="*/ 2179 w 18966"/>
                  <a:gd name="csY6" fmla="*/ 1143 h 15037"/>
                  <a:gd name="csX7" fmla="*/ 4501 w 18966"/>
                  <a:gd name="csY7" fmla="*/ 179 h 15037"/>
                  <a:gd name="csX8" fmla="*/ 7572 w 18966"/>
                  <a:gd name="csY8" fmla="*/ 0 h 15037"/>
                  <a:gd name="csX9" fmla="*/ 18966 w 18966"/>
                  <a:gd name="csY9" fmla="*/ 0 h 15037"/>
                  <a:gd name="csX10" fmla="*/ 18966 w 18966"/>
                  <a:gd name="csY10" fmla="*/ 3143 h 15037"/>
                  <a:gd name="csX11" fmla="*/ 7715 w 18966"/>
                  <a:gd name="csY11" fmla="*/ 3143 h 15037"/>
                  <a:gd name="csX12" fmla="*/ 4858 w 18966"/>
                  <a:gd name="csY12" fmla="*/ 3500 h 15037"/>
                  <a:gd name="csX13" fmla="*/ 3322 w 18966"/>
                  <a:gd name="csY13" fmla="*/ 4786 h 15037"/>
                  <a:gd name="csX14" fmla="*/ 2750 w 18966"/>
                  <a:gd name="csY14" fmla="*/ 6965 h 15037"/>
                  <a:gd name="csX15" fmla="*/ 4036 w 18966"/>
                  <a:gd name="csY15" fmla="*/ 10430 h 15037"/>
                  <a:gd name="csX16" fmla="*/ 8858 w 18966"/>
                  <a:gd name="csY16" fmla="*/ 11894 h 15037"/>
                  <a:gd name="csX17" fmla="*/ 18966 w 18966"/>
                  <a:gd name="csY17" fmla="*/ 11894 h 15037"/>
                  <a:gd name="csX18" fmla="*/ 18966 w 18966"/>
                  <a:gd name="csY18" fmla="*/ 15037 h 150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8966" h="15037">
                    <a:moveTo>
                      <a:pt x="18966" y="15037"/>
                    </a:moveTo>
                    <a:lnTo>
                      <a:pt x="429" y="15037"/>
                    </a:lnTo>
                    <a:lnTo>
                      <a:pt x="429" y="12216"/>
                    </a:lnTo>
                    <a:lnTo>
                      <a:pt x="3072" y="12216"/>
                    </a:lnTo>
                    <a:cubicBezTo>
                      <a:pt x="1036" y="10858"/>
                      <a:pt x="0" y="8894"/>
                      <a:pt x="0" y="6322"/>
                    </a:cubicBezTo>
                    <a:cubicBezTo>
                      <a:pt x="0" y="5215"/>
                      <a:pt x="214" y="4179"/>
                      <a:pt x="607" y="3250"/>
                    </a:cubicBezTo>
                    <a:cubicBezTo>
                      <a:pt x="1000" y="2322"/>
                      <a:pt x="1536" y="1607"/>
                      <a:pt x="2179" y="1143"/>
                    </a:cubicBezTo>
                    <a:cubicBezTo>
                      <a:pt x="2821" y="679"/>
                      <a:pt x="3608" y="357"/>
                      <a:pt x="4501" y="179"/>
                    </a:cubicBezTo>
                    <a:cubicBezTo>
                      <a:pt x="5072" y="71"/>
                      <a:pt x="6108" y="0"/>
                      <a:pt x="7572" y="0"/>
                    </a:cubicBezTo>
                    <a:lnTo>
                      <a:pt x="18966" y="0"/>
                    </a:lnTo>
                    <a:lnTo>
                      <a:pt x="18966" y="3143"/>
                    </a:lnTo>
                    <a:lnTo>
                      <a:pt x="7715" y="3143"/>
                    </a:lnTo>
                    <a:cubicBezTo>
                      <a:pt x="6429" y="3143"/>
                      <a:pt x="5465" y="3250"/>
                      <a:pt x="4858" y="3500"/>
                    </a:cubicBezTo>
                    <a:cubicBezTo>
                      <a:pt x="4215" y="3750"/>
                      <a:pt x="3714" y="4179"/>
                      <a:pt x="3322" y="4786"/>
                    </a:cubicBezTo>
                    <a:cubicBezTo>
                      <a:pt x="2929" y="5394"/>
                      <a:pt x="2750" y="6144"/>
                      <a:pt x="2750" y="6965"/>
                    </a:cubicBezTo>
                    <a:cubicBezTo>
                      <a:pt x="2750" y="8322"/>
                      <a:pt x="3179" y="9465"/>
                      <a:pt x="4036" y="10430"/>
                    </a:cubicBezTo>
                    <a:cubicBezTo>
                      <a:pt x="4893" y="11394"/>
                      <a:pt x="6501" y="11894"/>
                      <a:pt x="8858" y="11894"/>
                    </a:cubicBezTo>
                    <a:lnTo>
                      <a:pt x="18966" y="11894"/>
                    </a:lnTo>
                    <a:lnTo>
                      <a:pt x="18966" y="15037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7" name="Freeform: Shape 12346">
                <a:extLst>
                  <a:ext uri="{FF2B5EF4-FFF2-40B4-BE49-F238E27FC236}">
                    <a16:creationId xmlns:a16="http://schemas.microsoft.com/office/drawing/2014/main" id="{F3526F30-D25F-F5E8-CDA3-2BA5A59B63AE}"/>
                  </a:ext>
                </a:extLst>
              </p:cNvPr>
              <p:cNvSpPr/>
              <p:nvPr/>
            </p:nvSpPr>
            <p:spPr>
              <a:xfrm>
                <a:off x="6003600" y="2600154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80 w 25574"/>
                  <a:gd name="csY12" fmla="*/ 16109 h 19538"/>
                  <a:gd name="csX13" fmla="*/ 12180 w 25574"/>
                  <a:gd name="csY13" fmla="*/ 9501 h 19538"/>
                  <a:gd name="csX14" fmla="*/ 10965 w 25574"/>
                  <a:gd name="csY14" fmla="*/ 4858 h 19538"/>
                  <a:gd name="csX15" fmla="*/ 7537 w 25574"/>
                  <a:gd name="csY15" fmla="*/ 3500 h 19538"/>
                  <a:gd name="csX16" fmla="*/ 4786 w 25574"/>
                  <a:gd name="csY16" fmla="*/ 4322 h 19538"/>
                  <a:gd name="csX17" fmla="*/ 3286 w 25574"/>
                  <a:gd name="csY17" fmla="*/ 6465 h 19538"/>
                  <a:gd name="csX18" fmla="*/ 3072 w 25574"/>
                  <a:gd name="csY18" fmla="*/ 9608 h 19538"/>
                  <a:gd name="csX19" fmla="*/ 3072 w 25574"/>
                  <a:gd name="csY19" fmla="*/ 16145 h 19538"/>
                  <a:gd name="csX20" fmla="*/ 12216 w 25574"/>
                  <a:gd name="csY20" fmla="*/ 16145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7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8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80" y="16109"/>
                    </a:moveTo>
                    <a:lnTo>
                      <a:pt x="12180" y="9501"/>
                    </a:lnTo>
                    <a:cubicBezTo>
                      <a:pt x="12180" y="7322"/>
                      <a:pt x="11787" y="5751"/>
                      <a:pt x="10965" y="4858"/>
                    </a:cubicBezTo>
                    <a:cubicBezTo>
                      <a:pt x="10144" y="3965"/>
                      <a:pt x="9001" y="3500"/>
                      <a:pt x="7537" y="3500"/>
                    </a:cubicBezTo>
                    <a:cubicBezTo>
                      <a:pt x="6465" y="3500"/>
                      <a:pt x="5572" y="3750"/>
                      <a:pt x="4786" y="4322"/>
                    </a:cubicBezTo>
                    <a:cubicBezTo>
                      <a:pt x="4036" y="4858"/>
                      <a:pt x="3536" y="5572"/>
                      <a:pt x="3286" y="6465"/>
                    </a:cubicBezTo>
                    <a:cubicBezTo>
                      <a:pt x="3143" y="7036"/>
                      <a:pt x="3072" y="8072"/>
                      <a:pt x="3072" y="9608"/>
                    </a:cubicBezTo>
                    <a:lnTo>
                      <a:pt x="3072" y="16145"/>
                    </a:lnTo>
                    <a:lnTo>
                      <a:pt x="12216" y="16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8" name="Freeform: Shape 12347">
                <a:extLst>
                  <a:ext uri="{FF2B5EF4-FFF2-40B4-BE49-F238E27FC236}">
                    <a16:creationId xmlns:a16="http://schemas.microsoft.com/office/drawing/2014/main" id="{8F6B0134-680D-D082-DCAC-A88F4BBC90A4}"/>
                  </a:ext>
                </a:extLst>
              </p:cNvPr>
              <p:cNvSpPr/>
              <p:nvPr/>
            </p:nvSpPr>
            <p:spPr>
              <a:xfrm>
                <a:off x="6002503" y="2548777"/>
                <a:ext cx="58160" cy="44439"/>
              </a:xfrm>
              <a:custGeom>
                <a:avLst/>
                <a:gdLst>
                  <a:gd name="csX0" fmla="*/ 17859 w 26503"/>
                  <a:gd name="csY0" fmla="*/ 20360 h 20359"/>
                  <a:gd name="csX1" fmla="*/ 17574 w 26503"/>
                  <a:gd name="csY1" fmla="*/ 17181 h 20359"/>
                  <a:gd name="csX2" fmla="*/ 20717 w 26503"/>
                  <a:gd name="csY2" fmla="*/ 16145 h 20359"/>
                  <a:gd name="csX3" fmla="*/ 22681 w 26503"/>
                  <a:gd name="csY3" fmla="*/ 13573 h 20359"/>
                  <a:gd name="csX4" fmla="*/ 23432 w 26503"/>
                  <a:gd name="csY4" fmla="*/ 9644 h 20359"/>
                  <a:gd name="csX5" fmla="*/ 22860 w 26503"/>
                  <a:gd name="csY5" fmla="*/ 6215 h 20359"/>
                  <a:gd name="csX6" fmla="*/ 21252 w 26503"/>
                  <a:gd name="csY6" fmla="*/ 4000 h 20359"/>
                  <a:gd name="csX7" fmla="*/ 19074 w 26503"/>
                  <a:gd name="csY7" fmla="*/ 3286 h 20359"/>
                  <a:gd name="csX8" fmla="*/ 16966 w 26503"/>
                  <a:gd name="csY8" fmla="*/ 4000 h 20359"/>
                  <a:gd name="csX9" fmla="*/ 15466 w 26503"/>
                  <a:gd name="csY9" fmla="*/ 6287 h 20359"/>
                  <a:gd name="csX10" fmla="*/ 14216 w 26503"/>
                  <a:gd name="csY10" fmla="*/ 10823 h 20359"/>
                  <a:gd name="csX11" fmla="*/ 12609 w 26503"/>
                  <a:gd name="csY11" fmla="*/ 15752 h 20359"/>
                  <a:gd name="csX12" fmla="*/ 10216 w 26503"/>
                  <a:gd name="csY12" fmla="*/ 18502 h 20359"/>
                  <a:gd name="csX13" fmla="*/ 7036 w 26503"/>
                  <a:gd name="csY13" fmla="*/ 19395 h 20359"/>
                  <a:gd name="csX14" fmla="*/ 3429 w 26503"/>
                  <a:gd name="csY14" fmla="*/ 18288 h 20359"/>
                  <a:gd name="csX15" fmla="*/ 893 w 26503"/>
                  <a:gd name="csY15" fmla="*/ 15073 h 20359"/>
                  <a:gd name="csX16" fmla="*/ 0 w 26503"/>
                  <a:gd name="csY16" fmla="*/ 10394 h 20359"/>
                  <a:gd name="csX17" fmla="*/ 929 w 26503"/>
                  <a:gd name="csY17" fmla="*/ 5394 h 20359"/>
                  <a:gd name="csX18" fmla="*/ 3608 w 26503"/>
                  <a:gd name="csY18" fmla="*/ 2036 h 20359"/>
                  <a:gd name="csX19" fmla="*/ 7644 w 26503"/>
                  <a:gd name="csY19" fmla="*/ 786 h 20359"/>
                  <a:gd name="csX20" fmla="*/ 7894 w 26503"/>
                  <a:gd name="csY20" fmla="*/ 4036 h 20359"/>
                  <a:gd name="csX21" fmla="*/ 4250 w 26503"/>
                  <a:gd name="csY21" fmla="*/ 5822 h 20359"/>
                  <a:gd name="csX22" fmla="*/ 3000 w 26503"/>
                  <a:gd name="csY22" fmla="*/ 10287 h 20359"/>
                  <a:gd name="csX23" fmla="*/ 4143 w 26503"/>
                  <a:gd name="csY23" fmla="*/ 14752 h 20359"/>
                  <a:gd name="csX24" fmla="*/ 6858 w 26503"/>
                  <a:gd name="csY24" fmla="*/ 16145 h 20359"/>
                  <a:gd name="csX25" fmla="*/ 9144 w 26503"/>
                  <a:gd name="csY25" fmla="*/ 15145 h 20359"/>
                  <a:gd name="csX26" fmla="*/ 10965 w 26503"/>
                  <a:gd name="csY26" fmla="*/ 10037 h 20359"/>
                  <a:gd name="csX27" fmla="*/ 12609 w 26503"/>
                  <a:gd name="csY27" fmla="*/ 4393 h 20359"/>
                  <a:gd name="csX28" fmla="*/ 15216 w 26503"/>
                  <a:gd name="csY28" fmla="*/ 1072 h 20359"/>
                  <a:gd name="csX29" fmla="*/ 18860 w 26503"/>
                  <a:gd name="csY29" fmla="*/ 0 h 20359"/>
                  <a:gd name="csX30" fmla="*/ 22681 w 26503"/>
                  <a:gd name="csY30" fmla="*/ 1179 h 20359"/>
                  <a:gd name="csX31" fmla="*/ 25503 w 26503"/>
                  <a:gd name="csY31" fmla="*/ 4536 h 20359"/>
                  <a:gd name="csX32" fmla="*/ 26503 w 26503"/>
                  <a:gd name="csY32" fmla="*/ 9466 h 20359"/>
                  <a:gd name="csX33" fmla="*/ 25503 w 26503"/>
                  <a:gd name="csY33" fmla="*/ 15288 h 20359"/>
                  <a:gd name="csX34" fmla="*/ 22467 w 26503"/>
                  <a:gd name="csY34" fmla="*/ 18967 h 20359"/>
                  <a:gd name="csX35" fmla="*/ 17859 w 26503"/>
                  <a:gd name="csY35" fmla="*/ 20360 h 203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26503" h="20359">
                    <a:moveTo>
                      <a:pt x="17859" y="20360"/>
                    </a:moveTo>
                    <a:lnTo>
                      <a:pt x="17574" y="17181"/>
                    </a:lnTo>
                    <a:cubicBezTo>
                      <a:pt x="18860" y="17038"/>
                      <a:pt x="19895" y="16681"/>
                      <a:pt x="20717" y="16145"/>
                    </a:cubicBezTo>
                    <a:cubicBezTo>
                      <a:pt x="21539" y="15573"/>
                      <a:pt x="22181" y="14752"/>
                      <a:pt x="22681" y="13573"/>
                    </a:cubicBezTo>
                    <a:cubicBezTo>
                      <a:pt x="23181" y="12430"/>
                      <a:pt x="23432" y="11108"/>
                      <a:pt x="23432" y="9644"/>
                    </a:cubicBezTo>
                    <a:cubicBezTo>
                      <a:pt x="23432" y="8358"/>
                      <a:pt x="23253" y="7215"/>
                      <a:pt x="22860" y="6215"/>
                    </a:cubicBezTo>
                    <a:cubicBezTo>
                      <a:pt x="22467" y="5215"/>
                      <a:pt x="21931" y="4501"/>
                      <a:pt x="21252" y="4000"/>
                    </a:cubicBezTo>
                    <a:cubicBezTo>
                      <a:pt x="20574" y="3500"/>
                      <a:pt x="19860" y="3286"/>
                      <a:pt x="19074" y="3286"/>
                    </a:cubicBezTo>
                    <a:cubicBezTo>
                      <a:pt x="18288" y="3286"/>
                      <a:pt x="17574" y="3536"/>
                      <a:pt x="16966" y="4000"/>
                    </a:cubicBezTo>
                    <a:cubicBezTo>
                      <a:pt x="16359" y="4465"/>
                      <a:pt x="15859" y="5215"/>
                      <a:pt x="15466" y="6287"/>
                    </a:cubicBezTo>
                    <a:cubicBezTo>
                      <a:pt x="15216" y="6965"/>
                      <a:pt x="14788" y="8501"/>
                      <a:pt x="14216" y="10823"/>
                    </a:cubicBezTo>
                    <a:cubicBezTo>
                      <a:pt x="13644" y="13180"/>
                      <a:pt x="13145" y="14823"/>
                      <a:pt x="12609" y="15752"/>
                    </a:cubicBezTo>
                    <a:cubicBezTo>
                      <a:pt x="11966" y="16966"/>
                      <a:pt x="11180" y="17895"/>
                      <a:pt x="10216" y="18502"/>
                    </a:cubicBezTo>
                    <a:cubicBezTo>
                      <a:pt x="9251" y="19110"/>
                      <a:pt x="8215" y="19395"/>
                      <a:pt x="7036" y="19395"/>
                    </a:cubicBezTo>
                    <a:cubicBezTo>
                      <a:pt x="5751" y="19395"/>
                      <a:pt x="4536" y="19038"/>
                      <a:pt x="3429" y="18288"/>
                    </a:cubicBezTo>
                    <a:cubicBezTo>
                      <a:pt x="2286" y="17574"/>
                      <a:pt x="1465" y="16502"/>
                      <a:pt x="893" y="15073"/>
                    </a:cubicBezTo>
                    <a:cubicBezTo>
                      <a:pt x="321" y="13680"/>
                      <a:pt x="0" y="12109"/>
                      <a:pt x="0" y="10394"/>
                    </a:cubicBezTo>
                    <a:cubicBezTo>
                      <a:pt x="0" y="8501"/>
                      <a:pt x="321" y="6822"/>
                      <a:pt x="929" y="5394"/>
                    </a:cubicBezTo>
                    <a:cubicBezTo>
                      <a:pt x="1536" y="3929"/>
                      <a:pt x="2429" y="2822"/>
                      <a:pt x="3608" y="2036"/>
                    </a:cubicBezTo>
                    <a:cubicBezTo>
                      <a:pt x="4786" y="1250"/>
                      <a:pt x="6144" y="821"/>
                      <a:pt x="7644" y="786"/>
                    </a:cubicBezTo>
                    <a:lnTo>
                      <a:pt x="7894" y="4036"/>
                    </a:lnTo>
                    <a:cubicBezTo>
                      <a:pt x="6287" y="4215"/>
                      <a:pt x="5072" y="4786"/>
                      <a:pt x="4250" y="5822"/>
                    </a:cubicBezTo>
                    <a:cubicBezTo>
                      <a:pt x="3429" y="6822"/>
                      <a:pt x="3000" y="8323"/>
                      <a:pt x="3000" y="10287"/>
                    </a:cubicBezTo>
                    <a:cubicBezTo>
                      <a:pt x="3000" y="12252"/>
                      <a:pt x="3393" y="13823"/>
                      <a:pt x="4143" y="14752"/>
                    </a:cubicBezTo>
                    <a:cubicBezTo>
                      <a:pt x="4893" y="15681"/>
                      <a:pt x="5786" y="16145"/>
                      <a:pt x="6858" y="16145"/>
                    </a:cubicBezTo>
                    <a:cubicBezTo>
                      <a:pt x="7787" y="16145"/>
                      <a:pt x="8537" y="15823"/>
                      <a:pt x="9144" y="15145"/>
                    </a:cubicBezTo>
                    <a:cubicBezTo>
                      <a:pt x="9715" y="14502"/>
                      <a:pt x="10359" y="12787"/>
                      <a:pt x="10965" y="10037"/>
                    </a:cubicBezTo>
                    <a:cubicBezTo>
                      <a:pt x="11609" y="7287"/>
                      <a:pt x="12144" y="5394"/>
                      <a:pt x="12609" y="4393"/>
                    </a:cubicBezTo>
                    <a:cubicBezTo>
                      <a:pt x="13287" y="2893"/>
                      <a:pt x="14144" y="1786"/>
                      <a:pt x="15216" y="1072"/>
                    </a:cubicBezTo>
                    <a:cubicBezTo>
                      <a:pt x="16252" y="357"/>
                      <a:pt x="17467" y="0"/>
                      <a:pt x="18860" y="0"/>
                    </a:cubicBezTo>
                    <a:cubicBezTo>
                      <a:pt x="20253" y="0"/>
                      <a:pt x="21503" y="393"/>
                      <a:pt x="22681" y="1179"/>
                    </a:cubicBezTo>
                    <a:cubicBezTo>
                      <a:pt x="23896" y="1964"/>
                      <a:pt x="24824" y="3072"/>
                      <a:pt x="25503" y="4536"/>
                    </a:cubicBezTo>
                    <a:cubicBezTo>
                      <a:pt x="26182" y="6001"/>
                      <a:pt x="26503" y="7644"/>
                      <a:pt x="26503" y="9466"/>
                    </a:cubicBezTo>
                    <a:cubicBezTo>
                      <a:pt x="26503" y="11787"/>
                      <a:pt x="26182" y="13716"/>
                      <a:pt x="25503" y="15288"/>
                    </a:cubicBezTo>
                    <a:cubicBezTo>
                      <a:pt x="24824" y="16859"/>
                      <a:pt x="23825" y="18074"/>
                      <a:pt x="22467" y="18967"/>
                    </a:cubicBezTo>
                    <a:cubicBezTo>
                      <a:pt x="21110" y="19860"/>
                      <a:pt x="19574" y="20324"/>
                      <a:pt x="17859" y="20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49" name="Freeform: Shape 12348">
                <a:extLst>
                  <a:ext uri="{FF2B5EF4-FFF2-40B4-BE49-F238E27FC236}">
                    <a16:creationId xmlns:a16="http://schemas.microsoft.com/office/drawing/2014/main" id="{4DD30C3C-2707-351F-A92F-B01A4979E234}"/>
                  </a:ext>
                </a:extLst>
              </p:cNvPr>
              <p:cNvSpPr/>
              <p:nvPr/>
            </p:nvSpPr>
            <p:spPr>
              <a:xfrm>
                <a:off x="6018178" y="2484766"/>
                <a:ext cx="41620" cy="54809"/>
              </a:xfrm>
              <a:custGeom>
                <a:avLst/>
                <a:gdLst>
                  <a:gd name="csX0" fmla="*/ 18931 w 18966"/>
                  <a:gd name="csY0" fmla="*/ 25110 h 25110"/>
                  <a:gd name="csX1" fmla="*/ 393 w 18966"/>
                  <a:gd name="csY1" fmla="*/ 25110 h 25110"/>
                  <a:gd name="csX2" fmla="*/ 393 w 18966"/>
                  <a:gd name="csY2" fmla="*/ 22289 h 25110"/>
                  <a:gd name="csX3" fmla="*/ 3000 w 18966"/>
                  <a:gd name="csY3" fmla="*/ 22289 h 25110"/>
                  <a:gd name="csX4" fmla="*/ 821 w 18966"/>
                  <a:gd name="csY4" fmla="*/ 19967 h 25110"/>
                  <a:gd name="csX5" fmla="*/ 0 w 18966"/>
                  <a:gd name="csY5" fmla="*/ 16645 h 25110"/>
                  <a:gd name="csX6" fmla="*/ 857 w 18966"/>
                  <a:gd name="csY6" fmla="*/ 13287 h 25110"/>
                  <a:gd name="csX7" fmla="*/ 3251 w 18966"/>
                  <a:gd name="csY7" fmla="*/ 11430 h 25110"/>
                  <a:gd name="csX8" fmla="*/ 0 w 18966"/>
                  <a:gd name="csY8" fmla="*/ 5715 h 25110"/>
                  <a:gd name="csX9" fmla="*/ 1536 w 18966"/>
                  <a:gd name="csY9" fmla="*/ 1500 h 25110"/>
                  <a:gd name="csX10" fmla="*/ 6251 w 18966"/>
                  <a:gd name="csY10" fmla="*/ 0 h 25110"/>
                  <a:gd name="csX11" fmla="*/ 18967 w 18966"/>
                  <a:gd name="csY11" fmla="*/ 0 h 25110"/>
                  <a:gd name="csX12" fmla="*/ 18967 w 18966"/>
                  <a:gd name="csY12" fmla="*/ 3143 h 25110"/>
                  <a:gd name="csX13" fmla="*/ 7287 w 18966"/>
                  <a:gd name="csY13" fmla="*/ 3143 h 25110"/>
                  <a:gd name="csX14" fmla="*/ 4572 w 18966"/>
                  <a:gd name="csY14" fmla="*/ 3465 h 25110"/>
                  <a:gd name="csX15" fmla="*/ 3251 w 18966"/>
                  <a:gd name="csY15" fmla="*/ 4572 h 25110"/>
                  <a:gd name="csX16" fmla="*/ 2750 w 18966"/>
                  <a:gd name="csY16" fmla="*/ 6430 h 25110"/>
                  <a:gd name="csX17" fmla="*/ 4036 w 18966"/>
                  <a:gd name="csY17" fmla="*/ 9680 h 25110"/>
                  <a:gd name="csX18" fmla="*/ 8180 w 18966"/>
                  <a:gd name="csY18" fmla="*/ 10966 h 25110"/>
                  <a:gd name="csX19" fmla="*/ 18931 w 18966"/>
                  <a:gd name="csY19" fmla="*/ 10966 h 25110"/>
                  <a:gd name="csX20" fmla="*/ 18931 w 18966"/>
                  <a:gd name="csY20" fmla="*/ 14109 h 25110"/>
                  <a:gd name="csX21" fmla="*/ 6894 w 18966"/>
                  <a:gd name="csY21" fmla="*/ 14109 h 25110"/>
                  <a:gd name="csX22" fmla="*/ 3751 w 18966"/>
                  <a:gd name="csY22" fmla="*/ 14859 h 25110"/>
                  <a:gd name="csX23" fmla="*/ 2715 w 18966"/>
                  <a:gd name="csY23" fmla="*/ 17359 h 25110"/>
                  <a:gd name="csX24" fmla="*/ 3429 w 18966"/>
                  <a:gd name="csY24" fmla="*/ 19824 h 25110"/>
                  <a:gd name="csX25" fmla="*/ 5465 w 18966"/>
                  <a:gd name="csY25" fmla="*/ 21467 h 25110"/>
                  <a:gd name="csX26" fmla="*/ 9323 w 18966"/>
                  <a:gd name="csY26" fmla="*/ 21967 h 25110"/>
                  <a:gd name="csX27" fmla="*/ 18931 w 18966"/>
                  <a:gd name="csY27" fmla="*/ 21967 h 25110"/>
                  <a:gd name="csX28" fmla="*/ 18931 w 18966"/>
                  <a:gd name="csY28" fmla="*/ 25110 h 2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8966" h="25110">
                    <a:moveTo>
                      <a:pt x="18931" y="25110"/>
                    </a:moveTo>
                    <a:lnTo>
                      <a:pt x="393" y="25110"/>
                    </a:lnTo>
                    <a:lnTo>
                      <a:pt x="393" y="22289"/>
                    </a:lnTo>
                    <a:lnTo>
                      <a:pt x="3000" y="22289"/>
                    </a:lnTo>
                    <a:cubicBezTo>
                      <a:pt x="2107" y="21717"/>
                      <a:pt x="1357" y="20931"/>
                      <a:pt x="821" y="19967"/>
                    </a:cubicBezTo>
                    <a:cubicBezTo>
                      <a:pt x="250" y="19002"/>
                      <a:pt x="0" y="17895"/>
                      <a:pt x="0" y="16645"/>
                    </a:cubicBezTo>
                    <a:cubicBezTo>
                      <a:pt x="0" y="15288"/>
                      <a:pt x="286" y="14145"/>
                      <a:pt x="857" y="13287"/>
                    </a:cubicBezTo>
                    <a:cubicBezTo>
                      <a:pt x="1429" y="12395"/>
                      <a:pt x="2215" y="11787"/>
                      <a:pt x="3251" y="11430"/>
                    </a:cubicBezTo>
                    <a:cubicBezTo>
                      <a:pt x="1072" y="9966"/>
                      <a:pt x="0" y="8072"/>
                      <a:pt x="0" y="5715"/>
                    </a:cubicBezTo>
                    <a:cubicBezTo>
                      <a:pt x="0" y="3893"/>
                      <a:pt x="500" y="2465"/>
                      <a:pt x="1536" y="1500"/>
                    </a:cubicBezTo>
                    <a:cubicBezTo>
                      <a:pt x="2572" y="500"/>
                      <a:pt x="4108" y="0"/>
                      <a:pt x="6251" y="0"/>
                    </a:cubicBezTo>
                    <a:lnTo>
                      <a:pt x="18967" y="0"/>
                    </a:lnTo>
                    <a:lnTo>
                      <a:pt x="18967" y="3143"/>
                    </a:lnTo>
                    <a:lnTo>
                      <a:pt x="7287" y="3143"/>
                    </a:lnTo>
                    <a:cubicBezTo>
                      <a:pt x="6036" y="3143"/>
                      <a:pt x="5108" y="3251"/>
                      <a:pt x="4572" y="3465"/>
                    </a:cubicBezTo>
                    <a:cubicBezTo>
                      <a:pt x="4036" y="3679"/>
                      <a:pt x="3572" y="4036"/>
                      <a:pt x="3251" y="4572"/>
                    </a:cubicBezTo>
                    <a:cubicBezTo>
                      <a:pt x="2929" y="5108"/>
                      <a:pt x="2750" y="5715"/>
                      <a:pt x="2750" y="6430"/>
                    </a:cubicBezTo>
                    <a:cubicBezTo>
                      <a:pt x="2750" y="7751"/>
                      <a:pt x="3179" y="8823"/>
                      <a:pt x="4036" y="9680"/>
                    </a:cubicBezTo>
                    <a:cubicBezTo>
                      <a:pt x="4893" y="10537"/>
                      <a:pt x="6287" y="10966"/>
                      <a:pt x="8180" y="10966"/>
                    </a:cubicBezTo>
                    <a:lnTo>
                      <a:pt x="18931" y="10966"/>
                    </a:lnTo>
                    <a:lnTo>
                      <a:pt x="18931" y="14109"/>
                    </a:lnTo>
                    <a:lnTo>
                      <a:pt x="6894" y="14109"/>
                    </a:lnTo>
                    <a:cubicBezTo>
                      <a:pt x="5501" y="14109"/>
                      <a:pt x="4465" y="14359"/>
                      <a:pt x="3751" y="14859"/>
                    </a:cubicBezTo>
                    <a:cubicBezTo>
                      <a:pt x="3072" y="15359"/>
                      <a:pt x="2715" y="16216"/>
                      <a:pt x="2715" y="17359"/>
                    </a:cubicBezTo>
                    <a:cubicBezTo>
                      <a:pt x="2715" y="18252"/>
                      <a:pt x="2929" y="19074"/>
                      <a:pt x="3429" y="19824"/>
                    </a:cubicBezTo>
                    <a:cubicBezTo>
                      <a:pt x="3893" y="20574"/>
                      <a:pt x="4572" y="21110"/>
                      <a:pt x="5465" y="21467"/>
                    </a:cubicBezTo>
                    <a:cubicBezTo>
                      <a:pt x="6358" y="21824"/>
                      <a:pt x="7644" y="21967"/>
                      <a:pt x="9323" y="21967"/>
                    </a:cubicBezTo>
                    <a:lnTo>
                      <a:pt x="18931" y="21967"/>
                    </a:lnTo>
                    <a:lnTo>
                      <a:pt x="18931" y="2511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1" name="Freeform: Shape 12350">
                <a:extLst>
                  <a:ext uri="{FF2B5EF4-FFF2-40B4-BE49-F238E27FC236}">
                    <a16:creationId xmlns:a16="http://schemas.microsoft.com/office/drawing/2014/main" id="{EEA23F6E-1913-D665-1AB6-0BB6DB47C132}"/>
                  </a:ext>
                </a:extLst>
              </p:cNvPr>
              <p:cNvSpPr/>
              <p:nvPr/>
            </p:nvSpPr>
            <p:spPr>
              <a:xfrm>
                <a:off x="6065915" y="2592281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5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5 h 21145"/>
                  <a:gd name="csX13" fmla="*/ 22539 w 25574"/>
                  <a:gd name="csY13" fmla="*/ 17716 h 21145"/>
                  <a:gd name="csX14" fmla="*/ 22539 w 25574"/>
                  <a:gd name="csY14" fmla="*/ 12252 h 21145"/>
                  <a:gd name="csX15" fmla="*/ 22074 w 25574"/>
                  <a:gd name="csY15" fmla="*/ 8287 h 21145"/>
                  <a:gd name="csX16" fmla="*/ 20753 w 25574"/>
                  <a:gd name="csY16" fmla="*/ 6001 h 21145"/>
                  <a:gd name="csX17" fmla="*/ 17502 w 25574"/>
                  <a:gd name="csY17" fmla="*/ 4143 h 21145"/>
                  <a:gd name="csX18" fmla="*/ 12573 w 25574"/>
                  <a:gd name="csY18" fmla="*/ 3465 h 21145"/>
                  <a:gd name="csX19" fmla="*/ 6394 w 25574"/>
                  <a:gd name="csY19" fmla="*/ 4786 h 21145"/>
                  <a:gd name="csX20" fmla="*/ 3500 w 25574"/>
                  <a:gd name="csY20" fmla="*/ 7965 h 21145"/>
                  <a:gd name="csX21" fmla="*/ 3001 w 25574"/>
                  <a:gd name="csY21" fmla="*/ 12359 h 21145"/>
                  <a:gd name="csX22" fmla="*/ 3001 w 25574"/>
                  <a:gd name="csY22" fmla="*/ 17716 h 21145"/>
                  <a:gd name="csX23" fmla="*/ 22539 w 25574"/>
                  <a:gd name="csY23" fmla="*/ 17716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8"/>
                      <a:pt x="107" y="8822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7" y="1679"/>
                      <a:pt x="6537" y="1000"/>
                    </a:cubicBezTo>
                    <a:cubicBezTo>
                      <a:pt x="8323" y="321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4"/>
                      <a:pt x="21503" y="2429"/>
                    </a:cubicBezTo>
                    <a:cubicBezTo>
                      <a:pt x="22467" y="3143"/>
                      <a:pt x="23253" y="3929"/>
                      <a:pt x="23825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8"/>
                      <a:pt x="25539" y="11930"/>
                    </a:cubicBezTo>
                    <a:lnTo>
                      <a:pt x="25539" y="21145"/>
                    </a:lnTo>
                    <a:moveTo>
                      <a:pt x="22539" y="17716"/>
                    </a:moveTo>
                    <a:lnTo>
                      <a:pt x="22539" y="12252"/>
                    </a:lnTo>
                    <a:cubicBezTo>
                      <a:pt x="22539" y="10573"/>
                      <a:pt x="22396" y="9251"/>
                      <a:pt x="22074" y="8287"/>
                    </a:cubicBezTo>
                    <a:cubicBezTo>
                      <a:pt x="21753" y="7322"/>
                      <a:pt x="21324" y="6572"/>
                      <a:pt x="20753" y="6001"/>
                    </a:cubicBezTo>
                    <a:cubicBezTo>
                      <a:pt x="19967" y="5179"/>
                      <a:pt x="18860" y="4572"/>
                      <a:pt x="17502" y="4143"/>
                    </a:cubicBezTo>
                    <a:cubicBezTo>
                      <a:pt x="16145" y="3715"/>
                      <a:pt x="14502" y="3465"/>
                      <a:pt x="12573" y="3465"/>
                    </a:cubicBezTo>
                    <a:cubicBezTo>
                      <a:pt x="9894" y="3465"/>
                      <a:pt x="7858" y="3893"/>
                      <a:pt x="6394" y="4786"/>
                    </a:cubicBezTo>
                    <a:cubicBezTo>
                      <a:pt x="4929" y="5679"/>
                      <a:pt x="4000" y="6715"/>
                      <a:pt x="3500" y="7965"/>
                    </a:cubicBezTo>
                    <a:cubicBezTo>
                      <a:pt x="3143" y="8858"/>
                      <a:pt x="3001" y="10323"/>
                      <a:pt x="3001" y="12359"/>
                    </a:cubicBezTo>
                    <a:lnTo>
                      <a:pt x="3001" y="17716"/>
                    </a:lnTo>
                    <a:lnTo>
                      <a:pt x="22539" y="17716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2" name="Freeform: Shape 12351">
                <a:extLst>
                  <a:ext uri="{FF2B5EF4-FFF2-40B4-BE49-F238E27FC236}">
                    <a16:creationId xmlns:a16="http://schemas.microsoft.com/office/drawing/2014/main" id="{6CFFA03A-1EA5-00E0-B09E-935CE1E44E07}"/>
                  </a:ext>
                </a:extLst>
              </p:cNvPr>
              <p:cNvSpPr/>
              <p:nvPr/>
            </p:nvSpPr>
            <p:spPr>
              <a:xfrm>
                <a:off x="6065915" y="2550180"/>
                <a:ext cx="57063" cy="35162"/>
              </a:xfrm>
              <a:custGeom>
                <a:avLst/>
                <a:gdLst>
                  <a:gd name="csX0" fmla="*/ 25575 w 26003"/>
                  <a:gd name="csY0" fmla="*/ 2965 h 16109"/>
                  <a:gd name="csX1" fmla="*/ 23253 w 26003"/>
                  <a:gd name="csY1" fmla="*/ 2965 h 16109"/>
                  <a:gd name="csX2" fmla="*/ 26003 w 26003"/>
                  <a:gd name="csY2" fmla="*/ 8144 h 16109"/>
                  <a:gd name="csX3" fmla="*/ 24789 w 26003"/>
                  <a:gd name="csY3" fmla="*/ 12216 h 16109"/>
                  <a:gd name="csX4" fmla="*/ 21360 w 26003"/>
                  <a:gd name="csY4" fmla="*/ 15073 h 16109"/>
                  <a:gd name="csX5" fmla="*/ 16324 w 26003"/>
                  <a:gd name="csY5" fmla="*/ 16109 h 16109"/>
                  <a:gd name="csX6" fmla="*/ 11287 w 26003"/>
                  <a:gd name="csY6" fmla="*/ 15180 h 16109"/>
                  <a:gd name="csX7" fmla="*/ 7823 w 26003"/>
                  <a:gd name="csY7" fmla="*/ 12395 h 16109"/>
                  <a:gd name="csX8" fmla="*/ 6608 w 26003"/>
                  <a:gd name="csY8" fmla="*/ 8251 h 16109"/>
                  <a:gd name="csX9" fmla="*/ 7323 w 26003"/>
                  <a:gd name="csY9" fmla="*/ 5251 h 16109"/>
                  <a:gd name="csX10" fmla="*/ 9180 w 26003"/>
                  <a:gd name="csY10" fmla="*/ 3143 h 16109"/>
                  <a:gd name="csX11" fmla="*/ 0 w 26003"/>
                  <a:gd name="csY11" fmla="*/ 3143 h 16109"/>
                  <a:gd name="csX12" fmla="*/ 0 w 26003"/>
                  <a:gd name="csY12" fmla="*/ 0 h 16109"/>
                  <a:gd name="csX13" fmla="*/ 25575 w 26003"/>
                  <a:gd name="csY13" fmla="*/ 0 h 16109"/>
                  <a:gd name="csX14" fmla="*/ 25575 w 26003"/>
                  <a:gd name="csY14" fmla="*/ 2929 h 16109"/>
                  <a:gd name="csX15" fmla="*/ 16324 w 26003"/>
                  <a:gd name="csY15" fmla="*/ 12894 h 16109"/>
                  <a:gd name="csX16" fmla="*/ 21646 w 26003"/>
                  <a:gd name="csY16" fmla="*/ 11394 h 16109"/>
                  <a:gd name="csX17" fmla="*/ 23396 w 26003"/>
                  <a:gd name="csY17" fmla="*/ 7858 h 16109"/>
                  <a:gd name="csX18" fmla="*/ 21717 w 26003"/>
                  <a:gd name="csY18" fmla="*/ 4358 h 16109"/>
                  <a:gd name="csX19" fmla="*/ 16574 w 26003"/>
                  <a:gd name="csY19" fmla="*/ 2929 h 16109"/>
                  <a:gd name="csX20" fmla="*/ 11002 w 26003"/>
                  <a:gd name="csY20" fmla="*/ 4394 h 16109"/>
                  <a:gd name="csX21" fmla="*/ 9216 w 26003"/>
                  <a:gd name="csY21" fmla="*/ 8001 h 16109"/>
                  <a:gd name="csX22" fmla="*/ 10930 w 26003"/>
                  <a:gd name="csY22" fmla="*/ 11502 h 16109"/>
                  <a:gd name="csX23" fmla="*/ 16324 w 26003"/>
                  <a:gd name="csY23" fmla="*/ 12894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6003" h="16109">
                    <a:moveTo>
                      <a:pt x="25575" y="2965"/>
                    </a:moveTo>
                    <a:lnTo>
                      <a:pt x="23253" y="2965"/>
                    </a:lnTo>
                    <a:cubicBezTo>
                      <a:pt x="25075" y="4143"/>
                      <a:pt x="26003" y="5858"/>
                      <a:pt x="26003" y="8144"/>
                    </a:cubicBezTo>
                    <a:cubicBezTo>
                      <a:pt x="26003" y="9608"/>
                      <a:pt x="25611" y="10966"/>
                      <a:pt x="24789" y="12216"/>
                    </a:cubicBezTo>
                    <a:cubicBezTo>
                      <a:pt x="23968" y="13466"/>
                      <a:pt x="22824" y="14431"/>
                      <a:pt x="21360" y="15073"/>
                    </a:cubicBezTo>
                    <a:cubicBezTo>
                      <a:pt x="19896" y="15752"/>
                      <a:pt x="18216" y="16109"/>
                      <a:pt x="16324" y="16109"/>
                    </a:cubicBezTo>
                    <a:cubicBezTo>
                      <a:pt x="14431" y="16109"/>
                      <a:pt x="12788" y="15788"/>
                      <a:pt x="11287" y="15180"/>
                    </a:cubicBezTo>
                    <a:cubicBezTo>
                      <a:pt x="9787" y="14573"/>
                      <a:pt x="8608" y="13645"/>
                      <a:pt x="7823" y="12395"/>
                    </a:cubicBezTo>
                    <a:cubicBezTo>
                      <a:pt x="7001" y="11180"/>
                      <a:pt x="6608" y="9787"/>
                      <a:pt x="6608" y="8251"/>
                    </a:cubicBezTo>
                    <a:cubicBezTo>
                      <a:pt x="6608" y="7144"/>
                      <a:pt x="6858" y="6144"/>
                      <a:pt x="7323" y="5251"/>
                    </a:cubicBezTo>
                    <a:cubicBezTo>
                      <a:pt x="7787" y="4394"/>
                      <a:pt x="8394" y="3679"/>
                      <a:pt x="9180" y="3143"/>
                    </a:cubicBezTo>
                    <a:lnTo>
                      <a:pt x="0" y="3143"/>
                    </a:lnTo>
                    <a:lnTo>
                      <a:pt x="0" y="0"/>
                    </a:lnTo>
                    <a:lnTo>
                      <a:pt x="25575" y="0"/>
                    </a:lnTo>
                    <a:lnTo>
                      <a:pt x="25575" y="2929"/>
                    </a:lnTo>
                    <a:moveTo>
                      <a:pt x="16324" y="12894"/>
                    </a:moveTo>
                    <a:cubicBezTo>
                      <a:pt x="18681" y="12894"/>
                      <a:pt x="20467" y="12395"/>
                      <a:pt x="21646" y="11394"/>
                    </a:cubicBezTo>
                    <a:cubicBezTo>
                      <a:pt x="22824" y="10394"/>
                      <a:pt x="23396" y="9215"/>
                      <a:pt x="23396" y="7858"/>
                    </a:cubicBezTo>
                    <a:cubicBezTo>
                      <a:pt x="23396" y="6501"/>
                      <a:pt x="22824" y="5322"/>
                      <a:pt x="21717" y="4358"/>
                    </a:cubicBezTo>
                    <a:cubicBezTo>
                      <a:pt x="20610" y="3393"/>
                      <a:pt x="18895" y="2929"/>
                      <a:pt x="16574" y="2929"/>
                    </a:cubicBezTo>
                    <a:cubicBezTo>
                      <a:pt x="14038" y="2929"/>
                      <a:pt x="12180" y="3429"/>
                      <a:pt x="11002" y="4394"/>
                    </a:cubicBezTo>
                    <a:cubicBezTo>
                      <a:pt x="9823" y="5358"/>
                      <a:pt x="9216" y="6572"/>
                      <a:pt x="9216" y="8001"/>
                    </a:cubicBezTo>
                    <a:cubicBezTo>
                      <a:pt x="9216" y="9430"/>
                      <a:pt x="9787" y="10573"/>
                      <a:pt x="10930" y="11502"/>
                    </a:cubicBezTo>
                    <a:cubicBezTo>
                      <a:pt x="12073" y="12430"/>
                      <a:pt x="13859" y="12894"/>
                      <a:pt x="16324" y="1289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3" name="Freeform: Shape 12352">
                <a:extLst>
                  <a:ext uri="{FF2B5EF4-FFF2-40B4-BE49-F238E27FC236}">
                    <a16:creationId xmlns:a16="http://schemas.microsoft.com/office/drawing/2014/main" id="{E4E409BE-17CC-0E28-C483-71985B00D9C1}"/>
                  </a:ext>
                </a:extLst>
              </p:cNvPr>
              <p:cNvSpPr/>
              <p:nvPr/>
            </p:nvSpPr>
            <p:spPr>
              <a:xfrm>
                <a:off x="6098287" y="2521176"/>
                <a:ext cx="6897" cy="21050"/>
              </a:xfrm>
              <a:custGeom>
                <a:avLst/>
                <a:gdLst>
                  <a:gd name="csX0" fmla="*/ 3143 w 3143"/>
                  <a:gd name="csY0" fmla="*/ 9644 h 9644"/>
                  <a:gd name="csX1" fmla="*/ 0 w 3143"/>
                  <a:gd name="csY1" fmla="*/ 9644 h 9644"/>
                  <a:gd name="csX2" fmla="*/ 0 w 3143"/>
                  <a:gd name="csY2" fmla="*/ 0 h 9644"/>
                  <a:gd name="csX3" fmla="*/ 3143 w 3143"/>
                  <a:gd name="csY3" fmla="*/ 0 h 9644"/>
                  <a:gd name="csX4" fmla="*/ 3143 w 3143"/>
                  <a:gd name="csY4" fmla="*/ 9644 h 9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43" h="9644">
                    <a:moveTo>
                      <a:pt x="3143" y="9644"/>
                    </a:moveTo>
                    <a:lnTo>
                      <a:pt x="0" y="9644"/>
                    </a:lnTo>
                    <a:lnTo>
                      <a:pt x="0" y="0"/>
                    </a:lnTo>
                    <a:lnTo>
                      <a:pt x="3143" y="0"/>
                    </a:lnTo>
                    <a:lnTo>
                      <a:pt x="3143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4" name="Freeform: Shape 12353">
                <a:extLst>
                  <a:ext uri="{FF2B5EF4-FFF2-40B4-BE49-F238E27FC236}">
                    <a16:creationId xmlns:a16="http://schemas.microsoft.com/office/drawing/2014/main" id="{A6A045DB-064B-83BD-A69B-2E6D73178E87}"/>
                  </a:ext>
                </a:extLst>
              </p:cNvPr>
              <p:cNvSpPr/>
              <p:nvPr/>
            </p:nvSpPr>
            <p:spPr>
              <a:xfrm>
                <a:off x="6081357" y="2480634"/>
                <a:ext cx="40679" cy="37033"/>
              </a:xfrm>
              <a:custGeom>
                <a:avLst/>
                <a:gdLst>
                  <a:gd name="csX0" fmla="*/ 18538 w 18537"/>
                  <a:gd name="csY0" fmla="*/ 9930 h 16966"/>
                  <a:gd name="csX1" fmla="*/ 0 w 18537"/>
                  <a:gd name="csY1" fmla="*/ 16966 h 16966"/>
                  <a:gd name="csX2" fmla="*/ 0 w 18537"/>
                  <a:gd name="csY2" fmla="*/ 13645 h 16966"/>
                  <a:gd name="csX3" fmla="*/ 11108 w 18537"/>
                  <a:gd name="csY3" fmla="*/ 9680 h 16966"/>
                  <a:gd name="csX4" fmla="*/ 14823 w 18537"/>
                  <a:gd name="csY4" fmla="*/ 8501 h 16966"/>
                  <a:gd name="csX5" fmla="*/ 11287 w 18537"/>
                  <a:gd name="csY5" fmla="*/ 7322 h 16966"/>
                  <a:gd name="csX6" fmla="*/ 0 w 18537"/>
                  <a:gd name="csY6" fmla="*/ 3215 h 16966"/>
                  <a:gd name="csX7" fmla="*/ 0 w 18537"/>
                  <a:gd name="csY7" fmla="*/ 0 h 16966"/>
                  <a:gd name="csX8" fmla="*/ 18538 w 18537"/>
                  <a:gd name="csY8" fmla="*/ 7001 h 16966"/>
                  <a:gd name="csX9" fmla="*/ 18538 w 18537"/>
                  <a:gd name="csY9" fmla="*/ 9930 h 16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8537" h="16966">
                    <a:moveTo>
                      <a:pt x="18538" y="9930"/>
                    </a:moveTo>
                    <a:lnTo>
                      <a:pt x="0" y="16966"/>
                    </a:lnTo>
                    <a:lnTo>
                      <a:pt x="0" y="13645"/>
                    </a:lnTo>
                    <a:lnTo>
                      <a:pt x="11108" y="9680"/>
                    </a:lnTo>
                    <a:cubicBezTo>
                      <a:pt x="12287" y="9251"/>
                      <a:pt x="13537" y="8858"/>
                      <a:pt x="14823" y="8501"/>
                    </a:cubicBezTo>
                    <a:cubicBezTo>
                      <a:pt x="13858" y="8215"/>
                      <a:pt x="12680" y="7822"/>
                      <a:pt x="11287" y="7322"/>
                    </a:cubicBezTo>
                    <a:lnTo>
                      <a:pt x="0" y="3215"/>
                    </a:lnTo>
                    <a:lnTo>
                      <a:pt x="0" y="0"/>
                    </a:lnTo>
                    <a:lnTo>
                      <a:pt x="18538" y="7001"/>
                    </a:lnTo>
                    <a:lnTo>
                      <a:pt x="18538" y="993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6" name="Freeform: Shape 12355">
                <a:extLst>
                  <a:ext uri="{FF2B5EF4-FFF2-40B4-BE49-F238E27FC236}">
                    <a16:creationId xmlns:a16="http://schemas.microsoft.com/office/drawing/2014/main" id="{E808F0D6-F734-42BC-6B4D-DBB59A9AB6DD}"/>
                  </a:ext>
                </a:extLst>
              </p:cNvPr>
              <p:cNvSpPr/>
              <p:nvPr/>
            </p:nvSpPr>
            <p:spPr>
              <a:xfrm>
                <a:off x="6128231" y="2598284"/>
                <a:ext cx="56042" cy="44205"/>
              </a:xfrm>
              <a:custGeom>
                <a:avLst/>
                <a:gdLst>
                  <a:gd name="csX0" fmla="*/ 25539 w 25538"/>
                  <a:gd name="csY0" fmla="*/ 11823 h 20252"/>
                  <a:gd name="csX1" fmla="*/ 3000 w 25538"/>
                  <a:gd name="csY1" fmla="*/ 11823 h 20252"/>
                  <a:gd name="csX2" fmla="*/ 3000 w 25538"/>
                  <a:gd name="csY2" fmla="*/ 20252 h 20252"/>
                  <a:gd name="csX3" fmla="*/ 0 w 25538"/>
                  <a:gd name="csY3" fmla="*/ 20252 h 20252"/>
                  <a:gd name="csX4" fmla="*/ 0 w 25538"/>
                  <a:gd name="csY4" fmla="*/ 0 h 20252"/>
                  <a:gd name="csX5" fmla="*/ 3000 w 25538"/>
                  <a:gd name="csY5" fmla="*/ 0 h 20252"/>
                  <a:gd name="csX6" fmla="*/ 3000 w 25538"/>
                  <a:gd name="csY6" fmla="*/ 8465 h 20252"/>
                  <a:gd name="csX7" fmla="*/ 25539 w 25538"/>
                  <a:gd name="csY7" fmla="*/ 8465 h 20252"/>
                  <a:gd name="csX8" fmla="*/ 25539 w 25538"/>
                  <a:gd name="csY8" fmla="*/ 11858 h 20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538" h="20252">
                    <a:moveTo>
                      <a:pt x="25539" y="11823"/>
                    </a:moveTo>
                    <a:lnTo>
                      <a:pt x="3000" y="11823"/>
                    </a:lnTo>
                    <a:lnTo>
                      <a:pt x="3000" y="20252"/>
                    </a:lnTo>
                    <a:lnTo>
                      <a:pt x="0" y="20252"/>
                    </a:lnTo>
                    <a:lnTo>
                      <a:pt x="0" y="0"/>
                    </a:lnTo>
                    <a:lnTo>
                      <a:pt x="3000" y="0"/>
                    </a:lnTo>
                    <a:lnTo>
                      <a:pt x="3000" y="8465"/>
                    </a:lnTo>
                    <a:lnTo>
                      <a:pt x="25539" y="8465"/>
                    </a:lnTo>
                    <a:lnTo>
                      <a:pt x="25539" y="1185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7" name="Freeform: Shape 12356">
                <a:extLst>
                  <a:ext uri="{FF2B5EF4-FFF2-40B4-BE49-F238E27FC236}">
                    <a16:creationId xmlns:a16="http://schemas.microsoft.com/office/drawing/2014/main" id="{C13A677B-43EC-5C21-DB50-385C6896BCAC}"/>
                  </a:ext>
                </a:extLst>
              </p:cNvPr>
              <p:cNvSpPr/>
              <p:nvPr/>
            </p:nvSpPr>
            <p:spPr>
              <a:xfrm>
                <a:off x="6127211" y="2540980"/>
                <a:ext cx="58002" cy="51535"/>
              </a:xfrm>
              <a:custGeom>
                <a:avLst/>
                <a:gdLst>
                  <a:gd name="csX0" fmla="*/ 15966 w 26431"/>
                  <a:gd name="csY0" fmla="*/ 10823 h 23610"/>
                  <a:gd name="csX1" fmla="*/ 12966 w 26431"/>
                  <a:gd name="csY1" fmla="*/ 10823 h 23610"/>
                  <a:gd name="csX2" fmla="*/ 12966 w 26431"/>
                  <a:gd name="csY2" fmla="*/ 0 h 23610"/>
                  <a:gd name="csX3" fmla="*/ 22431 w 26431"/>
                  <a:gd name="csY3" fmla="*/ 0 h 23610"/>
                  <a:gd name="csX4" fmla="*/ 25432 w 26431"/>
                  <a:gd name="csY4" fmla="*/ 5144 h 23610"/>
                  <a:gd name="csX5" fmla="*/ 26432 w 26431"/>
                  <a:gd name="csY5" fmla="*/ 10573 h 23610"/>
                  <a:gd name="csX6" fmla="*/ 24824 w 26431"/>
                  <a:gd name="csY6" fmla="*/ 17395 h 23610"/>
                  <a:gd name="csX7" fmla="*/ 20145 w 26431"/>
                  <a:gd name="csY7" fmla="*/ 22038 h 23610"/>
                  <a:gd name="csX8" fmla="*/ 13323 w 26431"/>
                  <a:gd name="csY8" fmla="*/ 23610 h 23610"/>
                  <a:gd name="csX9" fmla="*/ 6358 w 26431"/>
                  <a:gd name="csY9" fmla="*/ 22038 h 23610"/>
                  <a:gd name="csX10" fmla="*/ 1571 w 26431"/>
                  <a:gd name="csY10" fmla="*/ 17538 h 23610"/>
                  <a:gd name="csX11" fmla="*/ 0 w 26431"/>
                  <a:gd name="csY11" fmla="*/ 10787 h 23610"/>
                  <a:gd name="csX12" fmla="*/ 893 w 26431"/>
                  <a:gd name="csY12" fmla="*/ 5786 h 23610"/>
                  <a:gd name="csX13" fmla="*/ 3393 w 26431"/>
                  <a:gd name="csY13" fmla="*/ 2286 h 23610"/>
                  <a:gd name="csX14" fmla="*/ 7572 w 26431"/>
                  <a:gd name="csY14" fmla="*/ 357 h 23610"/>
                  <a:gd name="csX15" fmla="*/ 8394 w 26431"/>
                  <a:gd name="csY15" fmla="*/ 3429 h 23610"/>
                  <a:gd name="csX16" fmla="*/ 5322 w 26431"/>
                  <a:gd name="csY16" fmla="*/ 4858 h 23610"/>
                  <a:gd name="csX17" fmla="*/ 3536 w 26431"/>
                  <a:gd name="csY17" fmla="*/ 7287 h 23610"/>
                  <a:gd name="csX18" fmla="*/ 2857 w 26431"/>
                  <a:gd name="csY18" fmla="*/ 10823 h 23610"/>
                  <a:gd name="csX19" fmla="*/ 3572 w 26431"/>
                  <a:gd name="csY19" fmla="*/ 14823 h 23610"/>
                  <a:gd name="csX20" fmla="*/ 5429 w 26431"/>
                  <a:gd name="csY20" fmla="*/ 17574 h 23610"/>
                  <a:gd name="csX21" fmla="*/ 7965 w 26431"/>
                  <a:gd name="csY21" fmla="*/ 19181 h 23610"/>
                  <a:gd name="csX22" fmla="*/ 13109 w 26431"/>
                  <a:gd name="csY22" fmla="*/ 20145 h 23610"/>
                  <a:gd name="csX23" fmla="*/ 18824 w 26431"/>
                  <a:gd name="csY23" fmla="*/ 18967 h 23610"/>
                  <a:gd name="csX24" fmla="*/ 22253 w 26431"/>
                  <a:gd name="csY24" fmla="*/ 15538 h 23610"/>
                  <a:gd name="csX25" fmla="*/ 23360 w 26431"/>
                  <a:gd name="csY25" fmla="*/ 10751 h 23610"/>
                  <a:gd name="csX26" fmla="*/ 22503 w 26431"/>
                  <a:gd name="csY26" fmla="*/ 6465 h 23610"/>
                  <a:gd name="csX27" fmla="*/ 20717 w 26431"/>
                  <a:gd name="csY27" fmla="*/ 3286 h 23610"/>
                  <a:gd name="csX28" fmla="*/ 15930 w 26431"/>
                  <a:gd name="csY28" fmla="*/ 3286 h 23610"/>
                  <a:gd name="csX29" fmla="*/ 15930 w 26431"/>
                  <a:gd name="csY29" fmla="*/ 10823 h 23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26431" h="23610">
                    <a:moveTo>
                      <a:pt x="15966" y="10823"/>
                    </a:moveTo>
                    <a:lnTo>
                      <a:pt x="12966" y="10823"/>
                    </a:lnTo>
                    <a:lnTo>
                      <a:pt x="12966" y="0"/>
                    </a:lnTo>
                    <a:cubicBezTo>
                      <a:pt x="12966" y="0"/>
                      <a:pt x="22431" y="0"/>
                      <a:pt x="22431" y="0"/>
                    </a:cubicBezTo>
                    <a:cubicBezTo>
                      <a:pt x="23753" y="1643"/>
                      <a:pt x="24753" y="3393"/>
                      <a:pt x="25432" y="5144"/>
                    </a:cubicBezTo>
                    <a:cubicBezTo>
                      <a:pt x="26110" y="6894"/>
                      <a:pt x="26432" y="8715"/>
                      <a:pt x="26432" y="10573"/>
                    </a:cubicBezTo>
                    <a:cubicBezTo>
                      <a:pt x="26432" y="13073"/>
                      <a:pt x="25896" y="15359"/>
                      <a:pt x="24824" y="17395"/>
                    </a:cubicBezTo>
                    <a:cubicBezTo>
                      <a:pt x="23753" y="19431"/>
                      <a:pt x="22181" y="21003"/>
                      <a:pt x="20145" y="22038"/>
                    </a:cubicBezTo>
                    <a:cubicBezTo>
                      <a:pt x="18109" y="23074"/>
                      <a:pt x="15823" y="23610"/>
                      <a:pt x="13323" y="23610"/>
                    </a:cubicBezTo>
                    <a:cubicBezTo>
                      <a:pt x="10822" y="23610"/>
                      <a:pt x="8537" y="23074"/>
                      <a:pt x="6358" y="22038"/>
                    </a:cubicBezTo>
                    <a:cubicBezTo>
                      <a:pt x="4215" y="21003"/>
                      <a:pt x="2607" y="19503"/>
                      <a:pt x="1571" y="17538"/>
                    </a:cubicBezTo>
                    <a:cubicBezTo>
                      <a:pt x="536" y="15573"/>
                      <a:pt x="0" y="13323"/>
                      <a:pt x="0" y="10787"/>
                    </a:cubicBezTo>
                    <a:cubicBezTo>
                      <a:pt x="0" y="8930"/>
                      <a:pt x="321" y="7287"/>
                      <a:pt x="893" y="5786"/>
                    </a:cubicBezTo>
                    <a:cubicBezTo>
                      <a:pt x="1500" y="4286"/>
                      <a:pt x="2322" y="3108"/>
                      <a:pt x="3393" y="2286"/>
                    </a:cubicBezTo>
                    <a:cubicBezTo>
                      <a:pt x="4465" y="1429"/>
                      <a:pt x="5858" y="786"/>
                      <a:pt x="7572" y="357"/>
                    </a:cubicBezTo>
                    <a:lnTo>
                      <a:pt x="8394" y="3429"/>
                    </a:lnTo>
                    <a:cubicBezTo>
                      <a:pt x="7108" y="3822"/>
                      <a:pt x="6072" y="4286"/>
                      <a:pt x="5322" y="4858"/>
                    </a:cubicBezTo>
                    <a:cubicBezTo>
                      <a:pt x="4572" y="5429"/>
                      <a:pt x="3965" y="6251"/>
                      <a:pt x="3536" y="7287"/>
                    </a:cubicBezTo>
                    <a:cubicBezTo>
                      <a:pt x="3108" y="8358"/>
                      <a:pt x="2857" y="9501"/>
                      <a:pt x="2857" y="10823"/>
                    </a:cubicBezTo>
                    <a:cubicBezTo>
                      <a:pt x="2857" y="12359"/>
                      <a:pt x="3108" y="13716"/>
                      <a:pt x="3572" y="14823"/>
                    </a:cubicBezTo>
                    <a:cubicBezTo>
                      <a:pt x="4036" y="15966"/>
                      <a:pt x="4643" y="16859"/>
                      <a:pt x="5429" y="17574"/>
                    </a:cubicBezTo>
                    <a:cubicBezTo>
                      <a:pt x="6179" y="18288"/>
                      <a:pt x="7036" y="18788"/>
                      <a:pt x="7965" y="19181"/>
                    </a:cubicBezTo>
                    <a:cubicBezTo>
                      <a:pt x="9537" y="19824"/>
                      <a:pt x="11251" y="20145"/>
                      <a:pt x="13109" y="20145"/>
                    </a:cubicBezTo>
                    <a:cubicBezTo>
                      <a:pt x="15395" y="20145"/>
                      <a:pt x="17288" y="19753"/>
                      <a:pt x="18824" y="18967"/>
                    </a:cubicBezTo>
                    <a:cubicBezTo>
                      <a:pt x="20360" y="18181"/>
                      <a:pt x="21503" y="17038"/>
                      <a:pt x="22253" y="15538"/>
                    </a:cubicBezTo>
                    <a:cubicBezTo>
                      <a:pt x="23003" y="14037"/>
                      <a:pt x="23360" y="12430"/>
                      <a:pt x="23360" y="10751"/>
                    </a:cubicBezTo>
                    <a:cubicBezTo>
                      <a:pt x="23360" y="9287"/>
                      <a:pt x="23074" y="7858"/>
                      <a:pt x="22503" y="6465"/>
                    </a:cubicBezTo>
                    <a:cubicBezTo>
                      <a:pt x="21931" y="5072"/>
                      <a:pt x="21324" y="4000"/>
                      <a:pt x="20717" y="3286"/>
                    </a:cubicBezTo>
                    <a:lnTo>
                      <a:pt x="15930" y="3286"/>
                    </a:lnTo>
                    <a:lnTo>
                      <a:pt x="15930" y="10823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58" name="Freeform: Shape 12357">
                <a:extLst>
                  <a:ext uri="{FF2B5EF4-FFF2-40B4-BE49-F238E27FC236}">
                    <a16:creationId xmlns:a16="http://schemas.microsoft.com/office/drawing/2014/main" id="{74AB9E9C-A66E-9EBC-B5DD-4D83EEFE9FDB}"/>
                  </a:ext>
                </a:extLst>
              </p:cNvPr>
              <p:cNvSpPr/>
              <p:nvPr/>
            </p:nvSpPr>
            <p:spPr>
              <a:xfrm>
                <a:off x="6128152" y="2486171"/>
                <a:ext cx="56121" cy="43971"/>
              </a:xfrm>
              <a:custGeom>
                <a:avLst/>
                <a:gdLst>
                  <a:gd name="csX0" fmla="*/ 25574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4 w 25574"/>
                  <a:gd name="csY6" fmla="*/ 0 h 20145"/>
                  <a:gd name="csX7" fmla="*/ 25574 w 25574"/>
                  <a:gd name="csY7" fmla="*/ 3465 h 20145"/>
                  <a:gd name="csX8" fmla="*/ 5500 w 25574"/>
                  <a:gd name="csY8" fmla="*/ 16895 h 20145"/>
                  <a:gd name="csX9" fmla="*/ 25574 w 25574"/>
                  <a:gd name="csY9" fmla="*/ 16895 h 20145"/>
                  <a:gd name="csX10" fmla="*/ 25574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4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465"/>
                    </a:lnTo>
                    <a:lnTo>
                      <a:pt x="5500" y="16895"/>
                    </a:lnTo>
                    <a:lnTo>
                      <a:pt x="25574" y="16895"/>
                    </a:lnTo>
                    <a:lnTo>
                      <a:pt x="25574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0" name="Freeform: Shape 12359">
                <a:extLst>
                  <a:ext uri="{FF2B5EF4-FFF2-40B4-BE49-F238E27FC236}">
                    <a16:creationId xmlns:a16="http://schemas.microsoft.com/office/drawing/2014/main" id="{1A6CFA08-9494-4D1E-9AEC-E770C810CB42}"/>
                  </a:ext>
                </a:extLst>
              </p:cNvPr>
              <p:cNvSpPr/>
              <p:nvPr/>
            </p:nvSpPr>
            <p:spPr>
              <a:xfrm>
                <a:off x="6190466" y="2522892"/>
                <a:ext cx="56121" cy="46154"/>
              </a:xfrm>
              <a:custGeom>
                <a:avLst/>
                <a:gdLst>
                  <a:gd name="csX0" fmla="*/ 25575 w 25574"/>
                  <a:gd name="csY0" fmla="*/ 21110 h 21145"/>
                  <a:gd name="csX1" fmla="*/ 0 w 25574"/>
                  <a:gd name="csY1" fmla="*/ 21110 h 21145"/>
                  <a:gd name="csX2" fmla="*/ 0 w 25574"/>
                  <a:gd name="csY2" fmla="*/ 12323 h 21145"/>
                  <a:gd name="csX3" fmla="*/ 357 w 25574"/>
                  <a:gd name="csY3" fmla="*/ 7787 h 21145"/>
                  <a:gd name="csX4" fmla="*/ 2179 w 25574"/>
                  <a:gd name="csY4" fmla="*/ 4036 h 21145"/>
                  <a:gd name="csX5" fmla="*/ 6537 w 25574"/>
                  <a:gd name="csY5" fmla="*/ 1000 h 21145"/>
                  <a:gd name="csX6" fmla="*/ 12609 w 25574"/>
                  <a:gd name="csY6" fmla="*/ 0 h 21145"/>
                  <a:gd name="csX7" fmla="*/ 17788 w 25574"/>
                  <a:gd name="csY7" fmla="*/ 679 h 21145"/>
                  <a:gd name="csX8" fmla="*/ 21503 w 25574"/>
                  <a:gd name="csY8" fmla="*/ 2429 h 21145"/>
                  <a:gd name="csX9" fmla="*/ 23825 w 25574"/>
                  <a:gd name="csY9" fmla="*/ 4751 h 21145"/>
                  <a:gd name="csX10" fmla="*/ 25110 w 25574"/>
                  <a:gd name="csY10" fmla="*/ 7822 h 21145"/>
                  <a:gd name="csX11" fmla="*/ 25539 w 25574"/>
                  <a:gd name="csY11" fmla="*/ 11930 h 21145"/>
                  <a:gd name="csX12" fmla="*/ 25539 w 25574"/>
                  <a:gd name="csY12" fmla="*/ 21146 h 21145"/>
                  <a:gd name="csX13" fmla="*/ 22539 w 25574"/>
                  <a:gd name="csY13" fmla="*/ 17752 h 21145"/>
                  <a:gd name="csX14" fmla="*/ 22539 w 25574"/>
                  <a:gd name="csY14" fmla="*/ 12287 h 21145"/>
                  <a:gd name="csX15" fmla="*/ 22074 w 25574"/>
                  <a:gd name="csY15" fmla="*/ 8323 h 21145"/>
                  <a:gd name="csX16" fmla="*/ 20753 w 25574"/>
                  <a:gd name="csY16" fmla="*/ 6036 h 21145"/>
                  <a:gd name="csX17" fmla="*/ 17502 w 25574"/>
                  <a:gd name="csY17" fmla="*/ 4179 h 21145"/>
                  <a:gd name="csX18" fmla="*/ 12573 w 25574"/>
                  <a:gd name="csY18" fmla="*/ 3501 h 21145"/>
                  <a:gd name="csX19" fmla="*/ 6394 w 25574"/>
                  <a:gd name="csY19" fmla="*/ 4822 h 21145"/>
                  <a:gd name="csX20" fmla="*/ 3500 w 25574"/>
                  <a:gd name="csY20" fmla="*/ 8001 h 21145"/>
                  <a:gd name="csX21" fmla="*/ 3000 w 25574"/>
                  <a:gd name="csY21" fmla="*/ 12395 h 21145"/>
                  <a:gd name="csX22" fmla="*/ 3000 w 25574"/>
                  <a:gd name="csY22" fmla="*/ 17752 h 21145"/>
                  <a:gd name="csX23" fmla="*/ 22539 w 25574"/>
                  <a:gd name="csY23" fmla="*/ 17752 h 21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25574" h="21145">
                    <a:moveTo>
                      <a:pt x="25575" y="21110"/>
                    </a:moveTo>
                    <a:lnTo>
                      <a:pt x="0" y="21110"/>
                    </a:lnTo>
                    <a:lnTo>
                      <a:pt x="0" y="12323"/>
                    </a:lnTo>
                    <a:cubicBezTo>
                      <a:pt x="0" y="10359"/>
                      <a:pt x="107" y="8823"/>
                      <a:pt x="357" y="7787"/>
                    </a:cubicBezTo>
                    <a:cubicBezTo>
                      <a:pt x="679" y="6322"/>
                      <a:pt x="1322" y="5072"/>
                      <a:pt x="2179" y="4036"/>
                    </a:cubicBezTo>
                    <a:cubicBezTo>
                      <a:pt x="3322" y="2679"/>
                      <a:pt x="4786" y="1679"/>
                      <a:pt x="6537" y="1000"/>
                    </a:cubicBezTo>
                    <a:cubicBezTo>
                      <a:pt x="8323" y="322"/>
                      <a:pt x="10323" y="0"/>
                      <a:pt x="12609" y="0"/>
                    </a:cubicBezTo>
                    <a:cubicBezTo>
                      <a:pt x="14538" y="0"/>
                      <a:pt x="16252" y="214"/>
                      <a:pt x="17788" y="679"/>
                    </a:cubicBezTo>
                    <a:cubicBezTo>
                      <a:pt x="19288" y="1143"/>
                      <a:pt x="20538" y="1715"/>
                      <a:pt x="21503" y="2429"/>
                    </a:cubicBezTo>
                    <a:cubicBezTo>
                      <a:pt x="22467" y="3143"/>
                      <a:pt x="23253" y="3929"/>
                      <a:pt x="23825" y="4751"/>
                    </a:cubicBezTo>
                    <a:cubicBezTo>
                      <a:pt x="24396" y="5608"/>
                      <a:pt x="24825" y="6608"/>
                      <a:pt x="25110" y="7822"/>
                    </a:cubicBezTo>
                    <a:cubicBezTo>
                      <a:pt x="25396" y="9001"/>
                      <a:pt x="25539" y="10359"/>
                      <a:pt x="25539" y="11930"/>
                    </a:cubicBezTo>
                    <a:lnTo>
                      <a:pt x="25539" y="21146"/>
                    </a:lnTo>
                    <a:moveTo>
                      <a:pt x="22539" y="17752"/>
                    </a:moveTo>
                    <a:lnTo>
                      <a:pt x="22539" y="12287"/>
                    </a:lnTo>
                    <a:cubicBezTo>
                      <a:pt x="22539" y="10609"/>
                      <a:pt x="22396" y="9287"/>
                      <a:pt x="22074" y="8323"/>
                    </a:cubicBezTo>
                    <a:cubicBezTo>
                      <a:pt x="21753" y="7358"/>
                      <a:pt x="21324" y="6608"/>
                      <a:pt x="20753" y="6036"/>
                    </a:cubicBezTo>
                    <a:cubicBezTo>
                      <a:pt x="19967" y="5215"/>
                      <a:pt x="18860" y="4608"/>
                      <a:pt x="17502" y="4179"/>
                    </a:cubicBezTo>
                    <a:cubicBezTo>
                      <a:pt x="16145" y="3750"/>
                      <a:pt x="14502" y="3501"/>
                      <a:pt x="12573" y="3501"/>
                    </a:cubicBezTo>
                    <a:cubicBezTo>
                      <a:pt x="9894" y="3501"/>
                      <a:pt x="7858" y="3929"/>
                      <a:pt x="6394" y="4822"/>
                    </a:cubicBezTo>
                    <a:cubicBezTo>
                      <a:pt x="4929" y="5715"/>
                      <a:pt x="4000" y="6751"/>
                      <a:pt x="3500" y="8001"/>
                    </a:cubicBezTo>
                    <a:cubicBezTo>
                      <a:pt x="3143" y="8894"/>
                      <a:pt x="3000" y="10359"/>
                      <a:pt x="3000" y="12395"/>
                    </a:cubicBezTo>
                    <a:lnTo>
                      <a:pt x="3000" y="17752"/>
                    </a:lnTo>
                    <a:lnTo>
                      <a:pt x="22539" y="1775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1" name="Freeform: Shape 12360">
                <a:extLst>
                  <a:ext uri="{FF2B5EF4-FFF2-40B4-BE49-F238E27FC236}">
                    <a16:creationId xmlns:a16="http://schemas.microsoft.com/office/drawing/2014/main" id="{BF7CEF88-2F38-FC84-881F-EB9F583435B1}"/>
                  </a:ext>
                </a:extLst>
              </p:cNvPr>
              <p:cNvSpPr/>
              <p:nvPr/>
            </p:nvSpPr>
            <p:spPr>
              <a:xfrm>
                <a:off x="6204812" y="2480479"/>
                <a:ext cx="42639" cy="35162"/>
              </a:xfrm>
              <a:custGeom>
                <a:avLst/>
                <a:gdLst>
                  <a:gd name="csX0" fmla="*/ 12251 w 19430"/>
                  <a:gd name="csY0" fmla="*/ 3072 h 16109"/>
                  <a:gd name="csX1" fmla="*/ 12644 w 19430"/>
                  <a:gd name="csY1" fmla="*/ 0 h 16109"/>
                  <a:gd name="csX2" fmla="*/ 17645 w 19430"/>
                  <a:gd name="csY2" fmla="*/ 2572 h 16109"/>
                  <a:gd name="csX3" fmla="*/ 19431 w 19430"/>
                  <a:gd name="csY3" fmla="*/ 7680 h 16109"/>
                  <a:gd name="csX4" fmla="*/ 16931 w 19430"/>
                  <a:gd name="csY4" fmla="*/ 13788 h 16109"/>
                  <a:gd name="csX5" fmla="*/ 9787 w 19430"/>
                  <a:gd name="csY5" fmla="*/ 16109 h 16109"/>
                  <a:gd name="csX6" fmla="*/ 4536 w 19430"/>
                  <a:gd name="csY6" fmla="*/ 15109 h 16109"/>
                  <a:gd name="csX7" fmla="*/ 1143 w 19430"/>
                  <a:gd name="csY7" fmla="*/ 12073 h 16109"/>
                  <a:gd name="csX8" fmla="*/ 0 w 19430"/>
                  <a:gd name="csY8" fmla="*/ 7644 h 16109"/>
                  <a:gd name="csX9" fmla="*/ 1536 w 19430"/>
                  <a:gd name="csY9" fmla="*/ 2715 h 16109"/>
                  <a:gd name="csX10" fmla="*/ 5857 w 19430"/>
                  <a:gd name="csY10" fmla="*/ 250 h 16109"/>
                  <a:gd name="csX11" fmla="*/ 6322 w 19430"/>
                  <a:gd name="csY11" fmla="*/ 3322 h 16109"/>
                  <a:gd name="csX12" fmla="*/ 3500 w 19430"/>
                  <a:gd name="csY12" fmla="*/ 4858 h 16109"/>
                  <a:gd name="csX13" fmla="*/ 2572 w 19430"/>
                  <a:gd name="csY13" fmla="*/ 7537 h 16109"/>
                  <a:gd name="csX14" fmla="*/ 4250 w 19430"/>
                  <a:gd name="csY14" fmla="*/ 11394 h 16109"/>
                  <a:gd name="csX15" fmla="*/ 9644 w 19430"/>
                  <a:gd name="csY15" fmla="*/ 12895 h 16109"/>
                  <a:gd name="csX16" fmla="*/ 15073 w 19430"/>
                  <a:gd name="csY16" fmla="*/ 11466 h 16109"/>
                  <a:gd name="csX17" fmla="*/ 16752 w 19430"/>
                  <a:gd name="csY17" fmla="*/ 7751 h 16109"/>
                  <a:gd name="csX18" fmla="*/ 15609 w 19430"/>
                  <a:gd name="csY18" fmla="*/ 4679 h 16109"/>
                  <a:gd name="csX19" fmla="*/ 12108 w 19430"/>
                  <a:gd name="csY19" fmla="*/ 3108 h 16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19430" h="16109">
                    <a:moveTo>
                      <a:pt x="12251" y="3072"/>
                    </a:moveTo>
                    <a:lnTo>
                      <a:pt x="12644" y="0"/>
                    </a:lnTo>
                    <a:cubicBezTo>
                      <a:pt x="14751" y="322"/>
                      <a:pt x="16431" y="1215"/>
                      <a:pt x="17645" y="2572"/>
                    </a:cubicBezTo>
                    <a:cubicBezTo>
                      <a:pt x="18859" y="3965"/>
                      <a:pt x="19431" y="5679"/>
                      <a:pt x="19431" y="7680"/>
                    </a:cubicBezTo>
                    <a:cubicBezTo>
                      <a:pt x="19431" y="10216"/>
                      <a:pt x="18609" y="12252"/>
                      <a:pt x="16931" y="13788"/>
                    </a:cubicBezTo>
                    <a:cubicBezTo>
                      <a:pt x="15287" y="15323"/>
                      <a:pt x="12894" y="16109"/>
                      <a:pt x="9787" y="16109"/>
                    </a:cubicBezTo>
                    <a:cubicBezTo>
                      <a:pt x="7786" y="16109"/>
                      <a:pt x="6036" y="15788"/>
                      <a:pt x="4536" y="15109"/>
                    </a:cubicBezTo>
                    <a:cubicBezTo>
                      <a:pt x="3036" y="14431"/>
                      <a:pt x="1929" y="13430"/>
                      <a:pt x="1143" y="12073"/>
                    </a:cubicBezTo>
                    <a:cubicBezTo>
                      <a:pt x="393" y="10716"/>
                      <a:pt x="0" y="9251"/>
                      <a:pt x="0" y="7644"/>
                    </a:cubicBezTo>
                    <a:cubicBezTo>
                      <a:pt x="0" y="5644"/>
                      <a:pt x="500" y="4000"/>
                      <a:pt x="1536" y="2715"/>
                    </a:cubicBezTo>
                    <a:cubicBezTo>
                      <a:pt x="2572" y="1429"/>
                      <a:pt x="4000" y="607"/>
                      <a:pt x="5857" y="250"/>
                    </a:cubicBezTo>
                    <a:lnTo>
                      <a:pt x="6322" y="3322"/>
                    </a:lnTo>
                    <a:cubicBezTo>
                      <a:pt x="5072" y="3608"/>
                      <a:pt x="4143" y="4108"/>
                      <a:pt x="3500" y="4858"/>
                    </a:cubicBezTo>
                    <a:cubicBezTo>
                      <a:pt x="2857" y="5608"/>
                      <a:pt x="2572" y="6501"/>
                      <a:pt x="2572" y="7537"/>
                    </a:cubicBezTo>
                    <a:cubicBezTo>
                      <a:pt x="2572" y="9144"/>
                      <a:pt x="3143" y="10394"/>
                      <a:pt x="4250" y="11394"/>
                    </a:cubicBezTo>
                    <a:cubicBezTo>
                      <a:pt x="5393" y="12395"/>
                      <a:pt x="7179" y="12895"/>
                      <a:pt x="9644" y="12895"/>
                    </a:cubicBezTo>
                    <a:cubicBezTo>
                      <a:pt x="12108" y="12895"/>
                      <a:pt x="13930" y="12430"/>
                      <a:pt x="15073" y="11466"/>
                    </a:cubicBezTo>
                    <a:cubicBezTo>
                      <a:pt x="16216" y="10501"/>
                      <a:pt x="16752" y="9287"/>
                      <a:pt x="16752" y="7751"/>
                    </a:cubicBezTo>
                    <a:cubicBezTo>
                      <a:pt x="16752" y="6501"/>
                      <a:pt x="16359" y="5501"/>
                      <a:pt x="15609" y="4679"/>
                    </a:cubicBezTo>
                    <a:cubicBezTo>
                      <a:pt x="14859" y="3858"/>
                      <a:pt x="13680" y="3322"/>
                      <a:pt x="12108" y="310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3" name="Freeform: Shape 12362">
                <a:extLst>
                  <a:ext uri="{FF2B5EF4-FFF2-40B4-BE49-F238E27FC236}">
                    <a16:creationId xmlns:a16="http://schemas.microsoft.com/office/drawing/2014/main" id="{B62F9169-127A-FF87-3D1F-0CBB50CF4CF4}"/>
                  </a:ext>
                </a:extLst>
              </p:cNvPr>
              <p:cNvSpPr/>
              <p:nvPr/>
            </p:nvSpPr>
            <p:spPr>
              <a:xfrm>
                <a:off x="6251762" y="2539498"/>
                <a:ext cx="58002" cy="53405"/>
              </a:xfrm>
              <a:custGeom>
                <a:avLst/>
                <a:gdLst>
                  <a:gd name="csX0" fmla="*/ 13573 w 26431"/>
                  <a:gd name="csY0" fmla="*/ 24467 h 24467"/>
                  <a:gd name="csX1" fmla="*/ 3608 w 26431"/>
                  <a:gd name="csY1" fmla="*/ 21038 h 24467"/>
                  <a:gd name="csX2" fmla="*/ 0 w 26431"/>
                  <a:gd name="csY2" fmla="*/ 12216 h 24467"/>
                  <a:gd name="csX3" fmla="*/ 1679 w 26431"/>
                  <a:gd name="csY3" fmla="*/ 5822 h 24467"/>
                  <a:gd name="csX4" fmla="*/ 6393 w 26431"/>
                  <a:gd name="csY4" fmla="*/ 1500 h 24467"/>
                  <a:gd name="csX5" fmla="*/ 13252 w 26431"/>
                  <a:gd name="csY5" fmla="*/ 0 h 24467"/>
                  <a:gd name="csX6" fmla="*/ 20216 w 26431"/>
                  <a:gd name="csY6" fmla="*/ 1572 h 24467"/>
                  <a:gd name="csX7" fmla="*/ 24860 w 26431"/>
                  <a:gd name="csY7" fmla="*/ 6036 h 24467"/>
                  <a:gd name="csX8" fmla="*/ 26432 w 26431"/>
                  <a:gd name="csY8" fmla="*/ 12252 h 24467"/>
                  <a:gd name="csX9" fmla="*/ 24681 w 26431"/>
                  <a:gd name="csY9" fmla="*/ 18681 h 24467"/>
                  <a:gd name="csX10" fmla="*/ 19931 w 26431"/>
                  <a:gd name="csY10" fmla="*/ 23003 h 24467"/>
                  <a:gd name="csX11" fmla="*/ 13537 w 26431"/>
                  <a:gd name="csY11" fmla="*/ 24467 h 24467"/>
                  <a:gd name="csX12" fmla="*/ 13609 w 26431"/>
                  <a:gd name="csY12" fmla="*/ 20967 h 24467"/>
                  <a:gd name="csX13" fmla="*/ 20895 w 26431"/>
                  <a:gd name="csY13" fmla="*/ 18467 h 24467"/>
                  <a:gd name="csX14" fmla="*/ 23574 w 26431"/>
                  <a:gd name="csY14" fmla="*/ 12216 h 24467"/>
                  <a:gd name="csX15" fmla="*/ 20895 w 26431"/>
                  <a:gd name="csY15" fmla="*/ 5929 h 24467"/>
                  <a:gd name="csX16" fmla="*/ 13287 w 26431"/>
                  <a:gd name="csY16" fmla="*/ 3465 h 24467"/>
                  <a:gd name="csX17" fmla="*/ 7822 w 26431"/>
                  <a:gd name="csY17" fmla="*/ 4501 h 24467"/>
                  <a:gd name="csX18" fmla="*/ 4215 w 26431"/>
                  <a:gd name="csY18" fmla="*/ 7608 h 24467"/>
                  <a:gd name="csX19" fmla="*/ 2929 w 26431"/>
                  <a:gd name="csY19" fmla="*/ 12144 h 24467"/>
                  <a:gd name="csX20" fmla="*/ 5394 w 26431"/>
                  <a:gd name="csY20" fmla="*/ 18324 h 24467"/>
                  <a:gd name="csX21" fmla="*/ 13609 w 26431"/>
                  <a:gd name="csY21" fmla="*/ 20896 h 24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6431" h="24467">
                    <a:moveTo>
                      <a:pt x="13573" y="24467"/>
                    </a:moveTo>
                    <a:cubicBezTo>
                      <a:pt x="9323" y="24467"/>
                      <a:pt x="6001" y="23324"/>
                      <a:pt x="3608" y="21038"/>
                    </a:cubicBezTo>
                    <a:cubicBezTo>
                      <a:pt x="1214" y="18752"/>
                      <a:pt x="0" y="15823"/>
                      <a:pt x="0" y="12216"/>
                    </a:cubicBezTo>
                    <a:cubicBezTo>
                      <a:pt x="0" y="9858"/>
                      <a:pt x="571" y="7715"/>
                      <a:pt x="1679" y="5822"/>
                    </a:cubicBezTo>
                    <a:cubicBezTo>
                      <a:pt x="2786" y="3929"/>
                      <a:pt x="4393" y="2500"/>
                      <a:pt x="6393" y="1500"/>
                    </a:cubicBezTo>
                    <a:cubicBezTo>
                      <a:pt x="8430" y="500"/>
                      <a:pt x="10716" y="0"/>
                      <a:pt x="13252" y="0"/>
                    </a:cubicBezTo>
                    <a:cubicBezTo>
                      <a:pt x="15787" y="0"/>
                      <a:pt x="18181" y="500"/>
                      <a:pt x="20216" y="1572"/>
                    </a:cubicBezTo>
                    <a:cubicBezTo>
                      <a:pt x="22253" y="2607"/>
                      <a:pt x="23824" y="4108"/>
                      <a:pt x="24860" y="6036"/>
                    </a:cubicBezTo>
                    <a:cubicBezTo>
                      <a:pt x="25932" y="7965"/>
                      <a:pt x="26432" y="10037"/>
                      <a:pt x="26432" y="12252"/>
                    </a:cubicBezTo>
                    <a:cubicBezTo>
                      <a:pt x="26432" y="14645"/>
                      <a:pt x="25860" y="16824"/>
                      <a:pt x="24681" y="18681"/>
                    </a:cubicBezTo>
                    <a:cubicBezTo>
                      <a:pt x="23539" y="20574"/>
                      <a:pt x="21931" y="22003"/>
                      <a:pt x="19931" y="23003"/>
                    </a:cubicBezTo>
                    <a:cubicBezTo>
                      <a:pt x="17930" y="23967"/>
                      <a:pt x="15787" y="24467"/>
                      <a:pt x="13537" y="24467"/>
                    </a:cubicBezTo>
                    <a:moveTo>
                      <a:pt x="13609" y="20967"/>
                    </a:moveTo>
                    <a:cubicBezTo>
                      <a:pt x="16680" y="20967"/>
                      <a:pt x="19109" y="20145"/>
                      <a:pt x="20895" y="18467"/>
                    </a:cubicBezTo>
                    <a:cubicBezTo>
                      <a:pt x="22681" y="16788"/>
                      <a:pt x="23574" y="14716"/>
                      <a:pt x="23574" y="12216"/>
                    </a:cubicBezTo>
                    <a:cubicBezTo>
                      <a:pt x="23574" y="9716"/>
                      <a:pt x="22681" y="7572"/>
                      <a:pt x="20895" y="5929"/>
                    </a:cubicBezTo>
                    <a:cubicBezTo>
                      <a:pt x="19109" y="4286"/>
                      <a:pt x="16573" y="3465"/>
                      <a:pt x="13287" y="3465"/>
                    </a:cubicBezTo>
                    <a:cubicBezTo>
                      <a:pt x="11215" y="3465"/>
                      <a:pt x="9394" y="3822"/>
                      <a:pt x="7822" y="4501"/>
                    </a:cubicBezTo>
                    <a:cubicBezTo>
                      <a:pt x="6287" y="5215"/>
                      <a:pt x="5072" y="6251"/>
                      <a:pt x="4215" y="7608"/>
                    </a:cubicBezTo>
                    <a:cubicBezTo>
                      <a:pt x="3357" y="8965"/>
                      <a:pt x="2929" y="10466"/>
                      <a:pt x="2929" y="12144"/>
                    </a:cubicBezTo>
                    <a:cubicBezTo>
                      <a:pt x="2929" y="14538"/>
                      <a:pt x="3750" y="16609"/>
                      <a:pt x="5394" y="18324"/>
                    </a:cubicBezTo>
                    <a:cubicBezTo>
                      <a:pt x="7036" y="20038"/>
                      <a:pt x="9787" y="20896"/>
                      <a:pt x="13609" y="20896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4" name="Freeform: Shape 12363">
                <a:extLst>
                  <a:ext uri="{FF2B5EF4-FFF2-40B4-BE49-F238E27FC236}">
                    <a16:creationId xmlns:a16="http://schemas.microsoft.com/office/drawing/2014/main" id="{9BAF73D2-EC55-A1C5-2FD4-AF52C7680F03}"/>
                  </a:ext>
                </a:extLst>
              </p:cNvPr>
              <p:cNvSpPr/>
              <p:nvPr/>
            </p:nvSpPr>
            <p:spPr>
              <a:xfrm>
                <a:off x="6252704" y="2486171"/>
                <a:ext cx="56121" cy="43971"/>
              </a:xfrm>
              <a:custGeom>
                <a:avLst/>
                <a:gdLst>
                  <a:gd name="csX0" fmla="*/ 25574 w 25574"/>
                  <a:gd name="csY0" fmla="*/ 20145 h 20145"/>
                  <a:gd name="csX1" fmla="*/ 0 w 25574"/>
                  <a:gd name="csY1" fmla="*/ 20145 h 20145"/>
                  <a:gd name="csX2" fmla="*/ 0 w 25574"/>
                  <a:gd name="csY2" fmla="*/ 16681 h 20145"/>
                  <a:gd name="csX3" fmla="*/ 20074 w 25574"/>
                  <a:gd name="csY3" fmla="*/ 3250 h 20145"/>
                  <a:gd name="csX4" fmla="*/ 0 w 25574"/>
                  <a:gd name="csY4" fmla="*/ 3250 h 20145"/>
                  <a:gd name="csX5" fmla="*/ 0 w 25574"/>
                  <a:gd name="csY5" fmla="*/ 0 h 20145"/>
                  <a:gd name="csX6" fmla="*/ 25574 w 25574"/>
                  <a:gd name="csY6" fmla="*/ 0 h 20145"/>
                  <a:gd name="csX7" fmla="*/ 25574 w 25574"/>
                  <a:gd name="csY7" fmla="*/ 3465 h 20145"/>
                  <a:gd name="csX8" fmla="*/ 5500 w 25574"/>
                  <a:gd name="csY8" fmla="*/ 16895 h 20145"/>
                  <a:gd name="csX9" fmla="*/ 25574 w 25574"/>
                  <a:gd name="csY9" fmla="*/ 16895 h 20145"/>
                  <a:gd name="csX10" fmla="*/ 25574 w 25574"/>
                  <a:gd name="csY10" fmla="*/ 20145 h 2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5574" h="20145">
                    <a:moveTo>
                      <a:pt x="25574" y="20145"/>
                    </a:moveTo>
                    <a:lnTo>
                      <a:pt x="0" y="20145"/>
                    </a:lnTo>
                    <a:lnTo>
                      <a:pt x="0" y="16681"/>
                    </a:lnTo>
                    <a:lnTo>
                      <a:pt x="20074" y="3250"/>
                    </a:lnTo>
                    <a:lnTo>
                      <a:pt x="0" y="3250"/>
                    </a:lnTo>
                    <a:lnTo>
                      <a:pt x="0" y="0"/>
                    </a:lnTo>
                    <a:lnTo>
                      <a:pt x="25574" y="0"/>
                    </a:lnTo>
                    <a:lnTo>
                      <a:pt x="25574" y="3465"/>
                    </a:lnTo>
                    <a:lnTo>
                      <a:pt x="5500" y="16895"/>
                    </a:lnTo>
                    <a:lnTo>
                      <a:pt x="25574" y="16895"/>
                    </a:lnTo>
                    <a:lnTo>
                      <a:pt x="25574" y="20145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6" name="Freeform: Shape 12365">
                <a:extLst>
                  <a:ext uri="{FF2B5EF4-FFF2-40B4-BE49-F238E27FC236}">
                    <a16:creationId xmlns:a16="http://schemas.microsoft.com/office/drawing/2014/main" id="{E2C19D31-1392-3FB6-8CBB-32A78D598F63}"/>
                  </a:ext>
                </a:extLst>
              </p:cNvPr>
              <p:cNvSpPr/>
              <p:nvPr/>
            </p:nvSpPr>
            <p:spPr>
              <a:xfrm>
                <a:off x="6315018" y="2587213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44 w 25574"/>
                  <a:gd name="csY12" fmla="*/ 16073 h 19538"/>
                  <a:gd name="csX13" fmla="*/ 12144 w 25574"/>
                  <a:gd name="csY13" fmla="*/ 9466 h 19538"/>
                  <a:gd name="csX14" fmla="*/ 10930 w 25574"/>
                  <a:gd name="csY14" fmla="*/ 4822 h 19538"/>
                  <a:gd name="csX15" fmla="*/ 7501 w 25574"/>
                  <a:gd name="csY15" fmla="*/ 3465 h 19538"/>
                  <a:gd name="csX16" fmla="*/ 4750 w 25574"/>
                  <a:gd name="csY16" fmla="*/ 4286 h 19538"/>
                  <a:gd name="csX17" fmla="*/ 3251 w 25574"/>
                  <a:gd name="csY17" fmla="*/ 6429 h 19538"/>
                  <a:gd name="csX18" fmla="*/ 3036 w 25574"/>
                  <a:gd name="csY18" fmla="*/ 9573 h 19538"/>
                  <a:gd name="csX19" fmla="*/ 3036 w 25574"/>
                  <a:gd name="csY19" fmla="*/ 16109 h 19538"/>
                  <a:gd name="csX20" fmla="*/ 12180 w 25574"/>
                  <a:gd name="csY20" fmla="*/ 16109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8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9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44" y="16073"/>
                    </a:moveTo>
                    <a:lnTo>
                      <a:pt x="12144" y="9466"/>
                    </a:lnTo>
                    <a:cubicBezTo>
                      <a:pt x="12144" y="7287"/>
                      <a:pt x="11752" y="5715"/>
                      <a:pt x="10930" y="4822"/>
                    </a:cubicBezTo>
                    <a:cubicBezTo>
                      <a:pt x="10108" y="3929"/>
                      <a:pt x="8965" y="3465"/>
                      <a:pt x="7501" y="3465"/>
                    </a:cubicBezTo>
                    <a:cubicBezTo>
                      <a:pt x="6430" y="3465"/>
                      <a:pt x="5537" y="3715"/>
                      <a:pt x="4750" y="4286"/>
                    </a:cubicBezTo>
                    <a:cubicBezTo>
                      <a:pt x="4000" y="4822"/>
                      <a:pt x="3500" y="5536"/>
                      <a:pt x="3251" y="6429"/>
                    </a:cubicBezTo>
                    <a:cubicBezTo>
                      <a:pt x="3108" y="7001"/>
                      <a:pt x="3036" y="8037"/>
                      <a:pt x="3036" y="9573"/>
                    </a:cubicBezTo>
                    <a:lnTo>
                      <a:pt x="3036" y="16109"/>
                    </a:lnTo>
                    <a:lnTo>
                      <a:pt x="12180" y="1610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7" name="Freeform: Shape 12366">
                <a:extLst>
                  <a:ext uri="{FF2B5EF4-FFF2-40B4-BE49-F238E27FC236}">
                    <a16:creationId xmlns:a16="http://schemas.microsoft.com/office/drawing/2014/main" id="{60DD01ED-B28A-CB6D-0476-DA104563562A}"/>
                  </a:ext>
                </a:extLst>
              </p:cNvPr>
              <p:cNvSpPr/>
              <p:nvPr/>
            </p:nvSpPr>
            <p:spPr>
              <a:xfrm>
                <a:off x="6313921" y="2535757"/>
                <a:ext cx="58160" cy="44439"/>
              </a:xfrm>
              <a:custGeom>
                <a:avLst/>
                <a:gdLst>
                  <a:gd name="csX0" fmla="*/ 17859 w 26503"/>
                  <a:gd name="csY0" fmla="*/ 20360 h 20359"/>
                  <a:gd name="csX1" fmla="*/ 17574 w 26503"/>
                  <a:gd name="csY1" fmla="*/ 17181 h 20359"/>
                  <a:gd name="csX2" fmla="*/ 20717 w 26503"/>
                  <a:gd name="csY2" fmla="*/ 16145 h 20359"/>
                  <a:gd name="csX3" fmla="*/ 22681 w 26503"/>
                  <a:gd name="csY3" fmla="*/ 13573 h 20359"/>
                  <a:gd name="csX4" fmla="*/ 23432 w 26503"/>
                  <a:gd name="csY4" fmla="*/ 9644 h 20359"/>
                  <a:gd name="csX5" fmla="*/ 22860 w 26503"/>
                  <a:gd name="csY5" fmla="*/ 6215 h 20359"/>
                  <a:gd name="csX6" fmla="*/ 21253 w 26503"/>
                  <a:gd name="csY6" fmla="*/ 4000 h 20359"/>
                  <a:gd name="csX7" fmla="*/ 19074 w 26503"/>
                  <a:gd name="csY7" fmla="*/ 3286 h 20359"/>
                  <a:gd name="csX8" fmla="*/ 16966 w 26503"/>
                  <a:gd name="csY8" fmla="*/ 4000 h 20359"/>
                  <a:gd name="csX9" fmla="*/ 15466 w 26503"/>
                  <a:gd name="csY9" fmla="*/ 6287 h 20359"/>
                  <a:gd name="csX10" fmla="*/ 14216 w 26503"/>
                  <a:gd name="csY10" fmla="*/ 10823 h 20359"/>
                  <a:gd name="csX11" fmla="*/ 12609 w 26503"/>
                  <a:gd name="csY11" fmla="*/ 15752 h 20359"/>
                  <a:gd name="csX12" fmla="*/ 10216 w 26503"/>
                  <a:gd name="csY12" fmla="*/ 18502 h 20359"/>
                  <a:gd name="csX13" fmla="*/ 7036 w 26503"/>
                  <a:gd name="csY13" fmla="*/ 19395 h 20359"/>
                  <a:gd name="csX14" fmla="*/ 3429 w 26503"/>
                  <a:gd name="csY14" fmla="*/ 18288 h 20359"/>
                  <a:gd name="csX15" fmla="*/ 893 w 26503"/>
                  <a:gd name="csY15" fmla="*/ 15073 h 20359"/>
                  <a:gd name="csX16" fmla="*/ 0 w 26503"/>
                  <a:gd name="csY16" fmla="*/ 10394 h 20359"/>
                  <a:gd name="csX17" fmla="*/ 929 w 26503"/>
                  <a:gd name="csY17" fmla="*/ 5394 h 20359"/>
                  <a:gd name="csX18" fmla="*/ 3608 w 26503"/>
                  <a:gd name="csY18" fmla="*/ 2036 h 20359"/>
                  <a:gd name="csX19" fmla="*/ 7644 w 26503"/>
                  <a:gd name="csY19" fmla="*/ 786 h 20359"/>
                  <a:gd name="csX20" fmla="*/ 7894 w 26503"/>
                  <a:gd name="csY20" fmla="*/ 4036 h 20359"/>
                  <a:gd name="csX21" fmla="*/ 4251 w 26503"/>
                  <a:gd name="csY21" fmla="*/ 5822 h 20359"/>
                  <a:gd name="csX22" fmla="*/ 3000 w 26503"/>
                  <a:gd name="csY22" fmla="*/ 10287 h 20359"/>
                  <a:gd name="csX23" fmla="*/ 4143 w 26503"/>
                  <a:gd name="csY23" fmla="*/ 14752 h 20359"/>
                  <a:gd name="csX24" fmla="*/ 6858 w 26503"/>
                  <a:gd name="csY24" fmla="*/ 16145 h 20359"/>
                  <a:gd name="csX25" fmla="*/ 9144 w 26503"/>
                  <a:gd name="csY25" fmla="*/ 15145 h 20359"/>
                  <a:gd name="csX26" fmla="*/ 10966 w 26503"/>
                  <a:gd name="csY26" fmla="*/ 10037 h 20359"/>
                  <a:gd name="csX27" fmla="*/ 12609 w 26503"/>
                  <a:gd name="csY27" fmla="*/ 4393 h 20359"/>
                  <a:gd name="csX28" fmla="*/ 15216 w 26503"/>
                  <a:gd name="csY28" fmla="*/ 1072 h 20359"/>
                  <a:gd name="csX29" fmla="*/ 18860 w 26503"/>
                  <a:gd name="csY29" fmla="*/ 0 h 20359"/>
                  <a:gd name="csX30" fmla="*/ 22681 w 26503"/>
                  <a:gd name="csY30" fmla="*/ 1179 h 20359"/>
                  <a:gd name="csX31" fmla="*/ 25503 w 26503"/>
                  <a:gd name="csY31" fmla="*/ 4536 h 20359"/>
                  <a:gd name="csX32" fmla="*/ 26503 w 26503"/>
                  <a:gd name="csY32" fmla="*/ 9465 h 20359"/>
                  <a:gd name="csX33" fmla="*/ 25503 w 26503"/>
                  <a:gd name="csY33" fmla="*/ 15288 h 20359"/>
                  <a:gd name="csX34" fmla="*/ 22467 w 26503"/>
                  <a:gd name="csY34" fmla="*/ 18967 h 20359"/>
                  <a:gd name="csX35" fmla="*/ 17859 w 26503"/>
                  <a:gd name="csY35" fmla="*/ 20360 h 203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26503" h="20359">
                    <a:moveTo>
                      <a:pt x="17859" y="20360"/>
                    </a:moveTo>
                    <a:lnTo>
                      <a:pt x="17574" y="17181"/>
                    </a:lnTo>
                    <a:cubicBezTo>
                      <a:pt x="18860" y="17038"/>
                      <a:pt x="19896" y="16681"/>
                      <a:pt x="20717" y="16145"/>
                    </a:cubicBezTo>
                    <a:cubicBezTo>
                      <a:pt x="21539" y="15573"/>
                      <a:pt x="22181" y="14752"/>
                      <a:pt x="22681" y="13573"/>
                    </a:cubicBezTo>
                    <a:cubicBezTo>
                      <a:pt x="23181" y="12430"/>
                      <a:pt x="23432" y="11108"/>
                      <a:pt x="23432" y="9644"/>
                    </a:cubicBezTo>
                    <a:cubicBezTo>
                      <a:pt x="23432" y="8358"/>
                      <a:pt x="23253" y="7215"/>
                      <a:pt x="22860" y="6215"/>
                    </a:cubicBezTo>
                    <a:cubicBezTo>
                      <a:pt x="22467" y="5215"/>
                      <a:pt x="21931" y="4501"/>
                      <a:pt x="21253" y="4000"/>
                    </a:cubicBezTo>
                    <a:cubicBezTo>
                      <a:pt x="20574" y="3500"/>
                      <a:pt x="19860" y="3286"/>
                      <a:pt x="19074" y="3286"/>
                    </a:cubicBezTo>
                    <a:cubicBezTo>
                      <a:pt x="18288" y="3286"/>
                      <a:pt x="17574" y="3536"/>
                      <a:pt x="16966" y="4000"/>
                    </a:cubicBezTo>
                    <a:cubicBezTo>
                      <a:pt x="16359" y="4465"/>
                      <a:pt x="15859" y="5215"/>
                      <a:pt x="15466" y="6287"/>
                    </a:cubicBezTo>
                    <a:cubicBezTo>
                      <a:pt x="15216" y="6965"/>
                      <a:pt x="14788" y="8501"/>
                      <a:pt x="14216" y="10823"/>
                    </a:cubicBezTo>
                    <a:cubicBezTo>
                      <a:pt x="13645" y="13180"/>
                      <a:pt x="13145" y="14823"/>
                      <a:pt x="12609" y="15752"/>
                    </a:cubicBezTo>
                    <a:cubicBezTo>
                      <a:pt x="11966" y="16966"/>
                      <a:pt x="11180" y="17895"/>
                      <a:pt x="10216" y="18502"/>
                    </a:cubicBezTo>
                    <a:cubicBezTo>
                      <a:pt x="9251" y="19109"/>
                      <a:pt x="8215" y="19395"/>
                      <a:pt x="7036" y="19395"/>
                    </a:cubicBezTo>
                    <a:cubicBezTo>
                      <a:pt x="5751" y="19395"/>
                      <a:pt x="4536" y="19038"/>
                      <a:pt x="3429" y="18288"/>
                    </a:cubicBezTo>
                    <a:cubicBezTo>
                      <a:pt x="2286" y="17574"/>
                      <a:pt x="1465" y="16502"/>
                      <a:pt x="893" y="15073"/>
                    </a:cubicBezTo>
                    <a:cubicBezTo>
                      <a:pt x="321" y="13680"/>
                      <a:pt x="0" y="12109"/>
                      <a:pt x="0" y="10394"/>
                    </a:cubicBezTo>
                    <a:cubicBezTo>
                      <a:pt x="0" y="8501"/>
                      <a:pt x="321" y="6822"/>
                      <a:pt x="929" y="5394"/>
                    </a:cubicBezTo>
                    <a:cubicBezTo>
                      <a:pt x="1536" y="3929"/>
                      <a:pt x="2429" y="2822"/>
                      <a:pt x="3608" y="2036"/>
                    </a:cubicBezTo>
                    <a:cubicBezTo>
                      <a:pt x="4786" y="1250"/>
                      <a:pt x="6144" y="821"/>
                      <a:pt x="7644" y="786"/>
                    </a:cubicBezTo>
                    <a:lnTo>
                      <a:pt x="7894" y="4036"/>
                    </a:lnTo>
                    <a:cubicBezTo>
                      <a:pt x="6287" y="4215"/>
                      <a:pt x="5072" y="4786"/>
                      <a:pt x="4251" y="5822"/>
                    </a:cubicBezTo>
                    <a:cubicBezTo>
                      <a:pt x="3429" y="6822"/>
                      <a:pt x="3000" y="8323"/>
                      <a:pt x="3000" y="10287"/>
                    </a:cubicBezTo>
                    <a:cubicBezTo>
                      <a:pt x="3000" y="12252"/>
                      <a:pt x="3394" y="13823"/>
                      <a:pt x="4143" y="14752"/>
                    </a:cubicBezTo>
                    <a:cubicBezTo>
                      <a:pt x="4893" y="15681"/>
                      <a:pt x="5786" y="16145"/>
                      <a:pt x="6858" y="16145"/>
                    </a:cubicBezTo>
                    <a:cubicBezTo>
                      <a:pt x="7787" y="16145"/>
                      <a:pt x="8537" y="15823"/>
                      <a:pt x="9144" y="15145"/>
                    </a:cubicBezTo>
                    <a:cubicBezTo>
                      <a:pt x="9715" y="14502"/>
                      <a:pt x="10359" y="12787"/>
                      <a:pt x="10966" y="10037"/>
                    </a:cubicBezTo>
                    <a:cubicBezTo>
                      <a:pt x="11609" y="7287"/>
                      <a:pt x="12144" y="5394"/>
                      <a:pt x="12609" y="4393"/>
                    </a:cubicBezTo>
                    <a:cubicBezTo>
                      <a:pt x="13287" y="2893"/>
                      <a:pt x="14144" y="1786"/>
                      <a:pt x="15216" y="1072"/>
                    </a:cubicBezTo>
                    <a:cubicBezTo>
                      <a:pt x="16252" y="357"/>
                      <a:pt x="17467" y="0"/>
                      <a:pt x="18860" y="0"/>
                    </a:cubicBezTo>
                    <a:cubicBezTo>
                      <a:pt x="20253" y="0"/>
                      <a:pt x="21503" y="393"/>
                      <a:pt x="22681" y="1179"/>
                    </a:cubicBezTo>
                    <a:cubicBezTo>
                      <a:pt x="23896" y="1964"/>
                      <a:pt x="24825" y="3072"/>
                      <a:pt x="25503" y="4536"/>
                    </a:cubicBezTo>
                    <a:cubicBezTo>
                      <a:pt x="26182" y="6001"/>
                      <a:pt x="26503" y="7644"/>
                      <a:pt x="26503" y="9465"/>
                    </a:cubicBezTo>
                    <a:cubicBezTo>
                      <a:pt x="26503" y="11787"/>
                      <a:pt x="26182" y="13716"/>
                      <a:pt x="25503" y="15288"/>
                    </a:cubicBezTo>
                    <a:cubicBezTo>
                      <a:pt x="24825" y="16859"/>
                      <a:pt x="23825" y="18074"/>
                      <a:pt x="22467" y="18967"/>
                    </a:cubicBezTo>
                    <a:cubicBezTo>
                      <a:pt x="21110" y="19860"/>
                      <a:pt x="19574" y="20324"/>
                      <a:pt x="17859" y="20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8" name="Freeform: Shape 12367">
                <a:extLst>
                  <a:ext uri="{FF2B5EF4-FFF2-40B4-BE49-F238E27FC236}">
                    <a16:creationId xmlns:a16="http://schemas.microsoft.com/office/drawing/2014/main" id="{99C682FC-2E98-1429-8D54-B8BF107F4BAB}"/>
                  </a:ext>
                </a:extLst>
              </p:cNvPr>
              <p:cNvSpPr/>
              <p:nvPr/>
            </p:nvSpPr>
            <p:spPr>
              <a:xfrm>
                <a:off x="6315018" y="2483207"/>
                <a:ext cx="56121" cy="42647"/>
              </a:xfrm>
              <a:custGeom>
                <a:avLst/>
                <a:gdLst>
                  <a:gd name="csX0" fmla="*/ 25575 w 25574"/>
                  <a:gd name="csY0" fmla="*/ 19467 h 19538"/>
                  <a:gd name="csX1" fmla="*/ 0 w 25574"/>
                  <a:gd name="csY1" fmla="*/ 19467 h 19538"/>
                  <a:gd name="csX2" fmla="*/ 0 w 25574"/>
                  <a:gd name="csY2" fmla="*/ 9823 h 19538"/>
                  <a:gd name="csX3" fmla="*/ 250 w 25574"/>
                  <a:gd name="csY3" fmla="*/ 5929 h 19538"/>
                  <a:gd name="csX4" fmla="*/ 1465 w 25574"/>
                  <a:gd name="csY4" fmla="*/ 2786 h 19538"/>
                  <a:gd name="csX5" fmla="*/ 3929 w 25574"/>
                  <a:gd name="csY5" fmla="*/ 750 h 19538"/>
                  <a:gd name="csX6" fmla="*/ 7429 w 25574"/>
                  <a:gd name="csY6" fmla="*/ 0 h 19538"/>
                  <a:gd name="csX7" fmla="*/ 12930 w 25574"/>
                  <a:gd name="csY7" fmla="*/ 2072 h 19538"/>
                  <a:gd name="csX8" fmla="*/ 15180 w 25574"/>
                  <a:gd name="csY8" fmla="*/ 9573 h 19538"/>
                  <a:gd name="csX9" fmla="*/ 15180 w 25574"/>
                  <a:gd name="csY9" fmla="*/ 16145 h 19538"/>
                  <a:gd name="csX10" fmla="*/ 25575 w 25574"/>
                  <a:gd name="csY10" fmla="*/ 16145 h 19538"/>
                  <a:gd name="csX11" fmla="*/ 25575 w 25574"/>
                  <a:gd name="csY11" fmla="*/ 19538 h 19538"/>
                  <a:gd name="csX12" fmla="*/ 12144 w 25574"/>
                  <a:gd name="csY12" fmla="*/ 16073 h 19538"/>
                  <a:gd name="csX13" fmla="*/ 12144 w 25574"/>
                  <a:gd name="csY13" fmla="*/ 9465 h 19538"/>
                  <a:gd name="csX14" fmla="*/ 10930 w 25574"/>
                  <a:gd name="csY14" fmla="*/ 4822 h 19538"/>
                  <a:gd name="csX15" fmla="*/ 7501 w 25574"/>
                  <a:gd name="csY15" fmla="*/ 3465 h 19538"/>
                  <a:gd name="csX16" fmla="*/ 4750 w 25574"/>
                  <a:gd name="csY16" fmla="*/ 4286 h 19538"/>
                  <a:gd name="csX17" fmla="*/ 3251 w 25574"/>
                  <a:gd name="csY17" fmla="*/ 6429 h 19538"/>
                  <a:gd name="csX18" fmla="*/ 3036 w 25574"/>
                  <a:gd name="csY18" fmla="*/ 9573 h 19538"/>
                  <a:gd name="csX19" fmla="*/ 3036 w 25574"/>
                  <a:gd name="csY19" fmla="*/ 16109 h 19538"/>
                  <a:gd name="csX20" fmla="*/ 12180 w 25574"/>
                  <a:gd name="csY20" fmla="*/ 16109 h 19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574" h="19538">
                    <a:moveTo>
                      <a:pt x="25575" y="19467"/>
                    </a:moveTo>
                    <a:lnTo>
                      <a:pt x="0" y="19467"/>
                    </a:lnTo>
                    <a:lnTo>
                      <a:pt x="0" y="9823"/>
                    </a:lnTo>
                    <a:cubicBezTo>
                      <a:pt x="0" y="8144"/>
                      <a:pt x="72" y="6822"/>
                      <a:pt x="250" y="5929"/>
                    </a:cubicBezTo>
                    <a:cubicBezTo>
                      <a:pt x="464" y="4679"/>
                      <a:pt x="857" y="3643"/>
                      <a:pt x="1465" y="2786"/>
                    </a:cubicBezTo>
                    <a:cubicBezTo>
                      <a:pt x="2036" y="1929"/>
                      <a:pt x="2858" y="1250"/>
                      <a:pt x="3929" y="750"/>
                    </a:cubicBezTo>
                    <a:cubicBezTo>
                      <a:pt x="4965" y="250"/>
                      <a:pt x="6144" y="0"/>
                      <a:pt x="7429" y="0"/>
                    </a:cubicBezTo>
                    <a:cubicBezTo>
                      <a:pt x="9609" y="0"/>
                      <a:pt x="11430" y="679"/>
                      <a:pt x="12930" y="2072"/>
                    </a:cubicBezTo>
                    <a:cubicBezTo>
                      <a:pt x="14431" y="3465"/>
                      <a:pt x="15180" y="5965"/>
                      <a:pt x="15180" y="9573"/>
                    </a:cubicBezTo>
                    <a:lnTo>
                      <a:pt x="15180" y="16145"/>
                    </a:lnTo>
                    <a:lnTo>
                      <a:pt x="25575" y="16145"/>
                    </a:lnTo>
                    <a:lnTo>
                      <a:pt x="25575" y="19538"/>
                    </a:lnTo>
                    <a:moveTo>
                      <a:pt x="12144" y="16073"/>
                    </a:moveTo>
                    <a:lnTo>
                      <a:pt x="12144" y="9465"/>
                    </a:lnTo>
                    <a:cubicBezTo>
                      <a:pt x="12144" y="7287"/>
                      <a:pt x="11752" y="5715"/>
                      <a:pt x="10930" y="4822"/>
                    </a:cubicBezTo>
                    <a:cubicBezTo>
                      <a:pt x="10108" y="3929"/>
                      <a:pt x="8965" y="3465"/>
                      <a:pt x="7501" y="3465"/>
                    </a:cubicBezTo>
                    <a:cubicBezTo>
                      <a:pt x="6430" y="3465"/>
                      <a:pt x="5537" y="3715"/>
                      <a:pt x="4750" y="4286"/>
                    </a:cubicBezTo>
                    <a:cubicBezTo>
                      <a:pt x="4000" y="4822"/>
                      <a:pt x="3500" y="5536"/>
                      <a:pt x="3251" y="6429"/>
                    </a:cubicBezTo>
                    <a:cubicBezTo>
                      <a:pt x="3108" y="7001"/>
                      <a:pt x="3036" y="8037"/>
                      <a:pt x="3036" y="9573"/>
                    </a:cubicBezTo>
                    <a:lnTo>
                      <a:pt x="3036" y="16109"/>
                    </a:lnTo>
                    <a:lnTo>
                      <a:pt x="12180" y="16109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69" name="Freeform: Shape 12368">
                <a:extLst>
                  <a:ext uri="{FF2B5EF4-FFF2-40B4-BE49-F238E27FC236}">
                    <a16:creationId xmlns:a16="http://schemas.microsoft.com/office/drawing/2014/main" id="{B9358E65-EBE0-424C-DE90-52A595C56602}"/>
                  </a:ext>
                </a:extLst>
              </p:cNvPr>
              <p:cNvSpPr/>
              <p:nvPr/>
            </p:nvSpPr>
            <p:spPr>
              <a:xfrm>
                <a:off x="3074708" y="287790"/>
                <a:ext cx="37231" cy="55979"/>
              </a:xfrm>
              <a:custGeom>
                <a:avLst/>
                <a:gdLst>
                  <a:gd name="csX0" fmla="*/ 107 w 16966"/>
                  <a:gd name="csY0" fmla="*/ 18574 h 25646"/>
                  <a:gd name="csX1" fmla="*/ 3393 w 16966"/>
                  <a:gd name="csY1" fmla="*/ 18288 h 25646"/>
                  <a:gd name="csX2" fmla="*/ 5108 w 16966"/>
                  <a:gd name="csY2" fmla="*/ 21896 h 25646"/>
                  <a:gd name="csX3" fmla="*/ 8323 w 16966"/>
                  <a:gd name="csY3" fmla="*/ 23110 h 25646"/>
                  <a:gd name="csX4" fmla="*/ 12144 w 16966"/>
                  <a:gd name="csY4" fmla="*/ 21396 h 25646"/>
                  <a:gd name="csX5" fmla="*/ 13716 w 16966"/>
                  <a:gd name="csY5" fmla="*/ 16859 h 25646"/>
                  <a:gd name="csX6" fmla="*/ 12216 w 16966"/>
                  <a:gd name="csY6" fmla="*/ 12609 h 25646"/>
                  <a:gd name="csX7" fmla="*/ 8251 w 16966"/>
                  <a:gd name="csY7" fmla="*/ 11073 h 25646"/>
                  <a:gd name="csX8" fmla="*/ 5501 w 16966"/>
                  <a:gd name="csY8" fmla="*/ 11751 h 25646"/>
                  <a:gd name="csX9" fmla="*/ 3572 w 16966"/>
                  <a:gd name="csY9" fmla="*/ 13537 h 25646"/>
                  <a:gd name="csX10" fmla="*/ 607 w 16966"/>
                  <a:gd name="csY10" fmla="*/ 13144 h 25646"/>
                  <a:gd name="csX11" fmla="*/ 3108 w 16966"/>
                  <a:gd name="csY11" fmla="*/ 0 h 25646"/>
                  <a:gd name="csX12" fmla="*/ 15823 w 16966"/>
                  <a:gd name="csY12" fmla="*/ 0 h 25646"/>
                  <a:gd name="csX13" fmla="*/ 15823 w 16966"/>
                  <a:gd name="csY13" fmla="*/ 3000 h 25646"/>
                  <a:gd name="csX14" fmla="*/ 5608 w 16966"/>
                  <a:gd name="csY14" fmla="*/ 3000 h 25646"/>
                  <a:gd name="csX15" fmla="*/ 4215 w 16966"/>
                  <a:gd name="csY15" fmla="*/ 9858 h 25646"/>
                  <a:gd name="csX16" fmla="*/ 9037 w 16966"/>
                  <a:gd name="csY16" fmla="*/ 8251 h 25646"/>
                  <a:gd name="csX17" fmla="*/ 14681 w 16966"/>
                  <a:gd name="csY17" fmla="*/ 10573 h 25646"/>
                  <a:gd name="csX18" fmla="*/ 16966 w 16966"/>
                  <a:gd name="csY18" fmla="*/ 16538 h 25646"/>
                  <a:gd name="csX19" fmla="*/ 14930 w 16966"/>
                  <a:gd name="csY19" fmla="*/ 22539 h 25646"/>
                  <a:gd name="csX20" fmla="*/ 8215 w 16966"/>
                  <a:gd name="csY20" fmla="*/ 25646 h 25646"/>
                  <a:gd name="csX21" fmla="*/ 2536 w 16966"/>
                  <a:gd name="csY21" fmla="*/ 23682 h 25646"/>
                  <a:gd name="csX22" fmla="*/ 0 w 16966"/>
                  <a:gd name="csY22" fmla="*/ 18502 h 25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966" h="25646">
                    <a:moveTo>
                      <a:pt x="107" y="18574"/>
                    </a:moveTo>
                    <a:lnTo>
                      <a:pt x="3393" y="18288"/>
                    </a:lnTo>
                    <a:cubicBezTo>
                      <a:pt x="3643" y="19895"/>
                      <a:pt x="4215" y="21110"/>
                      <a:pt x="5108" y="21896"/>
                    </a:cubicBezTo>
                    <a:cubicBezTo>
                      <a:pt x="6001" y="22717"/>
                      <a:pt x="7072" y="23110"/>
                      <a:pt x="8323" y="23110"/>
                    </a:cubicBezTo>
                    <a:cubicBezTo>
                      <a:pt x="9823" y="23110"/>
                      <a:pt x="11109" y="22539"/>
                      <a:pt x="12144" y="21396"/>
                    </a:cubicBezTo>
                    <a:cubicBezTo>
                      <a:pt x="13180" y="20253"/>
                      <a:pt x="13716" y="18752"/>
                      <a:pt x="13716" y="16859"/>
                    </a:cubicBezTo>
                    <a:cubicBezTo>
                      <a:pt x="13716" y="14966"/>
                      <a:pt x="13216" y="13645"/>
                      <a:pt x="12216" y="12609"/>
                    </a:cubicBezTo>
                    <a:cubicBezTo>
                      <a:pt x="11216" y="11573"/>
                      <a:pt x="9894" y="11073"/>
                      <a:pt x="8251" y="11073"/>
                    </a:cubicBezTo>
                    <a:cubicBezTo>
                      <a:pt x="7251" y="11073"/>
                      <a:pt x="6322" y="11287"/>
                      <a:pt x="5501" y="11751"/>
                    </a:cubicBezTo>
                    <a:cubicBezTo>
                      <a:pt x="4679" y="12216"/>
                      <a:pt x="4036" y="12823"/>
                      <a:pt x="3572" y="13537"/>
                    </a:cubicBezTo>
                    <a:lnTo>
                      <a:pt x="607" y="13144"/>
                    </a:lnTo>
                    <a:lnTo>
                      <a:pt x="3108" y="0"/>
                    </a:lnTo>
                    <a:lnTo>
                      <a:pt x="15823" y="0"/>
                    </a:lnTo>
                    <a:lnTo>
                      <a:pt x="15823" y="3000"/>
                    </a:lnTo>
                    <a:lnTo>
                      <a:pt x="5608" y="3000"/>
                    </a:lnTo>
                    <a:lnTo>
                      <a:pt x="4215" y="9858"/>
                    </a:lnTo>
                    <a:cubicBezTo>
                      <a:pt x="5751" y="8787"/>
                      <a:pt x="7358" y="8251"/>
                      <a:pt x="9037" y="8251"/>
                    </a:cubicBezTo>
                    <a:cubicBezTo>
                      <a:pt x="11251" y="8251"/>
                      <a:pt x="13144" y="9001"/>
                      <a:pt x="14681" y="10573"/>
                    </a:cubicBezTo>
                    <a:cubicBezTo>
                      <a:pt x="16216" y="12109"/>
                      <a:pt x="16966" y="14109"/>
                      <a:pt x="16966" y="16538"/>
                    </a:cubicBezTo>
                    <a:cubicBezTo>
                      <a:pt x="16966" y="18967"/>
                      <a:pt x="16288" y="20860"/>
                      <a:pt x="14930" y="22539"/>
                    </a:cubicBezTo>
                    <a:cubicBezTo>
                      <a:pt x="13287" y="24610"/>
                      <a:pt x="11037" y="25646"/>
                      <a:pt x="8215" y="25646"/>
                    </a:cubicBezTo>
                    <a:cubicBezTo>
                      <a:pt x="5894" y="25646"/>
                      <a:pt x="4000" y="25003"/>
                      <a:pt x="2536" y="23682"/>
                    </a:cubicBezTo>
                    <a:cubicBezTo>
                      <a:pt x="1072" y="22396"/>
                      <a:pt x="214" y="20645"/>
                      <a:pt x="0" y="185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1" name="Freeform: Shape 12370">
                <a:extLst>
                  <a:ext uri="{FF2B5EF4-FFF2-40B4-BE49-F238E27FC236}">
                    <a16:creationId xmlns:a16="http://schemas.microsoft.com/office/drawing/2014/main" id="{519C8408-9132-48A3-8B7D-C53D1D807914}"/>
                  </a:ext>
                </a:extLst>
              </p:cNvPr>
              <p:cNvSpPr/>
              <p:nvPr/>
            </p:nvSpPr>
            <p:spPr>
              <a:xfrm>
                <a:off x="3037553" y="367860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2" name="Freeform: Shape 12371">
                <a:extLst>
                  <a:ext uri="{FF2B5EF4-FFF2-40B4-BE49-F238E27FC236}">
                    <a16:creationId xmlns:a16="http://schemas.microsoft.com/office/drawing/2014/main" id="{12A6211F-1D8E-E754-825D-59D2751E875F}"/>
                  </a:ext>
                </a:extLst>
              </p:cNvPr>
              <p:cNvSpPr/>
              <p:nvPr/>
            </p:nvSpPr>
            <p:spPr>
              <a:xfrm>
                <a:off x="3075022" y="367781"/>
                <a:ext cx="37073" cy="56055"/>
              </a:xfrm>
              <a:custGeom>
                <a:avLst/>
                <a:gdLst>
                  <a:gd name="csX0" fmla="*/ 16895 w 16894"/>
                  <a:gd name="csY0" fmla="*/ 22681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1 h 25681"/>
                  <a:gd name="csX22" fmla="*/ 16823 w 16894"/>
                  <a:gd name="csY22" fmla="*/ 22681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1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6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5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8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8"/>
                      <a:pt x="4643" y="22110"/>
                      <a:pt x="4286" y="22681"/>
                    </a:cubicBezTo>
                    <a:lnTo>
                      <a:pt x="16823" y="22681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4" name="Freeform: Shape 12373">
                <a:extLst>
                  <a:ext uri="{FF2B5EF4-FFF2-40B4-BE49-F238E27FC236}">
                    <a16:creationId xmlns:a16="http://schemas.microsoft.com/office/drawing/2014/main" id="{FF40FA46-824C-F04E-B11E-71E2FE014617}"/>
                  </a:ext>
                </a:extLst>
              </p:cNvPr>
              <p:cNvSpPr/>
              <p:nvPr/>
            </p:nvSpPr>
            <p:spPr>
              <a:xfrm>
                <a:off x="3036614" y="448787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5" name="Freeform: Shape 12374">
                <a:extLst>
                  <a:ext uri="{FF2B5EF4-FFF2-40B4-BE49-F238E27FC236}">
                    <a16:creationId xmlns:a16="http://schemas.microsoft.com/office/drawing/2014/main" id="{D1EDB597-03C2-2C98-9E17-56AA3F384B76}"/>
                  </a:ext>
                </a:extLst>
              </p:cNvPr>
              <p:cNvSpPr/>
              <p:nvPr/>
            </p:nvSpPr>
            <p:spPr>
              <a:xfrm>
                <a:off x="3074708" y="449567"/>
                <a:ext cx="37231" cy="55979"/>
              </a:xfrm>
              <a:custGeom>
                <a:avLst/>
                <a:gdLst>
                  <a:gd name="csX0" fmla="*/ 107 w 16966"/>
                  <a:gd name="csY0" fmla="*/ 18574 h 25646"/>
                  <a:gd name="csX1" fmla="*/ 3393 w 16966"/>
                  <a:gd name="csY1" fmla="*/ 18288 h 25646"/>
                  <a:gd name="csX2" fmla="*/ 5108 w 16966"/>
                  <a:gd name="csY2" fmla="*/ 21896 h 25646"/>
                  <a:gd name="csX3" fmla="*/ 8323 w 16966"/>
                  <a:gd name="csY3" fmla="*/ 23110 h 25646"/>
                  <a:gd name="csX4" fmla="*/ 12144 w 16966"/>
                  <a:gd name="csY4" fmla="*/ 21396 h 25646"/>
                  <a:gd name="csX5" fmla="*/ 13716 w 16966"/>
                  <a:gd name="csY5" fmla="*/ 16859 h 25646"/>
                  <a:gd name="csX6" fmla="*/ 12216 w 16966"/>
                  <a:gd name="csY6" fmla="*/ 12609 h 25646"/>
                  <a:gd name="csX7" fmla="*/ 8251 w 16966"/>
                  <a:gd name="csY7" fmla="*/ 11073 h 25646"/>
                  <a:gd name="csX8" fmla="*/ 5501 w 16966"/>
                  <a:gd name="csY8" fmla="*/ 11751 h 25646"/>
                  <a:gd name="csX9" fmla="*/ 3572 w 16966"/>
                  <a:gd name="csY9" fmla="*/ 13537 h 25646"/>
                  <a:gd name="csX10" fmla="*/ 607 w 16966"/>
                  <a:gd name="csY10" fmla="*/ 13144 h 25646"/>
                  <a:gd name="csX11" fmla="*/ 3108 w 16966"/>
                  <a:gd name="csY11" fmla="*/ 0 h 25646"/>
                  <a:gd name="csX12" fmla="*/ 15823 w 16966"/>
                  <a:gd name="csY12" fmla="*/ 0 h 25646"/>
                  <a:gd name="csX13" fmla="*/ 15823 w 16966"/>
                  <a:gd name="csY13" fmla="*/ 3000 h 25646"/>
                  <a:gd name="csX14" fmla="*/ 5608 w 16966"/>
                  <a:gd name="csY14" fmla="*/ 3000 h 25646"/>
                  <a:gd name="csX15" fmla="*/ 4215 w 16966"/>
                  <a:gd name="csY15" fmla="*/ 9858 h 25646"/>
                  <a:gd name="csX16" fmla="*/ 9037 w 16966"/>
                  <a:gd name="csY16" fmla="*/ 8251 h 25646"/>
                  <a:gd name="csX17" fmla="*/ 14681 w 16966"/>
                  <a:gd name="csY17" fmla="*/ 10573 h 25646"/>
                  <a:gd name="csX18" fmla="*/ 16966 w 16966"/>
                  <a:gd name="csY18" fmla="*/ 16538 h 25646"/>
                  <a:gd name="csX19" fmla="*/ 14930 w 16966"/>
                  <a:gd name="csY19" fmla="*/ 22539 h 25646"/>
                  <a:gd name="csX20" fmla="*/ 8215 w 16966"/>
                  <a:gd name="csY20" fmla="*/ 25646 h 25646"/>
                  <a:gd name="csX21" fmla="*/ 2536 w 16966"/>
                  <a:gd name="csY21" fmla="*/ 23682 h 25646"/>
                  <a:gd name="csX22" fmla="*/ 0 w 16966"/>
                  <a:gd name="csY22" fmla="*/ 18502 h 25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966" h="25646">
                    <a:moveTo>
                      <a:pt x="107" y="18574"/>
                    </a:moveTo>
                    <a:lnTo>
                      <a:pt x="3393" y="18288"/>
                    </a:lnTo>
                    <a:cubicBezTo>
                      <a:pt x="3643" y="19895"/>
                      <a:pt x="4215" y="21110"/>
                      <a:pt x="5108" y="21896"/>
                    </a:cubicBezTo>
                    <a:cubicBezTo>
                      <a:pt x="6001" y="22717"/>
                      <a:pt x="7072" y="23110"/>
                      <a:pt x="8323" y="23110"/>
                    </a:cubicBezTo>
                    <a:cubicBezTo>
                      <a:pt x="9823" y="23110"/>
                      <a:pt x="11109" y="22539"/>
                      <a:pt x="12144" y="21396"/>
                    </a:cubicBezTo>
                    <a:cubicBezTo>
                      <a:pt x="13180" y="20253"/>
                      <a:pt x="13716" y="18752"/>
                      <a:pt x="13716" y="16859"/>
                    </a:cubicBezTo>
                    <a:cubicBezTo>
                      <a:pt x="13716" y="14966"/>
                      <a:pt x="13216" y="13645"/>
                      <a:pt x="12216" y="12609"/>
                    </a:cubicBezTo>
                    <a:cubicBezTo>
                      <a:pt x="11216" y="11573"/>
                      <a:pt x="9894" y="11073"/>
                      <a:pt x="8251" y="11073"/>
                    </a:cubicBezTo>
                    <a:cubicBezTo>
                      <a:pt x="7251" y="11073"/>
                      <a:pt x="6322" y="11287"/>
                      <a:pt x="5501" y="11751"/>
                    </a:cubicBezTo>
                    <a:cubicBezTo>
                      <a:pt x="4679" y="12216"/>
                      <a:pt x="4036" y="12823"/>
                      <a:pt x="3572" y="13537"/>
                    </a:cubicBezTo>
                    <a:lnTo>
                      <a:pt x="607" y="13144"/>
                    </a:lnTo>
                    <a:lnTo>
                      <a:pt x="3108" y="0"/>
                    </a:lnTo>
                    <a:lnTo>
                      <a:pt x="15823" y="0"/>
                    </a:lnTo>
                    <a:lnTo>
                      <a:pt x="15823" y="3000"/>
                    </a:lnTo>
                    <a:lnTo>
                      <a:pt x="5608" y="3000"/>
                    </a:lnTo>
                    <a:lnTo>
                      <a:pt x="4215" y="9858"/>
                    </a:lnTo>
                    <a:cubicBezTo>
                      <a:pt x="5751" y="8787"/>
                      <a:pt x="7358" y="8251"/>
                      <a:pt x="9037" y="8251"/>
                    </a:cubicBezTo>
                    <a:cubicBezTo>
                      <a:pt x="11251" y="8251"/>
                      <a:pt x="13144" y="9001"/>
                      <a:pt x="14681" y="10573"/>
                    </a:cubicBezTo>
                    <a:cubicBezTo>
                      <a:pt x="16216" y="12109"/>
                      <a:pt x="16966" y="14109"/>
                      <a:pt x="16966" y="16538"/>
                    </a:cubicBezTo>
                    <a:cubicBezTo>
                      <a:pt x="16966" y="18967"/>
                      <a:pt x="16288" y="20860"/>
                      <a:pt x="14930" y="22539"/>
                    </a:cubicBezTo>
                    <a:cubicBezTo>
                      <a:pt x="13287" y="24610"/>
                      <a:pt x="11037" y="25646"/>
                      <a:pt x="8215" y="25646"/>
                    </a:cubicBezTo>
                    <a:cubicBezTo>
                      <a:pt x="5894" y="25646"/>
                      <a:pt x="4000" y="25003"/>
                      <a:pt x="2536" y="23682"/>
                    </a:cubicBezTo>
                    <a:cubicBezTo>
                      <a:pt x="1072" y="22396"/>
                      <a:pt x="214" y="20645"/>
                      <a:pt x="0" y="185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6" name="Freeform: Shape 12375">
                <a:extLst>
                  <a:ext uri="{FF2B5EF4-FFF2-40B4-BE49-F238E27FC236}">
                    <a16:creationId xmlns:a16="http://schemas.microsoft.com/office/drawing/2014/main" id="{7B433346-2ABC-D134-112B-CE4AE69AD286}"/>
                  </a:ext>
                </a:extLst>
              </p:cNvPr>
              <p:cNvSpPr/>
              <p:nvPr/>
            </p:nvSpPr>
            <p:spPr>
              <a:xfrm>
                <a:off x="3075022" y="529481"/>
                <a:ext cx="37152" cy="56992"/>
              </a:xfrm>
              <a:custGeom>
                <a:avLst/>
                <a:gdLst>
                  <a:gd name="csX0" fmla="*/ 16466 w 16930"/>
                  <a:gd name="csY0" fmla="*/ 6394 h 26110"/>
                  <a:gd name="csX1" fmla="*/ 13323 w 16930"/>
                  <a:gd name="csY1" fmla="*/ 6644 h 26110"/>
                  <a:gd name="csX2" fmla="*/ 12144 w 16930"/>
                  <a:gd name="csY2" fmla="*/ 3965 h 26110"/>
                  <a:gd name="csX3" fmla="*/ 9001 w 16930"/>
                  <a:gd name="csY3" fmla="*/ 2608 h 26110"/>
                  <a:gd name="csX4" fmla="*/ 6358 w 16930"/>
                  <a:gd name="csY4" fmla="*/ 3429 h 26110"/>
                  <a:gd name="csX5" fmla="*/ 4036 w 16930"/>
                  <a:gd name="csY5" fmla="*/ 6572 h 26110"/>
                  <a:gd name="csX6" fmla="*/ 3143 w 16930"/>
                  <a:gd name="csY6" fmla="*/ 12502 h 26110"/>
                  <a:gd name="csX7" fmla="*/ 5929 w 16930"/>
                  <a:gd name="csY7" fmla="*/ 9930 h 26110"/>
                  <a:gd name="csX8" fmla="*/ 9358 w 16930"/>
                  <a:gd name="csY8" fmla="*/ 9108 h 26110"/>
                  <a:gd name="csX9" fmla="*/ 14716 w 16930"/>
                  <a:gd name="csY9" fmla="*/ 11430 h 26110"/>
                  <a:gd name="csX10" fmla="*/ 16931 w 16930"/>
                  <a:gd name="csY10" fmla="*/ 17395 h 26110"/>
                  <a:gd name="csX11" fmla="*/ 15895 w 16930"/>
                  <a:gd name="csY11" fmla="*/ 21860 h 26110"/>
                  <a:gd name="csX12" fmla="*/ 13037 w 16930"/>
                  <a:gd name="csY12" fmla="*/ 25003 h 26110"/>
                  <a:gd name="csX13" fmla="*/ 8894 w 16930"/>
                  <a:gd name="csY13" fmla="*/ 26110 h 26110"/>
                  <a:gd name="csX14" fmla="*/ 2500 w 16930"/>
                  <a:gd name="csY14" fmla="*/ 23217 h 26110"/>
                  <a:gd name="csX15" fmla="*/ 0 w 16930"/>
                  <a:gd name="csY15" fmla="*/ 13716 h 26110"/>
                  <a:gd name="csX16" fmla="*/ 2750 w 16930"/>
                  <a:gd name="csY16" fmla="*/ 2929 h 26110"/>
                  <a:gd name="csX17" fmla="*/ 9180 w 16930"/>
                  <a:gd name="csY17" fmla="*/ 0 h 26110"/>
                  <a:gd name="csX18" fmla="*/ 14109 w 16930"/>
                  <a:gd name="csY18" fmla="*/ 1679 h 26110"/>
                  <a:gd name="csX19" fmla="*/ 16431 w 16930"/>
                  <a:gd name="csY19" fmla="*/ 6358 h 26110"/>
                  <a:gd name="csX20" fmla="*/ 3643 w 16930"/>
                  <a:gd name="csY20" fmla="*/ 17431 h 26110"/>
                  <a:gd name="csX21" fmla="*/ 4322 w 16930"/>
                  <a:gd name="csY21" fmla="*/ 20538 h 26110"/>
                  <a:gd name="csX22" fmla="*/ 6251 w 16930"/>
                  <a:gd name="csY22" fmla="*/ 22789 h 26110"/>
                  <a:gd name="csX23" fmla="*/ 8858 w 16930"/>
                  <a:gd name="csY23" fmla="*/ 23539 h 26110"/>
                  <a:gd name="csX24" fmla="*/ 12287 w 16930"/>
                  <a:gd name="csY24" fmla="*/ 21931 h 26110"/>
                  <a:gd name="csX25" fmla="*/ 13716 w 16930"/>
                  <a:gd name="csY25" fmla="*/ 17574 h 26110"/>
                  <a:gd name="csX26" fmla="*/ 12323 w 16930"/>
                  <a:gd name="csY26" fmla="*/ 13395 h 26110"/>
                  <a:gd name="csX27" fmla="*/ 8751 w 16930"/>
                  <a:gd name="csY27" fmla="*/ 11859 h 26110"/>
                  <a:gd name="csX28" fmla="*/ 5144 w 16930"/>
                  <a:gd name="csY28" fmla="*/ 13395 h 26110"/>
                  <a:gd name="csX29" fmla="*/ 3679 w 16930"/>
                  <a:gd name="csY29" fmla="*/ 17395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16930" h="26110">
                    <a:moveTo>
                      <a:pt x="16466" y="6394"/>
                    </a:moveTo>
                    <a:lnTo>
                      <a:pt x="13323" y="6644"/>
                    </a:lnTo>
                    <a:cubicBezTo>
                      <a:pt x="13037" y="5394"/>
                      <a:pt x="12644" y="4501"/>
                      <a:pt x="12144" y="3965"/>
                    </a:cubicBezTo>
                    <a:cubicBezTo>
                      <a:pt x="11287" y="3072"/>
                      <a:pt x="10251" y="2608"/>
                      <a:pt x="9001" y="2608"/>
                    </a:cubicBezTo>
                    <a:cubicBezTo>
                      <a:pt x="8001" y="2608"/>
                      <a:pt x="7108" y="2893"/>
                      <a:pt x="6358" y="3429"/>
                    </a:cubicBezTo>
                    <a:cubicBezTo>
                      <a:pt x="5358" y="4143"/>
                      <a:pt x="4608" y="5215"/>
                      <a:pt x="4036" y="6572"/>
                    </a:cubicBezTo>
                    <a:cubicBezTo>
                      <a:pt x="3465" y="7965"/>
                      <a:pt x="3179" y="9930"/>
                      <a:pt x="3143" y="12502"/>
                    </a:cubicBezTo>
                    <a:cubicBezTo>
                      <a:pt x="3893" y="11359"/>
                      <a:pt x="4822" y="10501"/>
                      <a:pt x="5929" y="9930"/>
                    </a:cubicBezTo>
                    <a:cubicBezTo>
                      <a:pt x="7001" y="9358"/>
                      <a:pt x="8144" y="9108"/>
                      <a:pt x="9358" y="9108"/>
                    </a:cubicBezTo>
                    <a:cubicBezTo>
                      <a:pt x="11466" y="9108"/>
                      <a:pt x="13252" y="9858"/>
                      <a:pt x="14716" y="11430"/>
                    </a:cubicBezTo>
                    <a:cubicBezTo>
                      <a:pt x="16180" y="12966"/>
                      <a:pt x="16931" y="14966"/>
                      <a:pt x="16931" y="17395"/>
                    </a:cubicBezTo>
                    <a:cubicBezTo>
                      <a:pt x="16931" y="19002"/>
                      <a:pt x="16573" y="20503"/>
                      <a:pt x="15895" y="21860"/>
                    </a:cubicBezTo>
                    <a:cubicBezTo>
                      <a:pt x="15180" y="23217"/>
                      <a:pt x="14252" y="24289"/>
                      <a:pt x="13037" y="25003"/>
                    </a:cubicBezTo>
                    <a:cubicBezTo>
                      <a:pt x="11823" y="25753"/>
                      <a:pt x="10430" y="26110"/>
                      <a:pt x="8894" y="26110"/>
                    </a:cubicBezTo>
                    <a:cubicBezTo>
                      <a:pt x="6287" y="26110"/>
                      <a:pt x="4143" y="25146"/>
                      <a:pt x="2500" y="23217"/>
                    </a:cubicBezTo>
                    <a:cubicBezTo>
                      <a:pt x="857" y="21288"/>
                      <a:pt x="0" y="18109"/>
                      <a:pt x="0" y="13716"/>
                    </a:cubicBezTo>
                    <a:cubicBezTo>
                      <a:pt x="0" y="8787"/>
                      <a:pt x="929" y="5179"/>
                      <a:pt x="2750" y="2929"/>
                    </a:cubicBezTo>
                    <a:cubicBezTo>
                      <a:pt x="4358" y="964"/>
                      <a:pt x="6501" y="0"/>
                      <a:pt x="9180" y="0"/>
                    </a:cubicBezTo>
                    <a:cubicBezTo>
                      <a:pt x="11180" y="0"/>
                      <a:pt x="12823" y="572"/>
                      <a:pt x="14109" y="1679"/>
                    </a:cubicBezTo>
                    <a:cubicBezTo>
                      <a:pt x="15395" y="2822"/>
                      <a:pt x="16145" y="4358"/>
                      <a:pt x="16431" y="6358"/>
                    </a:cubicBezTo>
                    <a:moveTo>
                      <a:pt x="3643" y="17431"/>
                    </a:moveTo>
                    <a:cubicBezTo>
                      <a:pt x="3643" y="18502"/>
                      <a:pt x="3857" y="19538"/>
                      <a:pt x="4322" y="20538"/>
                    </a:cubicBezTo>
                    <a:cubicBezTo>
                      <a:pt x="4786" y="21538"/>
                      <a:pt x="5429" y="22289"/>
                      <a:pt x="6251" y="22789"/>
                    </a:cubicBezTo>
                    <a:cubicBezTo>
                      <a:pt x="7072" y="23289"/>
                      <a:pt x="7965" y="23539"/>
                      <a:pt x="8858" y="23539"/>
                    </a:cubicBezTo>
                    <a:cubicBezTo>
                      <a:pt x="10180" y="23539"/>
                      <a:pt x="11323" y="23003"/>
                      <a:pt x="12287" y="21931"/>
                    </a:cubicBezTo>
                    <a:cubicBezTo>
                      <a:pt x="13252" y="20860"/>
                      <a:pt x="13716" y="19395"/>
                      <a:pt x="13716" y="17574"/>
                    </a:cubicBezTo>
                    <a:cubicBezTo>
                      <a:pt x="13716" y="15752"/>
                      <a:pt x="13252" y="14395"/>
                      <a:pt x="12323" y="13395"/>
                    </a:cubicBezTo>
                    <a:cubicBezTo>
                      <a:pt x="11394" y="12359"/>
                      <a:pt x="10180" y="11859"/>
                      <a:pt x="8751" y="11859"/>
                    </a:cubicBezTo>
                    <a:cubicBezTo>
                      <a:pt x="7322" y="11859"/>
                      <a:pt x="6144" y="12359"/>
                      <a:pt x="5144" y="13395"/>
                    </a:cubicBezTo>
                    <a:cubicBezTo>
                      <a:pt x="4143" y="14430"/>
                      <a:pt x="3679" y="15752"/>
                      <a:pt x="3679" y="1739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7" name="Freeform: Shape 12376">
                <a:extLst>
                  <a:ext uri="{FF2B5EF4-FFF2-40B4-BE49-F238E27FC236}">
                    <a16:creationId xmlns:a16="http://schemas.microsoft.com/office/drawing/2014/main" id="{C1FF943C-3853-D6D6-C699-E15D0EA82564}"/>
                  </a:ext>
                </a:extLst>
              </p:cNvPr>
              <p:cNvSpPr/>
              <p:nvPr/>
            </p:nvSpPr>
            <p:spPr>
              <a:xfrm>
                <a:off x="3075570" y="610488"/>
                <a:ext cx="36683" cy="56992"/>
              </a:xfrm>
              <a:custGeom>
                <a:avLst/>
                <a:gdLst>
                  <a:gd name="csX0" fmla="*/ 0 w 16716"/>
                  <a:gd name="csY0" fmla="*/ 13037 h 26110"/>
                  <a:gd name="csX1" fmla="*/ 929 w 16716"/>
                  <a:gd name="csY1" fmla="*/ 5751 h 26110"/>
                  <a:gd name="csX2" fmla="*/ 3715 w 16716"/>
                  <a:gd name="csY2" fmla="*/ 1500 h 26110"/>
                  <a:gd name="csX3" fmla="*/ 8358 w 16716"/>
                  <a:gd name="csY3" fmla="*/ 0 h 26110"/>
                  <a:gd name="csX4" fmla="*/ 11966 w 16716"/>
                  <a:gd name="csY4" fmla="*/ 821 h 26110"/>
                  <a:gd name="csX5" fmla="*/ 14537 w 16716"/>
                  <a:gd name="csY5" fmla="*/ 3215 h 26110"/>
                  <a:gd name="csX6" fmla="*/ 16145 w 16716"/>
                  <a:gd name="csY6" fmla="*/ 7001 h 26110"/>
                  <a:gd name="csX7" fmla="*/ 16716 w 16716"/>
                  <a:gd name="csY7" fmla="*/ 13037 h 26110"/>
                  <a:gd name="csX8" fmla="*/ 15788 w 16716"/>
                  <a:gd name="csY8" fmla="*/ 20324 h 26110"/>
                  <a:gd name="csX9" fmla="*/ 13037 w 16716"/>
                  <a:gd name="csY9" fmla="*/ 24610 h 26110"/>
                  <a:gd name="csX10" fmla="*/ 8394 w 16716"/>
                  <a:gd name="csY10" fmla="*/ 26110 h 26110"/>
                  <a:gd name="csX11" fmla="*/ 2607 w 16716"/>
                  <a:gd name="csY11" fmla="*/ 23467 h 26110"/>
                  <a:gd name="csX12" fmla="*/ 71 w 16716"/>
                  <a:gd name="csY12" fmla="*/ 13073 h 26110"/>
                  <a:gd name="csX13" fmla="*/ 3215 w 16716"/>
                  <a:gd name="csY13" fmla="*/ 13037 h 26110"/>
                  <a:gd name="csX14" fmla="*/ 4679 w 16716"/>
                  <a:gd name="csY14" fmla="*/ 21431 h 26110"/>
                  <a:gd name="csX15" fmla="*/ 8322 w 16716"/>
                  <a:gd name="csY15" fmla="*/ 23503 h 26110"/>
                  <a:gd name="csX16" fmla="*/ 11966 w 16716"/>
                  <a:gd name="csY16" fmla="*/ 21395 h 26110"/>
                  <a:gd name="csX17" fmla="*/ 13430 w 16716"/>
                  <a:gd name="csY17" fmla="*/ 13037 h 26110"/>
                  <a:gd name="csX18" fmla="*/ 11966 w 16716"/>
                  <a:gd name="csY18" fmla="*/ 4643 h 26110"/>
                  <a:gd name="csX19" fmla="*/ 8287 w 16716"/>
                  <a:gd name="csY19" fmla="*/ 2572 h 26110"/>
                  <a:gd name="csX20" fmla="*/ 4858 w 16716"/>
                  <a:gd name="csY20" fmla="*/ 4429 h 26110"/>
                  <a:gd name="csX21" fmla="*/ 3250 w 16716"/>
                  <a:gd name="csY21" fmla="*/ 13037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16716" h="26110">
                    <a:moveTo>
                      <a:pt x="0" y="13037"/>
                    </a:moveTo>
                    <a:cubicBezTo>
                      <a:pt x="0" y="10037"/>
                      <a:pt x="321" y="7572"/>
                      <a:pt x="929" y="5751"/>
                    </a:cubicBezTo>
                    <a:cubicBezTo>
                      <a:pt x="1572" y="3893"/>
                      <a:pt x="2465" y="2500"/>
                      <a:pt x="3715" y="1500"/>
                    </a:cubicBezTo>
                    <a:cubicBezTo>
                      <a:pt x="4929" y="500"/>
                      <a:pt x="6465" y="0"/>
                      <a:pt x="8358" y="0"/>
                    </a:cubicBezTo>
                    <a:cubicBezTo>
                      <a:pt x="9715" y="0"/>
                      <a:pt x="10930" y="286"/>
                      <a:pt x="11966" y="821"/>
                    </a:cubicBezTo>
                    <a:cubicBezTo>
                      <a:pt x="13001" y="1393"/>
                      <a:pt x="13859" y="2179"/>
                      <a:pt x="14537" y="3215"/>
                    </a:cubicBezTo>
                    <a:cubicBezTo>
                      <a:pt x="15216" y="4251"/>
                      <a:pt x="15752" y="5501"/>
                      <a:pt x="16145" y="7001"/>
                    </a:cubicBezTo>
                    <a:cubicBezTo>
                      <a:pt x="16538" y="8501"/>
                      <a:pt x="16716" y="10501"/>
                      <a:pt x="16716" y="13037"/>
                    </a:cubicBezTo>
                    <a:cubicBezTo>
                      <a:pt x="16716" y="16038"/>
                      <a:pt x="16395" y="18467"/>
                      <a:pt x="15788" y="20324"/>
                    </a:cubicBezTo>
                    <a:cubicBezTo>
                      <a:pt x="15180" y="22181"/>
                      <a:pt x="14252" y="23574"/>
                      <a:pt x="13037" y="24610"/>
                    </a:cubicBezTo>
                    <a:cubicBezTo>
                      <a:pt x="11823" y="25610"/>
                      <a:pt x="10251" y="26110"/>
                      <a:pt x="8394" y="26110"/>
                    </a:cubicBezTo>
                    <a:cubicBezTo>
                      <a:pt x="5929" y="26110"/>
                      <a:pt x="4000" y="25217"/>
                      <a:pt x="2607" y="23467"/>
                    </a:cubicBezTo>
                    <a:cubicBezTo>
                      <a:pt x="929" y="21360"/>
                      <a:pt x="71" y="17859"/>
                      <a:pt x="71" y="13073"/>
                    </a:cubicBezTo>
                    <a:moveTo>
                      <a:pt x="3215" y="13037"/>
                    </a:moveTo>
                    <a:cubicBezTo>
                      <a:pt x="3215" y="17252"/>
                      <a:pt x="3715" y="20038"/>
                      <a:pt x="4679" y="21431"/>
                    </a:cubicBezTo>
                    <a:cubicBezTo>
                      <a:pt x="5679" y="22824"/>
                      <a:pt x="6858" y="23503"/>
                      <a:pt x="8322" y="23503"/>
                    </a:cubicBezTo>
                    <a:cubicBezTo>
                      <a:pt x="9787" y="23503"/>
                      <a:pt x="10965" y="22789"/>
                      <a:pt x="11966" y="21395"/>
                    </a:cubicBezTo>
                    <a:cubicBezTo>
                      <a:pt x="12966" y="20003"/>
                      <a:pt x="13430" y="17216"/>
                      <a:pt x="13430" y="13037"/>
                    </a:cubicBezTo>
                    <a:cubicBezTo>
                      <a:pt x="13430" y="8858"/>
                      <a:pt x="12930" y="6036"/>
                      <a:pt x="11966" y="4643"/>
                    </a:cubicBezTo>
                    <a:cubicBezTo>
                      <a:pt x="11001" y="3250"/>
                      <a:pt x="9751" y="2572"/>
                      <a:pt x="8287" y="2572"/>
                    </a:cubicBezTo>
                    <a:cubicBezTo>
                      <a:pt x="6822" y="2572"/>
                      <a:pt x="5679" y="3179"/>
                      <a:pt x="4858" y="4429"/>
                    </a:cubicBezTo>
                    <a:cubicBezTo>
                      <a:pt x="3786" y="5965"/>
                      <a:pt x="3250" y="8858"/>
                      <a:pt x="3250" y="1303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79" name="Freeform: Shape 12378">
                <a:extLst>
                  <a:ext uri="{FF2B5EF4-FFF2-40B4-BE49-F238E27FC236}">
                    <a16:creationId xmlns:a16="http://schemas.microsoft.com/office/drawing/2014/main" id="{4B150BC1-622A-1A06-3601-30648CAE79E0}"/>
                  </a:ext>
                </a:extLst>
              </p:cNvPr>
              <p:cNvSpPr/>
              <p:nvPr/>
            </p:nvSpPr>
            <p:spPr>
              <a:xfrm>
                <a:off x="3030891" y="691258"/>
                <a:ext cx="37073" cy="56055"/>
              </a:xfrm>
              <a:custGeom>
                <a:avLst/>
                <a:gdLst>
                  <a:gd name="csX0" fmla="*/ 16895 w 16894"/>
                  <a:gd name="csY0" fmla="*/ 22681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1 h 25681"/>
                  <a:gd name="csX22" fmla="*/ 16823 w 16894"/>
                  <a:gd name="csY22" fmla="*/ 22681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1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5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9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8"/>
                      <a:pt x="4643" y="22110"/>
                      <a:pt x="4286" y="22681"/>
                    </a:cubicBezTo>
                    <a:lnTo>
                      <a:pt x="16823" y="22681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0" name="Freeform: Shape 12379">
                <a:extLst>
                  <a:ext uri="{FF2B5EF4-FFF2-40B4-BE49-F238E27FC236}">
                    <a16:creationId xmlns:a16="http://schemas.microsoft.com/office/drawing/2014/main" id="{62A11F1C-A8BC-876C-9063-198173B61AA3}"/>
                  </a:ext>
                </a:extLst>
              </p:cNvPr>
              <p:cNvSpPr/>
              <p:nvPr/>
            </p:nvSpPr>
            <p:spPr>
              <a:xfrm>
                <a:off x="3075412" y="691258"/>
                <a:ext cx="36839" cy="57070"/>
              </a:xfrm>
              <a:custGeom>
                <a:avLst/>
                <a:gdLst>
                  <a:gd name="csX0" fmla="*/ 0 w 16787"/>
                  <a:gd name="csY0" fmla="*/ 18967 h 26146"/>
                  <a:gd name="csX1" fmla="*/ 3143 w 16787"/>
                  <a:gd name="csY1" fmla="*/ 18538 h 26146"/>
                  <a:gd name="csX2" fmla="*/ 5000 w 16787"/>
                  <a:gd name="csY2" fmla="*/ 22396 h 26146"/>
                  <a:gd name="csX3" fmla="*/ 8180 w 16787"/>
                  <a:gd name="csY3" fmla="*/ 23574 h 26146"/>
                  <a:gd name="csX4" fmla="*/ 11930 w 16787"/>
                  <a:gd name="csY4" fmla="*/ 22039 h 26146"/>
                  <a:gd name="csX5" fmla="*/ 13466 w 16787"/>
                  <a:gd name="csY5" fmla="*/ 18252 h 26146"/>
                  <a:gd name="csX6" fmla="*/ 12073 w 16787"/>
                  <a:gd name="csY6" fmla="*/ 14680 h 26146"/>
                  <a:gd name="csX7" fmla="*/ 8465 w 16787"/>
                  <a:gd name="csY7" fmla="*/ 13287 h 26146"/>
                  <a:gd name="csX8" fmla="*/ 6251 w 16787"/>
                  <a:gd name="csY8" fmla="*/ 13609 h 26146"/>
                  <a:gd name="csX9" fmla="*/ 6608 w 16787"/>
                  <a:gd name="csY9" fmla="*/ 10859 h 26146"/>
                  <a:gd name="csX10" fmla="*/ 7108 w 16787"/>
                  <a:gd name="csY10" fmla="*/ 10894 h 26146"/>
                  <a:gd name="csX11" fmla="*/ 10716 w 16787"/>
                  <a:gd name="csY11" fmla="*/ 9823 h 26146"/>
                  <a:gd name="csX12" fmla="*/ 12323 w 16787"/>
                  <a:gd name="csY12" fmla="*/ 6608 h 26146"/>
                  <a:gd name="csX13" fmla="*/ 11144 w 16787"/>
                  <a:gd name="csY13" fmla="*/ 3751 h 26146"/>
                  <a:gd name="csX14" fmla="*/ 8144 w 16787"/>
                  <a:gd name="csY14" fmla="*/ 2608 h 26146"/>
                  <a:gd name="csX15" fmla="*/ 5108 w 16787"/>
                  <a:gd name="csY15" fmla="*/ 3751 h 26146"/>
                  <a:gd name="csX16" fmla="*/ 3536 w 16787"/>
                  <a:gd name="csY16" fmla="*/ 7180 h 26146"/>
                  <a:gd name="csX17" fmla="*/ 393 w 16787"/>
                  <a:gd name="csY17" fmla="*/ 6608 h 26146"/>
                  <a:gd name="csX18" fmla="*/ 3000 w 16787"/>
                  <a:gd name="csY18" fmla="*/ 1715 h 26146"/>
                  <a:gd name="csX19" fmla="*/ 8072 w 16787"/>
                  <a:gd name="csY19" fmla="*/ 0 h 26146"/>
                  <a:gd name="csX20" fmla="*/ 11930 w 16787"/>
                  <a:gd name="csY20" fmla="*/ 893 h 26146"/>
                  <a:gd name="csX21" fmla="*/ 14609 w 16787"/>
                  <a:gd name="csY21" fmla="*/ 3358 h 26146"/>
                  <a:gd name="csX22" fmla="*/ 15538 w 16787"/>
                  <a:gd name="csY22" fmla="*/ 6644 h 26146"/>
                  <a:gd name="csX23" fmla="*/ 14645 w 16787"/>
                  <a:gd name="csY23" fmla="*/ 9644 h 26146"/>
                  <a:gd name="csX24" fmla="*/ 12001 w 16787"/>
                  <a:gd name="csY24" fmla="*/ 11823 h 26146"/>
                  <a:gd name="csX25" fmla="*/ 15538 w 16787"/>
                  <a:gd name="csY25" fmla="*/ 14002 h 26146"/>
                  <a:gd name="csX26" fmla="*/ 16788 w 16787"/>
                  <a:gd name="csY26" fmla="*/ 18145 h 26146"/>
                  <a:gd name="csX27" fmla="*/ 14323 w 16787"/>
                  <a:gd name="csY27" fmla="*/ 23824 h 26146"/>
                  <a:gd name="csX28" fmla="*/ 8144 w 16787"/>
                  <a:gd name="csY28" fmla="*/ 26146 h 26146"/>
                  <a:gd name="csX29" fmla="*/ 2536 w 16787"/>
                  <a:gd name="csY29" fmla="*/ 24146 h 26146"/>
                  <a:gd name="csX30" fmla="*/ 0 w 16787"/>
                  <a:gd name="csY30" fmla="*/ 18931 h 26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16787" h="26146">
                    <a:moveTo>
                      <a:pt x="0" y="18967"/>
                    </a:moveTo>
                    <a:lnTo>
                      <a:pt x="3143" y="18538"/>
                    </a:lnTo>
                    <a:cubicBezTo>
                      <a:pt x="3500" y="20324"/>
                      <a:pt x="4108" y="21610"/>
                      <a:pt x="5000" y="22396"/>
                    </a:cubicBezTo>
                    <a:cubicBezTo>
                      <a:pt x="5893" y="23182"/>
                      <a:pt x="6929" y="23574"/>
                      <a:pt x="8180" y="23574"/>
                    </a:cubicBezTo>
                    <a:cubicBezTo>
                      <a:pt x="9644" y="23574"/>
                      <a:pt x="10894" y="23074"/>
                      <a:pt x="11930" y="22039"/>
                    </a:cubicBezTo>
                    <a:cubicBezTo>
                      <a:pt x="12966" y="21003"/>
                      <a:pt x="13466" y="19752"/>
                      <a:pt x="13466" y="18252"/>
                    </a:cubicBezTo>
                    <a:cubicBezTo>
                      <a:pt x="13466" y="16752"/>
                      <a:pt x="13002" y="15609"/>
                      <a:pt x="12073" y="14680"/>
                    </a:cubicBezTo>
                    <a:cubicBezTo>
                      <a:pt x="11108" y="13752"/>
                      <a:pt x="9930" y="13287"/>
                      <a:pt x="8465" y="13287"/>
                    </a:cubicBezTo>
                    <a:cubicBezTo>
                      <a:pt x="7894" y="13287"/>
                      <a:pt x="7144" y="13395"/>
                      <a:pt x="6251" y="13609"/>
                    </a:cubicBezTo>
                    <a:lnTo>
                      <a:pt x="6608" y="10859"/>
                    </a:lnTo>
                    <a:cubicBezTo>
                      <a:pt x="6822" y="10859"/>
                      <a:pt x="7001" y="10894"/>
                      <a:pt x="7108" y="10894"/>
                    </a:cubicBezTo>
                    <a:cubicBezTo>
                      <a:pt x="8465" y="10894"/>
                      <a:pt x="9644" y="10537"/>
                      <a:pt x="10716" y="9823"/>
                    </a:cubicBezTo>
                    <a:cubicBezTo>
                      <a:pt x="11787" y="9108"/>
                      <a:pt x="12323" y="8037"/>
                      <a:pt x="12323" y="6608"/>
                    </a:cubicBezTo>
                    <a:cubicBezTo>
                      <a:pt x="12323" y="5465"/>
                      <a:pt x="11930" y="4501"/>
                      <a:pt x="11144" y="3751"/>
                    </a:cubicBezTo>
                    <a:cubicBezTo>
                      <a:pt x="10394" y="3000"/>
                      <a:pt x="9358" y="2608"/>
                      <a:pt x="8144" y="2608"/>
                    </a:cubicBezTo>
                    <a:cubicBezTo>
                      <a:pt x="6929" y="2608"/>
                      <a:pt x="5929" y="3000"/>
                      <a:pt x="5108" y="3751"/>
                    </a:cubicBezTo>
                    <a:cubicBezTo>
                      <a:pt x="4286" y="4501"/>
                      <a:pt x="3750" y="5679"/>
                      <a:pt x="3536" y="7180"/>
                    </a:cubicBezTo>
                    <a:lnTo>
                      <a:pt x="393" y="6608"/>
                    </a:lnTo>
                    <a:cubicBezTo>
                      <a:pt x="786" y="4501"/>
                      <a:pt x="1643" y="2858"/>
                      <a:pt x="3000" y="1715"/>
                    </a:cubicBezTo>
                    <a:cubicBezTo>
                      <a:pt x="4358" y="572"/>
                      <a:pt x="6036" y="0"/>
                      <a:pt x="8072" y="0"/>
                    </a:cubicBezTo>
                    <a:cubicBezTo>
                      <a:pt x="9465" y="0"/>
                      <a:pt x="10751" y="286"/>
                      <a:pt x="11930" y="893"/>
                    </a:cubicBezTo>
                    <a:cubicBezTo>
                      <a:pt x="13109" y="1500"/>
                      <a:pt x="14002" y="2322"/>
                      <a:pt x="14609" y="3358"/>
                    </a:cubicBezTo>
                    <a:cubicBezTo>
                      <a:pt x="15216" y="4393"/>
                      <a:pt x="15538" y="5501"/>
                      <a:pt x="15538" y="6644"/>
                    </a:cubicBezTo>
                    <a:cubicBezTo>
                      <a:pt x="15538" y="7787"/>
                      <a:pt x="15216" y="8751"/>
                      <a:pt x="14645" y="9644"/>
                    </a:cubicBezTo>
                    <a:cubicBezTo>
                      <a:pt x="14037" y="10573"/>
                      <a:pt x="13180" y="11287"/>
                      <a:pt x="12001" y="11823"/>
                    </a:cubicBezTo>
                    <a:cubicBezTo>
                      <a:pt x="13502" y="12144"/>
                      <a:pt x="14680" y="12895"/>
                      <a:pt x="15538" y="14002"/>
                    </a:cubicBezTo>
                    <a:cubicBezTo>
                      <a:pt x="16359" y="15109"/>
                      <a:pt x="16788" y="16466"/>
                      <a:pt x="16788" y="18145"/>
                    </a:cubicBezTo>
                    <a:cubicBezTo>
                      <a:pt x="16788" y="20360"/>
                      <a:pt x="15966" y="22253"/>
                      <a:pt x="14323" y="23824"/>
                    </a:cubicBezTo>
                    <a:cubicBezTo>
                      <a:pt x="12716" y="25360"/>
                      <a:pt x="10644" y="26146"/>
                      <a:pt x="8144" y="26146"/>
                    </a:cubicBezTo>
                    <a:cubicBezTo>
                      <a:pt x="5893" y="26146"/>
                      <a:pt x="4036" y="25503"/>
                      <a:pt x="2536" y="24146"/>
                    </a:cubicBezTo>
                    <a:cubicBezTo>
                      <a:pt x="1072" y="22789"/>
                      <a:pt x="214" y="21074"/>
                      <a:pt x="0" y="18931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2" name="Freeform: Shape 12381">
                <a:extLst>
                  <a:ext uri="{FF2B5EF4-FFF2-40B4-BE49-F238E27FC236}">
                    <a16:creationId xmlns:a16="http://schemas.microsoft.com/office/drawing/2014/main" id="{03CF90CA-9A66-5E72-818D-8F406F939B5B}"/>
                  </a:ext>
                </a:extLst>
              </p:cNvPr>
              <p:cNvSpPr/>
              <p:nvPr/>
            </p:nvSpPr>
            <p:spPr>
              <a:xfrm>
                <a:off x="3037084" y="772264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3" name="Freeform: Shape 12382">
                <a:extLst>
                  <a:ext uri="{FF2B5EF4-FFF2-40B4-BE49-F238E27FC236}">
                    <a16:creationId xmlns:a16="http://schemas.microsoft.com/office/drawing/2014/main" id="{A609355C-3E32-1626-9061-60AA6EE6E883}"/>
                  </a:ext>
                </a:extLst>
              </p:cNvPr>
              <p:cNvSpPr/>
              <p:nvPr/>
            </p:nvSpPr>
            <p:spPr>
              <a:xfrm>
                <a:off x="3075022" y="772109"/>
                <a:ext cx="37152" cy="56992"/>
              </a:xfrm>
              <a:custGeom>
                <a:avLst/>
                <a:gdLst>
                  <a:gd name="csX0" fmla="*/ 16466 w 16930"/>
                  <a:gd name="csY0" fmla="*/ 6394 h 26110"/>
                  <a:gd name="csX1" fmla="*/ 13323 w 16930"/>
                  <a:gd name="csY1" fmla="*/ 6644 h 26110"/>
                  <a:gd name="csX2" fmla="*/ 12144 w 16930"/>
                  <a:gd name="csY2" fmla="*/ 3965 h 26110"/>
                  <a:gd name="csX3" fmla="*/ 9001 w 16930"/>
                  <a:gd name="csY3" fmla="*/ 2608 h 26110"/>
                  <a:gd name="csX4" fmla="*/ 6358 w 16930"/>
                  <a:gd name="csY4" fmla="*/ 3429 h 26110"/>
                  <a:gd name="csX5" fmla="*/ 4036 w 16930"/>
                  <a:gd name="csY5" fmla="*/ 6572 h 26110"/>
                  <a:gd name="csX6" fmla="*/ 3143 w 16930"/>
                  <a:gd name="csY6" fmla="*/ 12502 h 26110"/>
                  <a:gd name="csX7" fmla="*/ 5929 w 16930"/>
                  <a:gd name="csY7" fmla="*/ 9930 h 26110"/>
                  <a:gd name="csX8" fmla="*/ 9358 w 16930"/>
                  <a:gd name="csY8" fmla="*/ 9108 h 26110"/>
                  <a:gd name="csX9" fmla="*/ 14716 w 16930"/>
                  <a:gd name="csY9" fmla="*/ 11430 h 26110"/>
                  <a:gd name="csX10" fmla="*/ 16931 w 16930"/>
                  <a:gd name="csY10" fmla="*/ 17395 h 26110"/>
                  <a:gd name="csX11" fmla="*/ 15895 w 16930"/>
                  <a:gd name="csY11" fmla="*/ 21860 h 26110"/>
                  <a:gd name="csX12" fmla="*/ 13037 w 16930"/>
                  <a:gd name="csY12" fmla="*/ 25003 h 26110"/>
                  <a:gd name="csX13" fmla="*/ 8894 w 16930"/>
                  <a:gd name="csY13" fmla="*/ 26110 h 26110"/>
                  <a:gd name="csX14" fmla="*/ 2500 w 16930"/>
                  <a:gd name="csY14" fmla="*/ 23217 h 26110"/>
                  <a:gd name="csX15" fmla="*/ 0 w 16930"/>
                  <a:gd name="csY15" fmla="*/ 13716 h 26110"/>
                  <a:gd name="csX16" fmla="*/ 2750 w 16930"/>
                  <a:gd name="csY16" fmla="*/ 2929 h 26110"/>
                  <a:gd name="csX17" fmla="*/ 9180 w 16930"/>
                  <a:gd name="csY17" fmla="*/ 0 h 26110"/>
                  <a:gd name="csX18" fmla="*/ 14109 w 16930"/>
                  <a:gd name="csY18" fmla="*/ 1679 h 26110"/>
                  <a:gd name="csX19" fmla="*/ 16431 w 16930"/>
                  <a:gd name="csY19" fmla="*/ 6358 h 26110"/>
                  <a:gd name="csX20" fmla="*/ 3643 w 16930"/>
                  <a:gd name="csY20" fmla="*/ 17431 h 26110"/>
                  <a:gd name="csX21" fmla="*/ 4322 w 16930"/>
                  <a:gd name="csY21" fmla="*/ 20538 h 26110"/>
                  <a:gd name="csX22" fmla="*/ 6251 w 16930"/>
                  <a:gd name="csY22" fmla="*/ 22789 h 26110"/>
                  <a:gd name="csX23" fmla="*/ 8858 w 16930"/>
                  <a:gd name="csY23" fmla="*/ 23539 h 26110"/>
                  <a:gd name="csX24" fmla="*/ 12287 w 16930"/>
                  <a:gd name="csY24" fmla="*/ 21931 h 26110"/>
                  <a:gd name="csX25" fmla="*/ 13716 w 16930"/>
                  <a:gd name="csY25" fmla="*/ 17574 h 26110"/>
                  <a:gd name="csX26" fmla="*/ 12323 w 16930"/>
                  <a:gd name="csY26" fmla="*/ 13395 h 26110"/>
                  <a:gd name="csX27" fmla="*/ 8751 w 16930"/>
                  <a:gd name="csY27" fmla="*/ 11859 h 26110"/>
                  <a:gd name="csX28" fmla="*/ 5144 w 16930"/>
                  <a:gd name="csY28" fmla="*/ 13395 h 26110"/>
                  <a:gd name="csX29" fmla="*/ 3679 w 16930"/>
                  <a:gd name="csY29" fmla="*/ 17395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16930" h="26110">
                    <a:moveTo>
                      <a:pt x="16466" y="6394"/>
                    </a:moveTo>
                    <a:lnTo>
                      <a:pt x="13323" y="6644"/>
                    </a:lnTo>
                    <a:cubicBezTo>
                      <a:pt x="13037" y="5394"/>
                      <a:pt x="12644" y="4501"/>
                      <a:pt x="12144" y="3965"/>
                    </a:cubicBezTo>
                    <a:cubicBezTo>
                      <a:pt x="11287" y="3072"/>
                      <a:pt x="10251" y="2608"/>
                      <a:pt x="9001" y="2608"/>
                    </a:cubicBezTo>
                    <a:cubicBezTo>
                      <a:pt x="8001" y="2608"/>
                      <a:pt x="7108" y="2893"/>
                      <a:pt x="6358" y="3429"/>
                    </a:cubicBezTo>
                    <a:cubicBezTo>
                      <a:pt x="5358" y="4143"/>
                      <a:pt x="4608" y="5215"/>
                      <a:pt x="4036" y="6572"/>
                    </a:cubicBezTo>
                    <a:cubicBezTo>
                      <a:pt x="3465" y="7965"/>
                      <a:pt x="3179" y="9930"/>
                      <a:pt x="3143" y="12502"/>
                    </a:cubicBezTo>
                    <a:cubicBezTo>
                      <a:pt x="3893" y="11359"/>
                      <a:pt x="4822" y="10501"/>
                      <a:pt x="5929" y="9930"/>
                    </a:cubicBezTo>
                    <a:cubicBezTo>
                      <a:pt x="7001" y="9358"/>
                      <a:pt x="8144" y="9108"/>
                      <a:pt x="9358" y="9108"/>
                    </a:cubicBezTo>
                    <a:cubicBezTo>
                      <a:pt x="11466" y="9108"/>
                      <a:pt x="13252" y="9858"/>
                      <a:pt x="14716" y="11430"/>
                    </a:cubicBezTo>
                    <a:cubicBezTo>
                      <a:pt x="16180" y="12966"/>
                      <a:pt x="16931" y="14966"/>
                      <a:pt x="16931" y="17395"/>
                    </a:cubicBezTo>
                    <a:cubicBezTo>
                      <a:pt x="16931" y="19002"/>
                      <a:pt x="16573" y="20503"/>
                      <a:pt x="15895" y="21860"/>
                    </a:cubicBezTo>
                    <a:cubicBezTo>
                      <a:pt x="15180" y="23217"/>
                      <a:pt x="14252" y="24289"/>
                      <a:pt x="13037" y="25003"/>
                    </a:cubicBezTo>
                    <a:cubicBezTo>
                      <a:pt x="11823" y="25753"/>
                      <a:pt x="10430" y="26110"/>
                      <a:pt x="8894" y="26110"/>
                    </a:cubicBezTo>
                    <a:cubicBezTo>
                      <a:pt x="6287" y="26110"/>
                      <a:pt x="4143" y="25146"/>
                      <a:pt x="2500" y="23217"/>
                    </a:cubicBezTo>
                    <a:cubicBezTo>
                      <a:pt x="857" y="21288"/>
                      <a:pt x="0" y="18109"/>
                      <a:pt x="0" y="13716"/>
                    </a:cubicBezTo>
                    <a:cubicBezTo>
                      <a:pt x="0" y="8787"/>
                      <a:pt x="929" y="5179"/>
                      <a:pt x="2750" y="2929"/>
                    </a:cubicBezTo>
                    <a:cubicBezTo>
                      <a:pt x="4358" y="964"/>
                      <a:pt x="6501" y="0"/>
                      <a:pt x="9180" y="0"/>
                    </a:cubicBezTo>
                    <a:cubicBezTo>
                      <a:pt x="11180" y="0"/>
                      <a:pt x="12823" y="572"/>
                      <a:pt x="14109" y="1679"/>
                    </a:cubicBezTo>
                    <a:cubicBezTo>
                      <a:pt x="15395" y="2822"/>
                      <a:pt x="16145" y="4358"/>
                      <a:pt x="16431" y="6358"/>
                    </a:cubicBezTo>
                    <a:moveTo>
                      <a:pt x="3643" y="17431"/>
                    </a:moveTo>
                    <a:cubicBezTo>
                      <a:pt x="3643" y="18502"/>
                      <a:pt x="3857" y="19538"/>
                      <a:pt x="4322" y="20538"/>
                    </a:cubicBezTo>
                    <a:cubicBezTo>
                      <a:pt x="4786" y="21538"/>
                      <a:pt x="5429" y="22289"/>
                      <a:pt x="6251" y="22789"/>
                    </a:cubicBezTo>
                    <a:cubicBezTo>
                      <a:pt x="7072" y="23289"/>
                      <a:pt x="7965" y="23539"/>
                      <a:pt x="8858" y="23539"/>
                    </a:cubicBezTo>
                    <a:cubicBezTo>
                      <a:pt x="10180" y="23539"/>
                      <a:pt x="11323" y="23003"/>
                      <a:pt x="12287" y="21931"/>
                    </a:cubicBezTo>
                    <a:cubicBezTo>
                      <a:pt x="13252" y="20860"/>
                      <a:pt x="13716" y="19395"/>
                      <a:pt x="13716" y="17574"/>
                    </a:cubicBezTo>
                    <a:cubicBezTo>
                      <a:pt x="13716" y="15752"/>
                      <a:pt x="13252" y="14395"/>
                      <a:pt x="12323" y="13395"/>
                    </a:cubicBezTo>
                    <a:cubicBezTo>
                      <a:pt x="11394" y="12359"/>
                      <a:pt x="10180" y="11859"/>
                      <a:pt x="8751" y="11859"/>
                    </a:cubicBezTo>
                    <a:cubicBezTo>
                      <a:pt x="7322" y="11859"/>
                      <a:pt x="6144" y="12359"/>
                      <a:pt x="5144" y="13395"/>
                    </a:cubicBezTo>
                    <a:cubicBezTo>
                      <a:pt x="4143" y="14430"/>
                      <a:pt x="3679" y="15752"/>
                      <a:pt x="3679" y="1739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4" name="Freeform: Shape 12383">
                <a:extLst>
                  <a:ext uri="{FF2B5EF4-FFF2-40B4-BE49-F238E27FC236}">
                    <a16:creationId xmlns:a16="http://schemas.microsoft.com/office/drawing/2014/main" id="{BF86040B-0FC0-FB5B-3418-E003856FAE2A}"/>
                  </a:ext>
                </a:extLst>
              </p:cNvPr>
              <p:cNvSpPr/>
              <p:nvPr/>
            </p:nvSpPr>
            <p:spPr>
              <a:xfrm>
                <a:off x="3075256" y="853192"/>
                <a:ext cx="36918" cy="56992"/>
              </a:xfrm>
              <a:custGeom>
                <a:avLst/>
                <a:gdLst>
                  <a:gd name="csX0" fmla="*/ 464 w 16823"/>
                  <a:gd name="csY0" fmla="*/ 19717 h 26110"/>
                  <a:gd name="csX1" fmla="*/ 3465 w 16823"/>
                  <a:gd name="csY1" fmla="*/ 19431 h 26110"/>
                  <a:gd name="csX2" fmla="*/ 4929 w 16823"/>
                  <a:gd name="csY2" fmla="*/ 22539 h 26110"/>
                  <a:gd name="csX3" fmla="*/ 7715 w 16823"/>
                  <a:gd name="csY3" fmla="*/ 23503 h 26110"/>
                  <a:gd name="csX4" fmla="*/ 10251 w 16823"/>
                  <a:gd name="csY4" fmla="*/ 22860 h 26110"/>
                  <a:gd name="csX5" fmla="*/ 12037 w 16823"/>
                  <a:gd name="csY5" fmla="*/ 21074 h 26110"/>
                  <a:gd name="csX6" fmla="*/ 13216 w 16823"/>
                  <a:gd name="csY6" fmla="*/ 18074 h 26110"/>
                  <a:gd name="csX7" fmla="*/ 13680 w 16823"/>
                  <a:gd name="csY7" fmla="*/ 14216 h 26110"/>
                  <a:gd name="csX8" fmla="*/ 13680 w 16823"/>
                  <a:gd name="csY8" fmla="*/ 13609 h 26110"/>
                  <a:gd name="csX9" fmla="*/ 11108 w 16823"/>
                  <a:gd name="csY9" fmla="*/ 16038 h 26110"/>
                  <a:gd name="csX10" fmla="*/ 7572 w 16823"/>
                  <a:gd name="csY10" fmla="*/ 16966 h 26110"/>
                  <a:gd name="csX11" fmla="*/ 2215 w 16823"/>
                  <a:gd name="csY11" fmla="*/ 14680 h 26110"/>
                  <a:gd name="csX12" fmla="*/ 0 w 16823"/>
                  <a:gd name="csY12" fmla="*/ 8608 h 26110"/>
                  <a:gd name="csX13" fmla="*/ 2286 w 16823"/>
                  <a:gd name="csY13" fmla="*/ 2357 h 26110"/>
                  <a:gd name="csX14" fmla="*/ 8037 w 16823"/>
                  <a:gd name="csY14" fmla="*/ 0 h 26110"/>
                  <a:gd name="csX15" fmla="*/ 12609 w 16823"/>
                  <a:gd name="csY15" fmla="*/ 1357 h 26110"/>
                  <a:gd name="csX16" fmla="*/ 15752 w 16823"/>
                  <a:gd name="csY16" fmla="*/ 5179 h 26110"/>
                  <a:gd name="csX17" fmla="*/ 16824 w 16823"/>
                  <a:gd name="csY17" fmla="*/ 12359 h 26110"/>
                  <a:gd name="csX18" fmla="*/ 15752 w 16823"/>
                  <a:gd name="csY18" fmla="*/ 20181 h 26110"/>
                  <a:gd name="csX19" fmla="*/ 12573 w 16823"/>
                  <a:gd name="csY19" fmla="*/ 24574 h 26110"/>
                  <a:gd name="csX20" fmla="*/ 7644 w 16823"/>
                  <a:gd name="csY20" fmla="*/ 26110 h 26110"/>
                  <a:gd name="csX21" fmla="*/ 2750 w 16823"/>
                  <a:gd name="csY21" fmla="*/ 24467 h 26110"/>
                  <a:gd name="csX22" fmla="*/ 464 w 16823"/>
                  <a:gd name="csY22" fmla="*/ 19788 h 26110"/>
                  <a:gd name="csX23" fmla="*/ 13323 w 16823"/>
                  <a:gd name="csY23" fmla="*/ 8430 h 26110"/>
                  <a:gd name="csX24" fmla="*/ 11894 w 16823"/>
                  <a:gd name="csY24" fmla="*/ 4143 h 26110"/>
                  <a:gd name="csX25" fmla="*/ 8430 w 16823"/>
                  <a:gd name="csY25" fmla="*/ 2536 h 26110"/>
                  <a:gd name="csX26" fmla="*/ 4786 w 16823"/>
                  <a:gd name="csY26" fmla="*/ 4251 h 26110"/>
                  <a:gd name="csX27" fmla="*/ 3251 w 16823"/>
                  <a:gd name="csY27" fmla="*/ 8680 h 26110"/>
                  <a:gd name="csX28" fmla="*/ 4715 w 16823"/>
                  <a:gd name="csY28" fmla="*/ 12644 h 26110"/>
                  <a:gd name="csX29" fmla="*/ 8358 w 16823"/>
                  <a:gd name="csY29" fmla="*/ 14180 h 26110"/>
                  <a:gd name="csX30" fmla="*/ 11930 w 16823"/>
                  <a:gd name="csY30" fmla="*/ 12644 h 26110"/>
                  <a:gd name="csX31" fmla="*/ 13323 w 16823"/>
                  <a:gd name="csY31" fmla="*/ 8430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</a:cxnLst>
                <a:rect l="l" t="t" r="r" b="b"/>
                <a:pathLst>
                  <a:path w="16823" h="26110">
                    <a:moveTo>
                      <a:pt x="464" y="19717"/>
                    </a:moveTo>
                    <a:lnTo>
                      <a:pt x="3465" y="19431"/>
                    </a:lnTo>
                    <a:cubicBezTo>
                      <a:pt x="3715" y="20860"/>
                      <a:pt x="4215" y="21896"/>
                      <a:pt x="4929" y="22539"/>
                    </a:cubicBezTo>
                    <a:cubicBezTo>
                      <a:pt x="5644" y="23181"/>
                      <a:pt x="6572" y="23503"/>
                      <a:pt x="7715" y="23503"/>
                    </a:cubicBezTo>
                    <a:cubicBezTo>
                      <a:pt x="8680" y="23503"/>
                      <a:pt x="9537" y="23289"/>
                      <a:pt x="10251" y="22860"/>
                    </a:cubicBezTo>
                    <a:cubicBezTo>
                      <a:pt x="10966" y="22431"/>
                      <a:pt x="11573" y="21824"/>
                      <a:pt x="12037" y="21074"/>
                    </a:cubicBezTo>
                    <a:cubicBezTo>
                      <a:pt x="12502" y="20324"/>
                      <a:pt x="12894" y="19360"/>
                      <a:pt x="13216" y="18074"/>
                    </a:cubicBezTo>
                    <a:cubicBezTo>
                      <a:pt x="13538" y="16824"/>
                      <a:pt x="13680" y="15538"/>
                      <a:pt x="13680" y="14216"/>
                    </a:cubicBezTo>
                    <a:cubicBezTo>
                      <a:pt x="13680" y="14073"/>
                      <a:pt x="13680" y="13895"/>
                      <a:pt x="13680" y="13609"/>
                    </a:cubicBezTo>
                    <a:cubicBezTo>
                      <a:pt x="13037" y="14609"/>
                      <a:pt x="12216" y="15395"/>
                      <a:pt x="11108" y="16038"/>
                    </a:cubicBezTo>
                    <a:cubicBezTo>
                      <a:pt x="10037" y="16645"/>
                      <a:pt x="8858" y="16966"/>
                      <a:pt x="7572" y="16966"/>
                    </a:cubicBezTo>
                    <a:cubicBezTo>
                      <a:pt x="5465" y="16966"/>
                      <a:pt x="3679" y="16216"/>
                      <a:pt x="2215" y="14680"/>
                    </a:cubicBezTo>
                    <a:cubicBezTo>
                      <a:pt x="750" y="13144"/>
                      <a:pt x="0" y="11108"/>
                      <a:pt x="0" y="8608"/>
                    </a:cubicBezTo>
                    <a:cubicBezTo>
                      <a:pt x="0" y="6108"/>
                      <a:pt x="750" y="3929"/>
                      <a:pt x="2286" y="2357"/>
                    </a:cubicBezTo>
                    <a:cubicBezTo>
                      <a:pt x="3822" y="786"/>
                      <a:pt x="5715" y="0"/>
                      <a:pt x="8037" y="0"/>
                    </a:cubicBezTo>
                    <a:cubicBezTo>
                      <a:pt x="9716" y="0"/>
                      <a:pt x="11216" y="429"/>
                      <a:pt x="12609" y="1357"/>
                    </a:cubicBezTo>
                    <a:cubicBezTo>
                      <a:pt x="14002" y="2250"/>
                      <a:pt x="15038" y="3536"/>
                      <a:pt x="15752" y="5179"/>
                    </a:cubicBezTo>
                    <a:cubicBezTo>
                      <a:pt x="16466" y="6822"/>
                      <a:pt x="16824" y="9215"/>
                      <a:pt x="16824" y="12359"/>
                    </a:cubicBezTo>
                    <a:cubicBezTo>
                      <a:pt x="16824" y="15502"/>
                      <a:pt x="16466" y="18216"/>
                      <a:pt x="15752" y="20181"/>
                    </a:cubicBezTo>
                    <a:cubicBezTo>
                      <a:pt x="15038" y="22110"/>
                      <a:pt x="14002" y="23574"/>
                      <a:pt x="12573" y="24574"/>
                    </a:cubicBezTo>
                    <a:cubicBezTo>
                      <a:pt x="11180" y="25610"/>
                      <a:pt x="9537" y="26110"/>
                      <a:pt x="7644" y="26110"/>
                    </a:cubicBezTo>
                    <a:cubicBezTo>
                      <a:pt x="5644" y="26110"/>
                      <a:pt x="4000" y="25539"/>
                      <a:pt x="2750" y="24467"/>
                    </a:cubicBezTo>
                    <a:cubicBezTo>
                      <a:pt x="1465" y="23360"/>
                      <a:pt x="714" y="21788"/>
                      <a:pt x="464" y="19788"/>
                    </a:cubicBezTo>
                    <a:moveTo>
                      <a:pt x="13323" y="8430"/>
                    </a:moveTo>
                    <a:cubicBezTo>
                      <a:pt x="13323" y="6608"/>
                      <a:pt x="12859" y="5179"/>
                      <a:pt x="11894" y="4143"/>
                    </a:cubicBezTo>
                    <a:cubicBezTo>
                      <a:pt x="10930" y="3072"/>
                      <a:pt x="9787" y="2536"/>
                      <a:pt x="8430" y="2536"/>
                    </a:cubicBezTo>
                    <a:cubicBezTo>
                      <a:pt x="7072" y="2536"/>
                      <a:pt x="5822" y="3108"/>
                      <a:pt x="4786" y="4251"/>
                    </a:cubicBezTo>
                    <a:cubicBezTo>
                      <a:pt x="3750" y="5393"/>
                      <a:pt x="3251" y="6858"/>
                      <a:pt x="3251" y="8680"/>
                    </a:cubicBezTo>
                    <a:cubicBezTo>
                      <a:pt x="3251" y="10323"/>
                      <a:pt x="3750" y="11644"/>
                      <a:pt x="4715" y="12644"/>
                    </a:cubicBezTo>
                    <a:cubicBezTo>
                      <a:pt x="5715" y="13680"/>
                      <a:pt x="6894" y="14180"/>
                      <a:pt x="8358" y="14180"/>
                    </a:cubicBezTo>
                    <a:cubicBezTo>
                      <a:pt x="9823" y="14180"/>
                      <a:pt x="11001" y="13680"/>
                      <a:pt x="11930" y="12644"/>
                    </a:cubicBezTo>
                    <a:cubicBezTo>
                      <a:pt x="12859" y="11609"/>
                      <a:pt x="13323" y="10216"/>
                      <a:pt x="13323" y="84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6" name="Freeform: Shape 12385">
                <a:extLst>
                  <a:ext uri="{FF2B5EF4-FFF2-40B4-BE49-F238E27FC236}">
                    <a16:creationId xmlns:a16="http://schemas.microsoft.com/office/drawing/2014/main" id="{502A736D-6E3D-1F86-505E-4A57B1245F19}"/>
                  </a:ext>
                </a:extLst>
              </p:cNvPr>
              <p:cNvSpPr/>
              <p:nvPr/>
            </p:nvSpPr>
            <p:spPr>
              <a:xfrm>
                <a:off x="3037005" y="934043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7" name="Freeform: Shape 12386">
                <a:extLst>
                  <a:ext uri="{FF2B5EF4-FFF2-40B4-BE49-F238E27FC236}">
                    <a16:creationId xmlns:a16="http://schemas.microsoft.com/office/drawing/2014/main" id="{9D70CCE0-78DB-5883-A10D-7BF3428FB64E}"/>
                  </a:ext>
                </a:extLst>
              </p:cNvPr>
              <p:cNvSpPr/>
              <p:nvPr/>
            </p:nvSpPr>
            <p:spPr>
              <a:xfrm>
                <a:off x="3075726" y="934901"/>
                <a:ext cx="36448" cy="55042"/>
              </a:xfrm>
              <a:custGeom>
                <a:avLst/>
                <a:gdLst>
                  <a:gd name="csX0" fmla="*/ 36 w 16609"/>
                  <a:gd name="csY0" fmla="*/ 3036 h 25217"/>
                  <a:gd name="csX1" fmla="*/ 36 w 16609"/>
                  <a:gd name="csY1" fmla="*/ 0 h 25217"/>
                  <a:gd name="csX2" fmla="*/ 16609 w 16609"/>
                  <a:gd name="csY2" fmla="*/ 0 h 25217"/>
                  <a:gd name="csX3" fmla="*/ 16609 w 16609"/>
                  <a:gd name="csY3" fmla="*/ 2429 h 25217"/>
                  <a:gd name="csX4" fmla="*/ 11752 w 16609"/>
                  <a:gd name="csY4" fmla="*/ 9323 h 25217"/>
                  <a:gd name="csX5" fmla="*/ 8037 w 16609"/>
                  <a:gd name="csY5" fmla="*/ 18181 h 25217"/>
                  <a:gd name="csX6" fmla="*/ 6822 w 16609"/>
                  <a:gd name="csY6" fmla="*/ 25217 h 25217"/>
                  <a:gd name="csX7" fmla="*/ 3608 w 16609"/>
                  <a:gd name="csY7" fmla="*/ 25217 h 25217"/>
                  <a:gd name="csX8" fmla="*/ 4786 w 16609"/>
                  <a:gd name="csY8" fmla="*/ 17931 h 25217"/>
                  <a:gd name="csX9" fmla="*/ 8037 w 16609"/>
                  <a:gd name="csY9" fmla="*/ 9680 h 25217"/>
                  <a:gd name="csX10" fmla="*/ 12537 w 16609"/>
                  <a:gd name="csY10" fmla="*/ 3000 h 25217"/>
                  <a:gd name="csX11" fmla="*/ 0 w 16609"/>
                  <a:gd name="csY11" fmla="*/ 3000 h 252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6609" h="25217">
                    <a:moveTo>
                      <a:pt x="36" y="3036"/>
                    </a:moveTo>
                    <a:lnTo>
                      <a:pt x="36" y="0"/>
                    </a:lnTo>
                    <a:lnTo>
                      <a:pt x="16609" y="0"/>
                    </a:lnTo>
                    <a:lnTo>
                      <a:pt x="16609" y="2429"/>
                    </a:lnTo>
                    <a:cubicBezTo>
                      <a:pt x="14966" y="4143"/>
                      <a:pt x="13359" y="6465"/>
                      <a:pt x="11752" y="9323"/>
                    </a:cubicBezTo>
                    <a:cubicBezTo>
                      <a:pt x="10144" y="12180"/>
                      <a:pt x="8930" y="15145"/>
                      <a:pt x="8037" y="18181"/>
                    </a:cubicBezTo>
                    <a:cubicBezTo>
                      <a:pt x="7394" y="20324"/>
                      <a:pt x="7001" y="22681"/>
                      <a:pt x="6822" y="25217"/>
                    </a:cubicBezTo>
                    <a:lnTo>
                      <a:pt x="3608" y="25217"/>
                    </a:lnTo>
                    <a:cubicBezTo>
                      <a:pt x="3608" y="23217"/>
                      <a:pt x="4036" y="20788"/>
                      <a:pt x="4786" y="17931"/>
                    </a:cubicBezTo>
                    <a:cubicBezTo>
                      <a:pt x="5536" y="15073"/>
                      <a:pt x="6644" y="12323"/>
                      <a:pt x="8037" y="9680"/>
                    </a:cubicBezTo>
                    <a:cubicBezTo>
                      <a:pt x="9430" y="7037"/>
                      <a:pt x="10966" y="4822"/>
                      <a:pt x="12537" y="3000"/>
                    </a:cubicBezTo>
                    <a:lnTo>
                      <a:pt x="0" y="300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89" name="Freeform: Shape 12388">
                <a:extLst>
                  <a:ext uri="{FF2B5EF4-FFF2-40B4-BE49-F238E27FC236}">
                    <a16:creationId xmlns:a16="http://schemas.microsoft.com/office/drawing/2014/main" id="{2E9C9711-61C1-3FFC-C137-75FA115143EE}"/>
                  </a:ext>
                </a:extLst>
              </p:cNvPr>
              <p:cNvSpPr/>
              <p:nvPr/>
            </p:nvSpPr>
            <p:spPr>
              <a:xfrm>
                <a:off x="3037005" y="1014892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0" name="Freeform: Shape 12389">
                <a:extLst>
                  <a:ext uri="{FF2B5EF4-FFF2-40B4-BE49-F238E27FC236}">
                    <a16:creationId xmlns:a16="http://schemas.microsoft.com/office/drawing/2014/main" id="{8626E899-3560-B6A3-0B13-17AE5BF74FDB}"/>
                  </a:ext>
                </a:extLst>
              </p:cNvPr>
              <p:cNvSpPr/>
              <p:nvPr/>
            </p:nvSpPr>
            <p:spPr>
              <a:xfrm>
                <a:off x="3075412" y="1014737"/>
                <a:ext cx="36839" cy="57070"/>
              </a:xfrm>
              <a:custGeom>
                <a:avLst/>
                <a:gdLst>
                  <a:gd name="csX0" fmla="*/ 0 w 16787"/>
                  <a:gd name="csY0" fmla="*/ 18967 h 26146"/>
                  <a:gd name="csX1" fmla="*/ 3143 w 16787"/>
                  <a:gd name="csY1" fmla="*/ 18538 h 26146"/>
                  <a:gd name="csX2" fmla="*/ 5000 w 16787"/>
                  <a:gd name="csY2" fmla="*/ 22396 h 26146"/>
                  <a:gd name="csX3" fmla="*/ 8180 w 16787"/>
                  <a:gd name="csY3" fmla="*/ 23574 h 26146"/>
                  <a:gd name="csX4" fmla="*/ 11930 w 16787"/>
                  <a:gd name="csY4" fmla="*/ 22038 h 26146"/>
                  <a:gd name="csX5" fmla="*/ 13466 w 16787"/>
                  <a:gd name="csY5" fmla="*/ 18252 h 26146"/>
                  <a:gd name="csX6" fmla="*/ 12073 w 16787"/>
                  <a:gd name="csY6" fmla="*/ 14680 h 26146"/>
                  <a:gd name="csX7" fmla="*/ 8465 w 16787"/>
                  <a:gd name="csY7" fmla="*/ 13287 h 26146"/>
                  <a:gd name="csX8" fmla="*/ 6251 w 16787"/>
                  <a:gd name="csY8" fmla="*/ 13609 h 26146"/>
                  <a:gd name="csX9" fmla="*/ 6608 w 16787"/>
                  <a:gd name="csY9" fmla="*/ 10858 h 26146"/>
                  <a:gd name="csX10" fmla="*/ 7108 w 16787"/>
                  <a:gd name="csY10" fmla="*/ 10894 h 26146"/>
                  <a:gd name="csX11" fmla="*/ 10716 w 16787"/>
                  <a:gd name="csY11" fmla="*/ 9823 h 26146"/>
                  <a:gd name="csX12" fmla="*/ 12323 w 16787"/>
                  <a:gd name="csY12" fmla="*/ 6608 h 26146"/>
                  <a:gd name="csX13" fmla="*/ 11144 w 16787"/>
                  <a:gd name="csY13" fmla="*/ 3750 h 26146"/>
                  <a:gd name="csX14" fmla="*/ 8144 w 16787"/>
                  <a:gd name="csY14" fmla="*/ 2607 h 26146"/>
                  <a:gd name="csX15" fmla="*/ 5108 w 16787"/>
                  <a:gd name="csY15" fmla="*/ 3750 h 26146"/>
                  <a:gd name="csX16" fmla="*/ 3536 w 16787"/>
                  <a:gd name="csY16" fmla="*/ 7179 h 26146"/>
                  <a:gd name="csX17" fmla="*/ 393 w 16787"/>
                  <a:gd name="csY17" fmla="*/ 6608 h 26146"/>
                  <a:gd name="csX18" fmla="*/ 3000 w 16787"/>
                  <a:gd name="csY18" fmla="*/ 1714 h 26146"/>
                  <a:gd name="csX19" fmla="*/ 8072 w 16787"/>
                  <a:gd name="csY19" fmla="*/ 0 h 26146"/>
                  <a:gd name="csX20" fmla="*/ 11930 w 16787"/>
                  <a:gd name="csY20" fmla="*/ 893 h 26146"/>
                  <a:gd name="csX21" fmla="*/ 14609 w 16787"/>
                  <a:gd name="csY21" fmla="*/ 3357 h 26146"/>
                  <a:gd name="csX22" fmla="*/ 15538 w 16787"/>
                  <a:gd name="csY22" fmla="*/ 6644 h 26146"/>
                  <a:gd name="csX23" fmla="*/ 14645 w 16787"/>
                  <a:gd name="csY23" fmla="*/ 9644 h 26146"/>
                  <a:gd name="csX24" fmla="*/ 12001 w 16787"/>
                  <a:gd name="csY24" fmla="*/ 11823 h 26146"/>
                  <a:gd name="csX25" fmla="*/ 15538 w 16787"/>
                  <a:gd name="csY25" fmla="*/ 14002 h 26146"/>
                  <a:gd name="csX26" fmla="*/ 16788 w 16787"/>
                  <a:gd name="csY26" fmla="*/ 18145 h 26146"/>
                  <a:gd name="csX27" fmla="*/ 14323 w 16787"/>
                  <a:gd name="csY27" fmla="*/ 23824 h 26146"/>
                  <a:gd name="csX28" fmla="*/ 8144 w 16787"/>
                  <a:gd name="csY28" fmla="*/ 26146 h 26146"/>
                  <a:gd name="csX29" fmla="*/ 2536 w 16787"/>
                  <a:gd name="csY29" fmla="*/ 24146 h 26146"/>
                  <a:gd name="csX30" fmla="*/ 0 w 16787"/>
                  <a:gd name="csY30" fmla="*/ 18931 h 26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16787" h="26146">
                    <a:moveTo>
                      <a:pt x="0" y="18967"/>
                    </a:moveTo>
                    <a:lnTo>
                      <a:pt x="3143" y="18538"/>
                    </a:lnTo>
                    <a:cubicBezTo>
                      <a:pt x="3500" y="20324"/>
                      <a:pt x="4108" y="21610"/>
                      <a:pt x="5000" y="22396"/>
                    </a:cubicBezTo>
                    <a:cubicBezTo>
                      <a:pt x="5893" y="23181"/>
                      <a:pt x="6929" y="23574"/>
                      <a:pt x="8180" y="23574"/>
                    </a:cubicBezTo>
                    <a:cubicBezTo>
                      <a:pt x="9644" y="23574"/>
                      <a:pt x="10894" y="23074"/>
                      <a:pt x="11930" y="22038"/>
                    </a:cubicBezTo>
                    <a:cubicBezTo>
                      <a:pt x="12966" y="21003"/>
                      <a:pt x="13466" y="19752"/>
                      <a:pt x="13466" y="18252"/>
                    </a:cubicBezTo>
                    <a:cubicBezTo>
                      <a:pt x="13466" y="16752"/>
                      <a:pt x="13002" y="15609"/>
                      <a:pt x="12073" y="14680"/>
                    </a:cubicBezTo>
                    <a:cubicBezTo>
                      <a:pt x="11108" y="13752"/>
                      <a:pt x="9930" y="13287"/>
                      <a:pt x="8465" y="13287"/>
                    </a:cubicBezTo>
                    <a:cubicBezTo>
                      <a:pt x="7894" y="13287"/>
                      <a:pt x="7144" y="13395"/>
                      <a:pt x="6251" y="13609"/>
                    </a:cubicBezTo>
                    <a:lnTo>
                      <a:pt x="6608" y="10858"/>
                    </a:lnTo>
                    <a:cubicBezTo>
                      <a:pt x="6822" y="10858"/>
                      <a:pt x="7001" y="10894"/>
                      <a:pt x="7108" y="10894"/>
                    </a:cubicBezTo>
                    <a:cubicBezTo>
                      <a:pt x="8465" y="10894"/>
                      <a:pt x="9644" y="10537"/>
                      <a:pt x="10716" y="9823"/>
                    </a:cubicBezTo>
                    <a:cubicBezTo>
                      <a:pt x="11787" y="9108"/>
                      <a:pt x="12323" y="8037"/>
                      <a:pt x="12323" y="6608"/>
                    </a:cubicBezTo>
                    <a:cubicBezTo>
                      <a:pt x="12323" y="5465"/>
                      <a:pt x="11930" y="4500"/>
                      <a:pt x="11144" y="3750"/>
                    </a:cubicBezTo>
                    <a:cubicBezTo>
                      <a:pt x="10394" y="3000"/>
                      <a:pt x="9358" y="2607"/>
                      <a:pt x="8144" y="2607"/>
                    </a:cubicBezTo>
                    <a:cubicBezTo>
                      <a:pt x="6929" y="2607"/>
                      <a:pt x="5929" y="3000"/>
                      <a:pt x="5108" y="3750"/>
                    </a:cubicBezTo>
                    <a:cubicBezTo>
                      <a:pt x="4286" y="4500"/>
                      <a:pt x="3750" y="5679"/>
                      <a:pt x="3536" y="7179"/>
                    </a:cubicBezTo>
                    <a:lnTo>
                      <a:pt x="393" y="6608"/>
                    </a:lnTo>
                    <a:cubicBezTo>
                      <a:pt x="786" y="4500"/>
                      <a:pt x="1643" y="2857"/>
                      <a:pt x="3000" y="1714"/>
                    </a:cubicBezTo>
                    <a:cubicBezTo>
                      <a:pt x="4358" y="571"/>
                      <a:pt x="6036" y="0"/>
                      <a:pt x="8072" y="0"/>
                    </a:cubicBezTo>
                    <a:cubicBezTo>
                      <a:pt x="9465" y="0"/>
                      <a:pt x="10751" y="286"/>
                      <a:pt x="11930" y="893"/>
                    </a:cubicBezTo>
                    <a:cubicBezTo>
                      <a:pt x="13109" y="1500"/>
                      <a:pt x="14002" y="2322"/>
                      <a:pt x="14609" y="3357"/>
                    </a:cubicBezTo>
                    <a:cubicBezTo>
                      <a:pt x="15216" y="4393"/>
                      <a:pt x="15538" y="5501"/>
                      <a:pt x="15538" y="6644"/>
                    </a:cubicBezTo>
                    <a:cubicBezTo>
                      <a:pt x="15538" y="7787"/>
                      <a:pt x="15216" y="8751"/>
                      <a:pt x="14645" y="9644"/>
                    </a:cubicBezTo>
                    <a:cubicBezTo>
                      <a:pt x="14037" y="10573"/>
                      <a:pt x="13180" y="11287"/>
                      <a:pt x="12001" y="11823"/>
                    </a:cubicBezTo>
                    <a:cubicBezTo>
                      <a:pt x="13502" y="12144"/>
                      <a:pt x="14680" y="12894"/>
                      <a:pt x="15538" y="14002"/>
                    </a:cubicBezTo>
                    <a:cubicBezTo>
                      <a:pt x="16359" y="15109"/>
                      <a:pt x="16788" y="16466"/>
                      <a:pt x="16788" y="18145"/>
                    </a:cubicBezTo>
                    <a:cubicBezTo>
                      <a:pt x="16788" y="20360"/>
                      <a:pt x="15966" y="22253"/>
                      <a:pt x="14323" y="23824"/>
                    </a:cubicBezTo>
                    <a:cubicBezTo>
                      <a:pt x="12716" y="25360"/>
                      <a:pt x="10644" y="26146"/>
                      <a:pt x="8144" y="26146"/>
                    </a:cubicBezTo>
                    <a:cubicBezTo>
                      <a:pt x="5893" y="26146"/>
                      <a:pt x="4036" y="25503"/>
                      <a:pt x="2536" y="24146"/>
                    </a:cubicBezTo>
                    <a:cubicBezTo>
                      <a:pt x="1072" y="22788"/>
                      <a:pt x="214" y="21074"/>
                      <a:pt x="0" y="18931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2" name="Freeform: Shape 12391">
                <a:extLst>
                  <a:ext uri="{FF2B5EF4-FFF2-40B4-BE49-F238E27FC236}">
                    <a16:creationId xmlns:a16="http://schemas.microsoft.com/office/drawing/2014/main" id="{888B0AAA-625F-B96F-DEC8-3DE7D9A3B39D}"/>
                  </a:ext>
                </a:extLst>
              </p:cNvPr>
              <p:cNvSpPr/>
              <p:nvPr/>
            </p:nvSpPr>
            <p:spPr>
              <a:xfrm>
                <a:off x="3047821" y="1095819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3" name="Freeform: Shape 12392">
                <a:extLst>
                  <a:ext uri="{FF2B5EF4-FFF2-40B4-BE49-F238E27FC236}">
                    <a16:creationId xmlns:a16="http://schemas.microsoft.com/office/drawing/2014/main" id="{C543D999-2555-B76F-9A4A-2A5190A2E056}"/>
                  </a:ext>
                </a:extLst>
              </p:cNvPr>
              <p:cNvSpPr/>
              <p:nvPr/>
            </p:nvSpPr>
            <p:spPr>
              <a:xfrm>
                <a:off x="3091403" y="1095819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5" name="Freeform: Shape 12394">
                <a:extLst>
                  <a:ext uri="{FF2B5EF4-FFF2-40B4-BE49-F238E27FC236}">
                    <a16:creationId xmlns:a16="http://schemas.microsoft.com/office/drawing/2014/main" id="{7ED024E6-CE63-38DE-7C21-0E4AC9771D17}"/>
                  </a:ext>
                </a:extLst>
              </p:cNvPr>
              <p:cNvSpPr/>
              <p:nvPr/>
            </p:nvSpPr>
            <p:spPr>
              <a:xfrm>
                <a:off x="3031126" y="1176592"/>
                <a:ext cx="37076" cy="56055"/>
              </a:xfrm>
              <a:custGeom>
                <a:avLst/>
                <a:gdLst>
                  <a:gd name="csX0" fmla="*/ 16895 w 16895"/>
                  <a:gd name="csY0" fmla="*/ 22682 h 25681"/>
                  <a:gd name="csX1" fmla="*/ 16895 w 16895"/>
                  <a:gd name="csY1" fmla="*/ 25682 h 25681"/>
                  <a:gd name="csX2" fmla="*/ 0 w 16895"/>
                  <a:gd name="csY2" fmla="*/ 25682 h 25681"/>
                  <a:gd name="csX3" fmla="*/ 357 w 16895"/>
                  <a:gd name="csY3" fmla="*/ 23503 h 25681"/>
                  <a:gd name="csX4" fmla="*/ 2429 w 16895"/>
                  <a:gd name="csY4" fmla="*/ 20110 h 25681"/>
                  <a:gd name="csX5" fmla="*/ 6537 w 16895"/>
                  <a:gd name="csY5" fmla="*/ 16216 h 25681"/>
                  <a:gd name="csX6" fmla="*/ 12180 w 16895"/>
                  <a:gd name="csY6" fmla="*/ 10787 h 25681"/>
                  <a:gd name="csX7" fmla="*/ 13645 w 16895"/>
                  <a:gd name="csY7" fmla="*/ 7037 h 25681"/>
                  <a:gd name="csX8" fmla="*/ 12287 w 16895"/>
                  <a:gd name="csY8" fmla="*/ 3893 h 25681"/>
                  <a:gd name="csX9" fmla="*/ 8823 w 16895"/>
                  <a:gd name="csY9" fmla="*/ 2608 h 25681"/>
                  <a:gd name="csX10" fmla="*/ 5179 w 16895"/>
                  <a:gd name="csY10" fmla="*/ 3965 h 25681"/>
                  <a:gd name="csX11" fmla="*/ 3786 w 16895"/>
                  <a:gd name="csY11" fmla="*/ 7715 h 25681"/>
                  <a:gd name="csX12" fmla="*/ 572 w 16895"/>
                  <a:gd name="csY12" fmla="*/ 7394 h 25681"/>
                  <a:gd name="csX13" fmla="*/ 3072 w 16895"/>
                  <a:gd name="csY13" fmla="*/ 1893 h 25681"/>
                  <a:gd name="csX14" fmla="*/ 8858 w 16895"/>
                  <a:gd name="csY14" fmla="*/ 0 h 25681"/>
                  <a:gd name="csX15" fmla="*/ 14681 w 16895"/>
                  <a:gd name="csY15" fmla="*/ 2036 h 25681"/>
                  <a:gd name="csX16" fmla="*/ 16824 w 16895"/>
                  <a:gd name="csY16" fmla="*/ 7108 h 25681"/>
                  <a:gd name="csX17" fmla="*/ 16181 w 16895"/>
                  <a:gd name="csY17" fmla="*/ 10108 h 25681"/>
                  <a:gd name="csX18" fmla="*/ 14109 w 16895"/>
                  <a:gd name="csY18" fmla="*/ 13252 h 25681"/>
                  <a:gd name="csX19" fmla="*/ 9251 w 16895"/>
                  <a:gd name="csY19" fmla="*/ 17752 h 25681"/>
                  <a:gd name="csX20" fmla="*/ 5608 w 16895"/>
                  <a:gd name="csY20" fmla="*/ 20967 h 25681"/>
                  <a:gd name="csX21" fmla="*/ 4286 w 16895"/>
                  <a:gd name="csY21" fmla="*/ 22682 h 25681"/>
                  <a:gd name="csX22" fmla="*/ 16824 w 16895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5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5" y="21217"/>
                      <a:pt x="2429" y="20110"/>
                    </a:cubicBezTo>
                    <a:cubicBezTo>
                      <a:pt x="3393" y="19002"/>
                      <a:pt x="4751" y="17717"/>
                      <a:pt x="6537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3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2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1" y="2036"/>
                    </a:cubicBezTo>
                    <a:cubicBezTo>
                      <a:pt x="16109" y="3393"/>
                      <a:pt x="16824" y="5108"/>
                      <a:pt x="16824" y="7108"/>
                    </a:cubicBezTo>
                    <a:cubicBezTo>
                      <a:pt x="16824" y="8144"/>
                      <a:pt x="16609" y="9144"/>
                      <a:pt x="16181" y="10108"/>
                    </a:cubicBezTo>
                    <a:cubicBezTo>
                      <a:pt x="15752" y="11108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4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6" name="Freeform: Shape 12395">
                <a:extLst>
                  <a:ext uri="{FF2B5EF4-FFF2-40B4-BE49-F238E27FC236}">
                    <a16:creationId xmlns:a16="http://schemas.microsoft.com/office/drawing/2014/main" id="{C6A4ECF1-9482-959D-0548-815930BF4BD9}"/>
                  </a:ext>
                </a:extLst>
              </p:cNvPr>
              <p:cNvSpPr/>
              <p:nvPr/>
            </p:nvSpPr>
            <p:spPr>
              <a:xfrm>
                <a:off x="3075570" y="1176668"/>
                <a:ext cx="36683" cy="56992"/>
              </a:xfrm>
              <a:custGeom>
                <a:avLst/>
                <a:gdLst>
                  <a:gd name="csX0" fmla="*/ 0 w 16716"/>
                  <a:gd name="csY0" fmla="*/ 13037 h 26110"/>
                  <a:gd name="csX1" fmla="*/ 929 w 16716"/>
                  <a:gd name="csY1" fmla="*/ 5751 h 26110"/>
                  <a:gd name="csX2" fmla="*/ 3715 w 16716"/>
                  <a:gd name="csY2" fmla="*/ 1500 h 26110"/>
                  <a:gd name="csX3" fmla="*/ 8358 w 16716"/>
                  <a:gd name="csY3" fmla="*/ 0 h 26110"/>
                  <a:gd name="csX4" fmla="*/ 11966 w 16716"/>
                  <a:gd name="csY4" fmla="*/ 822 h 26110"/>
                  <a:gd name="csX5" fmla="*/ 14537 w 16716"/>
                  <a:gd name="csY5" fmla="*/ 3215 h 26110"/>
                  <a:gd name="csX6" fmla="*/ 16145 w 16716"/>
                  <a:gd name="csY6" fmla="*/ 7001 h 26110"/>
                  <a:gd name="csX7" fmla="*/ 16716 w 16716"/>
                  <a:gd name="csY7" fmla="*/ 13037 h 26110"/>
                  <a:gd name="csX8" fmla="*/ 15788 w 16716"/>
                  <a:gd name="csY8" fmla="*/ 20324 h 26110"/>
                  <a:gd name="csX9" fmla="*/ 13037 w 16716"/>
                  <a:gd name="csY9" fmla="*/ 24610 h 26110"/>
                  <a:gd name="csX10" fmla="*/ 8394 w 16716"/>
                  <a:gd name="csY10" fmla="*/ 26110 h 26110"/>
                  <a:gd name="csX11" fmla="*/ 2607 w 16716"/>
                  <a:gd name="csY11" fmla="*/ 23467 h 26110"/>
                  <a:gd name="csX12" fmla="*/ 71 w 16716"/>
                  <a:gd name="csY12" fmla="*/ 13073 h 26110"/>
                  <a:gd name="csX13" fmla="*/ 3215 w 16716"/>
                  <a:gd name="csY13" fmla="*/ 13037 h 26110"/>
                  <a:gd name="csX14" fmla="*/ 4679 w 16716"/>
                  <a:gd name="csY14" fmla="*/ 21431 h 26110"/>
                  <a:gd name="csX15" fmla="*/ 8322 w 16716"/>
                  <a:gd name="csY15" fmla="*/ 23503 h 26110"/>
                  <a:gd name="csX16" fmla="*/ 11966 w 16716"/>
                  <a:gd name="csY16" fmla="*/ 21395 h 26110"/>
                  <a:gd name="csX17" fmla="*/ 13430 w 16716"/>
                  <a:gd name="csY17" fmla="*/ 13037 h 26110"/>
                  <a:gd name="csX18" fmla="*/ 11966 w 16716"/>
                  <a:gd name="csY18" fmla="*/ 4643 h 26110"/>
                  <a:gd name="csX19" fmla="*/ 8287 w 16716"/>
                  <a:gd name="csY19" fmla="*/ 2572 h 26110"/>
                  <a:gd name="csX20" fmla="*/ 4858 w 16716"/>
                  <a:gd name="csY20" fmla="*/ 4429 h 26110"/>
                  <a:gd name="csX21" fmla="*/ 3250 w 16716"/>
                  <a:gd name="csY21" fmla="*/ 13037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16716" h="26110">
                    <a:moveTo>
                      <a:pt x="0" y="13037"/>
                    </a:moveTo>
                    <a:cubicBezTo>
                      <a:pt x="0" y="10037"/>
                      <a:pt x="321" y="7572"/>
                      <a:pt x="929" y="5751"/>
                    </a:cubicBezTo>
                    <a:cubicBezTo>
                      <a:pt x="1572" y="3893"/>
                      <a:pt x="2465" y="2500"/>
                      <a:pt x="3715" y="1500"/>
                    </a:cubicBezTo>
                    <a:cubicBezTo>
                      <a:pt x="4929" y="500"/>
                      <a:pt x="6465" y="0"/>
                      <a:pt x="8358" y="0"/>
                    </a:cubicBezTo>
                    <a:cubicBezTo>
                      <a:pt x="9715" y="0"/>
                      <a:pt x="10930" y="286"/>
                      <a:pt x="11966" y="822"/>
                    </a:cubicBezTo>
                    <a:cubicBezTo>
                      <a:pt x="13001" y="1393"/>
                      <a:pt x="13859" y="2179"/>
                      <a:pt x="14537" y="3215"/>
                    </a:cubicBezTo>
                    <a:cubicBezTo>
                      <a:pt x="15216" y="4251"/>
                      <a:pt x="15752" y="5501"/>
                      <a:pt x="16145" y="7001"/>
                    </a:cubicBezTo>
                    <a:cubicBezTo>
                      <a:pt x="16538" y="8501"/>
                      <a:pt x="16716" y="10501"/>
                      <a:pt x="16716" y="13037"/>
                    </a:cubicBezTo>
                    <a:cubicBezTo>
                      <a:pt x="16716" y="16038"/>
                      <a:pt x="16395" y="18467"/>
                      <a:pt x="15788" y="20324"/>
                    </a:cubicBezTo>
                    <a:cubicBezTo>
                      <a:pt x="15180" y="22181"/>
                      <a:pt x="14252" y="23574"/>
                      <a:pt x="13037" y="24610"/>
                    </a:cubicBezTo>
                    <a:cubicBezTo>
                      <a:pt x="11823" y="25610"/>
                      <a:pt x="10251" y="26110"/>
                      <a:pt x="8394" y="26110"/>
                    </a:cubicBezTo>
                    <a:cubicBezTo>
                      <a:pt x="5929" y="26110"/>
                      <a:pt x="4000" y="25217"/>
                      <a:pt x="2607" y="23467"/>
                    </a:cubicBezTo>
                    <a:cubicBezTo>
                      <a:pt x="929" y="21360"/>
                      <a:pt x="71" y="17859"/>
                      <a:pt x="71" y="13073"/>
                    </a:cubicBezTo>
                    <a:moveTo>
                      <a:pt x="3215" y="13037"/>
                    </a:moveTo>
                    <a:cubicBezTo>
                      <a:pt x="3215" y="17252"/>
                      <a:pt x="3715" y="20038"/>
                      <a:pt x="4679" y="21431"/>
                    </a:cubicBezTo>
                    <a:cubicBezTo>
                      <a:pt x="5679" y="22824"/>
                      <a:pt x="6858" y="23503"/>
                      <a:pt x="8322" y="23503"/>
                    </a:cubicBezTo>
                    <a:cubicBezTo>
                      <a:pt x="9787" y="23503"/>
                      <a:pt x="10965" y="22789"/>
                      <a:pt x="11966" y="21395"/>
                    </a:cubicBezTo>
                    <a:cubicBezTo>
                      <a:pt x="12966" y="20002"/>
                      <a:pt x="13430" y="17216"/>
                      <a:pt x="13430" y="13037"/>
                    </a:cubicBezTo>
                    <a:cubicBezTo>
                      <a:pt x="13430" y="8858"/>
                      <a:pt x="12930" y="6036"/>
                      <a:pt x="11966" y="4643"/>
                    </a:cubicBezTo>
                    <a:cubicBezTo>
                      <a:pt x="11001" y="3250"/>
                      <a:pt x="9751" y="2572"/>
                      <a:pt x="8287" y="2572"/>
                    </a:cubicBezTo>
                    <a:cubicBezTo>
                      <a:pt x="6822" y="2572"/>
                      <a:pt x="5679" y="3179"/>
                      <a:pt x="4858" y="4429"/>
                    </a:cubicBezTo>
                    <a:cubicBezTo>
                      <a:pt x="3786" y="5965"/>
                      <a:pt x="3250" y="8858"/>
                      <a:pt x="3250" y="1303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8" name="Freeform: Shape 12397">
                <a:extLst>
                  <a:ext uri="{FF2B5EF4-FFF2-40B4-BE49-F238E27FC236}">
                    <a16:creationId xmlns:a16="http://schemas.microsoft.com/office/drawing/2014/main" id="{F025A509-9905-2966-9A85-80A76814A798}"/>
                  </a:ext>
                </a:extLst>
              </p:cNvPr>
              <p:cNvSpPr/>
              <p:nvPr/>
            </p:nvSpPr>
            <p:spPr>
              <a:xfrm>
                <a:off x="3036926" y="1257596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5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7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5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399" name="Freeform: Shape 12398">
                <a:extLst>
                  <a:ext uri="{FF2B5EF4-FFF2-40B4-BE49-F238E27FC236}">
                    <a16:creationId xmlns:a16="http://schemas.microsoft.com/office/drawing/2014/main" id="{61E7C5D0-0A53-0D9C-CDD6-7C7285BC1935}"/>
                  </a:ext>
                </a:extLst>
              </p:cNvPr>
              <p:cNvSpPr/>
              <p:nvPr/>
            </p:nvSpPr>
            <p:spPr>
              <a:xfrm>
                <a:off x="3075256" y="1257596"/>
                <a:ext cx="36918" cy="56992"/>
              </a:xfrm>
              <a:custGeom>
                <a:avLst/>
                <a:gdLst>
                  <a:gd name="csX0" fmla="*/ 464 w 16823"/>
                  <a:gd name="csY0" fmla="*/ 19717 h 26110"/>
                  <a:gd name="csX1" fmla="*/ 3465 w 16823"/>
                  <a:gd name="csY1" fmla="*/ 19431 h 26110"/>
                  <a:gd name="csX2" fmla="*/ 4929 w 16823"/>
                  <a:gd name="csY2" fmla="*/ 22539 h 26110"/>
                  <a:gd name="csX3" fmla="*/ 7715 w 16823"/>
                  <a:gd name="csY3" fmla="*/ 23503 h 26110"/>
                  <a:gd name="csX4" fmla="*/ 10251 w 16823"/>
                  <a:gd name="csY4" fmla="*/ 22860 h 26110"/>
                  <a:gd name="csX5" fmla="*/ 12037 w 16823"/>
                  <a:gd name="csY5" fmla="*/ 21074 h 26110"/>
                  <a:gd name="csX6" fmla="*/ 13216 w 16823"/>
                  <a:gd name="csY6" fmla="*/ 18074 h 26110"/>
                  <a:gd name="csX7" fmla="*/ 13680 w 16823"/>
                  <a:gd name="csY7" fmla="*/ 14216 h 26110"/>
                  <a:gd name="csX8" fmla="*/ 13680 w 16823"/>
                  <a:gd name="csY8" fmla="*/ 13609 h 26110"/>
                  <a:gd name="csX9" fmla="*/ 11108 w 16823"/>
                  <a:gd name="csY9" fmla="*/ 16038 h 26110"/>
                  <a:gd name="csX10" fmla="*/ 7572 w 16823"/>
                  <a:gd name="csY10" fmla="*/ 16966 h 26110"/>
                  <a:gd name="csX11" fmla="*/ 2215 w 16823"/>
                  <a:gd name="csY11" fmla="*/ 14680 h 26110"/>
                  <a:gd name="csX12" fmla="*/ 0 w 16823"/>
                  <a:gd name="csY12" fmla="*/ 8608 h 26110"/>
                  <a:gd name="csX13" fmla="*/ 2286 w 16823"/>
                  <a:gd name="csY13" fmla="*/ 2357 h 26110"/>
                  <a:gd name="csX14" fmla="*/ 8037 w 16823"/>
                  <a:gd name="csY14" fmla="*/ 0 h 26110"/>
                  <a:gd name="csX15" fmla="*/ 12609 w 16823"/>
                  <a:gd name="csY15" fmla="*/ 1357 h 26110"/>
                  <a:gd name="csX16" fmla="*/ 15752 w 16823"/>
                  <a:gd name="csY16" fmla="*/ 5179 h 26110"/>
                  <a:gd name="csX17" fmla="*/ 16824 w 16823"/>
                  <a:gd name="csY17" fmla="*/ 12359 h 26110"/>
                  <a:gd name="csX18" fmla="*/ 15752 w 16823"/>
                  <a:gd name="csY18" fmla="*/ 20181 h 26110"/>
                  <a:gd name="csX19" fmla="*/ 12573 w 16823"/>
                  <a:gd name="csY19" fmla="*/ 24575 h 26110"/>
                  <a:gd name="csX20" fmla="*/ 7644 w 16823"/>
                  <a:gd name="csY20" fmla="*/ 26110 h 26110"/>
                  <a:gd name="csX21" fmla="*/ 2750 w 16823"/>
                  <a:gd name="csY21" fmla="*/ 24467 h 26110"/>
                  <a:gd name="csX22" fmla="*/ 464 w 16823"/>
                  <a:gd name="csY22" fmla="*/ 19788 h 26110"/>
                  <a:gd name="csX23" fmla="*/ 13323 w 16823"/>
                  <a:gd name="csY23" fmla="*/ 8430 h 26110"/>
                  <a:gd name="csX24" fmla="*/ 11894 w 16823"/>
                  <a:gd name="csY24" fmla="*/ 4143 h 26110"/>
                  <a:gd name="csX25" fmla="*/ 8430 w 16823"/>
                  <a:gd name="csY25" fmla="*/ 2536 h 26110"/>
                  <a:gd name="csX26" fmla="*/ 4786 w 16823"/>
                  <a:gd name="csY26" fmla="*/ 4251 h 26110"/>
                  <a:gd name="csX27" fmla="*/ 3251 w 16823"/>
                  <a:gd name="csY27" fmla="*/ 8680 h 26110"/>
                  <a:gd name="csX28" fmla="*/ 4715 w 16823"/>
                  <a:gd name="csY28" fmla="*/ 12644 h 26110"/>
                  <a:gd name="csX29" fmla="*/ 8358 w 16823"/>
                  <a:gd name="csY29" fmla="*/ 14180 h 26110"/>
                  <a:gd name="csX30" fmla="*/ 11930 w 16823"/>
                  <a:gd name="csY30" fmla="*/ 12644 h 26110"/>
                  <a:gd name="csX31" fmla="*/ 13323 w 16823"/>
                  <a:gd name="csY31" fmla="*/ 8430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</a:cxnLst>
                <a:rect l="l" t="t" r="r" b="b"/>
                <a:pathLst>
                  <a:path w="16823" h="26110">
                    <a:moveTo>
                      <a:pt x="464" y="19717"/>
                    </a:moveTo>
                    <a:lnTo>
                      <a:pt x="3465" y="19431"/>
                    </a:lnTo>
                    <a:cubicBezTo>
                      <a:pt x="3715" y="20860"/>
                      <a:pt x="4215" y="21896"/>
                      <a:pt x="4929" y="22539"/>
                    </a:cubicBezTo>
                    <a:cubicBezTo>
                      <a:pt x="5644" y="23181"/>
                      <a:pt x="6572" y="23503"/>
                      <a:pt x="7715" y="23503"/>
                    </a:cubicBezTo>
                    <a:cubicBezTo>
                      <a:pt x="8680" y="23503"/>
                      <a:pt x="9537" y="23289"/>
                      <a:pt x="10251" y="22860"/>
                    </a:cubicBezTo>
                    <a:cubicBezTo>
                      <a:pt x="10966" y="22431"/>
                      <a:pt x="11573" y="21824"/>
                      <a:pt x="12037" y="21074"/>
                    </a:cubicBezTo>
                    <a:cubicBezTo>
                      <a:pt x="12502" y="20324"/>
                      <a:pt x="12894" y="19360"/>
                      <a:pt x="13216" y="18074"/>
                    </a:cubicBezTo>
                    <a:cubicBezTo>
                      <a:pt x="13538" y="16824"/>
                      <a:pt x="13680" y="15538"/>
                      <a:pt x="13680" y="14216"/>
                    </a:cubicBezTo>
                    <a:cubicBezTo>
                      <a:pt x="13680" y="14073"/>
                      <a:pt x="13680" y="13895"/>
                      <a:pt x="13680" y="13609"/>
                    </a:cubicBezTo>
                    <a:cubicBezTo>
                      <a:pt x="13037" y="14609"/>
                      <a:pt x="12216" y="15395"/>
                      <a:pt x="11108" y="16038"/>
                    </a:cubicBezTo>
                    <a:cubicBezTo>
                      <a:pt x="10037" y="16645"/>
                      <a:pt x="8858" y="16966"/>
                      <a:pt x="7572" y="16966"/>
                    </a:cubicBezTo>
                    <a:cubicBezTo>
                      <a:pt x="5465" y="16966"/>
                      <a:pt x="3679" y="16216"/>
                      <a:pt x="2215" y="14680"/>
                    </a:cubicBezTo>
                    <a:cubicBezTo>
                      <a:pt x="750" y="13144"/>
                      <a:pt x="0" y="11108"/>
                      <a:pt x="0" y="8608"/>
                    </a:cubicBezTo>
                    <a:cubicBezTo>
                      <a:pt x="0" y="6108"/>
                      <a:pt x="750" y="3929"/>
                      <a:pt x="2286" y="2357"/>
                    </a:cubicBezTo>
                    <a:cubicBezTo>
                      <a:pt x="3822" y="786"/>
                      <a:pt x="5715" y="0"/>
                      <a:pt x="8037" y="0"/>
                    </a:cubicBezTo>
                    <a:cubicBezTo>
                      <a:pt x="9716" y="0"/>
                      <a:pt x="11216" y="429"/>
                      <a:pt x="12609" y="1357"/>
                    </a:cubicBezTo>
                    <a:cubicBezTo>
                      <a:pt x="14002" y="2250"/>
                      <a:pt x="15038" y="3536"/>
                      <a:pt x="15752" y="5179"/>
                    </a:cubicBezTo>
                    <a:cubicBezTo>
                      <a:pt x="16466" y="6822"/>
                      <a:pt x="16824" y="9215"/>
                      <a:pt x="16824" y="12359"/>
                    </a:cubicBezTo>
                    <a:cubicBezTo>
                      <a:pt x="16824" y="15502"/>
                      <a:pt x="16466" y="18216"/>
                      <a:pt x="15752" y="20181"/>
                    </a:cubicBezTo>
                    <a:cubicBezTo>
                      <a:pt x="15038" y="22110"/>
                      <a:pt x="14002" y="23574"/>
                      <a:pt x="12573" y="24575"/>
                    </a:cubicBezTo>
                    <a:cubicBezTo>
                      <a:pt x="11180" y="25610"/>
                      <a:pt x="9537" y="26110"/>
                      <a:pt x="7644" y="26110"/>
                    </a:cubicBezTo>
                    <a:cubicBezTo>
                      <a:pt x="5644" y="26110"/>
                      <a:pt x="4000" y="25539"/>
                      <a:pt x="2750" y="24467"/>
                    </a:cubicBezTo>
                    <a:cubicBezTo>
                      <a:pt x="1465" y="23360"/>
                      <a:pt x="714" y="21788"/>
                      <a:pt x="464" y="19788"/>
                    </a:cubicBezTo>
                    <a:moveTo>
                      <a:pt x="13323" y="8430"/>
                    </a:moveTo>
                    <a:cubicBezTo>
                      <a:pt x="13323" y="6608"/>
                      <a:pt x="12859" y="5179"/>
                      <a:pt x="11894" y="4143"/>
                    </a:cubicBezTo>
                    <a:cubicBezTo>
                      <a:pt x="10930" y="3072"/>
                      <a:pt x="9787" y="2536"/>
                      <a:pt x="8430" y="2536"/>
                    </a:cubicBezTo>
                    <a:cubicBezTo>
                      <a:pt x="7072" y="2536"/>
                      <a:pt x="5822" y="3108"/>
                      <a:pt x="4786" y="4251"/>
                    </a:cubicBezTo>
                    <a:cubicBezTo>
                      <a:pt x="3750" y="5394"/>
                      <a:pt x="3251" y="6858"/>
                      <a:pt x="3251" y="8680"/>
                    </a:cubicBezTo>
                    <a:cubicBezTo>
                      <a:pt x="3251" y="10323"/>
                      <a:pt x="3750" y="11644"/>
                      <a:pt x="4715" y="12644"/>
                    </a:cubicBezTo>
                    <a:cubicBezTo>
                      <a:pt x="5715" y="13680"/>
                      <a:pt x="6894" y="14180"/>
                      <a:pt x="8358" y="14180"/>
                    </a:cubicBezTo>
                    <a:cubicBezTo>
                      <a:pt x="9823" y="14180"/>
                      <a:pt x="11001" y="13680"/>
                      <a:pt x="11930" y="12644"/>
                    </a:cubicBezTo>
                    <a:cubicBezTo>
                      <a:pt x="12859" y="11609"/>
                      <a:pt x="13323" y="10216"/>
                      <a:pt x="13323" y="84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0" name="Freeform: Shape 12399">
                <a:extLst>
                  <a:ext uri="{FF2B5EF4-FFF2-40B4-BE49-F238E27FC236}">
                    <a16:creationId xmlns:a16="http://schemas.microsoft.com/office/drawing/2014/main" id="{8C6BB627-1343-3662-0A74-540E27BE7E9D}"/>
                  </a:ext>
                </a:extLst>
              </p:cNvPr>
              <p:cNvSpPr/>
              <p:nvPr/>
            </p:nvSpPr>
            <p:spPr>
              <a:xfrm>
                <a:off x="3075412" y="1338290"/>
                <a:ext cx="36839" cy="57070"/>
              </a:xfrm>
              <a:custGeom>
                <a:avLst/>
                <a:gdLst>
                  <a:gd name="csX0" fmla="*/ 0 w 16787"/>
                  <a:gd name="csY0" fmla="*/ 18967 h 26146"/>
                  <a:gd name="csX1" fmla="*/ 3143 w 16787"/>
                  <a:gd name="csY1" fmla="*/ 18538 h 26146"/>
                  <a:gd name="csX2" fmla="*/ 5000 w 16787"/>
                  <a:gd name="csY2" fmla="*/ 22396 h 26146"/>
                  <a:gd name="csX3" fmla="*/ 8180 w 16787"/>
                  <a:gd name="csY3" fmla="*/ 23575 h 26146"/>
                  <a:gd name="csX4" fmla="*/ 11930 w 16787"/>
                  <a:gd name="csY4" fmla="*/ 22039 h 26146"/>
                  <a:gd name="csX5" fmla="*/ 13466 w 16787"/>
                  <a:gd name="csY5" fmla="*/ 18252 h 26146"/>
                  <a:gd name="csX6" fmla="*/ 12073 w 16787"/>
                  <a:gd name="csY6" fmla="*/ 14681 h 26146"/>
                  <a:gd name="csX7" fmla="*/ 8465 w 16787"/>
                  <a:gd name="csY7" fmla="*/ 13287 h 26146"/>
                  <a:gd name="csX8" fmla="*/ 6251 w 16787"/>
                  <a:gd name="csY8" fmla="*/ 13609 h 26146"/>
                  <a:gd name="csX9" fmla="*/ 6608 w 16787"/>
                  <a:gd name="csY9" fmla="*/ 10859 h 26146"/>
                  <a:gd name="csX10" fmla="*/ 7108 w 16787"/>
                  <a:gd name="csY10" fmla="*/ 10894 h 26146"/>
                  <a:gd name="csX11" fmla="*/ 10716 w 16787"/>
                  <a:gd name="csY11" fmla="*/ 9823 h 26146"/>
                  <a:gd name="csX12" fmla="*/ 12323 w 16787"/>
                  <a:gd name="csY12" fmla="*/ 6608 h 26146"/>
                  <a:gd name="csX13" fmla="*/ 11144 w 16787"/>
                  <a:gd name="csY13" fmla="*/ 3750 h 26146"/>
                  <a:gd name="csX14" fmla="*/ 8144 w 16787"/>
                  <a:gd name="csY14" fmla="*/ 2608 h 26146"/>
                  <a:gd name="csX15" fmla="*/ 5108 w 16787"/>
                  <a:gd name="csY15" fmla="*/ 3750 h 26146"/>
                  <a:gd name="csX16" fmla="*/ 3536 w 16787"/>
                  <a:gd name="csY16" fmla="*/ 7180 h 26146"/>
                  <a:gd name="csX17" fmla="*/ 393 w 16787"/>
                  <a:gd name="csY17" fmla="*/ 6608 h 26146"/>
                  <a:gd name="csX18" fmla="*/ 3000 w 16787"/>
                  <a:gd name="csY18" fmla="*/ 1715 h 26146"/>
                  <a:gd name="csX19" fmla="*/ 8072 w 16787"/>
                  <a:gd name="csY19" fmla="*/ 0 h 26146"/>
                  <a:gd name="csX20" fmla="*/ 11930 w 16787"/>
                  <a:gd name="csY20" fmla="*/ 893 h 26146"/>
                  <a:gd name="csX21" fmla="*/ 14609 w 16787"/>
                  <a:gd name="csY21" fmla="*/ 3358 h 26146"/>
                  <a:gd name="csX22" fmla="*/ 15538 w 16787"/>
                  <a:gd name="csY22" fmla="*/ 6644 h 26146"/>
                  <a:gd name="csX23" fmla="*/ 14645 w 16787"/>
                  <a:gd name="csY23" fmla="*/ 9644 h 26146"/>
                  <a:gd name="csX24" fmla="*/ 12001 w 16787"/>
                  <a:gd name="csY24" fmla="*/ 11823 h 26146"/>
                  <a:gd name="csX25" fmla="*/ 15538 w 16787"/>
                  <a:gd name="csY25" fmla="*/ 14002 h 26146"/>
                  <a:gd name="csX26" fmla="*/ 16788 w 16787"/>
                  <a:gd name="csY26" fmla="*/ 18145 h 26146"/>
                  <a:gd name="csX27" fmla="*/ 14323 w 16787"/>
                  <a:gd name="csY27" fmla="*/ 23825 h 26146"/>
                  <a:gd name="csX28" fmla="*/ 8144 w 16787"/>
                  <a:gd name="csY28" fmla="*/ 26146 h 26146"/>
                  <a:gd name="csX29" fmla="*/ 2536 w 16787"/>
                  <a:gd name="csY29" fmla="*/ 24146 h 26146"/>
                  <a:gd name="csX30" fmla="*/ 0 w 16787"/>
                  <a:gd name="csY30" fmla="*/ 18931 h 26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16787" h="26146">
                    <a:moveTo>
                      <a:pt x="0" y="18967"/>
                    </a:moveTo>
                    <a:lnTo>
                      <a:pt x="3143" y="18538"/>
                    </a:lnTo>
                    <a:cubicBezTo>
                      <a:pt x="3500" y="20324"/>
                      <a:pt x="4108" y="21610"/>
                      <a:pt x="5000" y="22396"/>
                    </a:cubicBezTo>
                    <a:cubicBezTo>
                      <a:pt x="5893" y="23181"/>
                      <a:pt x="6929" y="23575"/>
                      <a:pt x="8180" y="23575"/>
                    </a:cubicBezTo>
                    <a:cubicBezTo>
                      <a:pt x="9644" y="23575"/>
                      <a:pt x="10894" y="23074"/>
                      <a:pt x="11930" y="22039"/>
                    </a:cubicBezTo>
                    <a:cubicBezTo>
                      <a:pt x="12966" y="21003"/>
                      <a:pt x="13466" y="19753"/>
                      <a:pt x="13466" y="18252"/>
                    </a:cubicBezTo>
                    <a:cubicBezTo>
                      <a:pt x="13466" y="16752"/>
                      <a:pt x="13002" y="15609"/>
                      <a:pt x="12073" y="14681"/>
                    </a:cubicBezTo>
                    <a:cubicBezTo>
                      <a:pt x="11108" y="13752"/>
                      <a:pt x="9930" y="13287"/>
                      <a:pt x="8465" y="13287"/>
                    </a:cubicBezTo>
                    <a:cubicBezTo>
                      <a:pt x="7894" y="13287"/>
                      <a:pt x="7144" y="13395"/>
                      <a:pt x="6251" y="13609"/>
                    </a:cubicBezTo>
                    <a:lnTo>
                      <a:pt x="6608" y="10859"/>
                    </a:lnTo>
                    <a:cubicBezTo>
                      <a:pt x="6822" y="10859"/>
                      <a:pt x="7001" y="10894"/>
                      <a:pt x="7108" y="10894"/>
                    </a:cubicBezTo>
                    <a:cubicBezTo>
                      <a:pt x="8465" y="10894"/>
                      <a:pt x="9644" y="10537"/>
                      <a:pt x="10716" y="9823"/>
                    </a:cubicBezTo>
                    <a:cubicBezTo>
                      <a:pt x="11787" y="9108"/>
                      <a:pt x="12323" y="8037"/>
                      <a:pt x="12323" y="6608"/>
                    </a:cubicBezTo>
                    <a:cubicBezTo>
                      <a:pt x="12323" y="5465"/>
                      <a:pt x="11930" y="4501"/>
                      <a:pt x="11144" y="3750"/>
                    </a:cubicBezTo>
                    <a:cubicBezTo>
                      <a:pt x="10394" y="3000"/>
                      <a:pt x="9358" y="2608"/>
                      <a:pt x="8144" y="2608"/>
                    </a:cubicBezTo>
                    <a:cubicBezTo>
                      <a:pt x="6929" y="2608"/>
                      <a:pt x="5929" y="3000"/>
                      <a:pt x="5108" y="3750"/>
                    </a:cubicBezTo>
                    <a:cubicBezTo>
                      <a:pt x="4286" y="4501"/>
                      <a:pt x="3750" y="5679"/>
                      <a:pt x="3536" y="7180"/>
                    </a:cubicBezTo>
                    <a:lnTo>
                      <a:pt x="393" y="6608"/>
                    </a:lnTo>
                    <a:cubicBezTo>
                      <a:pt x="786" y="4501"/>
                      <a:pt x="1643" y="2857"/>
                      <a:pt x="3000" y="1715"/>
                    </a:cubicBezTo>
                    <a:cubicBezTo>
                      <a:pt x="4358" y="572"/>
                      <a:pt x="6036" y="0"/>
                      <a:pt x="8072" y="0"/>
                    </a:cubicBezTo>
                    <a:cubicBezTo>
                      <a:pt x="9465" y="0"/>
                      <a:pt x="10751" y="286"/>
                      <a:pt x="11930" y="893"/>
                    </a:cubicBezTo>
                    <a:cubicBezTo>
                      <a:pt x="13109" y="1500"/>
                      <a:pt x="14002" y="2322"/>
                      <a:pt x="14609" y="3358"/>
                    </a:cubicBezTo>
                    <a:cubicBezTo>
                      <a:pt x="15216" y="4394"/>
                      <a:pt x="15538" y="5501"/>
                      <a:pt x="15538" y="6644"/>
                    </a:cubicBezTo>
                    <a:cubicBezTo>
                      <a:pt x="15538" y="7787"/>
                      <a:pt x="15216" y="8751"/>
                      <a:pt x="14645" y="9644"/>
                    </a:cubicBezTo>
                    <a:cubicBezTo>
                      <a:pt x="14037" y="10573"/>
                      <a:pt x="13180" y="11287"/>
                      <a:pt x="12001" y="11823"/>
                    </a:cubicBezTo>
                    <a:cubicBezTo>
                      <a:pt x="13502" y="12144"/>
                      <a:pt x="14680" y="12895"/>
                      <a:pt x="15538" y="14002"/>
                    </a:cubicBezTo>
                    <a:cubicBezTo>
                      <a:pt x="16359" y="15109"/>
                      <a:pt x="16788" y="16467"/>
                      <a:pt x="16788" y="18145"/>
                    </a:cubicBezTo>
                    <a:cubicBezTo>
                      <a:pt x="16788" y="20360"/>
                      <a:pt x="15966" y="22253"/>
                      <a:pt x="14323" y="23825"/>
                    </a:cubicBezTo>
                    <a:cubicBezTo>
                      <a:pt x="12716" y="25360"/>
                      <a:pt x="10644" y="26146"/>
                      <a:pt x="8144" y="26146"/>
                    </a:cubicBezTo>
                    <a:cubicBezTo>
                      <a:pt x="5893" y="26146"/>
                      <a:pt x="4036" y="25503"/>
                      <a:pt x="2536" y="24146"/>
                    </a:cubicBezTo>
                    <a:cubicBezTo>
                      <a:pt x="1072" y="22789"/>
                      <a:pt x="214" y="21074"/>
                      <a:pt x="0" y="18931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2" name="Freeform: Shape 12401">
                <a:extLst>
                  <a:ext uri="{FF2B5EF4-FFF2-40B4-BE49-F238E27FC236}">
                    <a16:creationId xmlns:a16="http://schemas.microsoft.com/office/drawing/2014/main" id="{45C02A99-F11E-B6C5-FD50-DF7B9A4D1A77}"/>
                  </a:ext>
                </a:extLst>
              </p:cNvPr>
              <p:cNvSpPr/>
              <p:nvPr/>
            </p:nvSpPr>
            <p:spPr>
              <a:xfrm>
                <a:off x="3031126" y="1419218"/>
                <a:ext cx="37076" cy="56055"/>
              </a:xfrm>
              <a:custGeom>
                <a:avLst/>
                <a:gdLst>
                  <a:gd name="csX0" fmla="*/ 16895 w 16895"/>
                  <a:gd name="csY0" fmla="*/ 22682 h 25681"/>
                  <a:gd name="csX1" fmla="*/ 16895 w 16895"/>
                  <a:gd name="csY1" fmla="*/ 25682 h 25681"/>
                  <a:gd name="csX2" fmla="*/ 0 w 16895"/>
                  <a:gd name="csY2" fmla="*/ 25682 h 25681"/>
                  <a:gd name="csX3" fmla="*/ 357 w 16895"/>
                  <a:gd name="csY3" fmla="*/ 23503 h 25681"/>
                  <a:gd name="csX4" fmla="*/ 2429 w 16895"/>
                  <a:gd name="csY4" fmla="*/ 20110 h 25681"/>
                  <a:gd name="csX5" fmla="*/ 6537 w 16895"/>
                  <a:gd name="csY5" fmla="*/ 16216 h 25681"/>
                  <a:gd name="csX6" fmla="*/ 12180 w 16895"/>
                  <a:gd name="csY6" fmla="*/ 10787 h 25681"/>
                  <a:gd name="csX7" fmla="*/ 13645 w 16895"/>
                  <a:gd name="csY7" fmla="*/ 7037 h 25681"/>
                  <a:gd name="csX8" fmla="*/ 12287 w 16895"/>
                  <a:gd name="csY8" fmla="*/ 3893 h 25681"/>
                  <a:gd name="csX9" fmla="*/ 8823 w 16895"/>
                  <a:gd name="csY9" fmla="*/ 2608 h 25681"/>
                  <a:gd name="csX10" fmla="*/ 5179 w 16895"/>
                  <a:gd name="csY10" fmla="*/ 3965 h 25681"/>
                  <a:gd name="csX11" fmla="*/ 3786 w 16895"/>
                  <a:gd name="csY11" fmla="*/ 7715 h 25681"/>
                  <a:gd name="csX12" fmla="*/ 572 w 16895"/>
                  <a:gd name="csY12" fmla="*/ 7394 h 25681"/>
                  <a:gd name="csX13" fmla="*/ 3072 w 16895"/>
                  <a:gd name="csY13" fmla="*/ 1893 h 25681"/>
                  <a:gd name="csX14" fmla="*/ 8858 w 16895"/>
                  <a:gd name="csY14" fmla="*/ 0 h 25681"/>
                  <a:gd name="csX15" fmla="*/ 14681 w 16895"/>
                  <a:gd name="csY15" fmla="*/ 2036 h 25681"/>
                  <a:gd name="csX16" fmla="*/ 16824 w 16895"/>
                  <a:gd name="csY16" fmla="*/ 7108 h 25681"/>
                  <a:gd name="csX17" fmla="*/ 16181 w 16895"/>
                  <a:gd name="csY17" fmla="*/ 10108 h 25681"/>
                  <a:gd name="csX18" fmla="*/ 14109 w 16895"/>
                  <a:gd name="csY18" fmla="*/ 13252 h 25681"/>
                  <a:gd name="csX19" fmla="*/ 9251 w 16895"/>
                  <a:gd name="csY19" fmla="*/ 17752 h 25681"/>
                  <a:gd name="csX20" fmla="*/ 5608 w 16895"/>
                  <a:gd name="csY20" fmla="*/ 20967 h 25681"/>
                  <a:gd name="csX21" fmla="*/ 4286 w 16895"/>
                  <a:gd name="csY21" fmla="*/ 22682 h 25681"/>
                  <a:gd name="csX22" fmla="*/ 16824 w 16895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5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5" y="21217"/>
                      <a:pt x="2429" y="20110"/>
                    </a:cubicBezTo>
                    <a:cubicBezTo>
                      <a:pt x="3393" y="19002"/>
                      <a:pt x="4751" y="17717"/>
                      <a:pt x="6537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3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2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1" y="2036"/>
                    </a:cubicBezTo>
                    <a:cubicBezTo>
                      <a:pt x="16109" y="3393"/>
                      <a:pt x="16824" y="5108"/>
                      <a:pt x="16824" y="7108"/>
                    </a:cubicBezTo>
                    <a:cubicBezTo>
                      <a:pt x="16824" y="8144"/>
                      <a:pt x="16609" y="9144"/>
                      <a:pt x="16181" y="10108"/>
                    </a:cubicBezTo>
                    <a:cubicBezTo>
                      <a:pt x="15752" y="11108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4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3" name="Freeform: Shape 12402">
                <a:extLst>
                  <a:ext uri="{FF2B5EF4-FFF2-40B4-BE49-F238E27FC236}">
                    <a16:creationId xmlns:a16="http://schemas.microsoft.com/office/drawing/2014/main" id="{FF769BBE-9A52-340A-0B7F-CF077D73BFBF}"/>
                  </a:ext>
                </a:extLst>
              </p:cNvPr>
              <p:cNvSpPr/>
              <p:nvPr/>
            </p:nvSpPr>
            <p:spPr>
              <a:xfrm>
                <a:off x="3073297" y="1419530"/>
                <a:ext cx="38798" cy="55743"/>
              </a:xfrm>
              <a:custGeom>
                <a:avLst/>
                <a:gdLst>
                  <a:gd name="csX0" fmla="*/ 11108 w 17680"/>
                  <a:gd name="csY0" fmla="*/ 25539 h 25538"/>
                  <a:gd name="csX1" fmla="*/ 11108 w 17680"/>
                  <a:gd name="csY1" fmla="*/ 19431 h 25538"/>
                  <a:gd name="csX2" fmla="*/ 0 w 17680"/>
                  <a:gd name="csY2" fmla="*/ 19431 h 25538"/>
                  <a:gd name="csX3" fmla="*/ 0 w 17680"/>
                  <a:gd name="csY3" fmla="*/ 16573 h 25538"/>
                  <a:gd name="csX4" fmla="*/ 11680 w 17680"/>
                  <a:gd name="csY4" fmla="*/ 0 h 25538"/>
                  <a:gd name="csX5" fmla="*/ 14216 w 17680"/>
                  <a:gd name="csY5" fmla="*/ 0 h 25538"/>
                  <a:gd name="csX6" fmla="*/ 14216 w 17680"/>
                  <a:gd name="csY6" fmla="*/ 16573 h 25538"/>
                  <a:gd name="csX7" fmla="*/ 17681 w 17680"/>
                  <a:gd name="csY7" fmla="*/ 16573 h 25538"/>
                  <a:gd name="csX8" fmla="*/ 17681 w 17680"/>
                  <a:gd name="csY8" fmla="*/ 19431 h 25538"/>
                  <a:gd name="csX9" fmla="*/ 14216 w 17680"/>
                  <a:gd name="csY9" fmla="*/ 19431 h 25538"/>
                  <a:gd name="csX10" fmla="*/ 14216 w 17680"/>
                  <a:gd name="csY10" fmla="*/ 25539 h 25538"/>
                  <a:gd name="csX11" fmla="*/ 11073 w 17680"/>
                  <a:gd name="csY11" fmla="*/ 25539 h 25538"/>
                  <a:gd name="csX12" fmla="*/ 11108 w 17680"/>
                  <a:gd name="csY12" fmla="*/ 16538 h 25538"/>
                  <a:gd name="csX13" fmla="*/ 11108 w 17680"/>
                  <a:gd name="csY13" fmla="*/ 5000 h 25538"/>
                  <a:gd name="csX14" fmla="*/ 3108 w 17680"/>
                  <a:gd name="csY14" fmla="*/ 16538 h 25538"/>
                  <a:gd name="csX15" fmla="*/ 11108 w 17680"/>
                  <a:gd name="csY15" fmla="*/ 16538 h 25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17680" h="25538">
                    <a:moveTo>
                      <a:pt x="11108" y="25539"/>
                    </a:moveTo>
                    <a:lnTo>
                      <a:pt x="11108" y="19431"/>
                    </a:lnTo>
                    <a:lnTo>
                      <a:pt x="0" y="19431"/>
                    </a:lnTo>
                    <a:lnTo>
                      <a:pt x="0" y="16573"/>
                    </a:lnTo>
                    <a:lnTo>
                      <a:pt x="11680" y="0"/>
                    </a:lnTo>
                    <a:lnTo>
                      <a:pt x="14216" y="0"/>
                    </a:lnTo>
                    <a:lnTo>
                      <a:pt x="14216" y="16573"/>
                    </a:lnTo>
                    <a:lnTo>
                      <a:pt x="17681" y="16573"/>
                    </a:lnTo>
                    <a:lnTo>
                      <a:pt x="17681" y="19431"/>
                    </a:lnTo>
                    <a:lnTo>
                      <a:pt x="14216" y="19431"/>
                    </a:lnTo>
                    <a:lnTo>
                      <a:pt x="14216" y="25539"/>
                    </a:lnTo>
                    <a:lnTo>
                      <a:pt x="11073" y="25539"/>
                    </a:lnTo>
                    <a:moveTo>
                      <a:pt x="11108" y="16538"/>
                    </a:moveTo>
                    <a:lnTo>
                      <a:pt x="11108" y="5000"/>
                    </a:lnTo>
                    <a:lnTo>
                      <a:pt x="3108" y="16538"/>
                    </a:lnTo>
                    <a:lnTo>
                      <a:pt x="11108" y="165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5" name="Freeform: Shape 12404">
                <a:extLst>
                  <a:ext uri="{FF2B5EF4-FFF2-40B4-BE49-F238E27FC236}">
                    <a16:creationId xmlns:a16="http://schemas.microsoft.com/office/drawing/2014/main" id="{2964EFEE-18F6-837D-5382-C6C43E8D2C52}"/>
                  </a:ext>
                </a:extLst>
              </p:cNvPr>
              <p:cNvSpPr/>
              <p:nvPr/>
            </p:nvSpPr>
            <p:spPr>
              <a:xfrm>
                <a:off x="3037239" y="1500224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7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6" name="Freeform: Shape 12405">
                <a:extLst>
                  <a:ext uri="{FF2B5EF4-FFF2-40B4-BE49-F238E27FC236}">
                    <a16:creationId xmlns:a16="http://schemas.microsoft.com/office/drawing/2014/main" id="{6D17ABF2-463A-0DBB-5532-F3115C3B6565}"/>
                  </a:ext>
                </a:extLst>
              </p:cNvPr>
              <p:cNvSpPr/>
              <p:nvPr/>
            </p:nvSpPr>
            <p:spPr>
              <a:xfrm>
                <a:off x="3073297" y="1500457"/>
                <a:ext cx="38798" cy="55743"/>
              </a:xfrm>
              <a:custGeom>
                <a:avLst/>
                <a:gdLst>
                  <a:gd name="csX0" fmla="*/ 11108 w 17680"/>
                  <a:gd name="csY0" fmla="*/ 25539 h 25538"/>
                  <a:gd name="csX1" fmla="*/ 11108 w 17680"/>
                  <a:gd name="csY1" fmla="*/ 19431 h 25538"/>
                  <a:gd name="csX2" fmla="*/ 0 w 17680"/>
                  <a:gd name="csY2" fmla="*/ 19431 h 25538"/>
                  <a:gd name="csX3" fmla="*/ 0 w 17680"/>
                  <a:gd name="csY3" fmla="*/ 16574 h 25538"/>
                  <a:gd name="csX4" fmla="*/ 11680 w 17680"/>
                  <a:gd name="csY4" fmla="*/ 0 h 25538"/>
                  <a:gd name="csX5" fmla="*/ 14216 w 17680"/>
                  <a:gd name="csY5" fmla="*/ 0 h 25538"/>
                  <a:gd name="csX6" fmla="*/ 14216 w 17680"/>
                  <a:gd name="csY6" fmla="*/ 16574 h 25538"/>
                  <a:gd name="csX7" fmla="*/ 17681 w 17680"/>
                  <a:gd name="csY7" fmla="*/ 16574 h 25538"/>
                  <a:gd name="csX8" fmla="*/ 17681 w 17680"/>
                  <a:gd name="csY8" fmla="*/ 19431 h 25538"/>
                  <a:gd name="csX9" fmla="*/ 14216 w 17680"/>
                  <a:gd name="csY9" fmla="*/ 19431 h 25538"/>
                  <a:gd name="csX10" fmla="*/ 14216 w 17680"/>
                  <a:gd name="csY10" fmla="*/ 25539 h 25538"/>
                  <a:gd name="csX11" fmla="*/ 11073 w 17680"/>
                  <a:gd name="csY11" fmla="*/ 25539 h 25538"/>
                  <a:gd name="csX12" fmla="*/ 11108 w 17680"/>
                  <a:gd name="csY12" fmla="*/ 16538 h 25538"/>
                  <a:gd name="csX13" fmla="*/ 11108 w 17680"/>
                  <a:gd name="csY13" fmla="*/ 5001 h 25538"/>
                  <a:gd name="csX14" fmla="*/ 3108 w 17680"/>
                  <a:gd name="csY14" fmla="*/ 16538 h 25538"/>
                  <a:gd name="csX15" fmla="*/ 11108 w 17680"/>
                  <a:gd name="csY15" fmla="*/ 16538 h 25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17680" h="25538">
                    <a:moveTo>
                      <a:pt x="11108" y="25539"/>
                    </a:moveTo>
                    <a:lnTo>
                      <a:pt x="11108" y="19431"/>
                    </a:lnTo>
                    <a:lnTo>
                      <a:pt x="0" y="19431"/>
                    </a:lnTo>
                    <a:lnTo>
                      <a:pt x="0" y="16574"/>
                    </a:lnTo>
                    <a:lnTo>
                      <a:pt x="11680" y="0"/>
                    </a:lnTo>
                    <a:lnTo>
                      <a:pt x="14216" y="0"/>
                    </a:lnTo>
                    <a:lnTo>
                      <a:pt x="14216" y="16574"/>
                    </a:lnTo>
                    <a:lnTo>
                      <a:pt x="17681" y="16574"/>
                    </a:lnTo>
                    <a:lnTo>
                      <a:pt x="17681" y="19431"/>
                    </a:lnTo>
                    <a:lnTo>
                      <a:pt x="14216" y="19431"/>
                    </a:lnTo>
                    <a:lnTo>
                      <a:pt x="14216" y="25539"/>
                    </a:lnTo>
                    <a:lnTo>
                      <a:pt x="11073" y="25539"/>
                    </a:lnTo>
                    <a:moveTo>
                      <a:pt x="11108" y="16538"/>
                    </a:moveTo>
                    <a:lnTo>
                      <a:pt x="11108" y="5001"/>
                    </a:lnTo>
                    <a:lnTo>
                      <a:pt x="3108" y="16538"/>
                    </a:lnTo>
                    <a:lnTo>
                      <a:pt x="11108" y="165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8" name="Freeform: Shape 12407">
                <a:extLst>
                  <a:ext uri="{FF2B5EF4-FFF2-40B4-BE49-F238E27FC236}">
                    <a16:creationId xmlns:a16="http://schemas.microsoft.com/office/drawing/2014/main" id="{3F53A596-D08A-DA0E-EC4B-5C79E331C2BD}"/>
                  </a:ext>
                </a:extLst>
              </p:cNvPr>
              <p:cNvSpPr/>
              <p:nvPr/>
            </p:nvSpPr>
            <p:spPr>
              <a:xfrm>
                <a:off x="3041707" y="1580996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8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09" name="Freeform: Shape 12408">
                <a:extLst>
                  <a:ext uri="{FF2B5EF4-FFF2-40B4-BE49-F238E27FC236}">
                    <a16:creationId xmlns:a16="http://schemas.microsoft.com/office/drawing/2014/main" id="{5743BD8D-F3B6-BAC6-2376-B35CA252C62E}"/>
                  </a:ext>
                </a:extLst>
              </p:cNvPr>
              <p:cNvSpPr/>
              <p:nvPr/>
            </p:nvSpPr>
            <p:spPr>
              <a:xfrm>
                <a:off x="3091403" y="1581075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1" name="Freeform: Shape 12410">
                <a:extLst>
                  <a:ext uri="{FF2B5EF4-FFF2-40B4-BE49-F238E27FC236}">
                    <a16:creationId xmlns:a16="http://schemas.microsoft.com/office/drawing/2014/main" id="{39756848-4B83-8371-A7C6-BAA1A27A2263}"/>
                  </a:ext>
                </a:extLst>
              </p:cNvPr>
              <p:cNvSpPr/>
              <p:nvPr/>
            </p:nvSpPr>
            <p:spPr>
              <a:xfrm>
                <a:off x="3037239" y="1662003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7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2" name="Freeform: Shape 12411">
                <a:extLst>
                  <a:ext uri="{FF2B5EF4-FFF2-40B4-BE49-F238E27FC236}">
                    <a16:creationId xmlns:a16="http://schemas.microsoft.com/office/drawing/2014/main" id="{DFC83E69-13DD-4E03-FBC5-461FB3DF40FB}"/>
                  </a:ext>
                </a:extLst>
              </p:cNvPr>
              <p:cNvSpPr/>
              <p:nvPr/>
            </p:nvSpPr>
            <p:spPr>
              <a:xfrm>
                <a:off x="3075570" y="1662003"/>
                <a:ext cx="36683" cy="56992"/>
              </a:xfrm>
              <a:custGeom>
                <a:avLst/>
                <a:gdLst>
                  <a:gd name="csX0" fmla="*/ 0 w 16716"/>
                  <a:gd name="csY0" fmla="*/ 13037 h 26110"/>
                  <a:gd name="csX1" fmla="*/ 929 w 16716"/>
                  <a:gd name="csY1" fmla="*/ 5751 h 26110"/>
                  <a:gd name="csX2" fmla="*/ 3715 w 16716"/>
                  <a:gd name="csY2" fmla="*/ 1500 h 26110"/>
                  <a:gd name="csX3" fmla="*/ 8358 w 16716"/>
                  <a:gd name="csY3" fmla="*/ 0 h 26110"/>
                  <a:gd name="csX4" fmla="*/ 11966 w 16716"/>
                  <a:gd name="csY4" fmla="*/ 821 h 26110"/>
                  <a:gd name="csX5" fmla="*/ 14537 w 16716"/>
                  <a:gd name="csY5" fmla="*/ 3215 h 26110"/>
                  <a:gd name="csX6" fmla="*/ 16145 w 16716"/>
                  <a:gd name="csY6" fmla="*/ 7001 h 26110"/>
                  <a:gd name="csX7" fmla="*/ 16716 w 16716"/>
                  <a:gd name="csY7" fmla="*/ 13037 h 26110"/>
                  <a:gd name="csX8" fmla="*/ 15788 w 16716"/>
                  <a:gd name="csY8" fmla="*/ 20324 h 26110"/>
                  <a:gd name="csX9" fmla="*/ 13037 w 16716"/>
                  <a:gd name="csY9" fmla="*/ 24610 h 26110"/>
                  <a:gd name="csX10" fmla="*/ 8394 w 16716"/>
                  <a:gd name="csY10" fmla="*/ 26110 h 26110"/>
                  <a:gd name="csX11" fmla="*/ 2607 w 16716"/>
                  <a:gd name="csY11" fmla="*/ 23467 h 26110"/>
                  <a:gd name="csX12" fmla="*/ 71 w 16716"/>
                  <a:gd name="csY12" fmla="*/ 13073 h 26110"/>
                  <a:gd name="csX13" fmla="*/ 3215 w 16716"/>
                  <a:gd name="csY13" fmla="*/ 13037 h 26110"/>
                  <a:gd name="csX14" fmla="*/ 4679 w 16716"/>
                  <a:gd name="csY14" fmla="*/ 21431 h 26110"/>
                  <a:gd name="csX15" fmla="*/ 8322 w 16716"/>
                  <a:gd name="csY15" fmla="*/ 23503 h 26110"/>
                  <a:gd name="csX16" fmla="*/ 11966 w 16716"/>
                  <a:gd name="csY16" fmla="*/ 21395 h 26110"/>
                  <a:gd name="csX17" fmla="*/ 13430 w 16716"/>
                  <a:gd name="csY17" fmla="*/ 13037 h 26110"/>
                  <a:gd name="csX18" fmla="*/ 11966 w 16716"/>
                  <a:gd name="csY18" fmla="*/ 4643 h 26110"/>
                  <a:gd name="csX19" fmla="*/ 8287 w 16716"/>
                  <a:gd name="csY19" fmla="*/ 2572 h 26110"/>
                  <a:gd name="csX20" fmla="*/ 4858 w 16716"/>
                  <a:gd name="csY20" fmla="*/ 4429 h 26110"/>
                  <a:gd name="csX21" fmla="*/ 3250 w 16716"/>
                  <a:gd name="csY21" fmla="*/ 13037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16716" h="26110">
                    <a:moveTo>
                      <a:pt x="0" y="13037"/>
                    </a:moveTo>
                    <a:cubicBezTo>
                      <a:pt x="0" y="10037"/>
                      <a:pt x="321" y="7572"/>
                      <a:pt x="929" y="5751"/>
                    </a:cubicBezTo>
                    <a:cubicBezTo>
                      <a:pt x="1572" y="3893"/>
                      <a:pt x="2465" y="2500"/>
                      <a:pt x="3715" y="1500"/>
                    </a:cubicBezTo>
                    <a:cubicBezTo>
                      <a:pt x="4929" y="500"/>
                      <a:pt x="6465" y="0"/>
                      <a:pt x="8358" y="0"/>
                    </a:cubicBezTo>
                    <a:cubicBezTo>
                      <a:pt x="9715" y="0"/>
                      <a:pt x="10930" y="286"/>
                      <a:pt x="11966" y="821"/>
                    </a:cubicBezTo>
                    <a:cubicBezTo>
                      <a:pt x="13001" y="1393"/>
                      <a:pt x="13859" y="2179"/>
                      <a:pt x="14537" y="3215"/>
                    </a:cubicBezTo>
                    <a:cubicBezTo>
                      <a:pt x="15216" y="4251"/>
                      <a:pt x="15752" y="5501"/>
                      <a:pt x="16145" y="7001"/>
                    </a:cubicBezTo>
                    <a:cubicBezTo>
                      <a:pt x="16538" y="8501"/>
                      <a:pt x="16716" y="10501"/>
                      <a:pt x="16716" y="13037"/>
                    </a:cubicBezTo>
                    <a:cubicBezTo>
                      <a:pt x="16716" y="16038"/>
                      <a:pt x="16395" y="18467"/>
                      <a:pt x="15788" y="20324"/>
                    </a:cubicBezTo>
                    <a:cubicBezTo>
                      <a:pt x="15180" y="22181"/>
                      <a:pt x="14252" y="23574"/>
                      <a:pt x="13037" y="24610"/>
                    </a:cubicBezTo>
                    <a:cubicBezTo>
                      <a:pt x="11823" y="25610"/>
                      <a:pt x="10251" y="26110"/>
                      <a:pt x="8394" y="26110"/>
                    </a:cubicBezTo>
                    <a:cubicBezTo>
                      <a:pt x="5929" y="26110"/>
                      <a:pt x="4000" y="25217"/>
                      <a:pt x="2607" y="23467"/>
                    </a:cubicBezTo>
                    <a:cubicBezTo>
                      <a:pt x="929" y="21360"/>
                      <a:pt x="71" y="17859"/>
                      <a:pt x="71" y="13073"/>
                    </a:cubicBezTo>
                    <a:moveTo>
                      <a:pt x="3215" y="13037"/>
                    </a:moveTo>
                    <a:cubicBezTo>
                      <a:pt x="3215" y="17252"/>
                      <a:pt x="3715" y="20038"/>
                      <a:pt x="4679" y="21431"/>
                    </a:cubicBezTo>
                    <a:cubicBezTo>
                      <a:pt x="5679" y="22824"/>
                      <a:pt x="6858" y="23503"/>
                      <a:pt x="8322" y="23503"/>
                    </a:cubicBezTo>
                    <a:cubicBezTo>
                      <a:pt x="9787" y="23503"/>
                      <a:pt x="10965" y="22789"/>
                      <a:pt x="11966" y="21395"/>
                    </a:cubicBezTo>
                    <a:cubicBezTo>
                      <a:pt x="12966" y="20002"/>
                      <a:pt x="13430" y="17216"/>
                      <a:pt x="13430" y="13037"/>
                    </a:cubicBezTo>
                    <a:cubicBezTo>
                      <a:pt x="13430" y="8858"/>
                      <a:pt x="12930" y="6036"/>
                      <a:pt x="11966" y="4643"/>
                    </a:cubicBezTo>
                    <a:cubicBezTo>
                      <a:pt x="11001" y="3250"/>
                      <a:pt x="9751" y="2572"/>
                      <a:pt x="8287" y="2572"/>
                    </a:cubicBezTo>
                    <a:cubicBezTo>
                      <a:pt x="6822" y="2572"/>
                      <a:pt x="5679" y="3179"/>
                      <a:pt x="4858" y="4429"/>
                    </a:cubicBezTo>
                    <a:cubicBezTo>
                      <a:pt x="3786" y="5965"/>
                      <a:pt x="3250" y="8858"/>
                      <a:pt x="3250" y="13037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3" name="Freeform: Shape 12412">
                <a:extLst>
                  <a:ext uri="{FF2B5EF4-FFF2-40B4-BE49-F238E27FC236}">
                    <a16:creationId xmlns:a16="http://schemas.microsoft.com/office/drawing/2014/main" id="{00A0FB15-DE59-BE4A-256C-1F18776856D1}"/>
                  </a:ext>
                </a:extLst>
              </p:cNvPr>
              <p:cNvSpPr/>
              <p:nvPr/>
            </p:nvSpPr>
            <p:spPr>
              <a:xfrm>
                <a:off x="3091403" y="1758445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6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5" name="Freeform: Shape 12414">
                <a:extLst>
                  <a:ext uri="{FF2B5EF4-FFF2-40B4-BE49-F238E27FC236}">
                    <a16:creationId xmlns:a16="http://schemas.microsoft.com/office/drawing/2014/main" id="{10225397-CE2C-D5F8-B4B7-716DFCC3EC94}"/>
                  </a:ext>
                </a:extLst>
              </p:cNvPr>
              <p:cNvSpPr/>
              <p:nvPr/>
            </p:nvSpPr>
            <p:spPr>
              <a:xfrm>
                <a:off x="3030970" y="1823624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4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4" y="8215"/>
                      <a:pt x="13644" y="7037"/>
                    </a:cubicBezTo>
                    <a:cubicBezTo>
                      <a:pt x="13644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0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9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6" name="Freeform: Shape 12415">
                <a:extLst>
                  <a:ext uri="{FF2B5EF4-FFF2-40B4-BE49-F238E27FC236}">
                    <a16:creationId xmlns:a16="http://schemas.microsoft.com/office/drawing/2014/main" id="{7A92909D-C1CD-D790-3FFB-56CD170D9E23}"/>
                  </a:ext>
                </a:extLst>
              </p:cNvPr>
              <p:cNvSpPr/>
              <p:nvPr/>
            </p:nvSpPr>
            <p:spPr>
              <a:xfrm>
                <a:off x="3075022" y="1823624"/>
                <a:ext cx="37152" cy="56992"/>
              </a:xfrm>
              <a:custGeom>
                <a:avLst/>
                <a:gdLst>
                  <a:gd name="csX0" fmla="*/ 16466 w 16930"/>
                  <a:gd name="csY0" fmla="*/ 6394 h 26110"/>
                  <a:gd name="csX1" fmla="*/ 13323 w 16930"/>
                  <a:gd name="csY1" fmla="*/ 6644 h 26110"/>
                  <a:gd name="csX2" fmla="*/ 12144 w 16930"/>
                  <a:gd name="csY2" fmla="*/ 3965 h 26110"/>
                  <a:gd name="csX3" fmla="*/ 9001 w 16930"/>
                  <a:gd name="csY3" fmla="*/ 2608 h 26110"/>
                  <a:gd name="csX4" fmla="*/ 6358 w 16930"/>
                  <a:gd name="csY4" fmla="*/ 3429 h 26110"/>
                  <a:gd name="csX5" fmla="*/ 4036 w 16930"/>
                  <a:gd name="csY5" fmla="*/ 6572 h 26110"/>
                  <a:gd name="csX6" fmla="*/ 3143 w 16930"/>
                  <a:gd name="csY6" fmla="*/ 12502 h 26110"/>
                  <a:gd name="csX7" fmla="*/ 5929 w 16930"/>
                  <a:gd name="csY7" fmla="*/ 9930 h 26110"/>
                  <a:gd name="csX8" fmla="*/ 9358 w 16930"/>
                  <a:gd name="csY8" fmla="*/ 9108 h 26110"/>
                  <a:gd name="csX9" fmla="*/ 14716 w 16930"/>
                  <a:gd name="csY9" fmla="*/ 11430 h 26110"/>
                  <a:gd name="csX10" fmla="*/ 16931 w 16930"/>
                  <a:gd name="csY10" fmla="*/ 17395 h 26110"/>
                  <a:gd name="csX11" fmla="*/ 15895 w 16930"/>
                  <a:gd name="csY11" fmla="*/ 21860 h 26110"/>
                  <a:gd name="csX12" fmla="*/ 13037 w 16930"/>
                  <a:gd name="csY12" fmla="*/ 25003 h 26110"/>
                  <a:gd name="csX13" fmla="*/ 8894 w 16930"/>
                  <a:gd name="csY13" fmla="*/ 26110 h 26110"/>
                  <a:gd name="csX14" fmla="*/ 2500 w 16930"/>
                  <a:gd name="csY14" fmla="*/ 23217 h 26110"/>
                  <a:gd name="csX15" fmla="*/ 0 w 16930"/>
                  <a:gd name="csY15" fmla="*/ 13716 h 26110"/>
                  <a:gd name="csX16" fmla="*/ 2750 w 16930"/>
                  <a:gd name="csY16" fmla="*/ 2929 h 26110"/>
                  <a:gd name="csX17" fmla="*/ 9180 w 16930"/>
                  <a:gd name="csY17" fmla="*/ 0 h 26110"/>
                  <a:gd name="csX18" fmla="*/ 14109 w 16930"/>
                  <a:gd name="csY18" fmla="*/ 1679 h 26110"/>
                  <a:gd name="csX19" fmla="*/ 16431 w 16930"/>
                  <a:gd name="csY19" fmla="*/ 6358 h 26110"/>
                  <a:gd name="csX20" fmla="*/ 3643 w 16930"/>
                  <a:gd name="csY20" fmla="*/ 17395 h 26110"/>
                  <a:gd name="csX21" fmla="*/ 4322 w 16930"/>
                  <a:gd name="csY21" fmla="*/ 20503 h 26110"/>
                  <a:gd name="csX22" fmla="*/ 6251 w 16930"/>
                  <a:gd name="csY22" fmla="*/ 22753 h 26110"/>
                  <a:gd name="csX23" fmla="*/ 8858 w 16930"/>
                  <a:gd name="csY23" fmla="*/ 23503 h 26110"/>
                  <a:gd name="csX24" fmla="*/ 12287 w 16930"/>
                  <a:gd name="csY24" fmla="*/ 21896 h 26110"/>
                  <a:gd name="csX25" fmla="*/ 13716 w 16930"/>
                  <a:gd name="csY25" fmla="*/ 17538 h 26110"/>
                  <a:gd name="csX26" fmla="*/ 12323 w 16930"/>
                  <a:gd name="csY26" fmla="*/ 13359 h 26110"/>
                  <a:gd name="csX27" fmla="*/ 8751 w 16930"/>
                  <a:gd name="csY27" fmla="*/ 11823 h 26110"/>
                  <a:gd name="csX28" fmla="*/ 5144 w 16930"/>
                  <a:gd name="csY28" fmla="*/ 13359 h 26110"/>
                  <a:gd name="csX29" fmla="*/ 3679 w 16930"/>
                  <a:gd name="csY29" fmla="*/ 17359 h 26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16930" h="26110">
                    <a:moveTo>
                      <a:pt x="16466" y="6394"/>
                    </a:moveTo>
                    <a:lnTo>
                      <a:pt x="13323" y="6644"/>
                    </a:lnTo>
                    <a:cubicBezTo>
                      <a:pt x="13037" y="5394"/>
                      <a:pt x="12644" y="4501"/>
                      <a:pt x="12144" y="3965"/>
                    </a:cubicBezTo>
                    <a:cubicBezTo>
                      <a:pt x="11287" y="3072"/>
                      <a:pt x="10251" y="2608"/>
                      <a:pt x="9001" y="2608"/>
                    </a:cubicBezTo>
                    <a:cubicBezTo>
                      <a:pt x="8001" y="2608"/>
                      <a:pt x="7108" y="2893"/>
                      <a:pt x="6358" y="3429"/>
                    </a:cubicBezTo>
                    <a:cubicBezTo>
                      <a:pt x="5358" y="4143"/>
                      <a:pt x="4608" y="5215"/>
                      <a:pt x="4036" y="6572"/>
                    </a:cubicBezTo>
                    <a:cubicBezTo>
                      <a:pt x="3465" y="7965"/>
                      <a:pt x="3179" y="9930"/>
                      <a:pt x="3143" y="12502"/>
                    </a:cubicBezTo>
                    <a:cubicBezTo>
                      <a:pt x="3893" y="11359"/>
                      <a:pt x="4822" y="10501"/>
                      <a:pt x="5929" y="9930"/>
                    </a:cubicBezTo>
                    <a:cubicBezTo>
                      <a:pt x="7001" y="9358"/>
                      <a:pt x="8144" y="9108"/>
                      <a:pt x="9358" y="9108"/>
                    </a:cubicBezTo>
                    <a:cubicBezTo>
                      <a:pt x="11466" y="9108"/>
                      <a:pt x="13252" y="9858"/>
                      <a:pt x="14716" y="11430"/>
                    </a:cubicBezTo>
                    <a:cubicBezTo>
                      <a:pt x="16180" y="12966"/>
                      <a:pt x="16931" y="14966"/>
                      <a:pt x="16931" y="17395"/>
                    </a:cubicBezTo>
                    <a:cubicBezTo>
                      <a:pt x="16931" y="19002"/>
                      <a:pt x="16573" y="20503"/>
                      <a:pt x="15895" y="21860"/>
                    </a:cubicBezTo>
                    <a:cubicBezTo>
                      <a:pt x="15180" y="23217"/>
                      <a:pt x="14252" y="24289"/>
                      <a:pt x="13037" y="25003"/>
                    </a:cubicBezTo>
                    <a:cubicBezTo>
                      <a:pt x="11823" y="25753"/>
                      <a:pt x="10430" y="26110"/>
                      <a:pt x="8894" y="26110"/>
                    </a:cubicBezTo>
                    <a:cubicBezTo>
                      <a:pt x="6287" y="26110"/>
                      <a:pt x="4143" y="25146"/>
                      <a:pt x="2500" y="23217"/>
                    </a:cubicBezTo>
                    <a:cubicBezTo>
                      <a:pt x="857" y="21288"/>
                      <a:pt x="0" y="18109"/>
                      <a:pt x="0" y="13716"/>
                    </a:cubicBezTo>
                    <a:cubicBezTo>
                      <a:pt x="0" y="8787"/>
                      <a:pt x="929" y="5179"/>
                      <a:pt x="2750" y="2929"/>
                    </a:cubicBezTo>
                    <a:cubicBezTo>
                      <a:pt x="4358" y="964"/>
                      <a:pt x="6501" y="0"/>
                      <a:pt x="9180" y="0"/>
                    </a:cubicBezTo>
                    <a:cubicBezTo>
                      <a:pt x="11180" y="0"/>
                      <a:pt x="12823" y="572"/>
                      <a:pt x="14109" y="1679"/>
                    </a:cubicBezTo>
                    <a:cubicBezTo>
                      <a:pt x="15395" y="2822"/>
                      <a:pt x="16145" y="4358"/>
                      <a:pt x="16431" y="6358"/>
                    </a:cubicBezTo>
                    <a:moveTo>
                      <a:pt x="3643" y="17395"/>
                    </a:moveTo>
                    <a:cubicBezTo>
                      <a:pt x="3643" y="18467"/>
                      <a:pt x="3857" y="19503"/>
                      <a:pt x="4322" y="20503"/>
                    </a:cubicBezTo>
                    <a:cubicBezTo>
                      <a:pt x="4786" y="21503"/>
                      <a:pt x="5429" y="22253"/>
                      <a:pt x="6251" y="22753"/>
                    </a:cubicBezTo>
                    <a:cubicBezTo>
                      <a:pt x="7072" y="23253"/>
                      <a:pt x="7965" y="23503"/>
                      <a:pt x="8858" y="23503"/>
                    </a:cubicBezTo>
                    <a:cubicBezTo>
                      <a:pt x="10180" y="23503"/>
                      <a:pt x="11323" y="22967"/>
                      <a:pt x="12287" y="21896"/>
                    </a:cubicBezTo>
                    <a:cubicBezTo>
                      <a:pt x="13252" y="20824"/>
                      <a:pt x="13716" y="19360"/>
                      <a:pt x="13716" y="17538"/>
                    </a:cubicBezTo>
                    <a:cubicBezTo>
                      <a:pt x="13716" y="15716"/>
                      <a:pt x="13252" y="14359"/>
                      <a:pt x="12323" y="13359"/>
                    </a:cubicBezTo>
                    <a:cubicBezTo>
                      <a:pt x="11394" y="12323"/>
                      <a:pt x="10180" y="11823"/>
                      <a:pt x="8751" y="11823"/>
                    </a:cubicBezTo>
                    <a:cubicBezTo>
                      <a:pt x="7322" y="11823"/>
                      <a:pt x="6144" y="12323"/>
                      <a:pt x="5144" y="13359"/>
                    </a:cubicBezTo>
                    <a:cubicBezTo>
                      <a:pt x="4143" y="14395"/>
                      <a:pt x="3679" y="15716"/>
                      <a:pt x="3679" y="1735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7" name="Freeform: Shape 12416">
                <a:extLst>
                  <a:ext uri="{FF2B5EF4-FFF2-40B4-BE49-F238E27FC236}">
                    <a16:creationId xmlns:a16="http://schemas.microsoft.com/office/drawing/2014/main" id="{FF9917F7-B043-1620-30EA-8E19B9FC6796}"/>
                  </a:ext>
                </a:extLst>
              </p:cNvPr>
              <p:cNvSpPr/>
              <p:nvPr/>
            </p:nvSpPr>
            <p:spPr>
              <a:xfrm>
                <a:off x="3075022" y="1904552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8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19" name="Freeform: Shape 12418">
                <a:extLst>
                  <a:ext uri="{FF2B5EF4-FFF2-40B4-BE49-F238E27FC236}">
                    <a16:creationId xmlns:a16="http://schemas.microsoft.com/office/drawing/2014/main" id="{9680F437-FF22-138F-7777-36452960A57C}"/>
                  </a:ext>
                </a:extLst>
              </p:cNvPr>
              <p:cNvSpPr/>
              <p:nvPr/>
            </p:nvSpPr>
            <p:spPr>
              <a:xfrm>
                <a:off x="3031439" y="1985401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0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9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0" name="Freeform: Shape 12419">
                <a:extLst>
                  <a:ext uri="{FF2B5EF4-FFF2-40B4-BE49-F238E27FC236}">
                    <a16:creationId xmlns:a16="http://schemas.microsoft.com/office/drawing/2014/main" id="{6F912ABB-B5F6-8029-80EE-998A1CACEF8D}"/>
                  </a:ext>
                </a:extLst>
              </p:cNvPr>
              <p:cNvSpPr/>
              <p:nvPr/>
            </p:nvSpPr>
            <p:spPr>
              <a:xfrm>
                <a:off x="3075022" y="1985401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5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5" y="8215"/>
                      <a:pt x="13645" y="7037"/>
                    </a:cubicBezTo>
                    <a:cubicBezTo>
                      <a:pt x="13645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1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9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2" name="Freeform: Shape 12421">
                <a:extLst>
                  <a:ext uri="{FF2B5EF4-FFF2-40B4-BE49-F238E27FC236}">
                    <a16:creationId xmlns:a16="http://schemas.microsoft.com/office/drawing/2014/main" id="{1C4CDF1A-CD4A-BB80-BF4D-E043825590FE}"/>
                  </a:ext>
                </a:extLst>
              </p:cNvPr>
              <p:cNvSpPr/>
              <p:nvPr/>
            </p:nvSpPr>
            <p:spPr>
              <a:xfrm>
                <a:off x="3036926" y="2066407"/>
                <a:ext cx="20692" cy="56055"/>
              </a:xfrm>
              <a:custGeom>
                <a:avLst/>
                <a:gdLst>
                  <a:gd name="csX0" fmla="*/ 9430 w 9429"/>
                  <a:gd name="csY0" fmla="*/ 25646 h 25681"/>
                  <a:gd name="csX1" fmla="*/ 6287 w 9429"/>
                  <a:gd name="csY1" fmla="*/ 25646 h 25681"/>
                  <a:gd name="csX2" fmla="*/ 6287 w 9429"/>
                  <a:gd name="csY2" fmla="*/ 5644 h 25681"/>
                  <a:gd name="csX3" fmla="*/ 3322 w 9429"/>
                  <a:gd name="csY3" fmla="*/ 7822 h 25681"/>
                  <a:gd name="csX4" fmla="*/ 0 w 9429"/>
                  <a:gd name="csY4" fmla="*/ 9466 h 25681"/>
                  <a:gd name="csX5" fmla="*/ 0 w 9429"/>
                  <a:gd name="csY5" fmla="*/ 6429 h 25681"/>
                  <a:gd name="csX6" fmla="*/ 4608 w 9429"/>
                  <a:gd name="csY6" fmla="*/ 3429 h 25681"/>
                  <a:gd name="csX7" fmla="*/ 7394 w 9429"/>
                  <a:gd name="csY7" fmla="*/ 0 h 25681"/>
                  <a:gd name="csX8" fmla="*/ 9430 w 9429"/>
                  <a:gd name="csY8" fmla="*/ 0 h 25681"/>
                  <a:gd name="csX9" fmla="*/ 9430 w 9429"/>
                  <a:gd name="csY9" fmla="*/ 25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429" h="25681">
                    <a:moveTo>
                      <a:pt x="9430" y="25646"/>
                    </a:moveTo>
                    <a:lnTo>
                      <a:pt x="6287" y="25646"/>
                    </a:lnTo>
                    <a:lnTo>
                      <a:pt x="6287" y="5644"/>
                    </a:lnTo>
                    <a:cubicBezTo>
                      <a:pt x="5537" y="6358"/>
                      <a:pt x="4536" y="7108"/>
                      <a:pt x="3322" y="7822"/>
                    </a:cubicBezTo>
                    <a:cubicBezTo>
                      <a:pt x="2108" y="8537"/>
                      <a:pt x="1000" y="9108"/>
                      <a:pt x="0" y="9466"/>
                    </a:cubicBezTo>
                    <a:lnTo>
                      <a:pt x="0" y="6429"/>
                    </a:lnTo>
                    <a:cubicBezTo>
                      <a:pt x="1750" y="5608"/>
                      <a:pt x="3286" y="4608"/>
                      <a:pt x="4608" y="3429"/>
                    </a:cubicBezTo>
                    <a:cubicBezTo>
                      <a:pt x="5929" y="2250"/>
                      <a:pt x="6858" y="1107"/>
                      <a:pt x="7394" y="0"/>
                    </a:cubicBezTo>
                    <a:lnTo>
                      <a:pt x="9430" y="0"/>
                    </a:lnTo>
                    <a:lnTo>
                      <a:pt x="9430" y="25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3" name="Freeform: Shape 12422">
                <a:extLst>
                  <a:ext uri="{FF2B5EF4-FFF2-40B4-BE49-F238E27FC236}">
                    <a16:creationId xmlns:a16="http://schemas.microsoft.com/office/drawing/2014/main" id="{38057EB2-E988-86C1-874A-929C6786B159}"/>
                  </a:ext>
                </a:extLst>
              </p:cNvPr>
              <p:cNvSpPr/>
              <p:nvPr/>
            </p:nvSpPr>
            <p:spPr>
              <a:xfrm>
                <a:off x="3075177" y="2066407"/>
                <a:ext cx="36997" cy="57070"/>
              </a:xfrm>
              <a:custGeom>
                <a:avLst/>
                <a:gdLst>
                  <a:gd name="csX0" fmla="*/ 4858 w 16859"/>
                  <a:gd name="csY0" fmla="*/ 11787 h 26146"/>
                  <a:gd name="csX1" fmla="*/ 1965 w 16859"/>
                  <a:gd name="csY1" fmla="*/ 9751 h 26146"/>
                  <a:gd name="csX2" fmla="*/ 1036 w 16859"/>
                  <a:gd name="csY2" fmla="*/ 6572 h 26146"/>
                  <a:gd name="csX3" fmla="*/ 3036 w 16859"/>
                  <a:gd name="csY3" fmla="*/ 1893 h 26146"/>
                  <a:gd name="csX4" fmla="*/ 8394 w 16859"/>
                  <a:gd name="csY4" fmla="*/ 0 h 26146"/>
                  <a:gd name="csX5" fmla="*/ 13788 w 16859"/>
                  <a:gd name="csY5" fmla="*/ 1929 h 26146"/>
                  <a:gd name="csX6" fmla="*/ 15823 w 16859"/>
                  <a:gd name="csY6" fmla="*/ 6679 h 26146"/>
                  <a:gd name="csX7" fmla="*/ 14895 w 16859"/>
                  <a:gd name="csY7" fmla="*/ 9787 h 26146"/>
                  <a:gd name="csX8" fmla="*/ 12073 w 16859"/>
                  <a:gd name="csY8" fmla="*/ 11823 h 26146"/>
                  <a:gd name="csX9" fmla="*/ 15645 w 16859"/>
                  <a:gd name="csY9" fmla="*/ 14323 h 26146"/>
                  <a:gd name="csX10" fmla="*/ 16859 w 16859"/>
                  <a:gd name="csY10" fmla="*/ 18395 h 26146"/>
                  <a:gd name="csX11" fmla="*/ 14538 w 16859"/>
                  <a:gd name="csY11" fmla="*/ 23896 h 26146"/>
                  <a:gd name="csX12" fmla="*/ 8430 w 16859"/>
                  <a:gd name="csY12" fmla="*/ 26146 h 26146"/>
                  <a:gd name="csX13" fmla="*/ 2322 w 16859"/>
                  <a:gd name="csY13" fmla="*/ 23896 h 26146"/>
                  <a:gd name="csX14" fmla="*/ 0 w 16859"/>
                  <a:gd name="csY14" fmla="*/ 18288 h 26146"/>
                  <a:gd name="csX15" fmla="*/ 1250 w 16859"/>
                  <a:gd name="csY15" fmla="*/ 14109 h 26146"/>
                  <a:gd name="csX16" fmla="*/ 4858 w 16859"/>
                  <a:gd name="csY16" fmla="*/ 11823 h 26146"/>
                  <a:gd name="csX17" fmla="*/ 4251 w 16859"/>
                  <a:gd name="csY17" fmla="*/ 6465 h 26146"/>
                  <a:gd name="csX18" fmla="*/ 5394 w 16859"/>
                  <a:gd name="csY18" fmla="*/ 9430 h 26146"/>
                  <a:gd name="csX19" fmla="*/ 8430 w 16859"/>
                  <a:gd name="csY19" fmla="*/ 10573 h 26146"/>
                  <a:gd name="csX20" fmla="*/ 11394 w 16859"/>
                  <a:gd name="csY20" fmla="*/ 9430 h 26146"/>
                  <a:gd name="csX21" fmla="*/ 12537 w 16859"/>
                  <a:gd name="csY21" fmla="*/ 6644 h 26146"/>
                  <a:gd name="csX22" fmla="*/ 11323 w 16859"/>
                  <a:gd name="csY22" fmla="*/ 3715 h 26146"/>
                  <a:gd name="csX23" fmla="*/ 8358 w 16859"/>
                  <a:gd name="csY23" fmla="*/ 2536 h 26146"/>
                  <a:gd name="csX24" fmla="*/ 5358 w 16859"/>
                  <a:gd name="csY24" fmla="*/ 3679 h 26146"/>
                  <a:gd name="csX25" fmla="*/ 4179 w 16859"/>
                  <a:gd name="csY25" fmla="*/ 6429 h 26146"/>
                  <a:gd name="csX26" fmla="*/ 3215 w 16859"/>
                  <a:gd name="csY26" fmla="*/ 18252 h 26146"/>
                  <a:gd name="csX27" fmla="*/ 3858 w 16859"/>
                  <a:gd name="csY27" fmla="*/ 20860 h 26146"/>
                  <a:gd name="csX28" fmla="*/ 5751 w 16859"/>
                  <a:gd name="csY28" fmla="*/ 22789 h 26146"/>
                  <a:gd name="csX29" fmla="*/ 8465 w 16859"/>
                  <a:gd name="csY29" fmla="*/ 23467 h 26146"/>
                  <a:gd name="csX30" fmla="*/ 12180 w 16859"/>
                  <a:gd name="csY30" fmla="*/ 22003 h 26146"/>
                  <a:gd name="csX31" fmla="*/ 13645 w 16859"/>
                  <a:gd name="csY31" fmla="*/ 18324 h 26146"/>
                  <a:gd name="csX32" fmla="*/ 12144 w 16859"/>
                  <a:gd name="csY32" fmla="*/ 14573 h 26146"/>
                  <a:gd name="csX33" fmla="*/ 8358 w 16859"/>
                  <a:gd name="csY33" fmla="*/ 13109 h 26146"/>
                  <a:gd name="csX34" fmla="*/ 4679 w 16859"/>
                  <a:gd name="csY34" fmla="*/ 14573 h 26146"/>
                  <a:gd name="csX35" fmla="*/ 3215 w 16859"/>
                  <a:gd name="csY35" fmla="*/ 18216 h 26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16859" h="26146">
                    <a:moveTo>
                      <a:pt x="4858" y="11787"/>
                    </a:moveTo>
                    <a:cubicBezTo>
                      <a:pt x="3572" y="11323"/>
                      <a:pt x="2608" y="10644"/>
                      <a:pt x="1965" y="9751"/>
                    </a:cubicBezTo>
                    <a:cubicBezTo>
                      <a:pt x="1322" y="8858"/>
                      <a:pt x="1036" y="7822"/>
                      <a:pt x="1036" y="6572"/>
                    </a:cubicBezTo>
                    <a:cubicBezTo>
                      <a:pt x="1036" y="4715"/>
                      <a:pt x="1679" y="3143"/>
                      <a:pt x="3036" y="1893"/>
                    </a:cubicBezTo>
                    <a:cubicBezTo>
                      <a:pt x="4394" y="643"/>
                      <a:pt x="6179" y="0"/>
                      <a:pt x="8394" y="0"/>
                    </a:cubicBezTo>
                    <a:cubicBezTo>
                      <a:pt x="10609" y="0"/>
                      <a:pt x="12395" y="643"/>
                      <a:pt x="13788" y="1929"/>
                    </a:cubicBezTo>
                    <a:cubicBezTo>
                      <a:pt x="15145" y="3215"/>
                      <a:pt x="15823" y="4786"/>
                      <a:pt x="15823" y="6679"/>
                    </a:cubicBezTo>
                    <a:cubicBezTo>
                      <a:pt x="15823" y="7858"/>
                      <a:pt x="15502" y="8894"/>
                      <a:pt x="14895" y="9787"/>
                    </a:cubicBezTo>
                    <a:cubicBezTo>
                      <a:pt x="14288" y="10680"/>
                      <a:pt x="13323" y="11323"/>
                      <a:pt x="12073" y="11823"/>
                    </a:cubicBezTo>
                    <a:cubicBezTo>
                      <a:pt x="13645" y="12323"/>
                      <a:pt x="14823" y="13180"/>
                      <a:pt x="15645" y="14323"/>
                    </a:cubicBezTo>
                    <a:cubicBezTo>
                      <a:pt x="16467" y="15466"/>
                      <a:pt x="16859" y="16824"/>
                      <a:pt x="16859" y="18395"/>
                    </a:cubicBezTo>
                    <a:cubicBezTo>
                      <a:pt x="16859" y="20574"/>
                      <a:pt x="16109" y="22431"/>
                      <a:pt x="14538" y="23896"/>
                    </a:cubicBezTo>
                    <a:cubicBezTo>
                      <a:pt x="13002" y="25396"/>
                      <a:pt x="10966" y="26146"/>
                      <a:pt x="8430" y="26146"/>
                    </a:cubicBezTo>
                    <a:cubicBezTo>
                      <a:pt x="5894" y="26146"/>
                      <a:pt x="3858" y="25396"/>
                      <a:pt x="2322" y="23896"/>
                    </a:cubicBezTo>
                    <a:cubicBezTo>
                      <a:pt x="786" y="22396"/>
                      <a:pt x="0" y="20538"/>
                      <a:pt x="0" y="18288"/>
                    </a:cubicBezTo>
                    <a:cubicBezTo>
                      <a:pt x="0" y="16645"/>
                      <a:pt x="429" y="15216"/>
                      <a:pt x="1250" y="14109"/>
                    </a:cubicBezTo>
                    <a:cubicBezTo>
                      <a:pt x="2108" y="12966"/>
                      <a:pt x="3286" y="12216"/>
                      <a:pt x="4858" y="11823"/>
                    </a:cubicBezTo>
                    <a:moveTo>
                      <a:pt x="4251" y="6465"/>
                    </a:moveTo>
                    <a:cubicBezTo>
                      <a:pt x="4251" y="7680"/>
                      <a:pt x="4644" y="8680"/>
                      <a:pt x="5394" y="9430"/>
                    </a:cubicBezTo>
                    <a:cubicBezTo>
                      <a:pt x="6179" y="10180"/>
                      <a:pt x="7180" y="10573"/>
                      <a:pt x="8430" y="10573"/>
                    </a:cubicBezTo>
                    <a:cubicBezTo>
                      <a:pt x="9680" y="10573"/>
                      <a:pt x="10609" y="10180"/>
                      <a:pt x="11394" y="9430"/>
                    </a:cubicBezTo>
                    <a:cubicBezTo>
                      <a:pt x="12144" y="8680"/>
                      <a:pt x="12537" y="7751"/>
                      <a:pt x="12537" y="6644"/>
                    </a:cubicBezTo>
                    <a:cubicBezTo>
                      <a:pt x="12537" y="5501"/>
                      <a:pt x="12144" y="4536"/>
                      <a:pt x="11323" y="3715"/>
                    </a:cubicBezTo>
                    <a:cubicBezTo>
                      <a:pt x="10537" y="2929"/>
                      <a:pt x="9537" y="2536"/>
                      <a:pt x="8358" y="2536"/>
                    </a:cubicBezTo>
                    <a:cubicBezTo>
                      <a:pt x="7180" y="2536"/>
                      <a:pt x="6179" y="2929"/>
                      <a:pt x="5358" y="3679"/>
                    </a:cubicBezTo>
                    <a:cubicBezTo>
                      <a:pt x="4572" y="4429"/>
                      <a:pt x="4179" y="5358"/>
                      <a:pt x="4179" y="6429"/>
                    </a:cubicBezTo>
                    <a:moveTo>
                      <a:pt x="3215" y="18252"/>
                    </a:moveTo>
                    <a:cubicBezTo>
                      <a:pt x="3215" y="19145"/>
                      <a:pt x="3429" y="20038"/>
                      <a:pt x="3858" y="20860"/>
                    </a:cubicBezTo>
                    <a:cubicBezTo>
                      <a:pt x="4286" y="21681"/>
                      <a:pt x="4893" y="22324"/>
                      <a:pt x="5751" y="22789"/>
                    </a:cubicBezTo>
                    <a:cubicBezTo>
                      <a:pt x="6572" y="23253"/>
                      <a:pt x="7501" y="23467"/>
                      <a:pt x="8465" y="23467"/>
                    </a:cubicBezTo>
                    <a:cubicBezTo>
                      <a:pt x="9966" y="23467"/>
                      <a:pt x="11216" y="23003"/>
                      <a:pt x="12180" y="22003"/>
                    </a:cubicBezTo>
                    <a:cubicBezTo>
                      <a:pt x="13144" y="21038"/>
                      <a:pt x="13645" y="19824"/>
                      <a:pt x="13645" y="18324"/>
                    </a:cubicBezTo>
                    <a:cubicBezTo>
                      <a:pt x="13645" y="16824"/>
                      <a:pt x="13144" y="15573"/>
                      <a:pt x="12144" y="14573"/>
                    </a:cubicBezTo>
                    <a:cubicBezTo>
                      <a:pt x="11144" y="13573"/>
                      <a:pt x="9894" y="13109"/>
                      <a:pt x="8358" y="13109"/>
                    </a:cubicBezTo>
                    <a:cubicBezTo>
                      <a:pt x="6822" y="13109"/>
                      <a:pt x="5679" y="13609"/>
                      <a:pt x="4679" y="14573"/>
                    </a:cubicBezTo>
                    <a:cubicBezTo>
                      <a:pt x="3715" y="15538"/>
                      <a:pt x="3215" y="16752"/>
                      <a:pt x="3215" y="182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4" name="Freeform: Shape 12423">
                <a:extLst>
                  <a:ext uri="{FF2B5EF4-FFF2-40B4-BE49-F238E27FC236}">
                    <a16:creationId xmlns:a16="http://schemas.microsoft.com/office/drawing/2014/main" id="{575E5108-C199-E764-919F-FD673F1DEC7E}"/>
                  </a:ext>
                </a:extLst>
              </p:cNvPr>
              <p:cNvSpPr/>
              <p:nvPr/>
            </p:nvSpPr>
            <p:spPr>
              <a:xfrm>
                <a:off x="3075726" y="2148114"/>
                <a:ext cx="36448" cy="55042"/>
              </a:xfrm>
              <a:custGeom>
                <a:avLst/>
                <a:gdLst>
                  <a:gd name="csX0" fmla="*/ 36 w 16609"/>
                  <a:gd name="csY0" fmla="*/ 3036 h 25217"/>
                  <a:gd name="csX1" fmla="*/ 36 w 16609"/>
                  <a:gd name="csY1" fmla="*/ 0 h 25217"/>
                  <a:gd name="csX2" fmla="*/ 16609 w 16609"/>
                  <a:gd name="csY2" fmla="*/ 0 h 25217"/>
                  <a:gd name="csX3" fmla="*/ 16609 w 16609"/>
                  <a:gd name="csY3" fmla="*/ 2429 h 25217"/>
                  <a:gd name="csX4" fmla="*/ 11752 w 16609"/>
                  <a:gd name="csY4" fmla="*/ 9323 h 25217"/>
                  <a:gd name="csX5" fmla="*/ 8037 w 16609"/>
                  <a:gd name="csY5" fmla="*/ 18181 h 25217"/>
                  <a:gd name="csX6" fmla="*/ 6822 w 16609"/>
                  <a:gd name="csY6" fmla="*/ 25217 h 25217"/>
                  <a:gd name="csX7" fmla="*/ 3608 w 16609"/>
                  <a:gd name="csY7" fmla="*/ 25217 h 25217"/>
                  <a:gd name="csX8" fmla="*/ 4786 w 16609"/>
                  <a:gd name="csY8" fmla="*/ 17931 h 25217"/>
                  <a:gd name="csX9" fmla="*/ 8037 w 16609"/>
                  <a:gd name="csY9" fmla="*/ 9680 h 25217"/>
                  <a:gd name="csX10" fmla="*/ 12537 w 16609"/>
                  <a:gd name="csY10" fmla="*/ 3000 h 25217"/>
                  <a:gd name="csX11" fmla="*/ 0 w 16609"/>
                  <a:gd name="csY11" fmla="*/ 3000 h 252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6609" h="25217">
                    <a:moveTo>
                      <a:pt x="36" y="3036"/>
                    </a:moveTo>
                    <a:lnTo>
                      <a:pt x="36" y="0"/>
                    </a:lnTo>
                    <a:lnTo>
                      <a:pt x="16609" y="0"/>
                    </a:lnTo>
                    <a:lnTo>
                      <a:pt x="16609" y="2429"/>
                    </a:lnTo>
                    <a:cubicBezTo>
                      <a:pt x="14966" y="4143"/>
                      <a:pt x="13359" y="6465"/>
                      <a:pt x="11752" y="9323"/>
                    </a:cubicBezTo>
                    <a:cubicBezTo>
                      <a:pt x="10144" y="12180"/>
                      <a:pt x="8930" y="15145"/>
                      <a:pt x="8037" y="18181"/>
                    </a:cubicBezTo>
                    <a:cubicBezTo>
                      <a:pt x="7394" y="20324"/>
                      <a:pt x="7001" y="22682"/>
                      <a:pt x="6822" y="25217"/>
                    </a:cubicBezTo>
                    <a:lnTo>
                      <a:pt x="3608" y="25217"/>
                    </a:lnTo>
                    <a:cubicBezTo>
                      <a:pt x="3608" y="23217"/>
                      <a:pt x="4036" y="20788"/>
                      <a:pt x="4786" y="17931"/>
                    </a:cubicBezTo>
                    <a:cubicBezTo>
                      <a:pt x="5536" y="15073"/>
                      <a:pt x="6644" y="12323"/>
                      <a:pt x="8037" y="9680"/>
                    </a:cubicBezTo>
                    <a:cubicBezTo>
                      <a:pt x="9430" y="7037"/>
                      <a:pt x="10966" y="4822"/>
                      <a:pt x="12537" y="3000"/>
                    </a:cubicBezTo>
                    <a:lnTo>
                      <a:pt x="0" y="3000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5" name="Freeform: Shape 12424">
                <a:extLst>
                  <a:ext uri="{FF2B5EF4-FFF2-40B4-BE49-F238E27FC236}">
                    <a16:creationId xmlns:a16="http://schemas.microsoft.com/office/drawing/2014/main" id="{79A88126-6C49-9610-7F16-FBE083DB86BC}"/>
                  </a:ext>
                </a:extLst>
              </p:cNvPr>
              <p:cNvSpPr/>
              <p:nvPr/>
            </p:nvSpPr>
            <p:spPr>
              <a:xfrm>
                <a:off x="3073297" y="2228417"/>
                <a:ext cx="38798" cy="55743"/>
              </a:xfrm>
              <a:custGeom>
                <a:avLst/>
                <a:gdLst>
                  <a:gd name="csX0" fmla="*/ 11108 w 17680"/>
                  <a:gd name="csY0" fmla="*/ 25539 h 25538"/>
                  <a:gd name="csX1" fmla="*/ 11108 w 17680"/>
                  <a:gd name="csY1" fmla="*/ 19431 h 25538"/>
                  <a:gd name="csX2" fmla="*/ 0 w 17680"/>
                  <a:gd name="csY2" fmla="*/ 19431 h 25538"/>
                  <a:gd name="csX3" fmla="*/ 0 w 17680"/>
                  <a:gd name="csY3" fmla="*/ 16573 h 25538"/>
                  <a:gd name="csX4" fmla="*/ 11680 w 17680"/>
                  <a:gd name="csY4" fmla="*/ 0 h 25538"/>
                  <a:gd name="csX5" fmla="*/ 14216 w 17680"/>
                  <a:gd name="csY5" fmla="*/ 0 h 25538"/>
                  <a:gd name="csX6" fmla="*/ 14216 w 17680"/>
                  <a:gd name="csY6" fmla="*/ 16573 h 25538"/>
                  <a:gd name="csX7" fmla="*/ 17681 w 17680"/>
                  <a:gd name="csY7" fmla="*/ 16573 h 25538"/>
                  <a:gd name="csX8" fmla="*/ 17681 w 17680"/>
                  <a:gd name="csY8" fmla="*/ 19431 h 25538"/>
                  <a:gd name="csX9" fmla="*/ 14216 w 17680"/>
                  <a:gd name="csY9" fmla="*/ 19431 h 25538"/>
                  <a:gd name="csX10" fmla="*/ 14216 w 17680"/>
                  <a:gd name="csY10" fmla="*/ 25539 h 25538"/>
                  <a:gd name="csX11" fmla="*/ 11073 w 17680"/>
                  <a:gd name="csY11" fmla="*/ 25539 h 25538"/>
                  <a:gd name="csX12" fmla="*/ 11108 w 17680"/>
                  <a:gd name="csY12" fmla="*/ 16538 h 25538"/>
                  <a:gd name="csX13" fmla="*/ 11108 w 17680"/>
                  <a:gd name="csY13" fmla="*/ 5000 h 25538"/>
                  <a:gd name="csX14" fmla="*/ 3108 w 17680"/>
                  <a:gd name="csY14" fmla="*/ 16538 h 25538"/>
                  <a:gd name="csX15" fmla="*/ 11108 w 17680"/>
                  <a:gd name="csY15" fmla="*/ 16538 h 25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17680" h="25538">
                    <a:moveTo>
                      <a:pt x="11108" y="25539"/>
                    </a:moveTo>
                    <a:lnTo>
                      <a:pt x="11108" y="19431"/>
                    </a:lnTo>
                    <a:lnTo>
                      <a:pt x="0" y="19431"/>
                    </a:lnTo>
                    <a:lnTo>
                      <a:pt x="0" y="16573"/>
                    </a:lnTo>
                    <a:lnTo>
                      <a:pt x="11680" y="0"/>
                    </a:lnTo>
                    <a:lnTo>
                      <a:pt x="14216" y="0"/>
                    </a:lnTo>
                    <a:lnTo>
                      <a:pt x="14216" y="16573"/>
                    </a:lnTo>
                    <a:lnTo>
                      <a:pt x="17681" y="16573"/>
                    </a:lnTo>
                    <a:lnTo>
                      <a:pt x="17681" y="19431"/>
                    </a:lnTo>
                    <a:lnTo>
                      <a:pt x="14216" y="19431"/>
                    </a:lnTo>
                    <a:lnTo>
                      <a:pt x="14216" y="25539"/>
                    </a:lnTo>
                    <a:lnTo>
                      <a:pt x="11073" y="25539"/>
                    </a:lnTo>
                    <a:moveTo>
                      <a:pt x="11108" y="16538"/>
                    </a:moveTo>
                    <a:lnTo>
                      <a:pt x="11108" y="5000"/>
                    </a:lnTo>
                    <a:lnTo>
                      <a:pt x="3108" y="16538"/>
                    </a:lnTo>
                    <a:lnTo>
                      <a:pt x="11108" y="16538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7" name="Freeform: Shape 12426">
                <a:extLst>
                  <a:ext uri="{FF2B5EF4-FFF2-40B4-BE49-F238E27FC236}">
                    <a16:creationId xmlns:a16="http://schemas.microsoft.com/office/drawing/2014/main" id="{240611C2-3222-6E6E-01B7-A51D3E3652BE}"/>
                  </a:ext>
                </a:extLst>
              </p:cNvPr>
              <p:cNvSpPr/>
              <p:nvPr/>
            </p:nvSpPr>
            <p:spPr>
              <a:xfrm>
                <a:off x="3030500" y="2308956"/>
                <a:ext cx="37073" cy="56055"/>
              </a:xfrm>
              <a:custGeom>
                <a:avLst/>
                <a:gdLst>
                  <a:gd name="csX0" fmla="*/ 16895 w 16894"/>
                  <a:gd name="csY0" fmla="*/ 22682 h 25681"/>
                  <a:gd name="csX1" fmla="*/ 16895 w 16894"/>
                  <a:gd name="csY1" fmla="*/ 25682 h 25681"/>
                  <a:gd name="csX2" fmla="*/ 0 w 16894"/>
                  <a:gd name="csY2" fmla="*/ 25682 h 25681"/>
                  <a:gd name="csX3" fmla="*/ 357 w 16894"/>
                  <a:gd name="csY3" fmla="*/ 23503 h 25681"/>
                  <a:gd name="csX4" fmla="*/ 2429 w 16894"/>
                  <a:gd name="csY4" fmla="*/ 20110 h 25681"/>
                  <a:gd name="csX5" fmla="*/ 6536 w 16894"/>
                  <a:gd name="csY5" fmla="*/ 16216 h 25681"/>
                  <a:gd name="csX6" fmla="*/ 12180 w 16894"/>
                  <a:gd name="csY6" fmla="*/ 10787 h 25681"/>
                  <a:gd name="csX7" fmla="*/ 13644 w 16894"/>
                  <a:gd name="csY7" fmla="*/ 7037 h 25681"/>
                  <a:gd name="csX8" fmla="*/ 12287 w 16894"/>
                  <a:gd name="csY8" fmla="*/ 3893 h 25681"/>
                  <a:gd name="csX9" fmla="*/ 8822 w 16894"/>
                  <a:gd name="csY9" fmla="*/ 2608 h 25681"/>
                  <a:gd name="csX10" fmla="*/ 5179 w 16894"/>
                  <a:gd name="csY10" fmla="*/ 3965 h 25681"/>
                  <a:gd name="csX11" fmla="*/ 3786 w 16894"/>
                  <a:gd name="csY11" fmla="*/ 7715 h 25681"/>
                  <a:gd name="csX12" fmla="*/ 571 w 16894"/>
                  <a:gd name="csY12" fmla="*/ 7394 h 25681"/>
                  <a:gd name="csX13" fmla="*/ 3072 w 16894"/>
                  <a:gd name="csY13" fmla="*/ 1893 h 25681"/>
                  <a:gd name="csX14" fmla="*/ 8858 w 16894"/>
                  <a:gd name="csY14" fmla="*/ 0 h 25681"/>
                  <a:gd name="csX15" fmla="*/ 14680 w 16894"/>
                  <a:gd name="csY15" fmla="*/ 2036 h 25681"/>
                  <a:gd name="csX16" fmla="*/ 16823 w 16894"/>
                  <a:gd name="csY16" fmla="*/ 7108 h 25681"/>
                  <a:gd name="csX17" fmla="*/ 16180 w 16894"/>
                  <a:gd name="csY17" fmla="*/ 10108 h 25681"/>
                  <a:gd name="csX18" fmla="*/ 14109 w 16894"/>
                  <a:gd name="csY18" fmla="*/ 13252 h 25681"/>
                  <a:gd name="csX19" fmla="*/ 9251 w 16894"/>
                  <a:gd name="csY19" fmla="*/ 17752 h 25681"/>
                  <a:gd name="csX20" fmla="*/ 5608 w 16894"/>
                  <a:gd name="csY20" fmla="*/ 20967 h 25681"/>
                  <a:gd name="csX21" fmla="*/ 4286 w 16894"/>
                  <a:gd name="csY21" fmla="*/ 22682 h 25681"/>
                  <a:gd name="csX22" fmla="*/ 16823 w 16894"/>
                  <a:gd name="csY22" fmla="*/ 22682 h 25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894" h="25681">
                    <a:moveTo>
                      <a:pt x="16895" y="22682"/>
                    </a:moveTo>
                    <a:lnTo>
                      <a:pt x="16895" y="25682"/>
                    </a:lnTo>
                    <a:lnTo>
                      <a:pt x="0" y="25682"/>
                    </a:lnTo>
                    <a:cubicBezTo>
                      <a:pt x="0" y="24932"/>
                      <a:pt x="107" y="24217"/>
                      <a:pt x="357" y="23503"/>
                    </a:cubicBezTo>
                    <a:cubicBezTo>
                      <a:pt x="786" y="22360"/>
                      <a:pt x="1464" y="21217"/>
                      <a:pt x="2429" y="20110"/>
                    </a:cubicBezTo>
                    <a:cubicBezTo>
                      <a:pt x="3393" y="19002"/>
                      <a:pt x="4750" y="17717"/>
                      <a:pt x="6536" y="16216"/>
                    </a:cubicBezTo>
                    <a:cubicBezTo>
                      <a:pt x="9323" y="13930"/>
                      <a:pt x="11180" y="12144"/>
                      <a:pt x="12180" y="10787"/>
                    </a:cubicBezTo>
                    <a:cubicBezTo>
                      <a:pt x="13144" y="9466"/>
                      <a:pt x="13644" y="8215"/>
                      <a:pt x="13644" y="7037"/>
                    </a:cubicBezTo>
                    <a:cubicBezTo>
                      <a:pt x="13644" y="5858"/>
                      <a:pt x="13180" y="4751"/>
                      <a:pt x="12287" y="3893"/>
                    </a:cubicBezTo>
                    <a:cubicBezTo>
                      <a:pt x="11394" y="3036"/>
                      <a:pt x="10251" y="2608"/>
                      <a:pt x="8822" y="2608"/>
                    </a:cubicBezTo>
                    <a:cubicBezTo>
                      <a:pt x="7322" y="2608"/>
                      <a:pt x="6108" y="3072"/>
                      <a:pt x="5179" y="3965"/>
                    </a:cubicBezTo>
                    <a:cubicBezTo>
                      <a:pt x="4286" y="4858"/>
                      <a:pt x="3822" y="6144"/>
                      <a:pt x="3786" y="7715"/>
                    </a:cubicBezTo>
                    <a:lnTo>
                      <a:pt x="571" y="7394"/>
                    </a:lnTo>
                    <a:cubicBezTo>
                      <a:pt x="786" y="5001"/>
                      <a:pt x="1607" y="3143"/>
                      <a:pt x="3072" y="1893"/>
                    </a:cubicBezTo>
                    <a:cubicBezTo>
                      <a:pt x="4500" y="607"/>
                      <a:pt x="6465" y="0"/>
                      <a:pt x="8858" y="0"/>
                    </a:cubicBezTo>
                    <a:cubicBezTo>
                      <a:pt x="11251" y="0"/>
                      <a:pt x="13252" y="679"/>
                      <a:pt x="14680" y="2036"/>
                    </a:cubicBezTo>
                    <a:cubicBezTo>
                      <a:pt x="16109" y="3393"/>
                      <a:pt x="16823" y="5108"/>
                      <a:pt x="16823" y="7108"/>
                    </a:cubicBezTo>
                    <a:cubicBezTo>
                      <a:pt x="16823" y="8144"/>
                      <a:pt x="16609" y="9144"/>
                      <a:pt x="16180" y="10108"/>
                    </a:cubicBezTo>
                    <a:cubicBezTo>
                      <a:pt x="15752" y="11109"/>
                      <a:pt x="15073" y="12144"/>
                      <a:pt x="14109" y="13252"/>
                    </a:cubicBezTo>
                    <a:cubicBezTo>
                      <a:pt x="13144" y="14323"/>
                      <a:pt x="11537" y="15859"/>
                      <a:pt x="9251" y="17752"/>
                    </a:cubicBezTo>
                    <a:cubicBezTo>
                      <a:pt x="7358" y="19360"/>
                      <a:pt x="6144" y="20395"/>
                      <a:pt x="5608" y="20967"/>
                    </a:cubicBezTo>
                    <a:cubicBezTo>
                      <a:pt x="5072" y="21539"/>
                      <a:pt x="4643" y="22110"/>
                      <a:pt x="4286" y="22682"/>
                    </a:cubicBezTo>
                    <a:lnTo>
                      <a:pt x="16823" y="22682"/>
                    </a:ln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8" name="Freeform: Shape 12427">
                <a:extLst>
                  <a:ext uri="{FF2B5EF4-FFF2-40B4-BE49-F238E27FC236}">
                    <a16:creationId xmlns:a16="http://schemas.microsoft.com/office/drawing/2014/main" id="{1834AF60-51CC-28C6-6FCD-515005B3D0F9}"/>
                  </a:ext>
                </a:extLst>
              </p:cNvPr>
              <p:cNvSpPr/>
              <p:nvPr/>
            </p:nvSpPr>
            <p:spPr>
              <a:xfrm>
                <a:off x="3074708" y="2309890"/>
                <a:ext cx="37231" cy="55979"/>
              </a:xfrm>
              <a:custGeom>
                <a:avLst/>
                <a:gdLst>
                  <a:gd name="csX0" fmla="*/ 107 w 16966"/>
                  <a:gd name="csY0" fmla="*/ 18574 h 25646"/>
                  <a:gd name="csX1" fmla="*/ 3393 w 16966"/>
                  <a:gd name="csY1" fmla="*/ 18288 h 25646"/>
                  <a:gd name="csX2" fmla="*/ 5108 w 16966"/>
                  <a:gd name="csY2" fmla="*/ 21896 h 25646"/>
                  <a:gd name="csX3" fmla="*/ 8323 w 16966"/>
                  <a:gd name="csY3" fmla="*/ 23110 h 25646"/>
                  <a:gd name="csX4" fmla="*/ 12144 w 16966"/>
                  <a:gd name="csY4" fmla="*/ 21396 h 25646"/>
                  <a:gd name="csX5" fmla="*/ 13716 w 16966"/>
                  <a:gd name="csY5" fmla="*/ 16859 h 25646"/>
                  <a:gd name="csX6" fmla="*/ 12216 w 16966"/>
                  <a:gd name="csY6" fmla="*/ 12609 h 25646"/>
                  <a:gd name="csX7" fmla="*/ 8251 w 16966"/>
                  <a:gd name="csY7" fmla="*/ 11073 h 25646"/>
                  <a:gd name="csX8" fmla="*/ 5501 w 16966"/>
                  <a:gd name="csY8" fmla="*/ 11752 h 25646"/>
                  <a:gd name="csX9" fmla="*/ 3572 w 16966"/>
                  <a:gd name="csY9" fmla="*/ 13538 h 25646"/>
                  <a:gd name="csX10" fmla="*/ 607 w 16966"/>
                  <a:gd name="csY10" fmla="*/ 13144 h 25646"/>
                  <a:gd name="csX11" fmla="*/ 3108 w 16966"/>
                  <a:gd name="csY11" fmla="*/ 0 h 25646"/>
                  <a:gd name="csX12" fmla="*/ 15823 w 16966"/>
                  <a:gd name="csY12" fmla="*/ 0 h 25646"/>
                  <a:gd name="csX13" fmla="*/ 15823 w 16966"/>
                  <a:gd name="csY13" fmla="*/ 3000 h 25646"/>
                  <a:gd name="csX14" fmla="*/ 5608 w 16966"/>
                  <a:gd name="csY14" fmla="*/ 3000 h 25646"/>
                  <a:gd name="csX15" fmla="*/ 4215 w 16966"/>
                  <a:gd name="csY15" fmla="*/ 9858 h 25646"/>
                  <a:gd name="csX16" fmla="*/ 9037 w 16966"/>
                  <a:gd name="csY16" fmla="*/ 8251 h 25646"/>
                  <a:gd name="csX17" fmla="*/ 14681 w 16966"/>
                  <a:gd name="csY17" fmla="*/ 10573 h 25646"/>
                  <a:gd name="csX18" fmla="*/ 16966 w 16966"/>
                  <a:gd name="csY18" fmla="*/ 16538 h 25646"/>
                  <a:gd name="csX19" fmla="*/ 14930 w 16966"/>
                  <a:gd name="csY19" fmla="*/ 22539 h 25646"/>
                  <a:gd name="csX20" fmla="*/ 8215 w 16966"/>
                  <a:gd name="csY20" fmla="*/ 25646 h 25646"/>
                  <a:gd name="csX21" fmla="*/ 2536 w 16966"/>
                  <a:gd name="csY21" fmla="*/ 23682 h 25646"/>
                  <a:gd name="csX22" fmla="*/ 0 w 16966"/>
                  <a:gd name="csY22" fmla="*/ 18502 h 25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6966" h="25646">
                    <a:moveTo>
                      <a:pt x="107" y="18574"/>
                    </a:moveTo>
                    <a:lnTo>
                      <a:pt x="3393" y="18288"/>
                    </a:lnTo>
                    <a:cubicBezTo>
                      <a:pt x="3643" y="19895"/>
                      <a:pt x="4215" y="21110"/>
                      <a:pt x="5108" y="21896"/>
                    </a:cubicBezTo>
                    <a:cubicBezTo>
                      <a:pt x="6001" y="22717"/>
                      <a:pt x="7072" y="23110"/>
                      <a:pt x="8323" y="23110"/>
                    </a:cubicBezTo>
                    <a:cubicBezTo>
                      <a:pt x="9823" y="23110"/>
                      <a:pt x="11109" y="22539"/>
                      <a:pt x="12144" y="21396"/>
                    </a:cubicBezTo>
                    <a:cubicBezTo>
                      <a:pt x="13180" y="20253"/>
                      <a:pt x="13716" y="18752"/>
                      <a:pt x="13716" y="16859"/>
                    </a:cubicBezTo>
                    <a:cubicBezTo>
                      <a:pt x="13716" y="14966"/>
                      <a:pt x="13216" y="13645"/>
                      <a:pt x="12216" y="12609"/>
                    </a:cubicBezTo>
                    <a:cubicBezTo>
                      <a:pt x="11216" y="11573"/>
                      <a:pt x="9894" y="11073"/>
                      <a:pt x="8251" y="11073"/>
                    </a:cubicBezTo>
                    <a:cubicBezTo>
                      <a:pt x="7251" y="11073"/>
                      <a:pt x="6322" y="11287"/>
                      <a:pt x="5501" y="11752"/>
                    </a:cubicBezTo>
                    <a:cubicBezTo>
                      <a:pt x="4679" y="12216"/>
                      <a:pt x="4036" y="12823"/>
                      <a:pt x="3572" y="13538"/>
                    </a:cubicBezTo>
                    <a:lnTo>
                      <a:pt x="607" y="13144"/>
                    </a:lnTo>
                    <a:lnTo>
                      <a:pt x="3108" y="0"/>
                    </a:lnTo>
                    <a:lnTo>
                      <a:pt x="15823" y="0"/>
                    </a:lnTo>
                    <a:lnTo>
                      <a:pt x="15823" y="3000"/>
                    </a:lnTo>
                    <a:lnTo>
                      <a:pt x="5608" y="3000"/>
                    </a:lnTo>
                    <a:lnTo>
                      <a:pt x="4215" y="9858"/>
                    </a:lnTo>
                    <a:cubicBezTo>
                      <a:pt x="5751" y="8787"/>
                      <a:pt x="7358" y="8251"/>
                      <a:pt x="9037" y="8251"/>
                    </a:cubicBezTo>
                    <a:cubicBezTo>
                      <a:pt x="11251" y="8251"/>
                      <a:pt x="13144" y="9001"/>
                      <a:pt x="14681" y="10573"/>
                    </a:cubicBezTo>
                    <a:cubicBezTo>
                      <a:pt x="16216" y="12109"/>
                      <a:pt x="16966" y="14109"/>
                      <a:pt x="16966" y="16538"/>
                    </a:cubicBezTo>
                    <a:cubicBezTo>
                      <a:pt x="16966" y="18967"/>
                      <a:pt x="16288" y="20860"/>
                      <a:pt x="14930" y="22539"/>
                    </a:cubicBezTo>
                    <a:cubicBezTo>
                      <a:pt x="13287" y="24610"/>
                      <a:pt x="11037" y="25646"/>
                      <a:pt x="8215" y="25646"/>
                    </a:cubicBezTo>
                    <a:cubicBezTo>
                      <a:pt x="5894" y="25646"/>
                      <a:pt x="4000" y="25003"/>
                      <a:pt x="2536" y="23682"/>
                    </a:cubicBezTo>
                    <a:cubicBezTo>
                      <a:pt x="1072" y="22396"/>
                      <a:pt x="214" y="20646"/>
                      <a:pt x="0" y="185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12429" name="Freeform: Shape 12428">
                <a:extLst>
                  <a:ext uri="{FF2B5EF4-FFF2-40B4-BE49-F238E27FC236}">
                    <a16:creationId xmlns:a16="http://schemas.microsoft.com/office/drawing/2014/main" id="{8E05ACE7-99E2-2696-55CC-5242F5F6929D}"/>
                  </a:ext>
                </a:extLst>
              </p:cNvPr>
              <p:cNvSpPr/>
              <p:nvPr/>
            </p:nvSpPr>
            <p:spPr>
              <a:xfrm>
                <a:off x="3075177" y="2389884"/>
                <a:ext cx="36997" cy="57070"/>
              </a:xfrm>
              <a:custGeom>
                <a:avLst/>
                <a:gdLst>
                  <a:gd name="csX0" fmla="*/ 4858 w 16859"/>
                  <a:gd name="csY0" fmla="*/ 11787 h 26146"/>
                  <a:gd name="csX1" fmla="*/ 1965 w 16859"/>
                  <a:gd name="csY1" fmla="*/ 9751 h 26146"/>
                  <a:gd name="csX2" fmla="*/ 1036 w 16859"/>
                  <a:gd name="csY2" fmla="*/ 6572 h 26146"/>
                  <a:gd name="csX3" fmla="*/ 3036 w 16859"/>
                  <a:gd name="csY3" fmla="*/ 1893 h 26146"/>
                  <a:gd name="csX4" fmla="*/ 8394 w 16859"/>
                  <a:gd name="csY4" fmla="*/ 0 h 26146"/>
                  <a:gd name="csX5" fmla="*/ 13788 w 16859"/>
                  <a:gd name="csY5" fmla="*/ 1929 h 26146"/>
                  <a:gd name="csX6" fmla="*/ 15823 w 16859"/>
                  <a:gd name="csY6" fmla="*/ 6679 h 26146"/>
                  <a:gd name="csX7" fmla="*/ 14895 w 16859"/>
                  <a:gd name="csY7" fmla="*/ 9787 h 26146"/>
                  <a:gd name="csX8" fmla="*/ 12073 w 16859"/>
                  <a:gd name="csY8" fmla="*/ 11823 h 26146"/>
                  <a:gd name="csX9" fmla="*/ 15645 w 16859"/>
                  <a:gd name="csY9" fmla="*/ 14323 h 26146"/>
                  <a:gd name="csX10" fmla="*/ 16859 w 16859"/>
                  <a:gd name="csY10" fmla="*/ 18395 h 26146"/>
                  <a:gd name="csX11" fmla="*/ 14538 w 16859"/>
                  <a:gd name="csY11" fmla="*/ 23896 h 26146"/>
                  <a:gd name="csX12" fmla="*/ 8430 w 16859"/>
                  <a:gd name="csY12" fmla="*/ 26146 h 26146"/>
                  <a:gd name="csX13" fmla="*/ 2322 w 16859"/>
                  <a:gd name="csY13" fmla="*/ 23896 h 26146"/>
                  <a:gd name="csX14" fmla="*/ 0 w 16859"/>
                  <a:gd name="csY14" fmla="*/ 18288 h 26146"/>
                  <a:gd name="csX15" fmla="*/ 1250 w 16859"/>
                  <a:gd name="csY15" fmla="*/ 14109 h 26146"/>
                  <a:gd name="csX16" fmla="*/ 4858 w 16859"/>
                  <a:gd name="csY16" fmla="*/ 11823 h 26146"/>
                  <a:gd name="csX17" fmla="*/ 4251 w 16859"/>
                  <a:gd name="csY17" fmla="*/ 6465 h 26146"/>
                  <a:gd name="csX18" fmla="*/ 5394 w 16859"/>
                  <a:gd name="csY18" fmla="*/ 9430 h 26146"/>
                  <a:gd name="csX19" fmla="*/ 8430 w 16859"/>
                  <a:gd name="csY19" fmla="*/ 10573 h 26146"/>
                  <a:gd name="csX20" fmla="*/ 11394 w 16859"/>
                  <a:gd name="csY20" fmla="*/ 9430 h 26146"/>
                  <a:gd name="csX21" fmla="*/ 12537 w 16859"/>
                  <a:gd name="csY21" fmla="*/ 6644 h 26146"/>
                  <a:gd name="csX22" fmla="*/ 11323 w 16859"/>
                  <a:gd name="csY22" fmla="*/ 3715 h 26146"/>
                  <a:gd name="csX23" fmla="*/ 8358 w 16859"/>
                  <a:gd name="csY23" fmla="*/ 2536 h 26146"/>
                  <a:gd name="csX24" fmla="*/ 5358 w 16859"/>
                  <a:gd name="csY24" fmla="*/ 3679 h 26146"/>
                  <a:gd name="csX25" fmla="*/ 4179 w 16859"/>
                  <a:gd name="csY25" fmla="*/ 6429 h 26146"/>
                  <a:gd name="csX26" fmla="*/ 3215 w 16859"/>
                  <a:gd name="csY26" fmla="*/ 18288 h 26146"/>
                  <a:gd name="csX27" fmla="*/ 3858 w 16859"/>
                  <a:gd name="csY27" fmla="*/ 20896 h 26146"/>
                  <a:gd name="csX28" fmla="*/ 5751 w 16859"/>
                  <a:gd name="csY28" fmla="*/ 22824 h 26146"/>
                  <a:gd name="csX29" fmla="*/ 8465 w 16859"/>
                  <a:gd name="csY29" fmla="*/ 23503 h 26146"/>
                  <a:gd name="csX30" fmla="*/ 12180 w 16859"/>
                  <a:gd name="csY30" fmla="*/ 22038 h 26146"/>
                  <a:gd name="csX31" fmla="*/ 13645 w 16859"/>
                  <a:gd name="csY31" fmla="*/ 18359 h 26146"/>
                  <a:gd name="csX32" fmla="*/ 12144 w 16859"/>
                  <a:gd name="csY32" fmla="*/ 14609 h 26146"/>
                  <a:gd name="csX33" fmla="*/ 8358 w 16859"/>
                  <a:gd name="csY33" fmla="*/ 13144 h 26146"/>
                  <a:gd name="csX34" fmla="*/ 4679 w 16859"/>
                  <a:gd name="csY34" fmla="*/ 14609 h 26146"/>
                  <a:gd name="csX35" fmla="*/ 3215 w 16859"/>
                  <a:gd name="csY35" fmla="*/ 18252 h 26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16859" h="26146">
                    <a:moveTo>
                      <a:pt x="4858" y="11787"/>
                    </a:moveTo>
                    <a:cubicBezTo>
                      <a:pt x="3572" y="11323"/>
                      <a:pt x="2608" y="10644"/>
                      <a:pt x="1965" y="9751"/>
                    </a:cubicBezTo>
                    <a:cubicBezTo>
                      <a:pt x="1322" y="8858"/>
                      <a:pt x="1036" y="7822"/>
                      <a:pt x="1036" y="6572"/>
                    </a:cubicBezTo>
                    <a:cubicBezTo>
                      <a:pt x="1036" y="4715"/>
                      <a:pt x="1679" y="3143"/>
                      <a:pt x="3036" y="1893"/>
                    </a:cubicBezTo>
                    <a:cubicBezTo>
                      <a:pt x="4394" y="643"/>
                      <a:pt x="6179" y="0"/>
                      <a:pt x="8394" y="0"/>
                    </a:cubicBezTo>
                    <a:cubicBezTo>
                      <a:pt x="10609" y="0"/>
                      <a:pt x="12395" y="643"/>
                      <a:pt x="13788" y="1929"/>
                    </a:cubicBezTo>
                    <a:cubicBezTo>
                      <a:pt x="15145" y="3215"/>
                      <a:pt x="15823" y="4786"/>
                      <a:pt x="15823" y="6679"/>
                    </a:cubicBezTo>
                    <a:cubicBezTo>
                      <a:pt x="15823" y="7858"/>
                      <a:pt x="15502" y="8894"/>
                      <a:pt x="14895" y="9787"/>
                    </a:cubicBezTo>
                    <a:cubicBezTo>
                      <a:pt x="14288" y="10680"/>
                      <a:pt x="13323" y="11323"/>
                      <a:pt x="12073" y="11823"/>
                    </a:cubicBezTo>
                    <a:cubicBezTo>
                      <a:pt x="13645" y="12323"/>
                      <a:pt x="14823" y="13180"/>
                      <a:pt x="15645" y="14323"/>
                    </a:cubicBezTo>
                    <a:cubicBezTo>
                      <a:pt x="16467" y="15466"/>
                      <a:pt x="16859" y="16824"/>
                      <a:pt x="16859" y="18395"/>
                    </a:cubicBezTo>
                    <a:cubicBezTo>
                      <a:pt x="16859" y="20574"/>
                      <a:pt x="16109" y="22431"/>
                      <a:pt x="14538" y="23896"/>
                    </a:cubicBezTo>
                    <a:cubicBezTo>
                      <a:pt x="13002" y="25396"/>
                      <a:pt x="10966" y="26146"/>
                      <a:pt x="8430" y="26146"/>
                    </a:cubicBezTo>
                    <a:cubicBezTo>
                      <a:pt x="5894" y="26146"/>
                      <a:pt x="3858" y="25396"/>
                      <a:pt x="2322" y="23896"/>
                    </a:cubicBezTo>
                    <a:cubicBezTo>
                      <a:pt x="786" y="22396"/>
                      <a:pt x="0" y="20538"/>
                      <a:pt x="0" y="18288"/>
                    </a:cubicBezTo>
                    <a:cubicBezTo>
                      <a:pt x="0" y="16645"/>
                      <a:pt x="429" y="15216"/>
                      <a:pt x="1250" y="14109"/>
                    </a:cubicBezTo>
                    <a:cubicBezTo>
                      <a:pt x="2108" y="12966"/>
                      <a:pt x="3286" y="12216"/>
                      <a:pt x="4858" y="11823"/>
                    </a:cubicBezTo>
                    <a:moveTo>
                      <a:pt x="4251" y="6465"/>
                    </a:moveTo>
                    <a:cubicBezTo>
                      <a:pt x="4251" y="7680"/>
                      <a:pt x="4644" y="8680"/>
                      <a:pt x="5394" y="9430"/>
                    </a:cubicBezTo>
                    <a:cubicBezTo>
                      <a:pt x="6179" y="10180"/>
                      <a:pt x="7180" y="10573"/>
                      <a:pt x="8430" y="10573"/>
                    </a:cubicBezTo>
                    <a:cubicBezTo>
                      <a:pt x="9680" y="10573"/>
                      <a:pt x="10609" y="10180"/>
                      <a:pt x="11394" y="9430"/>
                    </a:cubicBezTo>
                    <a:cubicBezTo>
                      <a:pt x="12144" y="8680"/>
                      <a:pt x="12537" y="7751"/>
                      <a:pt x="12537" y="6644"/>
                    </a:cubicBezTo>
                    <a:cubicBezTo>
                      <a:pt x="12537" y="5501"/>
                      <a:pt x="12144" y="4536"/>
                      <a:pt x="11323" y="3715"/>
                    </a:cubicBezTo>
                    <a:cubicBezTo>
                      <a:pt x="10537" y="2929"/>
                      <a:pt x="9537" y="2536"/>
                      <a:pt x="8358" y="2536"/>
                    </a:cubicBezTo>
                    <a:cubicBezTo>
                      <a:pt x="7180" y="2536"/>
                      <a:pt x="6179" y="2929"/>
                      <a:pt x="5358" y="3679"/>
                    </a:cubicBezTo>
                    <a:cubicBezTo>
                      <a:pt x="4572" y="4429"/>
                      <a:pt x="4179" y="5358"/>
                      <a:pt x="4179" y="6429"/>
                    </a:cubicBezTo>
                    <a:moveTo>
                      <a:pt x="3215" y="18288"/>
                    </a:moveTo>
                    <a:cubicBezTo>
                      <a:pt x="3215" y="19181"/>
                      <a:pt x="3429" y="20074"/>
                      <a:pt x="3858" y="20896"/>
                    </a:cubicBezTo>
                    <a:cubicBezTo>
                      <a:pt x="4286" y="21717"/>
                      <a:pt x="4893" y="22360"/>
                      <a:pt x="5751" y="22824"/>
                    </a:cubicBezTo>
                    <a:cubicBezTo>
                      <a:pt x="6572" y="23289"/>
                      <a:pt x="7501" y="23503"/>
                      <a:pt x="8465" y="23503"/>
                    </a:cubicBezTo>
                    <a:cubicBezTo>
                      <a:pt x="9966" y="23503"/>
                      <a:pt x="11216" y="23039"/>
                      <a:pt x="12180" y="22038"/>
                    </a:cubicBezTo>
                    <a:cubicBezTo>
                      <a:pt x="13144" y="21074"/>
                      <a:pt x="13645" y="19860"/>
                      <a:pt x="13645" y="18359"/>
                    </a:cubicBezTo>
                    <a:cubicBezTo>
                      <a:pt x="13645" y="16859"/>
                      <a:pt x="13144" y="15609"/>
                      <a:pt x="12144" y="14609"/>
                    </a:cubicBezTo>
                    <a:cubicBezTo>
                      <a:pt x="11144" y="13609"/>
                      <a:pt x="9894" y="13144"/>
                      <a:pt x="8358" y="13144"/>
                    </a:cubicBezTo>
                    <a:cubicBezTo>
                      <a:pt x="6822" y="13144"/>
                      <a:pt x="5679" y="13645"/>
                      <a:pt x="4679" y="14609"/>
                    </a:cubicBezTo>
                    <a:cubicBezTo>
                      <a:pt x="3715" y="15573"/>
                      <a:pt x="3215" y="16788"/>
                      <a:pt x="3215" y="182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7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701"/>
              </a:p>
            </p:txBody>
          </p:sp>
          <p:grpSp>
            <p:nvGrpSpPr>
              <p:cNvPr id="12492" name="Group 12491">
                <a:extLst>
                  <a:ext uri="{FF2B5EF4-FFF2-40B4-BE49-F238E27FC236}">
                    <a16:creationId xmlns:a16="http://schemas.microsoft.com/office/drawing/2014/main" id="{6E287ACE-B835-DC91-47B2-D8C4B3F440B3}"/>
                  </a:ext>
                </a:extLst>
              </p:cNvPr>
              <p:cNvGrpSpPr/>
              <p:nvPr/>
            </p:nvGrpSpPr>
            <p:grpSpPr>
              <a:xfrm>
                <a:off x="3392992" y="76572"/>
                <a:ext cx="2790304" cy="220812"/>
                <a:chOff x="3094542" y="76572"/>
                <a:chExt cx="2790304" cy="220812"/>
              </a:xfrm>
            </p:grpSpPr>
            <p:sp>
              <p:nvSpPr>
                <p:cNvPr id="12430" name="Freeform: Shape 12429">
                  <a:extLst>
                    <a:ext uri="{FF2B5EF4-FFF2-40B4-BE49-F238E27FC236}">
                      <a16:creationId xmlns:a16="http://schemas.microsoft.com/office/drawing/2014/main" id="{B555D7FC-0A2E-C519-A240-CC8ACA35FE79}"/>
                    </a:ext>
                  </a:extLst>
                </p:cNvPr>
                <p:cNvSpPr/>
                <p:nvPr/>
              </p:nvSpPr>
              <p:spPr>
                <a:xfrm>
                  <a:off x="5860314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BEBEBE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1" name="Freeform: Shape 12430">
                  <a:extLst>
                    <a:ext uri="{FF2B5EF4-FFF2-40B4-BE49-F238E27FC236}">
                      <a16:creationId xmlns:a16="http://schemas.microsoft.com/office/drawing/2014/main" id="{3295FD83-09FF-43F6-59B0-70A723238719}"/>
                    </a:ext>
                  </a:extLst>
                </p:cNvPr>
                <p:cNvSpPr/>
                <p:nvPr/>
              </p:nvSpPr>
              <p:spPr>
                <a:xfrm>
                  <a:off x="583679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C1C1C1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2" name="Freeform: Shape 12431">
                  <a:extLst>
                    <a:ext uri="{FF2B5EF4-FFF2-40B4-BE49-F238E27FC236}">
                      <a16:creationId xmlns:a16="http://schemas.microsoft.com/office/drawing/2014/main" id="{AE59AAD0-F5CB-4D05-9055-7C77D9146581}"/>
                    </a:ext>
                  </a:extLst>
                </p:cNvPr>
                <p:cNvSpPr/>
                <p:nvPr/>
              </p:nvSpPr>
              <p:spPr>
                <a:xfrm>
                  <a:off x="5813284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C5C5C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3" name="Freeform: Shape 12432">
                  <a:extLst>
                    <a:ext uri="{FF2B5EF4-FFF2-40B4-BE49-F238E27FC236}">
                      <a16:creationId xmlns:a16="http://schemas.microsoft.com/office/drawing/2014/main" id="{3D907054-ECB5-D1E5-E6D9-5F2D4A2075D0}"/>
                    </a:ext>
                  </a:extLst>
                </p:cNvPr>
                <p:cNvSpPr/>
                <p:nvPr/>
              </p:nvSpPr>
              <p:spPr>
                <a:xfrm>
                  <a:off x="578976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C9C9C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4" name="Freeform: Shape 12433">
                  <a:extLst>
                    <a:ext uri="{FF2B5EF4-FFF2-40B4-BE49-F238E27FC236}">
                      <a16:creationId xmlns:a16="http://schemas.microsoft.com/office/drawing/2014/main" id="{67EDF4B6-6352-53D2-B3BE-29BA9A5A03CF}"/>
                    </a:ext>
                  </a:extLst>
                </p:cNvPr>
                <p:cNvSpPr/>
                <p:nvPr/>
              </p:nvSpPr>
              <p:spPr>
                <a:xfrm>
                  <a:off x="576625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CDCDCD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5" name="Freeform: Shape 12434">
                  <a:extLst>
                    <a:ext uri="{FF2B5EF4-FFF2-40B4-BE49-F238E27FC236}">
                      <a16:creationId xmlns:a16="http://schemas.microsoft.com/office/drawing/2014/main" id="{E523873E-F4B8-6AD5-A412-5C4D72A80122}"/>
                    </a:ext>
                  </a:extLst>
                </p:cNvPr>
                <p:cNvSpPr/>
                <p:nvPr/>
              </p:nvSpPr>
              <p:spPr>
                <a:xfrm>
                  <a:off x="574273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D1D1D1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6" name="Freeform: Shape 12435">
                  <a:extLst>
                    <a:ext uri="{FF2B5EF4-FFF2-40B4-BE49-F238E27FC236}">
                      <a16:creationId xmlns:a16="http://schemas.microsoft.com/office/drawing/2014/main" id="{AB1DA8D7-226E-27EA-1BE7-AA3982D664F9}"/>
                    </a:ext>
                  </a:extLst>
                </p:cNvPr>
                <p:cNvSpPr/>
                <p:nvPr/>
              </p:nvSpPr>
              <p:spPr>
                <a:xfrm>
                  <a:off x="5719223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D5D5D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7" name="Freeform: Shape 12436">
                  <a:extLst>
                    <a:ext uri="{FF2B5EF4-FFF2-40B4-BE49-F238E27FC236}">
                      <a16:creationId xmlns:a16="http://schemas.microsoft.com/office/drawing/2014/main" id="{B07174AD-BECB-197E-9A7D-BDABB0FEF07E}"/>
                    </a:ext>
                  </a:extLst>
                </p:cNvPr>
                <p:cNvSpPr/>
                <p:nvPr/>
              </p:nvSpPr>
              <p:spPr>
                <a:xfrm>
                  <a:off x="5695707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8" name="Freeform: Shape 12437">
                  <a:extLst>
                    <a:ext uri="{FF2B5EF4-FFF2-40B4-BE49-F238E27FC236}">
                      <a16:creationId xmlns:a16="http://schemas.microsoft.com/office/drawing/2014/main" id="{D8BB5D48-FB9D-96D4-7DF7-5CB5F8FFB641}"/>
                    </a:ext>
                  </a:extLst>
                </p:cNvPr>
                <p:cNvSpPr/>
                <p:nvPr/>
              </p:nvSpPr>
              <p:spPr>
                <a:xfrm>
                  <a:off x="5672193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DDDDDD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39" name="Freeform: Shape 12438">
                  <a:extLst>
                    <a:ext uri="{FF2B5EF4-FFF2-40B4-BE49-F238E27FC236}">
                      <a16:creationId xmlns:a16="http://schemas.microsoft.com/office/drawing/2014/main" id="{B8321567-03BD-BB18-0181-BB5F8C8F395F}"/>
                    </a:ext>
                  </a:extLst>
                </p:cNvPr>
                <p:cNvSpPr/>
                <p:nvPr/>
              </p:nvSpPr>
              <p:spPr>
                <a:xfrm>
                  <a:off x="5648756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E1E1E1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0" name="Freeform: Shape 12439">
                  <a:extLst>
                    <a:ext uri="{FF2B5EF4-FFF2-40B4-BE49-F238E27FC236}">
                      <a16:creationId xmlns:a16="http://schemas.microsoft.com/office/drawing/2014/main" id="{A608D141-57E2-0B87-7F8F-D6C212EFA70A}"/>
                    </a:ext>
                  </a:extLst>
                </p:cNvPr>
                <p:cNvSpPr/>
                <p:nvPr/>
              </p:nvSpPr>
              <p:spPr>
                <a:xfrm>
                  <a:off x="5625240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E5E5E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1" name="Freeform: Shape 12440">
                  <a:extLst>
                    <a:ext uri="{FF2B5EF4-FFF2-40B4-BE49-F238E27FC236}">
                      <a16:creationId xmlns:a16="http://schemas.microsoft.com/office/drawing/2014/main" id="{0DBB5467-7106-58F1-7ED4-483CA39EBFE7}"/>
                    </a:ext>
                  </a:extLst>
                </p:cNvPr>
                <p:cNvSpPr/>
                <p:nvPr/>
              </p:nvSpPr>
              <p:spPr>
                <a:xfrm>
                  <a:off x="5601726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E9E9E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2" name="Freeform: Shape 12441">
                  <a:extLst>
                    <a:ext uri="{FF2B5EF4-FFF2-40B4-BE49-F238E27FC236}">
                      <a16:creationId xmlns:a16="http://schemas.microsoft.com/office/drawing/2014/main" id="{58F244FF-82B6-4C32-FC4E-35CD151767DE}"/>
                    </a:ext>
                  </a:extLst>
                </p:cNvPr>
                <p:cNvSpPr/>
                <p:nvPr/>
              </p:nvSpPr>
              <p:spPr>
                <a:xfrm>
                  <a:off x="5578210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EDEDED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3" name="Freeform: Shape 12442">
                  <a:extLst>
                    <a:ext uri="{FF2B5EF4-FFF2-40B4-BE49-F238E27FC236}">
                      <a16:creationId xmlns:a16="http://schemas.microsoft.com/office/drawing/2014/main" id="{7E339E05-842A-8091-3BBD-EE6580C35721}"/>
                    </a:ext>
                  </a:extLst>
                </p:cNvPr>
                <p:cNvSpPr/>
                <p:nvPr/>
              </p:nvSpPr>
              <p:spPr>
                <a:xfrm>
                  <a:off x="5554694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1F1F1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4" name="Freeform: Shape 12443">
                  <a:extLst>
                    <a:ext uri="{FF2B5EF4-FFF2-40B4-BE49-F238E27FC236}">
                      <a16:creationId xmlns:a16="http://schemas.microsoft.com/office/drawing/2014/main" id="{4AD59F22-D066-54E6-5ED7-878A0028DDFC}"/>
                    </a:ext>
                  </a:extLst>
                </p:cNvPr>
                <p:cNvSpPr/>
                <p:nvPr/>
              </p:nvSpPr>
              <p:spPr>
                <a:xfrm>
                  <a:off x="5531180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5F5F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5" name="Freeform: Shape 12444">
                  <a:extLst>
                    <a:ext uri="{FF2B5EF4-FFF2-40B4-BE49-F238E27FC236}">
                      <a16:creationId xmlns:a16="http://schemas.microsoft.com/office/drawing/2014/main" id="{23FC283B-F71B-5A2A-17CC-89BF96171D2C}"/>
                    </a:ext>
                  </a:extLst>
                </p:cNvPr>
                <p:cNvSpPr/>
                <p:nvPr/>
              </p:nvSpPr>
              <p:spPr>
                <a:xfrm>
                  <a:off x="5507664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9F9F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6" name="Freeform: Shape 12445">
                  <a:extLst>
                    <a:ext uri="{FF2B5EF4-FFF2-40B4-BE49-F238E27FC236}">
                      <a16:creationId xmlns:a16="http://schemas.microsoft.com/office/drawing/2014/main" id="{F5144AA7-368B-DBE2-9292-5343F55F2278}"/>
                    </a:ext>
                  </a:extLst>
                </p:cNvPr>
                <p:cNvSpPr/>
                <p:nvPr/>
              </p:nvSpPr>
              <p:spPr>
                <a:xfrm>
                  <a:off x="5484151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DFDFD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7" name="Freeform: Shape 12446">
                  <a:extLst>
                    <a:ext uri="{FF2B5EF4-FFF2-40B4-BE49-F238E27FC236}">
                      <a16:creationId xmlns:a16="http://schemas.microsoft.com/office/drawing/2014/main" id="{EDDA5FDF-348C-0533-6004-7FA896FFA6A9}"/>
                    </a:ext>
                  </a:extLst>
                </p:cNvPr>
                <p:cNvSpPr/>
                <p:nvPr/>
              </p:nvSpPr>
              <p:spPr>
                <a:xfrm>
                  <a:off x="5460635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FBF4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8" name="Freeform: Shape 12447">
                  <a:extLst>
                    <a:ext uri="{FF2B5EF4-FFF2-40B4-BE49-F238E27FC236}">
                      <a16:creationId xmlns:a16="http://schemas.microsoft.com/office/drawing/2014/main" id="{8F82DB81-2BBD-6DB2-ED18-9F70101AFECE}"/>
                    </a:ext>
                  </a:extLst>
                </p:cNvPr>
                <p:cNvSpPr/>
                <p:nvPr/>
              </p:nvSpPr>
              <p:spPr>
                <a:xfrm>
                  <a:off x="543711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F5E4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49" name="Freeform: Shape 12448">
                  <a:extLst>
                    <a:ext uri="{FF2B5EF4-FFF2-40B4-BE49-F238E27FC236}">
                      <a16:creationId xmlns:a16="http://schemas.microsoft.com/office/drawing/2014/main" id="{1055A83E-2B19-6BEF-B5EE-8818E746E631}"/>
                    </a:ext>
                  </a:extLst>
                </p:cNvPr>
                <p:cNvSpPr/>
                <p:nvPr/>
              </p:nvSpPr>
              <p:spPr>
                <a:xfrm>
                  <a:off x="5413605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F0D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0" name="Freeform: Shape 12449">
                  <a:extLst>
                    <a:ext uri="{FF2B5EF4-FFF2-40B4-BE49-F238E27FC236}">
                      <a16:creationId xmlns:a16="http://schemas.microsoft.com/office/drawing/2014/main" id="{80EFF436-7ECC-81A9-6DC4-BB5B042D9F05}"/>
                    </a:ext>
                  </a:extLst>
                </p:cNvPr>
                <p:cNvSpPr/>
                <p:nvPr/>
              </p:nvSpPr>
              <p:spPr>
                <a:xfrm>
                  <a:off x="539008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EAC5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1" name="Freeform: Shape 12450">
                  <a:extLst>
                    <a:ext uri="{FF2B5EF4-FFF2-40B4-BE49-F238E27FC236}">
                      <a16:creationId xmlns:a16="http://schemas.microsoft.com/office/drawing/2014/main" id="{D654667D-555E-BE4E-A425-A295AF421114}"/>
                    </a:ext>
                  </a:extLst>
                </p:cNvPr>
                <p:cNvSpPr/>
                <p:nvPr/>
              </p:nvSpPr>
              <p:spPr>
                <a:xfrm>
                  <a:off x="5366573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E5B6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2" name="Freeform: Shape 12451">
                  <a:extLst>
                    <a:ext uri="{FF2B5EF4-FFF2-40B4-BE49-F238E27FC236}">
                      <a16:creationId xmlns:a16="http://schemas.microsoft.com/office/drawing/2014/main" id="{309EFFA4-AF38-3D48-FB7E-522ACC9301B5}"/>
                    </a:ext>
                  </a:extLst>
                </p:cNvPr>
                <p:cNvSpPr/>
                <p:nvPr/>
              </p:nvSpPr>
              <p:spPr>
                <a:xfrm>
                  <a:off x="534305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DFA6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3" name="Freeform: Shape 12452">
                  <a:extLst>
                    <a:ext uri="{FF2B5EF4-FFF2-40B4-BE49-F238E27FC236}">
                      <a16:creationId xmlns:a16="http://schemas.microsoft.com/office/drawing/2014/main" id="{5BFA413E-F93F-90FE-EED1-F51541E32464}"/>
                    </a:ext>
                  </a:extLst>
                </p:cNvPr>
                <p:cNvSpPr/>
                <p:nvPr/>
              </p:nvSpPr>
              <p:spPr>
                <a:xfrm>
                  <a:off x="5319543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DA96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4" name="Freeform: Shape 12453">
                  <a:extLst>
                    <a:ext uri="{FF2B5EF4-FFF2-40B4-BE49-F238E27FC236}">
                      <a16:creationId xmlns:a16="http://schemas.microsoft.com/office/drawing/2014/main" id="{849C9538-1BCB-D0E6-8F3D-BEE191D83E9E}"/>
                    </a:ext>
                  </a:extLst>
                </p:cNvPr>
                <p:cNvSpPr/>
                <p:nvPr/>
              </p:nvSpPr>
              <p:spPr>
                <a:xfrm>
                  <a:off x="529602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D487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5" name="Freeform: Shape 12454">
                  <a:extLst>
                    <a:ext uri="{FF2B5EF4-FFF2-40B4-BE49-F238E27FC236}">
                      <a16:creationId xmlns:a16="http://schemas.microsoft.com/office/drawing/2014/main" id="{E1303D85-5164-FCCF-BC6B-DD80572E45C0}"/>
                    </a:ext>
                  </a:extLst>
                </p:cNvPr>
                <p:cNvSpPr/>
                <p:nvPr/>
              </p:nvSpPr>
              <p:spPr>
                <a:xfrm>
                  <a:off x="5272513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CF77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6" name="Freeform: Shape 12455">
                  <a:extLst>
                    <a:ext uri="{FF2B5EF4-FFF2-40B4-BE49-F238E27FC236}">
                      <a16:creationId xmlns:a16="http://schemas.microsoft.com/office/drawing/2014/main" id="{2BBBB685-980F-8CAD-70B5-5E44CEDD7D1A}"/>
                    </a:ext>
                  </a:extLst>
                </p:cNvPr>
                <p:cNvSpPr/>
                <p:nvPr/>
              </p:nvSpPr>
              <p:spPr>
                <a:xfrm>
                  <a:off x="5248997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C968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7" name="Freeform: Shape 12456">
                  <a:extLst>
                    <a:ext uri="{FF2B5EF4-FFF2-40B4-BE49-F238E27FC236}">
                      <a16:creationId xmlns:a16="http://schemas.microsoft.com/office/drawing/2014/main" id="{07CB5610-B897-573F-7158-A84223967991}"/>
                    </a:ext>
                  </a:extLst>
                </p:cNvPr>
                <p:cNvSpPr/>
                <p:nvPr/>
              </p:nvSpPr>
              <p:spPr>
                <a:xfrm>
                  <a:off x="5225484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C458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8" name="Freeform: Shape 12457">
                  <a:extLst>
                    <a:ext uri="{FF2B5EF4-FFF2-40B4-BE49-F238E27FC236}">
                      <a16:creationId xmlns:a16="http://schemas.microsoft.com/office/drawing/2014/main" id="{554D7A3D-BDD7-3CC2-C529-847E91DDA604}"/>
                    </a:ext>
                  </a:extLst>
                </p:cNvPr>
                <p:cNvSpPr/>
                <p:nvPr/>
              </p:nvSpPr>
              <p:spPr>
                <a:xfrm>
                  <a:off x="520196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BE48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59" name="Freeform: Shape 12458">
                  <a:extLst>
                    <a:ext uri="{FF2B5EF4-FFF2-40B4-BE49-F238E27FC236}">
                      <a16:creationId xmlns:a16="http://schemas.microsoft.com/office/drawing/2014/main" id="{8C4428BC-11B3-1FB5-5B11-0169194469EE}"/>
                    </a:ext>
                  </a:extLst>
                </p:cNvPr>
                <p:cNvSpPr/>
                <p:nvPr/>
              </p:nvSpPr>
              <p:spPr>
                <a:xfrm>
                  <a:off x="517845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B93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0" name="Freeform: Shape 12459">
                  <a:extLst>
                    <a:ext uri="{FF2B5EF4-FFF2-40B4-BE49-F238E27FC236}">
                      <a16:creationId xmlns:a16="http://schemas.microsoft.com/office/drawing/2014/main" id="{2938C683-38EA-7911-1E37-22F2B955EE75}"/>
                    </a:ext>
                  </a:extLst>
                </p:cNvPr>
                <p:cNvSpPr/>
                <p:nvPr/>
              </p:nvSpPr>
              <p:spPr>
                <a:xfrm>
                  <a:off x="515493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B329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1" name="Freeform: Shape 12460">
                  <a:extLst>
                    <a:ext uri="{FF2B5EF4-FFF2-40B4-BE49-F238E27FC236}">
                      <a16:creationId xmlns:a16="http://schemas.microsoft.com/office/drawing/2014/main" id="{64C58518-B0AA-A4C0-78E1-D8492F84DD20}"/>
                    </a:ext>
                  </a:extLst>
                </p:cNvPr>
                <p:cNvSpPr/>
                <p:nvPr/>
              </p:nvSpPr>
              <p:spPr>
                <a:xfrm>
                  <a:off x="513142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AE1A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2" name="Freeform: Shape 12461">
                  <a:extLst>
                    <a:ext uri="{FF2B5EF4-FFF2-40B4-BE49-F238E27FC236}">
                      <a16:creationId xmlns:a16="http://schemas.microsoft.com/office/drawing/2014/main" id="{9D36561F-A0E2-D8F5-27D4-E197258AE8E1}"/>
                    </a:ext>
                  </a:extLst>
                </p:cNvPr>
                <p:cNvSpPr/>
                <p:nvPr/>
              </p:nvSpPr>
              <p:spPr>
                <a:xfrm>
                  <a:off x="510790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A80A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3" name="Freeform: Shape 12462">
                  <a:extLst>
                    <a:ext uri="{FF2B5EF4-FFF2-40B4-BE49-F238E27FC236}">
                      <a16:creationId xmlns:a16="http://schemas.microsoft.com/office/drawing/2014/main" id="{485FB13A-14DC-B4FD-A6FC-2521D54DB533}"/>
                    </a:ext>
                  </a:extLst>
                </p:cNvPr>
                <p:cNvSpPr/>
                <p:nvPr/>
              </p:nvSpPr>
              <p:spPr>
                <a:xfrm>
                  <a:off x="508439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A1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4" name="Freeform: Shape 12463">
                  <a:extLst>
                    <a:ext uri="{FF2B5EF4-FFF2-40B4-BE49-F238E27FC236}">
                      <a16:creationId xmlns:a16="http://schemas.microsoft.com/office/drawing/2014/main" id="{8B608D40-1BA7-EF29-FC6E-EBC106E6C774}"/>
                    </a:ext>
                  </a:extLst>
                </p:cNvPr>
                <p:cNvSpPr/>
                <p:nvPr/>
              </p:nvSpPr>
              <p:spPr>
                <a:xfrm>
                  <a:off x="5060876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97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5" name="Freeform: Shape 12464">
                  <a:extLst>
                    <a:ext uri="{FF2B5EF4-FFF2-40B4-BE49-F238E27FC236}">
                      <a16:creationId xmlns:a16="http://schemas.microsoft.com/office/drawing/2014/main" id="{D9E3DB8F-00F0-F4CF-0F1D-FAFA08E4CE57}"/>
                    </a:ext>
                  </a:extLst>
                </p:cNvPr>
                <p:cNvSpPr/>
                <p:nvPr/>
              </p:nvSpPr>
              <p:spPr>
                <a:xfrm>
                  <a:off x="503736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8D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6" name="Freeform: Shape 12465">
                  <a:extLst>
                    <a:ext uri="{FF2B5EF4-FFF2-40B4-BE49-F238E27FC236}">
                      <a16:creationId xmlns:a16="http://schemas.microsoft.com/office/drawing/2014/main" id="{D899EC8A-1882-534D-1CF7-32A9827A9E84}"/>
                    </a:ext>
                  </a:extLst>
                </p:cNvPr>
                <p:cNvSpPr/>
                <p:nvPr/>
              </p:nvSpPr>
              <p:spPr>
                <a:xfrm>
                  <a:off x="5013846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83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7" name="Freeform: Shape 12466">
                  <a:extLst>
                    <a:ext uri="{FF2B5EF4-FFF2-40B4-BE49-F238E27FC236}">
                      <a16:creationId xmlns:a16="http://schemas.microsoft.com/office/drawing/2014/main" id="{C6153844-66F0-29B4-086F-3CB378831ECC}"/>
                    </a:ext>
                  </a:extLst>
                </p:cNvPr>
                <p:cNvSpPr/>
                <p:nvPr/>
              </p:nvSpPr>
              <p:spPr>
                <a:xfrm>
                  <a:off x="4990330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79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8" name="Freeform: Shape 12467">
                  <a:extLst>
                    <a:ext uri="{FF2B5EF4-FFF2-40B4-BE49-F238E27FC236}">
                      <a16:creationId xmlns:a16="http://schemas.microsoft.com/office/drawing/2014/main" id="{933C6C5C-772F-55E1-D76B-9151DCD40ADB}"/>
                    </a:ext>
                  </a:extLst>
                </p:cNvPr>
                <p:cNvSpPr/>
                <p:nvPr/>
              </p:nvSpPr>
              <p:spPr>
                <a:xfrm>
                  <a:off x="4966816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6F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69" name="Freeform: Shape 12468">
                  <a:extLst>
                    <a:ext uri="{FF2B5EF4-FFF2-40B4-BE49-F238E27FC236}">
                      <a16:creationId xmlns:a16="http://schemas.microsoft.com/office/drawing/2014/main" id="{802C1E9D-16C6-7F75-D6F3-72643A43C730}"/>
                    </a:ext>
                  </a:extLst>
                </p:cNvPr>
                <p:cNvSpPr/>
                <p:nvPr/>
              </p:nvSpPr>
              <p:spPr>
                <a:xfrm>
                  <a:off x="4943301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65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0" name="Freeform: Shape 12469">
                  <a:extLst>
                    <a:ext uri="{FF2B5EF4-FFF2-40B4-BE49-F238E27FC236}">
                      <a16:creationId xmlns:a16="http://schemas.microsoft.com/office/drawing/2014/main" id="{30AEA5BD-85CA-5001-C689-A3E195F035AA}"/>
                    </a:ext>
                  </a:extLst>
                </p:cNvPr>
                <p:cNvSpPr/>
                <p:nvPr/>
              </p:nvSpPr>
              <p:spPr>
                <a:xfrm>
                  <a:off x="4919787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5A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1" name="Freeform: Shape 12470">
                  <a:extLst>
                    <a:ext uri="{FF2B5EF4-FFF2-40B4-BE49-F238E27FC236}">
                      <a16:creationId xmlns:a16="http://schemas.microsoft.com/office/drawing/2014/main" id="{70145435-09D5-E26E-7F8B-4D35344A1FEE}"/>
                    </a:ext>
                  </a:extLst>
                </p:cNvPr>
                <p:cNvSpPr/>
                <p:nvPr/>
              </p:nvSpPr>
              <p:spPr>
                <a:xfrm>
                  <a:off x="4896271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5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2" name="Freeform: Shape 12471">
                  <a:extLst>
                    <a:ext uri="{FF2B5EF4-FFF2-40B4-BE49-F238E27FC236}">
                      <a16:creationId xmlns:a16="http://schemas.microsoft.com/office/drawing/2014/main" id="{DFCF829C-22D8-162B-D958-ED2E335A1DF4}"/>
                    </a:ext>
                  </a:extLst>
                </p:cNvPr>
                <p:cNvSpPr/>
                <p:nvPr/>
              </p:nvSpPr>
              <p:spPr>
                <a:xfrm>
                  <a:off x="4872755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46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3" name="Freeform: Shape 12472">
                  <a:extLst>
                    <a:ext uri="{FF2B5EF4-FFF2-40B4-BE49-F238E27FC236}">
                      <a16:creationId xmlns:a16="http://schemas.microsoft.com/office/drawing/2014/main" id="{22CFE24D-7833-F1AD-51DD-02AE1DF5AD67}"/>
                    </a:ext>
                  </a:extLst>
                </p:cNvPr>
                <p:cNvSpPr/>
                <p:nvPr/>
              </p:nvSpPr>
              <p:spPr>
                <a:xfrm>
                  <a:off x="4849241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3C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4" name="Freeform: Shape 12473">
                  <a:extLst>
                    <a:ext uri="{FF2B5EF4-FFF2-40B4-BE49-F238E27FC236}">
                      <a16:creationId xmlns:a16="http://schemas.microsoft.com/office/drawing/2014/main" id="{EE51EE70-D5CA-640F-BABF-A0A5A1332A8C}"/>
                    </a:ext>
                  </a:extLst>
                </p:cNvPr>
                <p:cNvSpPr/>
                <p:nvPr/>
              </p:nvSpPr>
              <p:spPr>
                <a:xfrm>
                  <a:off x="4825725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32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5" name="Freeform: Shape 12474">
                  <a:extLst>
                    <a:ext uri="{FF2B5EF4-FFF2-40B4-BE49-F238E27FC236}">
                      <a16:creationId xmlns:a16="http://schemas.microsoft.com/office/drawing/2014/main" id="{CCA593D1-6145-E7E5-27C6-D00AD942E8F3}"/>
                    </a:ext>
                  </a:extLst>
                </p:cNvPr>
                <p:cNvSpPr/>
                <p:nvPr/>
              </p:nvSpPr>
              <p:spPr>
                <a:xfrm>
                  <a:off x="480220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28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6" name="Freeform: Shape 12475">
                  <a:extLst>
                    <a:ext uri="{FF2B5EF4-FFF2-40B4-BE49-F238E27FC236}">
                      <a16:creationId xmlns:a16="http://schemas.microsoft.com/office/drawing/2014/main" id="{9BEE7677-EB8C-4E5B-66ED-B114C73009F1}"/>
                    </a:ext>
                  </a:extLst>
                </p:cNvPr>
                <p:cNvSpPr/>
                <p:nvPr/>
              </p:nvSpPr>
              <p:spPr>
                <a:xfrm>
                  <a:off x="4778695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1E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7" name="Freeform: Shape 12476">
                  <a:extLst>
                    <a:ext uri="{FF2B5EF4-FFF2-40B4-BE49-F238E27FC236}">
                      <a16:creationId xmlns:a16="http://schemas.microsoft.com/office/drawing/2014/main" id="{9C974B1D-316E-4B36-53F7-0024DED85486}"/>
                    </a:ext>
                  </a:extLst>
                </p:cNvPr>
                <p:cNvSpPr/>
                <p:nvPr/>
              </p:nvSpPr>
              <p:spPr>
                <a:xfrm>
                  <a:off x="4755179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14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8" name="Freeform: Shape 12477">
                  <a:extLst>
                    <a:ext uri="{FF2B5EF4-FFF2-40B4-BE49-F238E27FC236}">
                      <a16:creationId xmlns:a16="http://schemas.microsoft.com/office/drawing/2014/main" id="{D61AA412-EAB0-FB82-2587-6AF9354C3E24}"/>
                    </a:ext>
                  </a:extLst>
                </p:cNvPr>
                <p:cNvSpPr/>
                <p:nvPr/>
              </p:nvSpPr>
              <p:spPr>
                <a:xfrm>
                  <a:off x="4731742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0A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79" name="Freeform: Shape 12478">
                  <a:extLst>
                    <a:ext uri="{FF2B5EF4-FFF2-40B4-BE49-F238E27FC236}">
                      <a16:creationId xmlns:a16="http://schemas.microsoft.com/office/drawing/2014/main" id="{D5E97C3A-E250-CBEE-09DE-5E4749EC9BE3}"/>
                    </a:ext>
                  </a:extLst>
                </p:cNvPr>
                <p:cNvSpPr/>
                <p:nvPr/>
              </p:nvSpPr>
              <p:spPr>
                <a:xfrm>
                  <a:off x="4708228" y="171777"/>
                  <a:ext cx="24532" cy="78276"/>
                </a:xfrm>
                <a:custGeom>
                  <a:avLst/>
                  <a:gdLst>
                    <a:gd name="csX0" fmla="*/ 11180 w 11179"/>
                    <a:gd name="csY0" fmla="*/ 35719 h 35861"/>
                    <a:gd name="csX1" fmla="*/ 10716 w 11179"/>
                    <a:gd name="csY1" fmla="*/ 0 h 35861"/>
                    <a:gd name="csX2" fmla="*/ 0 w 11179"/>
                    <a:gd name="csY2" fmla="*/ 143 h 35861"/>
                    <a:gd name="csX3" fmla="*/ 464 w 11179"/>
                    <a:gd name="csY3" fmla="*/ 35862 h 35861"/>
                    <a:gd name="csX4" fmla="*/ 11180 w 11179"/>
                    <a:gd name="csY4" fmla="*/ 35719 h 358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179" h="35861">
                      <a:moveTo>
                        <a:pt x="11180" y="35719"/>
                      </a:moveTo>
                      <a:lnTo>
                        <a:pt x="10716" y="0"/>
                      </a:lnTo>
                      <a:lnTo>
                        <a:pt x="0" y="143"/>
                      </a:lnTo>
                      <a:lnTo>
                        <a:pt x="464" y="35862"/>
                      </a:lnTo>
                      <a:lnTo>
                        <a:pt x="11180" y="35719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1" name="Freeform: Shape 12480">
                  <a:extLst>
                    <a:ext uri="{FF2B5EF4-FFF2-40B4-BE49-F238E27FC236}">
                      <a16:creationId xmlns:a16="http://schemas.microsoft.com/office/drawing/2014/main" id="{ED9DB1CB-AAE6-F6DE-3A82-84A81E69077B}"/>
                    </a:ext>
                  </a:extLst>
                </p:cNvPr>
                <p:cNvSpPr/>
                <p:nvPr/>
              </p:nvSpPr>
              <p:spPr>
                <a:xfrm>
                  <a:off x="5790396" y="131313"/>
                  <a:ext cx="21164" cy="6860"/>
                </a:xfrm>
                <a:custGeom>
                  <a:avLst/>
                  <a:gdLst>
                    <a:gd name="csX0" fmla="*/ 0 w 9644"/>
                    <a:gd name="csY0" fmla="*/ 3143 h 3143"/>
                    <a:gd name="csX1" fmla="*/ 0 w 9644"/>
                    <a:gd name="csY1" fmla="*/ 0 h 3143"/>
                    <a:gd name="csX2" fmla="*/ 9644 w 9644"/>
                    <a:gd name="csY2" fmla="*/ 0 h 3143"/>
                    <a:gd name="csX3" fmla="*/ 9644 w 9644"/>
                    <a:gd name="csY3" fmla="*/ 3143 h 3143"/>
                    <a:gd name="csX4" fmla="*/ 0 w 9644"/>
                    <a:gd name="csY4" fmla="*/ 3143 h 314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9644" h="3143">
                      <a:moveTo>
                        <a:pt x="0" y="3143"/>
                      </a:moveTo>
                      <a:lnTo>
                        <a:pt x="0" y="0"/>
                      </a:lnTo>
                      <a:lnTo>
                        <a:pt x="9644" y="0"/>
                      </a:lnTo>
                      <a:lnTo>
                        <a:pt x="9644" y="3143"/>
                      </a:lnTo>
                      <a:lnTo>
                        <a:pt x="0" y="31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2" name="Freeform: Shape 12481">
                  <a:extLst>
                    <a:ext uri="{FF2B5EF4-FFF2-40B4-BE49-F238E27FC236}">
                      <a16:creationId xmlns:a16="http://schemas.microsoft.com/office/drawing/2014/main" id="{105AFDDE-4BE6-4204-2C8E-9418209B758A}"/>
                    </a:ext>
                  </a:extLst>
                </p:cNvPr>
                <p:cNvSpPr/>
                <p:nvPr/>
              </p:nvSpPr>
              <p:spPr>
                <a:xfrm>
                  <a:off x="5822534" y="98958"/>
                  <a:ext cx="20692" cy="56055"/>
                </a:xfrm>
                <a:custGeom>
                  <a:avLst/>
                  <a:gdLst>
                    <a:gd name="csX0" fmla="*/ 9430 w 9429"/>
                    <a:gd name="csY0" fmla="*/ 25646 h 25681"/>
                    <a:gd name="csX1" fmla="*/ 6287 w 9429"/>
                    <a:gd name="csY1" fmla="*/ 25646 h 25681"/>
                    <a:gd name="csX2" fmla="*/ 6287 w 9429"/>
                    <a:gd name="csY2" fmla="*/ 5644 h 25681"/>
                    <a:gd name="csX3" fmla="*/ 3322 w 9429"/>
                    <a:gd name="csY3" fmla="*/ 7822 h 25681"/>
                    <a:gd name="csX4" fmla="*/ 0 w 9429"/>
                    <a:gd name="csY4" fmla="*/ 9465 h 25681"/>
                    <a:gd name="csX5" fmla="*/ 0 w 9429"/>
                    <a:gd name="csY5" fmla="*/ 6429 h 25681"/>
                    <a:gd name="csX6" fmla="*/ 4607 w 9429"/>
                    <a:gd name="csY6" fmla="*/ 3429 h 25681"/>
                    <a:gd name="csX7" fmla="*/ 7394 w 9429"/>
                    <a:gd name="csY7" fmla="*/ 0 h 25681"/>
                    <a:gd name="csX8" fmla="*/ 9430 w 9429"/>
                    <a:gd name="csY8" fmla="*/ 0 h 25681"/>
                    <a:gd name="csX9" fmla="*/ 9430 w 9429"/>
                    <a:gd name="csY9" fmla="*/ 25682 h 256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9429" h="25681">
                      <a:moveTo>
                        <a:pt x="9430" y="25646"/>
                      </a:moveTo>
                      <a:lnTo>
                        <a:pt x="6287" y="25646"/>
                      </a:lnTo>
                      <a:lnTo>
                        <a:pt x="6287" y="5644"/>
                      </a:lnTo>
                      <a:cubicBezTo>
                        <a:pt x="5536" y="6358"/>
                        <a:pt x="4536" y="7108"/>
                        <a:pt x="3322" y="7822"/>
                      </a:cubicBezTo>
                      <a:cubicBezTo>
                        <a:pt x="2107" y="8537"/>
                        <a:pt x="1000" y="9108"/>
                        <a:pt x="0" y="9465"/>
                      </a:cubicBezTo>
                      <a:lnTo>
                        <a:pt x="0" y="6429"/>
                      </a:lnTo>
                      <a:cubicBezTo>
                        <a:pt x="1750" y="5608"/>
                        <a:pt x="3286" y="4608"/>
                        <a:pt x="4607" y="3429"/>
                      </a:cubicBezTo>
                      <a:cubicBezTo>
                        <a:pt x="5929" y="2250"/>
                        <a:pt x="6858" y="1107"/>
                        <a:pt x="7394" y="0"/>
                      </a:cubicBezTo>
                      <a:lnTo>
                        <a:pt x="9430" y="0"/>
                      </a:lnTo>
                      <a:lnTo>
                        <a:pt x="9430" y="25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3" name="Freeform: Shape 12482">
                  <a:extLst>
                    <a:ext uri="{FF2B5EF4-FFF2-40B4-BE49-F238E27FC236}">
                      <a16:creationId xmlns:a16="http://schemas.microsoft.com/office/drawing/2014/main" id="{4464B600-3566-1F04-3A87-1AAAD4B121B3}"/>
                    </a:ext>
                  </a:extLst>
                </p:cNvPr>
                <p:cNvSpPr/>
                <p:nvPr/>
              </p:nvSpPr>
              <p:spPr>
                <a:xfrm>
                  <a:off x="5621869" y="97945"/>
                  <a:ext cx="36683" cy="56992"/>
                </a:xfrm>
                <a:custGeom>
                  <a:avLst/>
                  <a:gdLst>
                    <a:gd name="csX0" fmla="*/ 0 w 16716"/>
                    <a:gd name="csY0" fmla="*/ 13037 h 26110"/>
                    <a:gd name="csX1" fmla="*/ 929 w 16716"/>
                    <a:gd name="csY1" fmla="*/ 5751 h 26110"/>
                    <a:gd name="csX2" fmla="*/ 3715 w 16716"/>
                    <a:gd name="csY2" fmla="*/ 1500 h 26110"/>
                    <a:gd name="csX3" fmla="*/ 8359 w 16716"/>
                    <a:gd name="csY3" fmla="*/ 0 h 26110"/>
                    <a:gd name="csX4" fmla="*/ 11966 w 16716"/>
                    <a:gd name="csY4" fmla="*/ 822 h 26110"/>
                    <a:gd name="csX5" fmla="*/ 14538 w 16716"/>
                    <a:gd name="csY5" fmla="*/ 3215 h 26110"/>
                    <a:gd name="csX6" fmla="*/ 16145 w 16716"/>
                    <a:gd name="csY6" fmla="*/ 7001 h 26110"/>
                    <a:gd name="csX7" fmla="*/ 16717 w 16716"/>
                    <a:gd name="csY7" fmla="*/ 13037 h 26110"/>
                    <a:gd name="csX8" fmla="*/ 15788 w 16716"/>
                    <a:gd name="csY8" fmla="*/ 20324 h 26110"/>
                    <a:gd name="csX9" fmla="*/ 13037 w 16716"/>
                    <a:gd name="csY9" fmla="*/ 24610 h 26110"/>
                    <a:gd name="csX10" fmla="*/ 8394 w 16716"/>
                    <a:gd name="csY10" fmla="*/ 26111 h 26110"/>
                    <a:gd name="csX11" fmla="*/ 2608 w 16716"/>
                    <a:gd name="csY11" fmla="*/ 23467 h 26110"/>
                    <a:gd name="csX12" fmla="*/ 72 w 16716"/>
                    <a:gd name="csY12" fmla="*/ 13073 h 26110"/>
                    <a:gd name="csX13" fmla="*/ 3251 w 16716"/>
                    <a:gd name="csY13" fmla="*/ 13037 h 26110"/>
                    <a:gd name="csX14" fmla="*/ 4715 w 16716"/>
                    <a:gd name="csY14" fmla="*/ 21431 h 26110"/>
                    <a:gd name="csX15" fmla="*/ 8359 w 16716"/>
                    <a:gd name="csY15" fmla="*/ 23503 h 26110"/>
                    <a:gd name="csX16" fmla="*/ 12002 w 16716"/>
                    <a:gd name="csY16" fmla="*/ 21396 h 26110"/>
                    <a:gd name="csX17" fmla="*/ 13466 w 16716"/>
                    <a:gd name="csY17" fmla="*/ 13037 h 26110"/>
                    <a:gd name="csX18" fmla="*/ 12002 w 16716"/>
                    <a:gd name="csY18" fmla="*/ 4644 h 26110"/>
                    <a:gd name="csX19" fmla="*/ 8323 w 16716"/>
                    <a:gd name="csY19" fmla="*/ 2572 h 26110"/>
                    <a:gd name="csX20" fmla="*/ 4894 w 16716"/>
                    <a:gd name="csY20" fmla="*/ 4429 h 26110"/>
                    <a:gd name="csX21" fmla="*/ 3286 w 16716"/>
                    <a:gd name="csY21" fmla="*/ 13037 h 2611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16716" h="26110">
                      <a:moveTo>
                        <a:pt x="0" y="13037"/>
                      </a:moveTo>
                      <a:cubicBezTo>
                        <a:pt x="0" y="10037"/>
                        <a:pt x="322" y="7572"/>
                        <a:pt x="929" y="5751"/>
                      </a:cubicBezTo>
                      <a:cubicBezTo>
                        <a:pt x="1572" y="3893"/>
                        <a:pt x="2465" y="2500"/>
                        <a:pt x="3715" y="1500"/>
                      </a:cubicBezTo>
                      <a:cubicBezTo>
                        <a:pt x="4929" y="500"/>
                        <a:pt x="6465" y="0"/>
                        <a:pt x="8359" y="0"/>
                      </a:cubicBezTo>
                      <a:cubicBezTo>
                        <a:pt x="9716" y="0"/>
                        <a:pt x="10930" y="286"/>
                        <a:pt x="11966" y="822"/>
                      </a:cubicBezTo>
                      <a:cubicBezTo>
                        <a:pt x="13002" y="1393"/>
                        <a:pt x="13859" y="2179"/>
                        <a:pt x="14538" y="3215"/>
                      </a:cubicBezTo>
                      <a:cubicBezTo>
                        <a:pt x="15216" y="4251"/>
                        <a:pt x="15752" y="5501"/>
                        <a:pt x="16145" y="7001"/>
                      </a:cubicBezTo>
                      <a:cubicBezTo>
                        <a:pt x="16538" y="8501"/>
                        <a:pt x="16717" y="10501"/>
                        <a:pt x="16717" y="13037"/>
                      </a:cubicBezTo>
                      <a:cubicBezTo>
                        <a:pt x="16717" y="16038"/>
                        <a:pt x="16395" y="18467"/>
                        <a:pt x="15788" y="20324"/>
                      </a:cubicBezTo>
                      <a:cubicBezTo>
                        <a:pt x="15180" y="22181"/>
                        <a:pt x="14252" y="23574"/>
                        <a:pt x="13037" y="24610"/>
                      </a:cubicBezTo>
                      <a:cubicBezTo>
                        <a:pt x="11823" y="25610"/>
                        <a:pt x="10252" y="26111"/>
                        <a:pt x="8394" y="26111"/>
                      </a:cubicBezTo>
                      <a:cubicBezTo>
                        <a:pt x="5929" y="26111"/>
                        <a:pt x="4001" y="25218"/>
                        <a:pt x="2608" y="23467"/>
                      </a:cubicBezTo>
                      <a:cubicBezTo>
                        <a:pt x="929" y="21360"/>
                        <a:pt x="72" y="17859"/>
                        <a:pt x="72" y="13073"/>
                      </a:cubicBezTo>
                      <a:moveTo>
                        <a:pt x="3251" y="13037"/>
                      </a:moveTo>
                      <a:cubicBezTo>
                        <a:pt x="3251" y="17252"/>
                        <a:pt x="3751" y="20038"/>
                        <a:pt x="4715" y="21431"/>
                      </a:cubicBezTo>
                      <a:cubicBezTo>
                        <a:pt x="5715" y="22824"/>
                        <a:pt x="6894" y="23503"/>
                        <a:pt x="8359" y="23503"/>
                      </a:cubicBezTo>
                      <a:cubicBezTo>
                        <a:pt x="9823" y="23503"/>
                        <a:pt x="11002" y="22789"/>
                        <a:pt x="12002" y="21396"/>
                      </a:cubicBezTo>
                      <a:cubicBezTo>
                        <a:pt x="13002" y="20003"/>
                        <a:pt x="13466" y="17216"/>
                        <a:pt x="13466" y="13037"/>
                      </a:cubicBezTo>
                      <a:cubicBezTo>
                        <a:pt x="13466" y="8858"/>
                        <a:pt x="12966" y="6036"/>
                        <a:pt x="12002" y="4644"/>
                      </a:cubicBezTo>
                      <a:cubicBezTo>
                        <a:pt x="11037" y="3250"/>
                        <a:pt x="9787" y="2572"/>
                        <a:pt x="8323" y="2572"/>
                      </a:cubicBezTo>
                      <a:cubicBezTo>
                        <a:pt x="6858" y="2572"/>
                        <a:pt x="5715" y="3179"/>
                        <a:pt x="4894" y="4429"/>
                      </a:cubicBezTo>
                      <a:cubicBezTo>
                        <a:pt x="3822" y="5965"/>
                        <a:pt x="3286" y="8858"/>
                        <a:pt x="3286" y="130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4" name="Freeform: Shape 12483">
                  <a:extLst>
                    <a:ext uri="{FF2B5EF4-FFF2-40B4-BE49-F238E27FC236}">
                      <a16:creationId xmlns:a16="http://schemas.microsoft.com/office/drawing/2014/main" id="{26D98371-6399-EFAA-8D8E-B3E3FFE64502}"/>
                    </a:ext>
                  </a:extLst>
                </p:cNvPr>
                <p:cNvSpPr/>
                <p:nvPr/>
              </p:nvSpPr>
              <p:spPr>
                <a:xfrm>
                  <a:off x="5451541" y="98958"/>
                  <a:ext cx="20692" cy="56055"/>
                </a:xfrm>
                <a:custGeom>
                  <a:avLst/>
                  <a:gdLst>
                    <a:gd name="csX0" fmla="*/ 9430 w 9429"/>
                    <a:gd name="csY0" fmla="*/ 25646 h 25681"/>
                    <a:gd name="csX1" fmla="*/ 6287 w 9429"/>
                    <a:gd name="csY1" fmla="*/ 25646 h 25681"/>
                    <a:gd name="csX2" fmla="*/ 6287 w 9429"/>
                    <a:gd name="csY2" fmla="*/ 5644 h 25681"/>
                    <a:gd name="csX3" fmla="*/ 3322 w 9429"/>
                    <a:gd name="csY3" fmla="*/ 7822 h 25681"/>
                    <a:gd name="csX4" fmla="*/ 0 w 9429"/>
                    <a:gd name="csY4" fmla="*/ 9465 h 25681"/>
                    <a:gd name="csX5" fmla="*/ 0 w 9429"/>
                    <a:gd name="csY5" fmla="*/ 6429 h 25681"/>
                    <a:gd name="csX6" fmla="*/ 4608 w 9429"/>
                    <a:gd name="csY6" fmla="*/ 3429 h 25681"/>
                    <a:gd name="csX7" fmla="*/ 7394 w 9429"/>
                    <a:gd name="csY7" fmla="*/ 0 h 25681"/>
                    <a:gd name="csX8" fmla="*/ 9430 w 9429"/>
                    <a:gd name="csY8" fmla="*/ 0 h 25681"/>
                    <a:gd name="csX9" fmla="*/ 9430 w 9429"/>
                    <a:gd name="csY9" fmla="*/ 25682 h 256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9429" h="25681">
                      <a:moveTo>
                        <a:pt x="9430" y="25646"/>
                      </a:moveTo>
                      <a:lnTo>
                        <a:pt x="6287" y="25646"/>
                      </a:lnTo>
                      <a:lnTo>
                        <a:pt x="6287" y="5644"/>
                      </a:lnTo>
                      <a:cubicBezTo>
                        <a:pt x="5537" y="6358"/>
                        <a:pt x="4536" y="7108"/>
                        <a:pt x="3322" y="7822"/>
                      </a:cubicBezTo>
                      <a:cubicBezTo>
                        <a:pt x="2108" y="8537"/>
                        <a:pt x="1000" y="9108"/>
                        <a:pt x="0" y="9465"/>
                      </a:cubicBezTo>
                      <a:lnTo>
                        <a:pt x="0" y="6429"/>
                      </a:lnTo>
                      <a:cubicBezTo>
                        <a:pt x="1750" y="5608"/>
                        <a:pt x="3286" y="4608"/>
                        <a:pt x="4608" y="3429"/>
                      </a:cubicBezTo>
                      <a:cubicBezTo>
                        <a:pt x="5929" y="2250"/>
                        <a:pt x="6858" y="1107"/>
                        <a:pt x="7394" y="0"/>
                      </a:cubicBezTo>
                      <a:lnTo>
                        <a:pt x="9430" y="0"/>
                      </a:lnTo>
                      <a:lnTo>
                        <a:pt x="9430" y="25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5" name="Freeform: Shape 12484">
                  <a:extLst>
                    <a:ext uri="{FF2B5EF4-FFF2-40B4-BE49-F238E27FC236}">
                      <a16:creationId xmlns:a16="http://schemas.microsoft.com/office/drawing/2014/main" id="{65EB493F-56CE-1C6D-B994-DBE9C3A177E9}"/>
                    </a:ext>
                  </a:extLst>
                </p:cNvPr>
                <p:cNvSpPr/>
                <p:nvPr/>
              </p:nvSpPr>
              <p:spPr>
                <a:xfrm>
                  <a:off x="5265537" y="98803"/>
                  <a:ext cx="37073" cy="56055"/>
                </a:xfrm>
                <a:custGeom>
                  <a:avLst/>
                  <a:gdLst>
                    <a:gd name="csX0" fmla="*/ 16895 w 16894"/>
                    <a:gd name="csY0" fmla="*/ 22681 h 25681"/>
                    <a:gd name="csX1" fmla="*/ 16895 w 16894"/>
                    <a:gd name="csY1" fmla="*/ 25682 h 25681"/>
                    <a:gd name="csX2" fmla="*/ 0 w 16894"/>
                    <a:gd name="csY2" fmla="*/ 25682 h 25681"/>
                    <a:gd name="csX3" fmla="*/ 357 w 16894"/>
                    <a:gd name="csY3" fmla="*/ 23503 h 25681"/>
                    <a:gd name="csX4" fmla="*/ 2429 w 16894"/>
                    <a:gd name="csY4" fmla="*/ 20110 h 25681"/>
                    <a:gd name="csX5" fmla="*/ 6537 w 16894"/>
                    <a:gd name="csY5" fmla="*/ 16216 h 25681"/>
                    <a:gd name="csX6" fmla="*/ 12180 w 16894"/>
                    <a:gd name="csY6" fmla="*/ 10787 h 25681"/>
                    <a:gd name="csX7" fmla="*/ 13645 w 16894"/>
                    <a:gd name="csY7" fmla="*/ 7037 h 25681"/>
                    <a:gd name="csX8" fmla="*/ 12323 w 16894"/>
                    <a:gd name="csY8" fmla="*/ 3893 h 25681"/>
                    <a:gd name="csX9" fmla="*/ 8858 w 16894"/>
                    <a:gd name="csY9" fmla="*/ 2608 h 25681"/>
                    <a:gd name="csX10" fmla="*/ 5215 w 16894"/>
                    <a:gd name="csY10" fmla="*/ 3965 h 25681"/>
                    <a:gd name="csX11" fmla="*/ 3822 w 16894"/>
                    <a:gd name="csY11" fmla="*/ 7715 h 25681"/>
                    <a:gd name="csX12" fmla="*/ 607 w 16894"/>
                    <a:gd name="csY12" fmla="*/ 7394 h 25681"/>
                    <a:gd name="csX13" fmla="*/ 3108 w 16894"/>
                    <a:gd name="csY13" fmla="*/ 1893 h 25681"/>
                    <a:gd name="csX14" fmla="*/ 8894 w 16894"/>
                    <a:gd name="csY14" fmla="*/ 0 h 25681"/>
                    <a:gd name="csX15" fmla="*/ 14716 w 16894"/>
                    <a:gd name="csY15" fmla="*/ 2036 h 25681"/>
                    <a:gd name="csX16" fmla="*/ 16859 w 16894"/>
                    <a:gd name="csY16" fmla="*/ 7108 h 25681"/>
                    <a:gd name="csX17" fmla="*/ 16216 w 16894"/>
                    <a:gd name="csY17" fmla="*/ 10108 h 25681"/>
                    <a:gd name="csX18" fmla="*/ 14144 w 16894"/>
                    <a:gd name="csY18" fmla="*/ 13216 h 25681"/>
                    <a:gd name="csX19" fmla="*/ 9287 w 16894"/>
                    <a:gd name="csY19" fmla="*/ 17716 h 25681"/>
                    <a:gd name="csX20" fmla="*/ 5644 w 16894"/>
                    <a:gd name="csY20" fmla="*/ 20931 h 25681"/>
                    <a:gd name="csX21" fmla="*/ 4322 w 16894"/>
                    <a:gd name="csY21" fmla="*/ 22646 h 25681"/>
                    <a:gd name="csX22" fmla="*/ 16859 w 16894"/>
                    <a:gd name="csY22" fmla="*/ 22646 h 256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6894" h="25681">
                      <a:moveTo>
                        <a:pt x="16895" y="22681"/>
                      </a:moveTo>
                      <a:lnTo>
                        <a:pt x="16895" y="25682"/>
                      </a:lnTo>
                      <a:lnTo>
                        <a:pt x="0" y="25682"/>
                      </a:lnTo>
                      <a:cubicBezTo>
                        <a:pt x="0" y="24932"/>
                        <a:pt x="107" y="24217"/>
                        <a:pt x="357" y="23503"/>
                      </a:cubicBezTo>
                      <a:cubicBezTo>
                        <a:pt x="786" y="22360"/>
                        <a:pt x="1465" y="21217"/>
                        <a:pt x="2429" y="20110"/>
                      </a:cubicBezTo>
                      <a:cubicBezTo>
                        <a:pt x="3394" y="19002"/>
                        <a:pt x="4751" y="17716"/>
                        <a:pt x="6537" y="16216"/>
                      </a:cubicBezTo>
                      <a:cubicBezTo>
                        <a:pt x="9323" y="13930"/>
                        <a:pt x="11180" y="12144"/>
                        <a:pt x="12180" y="10787"/>
                      </a:cubicBezTo>
                      <a:cubicBezTo>
                        <a:pt x="13145" y="9465"/>
                        <a:pt x="13645" y="8215"/>
                        <a:pt x="13645" y="7037"/>
                      </a:cubicBezTo>
                      <a:cubicBezTo>
                        <a:pt x="13645" y="5858"/>
                        <a:pt x="13216" y="4751"/>
                        <a:pt x="12323" y="3893"/>
                      </a:cubicBezTo>
                      <a:cubicBezTo>
                        <a:pt x="11430" y="3036"/>
                        <a:pt x="10287" y="2608"/>
                        <a:pt x="8858" y="2608"/>
                      </a:cubicBezTo>
                      <a:cubicBezTo>
                        <a:pt x="7358" y="2608"/>
                        <a:pt x="6144" y="3072"/>
                        <a:pt x="5215" y="3965"/>
                      </a:cubicBezTo>
                      <a:cubicBezTo>
                        <a:pt x="4322" y="4858"/>
                        <a:pt x="3858" y="6144"/>
                        <a:pt x="3822" y="7715"/>
                      </a:cubicBezTo>
                      <a:lnTo>
                        <a:pt x="607" y="7394"/>
                      </a:lnTo>
                      <a:cubicBezTo>
                        <a:pt x="821" y="5001"/>
                        <a:pt x="1643" y="3143"/>
                        <a:pt x="3108" y="1893"/>
                      </a:cubicBezTo>
                      <a:cubicBezTo>
                        <a:pt x="4536" y="607"/>
                        <a:pt x="6501" y="0"/>
                        <a:pt x="8894" y="0"/>
                      </a:cubicBezTo>
                      <a:cubicBezTo>
                        <a:pt x="11287" y="0"/>
                        <a:pt x="13287" y="679"/>
                        <a:pt x="14716" y="2036"/>
                      </a:cubicBezTo>
                      <a:cubicBezTo>
                        <a:pt x="16145" y="3393"/>
                        <a:pt x="16859" y="5108"/>
                        <a:pt x="16859" y="7108"/>
                      </a:cubicBezTo>
                      <a:cubicBezTo>
                        <a:pt x="16859" y="8144"/>
                        <a:pt x="16645" y="9144"/>
                        <a:pt x="16216" y="10108"/>
                      </a:cubicBezTo>
                      <a:cubicBezTo>
                        <a:pt x="15788" y="11108"/>
                        <a:pt x="15109" y="12144"/>
                        <a:pt x="14144" y="13216"/>
                      </a:cubicBezTo>
                      <a:cubicBezTo>
                        <a:pt x="13180" y="14288"/>
                        <a:pt x="11573" y="15823"/>
                        <a:pt x="9287" y="17716"/>
                      </a:cubicBezTo>
                      <a:cubicBezTo>
                        <a:pt x="7394" y="19324"/>
                        <a:pt x="6179" y="20360"/>
                        <a:pt x="5644" y="20931"/>
                      </a:cubicBezTo>
                      <a:cubicBezTo>
                        <a:pt x="5108" y="21503"/>
                        <a:pt x="4679" y="22074"/>
                        <a:pt x="4322" y="22646"/>
                      </a:cubicBezTo>
                      <a:lnTo>
                        <a:pt x="16859" y="2264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6" name="Freeform: Shape 12485">
                  <a:extLst>
                    <a:ext uri="{FF2B5EF4-FFF2-40B4-BE49-F238E27FC236}">
                      <a16:creationId xmlns:a16="http://schemas.microsoft.com/office/drawing/2014/main" id="{8A7CD37C-1476-B937-9283-94A412753DDF}"/>
                    </a:ext>
                  </a:extLst>
                </p:cNvPr>
                <p:cNvSpPr/>
                <p:nvPr/>
              </p:nvSpPr>
              <p:spPr>
                <a:xfrm>
                  <a:off x="5088467" y="97788"/>
                  <a:ext cx="36839" cy="57070"/>
                </a:xfrm>
                <a:custGeom>
                  <a:avLst/>
                  <a:gdLst>
                    <a:gd name="csX0" fmla="*/ 36 w 16787"/>
                    <a:gd name="csY0" fmla="*/ 18967 h 26146"/>
                    <a:gd name="csX1" fmla="*/ 3143 w 16787"/>
                    <a:gd name="csY1" fmla="*/ 18538 h 26146"/>
                    <a:gd name="csX2" fmla="*/ 5000 w 16787"/>
                    <a:gd name="csY2" fmla="*/ 22396 h 26146"/>
                    <a:gd name="csX3" fmla="*/ 8180 w 16787"/>
                    <a:gd name="csY3" fmla="*/ 23574 h 26146"/>
                    <a:gd name="csX4" fmla="*/ 11930 w 16787"/>
                    <a:gd name="csY4" fmla="*/ 22039 h 26146"/>
                    <a:gd name="csX5" fmla="*/ 13466 w 16787"/>
                    <a:gd name="csY5" fmla="*/ 18252 h 26146"/>
                    <a:gd name="csX6" fmla="*/ 12073 w 16787"/>
                    <a:gd name="csY6" fmla="*/ 14680 h 26146"/>
                    <a:gd name="csX7" fmla="*/ 8465 w 16787"/>
                    <a:gd name="csY7" fmla="*/ 13287 h 26146"/>
                    <a:gd name="csX8" fmla="*/ 6251 w 16787"/>
                    <a:gd name="csY8" fmla="*/ 13609 h 26146"/>
                    <a:gd name="csX9" fmla="*/ 6608 w 16787"/>
                    <a:gd name="csY9" fmla="*/ 10859 h 26146"/>
                    <a:gd name="csX10" fmla="*/ 7108 w 16787"/>
                    <a:gd name="csY10" fmla="*/ 10894 h 26146"/>
                    <a:gd name="csX11" fmla="*/ 10716 w 16787"/>
                    <a:gd name="csY11" fmla="*/ 9823 h 26146"/>
                    <a:gd name="csX12" fmla="*/ 12323 w 16787"/>
                    <a:gd name="csY12" fmla="*/ 6608 h 26146"/>
                    <a:gd name="csX13" fmla="*/ 11144 w 16787"/>
                    <a:gd name="csY13" fmla="*/ 3750 h 26146"/>
                    <a:gd name="csX14" fmla="*/ 8144 w 16787"/>
                    <a:gd name="csY14" fmla="*/ 2608 h 26146"/>
                    <a:gd name="csX15" fmla="*/ 5108 w 16787"/>
                    <a:gd name="csY15" fmla="*/ 3750 h 26146"/>
                    <a:gd name="csX16" fmla="*/ 3536 w 16787"/>
                    <a:gd name="csY16" fmla="*/ 7180 h 26146"/>
                    <a:gd name="csX17" fmla="*/ 393 w 16787"/>
                    <a:gd name="csY17" fmla="*/ 6608 h 26146"/>
                    <a:gd name="csX18" fmla="*/ 3000 w 16787"/>
                    <a:gd name="csY18" fmla="*/ 1715 h 26146"/>
                    <a:gd name="csX19" fmla="*/ 8072 w 16787"/>
                    <a:gd name="csY19" fmla="*/ 0 h 26146"/>
                    <a:gd name="csX20" fmla="*/ 11930 w 16787"/>
                    <a:gd name="csY20" fmla="*/ 893 h 26146"/>
                    <a:gd name="csX21" fmla="*/ 14609 w 16787"/>
                    <a:gd name="csY21" fmla="*/ 3358 h 26146"/>
                    <a:gd name="csX22" fmla="*/ 15538 w 16787"/>
                    <a:gd name="csY22" fmla="*/ 6644 h 26146"/>
                    <a:gd name="csX23" fmla="*/ 14645 w 16787"/>
                    <a:gd name="csY23" fmla="*/ 9644 h 26146"/>
                    <a:gd name="csX24" fmla="*/ 12001 w 16787"/>
                    <a:gd name="csY24" fmla="*/ 11823 h 26146"/>
                    <a:gd name="csX25" fmla="*/ 15538 w 16787"/>
                    <a:gd name="csY25" fmla="*/ 14002 h 26146"/>
                    <a:gd name="csX26" fmla="*/ 16788 w 16787"/>
                    <a:gd name="csY26" fmla="*/ 18145 h 26146"/>
                    <a:gd name="csX27" fmla="*/ 14323 w 16787"/>
                    <a:gd name="csY27" fmla="*/ 23824 h 26146"/>
                    <a:gd name="csX28" fmla="*/ 8144 w 16787"/>
                    <a:gd name="csY28" fmla="*/ 26146 h 26146"/>
                    <a:gd name="csX29" fmla="*/ 2536 w 16787"/>
                    <a:gd name="csY29" fmla="*/ 24146 h 26146"/>
                    <a:gd name="csX30" fmla="*/ 0 w 16787"/>
                    <a:gd name="csY30" fmla="*/ 18931 h 261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</a:cxnLst>
                  <a:rect l="l" t="t" r="r" b="b"/>
                  <a:pathLst>
                    <a:path w="16787" h="26146">
                      <a:moveTo>
                        <a:pt x="36" y="18967"/>
                      </a:moveTo>
                      <a:lnTo>
                        <a:pt x="3143" y="18538"/>
                      </a:lnTo>
                      <a:cubicBezTo>
                        <a:pt x="3500" y="20324"/>
                        <a:pt x="4108" y="21610"/>
                        <a:pt x="5000" y="22396"/>
                      </a:cubicBezTo>
                      <a:cubicBezTo>
                        <a:pt x="5893" y="23181"/>
                        <a:pt x="6929" y="23574"/>
                        <a:pt x="8180" y="23574"/>
                      </a:cubicBezTo>
                      <a:cubicBezTo>
                        <a:pt x="9644" y="23574"/>
                        <a:pt x="10894" y="23074"/>
                        <a:pt x="11930" y="22039"/>
                      </a:cubicBezTo>
                      <a:cubicBezTo>
                        <a:pt x="12966" y="21003"/>
                        <a:pt x="13466" y="19752"/>
                        <a:pt x="13466" y="18252"/>
                      </a:cubicBezTo>
                      <a:cubicBezTo>
                        <a:pt x="13466" y="16752"/>
                        <a:pt x="13002" y="15609"/>
                        <a:pt x="12073" y="14680"/>
                      </a:cubicBezTo>
                      <a:cubicBezTo>
                        <a:pt x="11108" y="13752"/>
                        <a:pt x="9930" y="13287"/>
                        <a:pt x="8465" y="13287"/>
                      </a:cubicBezTo>
                      <a:cubicBezTo>
                        <a:pt x="7894" y="13287"/>
                        <a:pt x="7144" y="13395"/>
                        <a:pt x="6251" y="13609"/>
                      </a:cubicBezTo>
                      <a:lnTo>
                        <a:pt x="6608" y="10859"/>
                      </a:lnTo>
                      <a:cubicBezTo>
                        <a:pt x="6822" y="10859"/>
                        <a:pt x="7001" y="10894"/>
                        <a:pt x="7108" y="10894"/>
                      </a:cubicBezTo>
                      <a:cubicBezTo>
                        <a:pt x="8430" y="10894"/>
                        <a:pt x="9644" y="10537"/>
                        <a:pt x="10716" y="9823"/>
                      </a:cubicBezTo>
                      <a:cubicBezTo>
                        <a:pt x="11787" y="9108"/>
                        <a:pt x="12323" y="8037"/>
                        <a:pt x="12323" y="6608"/>
                      </a:cubicBezTo>
                      <a:cubicBezTo>
                        <a:pt x="12323" y="5465"/>
                        <a:pt x="11930" y="4501"/>
                        <a:pt x="11144" y="3750"/>
                      </a:cubicBezTo>
                      <a:cubicBezTo>
                        <a:pt x="10394" y="3000"/>
                        <a:pt x="9358" y="2608"/>
                        <a:pt x="8144" y="2608"/>
                      </a:cubicBezTo>
                      <a:cubicBezTo>
                        <a:pt x="6929" y="2608"/>
                        <a:pt x="5929" y="3000"/>
                        <a:pt x="5108" y="3750"/>
                      </a:cubicBezTo>
                      <a:cubicBezTo>
                        <a:pt x="4286" y="4501"/>
                        <a:pt x="3750" y="5679"/>
                        <a:pt x="3536" y="7180"/>
                      </a:cubicBezTo>
                      <a:lnTo>
                        <a:pt x="393" y="6608"/>
                      </a:lnTo>
                      <a:cubicBezTo>
                        <a:pt x="786" y="4501"/>
                        <a:pt x="1643" y="2857"/>
                        <a:pt x="3000" y="1715"/>
                      </a:cubicBezTo>
                      <a:cubicBezTo>
                        <a:pt x="4358" y="572"/>
                        <a:pt x="6036" y="0"/>
                        <a:pt x="8072" y="0"/>
                      </a:cubicBezTo>
                      <a:cubicBezTo>
                        <a:pt x="9465" y="0"/>
                        <a:pt x="10751" y="286"/>
                        <a:pt x="11930" y="893"/>
                      </a:cubicBezTo>
                      <a:cubicBezTo>
                        <a:pt x="13109" y="1500"/>
                        <a:pt x="14002" y="2322"/>
                        <a:pt x="14609" y="3358"/>
                      </a:cubicBezTo>
                      <a:cubicBezTo>
                        <a:pt x="15216" y="4393"/>
                        <a:pt x="15538" y="5501"/>
                        <a:pt x="15538" y="6644"/>
                      </a:cubicBezTo>
                      <a:cubicBezTo>
                        <a:pt x="15538" y="7787"/>
                        <a:pt x="15216" y="8751"/>
                        <a:pt x="14645" y="9644"/>
                      </a:cubicBezTo>
                      <a:cubicBezTo>
                        <a:pt x="14037" y="10573"/>
                        <a:pt x="13180" y="11287"/>
                        <a:pt x="12001" y="11823"/>
                      </a:cubicBezTo>
                      <a:cubicBezTo>
                        <a:pt x="13502" y="12144"/>
                        <a:pt x="14680" y="12895"/>
                        <a:pt x="15538" y="14002"/>
                      </a:cubicBezTo>
                      <a:cubicBezTo>
                        <a:pt x="16359" y="15109"/>
                        <a:pt x="16788" y="16466"/>
                        <a:pt x="16788" y="18145"/>
                      </a:cubicBezTo>
                      <a:cubicBezTo>
                        <a:pt x="16788" y="20360"/>
                        <a:pt x="15966" y="22253"/>
                        <a:pt x="14323" y="23824"/>
                      </a:cubicBezTo>
                      <a:cubicBezTo>
                        <a:pt x="12716" y="25360"/>
                        <a:pt x="10644" y="26146"/>
                        <a:pt x="8144" y="26146"/>
                      </a:cubicBezTo>
                      <a:cubicBezTo>
                        <a:pt x="5893" y="26146"/>
                        <a:pt x="4036" y="25503"/>
                        <a:pt x="2536" y="24146"/>
                      </a:cubicBezTo>
                      <a:cubicBezTo>
                        <a:pt x="1072" y="22789"/>
                        <a:pt x="214" y="21074"/>
                        <a:pt x="0" y="1893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7" name="Freeform: Shape 12486">
                  <a:extLst>
                    <a:ext uri="{FF2B5EF4-FFF2-40B4-BE49-F238E27FC236}">
                      <a16:creationId xmlns:a16="http://schemas.microsoft.com/office/drawing/2014/main" id="{0136EB68-983D-880C-D9BB-F2F770974BDA}"/>
                    </a:ext>
                  </a:extLst>
                </p:cNvPr>
                <p:cNvSpPr/>
                <p:nvPr/>
              </p:nvSpPr>
              <p:spPr>
                <a:xfrm>
                  <a:off x="4909282" y="99192"/>
                  <a:ext cx="38798" cy="55743"/>
                </a:xfrm>
                <a:custGeom>
                  <a:avLst/>
                  <a:gdLst>
                    <a:gd name="csX0" fmla="*/ 11108 w 17680"/>
                    <a:gd name="csY0" fmla="*/ 25539 h 25538"/>
                    <a:gd name="csX1" fmla="*/ 11108 w 17680"/>
                    <a:gd name="csY1" fmla="*/ 19431 h 25538"/>
                    <a:gd name="csX2" fmla="*/ 0 w 17680"/>
                    <a:gd name="csY2" fmla="*/ 19431 h 25538"/>
                    <a:gd name="csX3" fmla="*/ 0 w 17680"/>
                    <a:gd name="csY3" fmla="*/ 16574 h 25538"/>
                    <a:gd name="csX4" fmla="*/ 11680 w 17680"/>
                    <a:gd name="csY4" fmla="*/ 0 h 25538"/>
                    <a:gd name="csX5" fmla="*/ 14216 w 17680"/>
                    <a:gd name="csY5" fmla="*/ 0 h 25538"/>
                    <a:gd name="csX6" fmla="*/ 14216 w 17680"/>
                    <a:gd name="csY6" fmla="*/ 16574 h 25538"/>
                    <a:gd name="csX7" fmla="*/ 17681 w 17680"/>
                    <a:gd name="csY7" fmla="*/ 16574 h 25538"/>
                    <a:gd name="csX8" fmla="*/ 17681 w 17680"/>
                    <a:gd name="csY8" fmla="*/ 19431 h 25538"/>
                    <a:gd name="csX9" fmla="*/ 14216 w 17680"/>
                    <a:gd name="csY9" fmla="*/ 19431 h 25538"/>
                    <a:gd name="csX10" fmla="*/ 14216 w 17680"/>
                    <a:gd name="csY10" fmla="*/ 25539 h 25538"/>
                    <a:gd name="csX11" fmla="*/ 11108 w 17680"/>
                    <a:gd name="csY11" fmla="*/ 25539 h 25538"/>
                    <a:gd name="csX12" fmla="*/ 11108 w 17680"/>
                    <a:gd name="csY12" fmla="*/ 16538 h 25538"/>
                    <a:gd name="csX13" fmla="*/ 11108 w 17680"/>
                    <a:gd name="csY13" fmla="*/ 5001 h 25538"/>
                    <a:gd name="csX14" fmla="*/ 3108 w 17680"/>
                    <a:gd name="csY14" fmla="*/ 16538 h 25538"/>
                    <a:gd name="csX15" fmla="*/ 11108 w 17680"/>
                    <a:gd name="csY15" fmla="*/ 16538 h 2553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17680" h="25538">
                      <a:moveTo>
                        <a:pt x="11108" y="25539"/>
                      </a:moveTo>
                      <a:lnTo>
                        <a:pt x="11108" y="19431"/>
                      </a:lnTo>
                      <a:cubicBezTo>
                        <a:pt x="11108" y="19431"/>
                        <a:pt x="0" y="19431"/>
                        <a:pt x="0" y="19431"/>
                      </a:cubicBezTo>
                      <a:lnTo>
                        <a:pt x="0" y="16574"/>
                      </a:lnTo>
                      <a:cubicBezTo>
                        <a:pt x="0" y="16574"/>
                        <a:pt x="11680" y="0"/>
                        <a:pt x="11680" y="0"/>
                      </a:cubicBezTo>
                      <a:lnTo>
                        <a:pt x="14216" y="0"/>
                      </a:lnTo>
                      <a:lnTo>
                        <a:pt x="14216" y="16574"/>
                      </a:lnTo>
                      <a:cubicBezTo>
                        <a:pt x="14216" y="16574"/>
                        <a:pt x="17681" y="16574"/>
                        <a:pt x="17681" y="16574"/>
                      </a:cubicBezTo>
                      <a:lnTo>
                        <a:pt x="17681" y="19431"/>
                      </a:lnTo>
                      <a:lnTo>
                        <a:pt x="14216" y="19431"/>
                      </a:lnTo>
                      <a:cubicBezTo>
                        <a:pt x="14216" y="19431"/>
                        <a:pt x="14216" y="25539"/>
                        <a:pt x="14216" y="25539"/>
                      </a:cubicBezTo>
                      <a:lnTo>
                        <a:pt x="11108" y="25539"/>
                      </a:lnTo>
                      <a:moveTo>
                        <a:pt x="11108" y="16538"/>
                      </a:moveTo>
                      <a:lnTo>
                        <a:pt x="11108" y="5001"/>
                      </a:lnTo>
                      <a:cubicBezTo>
                        <a:pt x="11108" y="5001"/>
                        <a:pt x="3108" y="16538"/>
                        <a:pt x="3108" y="16538"/>
                      </a:cubicBezTo>
                      <a:lnTo>
                        <a:pt x="11108" y="1653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8" name="Freeform: Shape 12487">
                  <a:extLst>
                    <a:ext uri="{FF2B5EF4-FFF2-40B4-BE49-F238E27FC236}">
                      <a16:creationId xmlns:a16="http://schemas.microsoft.com/office/drawing/2014/main" id="{2E69978B-153C-21C3-86E8-A0892C899102}"/>
                    </a:ext>
                  </a:extLst>
                </p:cNvPr>
                <p:cNvSpPr/>
                <p:nvPr/>
              </p:nvSpPr>
              <p:spPr>
                <a:xfrm>
                  <a:off x="4733074" y="98803"/>
                  <a:ext cx="37231" cy="55979"/>
                </a:xfrm>
                <a:custGeom>
                  <a:avLst/>
                  <a:gdLst>
                    <a:gd name="csX0" fmla="*/ 107 w 16966"/>
                    <a:gd name="csY0" fmla="*/ 18574 h 25646"/>
                    <a:gd name="csX1" fmla="*/ 3393 w 16966"/>
                    <a:gd name="csY1" fmla="*/ 18288 h 25646"/>
                    <a:gd name="csX2" fmla="*/ 5108 w 16966"/>
                    <a:gd name="csY2" fmla="*/ 21896 h 25646"/>
                    <a:gd name="csX3" fmla="*/ 8323 w 16966"/>
                    <a:gd name="csY3" fmla="*/ 23110 h 25646"/>
                    <a:gd name="csX4" fmla="*/ 12144 w 16966"/>
                    <a:gd name="csY4" fmla="*/ 21395 h 25646"/>
                    <a:gd name="csX5" fmla="*/ 13716 w 16966"/>
                    <a:gd name="csY5" fmla="*/ 16859 h 25646"/>
                    <a:gd name="csX6" fmla="*/ 12216 w 16966"/>
                    <a:gd name="csY6" fmla="*/ 12609 h 25646"/>
                    <a:gd name="csX7" fmla="*/ 8251 w 16966"/>
                    <a:gd name="csY7" fmla="*/ 11073 h 25646"/>
                    <a:gd name="csX8" fmla="*/ 5501 w 16966"/>
                    <a:gd name="csY8" fmla="*/ 11751 h 25646"/>
                    <a:gd name="csX9" fmla="*/ 3572 w 16966"/>
                    <a:gd name="csY9" fmla="*/ 13537 h 25646"/>
                    <a:gd name="csX10" fmla="*/ 607 w 16966"/>
                    <a:gd name="csY10" fmla="*/ 13144 h 25646"/>
                    <a:gd name="csX11" fmla="*/ 3108 w 16966"/>
                    <a:gd name="csY11" fmla="*/ 0 h 25646"/>
                    <a:gd name="csX12" fmla="*/ 15823 w 16966"/>
                    <a:gd name="csY12" fmla="*/ 0 h 25646"/>
                    <a:gd name="csX13" fmla="*/ 15823 w 16966"/>
                    <a:gd name="csY13" fmla="*/ 3000 h 25646"/>
                    <a:gd name="csX14" fmla="*/ 5608 w 16966"/>
                    <a:gd name="csY14" fmla="*/ 3000 h 25646"/>
                    <a:gd name="csX15" fmla="*/ 4215 w 16966"/>
                    <a:gd name="csY15" fmla="*/ 9858 h 25646"/>
                    <a:gd name="csX16" fmla="*/ 9037 w 16966"/>
                    <a:gd name="csY16" fmla="*/ 8251 h 25646"/>
                    <a:gd name="csX17" fmla="*/ 14680 w 16966"/>
                    <a:gd name="csY17" fmla="*/ 10573 h 25646"/>
                    <a:gd name="csX18" fmla="*/ 16966 w 16966"/>
                    <a:gd name="csY18" fmla="*/ 16538 h 25646"/>
                    <a:gd name="csX19" fmla="*/ 14930 w 16966"/>
                    <a:gd name="csY19" fmla="*/ 22539 h 25646"/>
                    <a:gd name="csX20" fmla="*/ 8215 w 16966"/>
                    <a:gd name="csY20" fmla="*/ 25646 h 25646"/>
                    <a:gd name="csX21" fmla="*/ 2536 w 16966"/>
                    <a:gd name="csY21" fmla="*/ 23682 h 25646"/>
                    <a:gd name="csX22" fmla="*/ 0 w 16966"/>
                    <a:gd name="csY22" fmla="*/ 18502 h 256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6966" h="25646">
                      <a:moveTo>
                        <a:pt x="107" y="18574"/>
                      </a:moveTo>
                      <a:lnTo>
                        <a:pt x="3393" y="18288"/>
                      </a:lnTo>
                      <a:cubicBezTo>
                        <a:pt x="3643" y="19895"/>
                        <a:pt x="4215" y="21110"/>
                        <a:pt x="5108" y="21896"/>
                      </a:cubicBezTo>
                      <a:cubicBezTo>
                        <a:pt x="6001" y="22717"/>
                        <a:pt x="7072" y="23110"/>
                        <a:pt x="8323" y="23110"/>
                      </a:cubicBezTo>
                      <a:cubicBezTo>
                        <a:pt x="9823" y="23110"/>
                        <a:pt x="11108" y="22539"/>
                        <a:pt x="12144" y="21395"/>
                      </a:cubicBezTo>
                      <a:cubicBezTo>
                        <a:pt x="13180" y="20252"/>
                        <a:pt x="13716" y="18752"/>
                        <a:pt x="13716" y="16859"/>
                      </a:cubicBezTo>
                      <a:cubicBezTo>
                        <a:pt x="13716" y="14966"/>
                        <a:pt x="13216" y="13645"/>
                        <a:pt x="12216" y="12609"/>
                      </a:cubicBezTo>
                      <a:cubicBezTo>
                        <a:pt x="11216" y="11573"/>
                        <a:pt x="9894" y="11073"/>
                        <a:pt x="8251" y="11073"/>
                      </a:cubicBezTo>
                      <a:cubicBezTo>
                        <a:pt x="7251" y="11073"/>
                        <a:pt x="6322" y="11287"/>
                        <a:pt x="5501" y="11751"/>
                      </a:cubicBezTo>
                      <a:cubicBezTo>
                        <a:pt x="4679" y="12216"/>
                        <a:pt x="4036" y="12823"/>
                        <a:pt x="3572" y="13537"/>
                      </a:cubicBezTo>
                      <a:lnTo>
                        <a:pt x="607" y="13144"/>
                      </a:lnTo>
                      <a:lnTo>
                        <a:pt x="3108" y="0"/>
                      </a:lnTo>
                      <a:lnTo>
                        <a:pt x="15823" y="0"/>
                      </a:lnTo>
                      <a:lnTo>
                        <a:pt x="15823" y="3000"/>
                      </a:lnTo>
                      <a:lnTo>
                        <a:pt x="5608" y="3000"/>
                      </a:lnTo>
                      <a:cubicBezTo>
                        <a:pt x="5608" y="3000"/>
                        <a:pt x="4215" y="9858"/>
                        <a:pt x="4215" y="9858"/>
                      </a:cubicBezTo>
                      <a:cubicBezTo>
                        <a:pt x="5751" y="8787"/>
                        <a:pt x="7358" y="8251"/>
                        <a:pt x="9037" y="8251"/>
                      </a:cubicBezTo>
                      <a:cubicBezTo>
                        <a:pt x="11251" y="8251"/>
                        <a:pt x="13144" y="9001"/>
                        <a:pt x="14680" y="10573"/>
                      </a:cubicBezTo>
                      <a:cubicBezTo>
                        <a:pt x="16216" y="12109"/>
                        <a:pt x="16966" y="14109"/>
                        <a:pt x="16966" y="16538"/>
                      </a:cubicBezTo>
                      <a:cubicBezTo>
                        <a:pt x="16966" y="18967"/>
                        <a:pt x="16288" y="20860"/>
                        <a:pt x="14930" y="22539"/>
                      </a:cubicBezTo>
                      <a:cubicBezTo>
                        <a:pt x="13287" y="24610"/>
                        <a:pt x="11037" y="25646"/>
                        <a:pt x="8215" y="25646"/>
                      </a:cubicBezTo>
                      <a:cubicBezTo>
                        <a:pt x="5894" y="25646"/>
                        <a:pt x="4000" y="25003"/>
                        <a:pt x="2536" y="23682"/>
                      </a:cubicBezTo>
                      <a:cubicBezTo>
                        <a:pt x="1072" y="22396"/>
                        <a:pt x="214" y="20645"/>
                        <a:pt x="0" y="1850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3572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2489" name="TextBox 12488">
                  <a:extLst>
                    <a:ext uri="{FF2B5EF4-FFF2-40B4-BE49-F238E27FC236}">
                      <a16:creationId xmlns:a16="http://schemas.microsoft.com/office/drawing/2014/main" id="{5E726939-DC37-55B8-4121-231530D16D5A}"/>
                    </a:ext>
                  </a:extLst>
                </p:cNvPr>
                <p:cNvSpPr txBox="1"/>
                <p:nvPr/>
              </p:nvSpPr>
              <p:spPr>
                <a:xfrm>
                  <a:off x="3094542" y="76572"/>
                  <a:ext cx="1586534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 b="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Scaled Proportion of Region</a:t>
                  </a:r>
                </a:p>
              </p:txBody>
            </p:sp>
          </p:grpSp>
        </p:grpSp>
        <p:sp>
          <p:nvSpPr>
            <p:cNvPr id="12490" name="TextBox 12489">
              <a:extLst>
                <a:ext uri="{FF2B5EF4-FFF2-40B4-BE49-F238E27FC236}">
                  <a16:creationId xmlns:a16="http://schemas.microsoft.com/office/drawing/2014/main" id="{85C5882C-D3D3-4E96-7970-9EDA195659E9}"/>
                </a:ext>
              </a:extLst>
            </p:cNvPr>
            <p:cNvSpPr txBox="1"/>
            <p:nvPr/>
          </p:nvSpPr>
          <p:spPr>
            <a:xfrm rot="16200000">
              <a:off x="2359660" y="1011321"/>
              <a:ext cx="1135275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50" b="1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Multiome</a:t>
              </a:r>
              <a:r>
                <a:rPr lang="en-US" sz="850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Cluster</a:t>
              </a:r>
            </a:p>
          </p:txBody>
        </p:sp>
      </p:grpSp>
      <p:pic>
        <p:nvPicPr>
          <p:cNvPr id="15620" name="Graphic 15619">
            <a:extLst>
              <a:ext uri="{FF2B5EF4-FFF2-40B4-BE49-F238E27FC236}">
                <a16:creationId xmlns:a16="http://schemas.microsoft.com/office/drawing/2014/main" id="{EC6CB3C2-0071-66B4-D581-23E4F64DB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1845" y="237074"/>
            <a:ext cx="2954402" cy="4623759"/>
          </a:xfrm>
          <a:prstGeom prst="rect">
            <a:avLst/>
          </a:prstGeom>
        </p:spPr>
      </p:pic>
      <p:sp>
        <p:nvSpPr>
          <p:cNvPr id="15623" name="TextBox 15622">
            <a:extLst>
              <a:ext uri="{FF2B5EF4-FFF2-40B4-BE49-F238E27FC236}">
                <a16:creationId xmlns:a16="http://schemas.microsoft.com/office/drawing/2014/main" id="{DCD93E02-12EE-B79B-53B0-F34327B8962C}"/>
              </a:ext>
            </a:extLst>
          </p:cNvPr>
          <p:cNvSpPr txBox="1"/>
          <p:nvPr/>
        </p:nvSpPr>
        <p:spPr>
          <a:xfrm>
            <a:off x="4681655" y="4860832"/>
            <a:ext cx="1072731" cy="2231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50" b="1" dirty="0" err="1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Multiome</a:t>
            </a:r>
            <a:r>
              <a:rPr lang="en-US" sz="850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 Cluster</a:t>
            </a:r>
          </a:p>
        </p:txBody>
      </p:sp>
      <p:sp>
        <p:nvSpPr>
          <p:cNvPr id="15628" name="TextBox 15627">
            <a:extLst>
              <a:ext uri="{FF2B5EF4-FFF2-40B4-BE49-F238E27FC236}">
                <a16:creationId xmlns:a16="http://schemas.microsoft.com/office/drawing/2014/main" id="{C5363FD0-2C65-ACBE-A489-F7AE2DF9C4F0}"/>
              </a:ext>
            </a:extLst>
          </p:cNvPr>
          <p:cNvSpPr txBox="1"/>
          <p:nvPr/>
        </p:nvSpPr>
        <p:spPr>
          <a:xfrm>
            <a:off x="-12022" y="4972401"/>
            <a:ext cx="341761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3024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875" name="Graphic 15874">
            <a:extLst>
              <a:ext uri="{FF2B5EF4-FFF2-40B4-BE49-F238E27FC236}">
                <a16:creationId xmlns:a16="http://schemas.microsoft.com/office/drawing/2014/main" id="{FD0073EA-AE5E-95B2-995D-44A208CCC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101" r="36528" b="50000"/>
          <a:stretch>
            <a:fillRect/>
          </a:stretch>
        </p:blipFill>
        <p:spPr>
          <a:xfrm>
            <a:off x="176231" y="4972401"/>
            <a:ext cx="6394468" cy="2417399"/>
          </a:xfrm>
          <a:prstGeom prst="rect">
            <a:avLst/>
          </a:prstGeom>
        </p:spPr>
      </p:pic>
      <p:sp>
        <p:nvSpPr>
          <p:cNvPr id="16904" name="TextBox 16903">
            <a:extLst>
              <a:ext uri="{FF2B5EF4-FFF2-40B4-BE49-F238E27FC236}">
                <a16:creationId xmlns:a16="http://schemas.microsoft.com/office/drawing/2014/main" id="{A7855730-57AE-0CA5-DBF5-C5CF3C2BCCB0}"/>
              </a:ext>
            </a:extLst>
          </p:cNvPr>
          <p:cNvSpPr txBox="1"/>
          <p:nvPr/>
        </p:nvSpPr>
        <p:spPr>
          <a:xfrm>
            <a:off x="-5204" y="80037"/>
            <a:ext cx="330540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3024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544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EA551-59F9-BBDC-CF12-E272068C6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aphic 2">
            <a:extLst>
              <a:ext uri="{FF2B5EF4-FFF2-40B4-BE49-F238E27FC236}">
                <a16:creationId xmlns:a16="http://schemas.microsoft.com/office/drawing/2014/main" id="{FD50A3BF-1E1C-6035-F79D-C6208034D8CD}"/>
              </a:ext>
            </a:extLst>
          </p:cNvPr>
          <p:cNvGrpSpPr/>
          <p:nvPr/>
        </p:nvGrpSpPr>
        <p:grpSpPr>
          <a:xfrm>
            <a:off x="-12674" y="-5702"/>
            <a:ext cx="1830670" cy="1836670"/>
            <a:chOff x="-1959531" y="2378551"/>
            <a:chExt cx="1830670" cy="183667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258598-8366-3F1F-A583-4738EB2C36B3}"/>
                </a:ext>
              </a:extLst>
            </p:cNvPr>
            <p:cNvSpPr/>
            <p:nvPr/>
          </p:nvSpPr>
          <p:spPr>
            <a:xfrm>
              <a:off x="-1957661" y="2386421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844B887-0B68-A65E-5BF2-2566A839E016}"/>
                </a:ext>
              </a:extLst>
            </p:cNvPr>
            <p:cNvSpPr/>
            <p:nvPr/>
          </p:nvSpPr>
          <p:spPr>
            <a:xfrm>
              <a:off x="-1957661" y="2386421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7" name="Graphic 2">
              <a:extLst>
                <a:ext uri="{FF2B5EF4-FFF2-40B4-BE49-F238E27FC236}">
                  <a16:creationId xmlns:a16="http://schemas.microsoft.com/office/drawing/2014/main" id="{DA4A94DE-59A7-42B2-09F1-693EEF1C2416}"/>
                </a:ext>
              </a:extLst>
            </p:cNvPr>
            <p:cNvGrpSpPr/>
            <p:nvPr/>
          </p:nvGrpSpPr>
          <p:grpSpPr>
            <a:xfrm>
              <a:off x="-1437469" y="2680807"/>
              <a:ext cx="1239139" cy="1134491"/>
              <a:chOff x="-1437469" y="2680807"/>
              <a:chExt cx="1239139" cy="1134491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B356D37-1881-85CC-A08E-99AA81338294}"/>
                  </a:ext>
                </a:extLst>
              </p:cNvPr>
              <p:cNvSpPr/>
              <p:nvPr/>
            </p:nvSpPr>
            <p:spPr>
              <a:xfrm>
                <a:off x="-1437469" y="2680807"/>
                <a:ext cx="123913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F7614ED-B97F-AD26-61A1-B76ADCF3D8EE}"/>
                  </a:ext>
                </a:extLst>
              </p:cNvPr>
              <p:cNvSpPr/>
              <p:nvPr/>
            </p:nvSpPr>
            <p:spPr>
              <a:xfrm>
                <a:off x="-1366095" y="3427567"/>
                <a:ext cx="143001" cy="387603"/>
              </a:xfrm>
              <a:prstGeom prst="rect">
                <a:avLst/>
              </a:pr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ABA655D-4C3F-A017-82FB-CD96AEED7F91}"/>
                  </a:ext>
                </a:extLst>
              </p:cNvPr>
              <p:cNvSpPr/>
              <p:nvPr/>
            </p:nvSpPr>
            <p:spPr>
              <a:xfrm>
                <a:off x="-1127716" y="3361273"/>
                <a:ext cx="143002" cy="454025"/>
              </a:xfrm>
              <a:prstGeom prst="rect">
                <a:avLst/>
              </a:pr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747D6CA-03DC-D34E-BE50-2E2200EDE6D4}"/>
                  </a:ext>
                </a:extLst>
              </p:cNvPr>
              <p:cNvSpPr/>
              <p:nvPr/>
            </p:nvSpPr>
            <p:spPr>
              <a:xfrm>
                <a:off x="-889464" y="3316569"/>
                <a:ext cx="143002" cy="498602"/>
              </a:xfrm>
              <a:prstGeom prst="rect">
                <a:avLst/>
              </a:pr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901AFA6-511D-6534-FCDD-0E742D24843C}"/>
                  </a:ext>
                </a:extLst>
              </p:cNvPr>
              <p:cNvSpPr/>
              <p:nvPr/>
            </p:nvSpPr>
            <p:spPr>
              <a:xfrm>
                <a:off x="-651212" y="3363178"/>
                <a:ext cx="143002" cy="451993"/>
              </a:xfrm>
              <a:prstGeom prst="rect">
                <a:avLst/>
              </a:pr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97DBBE0-AE62-F066-0026-B7F43C61A82C}"/>
                  </a:ext>
                </a:extLst>
              </p:cNvPr>
              <p:cNvSpPr/>
              <p:nvPr/>
            </p:nvSpPr>
            <p:spPr>
              <a:xfrm>
                <a:off x="-412960" y="3424392"/>
                <a:ext cx="143001" cy="390778"/>
              </a:xfrm>
              <a:prstGeom prst="rect">
                <a:avLst/>
              </a:pr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85DF5C6F-ABDD-00A3-BA18-108ED22B3E8E}"/>
                  </a:ext>
                </a:extLst>
              </p:cNvPr>
              <p:cNvSpPr/>
              <p:nvPr/>
            </p:nvSpPr>
            <p:spPr>
              <a:xfrm>
                <a:off x="-1342219" y="3408390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35C8FD-5025-E305-51CE-346B520DABC8}"/>
                  </a:ext>
                </a:extLst>
              </p:cNvPr>
              <p:cNvSpPr/>
              <p:nvPr/>
            </p:nvSpPr>
            <p:spPr>
              <a:xfrm>
                <a:off x="-1294594" y="3408390"/>
                <a:ext cx="12700" cy="38353"/>
              </a:xfrm>
              <a:custGeom>
                <a:avLst/>
                <a:gdLst>
                  <a:gd name="csX0" fmla="*/ 0 w 12700"/>
                  <a:gd name="csY0" fmla="*/ 0 h 38353"/>
                  <a:gd name="csX1" fmla="*/ 0 w 12700"/>
                  <a:gd name="csY1" fmla="*/ 38354 h 3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8353">
                    <a:moveTo>
                      <a:pt x="0" y="0"/>
                    </a:moveTo>
                    <a:lnTo>
                      <a:pt x="0" y="3835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EFAF40AF-8BC5-40FA-D142-45ACF7EAD90C}"/>
                  </a:ext>
                </a:extLst>
              </p:cNvPr>
              <p:cNvSpPr/>
              <p:nvPr/>
            </p:nvSpPr>
            <p:spPr>
              <a:xfrm>
                <a:off x="-1342219" y="344674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09829C44-2322-327B-9A33-2D77F9D64490}"/>
                  </a:ext>
                </a:extLst>
              </p:cNvPr>
              <p:cNvSpPr/>
              <p:nvPr/>
            </p:nvSpPr>
            <p:spPr>
              <a:xfrm>
                <a:off x="-1103966" y="330831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5FCF3913-B1BC-472A-A52D-AC978A11049B}"/>
                  </a:ext>
                </a:extLst>
              </p:cNvPr>
              <p:cNvSpPr/>
              <p:nvPr/>
            </p:nvSpPr>
            <p:spPr>
              <a:xfrm>
                <a:off x="-1056214" y="3308313"/>
                <a:ext cx="12700" cy="105791"/>
              </a:xfrm>
              <a:custGeom>
                <a:avLst/>
                <a:gdLst>
                  <a:gd name="csX0" fmla="*/ 0 w 12700"/>
                  <a:gd name="csY0" fmla="*/ 0 h 105791"/>
                  <a:gd name="csX1" fmla="*/ 0 w 12700"/>
                  <a:gd name="csY1" fmla="*/ 105791 h 1057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5791">
                    <a:moveTo>
                      <a:pt x="0" y="0"/>
                    </a:moveTo>
                    <a:lnTo>
                      <a:pt x="0" y="10579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D465B6A-40CE-EC38-F2D4-65A91A0A94A6}"/>
                  </a:ext>
                </a:extLst>
              </p:cNvPr>
              <p:cNvSpPr/>
              <p:nvPr/>
            </p:nvSpPr>
            <p:spPr>
              <a:xfrm>
                <a:off x="-1103966" y="3414104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1FDC682A-9A43-1C63-CFA1-A5B59D98C275}"/>
                  </a:ext>
                </a:extLst>
              </p:cNvPr>
              <p:cNvSpPr/>
              <p:nvPr/>
            </p:nvSpPr>
            <p:spPr>
              <a:xfrm>
                <a:off x="-865588" y="3305773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97C67ABE-9B8D-447A-007E-52DA6E7727CF}"/>
                  </a:ext>
                </a:extLst>
              </p:cNvPr>
              <p:cNvSpPr/>
              <p:nvPr/>
            </p:nvSpPr>
            <p:spPr>
              <a:xfrm>
                <a:off x="-817963" y="3305773"/>
                <a:ext cx="12700" cy="21589"/>
              </a:xfrm>
              <a:custGeom>
                <a:avLst/>
                <a:gdLst>
                  <a:gd name="csX0" fmla="*/ 0 w 12700"/>
                  <a:gd name="csY0" fmla="*/ 0 h 21589"/>
                  <a:gd name="csX1" fmla="*/ 0 w 12700"/>
                  <a:gd name="csY1" fmla="*/ 21590 h 215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1589">
                    <a:moveTo>
                      <a:pt x="0" y="0"/>
                    </a:moveTo>
                    <a:lnTo>
                      <a:pt x="0" y="2159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700C9528-380C-7525-3B81-4A60F7CF900B}"/>
                  </a:ext>
                </a:extLst>
              </p:cNvPr>
              <p:cNvSpPr/>
              <p:nvPr/>
            </p:nvSpPr>
            <p:spPr>
              <a:xfrm>
                <a:off x="-865588" y="3327363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5C1A13A-DBF5-859E-5A19-6DD04EDA93FE}"/>
                  </a:ext>
                </a:extLst>
              </p:cNvPr>
              <p:cNvSpPr/>
              <p:nvPr/>
            </p:nvSpPr>
            <p:spPr>
              <a:xfrm>
                <a:off x="-389083" y="339594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6A665634-E201-C6DE-573B-8C865BDA962E}"/>
                  </a:ext>
                </a:extLst>
              </p:cNvPr>
              <p:cNvSpPr/>
              <p:nvPr/>
            </p:nvSpPr>
            <p:spPr>
              <a:xfrm>
                <a:off x="-341458" y="3395943"/>
                <a:ext cx="12700" cy="56769"/>
              </a:xfrm>
              <a:custGeom>
                <a:avLst/>
                <a:gdLst>
                  <a:gd name="csX0" fmla="*/ 0 w 12700"/>
                  <a:gd name="csY0" fmla="*/ 0 h 56769"/>
                  <a:gd name="csX1" fmla="*/ 0 w 12700"/>
                  <a:gd name="csY1" fmla="*/ 56769 h 56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6769">
                    <a:moveTo>
                      <a:pt x="0" y="0"/>
                    </a:moveTo>
                    <a:lnTo>
                      <a:pt x="0" y="5676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7936730E-A1D5-D3BF-E40A-0D3DEE103BBB}"/>
                  </a:ext>
                </a:extLst>
              </p:cNvPr>
              <p:cNvSpPr/>
              <p:nvPr/>
            </p:nvSpPr>
            <p:spPr>
              <a:xfrm>
                <a:off x="-389083" y="3452712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7C6BF55-129C-12C9-49E1-EC07DF3CBC25}"/>
                  </a:ext>
                </a:extLst>
              </p:cNvPr>
              <p:cNvSpPr/>
              <p:nvPr/>
            </p:nvSpPr>
            <p:spPr>
              <a:xfrm>
                <a:off x="-816312" y="330920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52D58A7-8E3A-97F1-4CB9-2B6B18492C43}"/>
                  </a:ext>
                </a:extLst>
              </p:cNvPr>
              <p:cNvSpPr/>
              <p:nvPr/>
            </p:nvSpPr>
            <p:spPr>
              <a:xfrm>
                <a:off x="-1053421" y="348078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242DD9A-8415-4490-9A12-1F635876CCFF}"/>
                  </a:ext>
                </a:extLst>
              </p:cNvPr>
              <p:cNvSpPr/>
              <p:nvPr/>
            </p:nvSpPr>
            <p:spPr>
              <a:xfrm>
                <a:off x="-1084536" y="3172932"/>
                <a:ext cx="36068" cy="36067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59F9FDF-9CD4-E2A3-E7D8-3FD9A769DECE}"/>
                  </a:ext>
                </a:extLst>
              </p:cNvPr>
              <p:cNvSpPr/>
              <p:nvPr/>
            </p:nvSpPr>
            <p:spPr>
              <a:xfrm>
                <a:off x="-343745" y="338083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0BC8D87-FF5C-67FF-0968-D116C005B05A}"/>
                  </a:ext>
                </a:extLst>
              </p:cNvPr>
              <p:cNvSpPr/>
              <p:nvPr/>
            </p:nvSpPr>
            <p:spPr>
              <a:xfrm>
                <a:off x="-1305897" y="345880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8207E6C-703A-DA3D-63AC-AB801786C397}"/>
                  </a:ext>
                </a:extLst>
              </p:cNvPr>
              <p:cNvSpPr/>
              <p:nvPr/>
            </p:nvSpPr>
            <p:spPr>
              <a:xfrm>
                <a:off x="-358604" y="330907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F939681-766B-422A-532F-249048BB257C}"/>
                  </a:ext>
                </a:extLst>
              </p:cNvPr>
              <p:cNvSpPr/>
              <p:nvPr/>
            </p:nvSpPr>
            <p:spPr>
              <a:xfrm>
                <a:off x="-1301325" y="338070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E8B2B9AA-69F3-2C96-53B6-9322073394D2}"/>
                  </a:ext>
                </a:extLst>
              </p:cNvPr>
              <p:cNvSpPr/>
              <p:nvPr/>
            </p:nvSpPr>
            <p:spPr>
              <a:xfrm>
                <a:off x="-376892" y="346909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41CED42-4438-7EE5-F799-C07E1F371F69}"/>
                  </a:ext>
                </a:extLst>
              </p:cNvPr>
              <p:cNvSpPr/>
              <p:nvPr/>
            </p:nvSpPr>
            <p:spPr>
              <a:xfrm>
                <a:off x="-1305135" y="344547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D63D96C-1868-1054-849F-DD456AEE986D}"/>
                  </a:ext>
                </a:extLst>
              </p:cNvPr>
              <p:cNvSpPr/>
              <p:nvPr/>
            </p:nvSpPr>
            <p:spPr>
              <a:xfrm>
                <a:off x="-349714" y="3428710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384CCC5-2787-9EEB-D53A-55CED260D80E}"/>
                  </a:ext>
                </a:extLst>
              </p:cNvPr>
              <p:cNvSpPr/>
              <p:nvPr/>
            </p:nvSpPr>
            <p:spPr>
              <a:xfrm>
                <a:off x="-1314660" y="336660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0F68E40-D62C-D6E1-59C4-1620E2B4AA5D}"/>
                  </a:ext>
                </a:extLst>
              </p:cNvPr>
              <p:cNvSpPr/>
              <p:nvPr/>
            </p:nvSpPr>
            <p:spPr>
              <a:xfrm>
                <a:off x="-348952" y="3491829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6D505C0-13F3-82ED-A1D8-EB48CC143397}"/>
                  </a:ext>
                </a:extLst>
              </p:cNvPr>
              <p:cNvSpPr/>
              <p:nvPr/>
            </p:nvSpPr>
            <p:spPr>
              <a:xfrm>
                <a:off x="-1291927" y="335505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FBD6D4F-318D-BADC-F2CB-341F10835CFC}"/>
                  </a:ext>
                </a:extLst>
              </p:cNvPr>
              <p:cNvSpPr/>
              <p:nvPr/>
            </p:nvSpPr>
            <p:spPr>
              <a:xfrm>
                <a:off x="-1085933" y="338019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9D205E3-7FF5-EFDE-F26E-925299B1D4E4}"/>
                  </a:ext>
                </a:extLst>
              </p:cNvPr>
              <p:cNvSpPr/>
              <p:nvPr/>
            </p:nvSpPr>
            <p:spPr>
              <a:xfrm>
                <a:off x="-361271" y="3358352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1D357CDC-1B11-F9A3-1756-6AE2026B9F56}"/>
                  </a:ext>
                </a:extLst>
              </p:cNvPr>
              <p:cNvSpPr/>
              <p:nvPr/>
            </p:nvSpPr>
            <p:spPr>
              <a:xfrm>
                <a:off x="-1291673" y="345068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A9ECC336-F7EA-E7E2-FC3A-98D4AC758929}"/>
                  </a:ext>
                </a:extLst>
              </p:cNvPr>
              <p:cNvSpPr/>
              <p:nvPr/>
            </p:nvSpPr>
            <p:spPr>
              <a:xfrm>
                <a:off x="-813264" y="328774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ECB2C40-7579-E073-EEF8-75E1AD8E484E}"/>
                  </a:ext>
                </a:extLst>
              </p:cNvPr>
              <p:cNvSpPr/>
              <p:nvPr/>
            </p:nvSpPr>
            <p:spPr>
              <a:xfrm>
                <a:off x="-1092537" y="342820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C56327E-022E-8CC4-4466-FB57E8F34C5A}"/>
                  </a:ext>
                </a:extLst>
              </p:cNvPr>
              <p:cNvSpPr/>
              <p:nvPr/>
            </p:nvSpPr>
            <p:spPr>
              <a:xfrm>
                <a:off x="-1075519" y="311654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738536-DA86-914E-7021-5FDFA94E4683}"/>
                  </a:ext>
                </a:extLst>
              </p:cNvPr>
              <p:cNvSpPr/>
              <p:nvPr/>
            </p:nvSpPr>
            <p:spPr>
              <a:xfrm>
                <a:off x="-594824" y="334514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D4FDB1A-A3EB-CEBE-7268-D9BEF90047D3}"/>
                  </a:ext>
                </a:extLst>
              </p:cNvPr>
              <p:cNvSpPr/>
              <p:nvPr/>
            </p:nvSpPr>
            <p:spPr>
              <a:xfrm>
                <a:off x="-1055072" y="341524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C1234D9-4F84-904F-3B97-2DA56276739B}"/>
                  </a:ext>
                </a:extLst>
              </p:cNvPr>
              <p:cNvSpPr/>
              <p:nvPr/>
            </p:nvSpPr>
            <p:spPr>
              <a:xfrm>
                <a:off x="-1091521" y="340851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99AB4AE-F0C2-A631-2244-47D37FB146DB}"/>
                  </a:ext>
                </a:extLst>
              </p:cNvPr>
              <p:cNvSpPr txBox="1"/>
              <p:nvPr/>
            </p:nvSpPr>
            <p:spPr>
              <a:xfrm>
                <a:off x="-1369380" y="2820976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CE4FEC70-8178-CD16-B985-0A1D8CD1C70D}"/>
                  </a:ext>
                </a:extLst>
              </p:cNvPr>
              <p:cNvSpPr/>
              <p:nvPr/>
            </p:nvSpPr>
            <p:spPr>
              <a:xfrm>
                <a:off x="-1294594" y="2998434"/>
                <a:ext cx="214502" cy="12700"/>
              </a:xfrm>
              <a:custGeom>
                <a:avLst/>
                <a:gdLst>
                  <a:gd name="csX0" fmla="*/ 0 w 214502"/>
                  <a:gd name="csY0" fmla="*/ 0 h 12700"/>
                  <a:gd name="csX1" fmla="*/ 214503 w 21450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4502" h="12700">
                    <a:moveTo>
                      <a:pt x="0" y="0"/>
                    </a:moveTo>
                    <a:lnTo>
                      <a:pt x="21450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258" name="TextBox 11257">
                <a:extLst>
                  <a:ext uri="{FF2B5EF4-FFF2-40B4-BE49-F238E27FC236}">
                    <a16:creationId xmlns:a16="http://schemas.microsoft.com/office/drawing/2014/main" id="{4D31B650-9703-77DD-B667-E4753810F258}"/>
                  </a:ext>
                </a:extLst>
              </p:cNvPr>
              <p:cNvSpPr txBox="1"/>
              <p:nvPr/>
            </p:nvSpPr>
            <p:spPr>
              <a:xfrm>
                <a:off x="-913883" y="2820976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1259" name="Freeform 11258">
                <a:extLst>
                  <a:ext uri="{FF2B5EF4-FFF2-40B4-BE49-F238E27FC236}">
                    <a16:creationId xmlns:a16="http://schemas.microsoft.com/office/drawing/2014/main" id="{778E20E6-5E09-FD58-203A-2EF7A675732D}"/>
                  </a:ext>
                </a:extLst>
              </p:cNvPr>
              <p:cNvSpPr/>
              <p:nvPr/>
            </p:nvSpPr>
            <p:spPr>
              <a:xfrm>
                <a:off x="-1032466" y="2998434"/>
                <a:ext cx="691007" cy="12700"/>
              </a:xfrm>
              <a:custGeom>
                <a:avLst/>
                <a:gdLst>
                  <a:gd name="csX0" fmla="*/ 0 w 691007"/>
                  <a:gd name="csY0" fmla="*/ 0 h 12700"/>
                  <a:gd name="csX1" fmla="*/ 691007 w 69100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1007" h="12700">
                    <a:moveTo>
                      <a:pt x="0" y="0"/>
                    </a:moveTo>
                    <a:lnTo>
                      <a:pt x="69100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260" name="TextBox 11259">
                <a:extLst>
                  <a:ext uri="{FF2B5EF4-FFF2-40B4-BE49-F238E27FC236}">
                    <a16:creationId xmlns:a16="http://schemas.microsoft.com/office/drawing/2014/main" id="{7B671D32-4023-3A0B-C7DF-0698467530CF}"/>
                  </a:ext>
                </a:extLst>
              </p:cNvPr>
              <p:cNvSpPr txBox="1"/>
              <p:nvPr/>
            </p:nvSpPr>
            <p:spPr>
              <a:xfrm>
                <a:off x="-1087427" y="2716845"/>
                <a:ext cx="538929" cy="1938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0.907</a:t>
                </a:r>
              </a:p>
            </p:txBody>
          </p:sp>
          <p:sp>
            <p:nvSpPr>
              <p:cNvPr id="11261" name="Freeform 11260">
                <a:extLst>
                  <a:ext uri="{FF2B5EF4-FFF2-40B4-BE49-F238E27FC236}">
                    <a16:creationId xmlns:a16="http://schemas.microsoft.com/office/drawing/2014/main" id="{37C43C89-6C4E-5F49-C30D-924143FCAE1B}"/>
                  </a:ext>
                </a:extLst>
              </p:cNvPr>
              <p:cNvSpPr/>
              <p:nvPr/>
            </p:nvSpPr>
            <p:spPr>
              <a:xfrm>
                <a:off x="-1294594" y="2862290"/>
                <a:ext cx="953135" cy="12700"/>
              </a:xfrm>
              <a:custGeom>
                <a:avLst/>
                <a:gdLst>
                  <a:gd name="csX0" fmla="*/ 0 w 953135"/>
                  <a:gd name="csY0" fmla="*/ 0 h 12700"/>
                  <a:gd name="csX1" fmla="*/ 953135 w 95313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135" h="12700">
                    <a:moveTo>
                      <a:pt x="0" y="0"/>
                    </a:moveTo>
                    <a:lnTo>
                      <a:pt x="95313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11262" name="Graphic 2">
              <a:extLst>
                <a:ext uri="{FF2B5EF4-FFF2-40B4-BE49-F238E27FC236}">
                  <a16:creationId xmlns:a16="http://schemas.microsoft.com/office/drawing/2014/main" id="{8B54057B-2156-1BA7-07A4-D7ABD2EFAC3E}"/>
                </a:ext>
              </a:extLst>
            </p:cNvPr>
            <p:cNvGrpSpPr/>
            <p:nvPr/>
          </p:nvGrpSpPr>
          <p:grpSpPr>
            <a:xfrm>
              <a:off x="-1959531" y="2378551"/>
              <a:ext cx="1761074" cy="1811644"/>
              <a:chOff x="-1959531" y="2378551"/>
              <a:chExt cx="1761074" cy="1811644"/>
            </a:xfrm>
          </p:grpSpPr>
          <p:sp>
            <p:nvSpPr>
              <p:cNvPr id="11263" name="Freeform 11262">
                <a:extLst>
                  <a:ext uri="{FF2B5EF4-FFF2-40B4-BE49-F238E27FC236}">
                    <a16:creationId xmlns:a16="http://schemas.microsoft.com/office/drawing/2014/main" id="{C8817770-A1BD-B702-3CA2-EC25D8AE647C}"/>
                  </a:ext>
                </a:extLst>
              </p:cNvPr>
              <p:cNvSpPr/>
              <p:nvPr/>
            </p:nvSpPr>
            <p:spPr>
              <a:xfrm>
                <a:off x="-1437469" y="2680807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1DD27BF-B637-B259-19AE-E4905BFDC4B2}"/>
                  </a:ext>
                </a:extLst>
              </p:cNvPr>
              <p:cNvSpPr txBox="1"/>
              <p:nvPr/>
            </p:nvSpPr>
            <p:spPr>
              <a:xfrm>
                <a:off x="-1756660" y="3708282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EBCAD4E-1463-794D-8853-BFA09EB67F30}"/>
                  </a:ext>
                </a:extLst>
              </p:cNvPr>
              <p:cNvSpPr txBox="1"/>
              <p:nvPr/>
            </p:nvSpPr>
            <p:spPr>
              <a:xfrm>
                <a:off x="-1819797" y="3307216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10%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3ADD6385-0089-ECC3-A046-EE4926326A09}"/>
                  </a:ext>
                </a:extLst>
              </p:cNvPr>
              <p:cNvSpPr txBox="1"/>
              <p:nvPr/>
            </p:nvSpPr>
            <p:spPr>
              <a:xfrm>
                <a:off x="-1819797" y="2906277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20%</a:t>
                </a: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4C5882D7-FA63-14B0-0A8B-8BA6F433B61E}"/>
                  </a:ext>
                </a:extLst>
              </p:cNvPr>
              <p:cNvSpPr/>
              <p:nvPr/>
            </p:nvSpPr>
            <p:spPr>
              <a:xfrm>
                <a:off x="-1472266" y="3815171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D7BD9914-E970-090A-F99E-1E94E4CA9548}"/>
                  </a:ext>
                </a:extLst>
              </p:cNvPr>
              <p:cNvSpPr/>
              <p:nvPr/>
            </p:nvSpPr>
            <p:spPr>
              <a:xfrm>
                <a:off x="-1472266" y="341410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40E2E732-2D54-7F2A-6552-12D9ECD811B6}"/>
                  </a:ext>
                </a:extLst>
              </p:cNvPr>
              <p:cNvSpPr/>
              <p:nvPr/>
            </p:nvSpPr>
            <p:spPr>
              <a:xfrm>
                <a:off x="-1472266" y="3013165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7" name="Freeform 196">
                <a:extLst>
                  <a:ext uri="{FF2B5EF4-FFF2-40B4-BE49-F238E27FC236}">
                    <a16:creationId xmlns:a16="http://schemas.microsoft.com/office/drawing/2014/main" id="{CDED4BA5-7C34-1E59-93A1-7E788280F6EA}"/>
                  </a:ext>
                </a:extLst>
              </p:cNvPr>
              <p:cNvSpPr/>
              <p:nvPr/>
            </p:nvSpPr>
            <p:spPr>
              <a:xfrm>
                <a:off x="-1437469" y="3815171"/>
                <a:ext cx="1239012" cy="12700"/>
              </a:xfrm>
              <a:custGeom>
                <a:avLst/>
                <a:gdLst>
                  <a:gd name="csX0" fmla="*/ 0 w 1239012"/>
                  <a:gd name="csY0" fmla="*/ 0 h 12700"/>
                  <a:gd name="csX1" fmla="*/ 1239012 w 123901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9012" h="12700">
                    <a:moveTo>
                      <a:pt x="0" y="0"/>
                    </a:moveTo>
                    <a:lnTo>
                      <a:pt x="12390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8" name="Freeform 197">
                <a:extLst>
                  <a:ext uri="{FF2B5EF4-FFF2-40B4-BE49-F238E27FC236}">
                    <a16:creationId xmlns:a16="http://schemas.microsoft.com/office/drawing/2014/main" id="{79F9F0EE-B9E5-93AD-60BC-86AE9BA62B13}"/>
                  </a:ext>
                </a:extLst>
              </p:cNvPr>
              <p:cNvSpPr/>
              <p:nvPr/>
            </p:nvSpPr>
            <p:spPr>
              <a:xfrm>
                <a:off x="-1294594" y="3815171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9" name="Freeform 198">
                <a:extLst>
                  <a:ext uri="{FF2B5EF4-FFF2-40B4-BE49-F238E27FC236}">
                    <a16:creationId xmlns:a16="http://schemas.microsoft.com/office/drawing/2014/main" id="{B03A0EDC-B994-7263-AD38-1A298ADF352F}"/>
                  </a:ext>
                </a:extLst>
              </p:cNvPr>
              <p:cNvSpPr/>
              <p:nvPr/>
            </p:nvSpPr>
            <p:spPr>
              <a:xfrm>
                <a:off x="-1056214" y="3815171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973A782F-97B3-0BEF-4982-914B67243FFD}"/>
                  </a:ext>
                </a:extLst>
              </p:cNvPr>
              <p:cNvSpPr/>
              <p:nvPr/>
            </p:nvSpPr>
            <p:spPr>
              <a:xfrm>
                <a:off x="-817963" y="3815171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01" name="Freeform 200">
                <a:extLst>
                  <a:ext uri="{FF2B5EF4-FFF2-40B4-BE49-F238E27FC236}">
                    <a16:creationId xmlns:a16="http://schemas.microsoft.com/office/drawing/2014/main" id="{751A1AF5-766C-A38B-7722-EC52EB3A781A}"/>
                  </a:ext>
                </a:extLst>
              </p:cNvPr>
              <p:cNvSpPr/>
              <p:nvPr/>
            </p:nvSpPr>
            <p:spPr>
              <a:xfrm>
                <a:off x="-579711" y="3815171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6D0635B3-62A1-4F7A-9538-1AE2804CD3A6}"/>
                  </a:ext>
                </a:extLst>
              </p:cNvPr>
              <p:cNvSpPr/>
              <p:nvPr/>
            </p:nvSpPr>
            <p:spPr>
              <a:xfrm>
                <a:off x="-341458" y="3815171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FB495BC-BB13-C8B8-50E3-A10760446521}"/>
                  </a:ext>
                </a:extLst>
              </p:cNvPr>
              <p:cNvSpPr txBox="1"/>
              <p:nvPr/>
            </p:nvSpPr>
            <p:spPr>
              <a:xfrm>
                <a:off x="-1435017" y="3811025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F9E80918-CB19-FC8F-A1AC-83E6799A63E1}"/>
                  </a:ext>
                </a:extLst>
              </p:cNvPr>
              <p:cNvSpPr txBox="1"/>
              <p:nvPr/>
            </p:nvSpPr>
            <p:spPr>
              <a:xfrm>
                <a:off x="-1164578" y="3811025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49A453E-FC39-B2F1-C39F-DA848BC10B46}"/>
                  </a:ext>
                </a:extLst>
              </p:cNvPr>
              <p:cNvSpPr txBox="1"/>
              <p:nvPr/>
            </p:nvSpPr>
            <p:spPr>
              <a:xfrm>
                <a:off x="-958386" y="3811025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BFA0F0F0-6453-9ABC-B44B-6C273BC35290}"/>
                  </a:ext>
                </a:extLst>
              </p:cNvPr>
              <p:cNvSpPr txBox="1"/>
              <p:nvPr/>
            </p:nvSpPr>
            <p:spPr>
              <a:xfrm>
                <a:off x="-748988" y="3811025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A88A8982-99E9-7EC8-EAC6-059DE603535A}"/>
                  </a:ext>
                </a:extLst>
              </p:cNvPr>
              <p:cNvSpPr txBox="1"/>
              <p:nvPr/>
            </p:nvSpPr>
            <p:spPr>
              <a:xfrm>
                <a:off x="-469058" y="3811025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A5447299-61A1-7A1D-CBD1-23C3DB59A6E4}"/>
                  </a:ext>
                </a:extLst>
              </p:cNvPr>
              <p:cNvSpPr txBox="1"/>
              <p:nvPr/>
            </p:nvSpPr>
            <p:spPr>
              <a:xfrm>
                <a:off x="-1090634" y="3943974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07E8FFE8-B866-DFC0-E368-FE79F4DF16F8}"/>
                  </a:ext>
                </a:extLst>
              </p:cNvPr>
              <p:cNvSpPr txBox="1"/>
              <p:nvPr/>
            </p:nvSpPr>
            <p:spPr>
              <a:xfrm rot="16200000">
                <a:off x="-2216492" y="3124879"/>
                <a:ext cx="76014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% of Cells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2625EC9B-7781-1EAA-E386-9DEAAF79192D}"/>
                  </a:ext>
                </a:extLst>
              </p:cNvPr>
              <p:cNvSpPr txBox="1"/>
              <p:nvPr/>
            </p:nvSpPr>
            <p:spPr>
              <a:xfrm>
                <a:off x="-1426929" y="2378551"/>
                <a:ext cx="119385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1_RGC</a:t>
                </a:r>
              </a:p>
            </p:txBody>
          </p:sp>
        </p:grpSp>
      </p:grpSp>
      <p:sp>
        <p:nvSpPr>
          <p:cNvPr id="333" name="TextBox 332">
            <a:extLst>
              <a:ext uri="{FF2B5EF4-FFF2-40B4-BE49-F238E27FC236}">
                <a16:creationId xmlns:a16="http://schemas.microsoft.com/office/drawing/2014/main" id="{791BE082-FE09-4E50-C4EF-542E73828C3F}"/>
              </a:ext>
            </a:extLst>
          </p:cNvPr>
          <p:cNvSpPr txBox="1"/>
          <p:nvPr/>
        </p:nvSpPr>
        <p:spPr>
          <a:xfrm>
            <a:off x="72169" y="148270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grpSp>
        <p:nvGrpSpPr>
          <p:cNvPr id="337" name="Graphic 1225">
            <a:extLst>
              <a:ext uri="{FF2B5EF4-FFF2-40B4-BE49-F238E27FC236}">
                <a16:creationId xmlns:a16="http://schemas.microsoft.com/office/drawing/2014/main" id="{B31E61FE-C360-9945-6A5E-CB629BA99AEC}"/>
              </a:ext>
            </a:extLst>
          </p:cNvPr>
          <p:cNvGrpSpPr>
            <a:grpSpLocks/>
          </p:cNvGrpSpPr>
          <p:nvPr/>
        </p:nvGrpSpPr>
        <p:grpSpPr>
          <a:xfrm>
            <a:off x="531996" y="1762573"/>
            <a:ext cx="4377162" cy="1201338"/>
            <a:chOff x="420751" y="3261734"/>
            <a:chExt cx="5261737" cy="1795652"/>
          </a:xfrm>
        </p:grpSpPr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513A5F80-5606-E5E3-EB87-4F32B24C06FD}"/>
                </a:ext>
              </a:extLst>
            </p:cNvPr>
            <p:cNvSpPr>
              <a:spLocks/>
            </p:cNvSpPr>
            <p:nvPr/>
          </p:nvSpPr>
          <p:spPr>
            <a:xfrm>
              <a:off x="420751" y="4818880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14CDD9A7-BD79-4D31-8D27-70F7DF5615E6}"/>
                </a:ext>
              </a:extLst>
            </p:cNvPr>
            <p:cNvSpPr>
              <a:spLocks/>
            </p:cNvSpPr>
            <p:nvPr/>
          </p:nvSpPr>
          <p:spPr>
            <a:xfrm>
              <a:off x="420751" y="4504937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81C0E237-7AA2-4E1D-7821-52EB305B3977}"/>
                </a:ext>
              </a:extLst>
            </p:cNvPr>
            <p:cNvSpPr>
              <a:spLocks/>
            </p:cNvSpPr>
            <p:nvPr/>
          </p:nvSpPr>
          <p:spPr>
            <a:xfrm>
              <a:off x="420751" y="4190993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2FD7B2FA-651C-F7B0-B007-FAF5BEAC17B7}"/>
                </a:ext>
              </a:extLst>
            </p:cNvPr>
            <p:cNvSpPr>
              <a:spLocks/>
            </p:cNvSpPr>
            <p:nvPr/>
          </p:nvSpPr>
          <p:spPr>
            <a:xfrm>
              <a:off x="420751" y="3877049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3F28F62B-6180-03A5-2E79-2D1D500F2404}"/>
                </a:ext>
              </a:extLst>
            </p:cNvPr>
            <p:cNvSpPr>
              <a:spLocks/>
            </p:cNvSpPr>
            <p:nvPr/>
          </p:nvSpPr>
          <p:spPr>
            <a:xfrm>
              <a:off x="420751" y="3563104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AACBFEB4-FD33-449C-B2C6-023571B2F34D}"/>
                </a:ext>
              </a:extLst>
            </p:cNvPr>
            <p:cNvSpPr>
              <a:spLocks/>
            </p:cNvSpPr>
            <p:nvPr/>
          </p:nvSpPr>
          <p:spPr>
            <a:xfrm>
              <a:off x="562101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00103EFD-3EE2-076C-EBD0-93B5819D9CBB}"/>
                </a:ext>
              </a:extLst>
            </p:cNvPr>
            <p:cNvSpPr>
              <a:spLocks/>
            </p:cNvSpPr>
            <p:nvPr/>
          </p:nvSpPr>
          <p:spPr>
            <a:xfrm>
              <a:off x="651001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BF7E133C-1C58-23BB-8090-E4B810212A4C}"/>
                </a:ext>
              </a:extLst>
            </p:cNvPr>
            <p:cNvSpPr>
              <a:spLocks/>
            </p:cNvSpPr>
            <p:nvPr/>
          </p:nvSpPr>
          <p:spPr>
            <a:xfrm>
              <a:off x="828802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8C1FCBF-8A0C-E2A7-6C67-B53677B5A4D7}"/>
                </a:ext>
              </a:extLst>
            </p:cNvPr>
            <p:cNvSpPr>
              <a:spLocks/>
            </p:cNvSpPr>
            <p:nvPr/>
          </p:nvSpPr>
          <p:spPr>
            <a:xfrm>
              <a:off x="1006602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E4A1BDBE-4517-9150-1DC2-01C0D9C0B812}"/>
                </a:ext>
              </a:extLst>
            </p:cNvPr>
            <p:cNvSpPr>
              <a:spLocks/>
            </p:cNvSpPr>
            <p:nvPr/>
          </p:nvSpPr>
          <p:spPr>
            <a:xfrm>
              <a:off x="1184402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C50E9E3D-36E6-E9EB-79AA-C113C16945A6}"/>
                </a:ext>
              </a:extLst>
            </p:cNvPr>
            <p:cNvSpPr>
              <a:spLocks/>
            </p:cNvSpPr>
            <p:nvPr/>
          </p:nvSpPr>
          <p:spPr>
            <a:xfrm>
              <a:off x="1362328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E30E597A-501F-92AD-D554-0A1C29849393}"/>
                </a:ext>
              </a:extLst>
            </p:cNvPr>
            <p:cNvSpPr>
              <a:spLocks/>
            </p:cNvSpPr>
            <p:nvPr/>
          </p:nvSpPr>
          <p:spPr>
            <a:xfrm>
              <a:off x="1540128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B116AD1E-BA0E-59CF-0085-895D55E660DC}"/>
                </a:ext>
              </a:extLst>
            </p:cNvPr>
            <p:cNvSpPr>
              <a:spLocks/>
            </p:cNvSpPr>
            <p:nvPr/>
          </p:nvSpPr>
          <p:spPr>
            <a:xfrm>
              <a:off x="17179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F135349D-04AB-DBD8-B186-5796677DF82A}"/>
                </a:ext>
              </a:extLst>
            </p:cNvPr>
            <p:cNvSpPr>
              <a:spLocks/>
            </p:cNvSpPr>
            <p:nvPr/>
          </p:nvSpPr>
          <p:spPr>
            <a:xfrm>
              <a:off x="18957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F171BBFF-13C5-9429-14BA-52BAECC52C70}"/>
                </a:ext>
              </a:extLst>
            </p:cNvPr>
            <p:cNvSpPr>
              <a:spLocks/>
            </p:cNvSpPr>
            <p:nvPr/>
          </p:nvSpPr>
          <p:spPr>
            <a:xfrm>
              <a:off x="20735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C06736F5-C40B-70A3-A527-3C208A9BCC90}"/>
                </a:ext>
              </a:extLst>
            </p:cNvPr>
            <p:cNvSpPr>
              <a:spLocks/>
            </p:cNvSpPr>
            <p:nvPr/>
          </p:nvSpPr>
          <p:spPr>
            <a:xfrm>
              <a:off x="22513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202067B5-2AA0-3E08-F8FE-8FD9E5FE7F6D}"/>
                </a:ext>
              </a:extLst>
            </p:cNvPr>
            <p:cNvSpPr>
              <a:spLocks/>
            </p:cNvSpPr>
            <p:nvPr/>
          </p:nvSpPr>
          <p:spPr>
            <a:xfrm>
              <a:off x="24292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D5EA925-7AC3-089B-543B-76E978D62197}"/>
                </a:ext>
              </a:extLst>
            </p:cNvPr>
            <p:cNvSpPr>
              <a:spLocks/>
            </p:cNvSpPr>
            <p:nvPr/>
          </p:nvSpPr>
          <p:spPr>
            <a:xfrm>
              <a:off x="26070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5F4BCD5E-B47A-4589-C8C8-C7FE1C753FA5}"/>
                </a:ext>
              </a:extLst>
            </p:cNvPr>
            <p:cNvSpPr>
              <a:spLocks/>
            </p:cNvSpPr>
            <p:nvPr/>
          </p:nvSpPr>
          <p:spPr>
            <a:xfrm>
              <a:off x="27848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F145976E-2259-52C8-DBBE-4344E5AF41B6}"/>
                </a:ext>
              </a:extLst>
            </p:cNvPr>
            <p:cNvSpPr>
              <a:spLocks/>
            </p:cNvSpPr>
            <p:nvPr/>
          </p:nvSpPr>
          <p:spPr>
            <a:xfrm>
              <a:off x="29626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477D19BB-5550-40EE-3676-CDFBCB5E7D40}"/>
                </a:ext>
              </a:extLst>
            </p:cNvPr>
            <p:cNvSpPr>
              <a:spLocks/>
            </p:cNvSpPr>
            <p:nvPr/>
          </p:nvSpPr>
          <p:spPr>
            <a:xfrm>
              <a:off x="31404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4C986773-2F55-ACB8-6423-38503DD9D853}"/>
                </a:ext>
              </a:extLst>
            </p:cNvPr>
            <p:cNvSpPr>
              <a:spLocks/>
            </p:cNvSpPr>
            <p:nvPr/>
          </p:nvSpPr>
          <p:spPr>
            <a:xfrm>
              <a:off x="33182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C0C03573-A178-9D98-13D3-21DD6A962E36}"/>
                </a:ext>
              </a:extLst>
            </p:cNvPr>
            <p:cNvSpPr>
              <a:spLocks/>
            </p:cNvSpPr>
            <p:nvPr/>
          </p:nvSpPr>
          <p:spPr>
            <a:xfrm>
              <a:off x="34961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7694E01A-7481-A835-18F6-92825AF2CC5C}"/>
                </a:ext>
              </a:extLst>
            </p:cNvPr>
            <p:cNvSpPr>
              <a:spLocks/>
            </p:cNvSpPr>
            <p:nvPr/>
          </p:nvSpPr>
          <p:spPr>
            <a:xfrm>
              <a:off x="36739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83BD18DE-A820-7242-519B-A3FB5BBA3570}"/>
                </a:ext>
              </a:extLst>
            </p:cNvPr>
            <p:cNvSpPr>
              <a:spLocks/>
            </p:cNvSpPr>
            <p:nvPr/>
          </p:nvSpPr>
          <p:spPr>
            <a:xfrm>
              <a:off x="38517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14568B2A-BB26-03FF-63B3-29DAE35FD30A}"/>
                </a:ext>
              </a:extLst>
            </p:cNvPr>
            <p:cNvSpPr>
              <a:spLocks/>
            </p:cNvSpPr>
            <p:nvPr/>
          </p:nvSpPr>
          <p:spPr>
            <a:xfrm>
              <a:off x="40295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01C32959-1D96-E8DD-C34E-04A74BC0006B}"/>
                </a:ext>
              </a:extLst>
            </p:cNvPr>
            <p:cNvSpPr>
              <a:spLocks/>
            </p:cNvSpPr>
            <p:nvPr/>
          </p:nvSpPr>
          <p:spPr>
            <a:xfrm>
              <a:off x="42073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69106BA4-D75A-1062-D950-3B68CE819180}"/>
                </a:ext>
              </a:extLst>
            </p:cNvPr>
            <p:cNvSpPr>
              <a:spLocks/>
            </p:cNvSpPr>
            <p:nvPr/>
          </p:nvSpPr>
          <p:spPr>
            <a:xfrm>
              <a:off x="43851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C9439720-8506-E060-30A4-6E58CDD8A2C2}"/>
                </a:ext>
              </a:extLst>
            </p:cNvPr>
            <p:cNvSpPr>
              <a:spLocks/>
            </p:cNvSpPr>
            <p:nvPr/>
          </p:nvSpPr>
          <p:spPr>
            <a:xfrm>
              <a:off x="45631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3B738DA9-69A4-8EA7-D87E-A9F653705A31}"/>
                </a:ext>
              </a:extLst>
            </p:cNvPr>
            <p:cNvSpPr>
              <a:spLocks/>
            </p:cNvSpPr>
            <p:nvPr/>
          </p:nvSpPr>
          <p:spPr>
            <a:xfrm>
              <a:off x="47409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B45CC21E-F4CA-6900-8136-84902817EAFE}"/>
                </a:ext>
              </a:extLst>
            </p:cNvPr>
            <p:cNvSpPr>
              <a:spLocks/>
            </p:cNvSpPr>
            <p:nvPr/>
          </p:nvSpPr>
          <p:spPr>
            <a:xfrm>
              <a:off x="49187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06344D36-39F5-EBDF-9F5E-93C32912B414}"/>
                </a:ext>
              </a:extLst>
            </p:cNvPr>
            <p:cNvSpPr>
              <a:spLocks/>
            </p:cNvSpPr>
            <p:nvPr/>
          </p:nvSpPr>
          <p:spPr>
            <a:xfrm>
              <a:off x="50965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302A1254-2790-54B2-FDE4-12052D7350C9}"/>
                </a:ext>
              </a:extLst>
            </p:cNvPr>
            <p:cNvSpPr>
              <a:spLocks/>
            </p:cNvSpPr>
            <p:nvPr/>
          </p:nvSpPr>
          <p:spPr>
            <a:xfrm>
              <a:off x="52743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8F108334-D0A6-FFCA-51D8-1C487327F6E4}"/>
                </a:ext>
              </a:extLst>
            </p:cNvPr>
            <p:cNvSpPr>
              <a:spLocks/>
            </p:cNvSpPr>
            <p:nvPr/>
          </p:nvSpPr>
          <p:spPr>
            <a:xfrm>
              <a:off x="54521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60E54FC0-629D-A694-9E21-70CB438874BC}"/>
                </a:ext>
              </a:extLst>
            </p:cNvPr>
            <p:cNvSpPr>
              <a:spLocks/>
            </p:cNvSpPr>
            <p:nvPr/>
          </p:nvSpPr>
          <p:spPr>
            <a:xfrm>
              <a:off x="5541136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C05D72B2-A140-911E-EDE2-CAC491C7D1E2}"/>
                </a:ext>
              </a:extLst>
            </p:cNvPr>
            <p:cNvSpPr>
              <a:spLocks/>
            </p:cNvSpPr>
            <p:nvPr/>
          </p:nvSpPr>
          <p:spPr>
            <a:xfrm>
              <a:off x="420751" y="4975852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21669254-33E4-4A8C-0817-C7FD7DBA3FD4}"/>
                </a:ext>
              </a:extLst>
            </p:cNvPr>
            <p:cNvSpPr>
              <a:spLocks/>
            </p:cNvSpPr>
            <p:nvPr/>
          </p:nvSpPr>
          <p:spPr>
            <a:xfrm>
              <a:off x="420751" y="4661909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72E31869-0BC7-EDD4-FAF0-456B27FC80D2}"/>
                </a:ext>
              </a:extLst>
            </p:cNvPr>
            <p:cNvSpPr>
              <a:spLocks/>
            </p:cNvSpPr>
            <p:nvPr/>
          </p:nvSpPr>
          <p:spPr>
            <a:xfrm>
              <a:off x="420751" y="4347965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B5DE5AB8-0592-E426-C818-5CC418300B8E}"/>
                </a:ext>
              </a:extLst>
            </p:cNvPr>
            <p:cNvSpPr>
              <a:spLocks/>
            </p:cNvSpPr>
            <p:nvPr/>
          </p:nvSpPr>
          <p:spPr>
            <a:xfrm>
              <a:off x="420751" y="4034021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DABD87F2-906D-053D-0C6C-3E456259A55D}"/>
                </a:ext>
              </a:extLst>
            </p:cNvPr>
            <p:cNvSpPr>
              <a:spLocks/>
            </p:cNvSpPr>
            <p:nvPr/>
          </p:nvSpPr>
          <p:spPr>
            <a:xfrm>
              <a:off x="420751" y="3720076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88E36F45-FE47-8DA7-B69B-EEA837DB0D24}"/>
                </a:ext>
              </a:extLst>
            </p:cNvPr>
            <p:cNvSpPr>
              <a:spLocks/>
            </p:cNvSpPr>
            <p:nvPr/>
          </p:nvSpPr>
          <p:spPr>
            <a:xfrm>
              <a:off x="420751" y="3406133"/>
              <a:ext cx="5261737" cy="12700"/>
            </a:xfrm>
            <a:custGeom>
              <a:avLst/>
              <a:gdLst>
                <a:gd name="csX0" fmla="*/ 0 w 5261737"/>
                <a:gd name="csY0" fmla="*/ 0 h 12700"/>
                <a:gd name="csX1" fmla="*/ 5261737 w 52617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61737" h="12700">
                  <a:moveTo>
                    <a:pt x="0" y="0"/>
                  </a:moveTo>
                  <a:lnTo>
                    <a:pt x="5261737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4B14595A-C645-25DD-C68F-092050516E0F}"/>
                </a:ext>
              </a:extLst>
            </p:cNvPr>
            <p:cNvSpPr>
              <a:spLocks/>
            </p:cNvSpPr>
            <p:nvPr/>
          </p:nvSpPr>
          <p:spPr>
            <a:xfrm>
              <a:off x="739901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31502494-F425-B3C5-C48C-C0A373A3A5C5}"/>
                </a:ext>
              </a:extLst>
            </p:cNvPr>
            <p:cNvSpPr>
              <a:spLocks/>
            </p:cNvSpPr>
            <p:nvPr/>
          </p:nvSpPr>
          <p:spPr>
            <a:xfrm>
              <a:off x="917702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B9846F35-74DD-D54E-9E32-4FE07B1E4AC3}"/>
                </a:ext>
              </a:extLst>
            </p:cNvPr>
            <p:cNvSpPr>
              <a:spLocks/>
            </p:cNvSpPr>
            <p:nvPr/>
          </p:nvSpPr>
          <p:spPr>
            <a:xfrm>
              <a:off x="1095502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C838EC46-0E4C-1C68-1DE4-64A16204B3EE}"/>
                </a:ext>
              </a:extLst>
            </p:cNvPr>
            <p:cNvSpPr>
              <a:spLocks/>
            </p:cNvSpPr>
            <p:nvPr/>
          </p:nvSpPr>
          <p:spPr>
            <a:xfrm>
              <a:off x="1273428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D14F4EB-94AE-6D40-F636-EC12FEBA8090}"/>
                </a:ext>
              </a:extLst>
            </p:cNvPr>
            <p:cNvSpPr>
              <a:spLocks/>
            </p:cNvSpPr>
            <p:nvPr/>
          </p:nvSpPr>
          <p:spPr>
            <a:xfrm>
              <a:off x="1451228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C8F8BC7E-4188-1191-E352-A8F76A775066}"/>
                </a:ext>
              </a:extLst>
            </p:cNvPr>
            <p:cNvSpPr>
              <a:spLocks/>
            </p:cNvSpPr>
            <p:nvPr/>
          </p:nvSpPr>
          <p:spPr>
            <a:xfrm>
              <a:off x="16290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D14811E1-F11D-3CD2-EC8C-52B1BBE3D2C7}"/>
                </a:ext>
              </a:extLst>
            </p:cNvPr>
            <p:cNvSpPr>
              <a:spLocks/>
            </p:cNvSpPr>
            <p:nvPr/>
          </p:nvSpPr>
          <p:spPr>
            <a:xfrm>
              <a:off x="18068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BF1807B2-5298-096D-E6AB-99CD79BADEE3}"/>
                </a:ext>
              </a:extLst>
            </p:cNvPr>
            <p:cNvSpPr>
              <a:spLocks/>
            </p:cNvSpPr>
            <p:nvPr/>
          </p:nvSpPr>
          <p:spPr>
            <a:xfrm>
              <a:off x="19846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66A6923E-D8F8-03B0-E7DE-C50C0837C2B0}"/>
                </a:ext>
              </a:extLst>
            </p:cNvPr>
            <p:cNvSpPr>
              <a:spLocks/>
            </p:cNvSpPr>
            <p:nvPr/>
          </p:nvSpPr>
          <p:spPr>
            <a:xfrm>
              <a:off x="216242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0CE76A4C-4EA9-291D-9022-82EF7A29D040}"/>
                </a:ext>
              </a:extLst>
            </p:cNvPr>
            <p:cNvSpPr>
              <a:spLocks/>
            </p:cNvSpPr>
            <p:nvPr/>
          </p:nvSpPr>
          <p:spPr>
            <a:xfrm>
              <a:off x="23403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0300E58-5B2A-699C-91C3-BF5D26FB06AB}"/>
                </a:ext>
              </a:extLst>
            </p:cNvPr>
            <p:cNvSpPr>
              <a:spLocks/>
            </p:cNvSpPr>
            <p:nvPr/>
          </p:nvSpPr>
          <p:spPr>
            <a:xfrm>
              <a:off x="25181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3BFE1EA6-0FE3-BE78-6F67-4A46FBA00919}"/>
                </a:ext>
              </a:extLst>
            </p:cNvPr>
            <p:cNvSpPr>
              <a:spLocks/>
            </p:cNvSpPr>
            <p:nvPr/>
          </p:nvSpPr>
          <p:spPr>
            <a:xfrm>
              <a:off x="26959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77F14D15-1876-575C-9C49-2FA127AEF54A}"/>
                </a:ext>
              </a:extLst>
            </p:cNvPr>
            <p:cNvSpPr>
              <a:spLocks/>
            </p:cNvSpPr>
            <p:nvPr/>
          </p:nvSpPr>
          <p:spPr>
            <a:xfrm>
              <a:off x="28737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F528C292-1F95-25D3-A65D-8F02293C2639}"/>
                </a:ext>
              </a:extLst>
            </p:cNvPr>
            <p:cNvSpPr>
              <a:spLocks/>
            </p:cNvSpPr>
            <p:nvPr/>
          </p:nvSpPr>
          <p:spPr>
            <a:xfrm>
              <a:off x="30515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6EC78163-9F24-7FB1-A3E9-358C7BA28432}"/>
                </a:ext>
              </a:extLst>
            </p:cNvPr>
            <p:cNvSpPr>
              <a:spLocks/>
            </p:cNvSpPr>
            <p:nvPr/>
          </p:nvSpPr>
          <p:spPr>
            <a:xfrm>
              <a:off x="3229355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F9D67F2C-B4D1-154B-2A36-587AE53B2B6C}"/>
                </a:ext>
              </a:extLst>
            </p:cNvPr>
            <p:cNvSpPr>
              <a:spLocks/>
            </p:cNvSpPr>
            <p:nvPr/>
          </p:nvSpPr>
          <p:spPr>
            <a:xfrm>
              <a:off x="34072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9EAD0E61-30F2-1458-B044-44E665419A8D}"/>
                </a:ext>
              </a:extLst>
            </p:cNvPr>
            <p:cNvSpPr>
              <a:spLocks/>
            </p:cNvSpPr>
            <p:nvPr/>
          </p:nvSpPr>
          <p:spPr>
            <a:xfrm>
              <a:off x="35850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272EBB65-42D7-1EB8-D54B-92F9812EB51A}"/>
                </a:ext>
              </a:extLst>
            </p:cNvPr>
            <p:cNvSpPr>
              <a:spLocks/>
            </p:cNvSpPr>
            <p:nvPr/>
          </p:nvSpPr>
          <p:spPr>
            <a:xfrm>
              <a:off x="37628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ECB6520B-663A-9747-2FCC-96B678D7B5E9}"/>
                </a:ext>
              </a:extLst>
            </p:cNvPr>
            <p:cNvSpPr>
              <a:spLocks/>
            </p:cNvSpPr>
            <p:nvPr/>
          </p:nvSpPr>
          <p:spPr>
            <a:xfrm>
              <a:off x="39406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5E73339C-3E54-68B5-D6E2-397576341EEC}"/>
                </a:ext>
              </a:extLst>
            </p:cNvPr>
            <p:cNvSpPr>
              <a:spLocks/>
            </p:cNvSpPr>
            <p:nvPr/>
          </p:nvSpPr>
          <p:spPr>
            <a:xfrm>
              <a:off x="41184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6D8E04C6-3A40-2733-D4A7-F3B18EA6C1A6}"/>
                </a:ext>
              </a:extLst>
            </p:cNvPr>
            <p:cNvSpPr>
              <a:spLocks/>
            </p:cNvSpPr>
            <p:nvPr/>
          </p:nvSpPr>
          <p:spPr>
            <a:xfrm>
              <a:off x="4296283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4BAC79F1-7866-2067-9FAC-439E8A3D699F}"/>
                </a:ext>
              </a:extLst>
            </p:cNvPr>
            <p:cNvSpPr>
              <a:spLocks/>
            </p:cNvSpPr>
            <p:nvPr/>
          </p:nvSpPr>
          <p:spPr>
            <a:xfrm>
              <a:off x="44742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1860730D-5421-4284-FEED-300F6E2C1657}"/>
                </a:ext>
              </a:extLst>
            </p:cNvPr>
            <p:cNvSpPr>
              <a:spLocks/>
            </p:cNvSpPr>
            <p:nvPr/>
          </p:nvSpPr>
          <p:spPr>
            <a:xfrm>
              <a:off x="46520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60181618-3B89-D779-D0C6-EE65658C0510}"/>
                </a:ext>
              </a:extLst>
            </p:cNvPr>
            <p:cNvSpPr>
              <a:spLocks/>
            </p:cNvSpPr>
            <p:nvPr/>
          </p:nvSpPr>
          <p:spPr>
            <a:xfrm>
              <a:off x="48298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0D696300-2B70-82BE-666E-7D5F4F2A2550}"/>
                </a:ext>
              </a:extLst>
            </p:cNvPr>
            <p:cNvSpPr>
              <a:spLocks/>
            </p:cNvSpPr>
            <p:nvPr/>
          </p:nvSpPr>
          <p:spPr>
            <a:xfrm>
              <a:off x="50076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53B32FF6-8342-8FE4-3B1A-5990E92B33C3}"/>
                </a:ext>
              </a:extLst>
            </p:cNvPr>
            <p:cNvSpPr>
              <a:spLocks/>
            </p:cNvSpPr>
            <p:nvPr/>
          </p:nvSpPr>
          <p:spPr>
            <a:xfrm>
              <a:off x="51854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3A87770B-DF2B-58B7-BB3D-A674F8C5F265}"/>
                </a:ext>
              </a:extLst>
            </p:cNvPr>
            <p:cNvSpPr>
              <a:spLocks/>
            </p:cNvSpPr>
            <p:nvPr/>
          </p:nvSpPr>
          <p:spPr>
            <a:xfrm>
              <a:off x="5363209" y="3261734"/>
              <a:ext cx="12700" cy="1795652"/>
            </a:xfrm>
            <a:custGeom>
              <a:avLst/>
              <a:gdLst>
                <a:gd name="csX0" fmla="*/ 0 w 12700"/>
                <a:gd name="csY0" fmla="*/ 1795653 h 1795652"/>
                <a:gd name="csX1" fmla="*/ 0 w 12700"/>
                <a:gd name="csY1" fmla="*/ 0 h 1795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95652">
                  <a:moveTo>
                    <a:pt x="0" y="1795653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8" name="Rectangle 457">
              <a:extLst>
                <a:ext uri="{FF2B5EF4-FFF2-40B4-BE49-F238E27FC236}">
                  <a16:creationId xmlns:a16="http://schemas.microsoft.com/office/drawing/2014/main" id="{9435E80D-CD45-23BF-803A-4F9D9FE26AB0}"/>
                </a:ext>
              </a:extLst>
            </p:cNvPr>
            <p:cNvSpPr>
              <a:spLocks/>
            </p:cNvSpPr>
            <p:nvPr/>
          </p:nvSpPr>
          <p:spPr>
            <a:xfrm>
              <a:off x="659892" y="3782815"/>
              <a:ext cx="160020" cy="282574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59" name="Rectangle 458">
              <a:extLst>
                <a:ext uri="{FF2B5EF4-FFF2-40B4-BE49-F238E27FC236}">
                  <a16:creationId xmlns:a16="http://schemas.microsoft.com/office/drawing/2014/main" id="{06608A51-EB21-330B-BAE8-A19EE2B2C812}"/>
                </a:ext>
              </a:extLst>
            </p:cNvPr>
            <p:cNvSpPr>
              <a:spLocks/>
            </p:cNvSpPr>
            <p:nvPr/>
          </p:nvSpPr>
          <p:spPr>
            <a:xfrm>
              <a:off x="659892" y="4065390"/>
              <a:ext cx="160020" cy="31368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D9AF5228-47D3-A2B3-46D0-6DCD2E995F10}"/>
                </a:ext>
              </a:extLst>
            </p:cNvPr>
            <p:cNvSpPr>
              <a:spLocks/>
            </p:cNvSpPr>
            <p:nvPr/>
          </p:nvSpPr>
          <p:spPr>
            <a:xfrm>
              <a:off x="659892" y="4096759"/>
              <a:ext cx="160020" cy="188340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273DBC18-D1AB-0BDD-4A9C-D47AD9BAE756}"/>
                </a:ext>
              </a:extLst>
            </p:cNvPr>
            <p:cNvSpPr>
              <a:spLocks/>
            </p:cNvSpPr>
            <p:nvPr/>
          </p:nvSpPr>
          <p:spPr>
            <a:xfrm>
              <a:off x="659892" y="4285100"/>
              <a:ext cx="160020" cy="313944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6B63DB96-3BDA-2C15-5E0E-753A90A9654B}"/>
                </a:ext>
              </a:extLst>
            </p:cNvPr>
            <p:cNvSpPr>
              <a:spLocks/>
            </p:cNvSpPr>
            <p:nvPr/>
          </p:nvSpPr>
          <p:spPr>
            <a:xfrm>
              <a:off x="659892" y="4599044"/>
              <a:ext cx="160020" cy="31368"/>
            </a:xfrm>
            <a:prstGeom prst="rect">
              <a:avLst/>
            </a:prstGeom>
            <a:solidFill>
              <a:srgbClr val="A020F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3" name="Rectangle 462">
              <a:extLst>
                <a:ext uri="{FF2B5EF4-FFF2-40B4-BE49-F238E27FC236}">
                  <a16:creationId xmlns:a16="http://schemas.microsoft.com/office/drawing/2014/main" id="{43AF90BB-FDA4-360C-1FF3-C2DC72D83382}"/>
                </a:ext>
              </a:extLst>
            </p:cNvPr>
            <p:cNvSpPr>
              <a:spLocks/>
            </p:cNvSpPr>
            <p:nvPr/>
          </p:nvSpPr>
          <p:spPr>
            <a:xfrm>
              <a:off x="659892" y="4630413"/>
              <a:ext cx="160020" cy="31368"/>
            </a:xfrm>
            <a:prstGeom prst="rect">
              <a:avLst/>
            </a:prstGeom>
            <a:solidFill>
              <a:srgbClr val="BEBEBE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9E93A424-5F55-ED60-2606-CEA7C47B4661}"/>
                </a:ext>
              </a:extLst>
            </p:cNvPr>
            <p:cNvSpPr>
              <a:spLocks/>
            </p:cNvSpPr>
            <p:nvPr/>
          </p:nvSpPr>
          <p:spPr>
            <a:xfrm>
              <a:off x="659892" y="4661909"/>
              <a:ext cx="160020" cy="219709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5" name="Rectangle 464">
              <a:extLst>
                <a:ext uri="{FF2B5EF4-FFF2-40B4-BE49-F238E27FC236}">
                  <a16:creationId xmlns:a16="http://schemas.microsoft.com/office/drawing/2014/main" id="{4C3F28E2-E98E-5E0E-565D-580167B360F3}"/>
                </a:ext>
              </a:extLst>
            </p:cNvPr>
            <p:cNvSpPr>
              <a:spLocks/>
            </p:cNvSpPr>
            <p:nvPr/>
          </p:nvSpPr>
          <p:spPr>
            <a:xfrm>
              <a:off x="659892" y="4881619"/>
              <a:ext cx="160020" cy="94233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1AF11412-4EBF-12F9-4834-B8872CE73A85}"/>
                </a:ext>
              </a:extLst>
            </p:cNvPr>
            <p:cNvSpPr>
              <a:spLocks/>
            </p:cNvSpPr>
            <p:nvPr/>
          </p:nvSpPr>
          <p:spPr>
            <a:xfrm>
              <a:off x="837691" y="3594474"/>
              <a:ext cx="160019" cy="94234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AAD54B8-9866-EC1B-759A-845A523B9CEC}"/>
                </a:ext>
              </a:extLst>
            </p:cNvPr>
            <p:cNvSpPr>
              <a:spLocks/>
            </p:cNvSpPr>
            <p:nvPr/>
          </p:nvSpPr>
          <p:spPr>
            <a:xfrm>
              <a:off x="837691" y="3688708"/>
              <a:ext cx="160019" cy="94234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8" name="Rectangle 467">
              <a:extLst>
                <a:ext uri="{FF2B5EF4-FFF2-40B4-BE49-F238E27FC236}">
                  <a16:creationId xmlns:a16="http://schemas.microsoft.com/office/drawing/2014/main" id="{3690C15D-9FD3-D29E-ED4D-FC48D7CC6D3F}"/>
                </a:ext>
              </a:extLst>
            </p:cNvPr>
            <p:cNvSpPr>
              <a:spLocks/>
            </p:cNvSpPr>
            <p:nvPr/>
          </p:nvSpPr>
          <p:spPr>
            <a:xfrm>
              <a:off x="837691" y="3782815"/>
              <a:ext cx="160019" cy="408051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28B2492E-1E55-B115-AC89-9E671B7BB184}"/>
                </a:ext>
              </a:extLst>
            </p:cNvPr>
            <p:cNvSpPr>
              <a:spLocks/>
            </p:cNvSpPr>
            <p:nvPr/>
          </p:nvSpPr>
          <p:spPr>
            <a:xfrm>
              <a:off x="837691" y="4190993"/>
              <a:ext cx="160019" cy="439547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0" name="Rectangle 469">
              <a:extLst>
                <a:ext uri="{FF2B5EF4-FFF2-40B4-BE49-F238E27FC236}">
                  <a16:creationId xmlns:a16="http://schemas.microsoft.com/office/drawing/2014/main" id="{48904925-87A3-0E12-1616-4DA7E13CEAF6}"/>
                </a:ext>
              </a:extLst>
            </p:cNvPr>
            <p:cNvSpPr>
              <a:spLocks/>
            </p:cNvSpPr>
            <p:nvPr/>
          </p:nvSpPr>
          <p:spPr>
            <a:xfrm>
              <a:off x="837691" y="4630413"/>
              <a:ext cx="160019" cy="94234"/>
            </a:xfrm>
            <a:prstGeom prst="rect">
              <a:avLst/>
            </a:prstGeom>
            <a:solidFill>
              <a:srgbClr val="A020F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3385D36-4D49-9455-B99C-F1B89E7957B8}"/>
                </a:ext>
              </a:extLst>
            </p:cNvPr>
            <p:cNvSpPr>
              <a:spLocks/>
            </p:cNvSpPr>
            <p:nvPr/>
          </p:nvSpPr>
          <p:spPr>
            <a:xfrm>
              <a:off x="837691" y="4724647"/>
              <a:ext cx="160019" cy="62737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6792A8C8-F718-8CE3-A229-071469DF7D5C}"/>
                </a:ext>
              </a:extLst>
            </p:cNvPr>
            <p:cNvSpPr>
              <a:spLocks/>
            </p:cNvSpPr>
            <p:nvPr/>
          </p:nvSpPr>
          <p:spPr>
            <a:xfrm>
              <a:off x="837691" y="4787385"/>
              <a:ext cx="160019" cy="188340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F4B65029-1F24-406F-80D8-01F1C2DEBD3F}"/>
                </a:ext>
              </a:extLst>
            </p:cNvPr>
            <p:cNvSpPr>
              <a:spLocks/>
            </p:cNvSpPr>
            <p:nvPr/>
          </p:nvSpPr>
          <p:spPr>
            <a:xfrm>
              <a:off x="1015491" y="4504937"/>
              <a:ext cx="160019" cy="125603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03CC04-E33E-F95E-4FD0-A257FE63E25F}"/>
                </a:ext>
              </a:extLst>
            </p:cNvPr>
            <p:cNvSpPr>
              <a:spLocks/>
            </p:cNvSpPr>
            <p:nvPr/>
          </p:nvSpPr>
          <p:spPr>
            <a:xfrm>
              <a:off x="1015491" y="4630413"/>
              <a:ext cx="160019" cy="94234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8DBE3497-9A12-781B-3214-7BAF22E83D24}"/>
                </a:ext>
              </a:extLst>
            </p:cNvPr>
            <p:cNvSpPr>
              <a:spLocks/>
            </p:cNvSpPr>
            <p:nvPr/>
          </p:nvSpPr>
          <p:spPr>
            <a:xfrm>
              <a:off x="1015491" y="4724647"/>
              <a:ext cx="160019" cy="62737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6" name="Rectangle 475">
              <a:extLst>
                <a:ext uri="{FF2B5EF4-FFF2-40B4-BE49-F238E27FC236}">
                  <a16:creationId xmlns:a16="http://schemas.microsoft.com/office/drawing/2014/main" id="{EE12F716-87F4-2374-7B57-D8137190A6D9}"/>
                </a:ext>
              </a:extLst>
            </p:cNvPr>
            <p:cNvSpPr>
              <a:spLocks/>
            </p:cNvSpPr>
            <p:nvPr/>
          </p:nvSpPr>
          <p:spPr>
            <a:xfrm>
              <a:off x="1015491" y="4787385"/>
              <a:ext cx="160019" cy="12560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8DE009F2-98E1-830B-97C9-3F9D46BE6D87}"/>
                </a:ext>
              </a:extLst>
            </p:cNvPr>
            <p:cNvSpPr>
              <a:spLocks/>
            </p:cNvSpPr>
            <p:nvPr/>
          </p:nvSpPr>
          <p:spPr>
            <a:xfrm>
              <a:off x="1015491" y="4912988"/>
              <a:ext cx="160019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8" name="Rectangle 477">
              <a:extLst>
                <a:ext uri="{FF2B5EF4-FFF2-40B4-BE49-F238E27FC236}">
                  <a16:creationId xmlns:a16="http://schemas.microsoft.com/office/drawing/2014/main" id="{1FA44B2E-DDCC-6BBD-2B39-5418EE95916A}"/>
                </a:ext>
              </a:extLst>
            </p:cNvPr>
            <p:cNvSpPr>
              <a:spLocks/>
            </p:cNvSpPr>
            <p:nvPr/>
          </p:nvSpPr>
          <p:spPr>
            <a:xfrm>
              <a:off x="1015491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A67F5A98-3CC5-0D0D-44DF-7C8D07ABBECB}"/>
                </a:ext>
              </a:extLst>
            </p:cNvPr>
            <p:cNvSpPr>
              <a:spLocks/>
            </p:cNvSpPr>
            <p:nvPr/>
          </p:nvSpPr>
          <p:spPr>
            <a:xfrm>
              <a:off x="1193292" y="4693278"/>
              <a:ext cx="160019" cy="31368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0" name="Rectangle 479">
              <a:extLst>
                <a:ext uri="{FF2B5EF4-FFF2-40B4-BE49-F238E27FC236}">
                  <a16:creationId xmlns:a16="http://schemas.microsoft.com/office/drawing/2014/main" id="{3166A853-9E14-F012-317B-2CBEA851FB77}"/>
                </a:ext>
              </a:extLst>
            </p:cNvPr>
            <p:cNvSpPr>
              <a:spLocks/>
            </p:cNvSpPr>
            <p:nvPr/>
          </p:nvSpPr>
          <p:spPr>
            <a:xfrm>
              <a:off x="1193292" y="4724647"/>
              <a:ext cx="160019" cy="219709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1" name="Rectangle 480">
              <a:extLst>
                <a:ext uri="{FF2B5EF4-FFF2-40B4-BE49-F238E27FC236}">
                  <a16:creationId xmlns:a16="http://schemas.microsoft.com/office/drawing/2014/main" id="{106F2D8D-A176-0ECD-304F-7773A9E74B00}"/>
                </a:ext>
              </a:extLst>
            </p:cNvPr>
            <p:cNvSpPr>
              <a:spLocks/>
            </p:cNvSpPr>
            <p:nvPr/>
          </p:nvSpPr>
          <p:spPr>
            <a:xfrm>
              <a:off x="1193292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BBEF1260-36CB-EEEB-F15C-B83292E91CEC}"/>
                </a:ext>
              </a:extLst>
            </p:cNvPr>
            <p:cNvSpPr>
              <a:spLocks/>
            </p:cNvSpPr>
            <p:nvPr/>
          </p:nvSpPr>
          <p:spPr>
            <a:xfrm>
              <a:off x="1371219" y="4379334"/>
              <a:ext cx="160019" cy="94234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3" name="Rectangle 482">
              <a:extLst>
                <a:ext uri="{FF2B5EF4-FFF2-40B4-BE49-F238E27FC236}">
                  <a16:creationId xmlns:a16="http://schemas.microsoft.com/office/drawing/2014/main" id="{155823D8-6880-DA54-1957-2C86ED9A34D8}"/>
                </a:ext>
              </a:extLst>
            </p:cNvPr>
            <p:cNvSpPr>
              <a:spLocks/>
            </p:cNvSpPr>
            <p:nvPr/>
          </p:nvSpPr>
          <p:spPr>
            <a:xfrm>
              <a:off x="1371219" y="4473568"/>
              <a:ext cx="160019" cy="62737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E5FD25FD-8102-277E-BABD-23D406A3C1CE}"/>
                </a:ext>
              </a:extLst>
            </p:cNvPr>
            <p:cNvSpPr>
              <a:spLocks/>
            </p:cNvSpPr>
            <p:nvPr/>
          </p:nvSpPr>
          <p:spPr>
            <a:xfrm>
              <a:off x="1371219" y="4536306"/>
              <a:ext cx="160019" cy="219709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10496A1D-65E3-A515-30A9-095324CAD952}"/>
                </a:ext>
              </a:extLst>
            </p:cNvPr>
            <p:cNvSpPr>
              <a:spLocks/>
            </p:cNvSpPr>
            <p:nvPr/>
          </p:nvSpPr>
          <p:spPr>
            <a:xfrm>
              <a:off x="1371219" y="4756016"/>
              <a:ext cx="160019" cy="125603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2A6ED3C3-18B0-61A9-5EE0-058BCA324B8B}"/>
                </a:ext>
              </a:extLst>
            </p:cNvPr>
            <p:cNvSpPr>
              <a:spLocks/>
            </p:cNvSpPr>
            <p:nvPr/>
          </p:nvSpPr>
          <p:spPr>
            <a:xfrm>
              <a:off x="1371219" y="4881619"/>
              <a:ext cx="160019" cy="94233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5A01D0BD-7E21-2B4E-79DA-805EF0661B1B}"/>
                </a:ext>
              </a:extLst>
            </p:cNvPr>
            <p:cNvSpPr>
              <a:spLocks/>
            </p:cNvSpPr>
            <p:nvPr/>
          </p:nvSpPr>
          <p:spPr>
            <a:xfrm>
              <a:off x="1549019" y="4724647"/>
              <a:ext cx="160019" cy="3136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C3AE8349-218C-1409-2C11-64D835257FE3}"/>
                </a:ext>
              </a:extLst>
            </p:cNvPr>
            <p:cNvSpPr>
              <a:spLocks/>
            </p:cNvSpPr>
            <p:nvPr/>
          </p:nvSpPr>
          <p:spPr>
            <a:xfrm>
              <a:off x="1549019" y="4756016"/>
              <a:ext cx="160019" cy="31368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2A359BD4-C539-2351-EE59-A9282C9941D5}"/>
                </a:ext>
              </a:extLst>
            </p:cNvPr>
            <p:cNvSpPr>
              <a:spLocks/>
            </p:cNvSpPr>
            <p:nvPr/>
          </p:nvSpPr>
          <p:spPr>
            <a:xfrm>
              <a:off x="1549019" y="4787385"/>
              <a:ext cx="160019" cy="31369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FB6A0720-4273-3117-9B97-23DF72E3DE72}"/>
                </a:ext>
              </a:extLst>
            </p:cNvPr>
            <p:cNvSpPr>
              <a:spLocks/>
            </p:cNvSpPr>
            <p:nvPr/>
          </p:nvSpPr>
          <p:spPr>
            <a:xfrm>
              <a:off x="1549019" y="4818881"/>
              <a:ext cx="160019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0AE7D70D-E58F-FC7A-8160-9EC254D81DEC}"/>
                </a:ext>
              </a:extLst>
            </p:cNvPr>
            <p:cNvSpPr>
              <a:spLocks/>
            </p:cNvSpPr>
            <p:nvPr/>
          </p:nvSpPr>
          <p:spPr>
            <a:xfrm>
              <a:off x="1549019" y="4850250"/>
              <a:ext cx="160019" cy="125602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C6601DE8-430C-8163-3CA4-8B424119AEF2}"/>
                </a:ext>
              </a:extLst>
            </p:cNvPr>
            <p:cNvSpPr>
              <a:spLocks/>
            </p:cNvSpPr>
            <p:nvPr/>
          </p:nvSpPr>
          <p:spPr>
            <a:xfrm>
              <a:off x="1726819" y="3343395"/>
              <a:ext cx="160019" cy="313943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FDEC722C-FEB6-7B61-5E23-391965E6DFFD}"/>
                </a:ext>
              </a:extLst>
            </p:cNvPr>
            <p:cNvSpPr>
              <a:spLocks/>
            </p:cNvSpPr>
            <p:nvPr/>
          </p:nvSpPr>
          <p:spPr>
            <a:xfrm>
              <a:off x="1726819" y="3657339"/>
              <a:ext cx="160019" cy="94234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766CDF44-FD02-75D3-09F9-70576551F355}"/>
                </a:ext>
              </a:extLst>
            </p:cNvPr>
            <p:cNvSpPr>
              <a:spLocks/>
            </p:cNvSpPr>
            <p:nvPr/>
          </p:nvSpPr>
          <p:spPr>
            <a:xfrm>
              <a:off x="1726819" y="3751446"/>
              <a:ext cx="160019" cy="188340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92B9D381-5E97-BD28-27A7-8C9B65C75D30}"/>
                </a:ext>
              </a:extLst>
            </p:cNvPr>
            <p:cNvSpPr>
              <a:spLocks/>
            </p:cNvSpPr>
            <p:nvPr/>
          </p:nvSpPr>
          <p:spPr>
            <a:xfrm>
              <a:off x="1726819" y="3939787"/>
              <a:ext cx="160019" cy="56502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34C2589F-9DFF-2807-DF15-78E8A8CBA791}"/>
                </a:ext>
              </a:extLst>
            </p:cNvPr>
            <p:cNvSpPr>
              <a:spLocks/>
            </p:cNvSpPr>
            <p:nvPr/>
          </p:nvSpPr>
          <p:spPr>
            <a:xfrm>
              <a:off x="1726819" y="4504937"/>
              <a:ext cx="160019" cy="282575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A3DCC823-5502-B1AB-7C34-08D0D070B4D8}"/>
                </a:ext>
              </a:extLst>
            </p:cNvPr>
            <p:cNvSpPr>
              <a:spLocks/>
            </p:cNvSpPr>
            <p:nvPr/>
          </p:nvSpPr>
          <p:spPr>
            <a:xfrm>
              <a:off x="1726819" y="4787385"/>
              <a:ext cx="160019" cy="188340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498F92D1-BAE2-E112-4482-D59D0BDF9270}"/>
                </a:ext>
              </a:extLst>
            </p:cNvPr>
            <p:cNvSpPr>
              <a:spLocks/>
            </p:cNvSpPr>
            <p:nvPr/>
          </p:nvSpPr>
          <p:spPr>
            <a:xfrm>
              <a:off x="1904619" y="4787385"/>
              <a:ext cx="160019" cy="31369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3DA36F39-B871-B390-E771-278360FDD76E}"/>
                </a:ext>
              </a:extLst>
            </p:cNvPr>
            <p:cNvSpPr>
              <a:spLocks/>
            </p:cNvSpPr>
            <p:nvPr/>
          </p:nvSpPr>
          <p:spPr>
            <a:xfrm>
              <a:off x="1904619" y="4818881"/>
              <a:ext cx="160019" cy="94233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2FE234B1-1511-B91C-AB52-9F796B67E1DA}"/>
                </a:ext>
              </a:extLst>
            </p:cNvPr>
            <p:cNvSpPr>
              <a:spLocks/>
            </p:cNvSpPr>
            <p:nvPr/>
          </p:nvSpPr>
          <p:spPr>
            <a:xfrm>
              <a:off x="1904619" y="4912988"/>
              <a:ext cx="160019" cy="62737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B33750AE-9930-60B3-42A2-611FD54474CD}"/>
                </a:ext>
              </a:extLst>
            </p:cNvPr>
            <p:cNvSpPr>
              <a:spLocks/>
            </p:cNvSpPr>
            <p:nvPr/>
          </p:nvSpPr>
          <p:spPr>
            <a:xfrm>
              <a:off x="2082419" y="4630413"/>
              <a:ext cx="160019" cy="62737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54531BBE-99FF-4830-6CBA-7A8A6D7747BF}"/>
                </a:ext>
              </a:extLst>
            </p:cNvPr>
            <p:cNvSpPr>
              <a:spLocks/>
            </p:cNvSpPr>
            <p:nvPr/>
          </p:nvSpPr>
          <p:spPr>
            <a:xfrm>
              <a:off x="2082419" y="4693278"/>
              <a:ext cx="160019" cy="62737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5A2AEE90-94F8-8515-23D1-E19966D0E452}"/>
                </a:ext>
              </a:extLst>
            </p:cNvPr>
            <p:cNvSpPr>
              <a:spLocks/>
            </p:cNvSpPr>
            <p:nvPr/>
          </p:nvSpPr>
          <p:spPr>
            <a:xfrm>
              <a:off x="2082419" y="4756016"/>
              <a:ext cx="160019" cy="12560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ABD200B9-BF18-8145-57A2-A623F5E38B66}"/>
                </a:ext>
              </a:extLst>
            </p:cNvPr>
            <p:cNvSpPr>
              <a:spLocks/>
            </p:cNvSpPr>
            <p:nvPr/>
          </p:nvSpPr>
          <p:spPr>
            <a:xfrm>
              <a:off x="2082419" y="4881619"/>
              <a:ext cx="160019" cy="62737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A13A8259-D389-6B52-847B-20B4B9F9455A}"/>
                </a:ext>
              </a:extLst>
            </p:cNvPr>
            <p:cNvSpPr>
              <a:spLocks/>
            </p:cNvSpPr>
            <p:nvPr/>
          </p:nvSpPr>
          <p:spPr>
            <a:xfrm>
              <a:off x="2082419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D4D65D6C-86DD-90DF-04F7-452068471F8C}"/>
                </a:ext>
              </a:extLst>
            </p:cNvPr>
            <p:cNvSpPr>
              <a:spLocks/>
            </p:cNvSpPr>
            <p:nvPr/>
          </p:nvSpPr>
          <p:spPr>
            <a:xfrm>
              <a:off x="2260219" y="4818881"/>
              <a:ext cx="160019" cy="62737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49A7CCCF-D44F-DD09-E370-38D593E53A70}"/>
                </a:ext>
              </a:extLst>
            </p:cNvPr>
            <p:cNvSpPr>
              <a:spLocks/>
            </p:cNvSpPr>
            <p:nvPr/>
          </p:nvSpPr>
          <p:spPr>
            <a:xfrm>
              <a:off x="2260219" y="4881619"/>
              <a:ext cx="160019" cy="94233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D36387EA-1EA5-3952-BDAC-4E36A36119EE}"/>
                </a:ext>
              </a:extLst>
            </p:cNvPr>
            <p:cNvSpPr>
              <a:spLocks/>
            </p:cNvSpPr>
            <p:nvPr/>
          </p:nvSpPr>
          <p:spPr>
            <a:xfrm>
              <a:off x="2438146" y="4724647"/>
              <a:ext cx="160019" cy="94234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4EC61349-D168-650F-4013-7FE6FC027165}"/>
                </a:ext>
              </a:extLst>
            </p:cNvPr>
            <p:cNvSpPr>
              <a:spLocks/>
            </p:cNvSpPr>
            <p:nvPr/>
          </p:nvSpPr>
          <p:spPr>
            <a:xfrm>
              <a:off x="2438146" y="4818881"/>
              <a:ext cx="160019" cy="62737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6D6267F5-E74F-FCDB-DE8D-F77201654108}"/>
                </a:ext>
              </a:extLst>
            </p:cNvPr>
            <p:cNvSpPr>
              <a:spLocks/>
            </p:cNvSpPr>
            <p:nvPr/>
          </p:nvSpPr>
          <p:spPr>
            <a:xfrm>
              <a:off x="2438146" y="4881619"/>
              <a:ext cx="160019" cy="62737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97DC8D52-0B2F-CE38-A1AB-D99EB94013E4}"/>
                </a:ext>
              </a:extLst>
            </p:cNvPr>
            <p:cNvSpPr>
              <a:spLocks/>
            </p:cNvSpPr>
            <p:nvPr/>
          </p:nvSpPr>
          <p:spPr>
            <a:xfrm>
              <a:off x="2438146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CE5A3B54-EFB8-39B3-CA85-048A42E37B14}"/>
                </a:ext>
              </a:extLst>
            </p:cNvPr>
            <p:cNvSpPr>
              <a:spLocks/>
            </p:cNvSpPr>
            <p:nvPr/>
          </p:nvSpPr>
          <p:spPr>
            <a:xfrm>
              <a:off x="2615946" y="4253731"/>
              <a:ext cx="160019" cy="219709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3B7676C0-65DB-D798-9341-AF2B39657ABC}"/>
                </a:ext>
              </a:extLst>
            </p:cNvPr>
            <p:cNvSpPr>
              <a:spLocks/>
            </p:cNvSpPr>
            <p:nvPr/>
          </p:nvSpPr>
          <p:spPr>
            <a:xfrm>
              <a:off x="2615946" y="4473568"/>
              <a:ext cx="160019" cy="94234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D495CEEE-B1DA-188E-F382-2CD96F17ED04}"/>
                </a:ext>
              </a:extLst>
            </p:cNvPr>
            <p:cNvSpPr>
              <a:spLocks/>
            </p:cNvSpPr>
            <p:nvPr/>
          </p:nvSpPr>
          <p:spPr>
            <a:xfrm>
              <a:off x="2615946" y="4567675"/>
              <a:ext cx="160019" cy="251206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A65A5FE1-D89E-9AD7-186E-5AA1A6E4C6D4}"/>
                </a:ext>
              </a:extLst>
            </p:cNvPr>
            <p:cNvSpPr>
              <a:spLocks/>
            </p:cNvSpPr>
            <p:nvPr/>
          </p:nvSpPr>
          <p:spPr>
            <a:xfrm>
              <a:off x="2615946" y="4818881"/>
              <a:ext cx="160019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E9E3C072-11E2-89C1-F460-B2CC412D86E7}"/>
                </a:ext>
              </a:extLst>
            </p:cNvPr>
            <p:cNvSpPr>
              <a:spLocks/>
            </p:cNvSpPr>
            <p:nvPr/>
          </p:nvSpPr>
          <p:spPr>
            <a:xfrm>
              <a:off x="2615946" y="4850250"/>
              <a:ext cx="160019" cy="62737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C0737387-7D92-F9CC-5141-F48AA2D50495}"/>
                </a:ext>
              </a:extLst>
            </p:cNvPr>
            <p:cNvSpPr>
              <a:spLocks/>
            </p:cNvSpPr>
            <p:nvPr/>
          </p:nvSpPr>
          <p:spPr>
            <a:xfrm>
              <a:off x="2615946" y="4912988"/>
              <a:ext cx="160019" cy="62737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321EFBB2-3B1F-0661-A513-4FB1B499FEAE}"/>
                </a:ext>
              </a:extLst>
            </p:cNvPr>
            <p:cNvSpPr>
              <a:spLocks/>
            </p:cNvSpPr>
            <p:nvPr/>
          </p:nvSpPr>
          <p:spPr>
            <a:xfrm>
              <a:off x="2793746" y="4787385"/>
              <a:ext cx="160019" cy="6273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0F0BD595-35B9-863D-B4E3-48A37E721FFB}"/>
                </a:ext>
              </a:extLst>
            </p:cNvPr>
            <p:cNvSpPr>
              <a:spLocks/>
            </p:cNvSpPr>
            <p:nvPr/>
          </p:nvSpPr>
          <p:spPr>
            <a:xfrm>
              <a:off x="2793746" y="4850250"/>
              <a:ext cx="160019" cy="9423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7BFFCE3F-5D76-D9B0-DE10-75BC1265FCCD}"/>
                </a:ext>
              </a:extLst>
            </p:cNvPr>
            <p:cNvSpPr>
              <a:spLocks/>
            </p:cNvSpPr>
            <p:nvPr/>
          </p:nvSpPr>
          <p:spPr>
            <a:xfrm>
              <a:off x="2793746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388FAFA5-8783-B680-A739-82A14C3FD584}"/>
                </a:ext>
              </a:extLst>
            </p:cNvPr>
            <p:cNvSpPr>
              <a:spLocks/>
            </p:cNvSpPr>
            <p:nvPr/>
          </p:nvSpPr>
          <p:spPr>
            <a:xfrm>
              <a:off x="2971546" y="4850250"/>
              <a:ext cx="160019" cy="94233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E05A23A-D878-E2C2-DA2D-10F889FC75B2}"/>
                </a:ext>
              </a:extLst>
            </p:cNvPr>
            <p:cNvSpPr>
              <a:spLocks/>
            </p:cNvSpPr>
            <p:nvPr/>
          </p:nvSpPr>
          <p:spPr>
            <a:xfrm>
              <a:off x="2971546" y="4944357"/>
              <a:ext cx="160019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1466A734-7EEE-F668-C61A-10D6FC86AC84}"/>
                </a:ext>
              </a:extLst>
            </p:cNvPr>
            <p:cNvSpPr>
              <a:spLocks/>
            </p:cNvSpPr>
            <p:nvPr/>
          </p:nvSpPr>
          <p:spPr>
            <a:xfrm>
              <a:off x="3327146" y="4881619"/>
              <a:ext cx="160020" cy="3136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E4A3CE6F-4787-FE28-DD5B-AA55BE6A2AC4}"/>
                </a:ext>
              </a:extLst>
            </p:cNvPr>
            <p:cNvSpPr>
              <a:spLocks/>
            </p:cNvSpPr>
            <p:nvPr/>
          </p:nvSpPr>
          <p:spPr>
            <a:xfrm>
              <a:off x="3327146" y="4912988"/>
              <a:ext cx="160020" cy="31368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DBC3E526-B52E-7E54-7E30-DD0E450B1E1B}"/>
                </a:ext>
              </a:extLst>
            </p:cNvPr>
            <p:cNvSpPr>
              <a:spLocks/>
            </p:cNvSpPr>
            <p:nvPr/>
          </p:nvSpPr>
          <p:spPr>
            <a:xfrm>
              <a:off x="3327146" y="4944357"/>
              <a:ext cx="160020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182AAA4B-62D9-7A8D-480C-2542ABF0EF48}"/>
                </a:ext>
              </a:extLst>
            </p:cNvPr>
            <p:cNvSpPr>
              <a:spLocks/>
            </p:cNvSpPr>
            <p:nvPr/>
          </p:nvSpPr>
          <p:spPr>
            <a:xfrm>
              <a:off x="3505073" y="4850250"/>
              <a:ext cx="160020" cy="3136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5A56F02F-262A-2641-C5AE-C9F667F42573}"/>
                </a:ext>
              </a:extLst>
            </p:cNvPr>
            <p:cNvSpPr>
              <a:spLocks/>
            </p:cNvSpPr>
            <p:nvPr/>
          </p:nvSpPr>
          <p:spPr>
            <a:xfrm>
              <a:off x="3505073" y="4881619"/>
              <a:ext cx="160020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DC9C196D-958E-7110-2FBF-187978FAD701}"/>
                </a:ext>
              </a:extLst>
            </p:cNvPr>
            <p:cNvSpPr>
              <a:spLocks/>
            </p:cNvSpPr>
            <p:nvPr/>
          </p:nvSpPr>
          <p:spPr>
            <a:xfrm>
              <a:off x="3505073" y="4912988"/>
              <a:ext cx="160020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C4293FFA-78F1-2CF0-9715-066FEAD62279}"/>
                </a:ext>
              </a:extLst>
            </p:cNvPr>
            <p:cNvSpPr>
              <a:spLocks/>
            </p:cNvSpPr>
            <p:nvPr/>
          </p:nvSpPr>
          <p:spPr>
            <a:xfrm>
              <a:off x="3505073" y="4944357"/>
              <a:ext cx="160020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E101708E-6AF8-45F5-C5B9-8DEF8B353A34}"/>
                </a:ext>
              </a:extLst>
            </p:cNvPr>
            <p:cNvSpPr>
              <a:spLocks/>
            </p:cNvSpPr>
            <p:nvPr/>
          </p:nvSpPr>
          <p:spPr>
            <a:xfrm>
              <a:off x="3682873" y="4881619"/>
              <a:ext cx="160020" cy="3136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7E122040-8408-67AE-76DF-834CB87085E4}"/>
                </a:ext>
              </a:extLst>
            </p:cNvPr>
            <p:cNvSpPr>
              <a:spLocks/>
            </p:cNvSpPr>
            <p:nvPr/>
          </p:nvSpPr>
          <p:spPr>
            <a:xfrm>
              <a:off x="3682873" y="4912988"/>
              <a:ext cx="160020" cy="62737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D115EA2B-798B-4356-D9F2-A67481DB1CDA}"/>
                </a:ext>
              </a:extLst>
            </p:cNvPr>
            <p:cNvSpPr>
              <a:spLocks/>
            </p:cNvSpPr>
            <p:nvPr/>
          </p:nvSpPr>
          <p:spPr>
            <a:xfrm>
              <a:off x="3860673" y="4787385"/>
              <a:ext cx="160020" cy="31369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32550146-393C-EBC7-4437-F4A4526F4758}"/>
                </a:ext>
              </a:extLst>
            </p:cNvPr>
            <p:cNvSpPr>
              <a:spLocks/>
            </p:cNvSpPr>
            <p:nvPr/>
          </p:nvSpPr>
          <p:spPr>
            <a:xfrm>
              <a:off x="3860673" y="4818881"/>
              <a:ext cx="160020" cy="31368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0A091119-1A99-69E6-3825-67C5803A6904}"/>
                </a:ext>
              </a:extLst>
            </p:cNvPr>
            <p:cNvSpPr>
              <a:spLocks/>
            </p:cNvSpPr>
            <p:nvPr/>
          </p:nvSpPr>
          <p:spPr>
            <a:xfrm>
              <a:off x="3860673" y="4850250"/>
              <a:ext cx="160020" cy="125602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2382EFBE-3E59-CDD3-D221-E80DE4E88F56}"/>
                </a:ext>
              </a:extLst>
            </p:cNvPr>
            <p:cNvSpPr>
              <a:spLocks/>
            </p:cNvSpPr>
            <p:nvPr/>
          </p:nvSpPr>
          <p:spPr>
            <a:xfrm>
              <a:off x="4038473" y="4850250"/>
              <a:ext cx="160020" cy="31368"/>
            </a:xfrm>
            <a:prstGeom prst="rect">
              <a:avLst/>
            </a:prstGeom>
            <a:solidFill>
              <a:srgbClr val="0064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A2E76087-21E0-25A5-7E0D-8885D8DD7F8F}"/>
                </a:ext>
              </a:extLst>
            </p:cNvPr>
            <p:cNvSpPr>
              <a:spLocks/>
            </p:cNvSpPr>
            <p:nvPr/>
          </p:nvSpPr>
          <p:spPr>
            <a:xfrm>
              <a:off x="4038473" y="4881619"/>
              <a:ext cx="160020" cy="31368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477D637F-215B-D97E-2A1A-F27A63FB9067}"/>
                </a:ext>
              </a:extLst>
            </p:cNvPr>
            <p:cNvSpPr>
              <a:spLocks/>
            </p:cNvSpPr>
            <p:nvPr/>
          </p:nvSpPr>
          <p:spPr>
            <a:xfrm>
              <a:off x="4038473" y="4912988"/>
              <a:ext cx="160020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5D834DD9-6E96-C050-F43B-97F721EE10A5}"/>
                </a:ext>
              </a:extLst>
            </p:cNvPr>
            <p:cNvSpPr>
              <a:spLocks/>
            </p:cNvSpPr>
            <p:nvPr/>
          </p:nvSpPr>
          <p:spPr>
            <a:xfrm>
              <a:off x="4038473" y="4944357"/>
              <a:ext cx="160020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27E77AC5-E523-0AEE-057A-5E42DC61FF7E}"/>
                </a:ext>
              </a:extLst>
            </p:cNvPr>
            <p:cNvSpPr>
              <a:spLocks/>
            </p:cNvSpPr>
            <p:nvPr/>
          </p:nvSpPr>
          <p:spPr>
            <a:xfrm>
              <a:off x="4216273" y="4818881"/>
              <a:ext cx="160020" cy="62737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A6A7DF77-B765-D726-2665-B27172900288}"/>
                </a:ext>
              </a:extLst>
            </p:cNvPr>
            <p:cNvSpPr>
              <a:spLocks/>
            </p:cNvSpPr>
            <p:nvPr/>
          </p:nvSpPr>
          <p:spPr>
            <a:xfrm>
              <a:off x="4216273" y="4881619"/>
              <a:ext cx="160020" cy="62737"/>
            </a:xfrm>
            <a:prstGeom prst="rect">
              <a:avLst/>
            </a:prstGeom>
            <a:solidFill>
              <a:srgbClr val="0000FF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CC1AEC2B-216D-EC77-962A-0CA212103CC2}"/>
                </a:ext>
              </a:extLst>
            </p:cNvPr>
            <p:cNvSpPr>
              <a:spLocks/>
            </p:cNvSpPr>
            <p:nvPr/>
          </p:nvSpPr>
          <p:spPr>
            <a:xfrm>
              <a:off x="4216273" y="4944357"/>
              <a:ext cx="160020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86918FAF-15A2-3F23-7087-2DE0E6778478}"/>
                </a:ext>
              </a:extLst>
            </p:cNvPr>
            <p:cNvSpPr>
              <a:spLocks/>
            </p:cNvSpPr>
            <p:nvPr/>
          </p:nvSpPr>
          <p:spPr>
            <a:xfrm>
              <a:off x="4394073" y="4881619"/>
              <a:ext cx="160020" cy="62737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7CC83235-3844-AF3D-58EA-F9B6538DD997}"/>
                </a:ext>
              </a:extLst>
            </p:cNvPr>
            <p:cNvSpPr>
              <a:spLocks/>
            </p:cNvSpPr>
            <p:nvPr/>
          </p:nvSpPr>
          <p:spPr>
            <a:xfrm>
              <a:off x="4394073" y="4944357"/>
              <a:ext cx="160020" cy="31368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E4AE118C-438F-AFD2-FFA6-9D26574B65CC}"/>
                </a:ext>
              </a:extLst>
            </p:cNvPr>
            <p:cNvSpPr>
              <a:spLocks/>
            </p:cNvSpPr>
            <p:nvPr/>
          </p:nvSpPr>
          <p:spPr>
            <a:xfrm>
              <a:off x="4572000" y="4912988"/>
              <a:ext cx="160020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0EAB6C30-C273-2828-FE27-BC7E6F9BCDDC}"/>
                </a:ext>
              </a:extLst>
            </p:cNvPr>
            <p:cNvSpPr>
              <a:spLocks/>
            </p:cNvSpPr>
            <p:nvPr/>
          </p:nvSpPr>
          <p:spPr>
            <a:xfrm>
              <a:off x="4572000" y="4944357"/>
              <a:ext cx="160020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8657D0F0-1D8A-6F68-7344-6C64C4A73B3D}"/>
                </a:ext>
              </a:extLst>
            </p:cNvPr>
            <p:cNvSpPr>
              <a:spLocks/>
            </p:cNvSpPr>
            <p:nvPr/>
          </p:nvSpPr>
          <p:spPr>
            <a:xfrm>
              <a:off x="4749800" y="4944357"/>
              <a:ext cx="160020" cy="31368"/>
            </a:xfrm>
            <a:prstGeom prst="rect">
              <a:avLst/>
            </a:prstGeom>
            <a:solidFill>
              <a:srgbClr val="BEBEBE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A83DA16A-D8EC-B49A-7381-06BC669D93A4}"/>
                </a:ext>
              </a:extLst>
            </p:cNvPr>
            <p:cNvSpPr>
              <a:spLocks/>
            </p:cNvSpPr>
            <p:nvPr/>
          </p:nvSpPr>
          <p:spPr>
            <a:xfrm>
              <a:off x="4927600" y="4850250"/>
              <a:ext cx="160020" cy="9423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B771A2D5-8E6D-EF49-1502-7F504BEBF6C1}"/>
                </a:ext>
              </a:extLst>
            </p:cNvPr>
            <p:cNvSpPr>
              <a:spLocks/>
            </p:cNvSpPr>
            <p:nvPr/>
          </p:nvSpPr>
          <p:spPr>
            <a:xfrm>
              <a:off x="4927600" y="4944357"/>
              <a:ext cx="160020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E171EB43-B45C-2E39-21F0-AB442C1D3319}"/>
                </a:ext>
              </a:extLst>
            </p:cNvPr>
            <p:cNvSpPr>
              <a:spLocks/>
            </p:cNvSpPr>
            <p:nvPr/>
          </p:nvSpPr>
          <p:spPr>
            <a:xfrm>
              <a:off x="5105400" y="4818881"/>
              <a:ext cx="160020" cy="31368"/>
            </a:xfrm>
            <a:prstGeom prst="rect">
              <a:avLst/>
            </a:prstGeom>
            <a:solidFill>
              <a:srgbClr val="FF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2AA060E0-2F78-9F84-8D76-A991721DD038}"/>
                </a:ext>
              </a:extLst>
            </p:cNvPr>
            <p:cNvSpPr>
              <a:spLocks/>
            </p:cNvSpPr>
            <p:nvPr/>
          </p:nvSpPr>
          <p:spPr>
            <a:xfrm>
              <a:off x="5105400" y="4850250"/>
              <a:ext cx="160020" cy="94233"/>
            </a:xfrm>
            <a:prstGeom prst="rect">
              <a:avLst/>
            </a:prstGeom>
            <a:solidFill>
              <a:srgbClr val="0000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426571A4-DCF4-9DBB-ED57-1E9BCC823EF9}"/>
                </a:ext>
              </a:extLst>
            </p:cNvPr>
            <p:cNvSpPr>
              <a:spLocks/>
            </p:cNvSpPr>
            <p:nvPr/>
          </p:nvSpPr>
          <p:spPr>
            <a:xfrm>
              <a:off x="5105400" y="4944357"/>
              <a:ext cx="160020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6BD07794-DA3C-66BA-F651-E7D81CB978A8}"/>
                </a:ext>
              </a:extLst>
            </p:cNvPr>
            <p:cNvSpPr>
              <a:spLocks/>
            </p:cNvSpPr>
            <p:nvPr/>
          </p:nvSpPr>
          <p:spPr>
            <a:xfrm>
              <a:off x="5283200" y="4912988"/>
              <a:ext cx="160020" cy="31368"/>
            </a:xfrm>
            <a:prstGeom prst="rect">
              <a:avLst/>
            </a:prstGeom>
            <a:solidFill>
              <a:srgbClr val="A52A2A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39030EC2-A232-DE5B-2D08-62E0641468DD}"/>
                </a:ext>
              </a:extLst>
            </p:cNvPr>
            <p:cNvSpPr>
              <a:spLocks/>
            </p:cNvSpPr>
            <p:nvPr/>
          </p:nvSpPr>
          <p:spPr>
            <a:xfrm>
              <a:off x="5283200" y="4944357"/>
              <a:ext cx="160020" cy="31368"/>
            </a:xfrm>
            <a:prstGeom prst="rect">
              <a:avLst/>
            </a:prstGeom>
            <a:solidFill>
              <a:srgbClr val="FFA50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039"/>
            </a:p>
          </p:txBody>
        </p:sp>
      </p:grpSp>
      <p:grpSp>
        <p:nvGrpSpPr>
          <p:cNvPr id="11062" name="Group 11061">
            <a:extLst>
              <a:ext uri="{FF2B5EF4-FFF2-40B4-BE49-F238E27FC236}">
                <a16:creationId xmlns:a16="http://schemas.microsoft.com/office/drawing/2014/main" id="{FD0235E2-8BC3-DFE5-4A57-BD2A0FFE086B}"/>
              </a:ext>
            </a:extLst>
          </p:cNvPr>
          <p:cNvGrpSpPr/>
          <p:nvPr/>
        </p:nvGrpSpPr>
        <p:grpSpPr>
          <a:xfrm>
            <a:off x="697021" y="2862580"/>
            <a:ext cx="4046217" cy="807085"/>
            <a:chOff x="720092" y="3105187"/>
            <a:chExt cx="4282132" cy="854143"/>
          </a:xfrm>
        </p:grpSpPr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5AEEAB3A-2E00-22F5-26E3-6DD5711A92B8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661031" y="3252315"/>
              <a:ext cx="47704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26_DG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7AD44707-9482-6B4C-8E49-029FB2CE97C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33253" y="3402999"/>
              <a:ext cx="779017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0_Spall_Mixed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EDD4CED1-7330-E29E-A26C-A79CEA7E05BC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733403" y="3259529"/>
              <a:ext cx="492315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b="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1_RGC</a:t>
              </a: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212BB759-AB70-3C6B-01C4-AFCAD725B82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930071" y="3220256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2_OL</a:t>
              </a:r>
            </a:p>
          </p:txBody>
        </p: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09983F0E-AE3B-411B-2F5F-6D127E72335D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898564" y="3412615"/>
              <a:ext cx="78919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3_Spall_GABA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7737CD0B-5672-06F6-F55C-8E53E5AD3431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02015" y="3362121"/>
              <a:ext cx="69589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4_TGN_Glut</a:t>
              </a: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705E87B8-4425-4164-E1E0-AED4AB6F92BE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377569" y="3242697"/>
              <a:ext cx="45838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5_Glut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3BAFDF5F-EB6B-9B34-0667-B48BB9B67BA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368963" y="3409410"/>
              <a:ext cx="78919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b="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6_POA_Mixed</a:t>
              </a:r>
            </a:p>
          </p:txBody>
        </p:sp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D16F71CB-4314-326C-DF51-8CDD40A4C78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591925" y="3341282"/>
              <a:ext cx="65687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7_Pall_Glut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6C20DC5A-544A-DBD3-B2D2-95ED5A64743F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731761" y="3359716"/>
              <a:ext cx="690801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8_VOT_Glut</a:t>
              </a:r>
            </a:p>
          </p:txBody>
        </p:sp>
        <p:sp>
          <p:nvSpPr>
            <p:cNvPr id="354" name="TextBox 353">
              <a:extLst>
                <a:ext uri="{FF2B5EF4-FFF2-40B4-BE49-F238E27FC236}">
                  <a16:creationId xmlns:a16="http://schemas.microsoft.com/office/drawing/2014/main" id="{91D1D207-D3D5-6035-CB70-C0E0699A36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968293" y="3279567"/>
              <a:ext cx="53133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9_Mixed</a:t>
              </a:r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417B9093-5120-9EFE-6B42-33CAA59AEA6C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055540" y="3349297"/>
              <a:ext cx="67044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10_nH_Glut</a:t>
              </a:r>
            </a:p>
          </p:txBody>
        </p: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598C62D4-8890-84D6-CE81-0B4CCF50A4CC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303949" y="3257926"/>
              <a:ext cx="48722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11_MG</a:t>
              </a:r>
            </a:p>
          </p:txBody>
        </p:sp>
        <p:sp>
          <p:nvSpPr>
            <p:cNvPr id="357" name="TextBox 356">
              <a:extLst>
                <a:ext uri="{FF2B5EF4-FFF2-40B4-BE49-F238E27FC236}">
                  <a16:creationId xmlns:a16="http://schemas.microsoft.com/office/drawing/2014/main" id="{3545389D-30A5-5144-4BF8-19EB1E668F1B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450570" y="3267544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12_Glut</a:t>
              </a:r>
            </a:p>
          </p:txBody>
        </p: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DDC34B63-DC24-4B24-AEE0-5742DFE065D5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592949" y="3281971"/>
              <a:ext cx="53642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13_OPC</a:t>
              </a: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4CEDF6AD-47C0-BD50-EE16-26313DB827E5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611489" y="3421432"/>
              <a:ext cx="81294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14_Vsst_GABA</a:t>
              </a: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5A69277C-AFB3-C06F-EAB6-29A87CFE3FA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941329" y="3246704"/>
              <a:ext cx="466867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15_EC</a:t>
              </a:r>
            </a:p>
          </p:txBody>
        </p:sp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27E0D9DD-A438-5D88-135A-E65540DE578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077769" y="3267544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16_Glut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CD768E1B-8BDE-72AE-E8D0-CD3832438A18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234570" y="3267544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17_Glut</a:t>
              </a:r>
            </a:p>
          </p:txBody>
        </p: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5A2CAA03-3135-60D7-1248-E9797F67218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344354" y="3318923"/>
              <a:ext cx="601613" cy="205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18_Glut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78FEDAFC-4D89-A4DB-4EA2-C70AB5FFE02B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439597" y="3375747"/>
              <a:ext cx="72473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19_Di_GABA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07301923-BB92-95E0-13C7-491B7826A046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666800" y="3306817"/>
              <a:ext cx="58392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20_Leuko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0E295138-8740-2B6E-B7E4-38361DC70D7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696364" y="3437463"/>
              <a:ext cx="83839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21_Spall_GABA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9DD6CF2C-B937-1806-088B-DBFFC921AA68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951559" y="3334068"/>
              <a:ext cx="64160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22_Di_Glut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900607DB-B185-F382-43B2-06F7372B5206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025232" y="3406447"/>
              <a:ext cx="807859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23_NLT_GABA</a:t>
              </a: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93452D98-AE03-1D51-6085-AA3CAEBBDC6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166763" y="3434255"/>
              <a:ext cx="83839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24_Vs-m_Mixed</a:t>
              </a:r>
            </a:p>
          </p:txBody>
        </p:sp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51CE1211-667B-3D6E-87A9-C11714C5C31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447406" y="3309222"/>
              <a:ext cx="59071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25_GABA</a:t>
              </a:r>
            </a:p>
          </p:txBody>
        </p:sp>
      </p:grpSp>
      <p:sp>
        <p:nvSpPr>
          <p:cNvPr id="372" name="TextBox 371">
            <a:extLst>
              <a:ext uri="{FF2B5EF4-FFF2-40B4-BE49-F238E27FC236}">
                <a16:creationId xmlns:a16="http://schemas.microsoft.com/office/drawing/2014/main" id="{C9F37A79-120A-6888-1A92-A3CCB3B5C2DE}"/>
              </a:ext>
            </a:extLst>
          </p:cNvPr>
          <p:cNvSpPr txBox="1">
            <a:spLocks/>
          </p:cNvSpPr>
          <p:nvPr/>
        </p:nvSpPr>
        <p:spPr>
          <a:xfrm rot="16200000">
            <a:off x="14365" y="2224822"/>
            <a:ext cx="5950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DEGs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FF7EA996-643E-568F-2B3C-1F7354C00889}"/>
              </a:ext>
            </a:extLst>
          </p:cNvPr>
          <p:cNvSpPr txBox="1">
            <a:spLocks/>
          </p:cNvSpPr>
          <p:nvPr/>
        </p:nvSpPr>
        <p:spPr>
          <a:xfrm>
            <a:off x="409447" y="2807893"/>
            <a:ext cx="239168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 dirty="0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0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AC8E82BF-C763-D3FE-7F24-744D88C2F388}"/>
              </a:ext>
            </a:extLst>
          </p:cNvPr>
          <p:cNvSpPr txBox="1">
            <a:spLocks/>
          </p:cNvSpPr>
          <p:nvPr/>
        </p:nvSpPr>
        <p:spPr>
          <a:xfrm>
            <a:off x="357742" y="2597854"/>
            <a:ext cx="293670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 dirty="0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10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13623B2D-F32A-11FD-5099-95441CF450D2}"/>
              </a:ext>
            </a:extLst>
          </p:cNvPr>
          <p:cNvSpPr txBox="1">
            <a:spLocks/>
          </p:cNvSpPr>
          <p:nvPr/>
        </p:nvSpPr>
        <p:spPr>
          <a:xfrm>
            <a:off x="357742" y="2387814"/>
            <a:ext cx="293670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20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3D08E8B3-6F12-899F-4D0D-E50170C4D4E8}"/>
              </a:ext>
            </a:extLst>
          </p:cNvPr>
          <p:cNvSpPr txBox="1">
            <a:spLocks/>
          </p:cNvSpPr>
          <p:nvPr/>
        </p:nvSpPr>
        <p:spPr>
          <a:xfrm>
            <a:off x="357742" y="2177774"/>
            <a:ext cx="293670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30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495379FE-7E7C-0E3C-DC2C-2FD5480235B6}"/>
              </a:ext>
            </a:extLst>
          </p:cNvPr>
          <p:cNvSpPr txBox="1">
            <a:spLocks/>
          </p:cNvSpPr>
          <p:nvPr/>
        </p:nvSpPr>
        <p:spPr>
          <a:xfrm>
            <a:off x="357742" y="1967735"/>
            <a:ext cx="293670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40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14943F63-38E9-CEC3-657D-B6B8A4E089E4}"/>
              </a:ext>
            </a:extLst>
          </p:cNvPr>
          <p:cNvSpPr txBox="1">
            <a:spLocks/>
          </p:cNvSpPr>
          <p:nvPr/>
        </p:nvSpPr>
        <p:spPr>
          <a:xfrm>
            <a:off x="357742" y="1757695"/>
            <a:ext cx="293670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6">
                <a:ln/>
                <a:solidFill>
                  <a:srgbClr val="4D4D4D"/>
                </a:solidFill>
                <a:latin typeface="Arial"/>
                <a:cs typeface="Arial"/>
                <a:sym typeface="Arial"/>
                <a:rtl val="0"/>
              </a:rPr>
              <a:t>50</a:t>
            </a:r>
          </a:p>
        </p:txBody>
      </p:sp>
      <p:grpSp>
        <p:nvGrpSpPr>
          <p:cNvPr id="11031" name="Group 11030">
            <a:extLst>
              <a:ext uri="{FF2B5EF4-FFF2-40B4-BE49-F238E27FC236}">
                <a16:creationId xmlns:a16="http://schemas.microsoft.com/office/drawing/2014/main" id="{1F0424DE-2BE5-E51E-FB8A-DB3AC3BE6F67}"/>
              </a:ext>
            </a:extLst>
          </p:cNvPr>
          <p:cNvGrpSpPr/>
          <p:nvPr/>
        </p:nvGrpSpPr>
        <p:grpSpPr>
          <a:xfrm>
            <a:off x="4888890" y="2644041"/>
            <a:ext cx="1419436" cy="1740485"/>
            <a:chOff x="5139629" y="5736615"/>
            <a:chExt cx="1502196" cy="1841964"/>
          </a:xfrm>
        </p:grpSpPr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032163D1-9027-B203-1633-55947D59BACA}"/>
                </a:ext>
              </a:extLst>
            </p:cNvPr>
            <p:cNvSpPr txBox="1">
              <a:spLocks/>
            </p:cNvSpPr>
            <p:nvPr/>
          </p:nvSpPr>
          <p:spPr>
            <a:xfrm>
              <a:off x="5222327" y="5736615"/>
              <a:ext cx="1150544" cy="293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Classification</a:t>
              </a:r>
            </a:p>
          </p:txBody>
        </p:sp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9152635C-F797-82C0-DDB4-D064D91C14B3}"/>
                </a:ext>
              </a:extLst>
            </p:cNvPr>
            <p:cNvGrpSpPr/>
            <p:nvPr/>
          </p:nvGrpSpPr>
          <p:grpSpPr>
            <a:xfrm>
              <a:off x="5139629" y="5987267"/>
              <a:ext cx="1000043" cy="259288"/>
              <a:chOff x="5209775" y="6120440"/>
              <a:chExt cx="1000043" cy="259288"/>
            </a:xfrm>
          </p:grpSpPr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D7FF21FF-230D-6C21-BC43-9043E404BC6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168863"/>
                <a:ext cx="177330" cy="173736"/>
              </a:xfrm>
              <a:prstGeom prst="rect">
                <a:avLst/>
              </a:prstGeom>
              <a:solidFill>
                <a:srgbClr val="FF000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2" name="TextBox 381">
                <a:extLst>
                  <a:ext uri="{FF2B5EF4-FFF2-40B4-BE49-F238E27FC236}">
                    <a16:creationId xmlns:a16="http://schemas.microsoft.com/office/drawing/2014/main" id="{4D9216DD-7112-416F-405D-9C15A2D09D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120440"/>
                <a:ext cx="882502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Early Down</a:t>
                </a:r>
              </a:p>
            </p:txBody>
          </p:sp>
        </p:grp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69E8330C-8BF7-5128-26E9-9D5259D3C8F0}"/>
                </a:ext>
              </a:extLst>
            </p:cNvPr>
            <p:cNvGrpSpPr/>
            <p:nvPr/>
          </p:nvGrpSpPr>
          <p:grpSpPr>
            <a:xfrm>
              <a:off x="5139629" y="6182879"/>
              <a:ext cx="828700" cy="259288"/>
              <a:chOff x="5209775" y="6283081"/>
              <a:chExt cx="828700" cy="259288"/>
            </a:xfrm>
          </p:grpSpPr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84F29843-F1AE-D9D2-7F89-352599FA99D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324247"/>
                <a:ext cx="177330" cy="173736"/>
              </a:xfrm>
              <a:prstGeom prst="rect">
                <a:avLst/>
              </a:prstGeom>
              <a:solidFill>
                <a:srgbClr val="00640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3" name="TextBox 382">
                <a:extLst>
                  <a:ext uri="{FF2B5EF4-FFF2-40B4-BE49-F238E27FC236}">
                    <a16:creationId xmlns:a16="http://schemas.microsoft.com/office/drawing/2014/main" id="{05D2522F-CDAB-E531-C82B-0AF542615A2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283081"/>
                <a:ext cx="711159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Early Up</a:t>
                </a:r>
              </a:p>
            </p:txBody>
          </p:sp>
        </p:grpSp>
        <p:grpSp>
          <p:nvGrpSpPr>
            <p:cNvPr id="559" name="Group 558">
              <a:extLst>
                <a:ext uri="{FF2B5EF4-FFF2-40B4-BE49-F238E27FC236}">
                  <a16:creationId xmlns:a16="http://schemas.microsoft.com/office/drawing/2014/main" id="{CC515B1F-CC05-63DE-3180-9AA407D886B1}"/>
                </a:ext>
              </a:extLst>
            </p:cNvPr>
            <p:cNvGrpSpPr/>
            <p:nvPr/>
          </p:nvGrpSpPr>
          <p:grpSpPr>
            <a:xfrm>
              <a:off x="5139629" y="6363977"/>
              <a:ext cx="954238" cy="259288"/>
              <a:chOff x="5209775" y="6431209"/>
              <a:chExt cx="954238" cy="259288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5BA5960B-28C5-5976-F4B5-7C0ED832004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479632"/>
                <a:ext cx="177330" cy="173736"/>
              </a:xfrm>
              <a:prstGeom prst="rect">
                <a:avLst/>
              </a:prstGeom>
              <a:solidFill>
                <a:srgbClr val="0000FF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4" name="TextBox 383">
                <a:extLst>
                  <a:ext uri="{FF2B5EF4-FFF2-40B4-BE49-F238E27FC236}">
                    <a16:creationId xmlns:a16="http://schemas.microsoft.com/office/drawing/2014/main" id="{3067ACE1-DD31-CA08-02F6-0CA7CB2ECE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431209"/>
                <a:ext cx="836697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Late Down</a:t>
                </a:r>
              </a:p>
            </p:txBody>
          </p:sp>
        </p:grpSp>
        <p:grpSp>
          <p:nvGrpSpPr>
            <p:cNvPr id="558" name="Group 557">
              <a:extLst>
                <a:ext uri="{FF2B5EF4-FFF2-40B4-BE49-F238E27FC236}">
                  <a16:creationId xmlns:a16="http://schemas.microsoft.com/office/drawing/2014/main" id="{F349B420-C515-FAD2-4276-8E8885B18D7A}"/>
                </a:ext>
              </a:extLst>
            </p:cNvPr>
            <p:cNvGrpSpPr/>
            <p:nvPr/>
          </p:nvGrpSpPr>
          <p:grpSpPr>
            <a:xfrm>
              <a:off x="5139629" y="6559589"/>
              <a:ext cx="782895" cy="259288"/>
              <a:chOff x="5209775" y="6593850"/>
              <a:chExt cx="782895" cy="259288"/>
            </a:xfrm>
          </p:grpSpPr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CE022619-4C2E-564C-5559-8EE11EE232D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635016"/>
                <a:ext cx="177330" cy="173736"/>
              </a:xfrm>
              <a:prstGeom prst="rect">
                <a:avLst/>
              </a:prstGeom>
              <a:solidFill>
                <a:srgbClr val="00000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8F7EF018-150A-433B-6B93-6EBECD0070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593850"/>
                <a:ext cx="665354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Late Up</a:t>
                </a:r>
              </a:p>
            </p:txBody>
          </p:sp>
        </p:grp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A10E86A1-F139-21FE-1EF4-4606732F5268}"/>
                </a:ext>
              </a:extLst>
            </p:cNvPr>
            <p:cNvGrpSpPr/>
            <p:nvPr/>
          </p:nvGrpSpPr>
          <p:grpSpPr>
            <a:xfrm>
              <a:off x="5139629" y="6747944"/>
              <a:ext cx="1502196" cy="259288"/>
              <a:chOff x="5209775" y="6749234"/>
              <a:chExt cx="1502196" cy="259288"/>
            </a:xfrm>
          </p:grpSpPr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1AE20D96-E472-3183-3127-0759A0BF537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790400"/>
                <a:ext cx="177330" cy="173736"/>
              </a:xfrm>
              <a:prstGeom prst="rect">
                <a:avLst/>
              </a:prstGeom>
              <a:solidFill>
                <a:srgbClr val="A020F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C2109DD2-60C6-A0C1-1D04-28E3395F262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749234"/>
                <a:ext cx="1384655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Progressively Down</a:t>
                </a:r>
              </a:p>
            </p:txBody>
          </p:sp>
        </p:grpSp>
        <p:grpSp>
          <p:nvGrpSpPr>
            <p:cNvPr id="556" name="Group 555">
              <a:extLst>
                <a:ext uri="{FF2B5EF4-FFF2-40B4-BE49-F238E27FC236}">
                  <a16:creationId xmlns:a16="http://schemas.microsoft.com/office/drawing/2014/main" id="{DE1D4C31-23CE-234F-699B-E6579F7932DC}"/>
                </a:ext>
              </a:extLst>
            </p:cNvPr>
            <p:cNvGrpSpPr/>
            <p:nvPr/>
          </p:nvGrpSpPr>
          <p:grpSpPr>
            <a:xfrm>
              <a:off x="5139629" y="6936299"/>
              <a:ext cx="1330854" cy="259288"/>
              <a:chOff x="5209775" y="6904619"/>
              <a:chExt cx="1330854" cy="259288"/>
            </a:xfrm>
          </p:grpSpPr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79D7C42F-4339-9A6B-335D-6D99F947D35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6945785"/>
                <a:ext cx="177330" cy="173736"/>
              </a:xfrm>
              <a:prstGeom prst="rect">
                <a:avLst/>
              </a:prstGeom>
              <a:solidFill>
                <a:srgbClr val="BEBEB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7" name="TextBox 386">
                <a:extLst>
                  <a:ext uri="{FF2B5EF4-FFF2-40B4-BE49-F238E27FC236}">
                    <a16:creationId xmlns:a16="http://schemas.microsoft.com/office/drawing/2014/main" id="{94A7EE4B-4A4E-D4B6-EEF1-464DDE61CF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6904619"/>
                <a:ext cx="1213313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Progressively Up</a:t>
                </a:r>
              </a:p>
            </p:txBody>
          </p:sp>
        </p:grpSp>
        <p:grpSp>
          <p:nvGrpSpPr>
            <p:cNvPr id="555" name="Group 554">
              <a:extLst>
                <a:ext uri="{FF2B5EF4-FFF2-40B4-BE49-F238E27FC236}">
                  <a16:creationId xmlns:a16="http://schemas.microsoft.com/office/drawing/2014/main" id="{EE462CDD-94C0-979B-D91C-E3A33BE13F2F}"/>
                </a:ext>
              </a:extLst>
            </p:cNvPr>
            <p:cNvGrpSpPr/>
            <p:nvPr/>
          </p:nvGrpSpPr>
          <p:grpSpPr>
            <a:xfrm>
              <a:off x="5139629" y="7112177"/>
              <a:ext cx="1351211" cy="259288"/>
              <a:chOff x="5209775" y="7057618"/>
              <a:chExt cx="1351211" cy="259288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FF7CA650-2F43-59DE-DF6A-5FDC8109C86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7111156"/>
                <a:ext cx="177330" cy="173736"/>
              </a:xfrm>
              <a:prstGeom prst="rect">
                <a:avLst/>
              </a:prstGeom>
              <a:solidFill>
                <a:srgbClr val="A52A2A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8" name="TextBox 387">
                <a:extLst>
                  <a:ext uri="{FF2B5EF4-FFF2-40B4-BE49-F238E27FC236}">
                    <a16:creationId xmlns:a16="http://schemas.microsoft.com/office/drawing/2014/main" id="{61FFF3D4-1319-D913-E7D8-A0CA2A356C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16" y="7057618"/>
                <a:ext cx="1233670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Transiently Down</a:t>
                </a:r>
              </a:p>
            </p:txBody>
          </p: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5B4AA07E-B224-7982-3A46-7A100FBD95B4}"/>
                </a:ext>
              </a:extLst>
            </p:cNvPr>
            <p:cNvGrpSpPr/>
            <p:nvPr/>
          </p:nvGrpSpPr>
          <p:grpSpPr>
            <a:xfrm>
              <a:off x="5139629" y="7319291"/>
              <a:ext cx="1179860" cy="259288"/>
              <a:chOff x="5209775" y="7476648"/>
              <a:chExt cx="1179860" cy="259288"/>
            </a:xfrm>
          </p:grpSpPr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24998BBB-ED0C-0F78-EBA0-E162C6268D9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209775" y="7517661"/>
                <a:ext cx="177330" cy="173736"/>
              </a:xfrm>
              <a:prstGeom prst="rect">
                <a:avLst/>
              </a:prstGeom>
              <a:solidFill>
                <a:srgbClr val="FFA50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1323"/>
              </a:p>
            </p:txBody>
          </p:sp>
          <p:sp>
            <p:nvSpPr>
              <p:cNvPr id="389" name="TextBox 388">
                <a:extLst>
                  <a:ext uri="{FF2B5EF4-FFF2-40B4-BE49-F238E27FC236}">
                    <a16:creationId xmlns:a16="http://schemas.microsoft.com/office/drawing/2014/main" id="{C854AA1E-745E-D291-F080-CD720EAACD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7308" y="7476648"/>
                <a:ext cx="1062327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9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Transiently Up</a:t>
                </a:r>
              </a:p>
            </p:txBody>
          </p:sp>
        </p:grpSp>
      </p:grpSp>
      <p:sp>
        <p:nvSpPr>
          <p:cNvPr id="563" name="TextBox 562">
            <a:extLst>
              <a:ext uri="{FF2B5EF4-FFF2-40B4-BE49-F238E27FC236}">
                <a16:creationId xmlns:a16="http://schemas.microsoft.com/office/drawing/2014/main" id="{307F65BF-EC78-BD0E-05E9-41E4199CEE87}"/>
              </a:ext>
            </a:extLst>
          </p:cNvPr>
          <p:cNvSpPr txBox="1"/>
          <p:nvPr/>
        </p:nvSpPr>
        <p:spPr>
          <a:xfrm>
            <a:off x="72169" y="1"/>
            <a:ext cx="282036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BDCD5FA2-48C2-8F4B-EF2C-53954056FFB5}"/>
              </a:ext>
            </a:extLst>
          </p:cNvPr>
          <p:cNvSpPr txBox="1"/>
          <p:nvPr/>
        </p:nvSpPr>
        <p:spPr>
          <a:xfrm>
            <a:off x="1811292" y="1"/>
            <a:ext cx="282036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5928F4C9-3E8C-8D10-B658-02F509F51B20}"/>
              </a:ext>
            </a:extLst>
          </p:cNvPr>
          <p:cNvSpPr txBox="1"/>
          <p:nvPr/>
        </p:nvSpPr>
        <p:spPr>
          <a:xfrm>
            <a:off x="3384691" y="1"/>
            <a:ext cx="282036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7199" name="TextBox 7198">
            <a:extLst>
              <a:ext uri="{FF2B5EF4-FFF2-40B4-BE49-F238E27FC236}">
                <a16:creationId xmlns:a16="http://schemas.microsoft.com/office/drawing/2014/main" id="{BCFB79E4-2CCE-CF6D-EB5C-EAA9426537B6}"/>
              </a:ext>
            </a:extLst>
          </p:cNvPr>
          <p:cNvSpPr txBox="1"/>
          <p:nvPr/>
        </p:nvSpPr>
        <p:spPr>
          <a:xfrm>
            <a:off x="6789019" y="995644"/>
            <a:ext cx="184731" cy="208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sz="756" b="1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7227" name="TextBox 7226">
            <a:extLst>
              <a:ext uri="{FF2B5EF4-FFF2-40B4-BE49-F238E27FC236}">
                <a16:creationId xmlns:a16="http://schemas.microsoft.com/office/drawing/2014/main" id="{CF519B0C-D856-645C-B1AE-B9746FB0ADE3}"/>
              </a:ext>
            </a:extLst>
          </p:cNvPr>
          <p:cNvSpPr txBox="1"/>
          <p:nvPr/>
        </p:nvSpPr>
        <p:spPr>
          <a:xfrm rot="16200000">
            <a:off x="24262" y="4176754"/>
            <a:ext cx="575242" cy="271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DARs</a:t>
            </a:r>
          </a:p>
        </p:txBody>
      </p:sp>
      <p:grpSp>
        <p:nvGrpSpPr>
          <p:cNvPr id="11060" name="Group 11059">
            <a:extLst>
              <a:ext uri="{FF2B5EF4-FFF2-40B4-BE49-F238E27FC236}">
                <a16:creationId xmlns:a16="http://schemas.microsoft.com/office/drawing/2014/main" id="{92234D22-BA73-7A12-16E1-D01E9AEF4033}"/>
              </a:ext>
            </a:extLst>
          </p:cNvPr>
          <p:cNvGrpSpPr/>
          <p:nvPr/>
        </p:nvGrpSpPr>
        <p:grpSpPr>
          <a:xfrm>
            <a:off x="706022" y="4787596"/>
            <a:ext cx="4046217" cy="802135"/>
            <a:chOff x="661597" y="5142435"/>
            <a:chExt cx="4282132" cy="848903"/>
          </a:xfrm>
        </p:grpSpPr>
        <p:sp>
          <p:nvSpPr>
            <p:cNvPr id="575" name="TextBox 574">
              <a:extLst>
                <a:ext uri="{FF2B5EF4-FFF2-40B4-BE49-F238E27FC236}">
                  <a16:creationId xmlns:a16="http://schemas.microsoft.com/office/drawing/2014/main" id="{F3BE302D-2FE2-E2ED-EA88-C22A6A64684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602536" y="5279234"/>
              <a:ext cx="47704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26_DG</a:t>
              </a:r>
            </a:p>
          </p:txBody>
        </p:sp>
        <p:sp>
          <p:nvSpPr>
            <p:cNvPr id="11008" name="TextBox 11007">
              <a:extLst>
                <a:ext uri="{FF2B5EF4-FFF2-40B4-BE49-F238E27FC236}">
                  <a16:creationId xmlns:a16="http://schemas.microsoft.com/office/drawing/2014/main" id="{E8D87432-7030-9129-6392-F2D207723D6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74758" y="5429918"/>
              <a:ext cx="779017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0_Spall_Mixed</a:t>
              </a:r>
            </a:p>
          </p:txBody>
        </p:sp>
        <p:sp>
          <p:nvSpPr>
            <p:cNvPr id="11010" name="TextBox 11009">
              <a:extLst>
                <a:ext uri="{FF2B5EF4-FFF2-40B4-BE49-F238E27FC236}">
                  <a16:creationId xmlns:a16="http://schemas.microsoft.com/office/drawing/2014/main" id="{BB3010BE-8227-1DF6-BEA6-C2BA7679F7B8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674908" y="5286448"/>
              <a:ext cx="492315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b="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1_RGC</a:t>
              </a:r>
            </a:p>
          </p:txBody>
        </p:sp>
        <p:sp>
          <p:nvSpPr>
            <p:cNvPr id="11012" name="TextBox 11011">
              <a:extLst>
                <a:ext uri="{FF2B5EF4-FFF2-40B4-BE49-F238E27FC236}">
                  <a16:creationId xmlns:a16="http://schemas.microsoft.com/office/drawing/2014/main" id="{D9E9C98E-F38D-45F6-2AF0-FFFB2011E9E6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871576" y="5247175"/>
              <a:ext cx="41258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2_OL</a:t>
              </a:r>
            </a:p>
          </p:txBody>
        </p:sp>
        <p:sp>
          <p:nvSpPr>
            <p:cNvPr id="11014" name="TextBox 11013">
              <a:extLst>
                <a:ext uri="{FF2B5EF4-FFF2-40B4-BE49-F238E27FC236}">
                  <a16:creationId xmlns:a16="http://schemas.microsoft.com/office/drawing/2014/main" id="{790255B1-CCF5-9A9F-74FA-FB1E2B7BF25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834978" y="5439534"/>
              <a:ext cx="799375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3_SPall_GABA</a:t>
              </a:r>
            </a:p>
          </p:txBody>
        </p:sp>
        <p:sp>
          <p:nvSpPr>
            <p:cNvPr id="11016" name="TextBox 11015">
              <a:extLst>
                <a:ext uri="{FF2B5EF4-FFF2-40B4-BE49-F238E27FC236}">
                  <a16:creationId xmlns:a16="http://schemas.microsoft.com/office/drawing/2014/main" id="{D73BD9FD-FD11-D172-0263-BCEB4A0FDEE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043520" y="5389040"/>
              <a:ext cx="69589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4_TGN_Glut</a:t>
              </a:r>
            </a:p>
          </p:txBody>
        </p:sp>
        <p:sp>
          <p:nvSpPr>
            <p:cNvPr id="11018" name="TextBox 11017">
              <a:extLst>
                <a:ext uri="{FF2B5EF4-FFF2-40B4-BE49-F238E27FC236}">
                  <a16:creationId xmlns:a16="http://schemas.microsoft.com/office/drawing/2014/main" id="{2B036A28-229E-A814-A568-2149212B509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319074" y="5269616"/>
              <a:ext cx="45838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5_Glut</a:t>
              </a:r>
            </a:p>
          </p:txBody>
        </p:sp>
        <p:sp>
          <p:nvSpPr>
            <p:cNvPr id="11020" name="TextBox 11019">
              <a:extLst>
                <a:ext uri="{FF2B5EF4-FFF2-40B4-BE49-F238E27FC236}">
                  <a16:creationId xmlns:a16="http://schemas.microsoft.com/office/drawing/2014/main" id="{E72F281D-E0C4-15B0-B0F5-AD592553289B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310468" y="5436329"/>
              <a:ext cx="78919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b="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6_POA_Mixed</a:t>
              </a:r>
            </a:p>
          </p:txBody>
        </p:sp>
        <p:sp>
          <p:nvSpPr>
            <p:cNvPr id="11022" name="TextBox 11021">
              <a:extLst>
                <a:ext uri="{FF2B5EF4-FFF2-40B4-BE49-F238E27FC236}">
                  <a16:creationId xmlns:a16="http://schemas.microsoft.com/office/drawing/2014/main" id="{BD287251-A90D-6477-8E2A-8C1AA862FCA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533430" y="5368201"/>
              <a:ext cx="65687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7_Pall_Glut</a:t>
              </a:r>
            </a:p>
          </p:txBody>
        </p:sp>
        <p:sp>
          <p:nvSpPr>
            <p:cNvPr id="11024" name="TextBox 11023">
              <a:extLst>
                <a:ext uri="{FF2B5EF4-FFF2-40B4-BE49-F238E27FC236}">
                  <a16:creationId xmlns:a16="http://schemas.microsoft.com/office/drawing/2014/main" id="{F77300EC-7BF8-1A4D-8ABC-73634D5F58CD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673266" y="5386635"/>
              <a:ext cx="690801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8_VOT_Glut</a:t>
              </a:r>
            </a:p>
          </p:txBody>
        </p:sp>
        <p:sp>
          <p:nvSpPr>
            <p:cNvPr id="11026" name="TextBox 11025">
              <a:extLst>
                <a:ext uri="{FF2B5EF4-FFF2-40B4-BE49-F238E27FC236}">
                  <a16:creationId xmlns:a16="http://schemas.microsoft.com/office/drawing/2014/main" id="{0F20A92B-1016-E9BD-4416-95C5670EE92F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909798" y="5306486"/>
              <a:ext cx="53133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9_Mixed</a:t>
              </a:r>
            </a:p>
          </p:txBody>
        </p:sp>
        <p:sp>
          <p:nvSpPr>
            <p:cNvPr id="11028" name="TextBox 11027">
              <a:extLst>
                <a:ext uri="{FF2B5EF4-FFF2-40B4-BE49-F238E27FC236}">
                  <a16:creationId xmlns:a16="http://schemas.microsoft.com/office/drawing/2014/main" id="{21609A06-46CC-F3F7-5D33-DCE1856BAFB1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997045" y="5376215"/>
              <a:ext cx="67044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10_nH_Glut</a:t>
              </a:r>
            </a:p>
          </p:txBody>
        </p:sp>
        <p:sp>
          <p:nvSpPr>
            <p:cNvPr id="11030" name="TextBox 11029">
              <a:extLst>
                <a:ext uri="{FF2B5EF4-FFF2-40B4-BE49-F238E27FC236}">
                  <a16:creationId xmlns:a16="http://schemas.microsoft.com/office/drawing/2014/main" id="{447EB2D4-9484-CF4D-5A10-2FA6E0DC1197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245454" y="5284845"/>
              <a:ext cx="48722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11_MG</a:t>
              </a:r>
            </a:p>
          </p:txBody>
        </p:sp>
        <p:sp>
          <p:nvSpPr>
            <p:cNvPr id="11033" name="TextBox 11032">
              <a:extLst>
                <a:ext uri="{FF2B5EF4-FFF2-40B4-BE49-F238E27FC236}">
                  <a16:creationId xmlns:a16="http://schemas.microsoft.com/office/drawing/2014/main" id="{1323B6F9-4973-ACE8-C24E-572CE6645BC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392075" y="5294462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12_Glut</a:t>
              </a:r>
            </a:p>
          </p:txBody>
        </p:sp>
        <p:sp>
          <p:nvSpPr>
            <p:cNvPr id="11035" name="TextBox 11034">
              <a:extLst>
                <a:ext uri="{FF2B5EF4-FFF2-40B4-BE49-F238E27FC236}">
                  <a16:creationId xmlns:a16="http://schemas.microsoft.com/office/drawing/2014/main" id="{CCCDB44D-6343-628E-16D9-14C28CCA9026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534454" y="5308889"/>
              <a:ext cx="53642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13_OPC</a:t>
              </a:r>
            </a:p>
          </p:txBody>
        </p:sp>
        <p:sp>
          <p:nvSpPr>
            <p:cNvPr id="11037" name="TextBox 11036">
              <a:extLst>
                <a:ext uri="{FF2B5EF4-FFF2-40B4-BE49-F238E27FC236}">
                  <a16:creationId xmlns:a16="http://schemas.microsoft.com/office/drawing/2014/main" id="{F46B48D9-24DD-F55B-BDF3-230318253D38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552994" y="5448351"/>
              <a:ext cx="812946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14_Vsst_GABA</a:t>
              </a:r>
            </a:p>
          </p:txBody>
        </p:sp>
        <p:sp>
          <p:nvSpPr>
            <p:cNvPr id="11039" name="TextBox 11038">
              <a:extLst>
                <a:ext uri="{FF2B5EF4-FFF2-40B4-BE49-F238E27FC236}">
                  <a16:creationId xmlns:a16="http://schemas.microsoft.com/office/drawing/2014/main" id="{0AE77721-5D4E-C202-D53B-BFDC843A9376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2882834" y="5273623"/>
              <a:ext cx="466867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15_EC</a:t>
              </a:r>
            </a:p>
          </p:txBody>
        </p:sp>
        <p:sp>
          <p:nvSpPr>
            <p:cNvPr id="11041" name="TextBox 11040">
              <a:extLst>
                <a:ext uri="{FF2B5EF4-FFF2-40B4-BE49-F238E27FC236}">
                  <a16:creationId xmlns:a16="http://schemas.microsoft.com/office/drawing/2014/main" id="{38F29CCE-EC67-1D66-3D8D-65ECF1CE973E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019274" y="5294463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16_Glut</a:t>
              </a:r>
            </a:p>
          </p:txBody>
        </p:sp>
        <p:sp>
          <p:nvSpPr>
            <p:cNvPr id="11043" name="TextBox 11042">
              <a:extLst>
                <a:ext uri="{FF2B5EF4-FFF2-40B4-BE49-F238E27FC236}">
                  <a16:creationId xmlns:a16="http://schemas.microsoft.com/office/drawing/2014/main" id="{296EC3BA-8B97-B2C0-CD3B-E74A8C4BC8E1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176075" y="5294463"/>
              <a:ext cx="507582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17_Glut</a:t>
              </a:r>
            </a:p>
          </p:txBody>
        </p:sp>
        <p:sp>
          <p:nvSpPr>
            <p:cNvPr id="11045" name="TextBox 11044">
              <a:extLst>
                <a:ext uri="{FF2B5EF4-FFF2-40B4-BE49-F238E27FC236}">
                  <a16:creationId xmlns:a16="http://schemas.microsoft.com/office/drawing/2014/main" id="{2D44F4EA-7F4D-9064-7FDA-BCC1FD4D6A8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285859" y="5345842"/>
              <a:ext cx="601613" cy="205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18_Glut</a:t>
              </a:r>
            </a:p>
          </p:txBody>
        </p:sp>
        <p:sp>
          <p:nvSpPr>
            <p:cNvPr id="11047" name="TextBox 11046">
              <a:extLst>
                <a:ext uri="{FF2B5EF4-FFF2-40B4-BE49-F238E27FC236}">
                  <a16:creationId xmlns:a16="http://schemas.microsoft.com/office/drawing/2014/main" id="{AAF6C010-DF8C-AB06-CBBE-A0956B982E67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381102" y="5402666"/>
              <a:ext cx="72473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19_Di_GABA</a:t>
              </a:r>
            </a:p>
          </p:txBody>
        </p:sp>
        <p:sp>
          <p:nvSpPr>
            <p:cNvPr id="11049" name="TextBox 11048">
              <a:extLst>
                <a:ext uri="{FF2B5EF4-FFF2-40B4-BE49-F238E27FC236}">
                  <a16:creationId xmlns:a16="http://schemas.microsoft.com/office/drawing/2014/main" id="{CF9FC68D-B478-9DB3-B4B9-3978D07F9D2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608305" y="5333736"/>
              <a:ext cx="58392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20_Leuko</a:t>
              </a:r>
            </a:p>
          </p:txBody>
        </p:sp>
        <p:sp>
          <p:nvSpPr>
            <p:cNvPr id="11051" name="TextBox 11050">
              <a:extLst>
                <a:ext uri="{FF2B5EF4-FFF2-40B4-BE49-F238E27FC236}">
                  <a16:creationId xmlns:a16="http://schemas.microsoft.com/office/drawing/2014/main" id="{0DF9FCE6-2DA4-73A8-F880-3275D738DF6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632779" y="5464382"/>
              <a:ext cx="84857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21_SPall_GABA</a:t>
              </a:r>
            </a:p>
          </p:txBody>
        </p:sp>
        <p:sp>
          <p:nvSpPr>
            <p:cNvPr id="11053" name="TextBox 11052">
              <a:extLst>
                <a:ext uri="{FF2B5EF4-FFF2-40B4-BE49-F238E27FC236}">
                  <a16:creationId xmlns:a16="http://schemas.microsoft.com/office/drawing/2014/main" id="{F5ADCED9-7F08-5BD5-3B61-5BC7D8EA3442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3893064" y="5360987"/>
              <a:ext cx="641603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22_Di_Glut</a:t>
              </a:r>
            </a:p>
          </p:txBody>
        </p:sp>
        <p:sp>
          <p:nvSpPr>
            <p:cNvPr id="11055" name="TextBox 11054">
              <a:extLst>
                <a:ext uri="{FF2B5EF4-FFF2-40B4-BE49-F238E27FC236}">
                  <a16:creationId xmlns:a16="http://schemas.microsoft.com/office/drawing/2014/main" id="{F947353B-AEE4-6B09-CE9D-5568F331E961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115178" y="5305685"/>
              <a:ext cx="510975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23_NLT</a:t>
              </a:r>
            </a:p>
          </p:txBody>
        </p:sp>
        <p:sp>
          <p:nvSpPr>
            <p:cNvPr id="11057" name="TextBox 11056">
              <a:extLst>
                <a:ext uri="{FF2B5EF4-FFF2-40B4-BE49-F238E27FC236}">
                  <a16:creationId xmlns:a16="http://schemas.microsoft.com/office/drawing/2014/main" id="{BB0DE515-6F14-4D63-AC6B-507AC6A233BE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108268" y="5461175"/>
              <a:ext cx="838394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24_Vs-m_Mixed</a:t>
              </a:r>
            </a:p>
          </p:txBody>
        </p:sp>
        <p:sp>
          <p:nvSpPr>
            <p:cNvPr id="11059" name="TextBox 11058">
              <a:extLst>
                <a:ext uri="{FF2B5EF4-FFF2-40B4-BE49-F238E27FC236}">
                  <a16:creationId xmlns:a16="http://schemas.microsoft.com/office/drawing/2014/main" id="{20A1D4C6-04A7-C718-EFC9-0312D1B98D3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4388911" y="5336142"/>
              <a:ext cx="590710" cy="205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61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25_GABA</a:t>
              </a:r>
            </a:p>
          </p:txBody>
        </p:sp>
      </p:grpSp>
      <p:grpSp>
        <p:nvGrpSpPr>
          <p:cNvPr id="11063" name="Graphic 4">
            <a:extLst>
              <a:ext uri="{FF2B5EF4-FFF2-40B4-BE49-F238E27FC236}">
                <a16:creationId xmlns:a16="http://schemas.microsoft.com/office/drawing/2014/main" id="{1275AC77-404E-B994-F8A0-E199CFBA2D39}"/>
              </a:ext>
            </a:extLst>
          </p:cNvPr>
          <p:cNvGrpSpPr/>
          <p:nvPr/>
        </p:nvGrpSpPr>
        <p:grpSpPr>
          <a:xfrm>
            <a:off x="556616" y="3564505"/>
            <a:ext cx="4194113" cy="1294103"/>
            <a:chOff x="316454" y="2893041"/>
            <a:chExt cx="4696833" cy="1584287"/>
          </a:xfrm>
        </p:grpSpPr>
        <p:sp>
          <p:nvSpPr>
            <p:cNvPr id="11064" name="Freeform: Shape 11063">
              <a:extLst>
                <a:ext uri="{FF2B5EF4-FFF2-40B4-BE49-F238E27FC236}">
                  <a16:creationId xmlns:a16="http://schemas.microsoft.com/office/drawing/2014/main" id="{2D3FAC03-70E1-FDCC-20C7-76BBD205FC4C}"/>
                </a:ext>
              </a:extLst>
            </p:cNvPr>
            <p:cNvSpPr/>
            <p:nvPr/>
          </p:nvSpPr>
          <p:spPr>
            <a:xfrm>
              <a:off x="316454" y="4208948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593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65" name="Freeform: Shape 11064">
              <a:extLst>
                <a:ext uri="{FF2B5EF4-FFF2-40B4-BE49-F238E27FC236}">
                  <a16:creationId xmlns:a16="http://schemas.microsoft.com/office/drawing/2014/main" id="{684BFEB8-5FF4-5B4F-B2D5-21D35BBC8871}"/>
                </a:ext>
              </a:extLst>
            </p:cNvPr>
            <p:cNvSpPr/>
            <p:nvPr/>
          </p:nvSpPr>
          <p:spPr>
            <a:xfrm>
              <a:off x="316454" y="3816181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593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66" name="Freeform: Shape 11065">
              <a:extLst>
                <a:ext uri="{FF2B5EF4-FFF2-40B4-BE49-F238E27FC236}">
                  <a16:creationId xmlns:a16="http://schemas.microsoft.com/office/drawing/2014/main" id="{48D82027-A047-39B7-3577-B2E2572B3B42}"/>
                </a:ext>
              </a:extLst>
            </p:cNvPr>
            <p:cNvSpPr/>
            <p:nvPr/>
          </p:nvSpPr>
          <p:spPr>
            <a:xfrm>
              <a:off x="316454" y="3423303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593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67" name="Freeform: Shape 11066">
              <a:extLst>
                <a:ext uri="{FF2B5EF4-FFF2-40B4-BE49-F238E27FC236}">
                  <a16:creationId xmlns:a16="http://schemas.microsoft.com/office/drawing/2014/main" id="{322B32F9-43C7-CE04-27D8-E3758AFB50B2}"/>
                </a:ext>
              </a:extLst>
            </p:cNvPr>
            <p:cNvSpPr/>
            <p:nvPr/>
          </p:nvSpPr>
          <p:spPr>
            <a:xfrm>
              <a:off x="316454" y="3030537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593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68" name="Freeform: Shape 11067">
              <a:extLst>
                <a:ext uri="{FF2B5EF4-FFF2-40B4-BE49-F238E27FC236}">
                  <a16:creationId xmlns:a16="http://schemas.microsoft.com/office/drawing/2014/main" id="{4F37DB7A-3261-E1CD-AE66-B945FBD51AD9}"/>
                </a:ext>
              </a:extLst>
            </p:cNvPr>
            <p:cNvSpPr/>
            <p:nvPr/>
          </p:nvSpPr>
          <p:spPr>
            <a:xfrm>
              <a:off x="316454" y="4405387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69" name="Freeform: Shape 11068">
              <a:extLst>
                <a:ext uri="{FF2B5EF4-FFF2-40B4-BE49-F238E27FC236}">
                  <a16:creationId xmlns:a16="http://schemas.microsoft.com/office/drawing/2014/main" id="{AD26AB95-CB09-87B5-B639-EEFB09E82682}"/>
                </a:ext>
              </a:extLst>
            </p:cNvPr>
            <p:cNvSpPr/>
            <p:nvPr/>
          </p:nvSpPr>
          <p:spPr>
            <a:xfrm>
              <a:off x="316454" y="4012508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0" name="Freeform: Shape 11069">
              <a:extLst>
                <a:ext uri="{FF2B5EF4-FFF2-40B4-BE49-F238E27FC236}">
                  <a16:creationId xmlns:a16="http://schemas.microsoft.com/office/drawing/2014/main" id="{540346C0-0BFC-6BAC-F7E5-D41EE1051116}"/>
                </a:ext>
              </a:extLst>
            </p:cNvPr>
            <p:cNvSpPr/>
            <p:nvPr/>
          </p:nvSpPr>
          <p:spPr>
            <a:xfrm>
              <a:off x="316454" y="3619742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1" name="Freeform: Shape 11070">
              <a:extLst>
                <a:ext uri="{FF2B5EF4-FFF2-40B4-BE49-F238E27FC236}">
                  <a16:creationId xmlns:a16="http://schemas.microsoft.com/office/drawing/2014/main" id="{A5E0B394-04BF-084F-EE0B-74D2073BB0E0}"/>
                </a:ext>
              </a:extLst>
            </p:cNvPr>
            <p:cNvSpPr/>
            <p:nvPr/>
          </p:nvSpPr>
          <p:spPr>
            <a:xfrm>
              <a:off x="316454" y="3226864"/>
              <a:ext cx="4696833" cy="11205"/>
            </a:xfrm>
            <a:custGeom>
              <a:avLst/>
              <a:gdLst>
                <a:gd name="csX0" fmla="*/ 0 w 4696833"/>
                <a:gd name="csY0" fmla="*/ 0 h 11205"/>
                <a:gd name="csX1" fmla="*/ 4696834 w 4696833"/>
                <a:gd name="csY1" fmla="*/ 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696833" h="11205">
                  <a:moveTo>
                    <a:pt x="0" y="0"/>
                  </a:moveTo>
                  <a:lnTo>
                    <a:pt x="4696834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D785C6C9-9936-DF0B-C678-5E791A942794}"/>
                </a:ext>
              </a:extLst>
            </p:cNvPr>
            <p:cNvSpPr/>
            <p:nvPr/>
          </p:nvSpPr>
          <p:spPr>
            <a:xfrm>
              <a:off x="41641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9598DDB9-9001-0DCB-DF3A-D1FBFEF11EB4}"/>
                </a:ext>
              </a:extLst>
            </p:cNvPr>
            <p:cNvSpPr/>
            <p:nvPr/>
          </p:nvSpPr>
          <p:spPr>
            <a:xfrm>
              <a:off x="58293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2448DCA6-32C7-BC25-3D54-086E258146C1}"/>
                </a:ext>
              </a:extLst>
            </p:cNvPr>
            <p:cNvSpPr/>
            <p:nvPr/>
          </p:nvSpPr>
          <p:spPr>
            <a:xfrm>
              <a:off x="74956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3CD1F562-93C3-E384-080A-04E6B7B49C57}"/>
                </a:ext>
              </a:extLst>
            </p:cNvPr>
            <p:cNvSpPr/>
            <p:nvPr/>
          </p:nvSpPr>
          <p:spPr>
            <a:xfrm>
              <a:off x="91608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31650668-39B2-7968-715B-0D16144C9F4A}"/>
                </a:ext>
              </a:extLst>
            </p:cNvPr>
            <p:cNvSpPr/>
            <p:nvPr/>
          </p:nvSpPr>
          <p:spPr>
            <a:xfrm>
              <a:off x="108260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8E46C8AE-C6EF-4134-62E8-1C2202F5D4D2}"/>
                </a:ext>
              </a:extLst>
            </p:cNvPr>
            <p:cNvSpPr/>
            <p:nvPr/>
          </p:nvSpPr>
          <p:spPr>
            <a:xfrm>
              <a:off x="124923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2" name="Freeform: Shape 11071">
              <a:extLst>
                <a:ext uri="{FF2B5EF4-FFF2-40B4-BE49-F238E27FC236}">
                  <a16:creationId xmlns:a16="http://schemas.microsoft.com/office/drawing/2014/main" id="{DB8D0D44-C102-836F-2C54-D6B9A1B97FE6}"/>
                </a:ext>
              </a:extLst>
            </p:cNvPr>
            <p:cNvSpPr/>
            <p:nvPr/>
          </p:nvSpPr>
          <p:spPr>
            <a:xfrm>
              <a:off x="141575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3" name="Freeform: Shape 11072">
              <a:extLst>
                <a:ext uri="{FF2B5EF4-FFF2-40B4-BE49-F238E27FC236}">
                  <a16:creationId xmlns:a16="http://schemas.microsoft.com/office/drawing/2014/main" id="{CDBA629B-92BD-AB19-FD7A-E580680EEE23}"/>
                </a:ext>
              </a:extLst>
            </p:cNvPr>
            <p:cNvSpPr/>
            <p:nvPr/>
          </p:nvSpPr>
          <p:spPr>
            <a:xfrm>
              <a:off x="158227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4" name="Freeform: Shape 11073">
              <a:extLst>
                <a:ext uri="{FF2B5EF4-FFF2-40B4-BE49-F238E27FC236}">
                  <a16:creationId xmlns:a16="http://schemas.microsoft.com/office/drawing/2014/main" id="{59D8915F-62C2-1218-11A8-FC481684FEEE}"/>
                </a:ext>
              </a:extLst>
            </p:cNvPr>
            <p:cNvSpPr/>
            <p:nvPr/>
          </p:nvSpPr>
          <p:spPr>
            <a:xfrm>
              <a:off x="174890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5" name="Freeform: Shape 11074">
              <a:extLst>
                <a:ext uri="{FF2B5EF4-FFF2-40B4-BE49-F238E27FC236}">
                  <a16:creationId xmlns:a16="http://schemas.microsoft.com/office/drawing/2014/main" id="{BCF65267-3420-D617-4839-58A62FFA4020}"/>
                </a:ext>
              </a:extLst>
            </p:cNvPr>
            <p:cNvSpPr/>
            <p:nvPr/>
          </p:nvSpPr>
          <p:spPr>
            <a:xfrm>
              <a:off x="191542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6" name="Freeform: Shape 11075">
              <a:extLst>
                <a:ext uri="{FF2B5EF4-FFF2-40B4-BE49-F238E27FC236}">
                  <a16:creationId xmlns:a16="http://schemas.microsoft.com/office/drawing/2014/main" id="{937562FA-85C9-A0DE-EF09-DA072E5B8720}"/>
                </a:ext>
              </a:extLst>
            </p:cNvPr>
            <p:cNvSpPr/>
            <p:nvPr/>
          </p:nvSpPr>
          <p:spPr>
            <a:xfrm>
              <a:off x="208194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7" name="Freeform: Shape 11076">
              <a:extLst>
                <a:ext uri="{FF2B5EF4-FFF2-40B4-BE49-F238E27FC236}">
                  <a16:creationId xmlns:a16="http://schemas.microsoft.com/office/drawing/2014/main" id="{B2B7783D-ED91-CAB0-24C2-4A392306836E}"/>
                </a:ext>
              </a:extLst>
            </p:cNvPr>
            <p:cNvSpPr/>
            <p:nvPr/>
          </p:nvSpPr>
          <p:spPr>
            <a:xfrm>
              <a:off x="224857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8" name="Freeform: Shape 11077">
              <a:extLst>
                <a:ext uri="{FF2B5EF4-FFF2-40B4-BE49-F238E27FC236}">
                  <a16:creationId xmlns:a16="http://schemas.microsoft.com/office/drawing/2014/main" id="{2E5DC3D1-D128-1046-8736-F87DA111C30C}"/>
                </a:ext>
              </a:extLst>
            </p:cNvPr>
            <p:cNvSpPr/>
            <p:nvPr/>
          </p:nvSpPr>
          <p:spPr>
            <a:xfrm>
              <a:off x="241509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79" name="Freeform: Shape 11078">
              <a:extLst>
                <a:ext uri="{FF2B5EF4-FFF2-40B4-BE49-F238E27FC236}">
                  <a16:creationId xmlns:a16="http://schemas.microsoft.com/office/drawing/2014/main" id="{4F9594DC-517E-32D0-A6F3-51DAFAE2D91B}"/>
                </a:ext>
              </a:extLst>
            </p:cNvPr>
            <p:cNvSpPr/>
            <p:nvPr/>
          </p:nvSpPr>
          <p:spPr>
            <a:xfrm>
              <a:off x="258161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0" name="Freeform: Shape 11079">
              <a:extLst>
                <a:ext uri="{FF2B5EF4-FFF2-40B4-BE49-F238E27FC236}">
                  <a16:creationId xmlns:a16="http://schemas.microsoft.com/office/drawing/2014/main" id="{101E83BE-CADB-6228-CE6E-A752484ADB27}"/>
                </a:ext>
              </a:extLst>
            </p:cNvPr>
            <p:cNvSpPr/>
            <p:nvPr/>
          </p:nvSpPr>
          <p:spPr>
            <a:xfrm>
              <a:off x="274813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1" name="Freeform: Shape 11080">
              <a:extLst>
                <a:ext uri="{FF2B5EF4-FFF2-40B4-BE49-F238E27FC236}">
                  <a16:creationId xmlns:a16="http://schemas.microsoft.com/office/drawing/2014/main" id="{E617516B-A6A3-D4C2-677B-52B1C0AAEE28}"/>
                </a:ext>
              </a:extLst>
            </p:cNvPr>
            <p:cNvSpPr/>
            <p:nvPr/>
          </p:nvSpPr>
          <p:spPr>
            <a:xfrm>
              <a:off x="291476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2" name="Freeform: Shape 11081">
              <a:extLst>
                <a:ext uri="{FF2B5EF4-FFF2-40B4-BE49-F238E27FC236}">
                  <a16:creationId xmlns:a16="http://schemas.microsoft.com/office/drawing/2014/main" id="{C4703D19-79DD-32C8-012C-11EF8B68F8FD}"/>
                </a:ext>
              </a:extLst>
            </p:cNvPr>
            <p:cNvSpPr/>
            <p:nvPr/>
          </p:nvSpPr>
          <p:spPr>
            <a:xfrm>
              <a:off x="308128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3" name="Freeform: Shape 11082">
              <a:extLst>
                <a:ext uri="{FF2B5EF4-FFF2-40B4-BE49-F238E27FC236}">
                  <a16:creationId xmlns:a16="http://schemas.microsoft.com/office/drawing/2014/main" id="{AE717E34-613F-3C61-62DE-B34D9BD30B17}"/>
                </a:ext>
              </a:extLst>
            </p:cNvPr>
            <p:cNvSpPr/>
            <p:nvPr/>
          </p:nvSpPr>
          <p:spPr>
            <a:xfrm>
              <a:off x="3247800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4" name="Freeform: Shape 11083">
              <a:extLst>
                <a:ext uri="{FF2B5EF4-FFF2-40B4-BE49-F238E27FC236}">
                  <a16:creationId xmlns:a16="http://schemas.microsoft.com/office/drawing/2014/main" id="{D5D85A69-BEAC-5AC4-3717-E7F5DD444676}"/>
                </a:ext>
              </a:extLst>
            </p:cNvPr>
            <p:cNvSpPr/>
            <p:nvPr/>
          </p:nvSpPr>
          <p:spPr>
            <a:xfrm>
              <a:off x="341443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5" name="Freeform: Shape 11084">
              <a:extLst>
                <a:ext uri="{FF2B5EF4-FFF2-40B4-BE49-F238E27FC236}">
                  <a16:creationId xmlns:a16="http://schemas.microsoft.com/office/drawing/2014/main" id="{1F5B95C5-6A64-9352-072C-0E86085EE88B}"/>
                </a:ext>
              </a:extLst>
            </p:cNvPr>
            <p:cNvSpPr/>
            <p:nvPr/>
          </p:nvSpPr>
          <p:spPr>
            <a:xfrm>
              <a:off x="358095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6" name="Freeform: Shape 11085">
              <a:extLst>
                <a:ext uri="{FF2B5EF4-FFF2-40B4-BE49-F238E27FC236}">
                  <a16:creationId xmlns:a16="http://schemas.microsoft.com/office/drawing/2014/main" id="{53255DF1-29C2-DDFE-97D7-868357571758}"/>
                </a:ext>
              </a:extLst>
            </p:cNvPr>
            <p:cNvSpPr/>
            <p:nvPr/>
          </p:nvSpPr>
          <p:spPr>
            <a:xfrm>
              <a:off x="374747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7" name="Freeform: Shape 11086">
              <a:extLst>
                <a:ext uri="{FF2B5EF4-FFF2-40B4-BE49-F238E27FC236}">
                  <a16:creationId xmlns:a16="http://schemas.microsoft.com/office/drawing/2014/main" id="{6D572114-ACB0-CEB7-FCA3-631252725011}"/>
                </a:ext>
              </a:extLst>
            </p:cNvPr>
            <p:cNvSpPr/>
            <p:nvPr/>
          </p:nvSpPr>
          <p:spPr>
            <a:xfrm>
              <a:off x="391410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8" name="Freeform: Shape 11087">
              <a:extLst>
                <a:ext uri="{FF2B5EF4-FFF2-40B4-BE49-F238E27FC236}">
                  <a16:creationId xmlns:a16="http://schemas.microsoft.com/office/drawing/2014/main" id="{9DE80CE8-89F8-C08D-2E1E-FA91D85116F6}"/>
                </a:ext>
              </a:extLst>
            </p:cNvPr>
            <p:cNvSpPr/>
            <p:nvPr/>
          </p:nvSpPr>
          <p:spPr>
            <a:xfrm>
              <a:off x="408062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89" name="Freeform: Shape 11088">
              <a:extLst>
                <a:ext uri="{FF2B5EF4-FFF2-40B4-BE49-F238E27FC236}">
                  <a16:creationId xmlns:a16="http://schemas.microsoft.com/office/drawing/2014/main" id="{10267AC1-32BB-0A17-D175-6101022584BA}"/>
                </a:ext>
              </a:extLst>
            </p:cNvPr>
            <p:cNvSpPr/>
            <p:nvPr/>
          </p:nvSpPr>
          <p:spPr>
            <a:xfrm>
              <a:off x="424714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0" name="Freeform: Shape 11089">
              <a:extLst>
                <a:ext uri="{FF2B5EF4-FFF2-40B4-BE49-F238E27FC236}">
                  <a16:creationId xmlns:a16="http://schemas.microsoft.com/office/drawing/2014/main" id="{AD823887-20B9-944A-51C9-31B437CC4D13}"/>
                </a:ext>
              </a:extLst>
            </p:cNvPr>
            <p:cNvSpPr/>
            <p:nvPr/>
          </p:nvSpPr>
          <p:spPr>
            <a:xfrm>
              <a:off x="441377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1" name="Freeform: Shape 11090">
              <a:extLst>
                <a:ext uri="{FF2B5EF4-FFF2-40B4-BE49-F238E27FC236}">
                  <a16:creationId xmlns:a16="http://schemas.microsoft.com/office/drawing/2014/main" id="{7F093057-12F3-78A2-5D02-65BA7FA382E5}"/>
                </a:ext>
              </a:extLst>
            </p:cNvPr>
            <p:cNvSpPr/>
            <p:nvPr/>
          </p:nvSpPr>
          <p:spPr>
            <a:xfrm>
              <a:off x="4580292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2" name="Freeform: Shape 11091">
              <a:extLst>
                <a:ext uri="{FF2B5EF4-FFF2-40B4-BE49-F238E27FC236}">
                  <a16:creationId xmlns:a16="http://schemas.microsoft.com/office/drawing/2014/main" id="{B63EFEE6-4DED-AF2E-E838-EFEB76C7F5FC}"/>
                </a:ext>
              </a:extLst>
            </p:cNvPr>
            <p:cNvSpPr/>
            <p:nvPr/>
          </p:nvSpPr>
          <p:spPr>
            <a:xfrm>
              <a:off x="4746811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3" name="Freeform: Shape 11092">
              <a:extLst>
                <a:ext uri="{FF2B5EF4-FFF2-40B4-BE49-F238E27FC236}">
                  <a16:creationId xmlns:a16="http://schemas.microsoft.com/office/drawing/2014/main" id="{B50E9C64-BE45-B176-C367-BC5FCA6F65CE}"/>
                </a:ext>
              </a:extLst>
            </p:cNvPr>
            <p:cNvSpPr/>
            <p:nvPr/>
          </p:nvSpPr>
          <p:spPr>
            <a:xfrm>
              <a:off x="4913443" y="2893041"/>
              <a:ext cx="11205" cy="1584287"/>
            </a:xfrm>
            <a:custGeom>
              <a:avLst/>
              <a:gdLst>
                <a:gd name="csX0" fmla="*/ 0 w 11205"/>
                <a:gd name="csY0" fmla="*/ 1584288 h 1584287"/>
                <a:gd name="csX1" fmla="*/ 0 w 11205"/>
                <a:gd name="csY1" fmla="*/ 0 h 1584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05" h="1584287">
                  <a:moveTo>
                    <a:pt x="0" y="1584288"/>
                  </a:moveTo>
                  <a:lnTo>
                    <a:pt x="0" y="0"/>
                  </a:lnTo>
                </a:path>
              </a:pathLst>
            </a:custGeom>
            <a:noFill/>
            <a:ln w="11990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4" name="Rectangle 11093">
              <a:extLst>
                <a:ext uri="{FF2B5EF4-FFF2-40B4-BE49-F238E27FC236}">
                  <a16:creationId xmlns:a16="http://schemas.microsoft.com/office/drawing/2014/main" id="{7BE306D2-41CD-762B-1E12-C5EE46AC0171}"/>
                </a:ext>
              </a:extLst>
            </p:cNvPr>
            <p:cNvSpPr/>
            <p:nvPr/>
          </p:nvSpPr>
          <p:spPr>
            <a:xfrm>
              <a:off x="507962" y="3357861"/>
              <a:ext cx="149934" cy="654647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5" name="Rectangle 11094">
              <a:extLst>
                <a:ext uri="{FF2B5EF4-FFF2-40B4-BE49-F238E27FC236}">
                  <a16:creationId xmlns:a16="http://schemas.microsoft.com/office/drawing/2014/main" id="{21D72674-A316-18A9-70C5-8B9E49E70D6D}"/>
                </a:ext>
              </a:extLst>
            </p:cNvPr>
            <p:cNvSpPr/>
            <p:nvPr/>
          </p:nvSpPr>
          <p:spPr>
            <a:xfrm>
              <a:off x="507962" y="4012508"/>
              <a:ext cx="149934" cy="392766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6" name="Rectangle 11095">
              <a:extLst>
                <a:ext uri="{FF2B5EF4-FFF2-40B4-BE49-F238E27FC236}">
                  <a16:creationId xmlns:a16="http://schemas.microsoft.com/office/drawing/2014/main" id="{229C0BC6-ADCE-291E-7B5F-11DA71236592}"/>
                </a:ext>
              </a:extLst>
            </p:cNvPr>
            <p:cNvSpPr/>
            <p:nvPr/>
          </p:nvSpPr>
          <p:spPr>
            <a:xfrm>
              <a:off x="674594" y="2965095"/>
              <a:ext cx="149934" cy="523762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7" name="Rectangle 11096">
              <a:extLst>
                <a:ext uri="{FF2B5EF4-FFF2-40B4-BE49-F238E27FC236}">
                  <a16:creationId xmlns:a16="http://schemas.microsoft.com/office/drawing/2014/main" id="{AC478737-0949-D1BE-795D-34400A4DDEC1}"/>
                </a:ext>
              </a:extLst>
            </p:cNvPr>
            <p:cNvSpPr/>
            <p:nvPr/>
          </p:nvSpPr>
          <p:spPr>
            <a:xfrm>
              <a:off x="674594" y="3488745"/>
              <a:ext cx="149934" cy="392766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8" name="Rectangle 11097">
              <a:extLst>
                <a:ext uri="{FF2B5EF4-FFF2-40B4-BE49-F238E27FC236}">
                  <a16:creationId xmlns:a16="http://schemas.microsoft.com/office/drawing/2014/main" id="{DCBEC8B4-5769-6ECB-9B43-44FF7BEB704C}"/>
                </a:ext>
              </a:extLst>
            </p:cNvPr>
            <p:cNvSpPr/>
            <p:nvPr/>
          </p:nvSpPr>
          <p:spPr>
            <a:xfrm>
              <a:off x="674594" y="3881624"/>
              <a:ext cx="149934" cy="392766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099" name="Rectangle 11098">
              <a:extLst>
                <a:ext uri="{FF2B5EF4-FFF2-40B4-BE49-F238E27FC236}">
                  <a16:creationId xmlns:a16="http://schemas.microsoft.com/office/drawing/2014/main" id="{BEF83BE8-C710-1400-6FC7-4F85D78BACC6}"/>
                </a:ext>
              </a:extLst>
            </p:cNvPr>
            <p:cNvSpPr/>
            <p:nvPr/>
          </p:nvSpPr>
          <p:spPr>
            <a:xfrm>
              <a:off x="674594" y="4274390"/>
              <a:ext cx="149934" cy="130884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0" name="Rectangle 11099">
              <a:extLst>
                <a:ext uri="{FF2B5EF4-FFF2-40B4-BE49-F238E27FC236}">
                  <a16:creationId xmlns:a16="http://schemas.microsoft.com/office/drawing/2014/main" id="{0347D70B-A862-43DD-1E2A-7BFB3AC31EC1}"/>
                </a:ext>
              </a:extLst>
            </p:cNvPr>
            <p:cNvSpPr/>
            <p:nvPr/>
          </p:nvSpPr>
          <p:spPr>
            <a:xfrm>
              <a:off x="841113" y="3226864"/>
              <a:ext cx="149934" cy="261881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1" name="Rectangle 11100">
              <a:extLst>
                <a:ext uri="{FF2B5EF4-FFF2-40B4-BE49-F238E27FC236}">
                  <a16:creationId xmlns:a16="http://schemas.microsoft.com/office/drawing/2014/main" id="{1E016FB1-DA30-EE68-FF4B-76D300FE967D}"/>
                </a:ext>
              </a:extLst>
            </p:cNvPr>
            <p:cNvSpPr/>
            <p:nvPr/>
          </p:nvSpPr>
          <p:spPr>
            <a:xfrm>
              <a:off x="841113" y="3488745"/>
              <a:ext cx="149934" cy="523762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2" name="Rectangle 11101">
              <a:extLst>
                <a:ext uri="{FF2B5EF4-FFF2-40B4-BE49-F238E27FC236}">
                  <a16:creationId xmlns:a16="http://schemas.microsoft.com/office/drawing/2014/main" id="{9AE2EE8E-F59C-A9B1-A0A1-E28108E87433}"/>
                </a:ext>
              </a:extLst>
            </p:cNvPr>
            <p:cNvSpPr/>
            <p:nvPr/>
          </p:nvSpPr>
          <p:spPr>
            <a:xfrm>
              <a:off x="841113" y="4012508"/>
              <a:ext cx="149934" cy="392766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3" name="Rectangle 11102">
              <a:extLst>
                <a:ext uri="{FF2B5EF4-FFF2-40B4-BE49-F238E27FC236}">
                  <a16:creationId xmlns:a16="http://schemas.microsoft.com/office/drawing/2014/main" id="{47D50C4A-2647-AFB9-E2C1-608E98093BAB}"/>
                </a:ext>
              </a:extLst>
            </p:cNvPr>
            <p:cNvSpPr/>
            <p:nvPr/>
          </p:nvSpPr>
          <p:spPr>
            <a:xfrm>
              <a:off x="1007632" y="3750627"/>
              <a:ext cx="149934" cy="261881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4" name="Rectangle 11103">
              <a:extLst>
                <a:ext uri="{FF2B5EF4-FFF2-40B4-BE49-F238E27FC236}">
                  <a16:creationId xmlns:a16="http://schemas.microsoft.com/office/drawing/2014/main" id="{998FBE87-C1CC-C96B-6FFD-8D35386026F1}"/>
                </a:ext>
              </a:extLst>
            </p:cNvPr>
            <p:cNvSpPr/>
            <p:nvPr/>
          </p:nvSpPr>
          <p:spPr>
            <a:xfrm>
              <a:off x="1007632" y="4012508"/>
              <a:ext cx="149934" cy="130884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5" name="Rectangle 11104">
              <a:extLst>
                <a:ext uri="{FF2B5EF4-FFF2-40B4-BE49-F238E27FC236}">
                  <a16:creationId xmlns:a16="http://schemas.microsoft.com/office/drawing/2014/main" id="{C023156A-D9FA-BAAF-EB78-92887692A8A4}"/>
                </a:ext>
              </a:extLst>
            </p:cNvPr>
            <p:cNvSpPr/>
            <p:nvPr/>
          </p:nvSpPr>
          <p:spPr>
            <a:xfrm>
              <a:off x="1007632" y="4143505"/>
              <a:ext cx="149934" cy="130884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6" name="Rectangle 11105">
              <a:extLst>
                <a:ext uri="{FF2B5EF4-FFF2-40B4-BE49-F238E27FC236}">
                  <a16:creationId xmlns:a16="http://schemas.microsoft.com/office/drawing/2014/main" id="{38E8B7BE-9589-41F7-7ABC-2B92025E44E6}"/>
                </a:ext>
              </a:extLst>
            </p:cNvPr>
            <p:cNvSpPr/>
            <p:nvPr/>
          </p:nvSpPr>
          <p:spPr>
            <a:xfrm>
              <a:off x="1007632" y="4274390"/>
              <a:ext cx="149934" cy="130884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7" name="Rectangle 11106">
              <a:extLst>
                <a:ext uri="{FF2B5EF4-FFF2-40B4-BE49-F238E27FC236}">
                  <a16:creationId xmlns:a16="http://schemas.microsoft.com/office/drawing/2014/main" id="{2B08B686-3B1F-326A-4D6C-2714FA85689B}"/>
                </a:ext>
              </a:extLst>
            </p:cNvPr>
            <p:cNvSpPr/>
            <p:nvPr/>
          </p:nvSpPr>
          <p:spPr>
            <a:xfrm>
              <a:off x="1340783" y="4274390"/>
              <a:ext cx="149934" cy="130884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8" name="Rectangle 11107">
              <a:extLst>
                <a:ext uri="{FF2B5EF4-FFF2-40B4-BE49-F238E27FC236}">
                  <a16:creationId xmlns:a16="http://schemas.microsoft.com/office/drawing/2014/main" id="{5D8839F7-2B1A-768E-2ADC-340B33B40215}"/>
                </a:ext>
              </a:extLst>
            </p:cNvPr>
            <p:cNvSpPr/>
            <p:nvPr/>
          </p:nvSpPr>
          <p:spPr>
            <a:xfrm>
              <a:off x="1507303" y="4012508"/>
              <a:ext cx="149934" cy="130884"/>
            </a:xfrm>
            <a:prstGeom prst="rect">
              <a:avLst/>
            </a:prstGeom>
            <a:solidFill>
              <a:srgbClr val="0064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09" name="Rectangle 11108">
              <a:extLst>
                <a:ext uri="{FF2B5EF4-FFF2-40B4-BE49-F238E27FC236}">
                  <a16:creationId xmlns:a16="http://schemas.microsoft.com/office/drawing/2014/main" id="{33253CCD-CFBA-70A7-C95A-A15268842392}"/>
                </a:ext>
              </a:extLst>
            </p:cNvPr>
            <p:cNvSpPr/>
            <p:nvPr/>
          </p:nvSpPr>
          <p:spPr>
            <a:xfrm>
              <a:off x="1507303" y="4143505"/>
              <a:ext cx="149934" cy="130884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0" name="Rectangle 11109">
              <a:extLst>
                <a:ext uri="{FF2B5EF4-FFF2-40B4-BE49-F238E27FC236}">
                  <a16:creationId xmlns:a16="http://schemas.microsoft.com/office/drawing/2014/main" id="{7EE23512-8C8A-98CE-53DE-AA4A1E668AA6}"/>
                </a:ext>
              </a:extLst>
            </p:cNvPr>
            <p:cNvSpPr/>
            <p:nvPr/>
          </p:nvSpPr>
          <p:spPr>
            <a:xfrm>
              <a:off x="1507303" y="4274390"/>
              <a:ext cx="149934" cy="130884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1" name="Rectangle 11110">
              <a:extLst>
                <a:ext uri="{FF2B5EF4-FFF2-40B4-BE49-F238E27FC236}">
                  <a16:creationId xmlns:a16="http://schemas.microsoft.com/office/drawing/2014/main" id="{742634BD-7C72-8B4D-2BFE-26EE9A225545}"/>
                </a:ext>
              </a:extLst>
            </p:cNvPr>
            <p:cNvSpPr/>
            <p:nvPr/>
          </p:nvSpPr>
          <p:spPr>
            <a:xfrm>
              <a:off x="2340124" y="4274390"/>
              <a:ext cx="149934" cy="130884"/>
            </a:xfrm>
            <a:prstGeom prst="rect">
              <a:avLst/>
            </a:prstGeom>
            <a:solidFill>
              <a:srgbClr val="FF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2" name="Rectangle 11111">
              <a:extLst>
                <a:ext uri="{FF2B5EF4-FFF2-40B4-BE49-F238E27FC236}">
                  <a16:creationId xmlns:a16="http://schemas.microsoft.com/office/drawing/2014/main" id="{8A619E7D-338C-C891-9E8B-1AE2ADCB5E90}"/>
                </a:ext>
              </a:extLst>
            </p:cNvPr>
            <p:cNvSpPr/>
            <p:nvPr/>
          </p:nvSpPr>
          <p:spPr>
            <a:xfrm>
              <a:off x="2506643" y="4274390"/>
              <a:ext cx="149934" cy="130884"/>
            </a:xfrm>
            <a:prstGeom prst="rect">
              <a:avLst/>
            </a:prstGeom>
            <a:solidFill>
              <a:srgbClr val="FF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3" name="Rectangle 11112">
              <a:extLst>
                <a:ext uri="{FF2B5EF4-FFF2-40B4-BE49-F238E27FC236}">
                  <a16:creationId xmlns:a16="http://schemas.microsoft.com/office/drawing/2014/main" id="{7D39F727-89C5-E178-280D-7D1D18F6CB72}"/>
                </a:ext>
              </a:extLst>
            </p:cNvPr>
            <p:cNvSpPr/>
            <p:nvPr/>
          </p:nvSpPr>
          <p:spPr>
            <a:xfrm>
              <a:off x="2673275" y="4143505"/>
              <a:ext cx="149934" cy="130884"/>
            </a:xfrm>
            <a:prstGeom prst="rect">
              <a:avLst/>
            </a:prstGeom>
            <a:solidFill>
              <a:srgbClr val="FF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4" name="Rectangle 11113">
              <a:extLst>
                <a:ext uri="{FF2B5EF4-FFF2-40B4-BE49-F238E27FC236}">
                  <a16:creationId xmlns:a16="http://schemas.microsoft.com/office/drawing/2014/main" id="{454DE897-4B5B-FD2E-1CE0-4EFEC9582FED}"/>
                </a:ext>
              </a:extLst>
            </p:cNvPr>
            <p:cNvSpPr/>
            <p:nvPr/>
          </p:nvSpPr>
          <p:spPr>
            <a:xfrm>
              <a:off x="2673275" y="4274390"/>
              <a:ext cx="149934" cy="130884"/>
            </a:xfrm>
            <a:prstGeom prst="rect">
              <a:avLst/>
            </a:prstGeom>
            <a:solidFill>
              <a:srgbClr val="0064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5" name="Rectangle 11114">
              <a:extLst>
                <a:ext uri="{FF2B5EF4-FFF2-40B4-BE49-F238E27FC236}">
                  <a16:creationId xmlns:a16="http://schemas.microsoft.com/office/drawing/2014/main" id="{9B0033A0-D2CC-484E-90FC-BDB426B47CAF}"/>
                </a:ext>
              </a:extLst>
            </p:cNvPr>
            <p:cNvSpPr/>
            <p:nvPr/>
          </p:nvSpPr>
          <p:spPr>
            <a:xfrm>
              <a:off x="3006314" y="4012508"/>
              <a:ext cx="149934" cy="130884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6" name="Rectangle 11115">
              <a:extLst>
                <a:ext uri="{FF2B5EF4-FFF2-40B4-BE49-F238E27FC236}">
                  <a16:creationId xmlns:a16="http://schemas.microsoft.com/office/drawing/2014/main" id="{20A61C0F-B3BB-21A1-BD8A-48D25A44F4B9}"/>
                </a:ext>
              </a:extLst>
            </p:cNvPr>
            <p:cNvSpPr/>
            <p:nvPr/>
          </p:nvSpPr>
          <p:spPr>
            <a:xfrm>
              <a:off x="3006314" y="4143505"/>
              <a:ext cx="149934" cy="261881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7" name="Rectangle 11116">
              <a:extLst>
                <a:ext uri="{FF2B5EF4-FFF2-40B4-BE49-F238E27FC236}">
                  <a16:creationId xmlns:a16="http://schemas.microsoft.com/office/drawing/2014/main" id="{D0FE5DBB-E706-6C63-99CD-0C591D910B9A}"/>
                </a:ext>
              </a:extLst>
            </p:cNvPr>
            <p:cNvSpPr/>
            <p:nvPr/>
          </p:nvSpPr>
          <p:spPr>
            <a:xfrm>
              <a:off x="3339465" y="4274390"/>
              <a:ext cx="149934" cy="130884"/>
            </a:xfrm>
            <a:prstGeom prst="rect">
              <a:avLst/>
            </a:prstGeom>
            <a:solidFill>
              <a:srgbClr val="0064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8" name="Rectangle 11117">
              <a:extLst>
                <a:ext uri="{FF2B5EF4-FFF2-40B4-BE49-F238E27FC236}">
                  <a16:creationId xmlns:a16="http://schemas.microsoft.com/office/drawing/2014/main" id="{859C0C08-BE5C-6022-0DB6-5927F403B2E8}"/>
                </a:ext>
              </a:extLst>
            </p:cNvPr>
            <p:cNvSpPr/>
            <p:nvPr/>
          </p:nvSpPr>
          <p:spPr>
            <a:xfrm>
              <a:off x="3672615" y="4143505"/>
              <a:ext cx="149934" cy="261881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19" name="Rectangle 11118">
              <a:extLst>
                <a:ext uri="{FF2B5EF4-FFF2-40B4-BE49-F238E27FC236}">
                  <a16:creationId xmlns:a16="http://schemas.microsoft.com/office/drawing/2014/main" id="{F1163B34-87FA-99CB-CCD4-2CF32656EE44}"/>
                </a:ext>
              </a:extLst>
            </p:cNvPr>
            <p:cNvSpPr/>
            <p:nvPr/>
          </p:nvSpPr>
          <p:spPr>
            <a:xfrm>
              <a:off x="3839135" y="4274390"/>
              <a:ext cx="149934" cy="130884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20" name="Rectangle 11119">
              <a:extLst>
                <a:ext uri="{FF2B5EF4-FFF2-40B4-BE49-F238E27FC236}">
                  <a16:creationId xmlns:a16="http://schemas.microsoft.com/office/drawing/2014/main" id="{90AC41D2-2A5B-F4DB-1B4B-A1514978D385}"/>
                </a:ext>
              </a:extLst>
            </p:cNvPr>
            <p:cNvSpPr/>
            <p:nvPr/>
          </p:nvSpPr>
          <p:spPr>
            <a:xfrm>
              <a:off x="4172286" y="3881624"/>
              <a:ext cx="149934" cy="130884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21" name="Rectangle 11120">
              <a:extLst>
                <a:ext uri="{FF2B5EF4-FFF2-40B4-BE49-F238E27FC236}">
                  <a16:creationId xmlns:a16="http://schemas.microsoft.com/office/drawing/2014/main" id="{DD9FCEA5-59FC-2EE8-0703-D4BC409F175F}"/>
                </a:ext>
              </a:extLst>
            </p:cNvPr>
            <p:cNvSpPr/>
            <p:nvPr/>
          </p:nvSpPr>
          <p:spPr>
            <a:xfrm>
              <a:off x="4172286" y="4012508"/>
              <a:ext cx="149934" cy="130884"/>
            </a:xfrm>
            <a:prstGeom prst="rect">
              <a:avLst/>
            </a:prstGeom>
            <a:solidFill>
              <a:srgbClr val="00000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22" name="Rectangle 11121">
              <a:extLst>
                <a:ext uri="{FF2B5EF4-FFF2-40B4-BE49-F238E27FC236}">
                  <a16:creationId xmlns:a16="http://schemas.microsoft.com/office/drawing/2014/main" id="{C25CB15B-2964-5F2E-5C9B-DE0961F9172B}"/>
                </a:ext>
              </a:extLst>
            </p:cNvPr>
            <p:cNvSpPr/>
            <p:nvPr/>
          </p:nvSpPr>
          <p:spPr>
            <a:xfrm>
              <a:off x="4172286" y="4143505"/>
              <a:ext cx="149934" cy="130884"/>
            </a:xfrm>
            <a:prstGeom prst="rect">
              <a:avLst/>
            </a:prstGeom>
            <a:solidFill>
              <a:srgbClr val="A020F0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23" name="Rectangle 11122">
              <a:extLst>
                <a:ext uri="{FF2B5EF4-FFF2-40B4-BE49-F238E27FC236}">
                  <a16:creationId xmlns:a16="http://schemas.microsoft.com/office/drawing/2014/main" id="{3420A38F-55CF-997C-E98F-BAACE2C1D955}"/>
                </a:ext>
              </a:extLst>
            </p:cNvPr>
            <p:cNvSpPr/>
            <p:nvPr/>
          </p:nvSpPr>
          <p:spPr>
            <a:xfrm>
              <a:off x="4172286" y="4274390"/>
              <a:ext cx="149934" cy="130884"/>
            </a:xfrm>
            <a:prstGeom prst="rect">
              <a:avLst/>
            </a:prstGeom>
            <a:solidFill>
              <a:srgbClr val="BEBEBE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11124" name="Rectangle 11123">
              <a:extLst>
                <a:ext uri="{FF2B5EF4-FFF2-40B4-BE49-F238E27FC236}">
                  <a16:creationId xmlns:a16="http://schemas.microsoft.com/office/drawing/2014/main" id="{10A07D68-E19F-9C5E-2E67-951F56028B1E}"/>
                </a:ext>
              </a:extLst>
            </p:cNvPr>
            <p:cNvSpPr/>
            <p:nvPr/>
          </p:nvSpPr>
          <p:spPr>
            <a:xfrm>
              <a:off x="4338805" y="4274390"/>
              <a:ext cx="149934" cy="130884"/>
            </a:xfrm>
            <a:prstGeom prst="rect">
              <a:avLst/>
            </a:prstGeom>
            <a:solidFill>
              <a:srgbClr val="0000FF"/>
            </a:solidFill>
            <a:ln w="11990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701"/>
            </a:p>
          </p:txBody>
        </p:sp>
      </p:grpSp>
      <p:grpSp>
        <p:nvGrpSpPr>
          <p:cNvPr id="573" name="Group 572">
            <a:extLst>
              <a:ext uri="{FF2B5EF4-FFF2-40B4-BE49-F238E27FC236}">
                <a16:creationId xmlns:a16="http://schemas.microsoft.com/office/drawing/2014/main" id="{FB7C12A2-68A0-BF95-84A6-04BED67A96CE}"/>
              </a:ext>
            </a:extLst>
          </p:cNvPr>
          <p:cNvGrpSpPr/>
          <p:nvPr/>
        </p:nvGrpSpPr>
        <p:grpSpPr>
          <a:xfrm>
            <a:off x="409447" y="3735986"/>
            <a:ext cx="228994" cy="1159826"/>
            <a:chOff x="362575" y="4284644"/>
            <a:chExt cx="242345" cy="1329302"/>
          </a:xfrm>
        </p:grpSpPr>
        <p:sp>
          <p:nvSpPr>
            <p:cNvPr id="7194" name="TextBox 7193">
              <a:extLst>
                <a:ext uri="{FF2B5EF4-FFF2-40B4-BE49-F238E27FC236}">
                  <a16:creationId xmlns:a16="http://schemas.microsoft.com/office/drawing/2014/main" id="{C9EC5688-821E-85C9-A8D8-9891D59411FF}"/>
                </a:ext>
              </a:extLst>
            </p:cNvPr>
            <p:cNvSpPr txBox="1"/>
            <p:nvPr/>
          </p:nvSpPr>
          <p:spPr>
            <a:xfrm>
              <a:off x="362575" y="5380641"/>
              <a:ext cx="242345" cy="23330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756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7195" name="TextBox 7194">
              <a:extLst>
                <a:ext uri="{FF2B5EF4-FFF2-40B4-BE49-F238E27FC236}">
                  <a16:creationId xmlns:a16="http://schemas.microsoft.com/office/drawing/2014/main" id="{2C1A5E3A-2C7D-70B2-1DB3-B33A198521E0}"/>
                </a:ext>
              </a:extLst>
            </p:cNvPr>
            <p:cNvSpPr txBox="1"/>
            <p:nvPr/>
          </p:nvSpPr>
          <p:spPr>
            <a:xfrm>
              <a:off x="362575" y="5018711"/>
              <a:ext cx="242345" cy="23330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756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7196" name="TextBox 7195">
              <a:extLst>
                <a:ext uri="{FF2B5EF4-FFF2-40B4-BE49-F238E27FC236}">
                  <a16:creationId xmlns:a16="http://schemas.microsoft.com/office/drawing/2014/main" id="{49642328-B53D-12AB-9AEC-7F2257A8EB9C}"/>
                </a:ext>
              </a:extLst>
            </p:cNvPr>
            <p:cNvSpPr txBox="1"/>
            <p:nvPr/>
          </p:nvSpPr>
          <p:spPr>
            <a:xfrm>
              <a:off x="362575" y="4651737"/>
              <a:ext cx="242345" cy="23330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756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7197" name="TextBox 7196">
              <a:extLst>
                <a:ext uri="{FF2B5EF4-FFF2-40B4-BE49-F238E27FC236}">
                  <a16:creationId xmlns:a16="http://schemas.microsoft.com/office/drawing/2014/main" id="{C601533E-A985-19D1-8AB8-3870C7B7EC94}"/>
                </a:ext>
              </a:extLst>
            </p:cNvPr>
            <p:cNvSpPr txBox="1"/>
            <p:nvPr/>
          </p:nvSpPr>
          <p:spPr>
            <a:xfrm>
              <a:off x="362575" y="4284644"/>
              <a:ext cx="242345" cy="23330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756" dirty="0">
                  <a:ln/>
                  <a:solidFill>
                    <a:srgbClr val="4D4D4D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</p:grpSp>
      <p:sp>
        <p:nvSpPr>
          <p:cNvPr id="11126" name="TextBox 11125">
            <a:extLst>
              <a:ext uri="{FF2B5EF4-FFF2-40B4-BE49-F238E27FC236}">
                <a16:creationId xmlns:a16="http://schemas.microsoft.com/office/drawing/2014/main" id="{7DE9377A-1FF8-2240-9F94-FE288E0C29DA}"/>
              </a:ext>
            </a:extLst>
          </p:cNvPr>
          <p:cNvSpPr txBox="1"/>
          <p:nvPr/>
        </p:nvSpPr>
        <p:spPr>
          <a:xfrm>
            <a:off x="72169" y="349785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grpSp>
        <p:nvGrpSpPr>
          <p:cNvPr id="11128" name="Group 11127">
            <a:extLst>
              <a:ext uri="{FF2B5EF4-FFF2-40B4-BE49-F238E27FC236}">
                <a16:creationId xmlns:a16="http://schemas.microsoft.com/office/drawing/2014/main" id="{0E912C15-E74C-B16F-9582-86B8740A80C9}"/>
              </a:ext>
            </a:extLst>
          </p:cNvPr>
          <p:cNvGrpSpPr/>
          <p:nvPr/>
        </p:nvGrpSpPr>
        <p:grpSpPr>
          <a:xfrm>
            <a:off x="3621712" y="0"/>
            <a:ext cx="2711284" cy="1531723"/>
            <a:chOff x="246403" y="4142483"/>
            <a:chExt cx="2869365" cy="1621030"/>
          </a:xfrm>
        </p:grpSpPr>
        <p:sp>
          <p:nvSpPr>
            <p:cNvPr id="11129" name="TextBox 11128">
              <a:extLst>
                <a:ext uri="{FF2B5EF4-FFF2-40B4-BE49-F238E27FC236}">
                  <a16:creationId xmlns:a16="http://schemas.microsoft.com/office/drawing/2014/main" id="{DC4B2727-6D00-6CD0-5E86-5CA76970DB78}"/>
                </a:ext>
              </a:extLst>
            </p:cNvPr>
            <p:cNvSpPr txBox="1"/>
            <p:nvPr/>
          </p:nvSpPr>
          <p:spPr>
            <a:xfrm rot="16200000">
              <a:off x="-18404" y="4692628"/>
              <a:ext cx="783518" cy="25390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992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Prediction</a:t>
              </a:r>
              <a:endParaRPr lang="en-US" sz="1323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grpSp>
          <p:nvGrpSpPr>
            <p:cNvPr id="11130" name="Group 11129">
              <a:extLst>
                <a:ext uri="{FF2B5EF4-FFF2-40B4-BE49-F238E27FC236}">
                  <a16:creationId xmlns:a16="http://schemas.microsoft.com/office/drawing/2014/main" id="{9286D705-AFA1-561C-CA3B-CD0B1EB55AD3}"/>
                </a:ext>
              </a:extLst>
            </p:cNvPr>
            <p:cNvGrpSpPr/>
            <p:nvPr/>
          </p:nvGrpSpPr>
          <p:grpSpPr>
            <a:xfrm>
              <a:off x="368809" y="4142483"/>
              <a:ext cx="2746959" cy="1621030"/>
              <a:chOff x="368809" y="4142483"/>
              <a:chExt cx="2746959" cy="1621030"/>
            </a:xfrm>
          </p:grpSpPr>
          <p:grpSp>
            <p:nvGrpSpPr>
              <p:cNvPr id="11131" name="Group 11130">
                <a:extLst>
                  <a:ext uri="{FF2B5EF4-FFF2-40B4-BE49-F238E27FC236}">
                    <a16:creationId xmlns:a16="http://schemas.microsoft.com/office/drawing/2014/main" id="{C8C3B410-C208-7E67-689B-BD44CA5D0AA5}"/>
                  </a:ext>
                </a:extLst>
              </p:cNvPr>
              <p:cNvGrpSpPr/>
              <p:nvPr/>
            </p:nvGrpSpPr>
            <p:grpSpPr>
              <a:xfrm>
                <a:off x="682569" y="4205748"/>
                <a:ext cx="2267010" cy="1200976"/>
                <a:chOff x="2294381" y="2538159"/>
                <a:chExt cx="1702562" cy="901953"/>
              </a:xfrm>
            </p:grpSpPr>
            <p:sp>
              <p:nvSpPr>
                <p:cNvPr id="11170" name="Freeform: Shape 11169">
                  <a:extLst>
                    <a:ext uri="{FF2B5EF4-FFF2-40B4-BE49-F238E27FC236}">
                      <a16:creationId xmlns:a16="http://schemas.microsoft.com/office/drawing/2014/main" id="{42D74A6B-3A7F-B866-B41B-9A36A7795782}"/>
                    </a:ext>
                  </a:extLst>
                </p:cNvPr>
                <p:cNvSpPr/>
                <p:nvPr/>
              </p:nvSpPr>
              <p:spPr>
                <a:xfrm>
                  <a:off x="2294381" y="3309429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1" name="Freeform: Shape 11170">
                  <a:extLst>
                    <a:ext uri="{FF2B5EF4-FFF2-40B4-BE49-F238E27FC236}">
                      <a16:creationId xmlns:a16="http://schemas.microsoft.com/office/drawing/2014/main" id="{1D8B7CEE-B73A-CC11-7539-EDB3E94197F8}"/>
                    </a:ext>
                  </a:extLst>
                </p:cNvPr>
                <p:cNvSpPr/>
                <p:nvPr/>
              </p:nvSpPr>
              <p:spPr>
                <a:xfrm>
                  <a:off x="2294381" y="3098864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2" name="Freeform: Shape 11171">
                  <a:extLst>
                    <a:ext uri="{FF2B5EF4-FFF2-40B4-BE49-F238E27FC236}">
                      <a16:creationId xmlns:a16="http://schemas.microsoft.com/office/drawing/2014/main" id="{DB7BD173-13AB-EC5E-BF5B-CD6EBBBC0C93}"/>
                    </a:ext>
                  </a:extLst>
                </p:cNvPr>
                <p:cNvSpPr/>
                <p:nvPr/>
              </p:nvSpPr>
              <p:spPr>
                <a:xfrm>
                  <a:off x="2294381" y="2888425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3" name="Freeform: Shape 11172">
                  <a:extLst>
                    <a:ext uri="{FF2B5EF4-FFF2-40B4-BE49-F238E27FC236}">
                      <a16:creationId xmlns:a16="http://schemas.microsoft.com/office/drawing/2014/main" id="{1091DB10-C513-99E8-C911-BD91E6D0184F}"/>
                    </a:ext>
                  </a:extLst>
                </p:cNvPr>
                <p:cNvSpPr/>
                <p:nvPr/>
              </p:nvSpPr>
              <p:spPr>
                <a:xfrm>
                  <a:off x="2294381" y="2677985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4" name="Freeform: Shape 11173">
                  <a:extLst>
                    <a:ext uri="{FF2B5EF4-FFF2-40B4-BE49-F238E27FC236}">
                      <a16:creationId xmlns:a16="http://schemas.microsoft.com/office/drawing/2014/main" id="{E126D7E5-2588-508B-7DD8-8904B01BEB01}"/>
                    </a:ext>
                  </a:extLst>
                </p:cNvPr>
                <p:cNvSpPr/>
                <p:nvPr/>
              </p:nvSpPr>
              <p:spPr>
                <a:xfrm>
                  <a:off x="2294381" y="3414585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5" name="Freeform: Shape 11174">
                  <a:extLst>
                    <a:ext uri="{FF2B5EF4-FFF2-40B4-BE49-F238E27FC236}">
                      <a16:creationId xmlns:a16="http://schemas.microsoft.com/office/drawing/2014/main" id="{51ED9828-AABB-089E-C2D3-48DDDD3FD45C}"/>
                    </a:ext>
                  </a:extLst>
                </p:cNvPr>
                <p:cNvSpPr/>
                <p:nvPr/>
              </p:nvSpPr>
              <p:spPr>
                <a:xfrm>
                  <a:off x="2294381" y="3204146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6" name="Freeform: Shape 11175">
                  <a:extLst>
                    <a:ext uri="{FF2B5EF4-FFF2-40B4-BE49-F238E27FC236}">
                      <a16:creationId xmlns:a16="http://schemas.microsoft.com/office/drawing/2014/main" id="{DF8E0D08-B09D-9A46-A9DB-FDEF9DEF00CA}"/>
                    </a:ext>
                  </a:extLst>
                </p:cNvPr>
                <p:cNvSpPr/>
                <p:nvPr/>
              </p:nvSpPr>
              <p:spPr>
                <a:xfrm>
                  <a:off x="2294381" y="2993707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7" name="Freeform: Shape 11176">
                  <a:extLst>
                    <a:ext uri="{FF2B5EF4-FFF2-40B4-BE49-F238E27FC236}">
                      <a16:creationId xmlns:a16="http://schemas.microsoft.com/office/drawing/2014/main" id="{C555B6EE-D01F-38AB-CB41-C42519F32B7F}"/>
                    </a:ext>
                  </a:extLst>
                </p:cNvPr>
                <p:cNvSpPr/>
                <p:nvPr/>
              </p:nvSpPr>
              <p:spPr>
                <a:xfrm>
                  <a:off x="2294381" y="2783269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8" name="Freeform: Shape 11177">
                  <a:extLst>
                    <a:ext uri="{FF2B5EF4-FFF2-40B4-BE49-F238E27FC236}">
                      <a16:creationId xmlns:a16="http://schemas.microsoft.com/office/drawing/2014/main" id="{E5991A89-849A-5FA3-1AD4-3A348CD34450}"/>
                    </a:ext>
                  </a:extLst>
                </p:cNvPr>
                <p:cNvSpPr/>
                <p:nvPr/>
              </p:nvSpPr>
              <p:spPr>
                <a:xfrm>
                  <a:off x="2294381" y="2572830"/>
                  <a:ext cx="1702562" cy="12700"/>
                </a:xfrm>
                <a:custGeom>
                  <a:avLst/>
                  <a:gdLst>
                    <a:gd name="csX0" fmla="*/ 0 w 1702562"/>
                    <a:gd name="csY0" fmla="*/ 0 h 12700"/>
                    <a:gd name="csX1" fmla="*/ 1702562 w 17025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702562" h="12700">
                      <a:moveTo>
                        <a:pt x="0" y="0"/>
                      </a:moveTo>
                      <a:lnTo>
                        <a:pt x="17025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79" name="Freeform: Shape 11178">
                  <a:extLst>
                    <a:ext uri="{FF2B5EF4-FFF2-40B4-BE49-F238E27FC236}">
                      <a16:creationId xmlns:a16="http://schemas.microsoft.com/office/drawing/2014/main" id="{EAE1B3F1-E3B4-F837-403A-22543ADBFDDB}"/>
                    </a:ext>
                  </a:extLst>
                </p:cNvPr>
                <p:cNvSpPr/>
                <p:nvPr/>
              </p:nvSpPr>
              <p:spPr>
                <a:xfrm>
                  <a:off x="2357373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0" name="Freeform: Shape 11179">
                  <a:extLst>
                    <a:ext uri="{FF2B5EF4-FFF2-40B4-BE49-F238E27FC236}">
                      <a16:creationId xmlns:a16="http://schemas.microsoft.com/office/drawing/2014/main" id="{EB780606-1BE3-6645-2DAE-F4A8FBD75131}"/>
                    </a:ext>
                  </a:extLst>
                </p:cNvPr>
                <p:cNvSpPr/>
                <p:nvPr/>
              </p:nvSpPr>
              <p:spPr>
                <a:xfrm>
                  <a:off x="246253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1" name="Freeform: Shape 11180">
                  <a:extLst>
                    <a:ext uri="{FF2B5EF4-FFF2-40B4-BE49-F238E27FC236}">
                      <a16:creationId xmlns:a16="http://schemas.microsoft.com/office/drawing/2014/main" id="{926EB8F4-AC9C-C291-A209-AFD2358CE0DF}"/>
                    </a:ext>
                  </a:extLst>
                </p:cNvPr>
                <p:cNvSpPr/>
                <p:nvPr/>
              </p:nvSpPr>
              <p:spPr>
                <a:xfrm>
                  <a:off x="2567559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2" name="Freeform: Shape 11181">
                  <a:extLst>
                    <a:ext uri="{FF2B5EF4-FFF2-40B4-BE49-F238E27FC236}">
                      <a16:creationId xmlns:a16="http://schemas.microsoft.com/office/drawing/2014/main" id="{0F559534-0636-3ACF-EF39-8E8EA5CEC08D}"/>
                    </a:ext>
                  </a:extLst>
                </p:cNvPr>
                <p:cNvSpPr/>
                <p:nvPr/>
              </p:nvSpPr>
              <p:spPr>
                <a:xfrm>
                  <a:off x="2672715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3" name="Freeform: Shape 11182">
                  <a:extLst>
                    <a:ext uri="{FF2B5EF4-FFF2-40B4-BE49-F238E27FC236}">
                      <a16:creationId xmlns:a16="http://schemas.microsoft.com/office/drawing/2014/main" id="{379F6A66-2402-2C30-351E-8EA519DC98E0}"/>
                    </a:ext>
                  </a:extLst>
                </p:cNvPr>
                <p:cNvSpPr/>
                <p:nvPr/>
              </p:nvSpPr>
              <p:spPr>
                <a:xfrm>
                  <a:off x="2777743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4" name="Freeform: Shape 11183">
                  <a:extLst>
                    <a:ext uri="{FF2B5EF4-FFF2-40B4-BE49-F238E27FC236}">
                      <a16:creationId xmlns:a16="http://schemas.microsoft.com/office/drawing/2014/main" id="{8E633C4F-AF88-3182-6F4C-3A6A57FB2DCC}"/>
                    </a:ext>
                  </a:extLst>
                </p:cNvPr>
                <p:cNvSpPr/>
                <p:nvPr/>
              </p:nvSpPr>
              <p:spPr>
                <a:xfrm>
                  <a:off x="288290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5" name="Freeform: Shape 11184">
                  <a:extLst>
                    <a:ext uri="{FF2B5EF4-FFF2-40B4-BE49-F238E27FC236}">
                      <a16:creationId xmlns:a16="http://schemas.microsoft.com/office/drawing/2014/main" id="{8BA32714-E5F8-4DCA-4B71-86CB4DA10155}"/>
                    </a:ext>
                  </a:extLst>
                </p:cNvPr>
                <p:cNvSpPr/>
                <p:nvPr/>
              </p:nvSpPr>
              <p:spPr>
                <a:xfrm>
                  <a:off x="2987928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6" name="Freeform: Shape 11185">
                  <a:extLst>
                    <a:ext uri="{FF2B5EF4-FFF2-40B4-BE49-F238E27FC236}">
                      <a16:creationId xmlns:a16="http://schemas.microsoft.com/office/drawing/2014/main" id="{2034885C-6C43-D121-2F41-58631329D668}"/>
                    </a:ext>
                  </a:extLst>
                </p:cNvPr>
                <p:cNvSpPr/>
                <p:nvPr/>
              </p:nvSpPr>
              <p:spPr>
                <a:xfrm>
                  <a:off x="3093084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7" name="Freeform: Shape 11186">
                  <a:extLst>
                    <a:ext uri="{FF2B5EF4-FFF2-40B4-BE49-F238E27FC236}">
                      <a16:creationId xmlns:a16="http://schemas.microsoft.com/office/drawing/2014/main" id="{E4145239-8209-BB23-1366-07E474B24D1D}"/>
                    </a:ext>
                  </a:extLst>
                </p:cNvPr>
                <p:cNvSpPr/>
                <p:nvPr/>
              </p:nvSpPr>
              <p:spPr>
                <a:xfrm>
                  <a:off x="319824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8" name="Freeform: Shape 11187">
                  <a:extLst>
                    <a:ext uri="{FF2B5EF4-FFF2-40B4-BE49-F238E27FC236}">
                      <a16:creationId xmlns:a16="http://schemas.microsoft.com/office/drawing/2014/main" id="{06633C2D-2E53-C38C-0A24-B2F22B60550E}"/>
                    </a:ext>
                  </a:extLst>
                </p:cNvPr>
                <p:cNvSpPr/>
                <p:nvPr/>
              </p:nvSpPr>
              <p:spPr>
                <a:xfrm>
                  <a:off x="330327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89" name="Freeform: Shape 11188">
                  <a:extLst>
                    <a:ext uri="{FF2B5EF4-FFF2-40B4-BE49-F238E27FC236}">
                      <a16:creationId xmlns:a16="http://schemas.microsoft.com/office/drawing/2014/main" id="{7108B4C2-62C7-FE3B-112D-5D45980EEDAF}"/>
                    </a:ext>
                  </a:extLst>
                </p:cNvPr>
                <p:cNvSpPr/>
                <p:nvPr/>
              </p:nvSpPr>
              <p:spPr>
                <a:xfrm>
                  <a:off x="3408425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0" name="Freeform: Shape 11189">
                  <a:extLst>
                    <a:ext uri="{FF2B5EF4-FFF2-40B4-BE49-F238E27FC236}">
                      <a16:creationId xmlns:a16="http://schemas.microsoft.com/office/drawing/2014/main" id="{9290D846-4C98-F3AF-9F67-3DE816A14B30}"/>
                    </a:ext>
                  </a:extLst>
                </p:cNvPr>
                <p:cNvSpPr/>
                <p:nvPr/>
              </p:nvSpPr>
              <p:spPr>
                <a:xfrm>
                  <a:off x="3513454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1" name="Freeform: Shape 11190">
                  <a:extLst>
                    <a:ext uri="{FF2B5EF4-FFF2-40B4-BE49-F238E27FC236}">
                      <a16:creationId xmlns:a16="http://schemas.microsoft.com/office/drawing/2014/main" id="{632A9EB7-42CE-0A64-21BE-67ADF13C3CA3}"/>
                    </a:ext>
                  </a:extLst>
                </p:cNvPr>
                <p:cNvSpPr/>
                <p:nvPr/>
              </p:nvSpPr>
              <p:spPr>
                <a:xfrm>
                  <a:off x="361861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2" name="Freeform: Shape 11191">
                  <a:extLst>
                    <a:ext uri="{FF2B5EF4-FFF2-40B4-BE49-F238E27FC236}">
                      <a16:creationId xmlns:a16="http://schemas.microsoft.com/office/drawing/2014/main" id="{B57CC562-678E-B4C1-D980-1EA940899E43}"/>
                    </a:ext>
                  </a:extLst>
                </p:cNvPr>
                <p:cNvSpPr/>
                <p:nvPr/>
              </p:nvSpPr>
              <p:spPr>
                <a:xfrm>
                  <a:off x="3723640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3" name="Freeform: Shape 11192">
                  <a:extLst>
                    <a:ext uri="{FF2B5EF4-FFF2-40B4-BE49-F238E27FC236}">
                      <a16:creationId xmlns:a16="http://schemas.microsoft.com/office/drawing/2014/main" id="{106EEB3B-48E8-453F-4212-DC8692D39AE0}"/>
                    </a:ext>
                  </a:extLst>
                </p:cNvPr>
                <p:cNvSpPr/>
                <p:nvPr/>
              </p:nvSpPr>
              <p:spPr>
                <a:xfrm>
                  <a:off x="3828795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4" name="Freeform: Shape 11193">
                  <a:extLst>
                    <a:ext uri="{FF2B5EF4-FFF2-40B4-BE49-F238E27FC236}">
                      <a16:creationId xmlns:a16="http://schemas.microsoft.com/office/drawing/2014/main" id="{49EF9AE5-8440-6022-9FD5-A5A252D2AC4F}"/>
                    </a:ext>
                  </a:extLst>
                </p:cNvPr>
                <p:cNvSpPr/>
                <p:nvPr/>
              </p:nvSpPr>
              <p:spPr>
                <a:xfrm>
                  <a:off x="3933951" y="2538159"/>
                  <a:ext cx="12700" cy="901953"/>
                </a:xfrm>
                <a:custGeom>
                  <a:avLst/>
                  <a:gdLst>
                    <a:gd name="csX0" fmla="*/ 0 w 12700"/>
                    <a:gd name="csY0" fmla="*/ 901954 h 901953"/>
                    <a:gd name="csX1" fmla="*/ 0 w 12700"/>
                    <a:gd name="csY1" fmla="*/ 0 h 9019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01953">
                      <a:moveTo>
                        <a:pt x="0" y="9019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5" name="Freeform: Shape 11194">
                  <a:extLst>
                    <a:ext uri="{FF2B5EF4-FFF2-40B4-BE49-F238E27FC236}">
                      <a16:creationId xmlns:a16="http://schemas.microsoft.com/office/drawing/2014/main" id="{FF4A2650-14DA-64B0-2A73-C9D2D2185AD6}"/>
                    </a:ext>
                  </a:extLst>
                </p:cNvPr>
                <p:cNvSpPr/>
                <p:nvPr/>
              </p:nvSpPr>
              <p:spPr>
                <a:xfrm>
                  <a:off x="3282315" y="3142425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6" name="Freeform: Shape 11195">
                  <a:extLst>
                    <a:ext uri="{FF2B5EF4-FFF2-40B4-BE49-F238E27FC236}">
                      <a16:creationId xmlns:a16="http://schemas.microsoft.com/office/drawing/2014/main" id="{D2CA1836-DBAE-5FF6-C413-7E743350E3ED}"/>
                    </a:ext>
                  </a:extLst>
                </p:cNvPr>
                <p:cNvSpPr/>
                <p:nvPr/>
              </p:nvSpPr>
              <p:spPr>
                <a:xfrm>
                  <a:off x="3303270" y="3142425"/>
                  <a:ext cx="12700" cy="154177"/>
                </a:xfrm>
                <a:custGeom>
                  <a:avLst/>
                  <a:gdLst>
                    <a:gd name="csX0" fmla="*/ 0 w 12700"/>
                    <a:gd name="csY0" fmla="*/ 0 h 154177"/>
                    <a:gd name="csX1" fmla="*/ 0 w 12700"/>
                    <a:gd name="csY1" fmla="*/ 154178 h 1541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54177">
                      <a:moveTo>
                        <a:pt x="0" y="0"/>
                      </a:moveTo>
                      <a:lnTo>
                        <a:pt x="0" y="154178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7" name="Freeform: Shape 11196">
                  <a:extLst>
                    <a:ext uri="{FF2B5EF4-FFF2-40B4-BE49-F238E27FC236}">
                      <a16:creationId xmlns:a16="http://schemas.microsoft.com/office/drawing/2014/main" id="{5A54A5F0-EE7B-F01E-8BE2-A64FDFB7413C}"/>
                    </a:ext>
                  </a:extLst>
                </p:cNvPr>
                <p:cNvSpPr/>
                <p:nvPr/>
              </p:nvSpPr>
              <p:spPr>
                <a:xfrm>
                  <a:off x="3282315" y="3296602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8" name="Freeform: Shape 11197">
                  <a:extLst>
                    <a:ext uri="{FF2B5EF4-FFF2-40B4-BE49-F238E27FC236}">
                      <a16:creationId xmlns:a16="http://schemas.microsoft.com/office/drawing/2014/main" id="{456551C0-D003-D607-764C-99F02B7409FF}"/>
                    </a:ext>
                  </a:extLst>
                </p:cNvPr>
                <p:cNvSpPr/>
                <p:nvPr/>
              </p:nvSpPr>
              <p:spPr>
                <a:xfrm>
                  <a:off x="3912869" y="3376359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199" name="Freeform: Shape 11198">
                  <a:extLst>
                    <a:ext uri="{FF2B5EF4-FFF2-40B4-BE49-F238E27FC236}">
                      <a16:creationId xmlns:a16="http://schemas.microsoft.com/office/drawing/2014/main" id="{B7DD973B-9C56-85D1-F1AB-369DA23DCE9F}"/>
                    </a:ext>
                  </a:extLst>
                </p:cNvPr>
                <p:cNvSpPr/>
                <p:nvPr/>
              </p:nvSpPr>
              <p:spPr>
                <a:xfrm>
                  <a:off x="3933951" y="3376359"/>
                  <a:ext cx="12700" cy="20573"/>
                </a:xfrm>
                <a:custGeom>
                  <a:avLst/>
                  <a:gdLst>
                    <a:gd name="csX0" fmla="*/ 0 w 12700"/>
                    <a:gd name="csY0" fmla="*/ 0 h 20573"/>
                    <a:gd name="csX1" fmla="*/ 0 w 12700"/>
                    <a:gd name="csY1" fmla="*/ 20574 h 205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0573">
                      <a:moveTo>
                        <a:pt x="0" y="0"/>
                      </a:moveTo>
                      <a:lnTo>
                        <a:pt x="0" y="20574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0" name="Freeform: Shape 11199">
                  <a:extLst>
                    <a:ext uri="{FF2B5EF4-FFF2-40B4-BE49-F238E27FC236}">
                      <a16:creationId xmlns:a16="http://schemas.microsoft.com/office/drawing/2014/main" id="{3C9986FD-B6E1-97D0-7DD3-E1409BE494B5}"/>
                    </a:ext>
                  </a:extLst>
                </p:cNvPr>
                <p:cNvSpPr/>
                <p:nvPr/>
              </p:nvSpPr>
              <p:spPr>
                <a:xfrm>
                  <a:off x="3912869" y="3396932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1" name="Freeform: Shape 11200">
                  <a:extLst>
                    <a:ext uri="{FF2B5EF4-FFF2-40B4-BE49-F238E27FC236}">
                      <a16:creationId xmlns:a16="http://schemas.microsoft.com/office/drawing/2014/main" id="{7EE5BADD-3446-7175-2E8F-B3F0F7A8C3F2}"/>
                    </a:ext>
                  </a:extLst>
                </p:cNvPr>
                <p:cNvSpPr/>
                <p:nvPr/>
              </p:nvSpPr>
              <p:spPr>
                <a:xfrm>
                  <a:off x="2756789" y="2912808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2" name="Freeform: Shape 11201">
                  <a:extLst>
                    <a:ext uri="{FF2B5EF4-FFF2-40B4-BE49-F238E27FC236}">
                      <a16:creationId xmlns:a16="http://schemas.microsoft.com/office/drawing/2014/main" id="{224937DA-80AA-58B1-B5B6-9C9D9E870A78}"/>
                    </a:ext>
                  </a:extLst>
                </p:cNvPr>
                <p:cNvSpPr/>
                <p:nvPr/>
              </p:nvSpPr>
              <p:spPr>
                <a:xfrm>
                  <a:off x="2777743" y="2912808"/>
                  <a:ext cx="12700" cy="169672"/>
                </a:xfrm>
                <a:custGeom>
                  <a:avLst/>
                  <a:gdLst>
                    <a:gd name="csX0" fmla="*/ 0 w 12700"/>
                    <a:gd name="csY0" fmla="*/ 0 h 169672"/>
                    <a:gd name="csX1" fmla="*/ 0 w 12700"/>
                    <a:gd name="csY1" fmla="*/ 169672 h 1696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9672">
                      <a:moveTo>
                        <a:pt x="0" y="0"/>
                      </a:moveTo>
                      <a:lnTo>
                        <a:pt x="0" y="169672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3" name="Freeform: Shape 11202">
                  <a:extLst>
                    <a:ext uri="{FF2B5EF4-FFF2-40B4-BE49-F238E27FC236}">
                      <a16:creationId xmlns:a16="http://schemas.microsoft.com/office/drawing/2014/main" id="{3CFDE17A-FE55-399C-0381-9C69A5C84E45}"/>
                    </a:ext>
                  </a:extLst>
                </p:cNvPr>
                <p:cNvSpPr/>
                <p:nvPr/>
              </p:nvSpPr>
              <p:spPr>
                <a:xfrm>
                  <a:off x="2756789" y="3082481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4" name="Freeform: Shape 11203">
                  <a:extLst>
                    <a:ext uri="{FF2B5EF4-FFF2-40B4-BE49-F238E27FC236}">
                      <a16:creationId xmlns:a16="http://schemas.microsoft.com/office/drawing/2014/main" id="{CA469966-472D-08E8-5C24-FD5F03BF9675}"/>
                    </a:ext>
                  </a:extLst>
                </p:cNvPr>
                <p:cNvSpPr/>
                <p:nvPr/>
              </p:nvSpPr>
              <p:spPr>
                <a:xfrm>
                  <a:off x="3702685" y="3344482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5" name="Freeform: Shape 11204">
                  <a:extLst>
                    <a:ext uri="{FF2B5EF4-FFF2-40B4-BE49-F238E27FC236}">
                      <a16:creationId xmlns:a16="http://schemas.microsoft.com/office/drawing/2014/main" id="{F1BAF410-3924-A34F-8006-32185412A529}"/>
                    </a:ext>
                  </a:extLst>
                </p:cNvPr>
                <p:cNvSpPr/>
                <p:nvPr/>
              </p:nvSpPr>
              <p:spPr>
                <a:xfrm>
                  <a:off x="3723640" y="3344482"/>
                  <a:ext cx="12700" cy="43561"/>
                </a:xfrm>
                <a:custGeom>
                  <a:avLst/>
                  <a:gdLst>
                    <a:gd name="csX0" fmla="*/ 0 w 12700"/>
                    <a:gd name="csY0" fmla="*/ 0 h 43561"/>
                    <a:gd name="csX1" fmla="*/ 0 w 12700"/>
                    <a:gd name="csY1" fmla="*/ 43561 h 435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3561">
                      <a:moveTo>
                        <a:pt x="0" y="0"/>
                      </a:moveTo>
                      <a:lnTo>
                        <a:pt x="0" y="4356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6" name="Freeform: Shape 11205">
                  <a:extLst>
                    <a:ext uri="{FF2B5EF4-FFF2-40B4-BE49-F238E27FC236}">
                      <a16:creationId xmlns:a16="http://schemas.microsoft.com/office/drawing/2014/main" id="{AFB5A97B-5A01-1605-3C6F-1CC4AF74D3EB}"/>
                    </a:ext>
                  </a:extLst>
                </p:cNvPr>
                <p:cNvSpPr/>
                <p:nvPr/>
              </p:nvSpPr>
              <p:spPr>
                <a:xfrm>
                  <a:off x="3702685" y="3388043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7" name="Freeform: Shape 11206">
                  <a:extLst>
                    <a:ext uri="{FF2B5EF4-FFF2-40B4-BE49-F238E27FC236}">
                      <a16:creationId xmlns:a16="http://schemas.microsoft.com/office/drawing/2014/main" id="{E929D80A-9E4E-4730-FA15-9F33AFE168B7}"/>
                    </a:ext>
                  </a:extLst>
                </p:cNvPr>
                <p:cNvSpPr/>
                <p:nvPr/>
              </p:nvSpPr>
              <p:spPr>
                <a:xfrm>
                  <a:off x="3597529" y="3324035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8" name="Freeform: Shape 11207">
                  <a:extLst>
                    <a:ext uri="{FF2B5EF4-FFF2-40B4-BE49-F238E27FC236}">
                      <a16:creationId xmlns:a16="http://schemas.microsoft.com/office/drawing/2014/main" id="{2BE1A53B-275D-A101-AD27-FCF33FA7EF0D}"/>
                    </a:ext>
                  </a:extLst>
                </p:cNvPr>
                <p:cNvSpPr/>
                <p:nvPr/>
              </p:nvSpPr>
              <p:spPr>
                <a:xfrm>
                  <a:off x="3618610" y="3324035"/>
                  <a:ext cx="12700" cy="75183"/>
                </a:xfrm>
                <a:custGeom>
                  <a:avLst/>
                  <a:gdLst>
                    <a:gd name="csX0" fmla="*/ 0 w 12700"/>
                    <a:gd name="csY0" fmla="*/ 0 h 75183"/>
                    <a:gd name="csX1" fmla="*/ 0 w 12700"/>
                    <a:gd name="csY1" fmla="*/ 75184 h 7518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75183">
                      <a:moveTo>
                        <a:pt x="0" y="0"/>
                      </a:moveTo>
                      <a:lnTo>
                        <a:pt x="0" y="75184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09" name="Freeform: Shape 11208">
                  <a:extLst>
                    <a:ext uri="{FF2B5EF4-FFF2-40B4-BE49-F238E27FC236}">
                      <a16:creationId xmlns:a16="http://schemas.microsoft.com/office/drawing/2014/main" id="{8B8C5A20-A82C-B6BE-80D5-BC6B255DF0BD}"/>
                    </a:ext>
                  </a:extLst>
                </p:cNvPr>
                <p:cNvSpPr/>
                <p:nvPr/>
              </p:nvSpPr>
              <p:spPr>
                <a:xfrm>
                  <a:off x="3597529" y="3399218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0" name="Freeform: Shape 11209">
                  <a:extLst>
                    <a:ext uri="{FF2B5EF4-FFF2-40B4-BE49-F238E27FC236}">
                      <a16:creationId xmlns:a16="http://schemas.microsoft.com/office/drawing/2014/main" id="{D97B04BB-F07C-68F2-F822-C2367073BB72}"/>
                    </a:ext>
                  </a:extLst>
                </p:cNvPr>
                <p:cNvSpPr/>
                <p:nvPr/>
              </p:nvSpPr>
              <p:spPr>
                <a:xfrm>
                  <a:off x="2336419" y="2579180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1" name="Freeform: Shape 11210">
                  <a:extLst>
                    <a:ext uri="{FF2B5EF4-FFF2-40B4-BE49-F238E27FC236}">
                      <a16:creationId xmlns:a16="http://schemas.microsoft.com/office/drawing/2014/main" id="{35DF6DCF-DD4C-05F7-AFC9-B77B8C51FA74}"/>
                    </a:ext>
                  </a:extLst>
                </p:cNvPr>
                <p:cNvSpPr/>
                <p:nvPr/>
              </p:nvSpPr>
              <p:spPr>
                <a:xfrm>
                  <a:off x="2357373" y="2579180"/>
                  <a:ext cx="12700" cy="163703"/>
                </a:xfrm>
                <a:custGeom>
                  <a:avLst/>
                  <a:gdLst>
                    <a:gd name="csX0" fmla="*/ 0 w 12700"/>
                    <a:gd name="csY0" fmla="*/ 0 h 163703"/>
                    <a:gd name="csX1" fmla="*/ 0 w 12700"/>
                    <a:gd name="csY1" fmla="*/ 163703 h 1637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3703">
                      <a:moveTo>
                        <a:pt x="0" y="0"/>
                      </a:moveTo>
                      <a:lnTo>
                        <a:pt x="0" y="163703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2" name="Freeform: Shape 11211">
                  <a:extLst>
                    <a:ext uri="{FF2B5EF4-FFF2-40B4-BE49-F238E27FC236}">
                      <a16:creationId xmlns:a16="http://schemas.microsoft.com/office/drawing/2014/main" id="{86D239D4-0F91-A0DE-A448-2A5130DCE8F9}"/>
                    </a:ext>
                  </a:extLst>
                </p:cNvPr>
                <p:cNvSpPr/>
                <p:nvPr/>
              </p:nvSpPr>
              <p:spPr>
                <a:xfrm>
                  <a:off x="2336419" y="2742883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3" name="Freeform: Shape 11212">
                  <a:extLst>
                    <a:ext uri="{FF2B5EF4-FFF2-40B4-BE49-F238E27FC236}">
                      <a16:creationId xmlns:a16="http://schemas.microsoft.com/office/drawing/2014/main" id="{1DFCA81C-BD43-5BD5-F49B-95DB1E4F7FB2}"/>
                    </a:ext>
                  </a:extLst>
                </p:cNvPr>
                <p:cNvSpPr/>
                <p:nvPr/>
              </p:nvSpPr>
              <p:spPr>
                <a:xfrm>
                  <a:off x="3807713" y="3350959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4" name="Freeform: Shape 11213">
                  <a:extLst>
                    <a:ext uri="{FF2B5EF4-FFF2-40B4-BE49-F238E27FC236}">
                      <a16:creationId xmlns:a16="http://schemas.microsoft.com/office/drawing/2014/main" id="{18D7C7F2-0789-9549-FF89-A902DB3271B9}"/>
                    </a:ext>
                  </a:extLst>
                </p:cNvPr>
                <p:cNvSpPr/>
                <p:nvPr/>
              </p:nvSpPr>
              <p:spPr>
                <a:xfrm>
                  <a:off x="3828795" y="3350959"/>
                  <a:ext cx="12700" cy="32384"/>
                </a:xfrm>
                <a:custGeom>
                  <a:avLst/>
                  <a:gdLst>
                    <a:gd name="csX0" fmla="*/ 0 w 12700"/>
                    <a:gd name="csY0" fmla="*/ 0 h 32384"/>
                    <a:gd name="csX1" fmla="*/ 0 w 12700"/>
                    <a:gd name="csY1" fmla="*/ 32385 h 323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2384">
                      <a:moveTo>
                        <a:pt x="0" y="0"/>
                      </a:moveTo>
                      <a:lnTo>
                        <a:pt x="0" y="32385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5" name="Freeform: Shape 11214">
                  <a:extLst>
                    <a:ext uri="{FF2B5EF4-FFF2-40B4-BE49-F238E27FC236}">
                      <a16:creationId xmlns:a16="http://schemas.microsoft.com/office/drawing/2014/main" id="{5EE6D9F3-E9CA-06DF-9843-EBE2750B0FE5}"/>
                    </a:ext>
                  </a:extLst>
                </p:cNvPr>
                <p:cNvSpPr/>
                <p:nvPr/>
              </p:nvSpPr>
              <p:spPr>
                <a:xfrm>
                  <a:off x="3807713" y="3383343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6" name="Freeform: Shape 11215">
                  <a:extLst>
                    <a:ext uri="{FF2B5EF4-FFF2-40B4-BE49-F238E27FC236}">
                      <a16:creationId xmlns:a16="http://schemas.microsoft.com/office/drawing/2014/main" id="{6C1E58A7-2AB4-3A9A-6A6D-BFECD2E5F2EB}"/>
                    </a:ext>
                  </a:extLst>
                </p:cNvPr>
                <p:cNvSpPr/>
                <p:nvPr/>
              </p:nvSpPr>
              <p:spPr>
                <a:xfrm>
                  <a:off x="2966973" y="2988628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7" name="Freeform: Shape 11216">
                  <a:extLst>
                    <a:ext uri="{FF2B5EF4-FFF2-40B4-BE49-F238E27FC236}">
                      <a16:creationId xmlns:a16="http://schemas.microsoft.com/office/drawing/2014/main" id="{B97DF317-691A-18DE-3803-634D58BEEB29}"/>
                    </a:ext>
                  </a:extLst>
                </p:cNvPr>
                <p:cNvSpPr/>
                <p:nvPr/>
              </p:nvSpPr>
              <p:spPr>
                <a:xfrm>
                  <a:off x="2987928" y="2988628"/>
                  <a:ext cx="12700" cy="234950"/>
                </a:xfrm>
                <a:custGeom>
                  <a:avLst/>
                  <a:gdLst>
                    <a:gd name="csX0" fmla="*/ 0 w 12700"/>
                    <a:gd name="csY0" fmla="*/ 0 h 234950"/>
                    <a:gd name="csX1" fmla="*/ 0 w 12700"/>
                    <a:gd name="csY1" fmla="*/ 234950 h 2349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34950">
                      <a:moveTo>
                        <a:pt x="0" y="0"/>
                      </a:moveTo>
                      <a:lnTo>
                        <a:pt x="0" y="23495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8" name="Freeform: Shape 11217">
                  <a:extLst>
                    <a:ext uri="{FF2B5EF4-FFF2-40B4-BE49-F238E27FC236}">
                      <a16:creationId xmlns:a16="http://schemas.microsoft.com/office/drawing/2014/main" id="{B3CAC438-CB2C-3580-7B9F-830E276BDD0A}"/>
                    </a:ext>
                  </a:extLst>
                </p:cNvPr>
                <p:cNvSpPr/>
                <p:nvPr/>
              </p:nvSpPr>
              <p:spPr>
                <a:xfrm>
                  <a:off x="2966973" y="3223578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19" name="Freeform: Shape 11218">
                  <a:extLst>
                    <a:ext uri="{FF2B5EF4-FFF2-40B4-BE49-F238E27FC236}">
                      <a16:creationId xmlns:a16="http://schemas.microsoft.com/office/drawing/2014/main" id="{2C02BD51-99E5-4937-04AB-2B0625F25EAB}"/>
                    </a:ext>
                  </a:extLst>
                </p:cNvPr>
                <p:cNvSpPr/>
                <p:nvPr/>
              </p:nvSpPr>
              <p:spPr>
                <a:xfrm>
                  <a:off x="2441448" y="2736660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0" name="Freeform: Shape 11219">
                  <a:extLst>
                    <a:ext uri="{FF2B5EF4-FFF2-40B4-BE49-F238E27FC236}">
                      <a16:creationId xmlns:a16="http://schemas.microsoft.com/office/drawing/2014/main" id="{385C4F6F-91ED-FEB1-A440-E81585E6911A}"/>
                    </a:ext>
                  </a:extLst>
                </p:cNvPr>
                <p:cNvSpPr/>
                <p:nvPr/>
              </p:nvSpPr>
              <p:spPr>
                <a:xfrm>
                  <a:off x="2462530" y="2736660"/>
                  <a:ext cx="12700" cy="185419"/>
                </a:xfrm>
                <a:custGeom>
                  <a:avLst/>
                  <a:gdLst>
                    <a:gd name="csX0" fmla="*/ 0 w 12700"/>
                    <a:gd name="csY0" fmla="*/ 0 h 185419"/>
                    <a:gd name="csX1" fmla="*/ 0 w 12700"/>
                    <a:gd name="csY1" fmla="*/ 185420 h 1854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85419">
                      <a:moveTo>
                        <a:pt x="0" y="0"/>
                      </a:moveTo>
                      <a:lnTo>
                        <a:pt x="0" y="18542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1" name="Freeform: Shape 11220">
                  <a:extLst>
                    <a:ext uri="{FF2B5EF4-FFF2-40B4-BE49-F238E27FC236}">
                      <a16:creationId xmlns:a16="http://schemas.microsoft.com/office/drawing/2014/main" id="{C3816AA1-59B5-889B-745B-B5FEA914FADC}"/>
                    </a:ext>
                  </a:extLst>
                </p:cNvPr>
                <p:cNvSpPr/>
                <p:nvPr/>
              </p:nvSpPr>
              <p:spPr>
                <a:xfrm>
                  <a:off x="2441448" y="2922079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2" name="Freeform: Shape 11221">
                  <a:extLst>
                    <a:ext uri="{FF2B5EF4-FFF2-40B4-BE49-F238E27FC236}">
                      <a16:creationId xmlns:a16="http://schemas.microsoft.com/office/drawing/2014/main" id="{289EB85C-572D-8F3D-4332-CFEB397C5C8C}"/>
                    </a:ext>
                  </a:extLst>
                </p:cNvPr>
                <p:cNvSpPr/>
                <p:nvPr/>
              </p:nvSpPr>
              <p:spPr>
                <a:xfrm>
                  <a:off x="3072003" y="3052128"/>
                  <a:ext cx="42163" cy="12700"/>
                </a:xfrm>
                <a:custGeom>
                  <a:avLst/>
                  <a:gdLst>
                    <a:gd name="csX0" fmla="*/ 0 w 42163"/>
                    <a:gd name="csY0" fmla="*/ 0 h 12700"/>
                    <a:gd name="csX1" fmla="*/ 42164 w 4216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163" h="12700">
                      <a:moveTo>
                        <a:pt x="0" y="0"/>
                      </a:moveTo>
                      <a:lnTo>
                        <a:pt x="42164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3" name="Freeform: Shape 11222">
                  <a:extLst>
                    <a:ext uri="{FF2B5EF4-FFF2-40B4-BE49-F238E27FC236}">
                      <a16:creationId xmlns:a16="http://schemas.microsoft.com/office/drawing/2014/main" id="{362AECD8-DF69-2084-10AD-0099B18B63E4}"/>
                    </a:ext>
                  </a:extLst>
                </p:cNvPr>
                <p:cNvSpPr/>
                <p:nvPr/>
              </p:nvSpPr>
              <p:spPr>
                <a:xfrm>
                  <a:off x="3093084" y="3052128"/>
                  <a:ext cx="12700" cy="222758"/>
                </a:xfrm>
                <a:custGeom>
                  <a:avLst/>
                  <a:gdLst>
                    <a:gd name="csX0" fmla="*/ 0 w 12700"/>
                    <a:gd name="csY0" fmla="*/ 0 h 222758"/>
                    <a:gd name="csX1" fmla="*/ 0 w 12700"/>
                    <a:gd name="csY1" fmla="*/ 222758 h 2227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22758">
                      <a:moveTo>
                        <a:pt x="0" y="0"/>
                      </a:moveTo>
                      <a:lnTo>
                        <a:pt x="0" y="222758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4" name="Freeform: Shape 11223">
                  <a:extLst>
                    <a:ext uri="{FF2B5EF4-FFF2-40B4-BE49-F238E27FC236}">
                      <a16:creationId xmlns:a16="http://schemas.microsoft.com/office/drawing/2014/main" id="{383DFF8C-4AEB-C8EC-E5A1-33B2F0F26640}"/>
                    </a:ext>
                  </a:extLst>
                </p:cNvPr>
                <p:cNvSpPr/>
                <p:nvPr/>
              </p:nvSpPr>
              <p:spPr>
                <a:xfrm>
                  <a:off x="3072003" y="3274886"/>
                  <a:ext cx="42163" cy="12700"/>
                </a:xfrm>
                <a:custGeom>
                  <a:avLst/>
                  <a:gdLst>
                    <a:gd name="csX0" fmla="*/ 0 w 42163"/>
                    <a:gd name="csY0" fmla="*/ 0 h 12700"/>
                    <a:gd name="csX1" fmla="*/ 42164 w 4216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163" h="12700">
                      <a:moveTo>
                        <a:pt x="0" y="0"/>
                      </a:moveTo>
                      <a:lnTo>
                        <a:pt x="42164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5" name="Freeform: Shape 11224">
                  <a:extLst>
                    <a:ext uri="{FF2B5EF4-FFF2-40B4-BE49-F238E27FC236}">
                      <a16:creationId xmlns:a16="http://schemas.microsoft.com/office/drawing/2014/main" id="{8273EED2-78BF-1C7C-638E-377E476ADC19}"/>
                    </a:ext>
                  </a:extLst>
                </p:cNvPr>
                <p:cNvSpPr/>
                <p:nvPr/>
              </p:nvSpPr>
              <p:spPr>
                <a:xfrm>
                  <a:off x="3492500" y="3161347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6" name="Freeform: Shape 11225">
                  <a:extLst>
                    <a:ext uri="{FF2B5EF4-FFF2-40B4-BE49-F238E27FC236}">
                      <a16:creationId xmlns:a16="http://schemas.microsoft.com/office/drawing/2014/main" id="{FBF53463-C5B1-4B82-BE3D-95B7E343F695}"/>
                    </a:ext>
                  </a:extLst>
                </p:cNvPr>
                <p:cNvSpPr/>
                <p:nvPr/>
              </p:nvSpPr>
              <p:spPr>
                <a:xfrm>
                  <a:off x="3513454" y="3161347"/>
                  <a:ext cx="12700" cy="152654"/>
                </a:xfrm>
                <a:custGeom>
                  <a:avLst/>
                  <a:gdLst>
                    <a:gd name="csX0" fmla="*/ 0 w 12700"/>
                    <a:gd name="csY0" fmla="*/ 0 h 152654"/>
                    <a:gd name="csX1" fmla="*/ 0 w 12700"/>
                    <a:gd name="csY1" fmla="*/ 152654 h 1526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52654">
                      <a:moveTo>
                        <a:pt x="0" y="0"/>
                      </a:moveTo>
                      <a:lnTo>
                        <a:pt x="0" y="152654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7" name="Freeform: Shape 11226">
                  <a:extLst>
                    <a:ext uri="{FF2B5EF4-FFF2-40B4-BE49-F238E27FC236}">
                      <a16:creationId xmlns:a16="http://schemas.microsoft.com/office/drawing/2014/main" id="{89D397F6-6184-8DC2-BCDB-0E7CF6854F50}"/>
                    </a:ext>
                  </a:extLst>
                </p:cNvPr>
                <p:cNvSpPr/>
                <p:nvPr/>
              </p:nvSpPr>
              <p:spPr>
                <a:xfrm>
                  <a:off x="3492500" y="3314001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8" name="Freeform: Shape 11227">
                  <a:extLst>
                    <a:ext uri="{FF2B5EF4-FFF2-40B4-BE49-F238E27FC236}">
                      <a16:creationId xmlns:a16="http://schemas.microsoft.com/office/drawing/2014/main" id="{F336828B-7AB4-B4EB-6460-AA709A267253}"/>
                    </a:ext>
                  </a:extLst>
                </p:cNvPr>
                <p:cNvSpPr/>
                <p:nvPr/>
              </p:nvSpPr>
              <p:spPr>
                <a:xfrm>
                  <a:off x="2546603" y="2814383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29" name="Freeform: Shape 11228">
                  <a:extLst>
                    <a:ext uri="{FF2B5EF4-FFF2-40B4-BE49-F238E27FC236}">
                      <a16:creationId xmlns:a16="http://schemas.microsoft.com/office/drawing/2014/main" id="{37C45DA1-DBDB-2862-CEC7-3FA7E353670F}"/>
                    </a:ext>
                  </a:extLst>
                </p:cNvPr>
                <p:cNvSpPr/>
                <p:nvPr/>
              </p:nvSpPr>
              <p:spPr>
                <a:xfrm>
                  <a:off x="2567559" y="2814383"/>
                  <a:ext cx="12700" cy="188341"/>
                </a:xfrm>
                <a:custGeom>
                  <a:avLst/>
                  <a:gdLst>
                    <a:gd name="csX0" fmla="*/ 0 w 12700"/>
                    <a:gd name="csY0" fmla="*/ 0 h 188341"/>
                    <a:gd name="csX1" fmla="*/ 0 w 12700"/>
                    <a:gd name="csY1" fmla="*/ 188341 h 1883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88341">
                      <a:moveTo>
                        <a:pt x="0" y="0"/>
                      </a:moveTo>
                      <a:lnTo>
                        <a:pt x="0" y="18834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0" name="Freeform: Shape 11229">
                  <a:extLst>
                    <a:ext uri="{FF2B5EF4-FFF2-40B4-BE49-F238E27FC236}">
                      <a16:creationId xmlns:a16="http://schemas.microsoft.com/office/drawing/2014/main" id="{7C86EA47-E2B6-7818-4DAE-6F99AB698927}"/>
                    </a:ext>
                  </a:extLst>
                </p:cNvPr>
                <p:cNvSpPr/>
                <p:nvPr/>
              </p:nvSpPr>
              <p:spPr>
                <a:xfrm>
                  <a:off x="2546603" y="3002725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1" name="Freeform: Shape 11230">
                  <a:extLst>
                    <a:ext uri="{FF2B5EF4-FFF2-40B4-BE49-F238E27FC236}">
                      <a16:creationId xmlns:a16="http://schemas.microsoft.com/office/drawing/2014/main" id="{FF1820EC-CDC5-2DF4-C575-79775069AC9C}"/>
                    </a:ext>
                  </a:extLst>
                </p:cNvPr>
                <p:cNvSpPr/>
                <p:nvPr/>
              </p:nvSpPr>
              <p:spPr>
                <a:xfrm>
                  <a:off x="3177159" y="3108643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2" name="Freeform: Shape 11231">
                  <a:extLst>
                    <a:ext uri="{FF2B5EF4-FFF2-40B4-BE49-F238E27FC236}">
                      <a16:creationId xmlns:a16="http://schemas.microsoft.com/office/drawing/2014/main" id="{F3EF454D-CEDF-3391-0538-CFBFD911BD36}"/>
                    </a:ext>
                  </a:extLst>
                </p:cNvPr>
                <p:cNvSpPr/>
                <p:nvPr/>
              </p:nvSpPr>
              <p:spPr>
                <a:xfrm>
                  <a:off x="3198240" y="3108643"/>
                  <a:ext cx="12700" cy="151511"/>
                </a:xfrm>
                <a:custGeom>
                  <a:avLst/>
                  <a:gdLst>
                    <a:gd name="csX0" fmla="*/ 0 w 12700"/>
                    <a:gd name="csY0" fmla="*/ 0 h 151511"/>
                    <a:gd name="csX1" fmla="*/ 0 w 12700"/>
                    <a:gd name="csY1" fmla="*/ 151511 h 15151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51511">
                      <a:moveTo>
                        <a:pt x="0" y="0"/>
                      </a:moveTo>
                      <a:lnTo>
                        <a:pt x="0" y="15151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3" name="Freeform: Shape 11232">
                  <a:extLst>
                    <a:ext uri="{FF2B5EF4-FFF2-40B4-BE49-F238E27FC236}">
                      <a16:creationId xmlns:a16="http://schemas.microsoft.com/office/drawing/2014/main" id="{33EFA237-6D85-F6FF-C324-3EC8E82A37DD}"/>
                    </a:ext>
                  </a:extLst>
                </p:cNvPr>
                <p:cNvSpPr/>
                <p:nvPr/>
              </p:nvSpPr>
              <p:spPr>
                <a:xfrm>
                  <a:off x="3177159" y="3260154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4" name="Freeform: Shape 11233">
                  <a:extLst>
                    <a:ext uri="{FF2B5EF4-FFF2-40B4-BE49-F238E27FC236}">
                      <a16:creationId xmlns:a16="http://schemas.microsoft.com/office/drawing/2014/main" id="{03AF2978-9BD4-1BFB-3AA1-E4EB29B19929}"/>
                    </a:ext>
                  </a:extLst>
                </p:cNvPr>
                <p:cNvSpPr/>
                <p:nvPr/>
              </p:nvSpPr>
              <p:spPr>
                <a:xfrm>
                  <a:off x="3387343" y="3118675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5" name="Freeform: Shape 11234">
                  <a:extLst>
                    <a:ext uri="{FF2B5EF4-FFF2-40B4-BE49-F238E27FC236}">
                      <a16:creationId xmlns:a16="http://schemas.microsoft.com/office/drawing/2014/main" id="{52B29315-6CA4-404C-C4E9-5C9B071F6B54}"/>
                    </a:ext>
                  </a:extLst>
                </p:cNvPr>
                <p:cNvSpPr/>
                <p:nvPr/>
              </p:nvSpPr>
              <p:spPr>
                <a:xfrm>
                  <a:off x="3408425" y="3118675"/>
                  <a:ext cx="12700" cy="221615"/>
                </a:xfrm>
                <a:custGeom>
                  <a:avLst/>
                  <a:gdLst>
                    <a:gd name="csX0" fmla="*/ 0 w 12700"/>
                    <a:gd name="csY0" fmla="*/ 0 h 221615"/>
                    <a:gd name="csX1" fmla="*/ 0 w 12700"/>
                    <a:gd name="csY1" fmla="*/ 221615 h 2216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21615">
                      <a:moveTo>
                        <a:pt x="0" y="0"/>
                      </a:moveTo>
                      <a:lnTo>
                        <a:pt x="0" y="221615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6" name="Freeform: Shape 11235">
                  <a:extLst>
                    <a:ext uri="{FF2B5EF4-FFF2-40B4-BE49-F238E27FC236}">
                      <a16:creationId xmlns:a16="http://schemas.microsoft.com/office/drawing/2014/main" id="{91567979-8090-5E77-7257-291873F3C629}"/>
                    </a:ext>
                  </a:extLst>
                </p:cNvPr>
                <p:cNvSpPr/>
                <p:nvPr/>
              </p:nvSpPr>
              <p:spPr>
                <a:xfrm>
                  <a:off x="3387343" y="3340290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7" name="Freeform: Shape 11236">
                  <a:extLst>
                    <a:ext uri="{FF2B5EF4-FFF2-40B4-BE49-F238E27FC236}">
                      <a16:creationId xmlns:a16="http://schemas.microsoft.com/office/drawing/2014/main" id="{92787B45-63F8-84D1-7382-AD72A010F135}"/>
                    </a:ext>
                  </a:extLst>
                </p:cNvPr>
                <p:cNvSpPr/>
                <p:nvPr/>
              </p:nvSpPr>
              <p:spPr>
                <a:xfrm>
                  <a:off x="2861817" y="2967546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8" name="Freeform: Shape 11237">
                  <a:extLst>
                    <a:ext uri="{FF2B5EF4-FFF2-40B4-BE49-F238E27FC236}">
                      <a16:creationId xmlns:a16="http://schemas.microsoft.com/office/drawing/2014/main" id="{A38C07A4-A496-993B-EDC5-7B9D6AAB7EF9}"/>
                    </a:ext>
                  </a:extLst>
                </p:cNvPr>
                <p:cNvSpPr/>
                <p:nvPr/>
              </p:nvSpPr>
              <p:spPr>
                <a:xfrm>
                  <a:off x="2882900" y="2967546"/>
                  <a:ext cx="12700" cy="234822"/>
                </a:xfrm>
                <a:custGeom>
                  <a:avLst/>
                  <a:gdLst>
                    <a:gd name="csX0" fmla="*/ 0 w 12700"/>
                    <a:gd name="csY0" fmla="*/ 0 h 234822"/>
                    <a:gd name="csX1" fmla="*/ 0 w 12700"/>
                    <a:gd name="csY1" fmla="*/ 234823 h 2348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34822">
                      <a:moveTo>
                        <a:pt x="0" y="0"/>
                      </a:moveTo>
                      <a:lnTo>
                        <a:pt x="0" y="234823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39" name="Freeform: Shape 11238">
                  <a:extLst>
                    <a:ext uri="{FF2B5EF4-FFF2-40B4-BE49-F238E27FC236}">
                      <a16:creationId xmlns:a16="http://schemas.microsoft.com/office/drawing/2014/main" id="{D20B41C6-A3C8-9079-4AF0-D6FDAD44A420}"/>
                    </a:ext>
                  </a:extLst>
                </p:cNvPr>
                <p:cNvSpPr/>
                <p:nvPr/>
              </p:nvSpPr>
              <p:spPr>
                <a:xfrm>
                  <a:off x="2861817" y="3202368"/>
                  <a:ext cx="42036" cy="12700"/>
                </a:xfrm>
                <a:custGeom>
                  <a:avLst/>
                  <a:gdLst>
                    <a:gd name="csX0" fmla="*/ 0 w 42036"/>
                    <a:gd name="csY0" fmla="*/ 0 h 12700"/>
                    <a:gd name="csX1" fmla="*/ 42037 w 4203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6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0" name="Freeform: Shape 11239">
                  <a:extLst>
                    <a:ext uri="{FF2B5EF4-FFF2-40B4-BE49-F238E27FC236}">
                      <a16:creationId xmlns:a16="http://schemas.microsoft.com/office/drawing/2014/main" id="{3C2D3A8C-6374-FBE8-7622-FCB34412AF43}"/>
                    </a:ext>
                  </a:extLst>
                </p:cNvPr>
                <p:cNvSpPr/>
                <p:nvPr/>
              </p:nvSpPr>
              <p:spPr>
                <a:xfrm>
                  <a:off x="2651632" y="2845753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1" name="Freeform: Shape 11240">
                  <a:extLst>
                    <a:ext uri="{FF2B5EF4-FFF2-40B4-BE49-F238E27FC236}">
                      <a16:creationId xmlns:a16="http://schemas.microsoft.com/office/drawing/2014/main" id="{4512D612-8CB3-872D-A8EC-A460B20D0D5C}"/>
                    </a:ext>
                  </a:extLst>
                </p:cNvPr>
                <p:cNvSpPr/>
                <p:nvPr/>
              </p:nvSpPr>
              <p:spPr>
                <a:xfrm>
                  <a:off x="2672715" y="2845753"/>
                  <a:ext cx="12700" cy="218820"/>
                </a:xfrm>
                <a:custGeom>
                  <a:avLst/>
                  <a:gdLst>
                    <a:gd name="csX0" fmla="*/ 0 w 12700"/>
                    <a:gd name="csY0" fmla="*/ 0 h 218820"/>
                    <a:gd name="csX1" fmla="*/ 0 w 12700"/>
                    <a:gd name="csY1" fmla="*/ 218821 h 2188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18820">
                      <a:moveTo>
                        <a:pt x="0" y="0"/>
                      </a:moveTo>
                      <a:lnTo>
                        <a:pt x="0" y="21882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2" name="Freeform: Shape 11241">
                  <a:extLst>
                    <a:ext uri="{FF2B5EF4-FFF2-40B4-BE49-F238E27FC236}">
                      <a16:creationId xmlns:a16="http://schemas.microsoft.com/office/drawing/2014/main" id="{134855C8-1CFE-11C2-423E-DAB4EA2A54D1}"/>
                    </a:ext>
                  </a:extLst>
                </p:cNvPr>
                <p:cNvSpPr/>
                <p:nvPr/>
              </p:nvSpPr>
              <p:spPr>
                <a:xfrm>
                  <a:off x="2651632" y="3064574"/>
                  <a:ext cx="42037" cy="12700"/>
                </a:xfrm>
                <a:custGeom>
                  <a:avLst/>
                  <a:gdLst>
                    <a:gd name="csX0" fmla="*/ 0 w 42037"/>
                    <a:gd name="csY0" fmla="*/ 0 h 12700"/>
                    <a:gd name="csX1" fmla="*/ 42037 w 420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2037" h="12700">
                      <a:moveTo>
                        <a:pt x="0" y="0"/>
                      </a:moveTo>
                      <a:lnTo>
                        <a:pt x="4203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3" name="Freeform: Shape 11242">
                  <a:extLst>
                    <a:ext uri="{FF2B5EF4-FFF2-40B4-BE49-F238E27FC236}">
                      <a16:creationId xmlns:a16="http://schemas.microsoft.com/office/drawing/2014/main" id="{A503DD27-C140-0EB8-0FB7-512B69419E9F}"/>
                    </a:ext>
                  </a:extLst>
                </p:cNvPr>
                <p:cNvSpPr/>
                <p:nvPr/>
              </p:nvSpPr>
              <p:spPr>
                <a:xfrm>
                  <a:off x="3271647" y="3187890"/>
                  <a:ext cx="63245" cy="63119"/>
                </a:xfrm>
                <a:custGeom>
                  <a:avLst/>
                  <a:gdLst>
                    <a:gd name="csX0" fmla="*/ 0 w 63245"/>
                    <a:gd name="csY0" fmla="*/ 31623 h 63119"/>
                    <a:gd name="csX1" fmla="*/ 31623 w 63245"/>
                    <a:gd name="csY1" fmla="*/ 0 h 63119"/>
                    <a:gd name="csX2" fmla="*/ 63246 w 63245"/>
                    <a:gd name="csY2" fmla="*/ 31623 h 63119"/>
                    <a:gd name="csX3" fmla="*/ 31623 w 63245"/>
                    <a:gd name="csY3" fmla="*/ 63119 h 631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63245" h="63119">
                      <a:moveTo>
                        <a:pt x="0" y="31623"/>
                      </a:moveTo>
                      <a:lnTo>
                        <a:pt x="31623" y="0"/>
                      </a:lnTo>
                      <a:lnTo>
                        <a:pt x="63246" y="31623"/>
                      </a:lnTo>
                      <a:lnTo>
                        <a:pt x="31623" y="63119"/>
                      </a:lnTo>
                      <a:close/>
                    </a:path>
                  </a:pathLst>
                </a:custGeom>
                <a:solidFill>
                  <a:srgbClr val="B0306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4" name="Oval 11243">
                  <a:extLst>
                    <a:ext uri="{FF2B5EF4-FFF2-40B4-BE49-F238E27FC236}">
                      <a16:creationId xmlns:a16="http://schemas.microsoft.com/office/drawing/2014/main" id="{C149DC60-3DB1-D37A-2C52-97C83B9D93E1}"/>
                    </a:ext>
                  </a:extLst>
                </p:cNvPr>
                <p:cNvSpPr/>
                <p:nvPr/>
              </p:nvSpPr>
              <p:spPr>
                <a:xfrm>
                  <a:off x="3909483" y="3355023"/>
                  <a:ext cx="63246" cy="63245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5" name="Oval 11244">
                  <a:extLst>
                    <a:ext uri="{FF2B5EF4-FFF2-40B4-BE49-F238E27FC236}">
                      <a16:creationId xmlns:a16="http://schemas.microsoft.com/office/drawing/2014/main" id="{4271F711-E7FC-7006-C692-B1BF3976DED4}"/>
                    </a:ext>
                  </a:extLst>
                </p:cNvPr>
                <p:cNvSpPr/>
                <p:nvPr/>
              </p:nvSpPr>
              <p:spPr>
                <a:xfrm>
                  <a:off x="2746121" y="2966022"/>
                  <a:ext cx="63245" cy="63246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6" name="Freeform: Shape 11245">
                  <a:extLst>
                    <a:ext uri="{FF2B5EF4-FFF2-40B4-BE49-F238E27FC236}">
                      <a16:creationId xmlns:a16="http://schemas.microsoft.com/office/drawing/2014/main" id="{87E69A1C-1E8B-0BC4-6BB1-3F5D08BD663E}"/>
                    </a:ext>
                  </a:extLst>
                </p:cNvPr>
                <p:cNvSpPr/>
                <p:nvPr/>
              </p:nvSpPr>
              <p:spPr>
                <a:xfrm>
                  <a:off x="3692144" y="3334702"/>
                  <a:ext cx="63119" cy="63119"/>
                </a:xfrm>
                <a:custGeom>
                  <a:avLst/>
                  <a:gdLst>
                    <a:gd name="csX0" fmla="*/ 0 w 63119"/>
                    <a:gd name="csY0" fmla="*/ 63119 h 63119"/>
                    <a:gd name="csX1" fmla="*/ 63119 w 63119"/>
                    <a:gd name="csY1" fmla="*/ 63119 h 63119"/>
                    <a:gd name="csX2" fmla="*/ 63119 w 63119"/>
                    <a:gd name="csY2" fmla="*/ 0 h 63119"/>
                    <a:gd name="csX3" fmla="*/ 0 w 63119"/>
                    <a:gd name="csY3" fmla="*/ 0 h 631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63119" h="63119">
                      <a:moveTo>
                        <a:pt x="0" y="63119"/>
                      </a:moveTo>
                      <a:lnTo>
                        <a:pt x="63119" y="63119"/>
                      </a:lnTo>
                      <a:lnTo>
                        <a:pt x="6311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A020F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7" name="Freeform: Shape 11246">
                  <a:extLst>
                    <a:ext uri="{FF2B5EF4-FFF2-40B4-BE49-F238E27FC236}">
                      <a16:creationId xmlns:a16="http://schemas.microsoft.com/office/drawing/2014/main" id="{D207EB2D-B9A2-729F-3B6C-7BEB80CD51EB}"/>
                    </a:ext>
                  </a:extLst>
                </p:cNvPr>
                <p:cNvSpPr/>
                <p:nvPr/>
              </p:nvSpPr>
              <p:spPr>
                <a:xfrm>
                  <a:off x="3576066" y="3312477"/>
                  <a:ext cx="85089" cy="73660"/>
                </a:xfrm>
                <a:custGeom>
                  <a:avLst/>
                  <a:gdLst>
                    <a:gd name="csX0" fmla="*/ 42545 w 85089"/>
                    <a:gd name="csY0" fmla="*/ 0 h 73660"/>
                    <a:gd name="csX1" fmla="*/ 85090 w 85089"/>
                    <a:gd name="csY1" fmla="*/ 73660 h 73660"/>
                    <a:gd name="csX2" fmla="*/ 0 w 85089"/>
                    <a:gd name="csY2" fmla="*/ 73660 h 736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60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8" name="Freeform: Shape 11247">
                  <a:extLst>
                    <a:ext uri="{FF2B5EF4-FFF2-40B4-BE49-F238E27FC236}">
                      <a16:creationId xmlns:a16="http://schemas.microsoft.com/office/drawing/2014/main" id="{FE754CA9-E733-45AE-F908-DBF96CD61657}"/>
                    </a:ext>
                  </a:extLst>
                </p:cNvPr>
                <p:cNvSpPr/>
                <p:nvPr/>
              </p:nvSpPr>
              <p:spPr>
                <a:xfrm>
                  <a:off x="2314828" y="2611945"/>
                  <a:ext cx="85090" cy="73660"/>
                </a:xfrm>
                <a:custGeom>
                  <a:avLst/>
                  <a:gdLst>
                    <a:gd name="csX0" fmla="*/ 42545 w 85090"/>
                    <a:gd name="csY0" fmla="*/ 0 h 73660"/>
                    <a:gd name="csX1" fmla="*/ 85090 w 85090"/>
                    <a:gd name="csY1" fmla="*/ 73660 h 73660"/>
                    <a:gd name="csX2" fmla="*/ 0 w 85090"/>
                    <a:gd name="csY2" fmla="*/ 73660 h 736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60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49" name="Freeform: Shape 11248">
                  <a:extLst>
                    <a:ext uri="{FF2B5EF4-FFF2-40B4-BE49-F238E27FC236}">
                      <a16:creationId xmlns:a16="http://schemas.microsoft.com/office/drawing/2014/main" id="{39AA4D0D-547E-F497-9063-19081939A0CE}"/>
                    </a:ext>
                  </a:extLst>
                </p:cNvPr>
                <p:cNvSpPr/>
                <p:nvPr/>
              </p:nvSpPr>
              <p:spPr>
                <a:xfrm>
                  <a:off x="3797172" y="3335591"/>
                  <a:ext cx="63246" cy="63119"/>
                </a:xfrm>
                <a:custGeom>
                  <a:avLst/>
                  <a:gdLst>
                    <a:gd name="csX0" fmla="*/ 0 w 63246"/>
                    <a:gd name="csY0" fmla="*/ 31496 h 63119"/>
                    <a:gd name="csX1" fmla="*/ 31623 w 63246"/>
                    <a:gd name="csY1" fmla="*/ 0 h 63119"/>
                    <a:gd name="csX2" fmla="*/ 63246 w 63246"/>
                    <a:gd name="csY2" fmla="*/ 31496 h 63119"/>
                    <a:gd name="csX3" fmla="*/ 31623 w 63246"/>
                    <a:gd name="csY3" fmla="*/ 63119 h 631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63246" h="63119">
                      <a:moveTo>
                        <a:pt x="0" y="31496"/>
                      </a:moveTo>
                      <a:lnTo>
                        <a:pt x="31623" y="0"/>
                      </a:lnTo>
                      <a:lnTo>
                        <a:pt x="63246" y="31496"/>
                      </a:lnTo>
                      <a:lnTo>
                        <a:pt x="31623" y="63119"/>
                      </a:lnTo>
                      <a:close/>
                    </a:path>
                  </a:pathLst>
                </a:custGeom>
                <a:solidFill>
                  <a:srgbClr val="B0306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 dirty="0"/>
                </a:p>
              </p:txBody>
            </p:sp>
            <p:sp>
              <p:nvSpPr>
                <p:cNvPr id="11250" name="Freeform: Shape 11249">
                  <a:extLst>
                    <a:ext uri="{FF2B5EF4-FFF2-40B4-BE49-F238E27FC236}">
                      <a16:creationId xmlns:a16="http://schemas.microsoft.com/office/drawing/2014/main" id="{D3AB2DA7-730D-7274-C4A8-1D360682DF0A}"/>
                    </a:ext>
                  </a:extLst>
                </p:cNvPr>
                <p:cNvSpPr/>
                <p:nvPr/>
              </p:nvSpPr>
              <p:spPr>
                <a:xfrm>
                  <a:off x="2945384" y="3056954"/>
                  <a:ext cx="85216" cy="73786"/>
                </a:xfrm>
                <a:custGeom>
                  <a:avLst/>
                  <a:gdLst>
                    <a:gd name="csX0" fmla="*/ 42545 w 85216"/>
                    <a:gd name="csY0" fmla="*/ 0 h 73786"/>
                    <a:gd name="csX1" fmla="*/ 85217 w 85216"/>
                    <a:gd name="csY1" fmla="*/ 73787 h 73786"/>
                    <a:gd name="csX2" fmla="*/ 0 w 85216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216" h="73786">
                      <a:moveTo>
                        <a:pt x="42545" y="0"/>
                      </a:moveTo>
                      <a:lnTo>
                        <a:pt x="85217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1" name="Freeform: Shape 11250">
                  <a:extLst>
                    <a:ext uri="{FF2B5EF4-FFF2-40B4-BE49-F238E27FC236}">
                      <a16:creationId xmlns:a16="http://schemas.microsoft.com/office/drawing/2014/main" id="{6573BFEF-BD6D-ED12-6970-916EA72C752C}"/>
                    </a:ext>
                  </a:extLst>
                </p:cNvPr>
                <p:cNvSpPr/>
                <p:nvPr/>
              </p:nvSpPr>
              <p:spPr>
                <a:xfrm>
                  <a:off x="2419984" y="2780221"/>
                  <a:ext cx="85090" cy="73786"/>
                </a:xfrm>
                <a:custGeom>
                  <a:avLst/>
                  <a:gdLst>
                    <a:gd name="csX0" fmla="*/ 42545 w 85090"/>
                    <a:gd name="csY0" fmla="*/ 0 h 73786"/>
                    <a:gd name="csX1" fmla="*/ 85090 w 85090"/>
                    <a:gd name="csY1" fmla="*/ 73787 h 73786"/>
                    <a:gd name="csX2" fmla="*/ 0 w 85090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2" name="Oval 11251">
                  <a:extLst>
                    <a:ext uri="{FF2B5EF4-FFF2-40B4-BE49-F238E27FC236}">
                      <a16:creationId xmlns:a16="http://schemas.microsoft.com/office/drawing/2014/main" id="{18E06259-DE42-5317-5ABE-E0FEB12D6BBC}"/>
                    </a:ext>
                  </a:extLst>
                </p:cNvPr>
                <p:cNvSpPr/>
                <p:nvPr/>
              </p:nvSpPr>
              <p:spPr>
                <a:xfrm>
                  <a:off x="3061462" y="3131884"/>
                  <a:ext cx="63245" cy="63246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3" name="Freeform: Shape 11252">
                  <a:extLst>
                    <a:ext uri="{FF2B5EF4-FFF2-40B4-BE49-F238E27FC236}">
                      <a16:creationId xmlns:a16="http://schemas.microsoft.com/office/drawing/2014/main" id="{A4BD9BDB-AA9F-44E7-696C-68F1B859588A}"/>
                    </a:ext>
                  </a:extLst>
                </p:cNvPr>
                <p:cNvSpPr/>
                <p:nvPr/>
              </p:nvSpPr>
              <p:spPr>
                <a:xfrm>
                  <a:off x="3470910" y="3188525"/>
                  <a:ext cx="85089" cy="73787"/>
                </a:xfrm>
                <a:custGeom>
                  <a:avLst/>
                  <a:gdLst>
                    <a:gd name="csX0" fmla="*/ 42545 w 85089"/>
                    <a:gd name="csY0" fmla="*/ 0 h 73787"/>
                    <a:gd name="csX1" fmla="*/ 85090 w 85089"/>
                    <a:gd name="csY1" fmla="*/ 73787 h 73787"/>
                    <a:gd name="csX2" fmla="*/ 0 w 85089"/>
                    <a:gd name="csY2" fmla="*/ 73787 h 737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787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4" name="Freeform: Shape 11253">
                  <a:extLst>
                    <a:ext uri="{FF2B5EF4-FFF2-40B4-BE49-F238E27FC236}">
                      <a16:creationId xmlns:a16="http://schemas.microsoft.com/office/drawing/2014/main" id="{07149EC2-C179-C31E-121E-626157308A64}"/>
                    </a:ext>
                  </a:extLst>
                </p:cNvPr>
                <p:cNvSpPr/>
                <p:nvPr/>
              </p:nvSpPr>
              <p:spPr>
                <a:xfrm>
                  <a:off x="2525013" y="2859469"/>
                  <a:ext cx="85090" cy="73660"/>
                </a:xfrm>
                <a:custGeom>
                  <a:avLst/>
                  <a:gdLst>
                    <a:gd name="csX0" fmla="*/ 42545 w 85090"/>
                    <a:gd name="csY0" fmla="*/ 0 h 73660"/>
                    <a:gd name="csX1" fmla="*/ 85090 w 85090"/>
                    <a:gd name="csY1" fmla="*/ 73660 h 73660"/>
                    <a:gd name="csX2" fmla="*/ 0 w 85090"/>
                    <a:gd name="csY2" fmla="*/ 73660 h 736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60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5" name="Freeform: Shape 11254">
                  <a:extLst>
                    <a:ext uri="{FF2B5EF4-FFF2-40B4-BE49-F238E27FC236}">
                      <a16:creationId xmlns:a16="http://schemas.microsoft.com/office/drawing/2014/main" id="{076D8A2A-87F8-1CE8-C1B4-1F840C89114F}"/>
                    </a:ext>
                  </a:extLst>
                </p:cNvPr>
                <p:cNvSpPr/>
                <p:nvPr/>
              </p:nvSpPr>
              <p:spPr>
                <a:xfrm>
                  <a:off x="3155568" y="3135186"/>
                  <a:ext cx="85217" cy="73786"/>
                </a:xfrm>
                <a:custGeom>
                  <a:avLst/>
                  <a:gdLst>
                    <a:gd name="csX0" fmla="*/ 42672 w 85217"/>
                    <a:gd name="csY0" fmla="*/ 0 h 73786"/>
                    <a:gd name="csX1" fmla="*/ 85217 w 85217"/>
                    <a:gd name="csY1" fmla="*/ 73787 h 73786"/>
                    <a:gd name="csX2" fmla="*/ 0 w 85217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217" h="73786">
                      <a:moveTo>
                        <a:pt x="42672" y="0"/>
                      </a:moveTo>
                      <a:lnTo>
                        <a:pt x="85217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6" name="Freeform: Shape 11255">
                  <a:extLst>
                    <a:ext uri="{FF2B5EF4-FFF2-40B4-BE49-F238E27FC236}">
                      <a16:creationId xmlns:a16="http://schemas.microsoft.com/office/drawing/2014/main" id="{90ED26D0-451C-B195-FFCA-D21F61143B6B}"/>
                    </a:ext>
                  </a:extLst>
                </p:cNvPr>
                <p:cNvSpPr/>
                <p:nvPr/>
              </p:nvSpPr>
              <p:spPr>
                <a:xfrm>
                  <a:off x="3365881" y="3180271"/>
                  <a:ext cx="85089" cy="73786"/>
                </a:xfrm>
                <a:custGeom>
                  <a:avLst/>
                  <a:gdLst>
                    <a:gd name="csX0" fmla="*/ 42545 w 85089"/>
                    <a:gd name="csY0" fmla="*/ 0 h 73786"/>
                    <a:gd name="csX1" fmla="*/ 85090 w 85089"/>
                    <a:gd name="csY1" fmla="*/ 73787 h 73786"/>
                    <a:gd name="csX2" fmla="*/ 0 w 85089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  <p:sp>
              <p:nvSpPr>
                <p:cNvPr id="11257" name="Freeform: Shape 11256">
                  <a:extLst>
                    <a:ext uri="{FF2B5EF4-FFF2-40B4-BE49-F238E27FC236}">
                      <a16:creationId xmlns:a16="http://schemas.microsoft.com/office/drawing/2014/main" id="{ED116D87-93E3-8FE3-783E-B0B690F8419E}"/>
                    </a:ext>
                  </a:extLst>
                </p:cNvPr>
                <p:cNvSpPr/>
                <p:nvPr/>
              </p:nvSpPr>
              <p:spPr>
                <a:xfrm>
                  <a:off x="2851276" y="3053397"/>
                  <a:ext cx="63246" cy="63119"/>
                </a:xfrm>
                <a:custGeom>
                  <a:avLst/>
                  <a:gdLst>
                    <a:gd name="csX0" fmla="*/ 0 w 63246"/>
                    <a:gd name="csY0" fmla="*/ 63119 h 63119"/>
                    <a:gd name="csX1" fmla="*/ 63246 w 63246"/>
                    <a:gd name="csY1" fmla="*/ 63119 h 63119"/>
                    <a:gd name="csX2" fmla="*/ 63246 w 63246"/>
                    <a:gd name="csY2" fmla="*/ 0 h 63119"/>
                    <a:gd name="csX3" fmla="*/ 0 w 63246"/>
                    <a:gd name="csY3" fmla="*/ 0 h 631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63246" h="63119">
                      <a:moveTo>
                        <a:pt x="0" y="63119"/>
                      </a:moveTo>
                      <a:lnTo>
                        <a:pt x="63246" y="63119"/>
                      </a:lnTo>
                      <a:lnTo>
                        <a:pt x="6324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A020F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1701"/>
                </a:p>
              </p:txBody>
            </p:sp>
          </p:grpSp>
          <p:grpSp>
            <p:nvGrpSpPr>
              <p:cNvPr id="11132" name="Group 11131">
                <a:extLst>
                  <a:ext uri="{FF2B5EF4-FFF2-40B4-BE49-F238E27FC236}">
                    <a16:creationId xmlns:a16="http://schemas.microsoft.com/office/drawing/2014/main" id="{66D54104-4604-252E-1104-38B6E3D110D4}"/>
                  </a:ext>
                </a:extLst>
              </p:cNvPr>
              <p:cNvGrpSpPr/>
              <p:nvPr/>
            </p:nvGrpSpPr>
            <p:grpSpPr>
              <a:xfrm>
                <a:off x="2084764" y="4217735"/>
                <a:ext cx="892888" cy="634371"/>
                <a:chOff x="5826118" y="272082"/>
                <a:chExt cx="892888" cy="634371"/>
              </a:xfrm>
            </p:grpSpPr>
            <p:sp>
              <p:nvSpPr>
                <p:cNvPr id="11162" name="TextBox 11161">
                  <a:extLst>
                    <a:ext uri="{FF2B5EF4-FFF2-40B4-BE49-F238E27FC236}">
                      <a16:creationId xmlns:a16="http://schemas.microsoft.com/office/drawing/2014/main" id="{52A3F865-D0A5-9623-A04A-6533014A0D4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4005" y="272082"/>
                  <a:ext cx="835001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Glutamatergic</a:t>
                  </a:r>
                </a:p>
              </p:txBody>
            </p:sp>
            <p:sp>
              <p:nvSpPr>
                <p:cNvPr id="11163" name="TextBox 11162">
                  <a:extLst>
                    <a:ext uri="{FF2B5EF4-FFF2-40B4-BE49-F238E27FC236}">
                      <a16:creationId xmlns:a16="http://schemas.microsoft.com/office/drawing/2014/main" id="{68DFD1FF-39B7-380E-89E8-F2794BB5440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4005" y="398759"/>
                  <a:ext cx="700979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GABAergic</a:t>
                  </a:r>
                </a:p>
              </p:txBody>
            </p:sp>
            <p:sp>
              <p:nvSpPr>
                <p:cNvPr id="11164" name="TextBox 11163">
                  <a:extLst>
                    <a:ext uri="{FF2B5EF4-FFF2-40B4-BE49-F238E27FC236}">
                      <a16:creationId xmlns:a16="http://schemas.microsoft.com/office/drawing/2014/main" id="{4ED2A919-2CB2-ADE6-5B6A-FFF2CE2556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4005" y="551353"/>
                  <a:ext cx="468564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Mixed</a:t>
                  </a:r>
                </a:p>
              </p:txBody>
            </p:sp>
            <p:sp>
              <p:nvSpPr>
                <p:cNvPr id="11165" name="TextBox 11164">
                  <a:extLst>
                    <a:ext uri="{FF2B5EF4-FFF2-40B4-BE49-F238E27FC236}">
                      <a16:creationId xmlns:a16="http://schemas.microsoft.com/office/drawing/2014/main" id="{893DFE24-C73A-140B-40EB-91F6895C1FB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4005" y="685641"/>
                  <a:ext cx="399008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Glial</a:t>
                  </a:r>
                </a:p>
              </p:txBody>
            </p:sp>
            <p:sp>
              <p:nvSpPr>
                <p:cNvPr id="11166" name="Rectangle 11165">
                  <a:extLst>
                    <a:ext uri="{FF2B5EF4-FFF2-40B4-BE49-F238E27FC236}">
                      <a16:creationId xmlns:a16="http://schemas.microsoft.com/office/drawing/2014/main" id="{519D3C93-3692-5390-76BD-24A119CB821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829090" y="448133"/>
                  <a:ext cx="119876" cy="121687"/>
                </a:xfrm>
                <a:prstGeom prst="rect">
                  <a:avLst/>
                </a:prstGeom>
                <a:solidFill>
                  <a:srgbClr val="911DD9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1167" name="Freeform 308">
                  <a:extLst>
                    <a:ext uri="{FF2B5EF4-FFF2-40B4-BE49-F238E27FC236}">
                      <a16:creationId xmlns:a16="http://schemas.microsoft.com/office/drawing/2014/main" id="{86975985-2C95-1911-491B-EE6DC64F55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826118" y="319672"/>
                  <a:ext cx="126345" cy="109519"/>
                </a:xfrm>
                <a:custGeom>
                  <a:avLst/>
                  <a:gdLst>
                    <a:gd name="csX0" fmla="*/ 24384 w 48641"/>
                    <a:gd name="csY0" fmla="*/ 0 h 42163"/>
                    <a:gd name="csX1" fmla="*/ 48641 w 48641"/>
                    <a:gd name="csY1" fmla="*/ 42164 h 42163"/>
                    <a:gd name="csX2" fmla="*/ 0 w 48641"/>
                    <a:gd name="csY2" fmla="*/ 42164 h 421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48641" h="42163">
                      <a:moveTo>
                        <a:pt x="24384" y="0"/>
                      </a:moveTo>
                      <a:lnTo>
                        <a:pt x="48641" y="42164"/>
                      </a:lnTo>
                      <a:lnTo>
                        <a:pt x="0" y="42164"/>
                      </a:lnTo>
                      <a:close/>
                    </a:path>
                  </a:pathLst>
                </a:custGeom>
                <a:solidFill>
                  <a:srgbClr val="5BB45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1168" name="Freeform 309">
                  <a:extLst>
                    <a:ext uri="{FF2B5EF4-FFF2-40B4-BE49-F238E27FC236}">
                      <a16:creationId xmlns:a16="http://schemas.microsoft.com/office/drawing/2014/main" id="{0246D28E-4F95-3A7C-4419-B3ADA1D0E0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827855" y="599170"/>
                  <a:ext cx="121685" cy="121687"/>
                </a:xfrm>
                <a:custGeom>
                  <a:avLst/>
                  <a:gdLst>
                    <a:gd name="csX0" fmla="*/ 0 w 36067"/>
                    <a:gd name="csY0" fmla="*/ 18034 h 36068"/>
                    <a:gd name="csX1" fmla="*/ 18034 w 36067"/>
                    <a:gd name="csY1" fmla="*/ 0 h 36068"/>
                    <a:gd name="csX2" fmla="*/ 36068 w 36067"/>
                    <a:gd name="csY2" fmla="*/ 18034 h 36068"/>
                    <a:gd name="csX3" fmla="*/ 18034 w 36067"/>
                    <a:gd name="csY3" fmla="*/ 36068 h 360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6067" h="36068">
                      <a:moveTo>
                        <a:pt x="0" y="18034"/>
                      </a:moveTo>
                      <a:lnTo>
                        <a:pt x="18034" y="0"/>
                      </a:lnTo>
                      <a:lnTo>
                        <a:pt x="36068" y="18034"/>
                      </a:lnTo>
                      <a:lnTo>
                        <a:pt x="18034" y="36068"/>
                      </a:lnTo>
                      <a:close/>
                    </a:path>
                  </a:pathLst>
                </a:custGeom>
                <a:solidFill>
                  <a:srgbClr val="B0306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  <p:sp>
              <p:nvSpPr>
                <p:cNvPr id="11169" name="Oval 11168">
                  <a:extLst>
                    <a:ext uri="{FF2B5EF4-FFF2-40B4-BE49-F238E27FC236}">
                      <a16:creationId xmlns:a16="http://schemas.microsoft.com/office/drawing/2014/main" id="{4E040A02-8074-1726-B8EA-5A37700D4B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829284" y="732234"/>
                  <a:ext cx="121687" cy="121687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sz="2268"/>
                </a:p>
              </p:txBody>
            </p:sp>
          </p:grpSp>
          <p:sp>
            <p:nvSpPr>
              <p:cNvPr id="11133" name="TextBox 11132">
                <a:extLst>
                  <a:ext uri="{FF2B5EF4-FFF2-40B4-BE49-F238E27FC236}">
                    <a16:creationId xmlns:a16="http://schemas.microsoft.com/office/drawing/2014/main" id="{B3614394-05BF-DF9E-2CB4-706E06BF92E1}"/>
                  </a:ext>
                </a:extLst>
              </p:cNvPr>
              <p:cNvSpPr txBox="1"/>
              <p:nvPr/>
            </p:nvSpPr>
            <p:spPr>
              <a:xfrm>
                <a:off x="791098" y="4184092"/>
                <a:ext cx="83669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 dirty="0">
                    <a:ln/>
                    <a:latin typeface="Arial"/>
                    <a:cs typeface="Arial"/>
                    <a:sym typeface="Arial"/>
                    <a:rtl val="0"/>
                  </a:rPr>
                  <a:t>First Changes</a:t>
                </a:r>
              </a:p>
            </p:txBody>
          </p:sp>
          <p:sp>
            <p:nvSpPr>
              <p:cNvPr id="11134" name="TextBox 11133">
                <a:extLst>
                  <a:ext uri="{FF2B5EF4-FFF2-40B4-BE49-F238E27FC236}">
                    <a16:creationId xmlns:a16="http://schemas.microsoft.com/office/drawing/2014/main" id="{7D546886-0E16-D972-4097-34BB6ED37B6F}"/>
                  </a:ext>
                </a:extLst>
              </p:cNvPr>
              <p:cNvSpPr txBox="1"/>
              <p:nvPr/>
            </p:nvSpPr>
            <p:spPr>
              <a:xfrm>
                <a:off x="2282463" y="4972577"/>
                <a:ext cx="833305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 dirty="0">
                    <a:ln/>
                    <a:latin typeface="Arial"/>
                    <a:cs typeface="Arial"/>
                    <a:sym typeface="Arial"/>
                    <a:rtl val="0"/>
                  </a:rPr>
                  <a:t>Last Changes</a:t>
                </a:r>
              </a:p>
            </p:txBody>
          </p:sp>
          <p:grpSp>
            <p:nvGrpSpPr>
              <p:cNvPr id="11135" name="Group 11134">
                <a:extLst>
                  <a:ext uri="{FF2B5EF4-FFF2-40B4-BE49-F238E27FC236}">
                    <a16:creationId xmlns:a16="http://schemas.microsoft.com/office/drawing/2014/main" id="{737C8942-7DFF-0BE3-B25D-9466FF27A91F}"/>
                  </a:ext>
                </a:extLst>
              </p:cNvPr>
              <p:cNvGrpSpPr/>
              <p:nvPr/>
            </p:nvGrpSpPr>
            <p:grpSpPr>
              <a:xfrm>
                <a:off x="368809" y="4142483"/>
                <a:ext cx="397313" cy="1341012"/>
                <a:chOff x="4012617" y="152400"/>
                <a:chExt cx="397313" cy="1341012"/>
              </a:xfrm>
            </p:grpSpPr>
            <p:sp>
              <p:nvSpPr>
                <p:cNvPr id="11157" name="TextBox 11156">
                  <a:extLst>
                    <a:ext uri="{FF2B5EF4-FFF2-40B4-BE49-F238E27FC236}">
                      <a16:creationId xmlns:a16="http://schemas.microsoft.com/office/drawing/2014/main" id="{C9162587-05A0-3527-8106-DFCBF55A35C8}"/>
                    </a:ext>
                  </a:extLst>
                </p:cNvPr>
                <p:cNvSpPr txBox="1"/>
                <p:nvPr/>
              </p:nvSpPr>
              <p:spPr>
                <a:xfrm>
                  <a:off x="4012617" y="1272600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0.00</a:t>
                  </a:r>
                </a:p>
              </p:txBody>
            </p:sp>
            <p:sp>
              <p:nvSpPr>
                <p:cNvPr id="11158" name="TextBox 11157">
                  <a:extLst>
                    <a:ext uri="{FF2B5EF4-FFF2-40B4-BE49-F238E27FC236}">
                      <a16:creationId xmlns:a16="http://schemas.microsoft.com/office/drawing/2014/main" id="{6B6DFB88-4C09-852B-C995-0BC9CA3E7285}"/>
                    </a:ext>
                  </a:extLst>
                </p:cNvPr>
                <p:cNvSpPr txBox="1"/>
                <p:nvPr/>
              </p:nvSpPr>
              <p:spPr>
                <a:xfrm>
                  <a:off x="4012617" y="992551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0.25</a:t>
                  </a:r>
                </a:p>
              </p:txBody>
            </p:sp>
            <p:sp>
              <p:nvSpPr>
                <p:cNvPr id="11159" name="TextBox 11158">
                  <a:extLst>
                    <a:ext uri="{FF2B5EF4-FFF2-40B4-BE49-F238E27FC236}">
                      <a16:creationId xmlns:a16="http://schemas.microsoft.com/office/drawing/2014/main" id="{9127FAB0-05B6-6C11-E452-9705AD0B1C9C}"/>
                    </a:ext>
                  </a:extLst>
                </p:cNvPr>
                <p:cNvSpPr txBox="1"/>
                <p:nvPr/>
              </p:nvSpPr>
              <p:spPr>
                <a:xfrm>
                  <a:off x="4012617" y="712500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0.50</a:t>
                  </a:r>
                </a:p>
              </p:txBody>
            </p:sp>
            <p:sp>
              <p:nvSpPr>
                <p:cNvPr id="11160" name="TextBox 11159">
                  <a:extLst>
                    <a:ext uri="{FF2B5EF4-FFF2-40B4-BE49-F238E27FC236}">
                      <a16:creationId xmlns:a16="http://schemas.microsoft.com/office/drawing/2014/main" id="{CBF55DD7-581A-5250-D1A8-367744085A85}"/>
                    </a:ext>
                  </a:extLst>
                </p:cNvPr>
                <p:cNvSpPr txBox="1"/>
                <p:nvPr/>
              </p:nvSpPr>
              <p:spPr>
                <a:xfrm>
                  <a:off x="4012617" y="432451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0.75</a:t>
                  </a:r>
                </a:p>
              </p:txBody>
            </p:sp>
            <p:sp>
              <p:nvSpPr>
                <p:cNvPr id="11161" name="TextBox 11160">
                  <a:extLst>
                    <a:ext uri="{FF2B5EF4-FFF2-40B4-BE49-F238E27FC236}">
                      <a16:creationId xmlns:a16="http://schemas.microsoft.com/office/drawing/2014/main" id="{3A27BE09-AB4E-111F-CA57-AC8FFF6275EC}"/>
                    </a:ext>
                  </a:extLst>
                </p:cNvPr>
                <p:cNvSpPr txBox="1"/>
                <p:nvPr/>
              </p:nvSpPr>
              <p:spPr>
                <a:xfrm>
                  <a:off x="4012617" y="152400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1.00</a:t>
                  </a:r>
                </a:p>
              </p:txBody>
            </p:sp>
          </p:grpSp>
          <p:grpSp>
            <p:nvGrpSpPr>
              <p:cNvPr id="11136" name="Group 11135">
                <a:extLst>
                  <a:ext uri="{FF2B5EF4-FFF2-40B4-BE49-F238E27FC236}">
                    <a16:creationId xmlns:a16="http://schemas.microsoft.com/office/drawing/2014/main" id="{0AD9E391-9BC2-D00B-0CE0-EAAA3CFAFD9E}"/>
                  </a:ext>
                </a:extLst>
              </p:cNvPr>
              <p:cNvGrpSpPr/>
              <p:nvPr/>
            </p:nvGrpSpPr>
            <p:grpSpPr>
              <a:xfrm>
                <a:off x="377548" y="5296990"/>
                <a:ext cx="2643097" cy="466523"/>
                <a:chOff x="377548" y="5328740"/>
                <a:chExt cx="2643097" cy="466523"/>
              </a:xfrm>
            </p:grpSpPr>
            <p:sp>
              <p:nvSpPr>
                <p:cNvPr id="11138" name="Freeform 225">
                  <a:extLst>
                    <a:ext uri="{FF2B5EF4-FFF2-40B4-BE49-F238E27FC236}">
                      <a16:creationId xmlns:a16="http://schemas.microsoft.com/office/drawing/2014/main" id="{90CE46A6-A217-65D7-252D-FAB580269ECB}"/>
                    </a:ext>
                  </a:extLst>
                </p:cNvPr>
                <p:cNvSpPr/>
                <p:nvPr/>
              </p:nvSpPr>
              <p:spPr>
                <a:xfrm>
                  <a:off x="2852134" y="5328740"/>
                  <a:ext cx="59659" cy="16901"/>
                </a:xfrm>
                <a:custGeom>
                  <a:avLst/>
                  <a:gdLst>
                    <a:gd name="csX0" fmla="*/ 0 w 44830"/>
                    <a:gd name="csY0" fmla="*/ 0 h 12700"/>
                    <a:gd name="csX1" fmla="*/ 44831 w 4483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4830" h="12700">
                      <a:moveTo>
                        <a:pt x="0" y="0"/>
                      </a:moveTo>
                      <a:lnTo>
                        <a:pt x="44831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512"/>
                </a:p>
              </p:txBody>
            </p:sp>
            <p:sp>
              <p:nvSpPr>
                <p:cNvPr id="11139" name="Freeform 226">
                  <a:extLst>
                    <a:ext uri="{FF2B5EF4-FFF2-40B4-BE49-F238E27FC236}">
                      <a16:creationId xmlns:a16="http://schemas.microsoft.com/office/drawing/2014/main" id="{5BFB7054-73CD-6058-8FE0-B5FC53D04E0B}"/>
                    </a:ext>
                  </a:extLst>
                </p:cNvPr>
                <p:cNvSpPr/>
                <p:nvPr/>
              </p:nvSpPr>
              <p:spPr>
                <a:xfrm>
                  <a:off x="2882047" y="5328740"/>
                  <a:ext cx="16901" cy="24505"/>
                </a:xfrm>
                <a:custGeom>
                  <a:avLst/>
                  <a:gdLst>
                    <a:gd name="csX0" fmla="*/ 0 w 12700"/>
                    <a:gd name="csY0" fmla="*/ 0 h 18414"/>
                    <a:gd name="csX1" fmla="*/ 0 w 12700"/>
                    <a:gd name="csY1" fmla="*/ 18415 h 184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8414">
                      <a:moveTo>
                        <a:pt x="0" y="0"/>
                      </a:moveTo>
                      <a:lnTo>
                        <a:pt x="0" y="18415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512"/>
                </a:p>
              </p:txBody>
            </p:sp>
            <p:sp>
              <p:nvSpPr>
                <p:cNvPr id="11140" name="Freeform 227">
                  <a:extLst>
                    <a:ext uri="{FF2B5EF4-FFF2-40B4-BE49-F238E27FC236}">
                      <a16:creationId xmlns:a16="http://schemas.microsoft.com/office/drawing/2014/main" id="{B508380A-FD54-06B6-0CD6-8E2AAB303EF6}"/>
                    </a:ext>
                  </a:extLst>
                </p:cNvPr>
                <p:cNvSpPr/>
                <p:nvPr/>
              </p:nvSpPr>
              <p:spPr>
                <a:xfrm>
                  <a:off x="2852134" y="5328740"/>
                  <a:ext cx="59659" cy="16901"/>
                </a:xfrm>
                <a:custGeom>
                  <a:avLst/>
                  <a:gdLst>
                    <a:gd name="csX0" fmla="*/ 0 w 44830"/>
                    <a:gd name="csY0" fmla="*/ 0 h 12700"/>
                    <a:gd name="csX1" fmla="*/ 44831 w 4483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4830" h="12700">
                      <a:moveTo>
                        <a:pt x="0" y="0"/>
                      </a:moveTo>
                      <a:lnTo>
                        <a:pt x="44831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 sz="1512"/>
                </a:p>
              </p:txBody>
            </p:sp>
            <p:sp>
              <p:nvSpPr>
                <p:cNvPr id="11141" name="TextBox 11140">
                  <a:extLst>
                    <a:ext uri="{FF2B5EF4-FFF2-40B4-BE49-F238E27FC236}">
                      <a16:creationId xmlns:a16="http://schemas.microsoft.com/office/drawing/2014/main" id="{3A509F4F-E1C6-A9BE-F1B8-D7F6D1DD0EB0}"/>
                    </a:ext>
                  </a:extLst>
                </p:cNvPr>
                <p:cNvSpPr txBox="1"/>
                <p:nvPr/>
              </p:nvSpPr>
              <p:spPr>
                <a:xfrm rot="18900000">
                  <a:off x="448974" y="5455603"/>
                  <a:ext cx="458386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5_Glut</a:t>
                  </a:r>
                </a:p>
              </p:txBody>
            </p:sp>
            <p:sp>
              <p:nvSpPr>
                <p:cNvPr id="11142" name="TextBox 11141">
                  <a:extLst>
                    <a:ext uri="{FF2B5EF4-FFF2-40B4-BE49-F238E27FC236}">
                      <a16:creationId xmlns:a16="http://schemas.microsoft.com/office/drawing/2014/main" id="{F9AFB58F-A9F0-EAFE-BBAD-233C59D72AF9}"/>
                    </a:ext>
                  </a:extLst>
                </p:cNvPr>
                <p:cNvSpPr txBox="1"/>
                <p:nvPr/>
              </p:nvSpPr>
              <p:spPr>
                <a:xfrm rot="18900000">
                  <a:off x="377548" y="5546850"/>
                  <a:ext cx="71455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10_nHv_Glut</a:t>
                  </a:r>
                </a:p>
              </p:txBody>
            </p:sp>
            <p:sp>
              <p:nvSpPr>
                <p:cNvPr id="11143" name="TextBox 11142">
                  <a:extLst>
                    <a:ext uri="{FF2B5EF4-FFF2-40B4-BE49-F238E27FC236}">
                      <a16:creationId xmlns:a16="http://schemas.microsoft.com/office/drawing/2014/main" id="{2E98C1D1-6C21-782E-3E95-6F9BDE824A77}"/>
                    </a:ext>
                  </a:extLst>
                </p:cNvPr>
                <p:cNvSpPr txBox="1"/>
                <p:nvPr/>
              </p:nvSpPr>
              <p:spPr>
                <a:xfrm rot="18900000">
                  <a:off x="697494" y="5473173"/>
                  <a:ext cx="507582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16_Glut</a:t>
                  </a:r>
                </a:p>
              </p:txBody>
            </p:sp>
            <p:sp>
              <p:nvSpPr>
                <p:cNvPr id="11144" name="TextBox 11143">
                  <a:extLst>
                    <a:ext uri="{FF2B5EF4-FFF2-40B4-BE49-F238E27FC236}">
                      <a16:creationId xmlns:a16="http://schemas.microsoft.com/office/drawing/2014/main" id="{C1C996A9-42DB-8577-79E6-7F9D0EC96A62}"/>
                    </a:ext>
                  </a:extLst>
                </p:cNvPr>
                <p:cNvSpPr txBox="1"/>
                <p:nvPr/>
              </p:nvSpPr>
              <p:spPr>
                <a:xfrm rot="18900000">
                  <a:off x="1046464" y="5439736"/>
                  <a:ext cx="41258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2_OL</a:t>
                  </a:r>
                </a:p>
              </p:txBody>
            </p:sp>
            <p:sp>
              <p:nvSpPr>
                <p:cNvPr id="11145" name="TextBox 11144">
                  <a:extLst>
                    <a:ext uri="{FF2B5EF4-FFF2-40B4-BE49-F238E27FC236}">
                      <a16:creationId xmlns:a16="http://schemas.microsoft.com/office/drawing/2014/main" id="{8514F226-9C97-21DD-AA39-5D36CE4C1D96}"/>
                    </a:ext>
                  </a:extLst>
                </p:cNvPr>
                <p:cNvSpPr txBox="1"/>
                <p:nvPr/>
              </p:nvSpPr>
              <p:spPr>
                <a:xfrm rot="18900000">
                  <a:off x="925476" y="5549683"/>
                  <a:ext cx="724730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19_Di_GABA</a:t>
                  </a:r>
                </a:p>
              </p:txBody>
            </p:sp>
            <p:sp>
              <p:nvSpPr>
                <p:cNvPr id="11146" name="TextBox 11145">
                  <a:extLst>
                    <a:ext uri="{FF2B5EF4-FFF2-40B4-BE49-F238E27FC236}">
                      <a16:creationId xmlns:a16="http://schemas.microsoft.com/office/drawing/2014/main" id="{5EBE6E5E-8359-6F84-A189-5D6BE2DF7DBA}"/>
                    </a:ext>
                  </a:extLst>
                </p:cNvPr>
                <p:cNvSpPr txBox="1"/>
                <p:nvPr/>
              </p:nvSpPr>
              <p:spPr>
                <a:xfrm rot="18900000">
                  <a:off x="1099412" y="5538350"/>
                  <a:ext cx="690802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8_VOT_Glut</a:t>
                  </a:r>
                </a:p>
              </p:txBody>
            </p:sp>
            <p:sp>
              <p:nvSpPr>
                <p:cNvPr id="11147" name="TextBox 11146">
                  <a:extLst>
                    <a:ext uri="{FF2B5EF4-FFF2-40B4-BE49-F238E27FC236}">
                      <a16:creationId xmlns:a16="http://schemas.microsoft.com/office/drawing/2014/main" id="{8E5D1856-3BE3-FC9E-02BC-629A175E1932}"/>
                    </a:ext>
                  </a:extLst>
                </p:cNvPr>
                <p:cNvSpPr txBox="1"/>
                <p:nvPr/>
              </p:nvSpPr>
              <p:spPr>
                <a:xfrm rot="18900000">
                  <a:off x="1413857" y="5466372"/>
                  <a:ext cx="487225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11_MG</a:t>
                  </a:r>
                </a:p>
              </p:txBody>
            </p:sp>
            <p:sp>
              <p:nvSpPr>
                <p:cNvPr id="11148" name="TextBox 11147">
                  <a:extLst>
                    <a:ext uri="{FF2B5EF4-FFF2-40B4-BE49-F238E27FC236}">
                      <a16:creationId xmlns:a16="http://schemas.microsoft.com/office/drawing/2014/main" id="{864828F0-228E-194A-3132-2B842B90790D}"/>
                    </a:ext>
                  </a:extLst>
                </p:cNvPr>
                <p:cNvSpPr txBox="1"/>
                <p:nvPr/>
              </p:nvSpPr>
              <p:spPr>
                <a:xfrm rot="18900000">
                  <a:off x="1529455" y="5473173"/>
                  <a:ext cx="507582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17_Glut</a:t>
                  </a:r>
                </a:p>
              </p:txBody>
            </p:sp>
            <p:sp>
              <p:nvSpPr>
                <p:cNvPr id="11149" name="TextBox 11148">
                  <a:extLst>
                    <a:ext uri="{FF2B5EF4-FFF2-40B4-BE49-F238E27FC236}">
                      <a16:creationId xmlns:a16="http://schemas.microsoft.com/office/drawing/2014/main" id="{3A3CF94B-F1A9-FCAD-3492-F9D4E6F93442}"/>
                    </a:ext>
                  </a:extLst>
                </p:cNvPr>
                <p:cNvSpPr txBox="1"/>
                <p:nvPr/>
              </p:nvSpPr>
              <p:spPr>
                <a:xfrm rot="18900000">
                  <a:off x="1807937" y="5473173"/>
                  <a:ext cx="507582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18_Glut</a:t>
                  </a:r>
                </a:p>
              </p:txBody>
            </p:sp>
            <p:sp>
              <p:nvSpPr>
                <p:cNvPr id="11150" name="TextBox 11149">
                  <a:extLst>
                    <a:ext uri="{FF2B5EF4-FFF2-40B4-BE49-F238E27FC236}">
                      <a16:creationId xmlns:a16="http://schemas.microsoft.com/office/drawing/2014/main" id="{E7D833BB-006D-A4EE-6532-A1F8B0EA7982}"/>
                    </a:ext>
                  </a:extLst>
                </p:cNvPr>
                <p:cNvSpPr txBox="1"/>
                <p:nvPr/>
              </p:nvSpPr>
              <p:spPr>
                <a:xfrm rot="18900000">
                  <a:off x="1437143" y="5568954"/>
                  <a:ext cx="779017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0_Spall_Mixed</a:t>
                  </a:r>
                </a:p>
              </p:txBody>
            </p:sp>
            <p:sp>
              <p:nvSpPr>
                <p:cNvPr id="11151" name="TextBox 11150">
                  <a:extLst>
                    <a:ext uri="{FF2B5EF4-FFF2-40B4-BE49-F238E27FC236}">
                      <a16:creationId xmlns:a16="http://schemas.microsoft.com/office/drawing/2014/main" id="{956578A1-000D-E605-CF40-E6BC71578399}"/>
                    </a:ext>
                  </a:extLst>
                </p:cNvPr>
                <p:cNvSpPr txBox="1"/>
                <p:nvPr/>
              </p:nvSpPr>
              <p:spPr>
                <a:xfrm rot="18900000">
                  <a:off x="1947541" y="5473173"/>
                  <a:ext cx="507582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12_Glut</a:t>
                  </a:r>
                </a:p>
              </p:txBody>
            </p:sp>
            <p:sp>
              <p:nvSpPr>
                <p:cNvPr id="11152" name="TextBox 11151">
                  <a:extLst>
                    <a:ext uri="{FF2B5EF4-FFF2-40B4-BE49-F238E27FC236}">
                      <a16:creationId xmlns:a16="http://schemas.microsoft.com/office/drawing/2014/main" id="{02B8B9FD-9572-CCAF-7924-7FB383D6CCBB}"/>
                    </a:ext>
                  </a:extLst>
                </p:cNvPr>
                <p:cNvSpPr txBox="1"/>
                <p:nvPr/>
              </p:nvSpPr>
              <p:spPr>
                <a:xfrm rot="18900000">
                  <a:off x="1931245" y="5540049"/>
                  <a:ext cx="69589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4_TGN_Glut</a:t>
                  </a:r>
                </a:p>
              </p:txBody>
            </p:sp>
            <p:sp>
              <p:nvSpPr>
                <p:cNvPr id="11153" name="TextBox 11152">
                  <a:extLst>
                    <a:ext uri="{FF2B5EF4-FFF2-40B4-BE49-F238E27FC236}">
                      <a16:creationId xmlns:a16="http://schemas.microsoft.com/office/drawing/2014/main" id="{2C98DE6C-4304-B631-9209-9193EB8100E2}"/>
                    </a:ext>
                  </a:extLst>
                </p:cNvPr>
                <p:cNvSpPr txBox="1"/>
                <p:nvPr/>
              </p:nvSpPr>
              <p:spPr>
                <a:xfrm rot="18900000">
                  <a:off x="2121801" y="5573488"/>
                  <a:ext cx="789196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b="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6_POA_Mixed</a:t>
                  </a:r>
                </a:p>
              </p:txBody>
            </p:sp>
            <p:sp>
              <p:nvSpPr>
                <p:cNvPr id="11154" name="TextBox 11153">
                  <a:extLst>
                    <a:ext uri="{FF2B5EF4-FFF2-40B4-BE49-F238E27FC236}">
                      <a16:creationId xmlns:a16="http://schemas.microsoft.com/office/drawing/2014/main" id="{05ADD47D-145B-1ADB-D863-0813E4115FFD}"/>
                    </a:ext>
                  </a:extLst>
                </p:cNvPr>
                <p:cNvSpPr txBox="1"/>
                <p:nvPr/>
              </p:nvSpPr>
              <p:spPr>
                <a:xfrm rot="18900000">
                  <a:off x="1982848" y="5572354"/>
                  <a:ext cx="789196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3_Spall_GABA</a:t>
                  </a:r>
                </a:p>
              </p:txBody>
            </p:sp>
            <p:sp>
              <p:nvSpPr>
                <p:cNvPr id="11155" name="TextBox 11154">
                  <a:extLst>
                    <a:ext uri="{FF2B5EF4-FFF2-40B4-BE49-F238E27FC236}">
                      <a16:creationId xmlns:a16="http://schemas.microsoft.com/office/drawing/2014/main" id="{A42EF958-7A2C-2E26-724B-BB9C6FBA7EED}"/>
                    </a:ext>
                  </a:extLst>
                </p:cNvPr>
                <p:cNvSpPr txBox="1"/>
                <p:nvPr/>
              </p:nvSpPr>
              <p:spPr>
                <a:xfrm rot="18900000">
                  <a:off x="2528330" y="5467506"/>
                  <a:ext cx="492315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b="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1_RGC</a:t>
                  </a:r>
                </a:p>
              </p:txBody>
            </p:sp>
            <p:sp>
              <p:nvSpPr>
                <p:cNvPr id="11156" name="TextBox 11155">
                  <a:extLst>
                    <a:ext uri="{FF2B5EF4-FFF2-40B4-BE49-F238E27FC236}">
                      <a16:creationId xmlns:a16="http://schemas.microsoft.com/office/drawing/2014/main" id="{F4FCD1D3-1FB0-8C22-A439-398BD1747512}"/>
                    </a:ext>
                  </a:extLst>
                </p:cNvPr>
                <p:cNvSpPr txBox="1"/>
                <p:nvPr/>
              </p:nvSpPr>
              <p:spPr>
                <a:xfrm rot="18900000">
                  <a:off x="555892" y="5589923"/>
                  <a:ext cx="838394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661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21_Spall_GABA</a:t>
                  </a:r>
                </a:p>
              </p:txBody>
            </p:sp>
          </p:grpSp>
          <p:sp>
            <p:nvSpPr>
              <p:cNvPr id="11137" name="Rectangle 11136">
                <a:extLst>
                  <a:ext uri="{FF2B5EF4-FFF2-40B4-BE49-F238E27FC236}">
                    <a16:creationId xmlns:a16="http://schemas.microsoft.com/office/drawing/2014/main" id="{3FA51670-98B4-7C39-21F8-AB807D0823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6790" y="4705279"/>
                <a:ext cx="119876" cy="121687"/>
              </a:xfrm>
              <a:prstGeom prst="rect">
                <a:avLst/>
              </a:prstGeom>
              <a:solidFill>
                <a:srgbClr val="911DD9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sz="2268"/>
              </a:p>
            </p:txBody>
          </p:sp>
        </p:grpSp>
      </p:grpSp>
      <p:grpSp>
        <p:nvGrpSpPr>
          <p:cNvPr id="213" name="Graphic 211">
            <a:extLst>
              <a:ext uri="{FF2B5EF4-FFF2-40B4-BE49-F238E27FC236}">
                <a16:creationId xmlns:a16="http://schemas.microsoft.com/office/drawing/2014/main" id="{C182FFCA-3D02-23DC-AF16-5037D28A14C9}"/>
              </a:ext>
            </a:extLst>
          </p:cNvPr>
          <p:cNvGrpSpPr/>
          <p:nvPr/>
        </p:nvGrpSpPr>
        <p:grpSpPr>
          <a:xfrm>
            <a:off x="1836059" y="-5702"/>
            <a:ext cx="1830668" cy="1836670"/>
            <a:chOff x="-1784351" y="1569867"/>
            <a:chExt cx="1830668" cy="1836670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6D2A1018-72E4-9D86-2B37-3B69BDEE5DA7}"/>
                </a:ext>
              </a:extLst>
            </p:cNvPr>
            <p:cNvSpPr/>
            <p:nvPr/>
          </p:nvSpPr>
          <p:spPr>
            <a:xfrm>
              <a:off x="-1782483" y="1577737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11AC8791-7FF5-A968-89E4-74AFE1678E23}"/>
                </a:ext>
              </a:extLst>
            </p:cNvPr>
            <p:cNvSpPr/>
            <p:nvPr/>
          </p:nvSpPr>
          <p:spPr>
            <a:xfrm>
              <a:off x="-1782483" y="1577737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216" name="Graphic 211">
              <a:extLst>
                <a:ext uri="{FF2B5EF4-FFF2-40B4-BE49-F238E27FC236}">
                  <a16:creationId xmlns:a16="http://schemas.microsoft.com/office/drawing/2014/main" id="{596DD93E-130B-667C-29D9-A9904322B34D}"/>
                </a:ext>
              </a:extLst>
            </p:cNvPr>
            <p:cNvGrpSpPr/>
            <p:nvPr/>
          </p:nvGrpSpPr>
          <p:grpSpPr>
            <a:xfrm>
              <a:off x="-1281565" y="1872123"/>
              <a:ext cx="1258413" cy="1134491"/>
              <a:chOff x="-1281565" y="1872123"/>
              <a:chExt cx="1258413" cy="1134491"/>
            </a:xfrm>
          </p:grpSpPr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3CE8659A-06E5-15E6-E9C2-CB876737A477}"/>
                  </a:ext>
                </a:extLst>
              </p:cNvPr>
              <p:cNvSpPr/>
              <p:nvPr/>
            </p:nvSpPr>
            <p:spPr>
              <a:xfrm>
                <a:off x="-1262291" y="1872123"/>
                <a:ext cx="123913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1C74FC06-A48F-3544-A1A8-74944C822F4E}"/>
                  </a:ext>
                </a:extLst>
              </p:cNvPr>
              <p:cNvSpPr/>
              <p:nvPr/>
            </p:nvSpPr>
            <p:spPr>
              <a:xfrm>
                <a:off x="-1190917" y="2656856"/>
                <a:ext cx="143001" cy="349757"/>
              </a:xfrm>
              <a:prstGeom prst="rect">
                <a:avLst/>
              </a:pr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FAAC8364-E51E-7E65-D59D-0385EC54B3ED}"/>
                  </a:ext>
                </a:extLst>
              </p:cNvPr>
              <p:cNvSpPr/>
              <p:nvPr/>
            </p:nvSpPr>
            <p:spPr>
              <a:xfrm>
                <a:off x="-952538" y="2620280"/>
                <a:ext cx="143002" cy="386206"/>
              </a:xfrm>
              <a:prstGeom prst="rect">
                <a:avLst/>
              </a:pr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88FA50A-6E7C-4908-398A-E1A1365B3284}"/>
                  </a:ext>
                </a:extLst>
              </p:cNvPr>
              <p:cNvSpPr/>
              <p:nvPr/>
            </p:nvSpPr>
            <p:spPr>
              <a:xfrm>
                <a:off x="-714286" y="2684161"/>
                <a:ext cx="143002" cy="322325"/>
              </a:xfrm>
              <a:prstGeom prst="rect">
                <a:avLst/>
              </a:pr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E6D2F9AD-96DB-5A3F-2A9D-69288D934D61}"/>
                  </a:ext>
                </a:extLst>
              </p:cNvPr>
              <p:cNvSpPr/>
              <p:nvPr/>
            </p:nvSpPr>
            <p:spPr>
              <a:xfrm>
                <a:off x="-476034" y="2746391"/>
                <a:ext cx="143002" cy="260222"/>
              </a:xfrm>
              <a:prstGeom prst="rect">
                <a:avLst/>
              </a:pr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6FE10283-BB95-F54C-AED8-9A58A945F5C5}"/>
                  </a:ext>
                </a:extLst>
              </p:cNvPr>
              <p:cNvSpPr/>
              <p:nvPr/>
            </p:nvSpPr>
            <p:spPr>
              <a:xfrm>
                <a:off x="-237782" y="2577608"/>
                <a:ext cx="143001" cy="429006"/>
              </a:xfrm>
              <a:prstGeom prst="rect">
                <a:avLst/>
              </a:pr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3" name="Freeform 222">
                <a:extLst>
                  <a:ext uri="{FF2B5EF4-FFF2-40B4-BE49-F238E27FC236}">
                    <a16:creationId xmlns:a16="http://schemas.microsoft.com/office/drawing/2014/main" id="{7AF9F68E-9CC8-8F3B-9182-3D2FC565F29B}"/>
                  </a:ext>
                </a:extLst>
              </p:cNvPr>
              <p:cNvSpPr/>
              <p:nvPr/>
            </p:nvSpPr>
            <p:spPr>
              <a:xfrm>
                <a:off x="-1167041" y="2633487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4" name="Freeform 223">
                <a:extLst>
                  <a:ext uri="{FF2B5EF4-FFF2-40B4-BE49-F238E27FC236}">
                    <a16:creationId xmlns:a16="http://schemas.microsoft.com/office/drawing/2014/main" id="{37048293-6BCE-2980-D30C-D5473BFFF1AC}"/>
                  </a:ext>
                </a:extLst>
              </p:cNvPr>
              <p:cNvSpPr/>
              <p:nvPr/>
            </p:nvSpPr>
            <p:spPr>
              <a:xfrm>
                <a:off x="-1119416" y="2633487"/>
                <a:ext cx="12700" cy="46609"/>
              </a:xfrm>
              <a:custGeom>
                <a:avLst/>
                <a:gdLst>
                  <a:gd name="csX0" fmla="*/ 0 w 12700"/>
                  <a:gd name="csY0" fmla="*/ 0 h 46609"/>
                  <a:gd name="csX1" fmla="*/ 0 w 12700"/>
                  <a:gd name="csY1" fmla="*/ 46609 h 466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6609">
                    <a:moveTo>
                      <a:pt x="0" y="0"/>
                    </a:moveTo>
                    <a:lnTo>
                      <a:pt x="0" y="4660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C83CB00A-04B8-17FA-007A-97E1AD50A443}"/>
                  </a:ext>
                </a:extLst>
              </p:cNvPr>
              <p:cNvSpPr/>
              <p:nvPr/>
            </p:nvSpPr>
            <p:spPr>
              <a:xfrm>
                <a:off x="-1167041" y="2680097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41EE0495-FDC4-B30D-96CF-E7665A643662}"/>
                  </a:ext>
                </a:extLst>
              </p:cNvPr>
              <p:cNvSpPr/>
              <p:nvPr/>
            </p:nvSpPr>
            <p:spPr>
              <a:xfrm>
                <a:off x="-928788" y="2569606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1E844621-8152-0D24-E9B8-5624EB1B4CD0}"/>
                  </a:ext>
                </a:extLst>
              </p:cNvPr>
              <p:cNvSpPr/>
              <p:nvPr/>
            </p:nvSpPr>
            <p:spPr>
              <a:xfrm>
                <a:off x="-881036" y="2569606"/>
                <a:ext cx="12700" cy="101346"/>
              </a:xfrm>
              <a:custGeom>
                <a:avLst/>
                <a:gdLst>
                  <a:gd name="csX0" fmla="*/ 0 w 12700"/>
                  <a:gd name="csY0" fmla="*/ 0 h 101346"/>
                  <a:gd name="csX1" fmla="*/ 0 w 12700"/>
                  <a:gd name="csY1" fmla="*/ 101346 h 1013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1346">
                    <a:moveTo>
                      <a:pt x="0" y="0"/>
                    </a:moveTo>
                    <a:lnTo>
                      <a:pt x="0" y="101346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7A246CF4-2315-F865-90A6-8C076C1EBFAF}"/>
                  </a:ext>
                </a:extLst>
              </p:cNvPr>
              <p:cNvSpPr/>
              <p:nvPr/>
            </p:nvSpPr>
            <p:spPr>
              <a:xfrm>
                <a:off x="-928788" y="267095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5F03F0FD-8A13-8ED9-11B0-22EB8BE5FD45}"/>
                  </a:ext>
                </a:extLst>
              </p:cNvPr>
              <p:cNvSpPr/>
              <p:nvPr/>
            </p:nvSpPr>
            <p:spPr>
              <a:xfrm>
                <a:off x="-690410" y="2682509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91B895B1-8097-8C6B-733C-61135A4CCB20}"/>
                  </a:ext>
                </a:extLst>
              </p:cNvPr>
              <p:cNvSpPr/>
              <p:nvPr/>
            </p:nvSpPr>
            <p:spPr>
              <a:xfrm>
                <a:off x="-642785" y="2682509"/>
                <a:ext cx="12700" cy="3302"/>
              </a:xfrm>
              <a:custGeom>
                <a:avLst/>
                <a:gdLst>
                  <a:gd name="csX0" fmla="*/ 0 w 12700"/>
                  <a:gd name="csY0" fmla="*/ 0 h 3302"/>
                  <a:gd name="csX1" fmla="*/ 0 w 12700"/>
                  <a:gd name="csY1" fmla="*/ 3302 h 33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302">
                    <a:moveTo>
                      <a:pt x="0" y="0"/>
                    </a:moveTo>
                    <a:lnTo>
                      <a:pt x="0" y="3302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6B5A82C5-8099-117A-D0E9-63D6FCA7A62C}"/>
                  </a:ext>
                </a:extLst>
              </p:cNvPr>
              <p:cNvSpPr/>
              <p:nvPr/>
            </p:nvSpPr>
            <p:spPr>
              <a:xfrm>
                <a:off x="-690410" y="2685812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0D2DD043-BCC3-613F-D67F-98949C8F717A}"/>
                  </a:ext>
                </a:extLst>
              </p:cNvPr>
              <p:cNvSpPr/>
              <p:nvPr/>
            </p:nvSpPr>
            <p:spPr>
              <a:xfrm>
                <a:off x="-213905" y="2550684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2C369400-388F-08D7-D55F-19B2C1D93AF5}"/>
                  </a:ext>
                </a:extLst>
              </p:cNvPr>
              <p:cNvSpPr/>
              <p:nvPr/>
            </p:nvSpPr>
            <p:spPr>
              <a:xfrm>
                <a:off x="-166280" y="2550684"/>
                <a:ext cx="12700" cy="53847"/>
              </a:xfrm>
              <a:custGeom>
                <a:avLst/>
                <a:gdLst>
                  <a:gd name="csX0" fmla="*/ 0 w 12700"/>
                  <a:gd name="csY0" fmla="*/ 0 h 53847"/>
                  <a:gd name="csX1" fmla="*/ 0 w 12700"/>
                  <a:gd name="csY1" fmla="*/ 53848 h 538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3847">
                    <a:moveTo>
                      <a:pt x="0" y="0"/>
                    </a:moveTo>
                    <a:lnTo>
                      <a:pt x="0" y="5384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7AE18D12-464E-F2B1-E688-7D6F1DEDD015}"/>
                  </a:ext>
                </a:extLst>
              </p:cNvPr>
              <p:cNvSpPr/>
              <p:nvPr/>
            </p:nvSpPr>
            <p:spPr>
              <a:xfrm>
                <a:off x="-213905" y="2604531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7009EBE0-AAFD-E1FD-649C-C95340B3B8A9}"/>
                  </a:ext>
                </a:extLst>
              </p:cNvPr>
              <p:cNvSpPr/>
              <p:nvPr/>
            </p:nvSpPr>
            <p:spPr>
              <a:xfrm>
                <a:off x="-641134" y="266701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0B65159A-02A7-7926-10B3-96275BEC70B1}"/>
                  </a:ext>
                </a:extLst>
              </p:cNvPr>
              <p:cNvSpPr/>
              <p:nvPr/>
            </p:nvSpPr>
            <p:spPr>
              <a:xfrm>
                <a:off x="-878243" y="262421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63EDAF71-2BE1-95A1-D715-4E7DFF015BAA}"/>
                  </a:ext>
                </a:extLst>
              </p:cNvPr>
              <p:cNvSpPr/>
              <p:nvPr/>
            </p:nvSpPr>
            <p:spPr>
              <a:xfrm>
                <a:off x="-909358" y="265520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1641E0A3-A79B-CFE3-167A-50D3C8BFD6CD}"/>
                  </a:ext>
                </a:extLst>
              </p:cNvPr>
              <p:cNvSpPr/>
              <p:nvPr/>
            </p:nvSpPr>
            <p:spPr>
              <a:xfrm>
                <a:off x="-168567" y="2500392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634D36F0-CAD0-D8A7-8C86-D014089F4F9C}"/>
                  </a:ext>
                </a:extLst>
              </p:cNvPr>
              <p:cNvSpPr/>
              <p:nvPr/>
            </p:nvSpPr>
            <p:spPr>
              <a:xfrm>
                <a:off x="-1130719" y="273534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1E77A139-E18A-A83A-6477-45A78EC5D4DD}"/>
                  </a:ext>
                </a:extLst>
              </p:cNvPr>
              <p:cNvSpPr/>
              <p:nvPr/>
            </p:nvSpPr>
            <p:spPr>
              <a:xfrm>
                <a:off x="-183426" y="248362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D0749364-024C-9EF2-24C2-A7070BC322EB}"/>
                  </a:ext>
                </a:extLst>
              </p:cNvPr>
              <p:cNvSpPr/>
              <p:nvPr/>
            </p:nvSpPr>
            <p:spPr>
              <a:xfrm>
                <a:off x="-1126147" y="258192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1E0CB0AC-F1F6-785D-F4AF-0D0A82D5C963}"/>
                  </a:ext>
                </a:extLst>
              </p:cNvPr>
              <p:cNvSpPr/>
              <p:nvPr/>
            </p:nvSpPr>
            <p:spPr>
              <a:xfrm>
                <a:off x="-201714" y="261532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07F8618C-995B-2342-7CDD-8F6462FE3D3E}"/>
                  </a:ext>
                </a:extLst>
              </p:cNvPr>
              <p:cNvSpPr/>
              <p:nvPr/>
            </p:nvSpPr>
            <p:spPr>
              <a:xfrm>
                <a:off x="-1129957" y="267387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9C5AC184-4AC1-5C17-F4C7-946CAC4A938D}"/>
                  </a:ext>
                </a:extLst>
              </p:cNvPr>
              <p:cNvSpPr/>
              <p:nvPr/>
            </p:nvSpPr>
            <p:spPr>
              <a:xfrm>
                <a:off x="-174536" y="257392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615907F-AE6C-DA3D-13D1-0C1C70D923E1}"/>
                  </a:ext>
                </a:extLst>
              </p:cNvPr>
              <p:cNvSpPr/>
              <p:nvPr/>
            </p:nvSpPr>
            <p:spPr>
              <a:xfrm>
                <a:off x="-1139482" y="259754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EA5C87F5-BE34-C3C3-F1A5-14BA5F6B1C54}"/>
                  </a:ext>
                </a:extLst>
              </p:cNvPr>
              <p:cNvSpPr/>
              <p:nvPr/>
            </p:nvSpPr>
            <p:spPr>
              <a:xfrm>
                <a:off x="-173774" y="2530872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7" name="Oval 246">
                <a:extLst>
                  <a:ext uri="{FF2B5EF4-FFF2-40B4-BE49-F238E27FC236}">
                    <a16:creationId xmlns:a16="http://schemas.microsoft.com/office/drawing/2014/main" id="{31318B8B-CC79-2D83-5BB2-349BF490BE51}"/>
                  </a:ext>
                </a:extLst>
              </p:cNvPr>
              <p:cNvSpPr/>
              <p:nvPr/>
            </p:nvSpPr>
            <p:spPr>
              <a:xfrm>
                <a:off x="-1116749" y="261088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8" name="Oval 247">
                <a:extLst>
                  <a:ext uri="{FF2B5EF4-FFF2-40B4-BE49-F238E27FC236}">
                    <a16:creationId xmlns:a16="http://schemas.microsoft.com/office/drawing/2014/main" id="{904C6DB1-D0DD-8F22-C1B6-FE21008932F4}"/>
                  </a:ext>
                </a:extLst>
              </p:cNvPr>
              <p:cNvSpPr/>
              <p:nvPr/>
            </p:nvSpPr>
            <p:spPr>
              <a:xfrm>
                <a:off x="-910755" y="262764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9" name="Oval 248">
                <a:extLst>
                  <a:ext uri="{FF2B5EF4-FFF2-40B4-BE49-F238E27FC236}">
                    <a16:creationId xmlns:a16="http://schemas.microsoft.com/office/drawing/2014/main" id="{69C911EA-69B2-5220-18A0-1DCACF7D7288}"/>
                  </a:ext>
                </a:extLst>
              </p:cNvPr>
              <p:cNvSpPr/>
              <p:nvPr/>
            </p:nvSpPr>
            <p:spPr>
              <a:xfrm>
                <a:off x="-186093" y="2651903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0" name="Oval 249">
                <a:extLst>
                  <a:ext uri="{FF2B5EF4-FFF2-40B4-BE49-F238E27FC236}">
                    <a16:creationId xmlns:a16="http://schemas.microsoft.com/office/drawing/2014/main" id="{97ADA386-5628-FB7F-5EFC-CFEF8A1089BE}"/>
                  </a:ext>
                </a:extLst>
              </p:cNvPr>
              <p:cNvSpPr/>
              <p:nvPr/>
            </p:nvSpPr>
            <p:spPr>
              <a:xfrm>
                <a:off x="-1116495" y="263450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1" name="Oval 250">
                <a:extLst>
                  <a:ext uri="{FF2B5EF4-FFF2-40B4-BE49-F238E27FC236}">
                    <a16:creationId xmlns:a16="http://schemas.microsoft.com/office/drawing/2014/main" id="{C16765A7-E977-6C91-1AED-22386EE85EEA}"/>
                  </a:ext>
                </a:extLst>
              </p:cNvPr>
              <p:cNvSpPr/>
              <p:nvPr/>
            </p:nvSpPr>
            <p:spPr>
              <a:xfrm>
                <a:off x="-638086" y="266384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2" name="Oval 251">
                <a:extLst>
                  <a:ext uri="{FF2B5EF4-FFF2-40B4-BE49-F238E27FC236}">
                    <a16:creationId xmlns:a16="http://schemas.microsoft.com/office/drawing/2014/main" id="{3FBCC6DB-7176-E761-6E91-B5F1148650B5}"/>
                  </a:ext>
                </a:extLst>
              </p:cNvPr>
              <p:cNvSpPr/>
              <p:nvPr/>
            </p:nvSpPr>
            <p:spPr>
              <a:xfrm>
                <a:off x="-917359" y="272315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75D22D36-8A21-41B4-52FC-B00307753C50}"/>
                  </a:ext>
                </a:extLst>
              </p:cNvPr>
              <p:cNvSpPr/>
              <p:nvPr/>
            </p:nvSpPr>
            <p:spPr>
              <a:xfrm>
                <a:off x="-900341" y="230798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4" name="Oval 253">
                <a:extLst>
                  <a:ext uri="{FF2B5EF4-FFF2-40B4-BE49-F238E27FC236}">
                    <a16:creationId xmlns:a16="http://schemas.microsoft.com/office/drawing/2014/main" id="{11F33FA5-66E1-A545-EBA9-8B15FD04F946}"/>
                  </a:ext>
                </a:extLst>
              </p:cNvPr>
              <p:cNvSpPr/>
              <p:nvPr/>
            </p:nvSpPr>
            <p:spPr>
              <a:xfrm>
                <a:off x="-419646" y="27283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5" name="Oval 254">
                <a:extLst>
                  <a:ext uri="{FF2B5EF4-FFF2-40B4-BE49-F238E27FC236}">
                    <a16:creationId xmlns:a16="http://schemas.microsoft.com/office/drawing/2014/main" id="{A506750A-9133-C32B-CD2E-18149CDF33CD}"/>
                  </a:ext>
                </a:extLst>
              </p:cNvPr>
              <p:cNvSpPr/>
              <p:nvPr/>
            </p:nvSpPr>
            <p:spPr>
              <a:xfrm>
                <a:off x="-879894" y="263818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0" name="Oval 319">
                <a:extLst>
                  <a:ext uri="{FF2B5EF4-FFF2-40B4-BE49-F238E27FC236}">
                    <a16:creationId xmlns:a16="http://schemas.microsoft.com/office/drawing/2014/main" id="{3AE6055C-A7D7-FD25-F3FD-46B84C1B0FC5}"/>
                  </a:ext>
                </a:extLst>
              </p:cNvPr>
              <p:cNvSpPr/>
              <p:nvPr/>
            </p:nvSpPr>
            <p:spPr>
              <a:xfrm>
                <a:off x="-916343" y="263869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DC5CD0A9-F13D-22C3-85F7-6854506548B9}"/>
                  </a:ext>
                </a:extLst>
              </p:cNvPr>
              <p:cNvSpPr txBox="1"/>
              <p:nvPr/>
            </p:nvSpPr>
            <p:spPr>
              <a:xfrm>
                <a:off x="-1281565" y="2052870"/>
                <a:ext cx="538930" cy="1938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0.510</a:t>
                </a:r>
              </a:p>
            </p:txBody>
          </p:sp>
          <p:sp>
            <p:nvSpPr>
              <p:cNvPr id="322" name="Freeform 321">
                <a:extLst>
                  <a:ext uri="{FF2B5EF4-FFF2-40B4-BE49-F238E27FC236}">
                    <a16:creationId xmlns:a16="http://schemas.microsoft.com/office/drawing/2014/main" id="{9CD5B572-266D-8E35-1159-DD51C7CF2B3C}"/>
                  </a:ext>
                </a:extLst>
              </p:cNvPr>
              <p:cNvSpPr/>
              <p:nvPr/>
            </p:nvSpPr>
            <p:spPr>
              <a:xfrm>
                <a:off x="-1119416" y="2189750"/>
                <a:ext cx="214502" cy="12700"/>
              </a:xfrm>
              <a:custGeom>
                <a:avLst/>
                <a:gdLst>
                  <a:gd name="csX0" fmla="*/ 0 w 214502"/>
                  <a:gd name="csY0" fmla="*/ 0 h 12700"/>
                  <a:gd name="csX1" fmla="*/ 214503 w 21450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4502" h="12700">
                    <a:moveTo>
                      <a:pt x="0" y="0"/>
                    </a:moveTo>
                    <a:lnTo>
                      <a:pt x="21450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66C6A7C7-A512-8202-D7F8-7F6794A6CC1D}"/>
                  </a:ext>
                </a:extLst>
              </p:cNvPr>
              <p:cNvSpPr txBox="1"/>
              <p:nvPr/>
            </p:nvSpPr>
            <p:spPr>
              <a:xfrm>
                <a:off x="-648937" y="2012292"/>
                <a:ext cx="274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324" name="Freeform 323">
                <a:extLst>
                  <a:ext uri="{FF2B5EF4-FFF2-40B4-BE49-F238E27FC236}">
                    <a16:creationId xmlns:a16="http://schemas.microsoft.com/office/drawing/2014/main" id="{FFF072E8-AA78-E869-6E33-11C3A78E1698}"/>
                  </a:ext>
                </a:extLst>
              </p:cNvPr>
              <p:cNvSpPr/>
              <p:nvPr/>
            </p:nvSpPr>
            <p:spPr>
              <a:xfrm>
                <a:off x="-857288" y="2189750"/>
                <a:ext cx="691007" cy="12700"/>
              </a:xfrm>
              <a:custGeom>
                <a:avLst/>
                <a:gdLst>
                  <a:gd name="csX0" fmla="*/ 0 w 691007"/>
                  <a:gd name="csY0" fmla="*/ 0 h 12700"/>
                  <a:gd name="csX1" fmla="*/ 691007 w 69100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1007" h="12700">
                    <a:moveTo>
                      <a:pt x="0" y="0"/>
                    </a:moveTo>
                    <a:lnTo>
                      <a:pt x="69100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03C30D2E-F7DD-C8AE-ED30-7EA30D68ABC6}"/>
                  </a:ext>
                </a:extLst>
              </p:cNvPr>
              <p:cNvSpPr txBox="1"/>
              <p:nvPr/>
            </p:nvSpPr>
            <p:spPr>
              <a:xfrm>
                <a:off x="-824886" y="1876148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326" name="Freeform 325">
                <a:extLst>
                  <a:ext uri="{FF2B5EF4-FFF2-40B4-BE49-F238E27FC236}">
                    <a16:creationId xmlns:a16="http://schemas.microsoft.com/office/drawing/2014/main" id="{6120AD8F-8769-5AA4-A665-DE3461DBD097}"/>
                  </a:ext>
                </a:extLst>
              </p:cNvPr>
              <p:cNvSpPr/>
              <p:nvPr/>
            </p:nvSpPr>
            <p:spPr>
              <a:xfrm>
                <a:off x="-1119416" y="2053606"/>
                <a:ext cx="953135" cy="12700"/>
              </a:xfrm>
              <a:custGeom>
                <a:avLst/>
                <a:gdLst>
                  <a:gd name="csX0" fmla="*/ 0 w 953135"/>
                  <a:gd name="csY0" fmla="*/ 0 h 12700"/>
                  <a:gd name="csX1" fmla="*/ 953135 w 95313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135" h="12700">
                    <a:moveTo>
                      <a:pt x="0" y="0"/>
                    </a:moveTo>
                    <a:lnTo>
                      <a:pt x="95313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327" name="Graphic 211">
              <a:extLst>
                <a:ext uri="{FF2B5EF4-FFF2-40B4-BE49-F238E27FC236}">
                  <a16:creationId xmlns:a16="http://schemas.microsoft.com/office/drawing/2014/main" id="{4E15CBB2-B97C-5489-7FD8-CA1906E40AC8}"/>
                </a:ext>
              </a:extLst>
            </p:cNvPr>
            <p:cNvGrpSpPr/>
            <p:nvPr/>
          </p:nvGrpSpPr>
          <p:grpSpPr>
            <a:xfrm>
              <a:off x="-1784351" y="1569867"/>
              <a:ext cx="1761072" cy="1663306"/>
              <a:chOff x="-1784351" y="1569867"/>
              <a:chExt cx="1761072" cy="1663306"/>
            </a:xfrm>
          </p:grpSpPr>
          <p:sp>
            <p:nvSpPr>
              <p:cNvPr id="328" name="Freeform 327">
                <a:extLst>
                  <a:ext uri="{FF2B5EF4-FFF2-40B4-BE49-F238E27FC236}">
                    <a16:creationId xmlns:a16="http://schemas.microsoft.com/office/drawing/2014/main" id="{1D805D8D-C66B-3FEA-BB29-358E47B8E629}"/>
                  </a:ext>
                </a:extLst>
              </p:cNvPr>
              <p:cNvSpPr/>
              <p:nvPr/>
            </p:nvSpPr>
            <p:spPr>
              <a:xfrm>
                <a:off x="-1262291" y="1872123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C505DC47-863D-1FBE-8DDE-F112B3F6B840}"/>
                  </a:ext>
                </a:extLst>
              </p:cNvPr>
              <p:cNvSpPr txBox="1"/>
              <p:nvPr/>
            </p:nvSpPr>
            <p:spPr>
              <a:xfrm>
                <a:off x="-1581482" y="2899598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6CB6EF2-E66E-7760-B491-F233E2EF82E3}"/>
                  </a:ext>
                </a:extLst>
              </p:cNvPr>
              <p:cNvSpPr txBox="1"/>
              <p:nvPr/>
            </p:nvSpPr>
            <p:spPr>
              <a:xfrm>
                <a:off x="-1581482" y="2626294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4%</a:t>
                </a:r>
              </a:p>
            </p:txBody>
          </p:sp>
          <p:sp>
            <p:nvSpPr>
              <p:cNvPr id="562" name="TextBox 561">
                <a:extLst>
                  <a:ext uri="{FF2B5EF4-FFF2-40B4-BE49-F238E27FC236}">
                    <a16:creationId xmlns:a16="http://schemas.microsoft.com/office/drawing/2014/main" id="{B7AC2E7A-27F2-B226-14B4-D63B2B3B9C80}"/>
                  </a:ext>
                </a:extLst>
              </p:cNvPr>
              <p:cNvSpPr txBox="1"/>
              <p:nvPr/>
            </p:nvSpPr>
            <p:spPr>
              <a:xfrm>
                <a:off x="-1581482" y="2352990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8%</a:t>
                </a:r>
              </a:p>
            </p:txBody>
          </p:sp>
          <p:sp>
            <p:nvSpPr>
              <p:cNvPr id="566" name="TextBox 565">
                <a:extLst>
                  <a:ext uri="{FF2B5EF4-FFF2-40B4-BE49-F238E27FC236}">
                    <a16:creationId xmlns:a16="http://schemas.microsoft.com/office/drawing/2014/main" id="{A8CA9DE5-6109-71AF-6B3B-2B2AC4B8DCBA}"/>
                  </a:ext>
                </a:extLst>
              </p:cNvPr>
              <p:cNvSpPr txBox="1"/>
              <p:nvPr/>
            </p:nvSpPr>
            <p:spPr>
              <a:xfrm>
                <a:off x="-1644619" y="2079686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12%</a:t>
                </a:r>
              </a:p>
            </p:txBody>
          </p:sp>
          <p:sp>
            <p:nvSpPr>
              <p:cNvPr id="567" name="TextBox 566">
                <a:extLst>
                  <a:ext uri="{FF2B5EF4-FFF2-40B4-BE49-F238E27FC236}">
                    <a16:creationId xmlns:a16="http://schemas.microsoft.com/office/drawing/2014/main" id="{48896087-F868-087A-50B1-5266660F46F8}"/>
                  </a:ext>
                </a:extLst>
              </p:cNvPr>
              <p:cNvSpPr txBox="1"/>
              <p:nvPr/>
            </p:nvSpPr>
            <p:spPr>
              <a:xfrm>
                <a:off x="-1644619" y="1806382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16%</a:t>
                </a:r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2E9D8FFA-208F-1DD5-7EE3-ADEFC910BE83}"/>
                  </a:ext>
                </a:extLst>
              </p:cNvPr>
              <p:cNvSpPr/>
              <p:nvPr/>
            </p:nvSpPr>
            <p:spPr>
              <a:xfrm>
                <a:off x="-1297088" y="3006487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8BFF4F15-F92C-B900-6DD8-CDF1B715D456}"/>
                  </a:ext>
                </a:extLst>
              </p:cNvPr>
              <p:cNvSpPr/>
              <p:nvPr/>
            </p:nvSpPr>
            <p:spPr>
              <a:xfrm>
                <a:off x="-1297088" y="2733183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F0D3AC55-A806-E167-8C32-647EABE3D95A}"/>
                  </a:ext>
                </a:extLst>
              </p:cNvPr>
              <p:cNvSpPr/>
              <p:nvPr/>
            </p:nvSpPr>
            <p:spPr>
              <a:xfrm>
                <a:off x="-1297088" y="245987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1" name="Freeform 570">
                <a:extLst>
                  <a:ext uri="{FF2B5EF4-FFF2-40B4-BE49-F238E27FC236}">
                    <a16:creationId xmlns:a16="http://schemas.microsoft.com/office/drawing/2014/main" id="{3A2E83CF-6251-8236-229D-074457704CC0}"/>
                  </a:ext>
                </a:extLst>
              </p:cNvPr>
              <p:cNvSpPr/>
              <p:nvPr/>
            </p:nvSpPr>
            <p:spPr>
              <a:xfrm>
                <a:off x="-1297088" y="218657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2" name="Freeform 571">
                <a:extLst>
                  <a:ext uri="{FF2B5EF4-FFF2-40B4-BE49-F238E27FC236}">
                    <a16:creationId xmlns:a16="http://schemas.microsoft.com/office/drawing/2014/main" id="{4C51BB60-C570-D1D4-BB1A-2286F25E25CF}"/>
                  </a:ext>
                </a:extLst>
              </p:cNvPr>
              <p:cNvSpPr/>
              <p:nvPr/>
            </p:nvSpPr>
            <p:spPr>
              <a:xfrm>
                <a:off x="-1297088" y="1913271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4" name="Freeform 573">
                <a:extLst>
                  <a:ext uri="{FF2B5EF4-FFF2-40B4-BE49-F238E27FC236}">
                    <a16:creationId xmlns:a16="http://schemas.microsoft.com/office/drawing/2014/main" id="{402C9047-2BDB-9F58-386E-00AE4F365FCE}"/>
                  </a:ext>
                </a:extLst>
              </p:cNvPr>
              <p:cNvSpPr/>
              <p:nvPr/>
            </p:nvSpPr>
            <p:spPr>
              <a:xfrm>
                <a:off x="-1262291" y="3006487"/>
                <a:ext cx="1239012" cy="12700"/>
              </a:xfrm>
              <a:custGeom>
                <a:avLst/>
                <a:gdLst>
                  <a:gd name="csX0" fmla="*/ 0 w 1239012"/>
                  <a:gd name="csY0" fmla="*/ 0 h 12700"/>
                  <a:gd name="csX1" fmla="*/ 1239012 w 123901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9012" h="12700">
                    <a:moveTo>
                      <a:pt x="0" y="0"/>
                    </a:moveTo>
                    <a:lnTo>
                      <a:pt x="12390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68" name="Freeform 7167">
                <a:extLst>
                  <a:ext uri="{FF2B5EF4-FFF2-40B4-BE49-F238E27FC236}">
                    <a16:creationId xmlns:a16="http://schemas.microsoft.com/office/drawing/2014/main" id="{97D4F106-692F-A60C-730E-283C552C489A}"/>
                  </a:ext>
                </a:extLst>
              </p:cNvPr>
              <p:cNvSpPr/>
              <p:nvPr/>
            </p:nvSpPr>
            <p:spPr>
              <a:xfrm>
                <a:off x="-1119416" y="300648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69" name="Freeform 7168">
                <a:extLst>
                  <a:ext uri="{FF2B5EF4-FFF2-40B4-BE49-F238E27FC236}">
                    <a16:creationId xmlns:a16="http://schemas.microsoft.com/office/drawing/2014/main" id="{DD3D9896-C6FD-B986-18A3-15658CD50690}"/>
                  </a:ext>
                </a:extLst>
              </p:cNvPr>
              <p:cNvSpPr/>
              <p:nvPr/>
            </p:nvSpPr>
            <p:spPr>
              <a:xfrm>
                <a:off x="-881036" y="300648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70" name="Freeform 7169">
                <a:extLst>
                  <a:ext uri="{FF2B5EF4-FFF2-40B4-BE49-F238E27FC236}">
                    <a16:creationId xmlns:a16="http://schemas.microsoft.com/office/drawing/2014/main" id="{BB24E21D-50C2-DCF2-1296-C09A1ED3FB95}"/>
                  </a:ext>
                </a:extLst>
              </p:cNvPr>
              <p:cNvSpPr/>
              <p:nvPr/>
            </p:nvSpPr>
            <p:spPr>
              <a:xfrm>
                <a:off x="-642785" y="300648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71" name="Freeform 7170">
                <a:extLst>
                  <a:ext uri="{FF2B5EF4-FFF2-40B4-BE49-F238E27FC236}">
                    <a16:creationId xmlns:a16="http://schemas.microsoft.com/office/drawing/2014/main" id="{A7E2C616-C745-A19D-4961-7739B2C21042}"/>
                  </a:ext>
                </a:extLst>
              </p:cNvPr>
              <p:cNvSpPr/>
              <p:nvPr/>
            </p:nvSpPr>
            <p:spPr>
              <a:xfrm>
                <a:off x="-404533" y="300648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72" name="Freeform 7171">
                <a:extLst>
                  <a:ext uri="{FF2B5EF4-FFF2-40B4-BE49-F238E27FC236}">
                    <a16:creationId xmlns:a16="http://schemas.microsoft.com/office/drawing/2014/main" id="{9D2B73C0-BBCC-E8A3-B237-D6BCD1E15380}"/>
                  </a:ext>
                </a:extLst>
              </p:cNvPr>
              <p:cNvSpPr/>
              <p:nvPr/>
            </p:nvSpPr>
            <p:spPr>
              <a:xfrm>
                <a:off x="-166280" y="300648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173" name="TextBox 7172">
                <a:extLst>
                  <a:ext uri="{FF2B5EF4-FFF2-40B4-BE49-F238E27FC236}">
                    <a16:creationId xmlns:a16="http://schemas.microsoft.com/office/drawing/2014/main" id="{AE400A33-F3D1-8288-6F8C-9D337AC61FF8}"/>
                  </a:ext>
                </a:extLst>
              </p:cNvPr>
              <p:cNvSpPr txBox="1"/>
              <p:nvPr/>
            </p:nvSpPr>
            <p:spPr>
              <a:xfrm>
                <a:off x="-1259839" y="3002341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7174" name="TextBox 7173">
                <a:extLst>
                  <a:ext uri="{FF2B5EF4-FFF2-40B4-BE49-F238E27FC236}">
                    <a16:creationId xmlns:a16="http://schemas.microsoft.com/office/drawing/2014/main" id="{C883D250-F9B8-A207-DCD5-2FD0EBE29223}"/>
                  </a:ext>
                </a:extLst>
              </p:cNvPr>
              <p:cNvSpPr txBox="1"/>
              <p:nvPr/>
            </p:nvSpPr>
            <p:spPr>
              <a:xfrm>
                <a:off x="-989400" y="3002341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7175" name="TextBox 7174">
                <a:extLst>
                  <a:ext uri="{FF2B5EF4-FFF2-40B4-BE49-F238E27FC236}">
                    <a16:creationId xmlns:a16="http://schemas.microsoft.com/office/drawing/2014/main" id="{22AC534F-2FE6-482F-990E-A6A263E06BD3}"/>
                  </a:ext>
                </a:extLst>
              </p:cNvPr>
              <p:cNvSpPr txBox="1"/>
              <p:nvPr/>
            </p:nvSpPr>
            <p:spPr>
              <a:xfrm>
                <a:off x="-783208" y="3002341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7176" name="TextBox 7175">
                <a:extLst>
                  <a:ext uri="{FF2B5EF4-FFF2-40B4-BE49-F238E27FC236}">
                    <a16:creationId xmlns:a16="http://schemas.microsoft.com/office/drawing/2014/main" id="{F14C6210-295F-40C4-9FB4-A3FE2CC878AF}"/>
                  </a:ext>
                </a:extLst>
              </p:cNvPr>
              <p:cNvSpPr txBox="1"/>
              <p:nvPr/>
            </p:nvSpPr>
            <p:spPr>
              <a:xfrm>
                <a:off x="-573810" y="3002341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7177" name="TextBox 7176">
                <a:extLst>
                  <a:ext uri="{FF2B5EF4-FFF2-40B4-BE49-F238E27FC236}">
                    <a16:creationId xmlns:a16="http://schemas.microsoft.com/office/drawing/2014/main" id="{B53B96F5-054E-539D-C5CF-9BD570617899}"/>
                  </a:ext>
                </a:extLst>
              </p:cNvPr>
              <p:cNvSpPr txBox="1"/>
              <p:nvPr/>
            </p:nvSpPr>
            <p:spPr>
              <a:xfrm>
                <a:off x="-293880" y="3002341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7179" name="TextBox 7178">
                <a:extLst>
                  <a:ext uri="{FF2B5EF4-FFF2-40B4-BE49-F238E27FC236}">
                    <a16:creationId xmlns:a16="http://schemas.microsoft.com/office/drawing/2014/main" id="{E23C7D12-8A28-E0F7-DC7B-7355E65563B9}"/>
                  </a:ext>
                </a:extLst>
              </p:cNvPr>
              <p:cNvSpPr txBox="1"/>
              <p:nvPr/>
            </p:nvSpPr>
            <p:spPr>
              <a:xfrm rot="16200000">
                <a:off x="-2139897" y="2316195"/>
                <a:ext cx="95731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% of Neurons</a:t>
                </a:r>
              </a:p>
            </p:txBody>
          </p:sp>
          <p:sp>
            <p:nvSpPr>
              <p:cNvPr id="7180" name="TextBox 7179">
                <a:extLst>
                  <a:ext uri="{FF2B5EF4-FFF2-40B4-BE49-F238E27FC236}">
                    <a16:creationId xmlns:a16="http://schemas.microsoft.com/office/drawing/2014/main" id="{DFFEE5B6-B6DB-9D0C-0063-5AF7D257E33F}"/>
                  </a:ext>
                </a:extLst>
              </p:cNvPr>
              <p:cNvSpPr txBox="1"/>
              <p:nvPr/>
            </p:nvSpPr>
            <p:spPr>
              <a:xfrm>
                <a:off x="-1249389" y="1569867"/>
                <a:ext cx="105509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6_POA_Mixed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88949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5" name="Graphic 160">
            <a:extLst>
              <a:ext uri="{FF2B5EF4-FFF2-40B4-BE49-F238E27FC236}">
                <a16:creationId xmlns:a16="http://schemas.microsoft.com/office/drawing/2014/main" id="{33ADC207-C6E6-FD7E-A5AD-E4770C72CD84}"/>
              </a:ext>
            </a:extLst>
          </p:cNvPr>
          <p:cNvGrpSpPr/>
          <p:nvPr/>
        </p:nvGrpSpPr>
        <p:grpSpPr>
          <a:xfrm>
            <a:off x="131571" y="4057194"/>
            <a:ext cx="1830670" cy="1836670"/>
            <a:chOff x="301134" y="6043438"/>
            <a:chExt cx="1830670" cy="1836670"/>
          </a:xfrm>
        </p:grpSpPr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EB642A0-7F89-8DCD-AEBC-74F21C510D90}"/>
                </a:ext>
              </a:extLst>
            </p:cNvPr>
            <p:cNvSpPr/>
            <p:nvPr/>
          </p:nvSpPr>
          <p:spPr>
            <a:xfrm>
              <a:off x="303004" y="6051308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1FCB412C-F0BC-79CA-6534-E7000D632D3E}"/>
                </a:ext>
              </a:extLst>
            </p:cNvPr>
            <p:cNvSpPr/>
            <p:nvPr/>
          </p:nvSpPr>
          <p:spPr>
            <a:xfrm>
              <a:off x="303003" y="6051308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988" name="Graphic 160">
              <a:extLst>
                <a:ext uri="{FF2B5EF4-FFF2-40B4-BE49-F238E27FC236}">
                  <a16:creationId xmlns:a16="http://schemas.microsoft.com/office/drawing/2014/main" id="{EA771DA2-E1D3-6431-225B-413E9CB488DF}"/>
                </a:ext>
              </a:extLst>
            </p:cNvPr>
            <p:cNvGrpSpPr/>
            <p:nvPr/>
          </p:nvGrpSpPr>
          <p:grpSpPr>
            <a:xfrm>
              <a:off x="823196" y="6345694"/>
              <a:ext cx="1239139" cy="1134491"/>
              <a:chOff x="823196" y="6345694"/>
              <a:chExt cx="1239139" cy="1134491"/>
            </a:xfrm>
          </p:grpSpPr>
          <p:sp>
            <p:nvSpPr>
              <p:cNvPr id="989" name="Rectangle 988">
                <a:extLst>
                  <a:ext uri="{FF2B5EF4-FFF2-40B4-BE49-F238E27FC236}">
                    <a16:creationId xmlns:a16="http://schemas.microsoft.com/office/drawing/2014/main" id="{A956F91D-F7EE-15D5-F4F7-378AA0960840}"/>
                  </a:ext>
                </a:extLst>
              </p:cNvPr>
              <p:cNvSpPr/>
              <p:nvPr/>
            </p:nvSpPr>
            <p:spPr>
              <a:xfrm>
                <a:off x="823196" y="6345694"/>
                <a:ext cx="123913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0" name="Rectangle 989">
                <a:extLst>
                  <a:ext uri="{FF2B5EF4-FFF2-40B4-BE49-F238E27FC236}">
                    <a16:creationId xmlns:a16="http://schemas.microsoft.com/office/drawing/2014/main" id="{03F06247-DE7A-3837-67D6-49EFAB007A3B}"/>
                  </a:ext>
                </a:extLst>
              </p:cNvPr>
              <p:cNvSpPr/>
              <p:nvPr/>
            </p:nvSpPr>
            <p:spPr>
              <a:xfrm>
                <a:off x="894570" y="6967613"/>
                <a:ext cx="143001" cy="512444"/>
              </a:xfrm>
              <a:prstGeom prst="rect">
                <a:avLst/>
              </a:pr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1" name="Rectangle 990">
                <a:extLst>
                  <a:ext uri="{FF2B5EF4-FFF2-40B4-BE49-F238E27FC236}">
                    <a16:creationId xmlns:a16="http://schemas.microsoft.com/office/drawing/2014/main" id="{BB86925E-6BDA-9C58-488F-DC963F16E8BE}"/>
                  </a:ext>
                </a:extLst>
              </p:cNvPr>
              <p:cNvSpPr/>
              <p:nvPr/>
            </p:nvSpPr>
            <p:spPr>
              <a:xfrm>
                <a:off x="1132949" y="7067689"/>
                <a:ext cx="143002" cy="412369"/>
              </a:xfrm>
              <a:prstGeom prst="rect">
                <a:avLst/>
              </a:pr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2" name="Rectangle 991">
                <a:extLst>
                  <a:ext uri="{FF2B5EF4-FFF2-40B4-BE49-F238E27FC236}">
                    <a16:creationId xmlns:a16="http://schemas.microsoft.com/office/drawing/2014/main" id="{3CD5C32E-DF8D-35FE-7C45-5B7B957493D1}"/>
                  </a:ext>
                </a:extLst>
              </p:cNvPr>
              <p:cNvSpPr/>
              <p:nvPr/>
            </p:nvSpPr>
            <p:spPr>
              <a:xfrm>
                <a:off x="1371201" y="7117727"/>
                <a:ext cx="143002" cy="362331"/>
              </a:xfrm>
              <a:prstGeom prst="rect">
                <a:avLst/>
              </a:pr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3" name="Rectangle 992">
                <a:extLst>
                  <a:ext uri="{FF2B5EF4-FFF2-40B4-BE49-F238E27FC236}">
                    <a16:creationId xmlns:a16="http://schemas.microsoft.com/office/drawing/2014/main" id="{67566FEB-7082-FEB6-11A7-4D4B7F70D4CD}"/>
                  </a:ext>
                </a:extLst>
              </p:cNvPr>
              <p:cNvSpPr/>
              <p:nvPr/>
            </p:nvSpPr>
            <p:spPr>
              <a:xfrm>
                <a:off x="1609453" y="6909447"/>
                <a:ext cx="143002" cy="570738"/>
              </a:xfrm>
              <a:prstGeom prst="rect">
                <a:avLst/>
              </a:pr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4" name="Rectangle 993">
                <a:extLst>
                  <a:ext uri="{FF2B5EF4-FFF2-40B4-BE49-F238E27FC236}">
                    <a16:creationId xmlns:a16="http://schemas.microsoft.com/office/drawing/2014/main" id="{32F36F5E-4F5D-34DE-1340-0AB227C8AD6C}"/>
                  </a:ext>
                </a:extLst>
              </p:cNvPr>
              <p:cNvSpPr/>
              <p:nvPr/>
            </p:nvSpPr>
            <p:spPr>
              <a:xfrm>
                <a:off x="1847705" y="6993267"/>
                <a:ext cx="143001" cy="486791"/>
              </a:xfrm>
              <a:prstGeom prst="rect">
                <a:avLst/>
              </a:pr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4DCDB702-42A3-2720-347D-80EAFEA600FE}"/>
                  </a:ext>
                </a:extLst>
              </p:cNvPr>
              <p:cNvSpPr/>
              <p:nvPr/>
            </p:nvSpPr>
            <p:spPr>
              <a:xfrm>
                <a:off x="918445" y="6927735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6" name="Freeform 995">
                <a:extLst>
                  <a:ext uri="{FF2B5EF4-FFF2-40B4-BE49-F238E27FC236}">
                    <a16:creationId xmlns:a16="http://schemas.microsoft.com/office/drawing/2014/main" id="{AFAB4B0B-3BAC-906D-953D-5E5A917B9026}"/>
                  </a:ext>
                </a:extLst>
              </p:cNvPr>
              <p:cNvSpPr/>
              <p:nvPr/>
            </p:nvSpPr>
            <p:spPr>
              <a:xfrm>
                <a:off x="966070" y="6927735"/>
                <a:ext cx="12700" cy="79883"/>
              </a:xfrm>
              <a:custGeom>
                <a:avLst/>
                <a:gdLst>
                  <a:gd name="csX0" fmla="*/ 0 w 12700"/>
                  <a:gd name="csY0" fmla="*/ 0 h 79883"/>
                  <a:gd name="csX1" fmla="*/ 0 w 12700"/>
                  <a:gd name="csY1" fmla="*/ 79883 h 798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9883">
                    <a:moveTo>
                      <a:pt x="0" y="0"/>
                    </a:moveTo>
                    <a:lnTo>
                      <a:pt x="0" y="7988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7" name="Freeform 996">
                <a:extLst>
                  <a:ext uri="{FF2B5EF4-FFF2-40B4-BE49-F238E27FC236}">
                    <a16:creationId xmlns:a16="http://schemas.microsoft.com/office/drawing/2014/main" id="{B96E8415-CF34-A9AE-86B5-A2F4E7E8326D}"/>
                  </a:ext>
                </a:extLst>
              </p:cNvPr>
              <p:cNvSpPr/>
              <p:nvPr/>
            </p:nvSpPr>
            <p:spPr>
              <a:xfrm>
                <a:off x="918445" y="7007618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8" name="Freeform 997">
                <a:extLst>
                  <a:ext uri="{FF2B5EF4-FFF2-40B4-BE49-F238E27FC236}">
                    <a16:creationId xmlns:a16="http://schemas.microsoft.com/office/drawing/2014/main" id="{3F5F81EB-B94D-F693-A349-C0242CB5DD7A}"/>
                  </a:ext>
                </a:extLst>
              </p:cNvPr>
              <p:cNvSpPr/>
              <p:nvPr/>
            </p:nvSpPr>
            <p:spPr>
              <a:xfrm>
                <a:off x="1156698" y="7035177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E73F78D0-AD66-07B0-C042-849831F4CD26}"/>
                  </a:ext>
                </a:extLst>
              </p:cNvPr>
              <p:cNvSpPr/>
              <p:nvPr/>
            </p:nvSpPr>
            <p:spPr>
              <a:xfrm>
                <a:off x="1204450" y="7035177"/>
                <a:ext cx="12700" cy="65023"/>
              </a:xfrm>
              <a:custGeom>
                <a:avLst/>
                <a:gdLst>
                  <a:gd name="csX0" fmla="*/ 0 w 12700"/>
                  <a:gd name="csY0" fmla="*/ 0 h 65023"/>
                  <a:gd name="csX1" fmla="*/ 0 w 12700"/>
                  <a:gd name="csY1" fmla="*/ 65024 h 650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5023">
                    <a:moveTo>
                      <a:pt x="0" y="0"/>
                    </a:moveTo>
                    <a:lnTo>
                      <a:pt x="0" y="6502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5471032D-DF3A-5356-E75D-D706383DFF63}"/>
                  </a:ext>
                </a:extLst>
              </p:cNvPr>
              <p:cNvSpPr/>
              <p:nvPr/>
            </p:nvSpPr>
            <p:spPr>
              <a:xfrm>
                <a:off x="1156698" y="7100200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6BF26F13-B336-CDA9-AAAD-DF92EB01379E}"/>
                  </a:ext>
                </a:extLst>
              </p:cNvPr>
              <p:cNvSpPr/>
              <p:nvPr/>
            </p:nvSpPr>
            <p:spPr>
              <a:xfrm>
                <a:off x="1395076" y="7099946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A431143F-0A73-7CED-D586-BC3DF950DF79}"/>
                  </a:ext>
                </a:extLst>
              </p:cNvPr>
              <p:cNvSpPr/>
              <p:nvPr/>
            </p:nvSpPr>
            <p:spPr>
              <a:xfrm>
                <a:off x="1442701" y="7099946"/>
                <a:ext cx="12700" cy="35560"/>
              </a:xfrm>
              <a:custGeom>
                <a:avLst/>
                <a:gdLst>
                  <a:gd name="csX0" fmla="*/ 0 w 12700"/>
                  <a:gd name="csY0" fmla="*/ 0 h 35560"/>
                  <a:gd name="csX1" fmla="*/ 0 w 12700"/>
                  <a:gd name="csY1" fmla="*/ 35560 h 355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5560">
                    <a:moveTo>
                      <a:pt x="0" y="0"/>
                    </a:moveTo>
                    <a:lnTo>
                      <a:pt x="0" y="3556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3" name="Freeform 1002">
                <a:extLst>
                  <a:ext uri="{FF2B5EF4-FFF2-40B4-BE49-F238E27FC236}">
                    <a16:creationId xmlns:a16="http://schemas.microsoft.com/office/drawing/2014/main" id="{4FAE6C99-21FF-2C3E-6C01-0C03D0C1423A}"/>
                  </a:ext>
                </a:extLst>
              </p:cNvPr>
              <p:cNvSpPr/>
              <p:nvPr/>
            </p:nvSpPr>
            <p:spPr>
              <a:xfrm>
                <a:off x="1395076" y="7135507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4" name="Freeform 1003">
                <a:extLst>
                  <a:ext uri="{FF2B5EF4-FFF2-40B4-BE49-F238E27FC236}">
                    <a16:creationId xmlns:a16="http://schemas.microsoft.com/office/drawing/2014/main" id="{29CFD223-5380-E047-D478-47F83C9EED54}"/>
                  </a:ext>
                </a:extLst>
              </p:cNvPr>
              <p:cNvSpPr/>
              <p:nvPr/>
            </p:nvSpPr>
            <p:spPr>
              <a:xfrm>
                <a:off x="1871581" y="6941196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5" name="Freeform 1004">
                <a:extLst>
                  <a:ext uri="{FF2B5EF4-FFF2-40B4-BE49-F238E27FC236}">
                    <a16:creationId xmlns:a16="http://schemas.microsoft.com/office/drawing/2014/main" id="{69447DB8-B642-CED0-48A7-203CCC3813E1}"/>
                  </a:ext>
                </a:extLst>
              </p:cNvPr>
              <p:cNvSpPr/>
              <p:nvPr/>
            </p:nvSpPr>
            <p:spPr>
              <a:xfrm>
                <a:off x="1919206" y="6941196"/>
                <a:ext cx="12700" cy="104266"/>
              </a:xfrm>
              <a:custGeom>
                <a:avLst/>
                <a:gdLst>
                  <a:gd name="csX0" fmla="*/ 0 w 12700"/>
                  <a:gd name="csY0" fmla="*/ 0 h 104266"/>
                  <a:gd name="csX1" fmla="*/ 0 w 12700"/>
                  <a:gd name="csY1" fmla="*/ 104267 h 104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4266">
                    <a:moveTo>
                      <a:pt x="0" y="0"/>
                    </a:moveTo>
                    <a:lnTo>
                      <a:pt x="0" y="10426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485F47FA-2C58-39D1-0697-2DF4958EFA5A}"/>
                  </a:ext>
                </a:extLst>
              </p:cNvPr>
              <p:cNvSpPr/>
              <p:nvPr/>
            </p:nvSpPr>
            <p:spPr>
              <a:xfrm>
                <a:off x="1871581" y="704546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7" name="Oval 1006">
                <a:extLst>
                  <a:ext uri="{FF2B5EF4-FFF2-40B4-BE49-F238E27FC236}">
                    <a16:creationId xmlns:a16="http://schemas.microsoft.com/office/drawing/2014/main" id="{720C2DB9-1E3A-ECE0-58DC-BD8A45E66A1F}"/>
                  </a:ext>
                </a:extLst>
              </p:cNvPr>
              <p:cNvSpPr/>
              <p:nvPr/>
            </p:nvSpPr>
            <p:spPr>
              <a:xfrm>
                <a:off x="1444353" y="711734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8" name="Oval 1007">
                <a:extLst>
                  <a:ext uri="{FF2B5EF4-FFF2-40B4-BE49-F238E27FC236}">
                    <a16:creationId xmlns:a16="http://schemas.microsoft.com/office/drawing/2014/main" id="{F7C1B9A2-9AF9-0569-3D7E-D72AB9AA51D7}"/>
                  </a:ext>
                </a:extLst>
              </p:cNvPr>
              <p:cNvSpPr/>
              <p:nvPr/>
            </p:nvSpPr>
            <p:spPr>
              <a:xfrm>
                <a:off x="1207244" y="70629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09" name="Oval 1008">
                <a:extLst>
                  <a:ext uri="{FF2B5EF4-FFF2-40B4-BE49-F238E27FC236}">
                    <a16:creationId xmlns:a16="http://schemas.microsoft.com/office/drawing/2014/main" id="{0E678B85-0449-C5A4-3B87-BBE0EE731E0D}"/>
                  </a:ext>
                </a:extLst>
              </p:cNvPr>
              <p:cNvSpPr/>
              <p:nvPr/>
            </p:nvSpPr>
            <p:spPr>
              <a:xfrm>
                <a:off x="1176129" y="70629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0" name="Oval 1009">
                <a:extLst>
                  <a:ext uri="{FF2B5EF4-FFF2-40B4-BE49-F238E27FC236}">
                    <a16:creationId xmlns:a16="http://schemas.microsoft.com/office/drawing/2014/main" id="{E3A5ED5F-2017-F6C0-2B37-C2DE472B7233}"/>
                  </a:ext>
                </a:extLst>
              </p:cNvPr>
              <p:cNvSpPr/>
              <p:nvPr/>
            </p:nvSpPr>
            <p:spPr>
              <a:xfrm>
                <a:off x="1916920" y="697193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1" name="Oval 1010">
                <a:extLst>
                  <a:ext uri="{FF2B5EF4-FFF2-40B4-BE49-F238E27FC236}">
                    <a16:creationId xmlns:a16="http://schemas.microsoft.com/office/drawing/2014/main" id="{F37B6791-1BE5-BB10-C7DA-8227FAAC98B1}"/>
                  </a:ext>
                </a:extLst>
              </p:cNvPr>
              <p:cNvSpPr/>
              <p:nvPr/>
            </p:nvSpPr>
            <p:spPr>
              <a:xfrm>
                <a:off x="954768" y="682080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2" name="Oval 1011">
                <a:extLst>
                  <a:ext uri="{FF2B5EF4-FFF2-40B4-BE49-F238E27FC236}">
                    <a16:creationId xmlns:a16="http://schemas.microsoft.com/office/drawing/2014/main" id="{BC1B2800-C87D-9CC1-8EFA-9656CE87558D}"/>
                  </a:ext>
                </a:extLst>
              </p:cNvPr>
              <p:cNvSpPr/>
              <p:nvPr/>
            </p:nvSpPr>
            <p:spPr>
              <a:xfrm>
                <a:off x="1902061" y="713855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3" name="Oval 1012">
                <a:extLst>
                  <a:ext uri="{FF2B5EF4-FFF2-40B4-BE49-F238E27FC236}">
                    <a16:creationId xmlns:a16="http://schemas.microsoft.com/office/drawing/2014/main" id="{9FCA0B86-BAA9-8A97-CF7A-92F5033277AB}"/>
                  </a:ext>
                </a:extLst>
              </p:cNvPr>
              <p:cNvSpPr/>
              <p:nvPr/>
            </p:nvSpPr>
            <p:spPr>
              <a:xfrm>
                <a:off x="959340" y="706705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4" name="Oval 1013">
                <a:extLst>
                  <a:ext uri="{FF2B5EF4-FFF2-40B4-BE49-F238E27FC236}">
                    <a16:creationId xmlns:a16="http://schemas.microsoft.com/office/drawing/2014/main" id="{C3078883-4817-3231-87AE-F5ED71B6980E}"/>
                  </a:ext>
                </a:extLst>
              </p:cNvPr>
              <p:cNvSpPr/>
              <p:nvPr/>
            </p:nvSpPr>
            <p:spPr>
              <a:xfrm>
                <a:off x="1883773" y="707797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5" name="Oval 1014">
                <a:extLst>
                  <a:ext uri="{FF2B5EF4-FFF2-40B4-BE49-F238E27FC236}">
                    <a16:creationId xmlns:a16="http://schemas.microsoft.com/office/drawing/2014/main" id="{ACEA1748-F080-88FA-BC8C-4554468B1F7D}"/>
                  </a:ext>
                </a:extLst>
              </p:cNvPr>
              <p:cNvSpPr/>
              <p:nvPr/>
            </p:nvSpPr>
            <p:spPr>
              <a:xfrm>
                <a:off x="955530" y="701561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6" name="Oval 1015">
                <a:extLst>
                  <a:ext uri="{FF2B5EF4-FFF2-40B4-BE49-F238E27FC236}">
                    <a16:creationId xmlns:a16="http://schemas.microsoft.com/office/drawing/2014/main" id="{18494142-C00E-43E0-EB60-5D4BA630717F}"/>
                  </a:ext>
                </a:extLst>
              </p:cNvPr>
              <p:cNvSpPr/>
              <p:nvPr/>
            </p:nvSpPr>
            <p:spPr>
              <a:xfrm>
                <a:off x="1910951" y="698717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7" name="Oval 1016">
                <a:extLst>
                  <a:ext uri="{FF2B5EF4-FFF2-40B4-BE49-F238E27FC236}">
                    <a16:creationId xmlns:a16="http://schemas.microsoft.com/office/drawing/2014/main" id="{4610625B-9A63-3807-F925-3176DE49FF35}"/>
                  </a:ext>
                </a:extLst>
              </p:cNvPr>
              <p:cNvSpPr/>
              <p:nvPr/>
            </p:nvSpPr>
            <p:spPr>
              <a:xfrm>
                <a:off x="946005" y="700863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8" name="Oval 1017">
                <a:extLst>
                  <a:ext uri="{FF2B5EF4-FFF2-40B4-BE49-F238E27FC236}">
                    <a16:creationId xmlns:a16="http://schemas.microsoft.com/office/drawing/2014/main" id="{AFE31C15-0B0D-16BB-A915-328F00CC4405}"/>
                  </a:ext>
                </a:extLst>
              </p:cNvPr>
              <p:cNvSpPr/>
              <p:nvPr/>
            </p:nvSpPr>
            <p:spPr>
              <a:xfrm>
                <a:off x="1911713" y="6781304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19" name="Oval 1018">
                <a:extLst>
                  <a:ext uri="{FF2B5EF4-FFF2-40B4-BE49-F238E27FC236}">
                    <a16:creationId xmlns:a16="http://schemas.microsoft.com/office/drawing/2014/main" id="{3D4B8651-8BB0-28BC-B88A-88B09935F3A9}"/>
                  </a:ext>
                </a:extLst>
              </p:cNvPr>
              <p:cNvSpPr/>
              <p:nvPr/>
            </p:nvSpPr>
            <p:spPr>
              <a:xfrm>
                <a:off x="968738" y="693205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20" name="Oval 1019">
                <a:extLst>
                  <a:ext uri="{FF2B5EF4-FFF2-40B4-BE49-F238E27FC236}">
                    <a16:creationId xmlns:a16="http://schemas.microsoft.com/office/drawing/2014/main" id="{2B994CBF-5C13-E153-A545-9EF0BCC7FED0}"/>
                  </a:ext>
                </a:extLst>
              </p:cNvPr>
              <p:cNvSpPr/>
              <p:nvPr/>
            </p:nvSpPr>
            <p:spPr>
              <a:xfrm>
                <a:off x="1174732" y="702285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22" name="Oval 1021">
                <a:extLst>
                  <a:ext uri="{FF2B5EF4-FFF2-40B4-BE49-F238E27FC236}">
                    <a16:creationId xmlns:a16="http://schemas.microsoft.com/office/drawing/2014/main" id="{1A524815-C14D-EBCC-3686-AED5391879B4}"/>
                  </a:ext>
                </a:extLst>
              </p:cNvPr>
              <p:cNvSpPr/>
              <p:nvPr/>
            </p:nvSpPr>
            <p:spPr>
              <a:xfrm>
                <a:off x="1899394" y="689446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23" name="Oval 1022">
                <a:extLst>
                  <a:ext uri="{FF2B5EF4-FFF2-40B4-BE49-F238E27FC236}">
                    <a16:creationId xmlns:a16="http://schemas.microsoft.com/office/drawing/2014/main" id="{4B5B4B88-B313-EBB3-767D-212AD7FC0A49}"/>
                  </a:ext>
                </a:extLst>
              </p:cNvPr>
              <p:cNvSpPr/>
              <p:nvPr/>
            </p:nvSpPr>
            <p:spPr>
              <a:xfrm>
                <a:off x="968992" y="685356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0" name="Oval 1279">
                <a:extLst>
                  <a:ext uri="{FF2B5EF4-FFF2-40B4-BE49-F238E27FC236}">
                    <a16:creationId xmlns:a16="http://schemas.microsoft.com/office/drawing/2014/main" id="{1659B087-8E96-4D51-6D32-0D9683E33792}"/>
                  </a:ext>
                </a:extLst>
              </p:cNvPr>
              <p:cNvSpPr/>
              <p:nvPr/>
            </p:nvSpPr>
            <p:spPr>
              <a:xfrm>
                <a:off x="1447401" y="708178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1" name="Oval 1280">
                <a:extLst>
                  <a:ext uri="{FF2B5EF4-FFF2-40B4-BE49-F238E27FC236}">
                    <a16:creationId xmlns:a16="http://schemas.microsoft.com/office/drawing/2014/main" id="{71EA5BAE-AD03-F97D-BC3A-2AB6E817C3A8}"/>
                  </a:ext>
                </a:extLst>
              </p:cNvPr>
              <p:cNvSpPr/>
              <p:nvPr/>
            </p:nvSpPr>
            <p:spPr>
              <a:xfrm>
                <a:off x="1168128" y="698437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2" name="Oval 1281">
                <a:extLst>
                  <a:ext uri="{FF2B5EF4-FFF2-40B4-BE49-F238E27FC236}">
                    <a16:creationId xmlns:a16="http://schemas.microsoft.com/office/drawing/2014/main" id="{84673F72-E746-59FE-ABB8-F8AB4ACD4FD1}"/>
                  </a:ext>
                </a:extLst>
              </p:cNvPr>
              <p:cNvSpPr/>
              <p:nvPr/>
            </p:nvSpPr>
            <p:spPr>
              <a:xfrm>
                <a:off x="1185146" y="722123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3" name="Oval 1282">
                <a:extLst>
                  <a:ext uri="{FF2B5EF4-FFF2-40B4-BE49-F238E27FC236}">
                    <a16:creationId xmlns:a16="http://schemas.microsoft.com/office/drawing/2014/main" id="{5BA24FFF-FCF4-A274-3DE6-5A9DCAA3F6A2}"/>
                  </a:ext>
                </a:extLst>
              </p:cNvPr>
              <p:cNvSpPr/>
              <p:nvPr/>
            </p:nvSpPr>
            <p:spPr>
              <a:xfrm>
                <a:off x="1665841" y="689141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4" name="Oval 1283">
                <a:extLst>
                  <a:ext uri="{FF2B5EF4-FFF2-40B4-BE49-F238E27FC236}">
                    <a16:creationId xmlns:a16="http://schemas.microsoft.com/office/drawing/2014/main" id="{E6F28784-C920-9E21-D81C-6AA2D65775C1}"/>
                  </a:ext>
                </a:extLst>
              </p:cNvPr>
              <p:cNvSpPr/>
              <p:nvPr/>
            </p:nvSpPr>
            <p:spPr>
              <a:xfrm>
                <a:off x="1205593" y="695173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5" name="Oval 1284">
                <a:extLst>
                  <a:ext uri="{FF2B5EF4-FFF2-40B4-BE49-F238E27FC236}">
                    <a16:creationId xmlns:a16="http://schemas.microsoft.com/office/drawing/2014/main" id="{0D20F7BC-239E-9ED9-EB05-44ECB9BA71C4}"/>
                  </a:ext>
                </a:extLst>
              </p:cNvPr>
              <p:cNvSpPr/>
              <p:nvPr/>
            </p:nvSpPr>
            <p:spPr>
              <a:xfrm>
                <a:off x="1169144" y="704152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6" name="TextBox 1285">
                <a:extLst>
                  <a:ext uri="{FF2B5EF4-FFF2-40B4-BE49-F238E27FC236}">
                    <a16:creationId xmlns:a16="http://schemas.microsoft.com/office/drawing/2014/main" id="{B171E8F4-CE12-B73A-1AEF-DF345E5C6F37}"/>
                  </a:ext>
                </a:extLst>
              </p:cNvPr>
              <p:cNvSpPr txBox="1"/>
              <p:nvPr/>
            </p:nvSpPr>
            <p:spPr>
              <a:xfrm>
                <a:off x="891284" y="6485863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287" name="Freeform 1286">
                <a:extLst>
                  <a:ext uri="{FF2B5EF4-FFF2-40B4-BE49-F238E27FC236}">
                    <a16:creationId xmlns:a16="http://schemas.microsoft.com/office/drawing/2014/main" id="{A50A666F-99F0-3186-5935-7A9CA63B6DBA}"/>
                  </a:ext>
                </a:extLst>
              </p:cNvPr>
              <p:cNvSpPr/>
              <p:nvPr/>
            </p:nvSpPr>
            <p:spPr>
              <a:xfrm>
                <a:off x="966071" y="6663321"/>
                <a:ext cx="214502" cy="12700"/>
              </a:xfrm>
              <a:custGeom>
                <a:avLst/>
                <a:gdLst>
                  <a:gd name="csX0" fmla="*/ 0 w 214502"/>
                  <a:gd name="csY0" fmla="*/ 0 h 12700"/>
                  <a:gd name="csX1" fmla="*/ 214503 w 21450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4502" h="12700">
                    <a:moveTo>
                      <a:pt x="0" y="0"/>
                    </a:moveTo>
                    <a:lnTo>
                      <a:pt x="21450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88" name="TextBox 1287">
                <a:extLst>
                  <a:ext uri="{FF2B5EF4-FFF2-40B4-BE49-F238E27FC236}">
                    <a16:creationId xmlns:a16="http://schemas.microsoft.com/office/drawing/2014/main" id="{DAB162B1-7695-E815-A730-BDFF6838C33F}"/>
                  </a:ext>
                </a:extLst>
              </p:cNvPr>
              <p:cNvSpPr txBox="1"/>
              <p:nvPr/>
            </p:nvSpPr>
            <p:spPr>
              <a:xfrm>
                <a:off x="1436549" y="6485863"/>
                <a:ext cx="274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1289" name="Freeform 1288">
                <a:extLst>
                  <a:ext uri="{FF2B5EF4-FFF2-40B4-BE49-F238E27FC236}">
                    <a16:creationId xmlns:a16="http://schemas.microsoft.com/office/drawing/2014/main" id="{0FD4C93B-CE3F-FF5A-E191-4E69F7A6A003}"/>
                  </a:ext>
                </a:extLst>
              </p:cNvPr>
              <p:cNvSpPr/>
              <p:nvPr/>
            </p:nvSpPr>
            <p:spPr>
              <a:xfrm>
                <a:off x="1228199" y="6663321"/>
                <a:ext cx="691007" cy="12700"/>
              </a:xfrm>
              <a:custGeom>
                <a:avLst/>
                <a:gdLst>
                  <a:gd name="csX0" fmla="*/ 0 w 691007"/>
                  <a:gd name="csY0" fmla="*/ 0 h 12700"/>
                  <a:gd name="csX1" fmla="*/ 691007 w 69100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1007" h="12700">
                    <a:moveTo>
                      <a:pt x="0" y="0"/>
                    </a:moveTo>
                    <a:lnTo>
                      <a:pt x="69100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90" name="TextBox 1289">
                <a:extLst>
                  <a:ext uri="{FF2B5EF4-FFF2-40B4-BE49-F238E27FC236}">
                    <a16:creationId xmlns:a16="http://schemas.microsoft.com/office/drawing/2014/main" id="{FCEEFA3B-24EB-C3D8-24CD-96DECFB7914D}"/>
                  </a:ext>
                </a:extLst>
              </p:cNvPr>
              <p:cNvSpPr txBox="1"/>
              <p:nvPr/>
            </p:nvSpPr>
            <p:spPr>
              <a:xfrm>
                <a:off x="1188465" y="6386568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0.356</a:t>
                </a:r>
              </a:p>
            </p:txBody>
          </p:sp>
          <p:sp>
            <p:nvSpPr>
              <p:cNvPr id="1291" name="Freeform 1290">
                <a:extLst>
                  <a:ext uri="{FF2B5EF4-FFF2-40B4-BE49-F238E27FC236}">
                    <a16:creationId xmlns:a16="http://schemas.microsoft.com/office/drawing/2014/main" id="{BA14FCA0-3D7D-CE84-ABAB-493A4BD5A5AE}"/>
                  </a:ext>
                </a:extLst>
              </p:cNvPr>
              <p:cNvSpPr/>
              <p:nvPr/>
            </p:nvSpPr>
            <p:spPr>
              <a:xfrm>
                <a:off x="966071" y="6527177"/>
                <a:ext cx="953135" cy="12700"/>
              </a:xfrm>
              <a:custGeom>
                <a:avLst/>
                <a:gdLst>
                  <a:gd name="csX0" fmla="*/ 0 w 953135"/>
                  <a:gd name="csY0" fmla="*/ 0 h 12700"/>
                  <a:gd name="csX1" fmla="*/ 953135 w 95313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135" h="12700">
                    <a:moveTo>
                      <a:pt x="0" y="0"/>
                    </a:moveTo>
                    <a:lnTo>
                      <a:pt x="95313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1292" name="Graphic 160">
              <a:extLst>
                <a:ext uri="{FF2B5EF4-FFF2-40B4-BE49-F238E27FC236}">
                  <a16:creationId xmlns:a16="http://schemas.microsoft.com/office/drawing/2014/main" id="{9FD4F6CA-0CA6-18A3-81D2-D276CC78DD07}"/>
                </a:ext>
              </a:extLst>
            </p:cNvPr>
            <p:cNvGrpSpPr/>
            <p:nvPr/>
          </p:nvGrpSpPr>
          <p:grpSpPr>
            <a:xfrm>
              <a:off x="301134" y="6043438"/>
              <a:ext cx="1788056" cy="1811644"/>
              <a:chOff x="301134" y="6043438"/>
              <a:chExt cx="1788056" cy="1811644"/>
            </a:xfrm>
          </p:grpSpPr>
          <p:sp>
            <p:nvSpPr>
              <p:cNvPr id="1293" name="Freeform 1292">
                <a:extLst>
                  <a:ext uri="{FF2B5EF4-FFF2-40B4-BE49-F238E27FC236}">
                    <a16:creationId xmlns:a16="http://schemas.microsoft.com/office/drawing/2014/main" id="{563580B9-396A-A48C-4D22-125C7E51794F}"/>
                  </a:ext>
                </a:extLst>
              </p:cNvPr>
              <p:cNvSpPr/>
              <p:nvPr/>
            </p:nvSpPr>
            <p:spPr>
              <a:xfrm>
                <a:off x="823195" y="6345694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94" name="TextBox 1293">
                <a:extLst>
                  <a:ext uri="{FF2B5EF4-FFF2-40B4-BE49-F238E27FC236}">
                    <a16:creationId xmlns:a16="http://schemas.microsoft.com/office/drawing/2014/main" id="{6DCFDE56-FA84-254E-054A-EA05F5C82060}"/>
                  </a:ext>
                </a:extLst>
              </p:cNvPr>
              <p:cNvSpPr txBox="1"/>
              <p:nvPr/>
            </p:nvSpPr>
            <p:spPr>
              <a:xfrm>
                <a:off x="504004" y="7373169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295" name="TextBox 1294">
                <a:extLst>
                  <a:ext uri="{FF2B5EF4-FFF2-40B4-BE49-F238E27FC236}">
                    <a16:creationId xmlns:a16="http://schemas.microsoft.com/office/drawing/2014/main" id="{07A5E62F-0849-603B-39D6-92CC31C9AA8D}"/>
                  </a:ext>
                </a:extLst>
              </p:cNvPr>
              <p:cNvSpPr txBox="1"/>
              <p:nvPr/>
            </p:nvSpPr>
            <p:spPr>
              <a:xfrm>
                <a:off x="440867" y="7063289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25%</a:t>
                </a:r>
              </a:p>
            </p:txBody>
          </p:sp>
          <p:sp>
            <p:nvSpPr>
              <p:cNvPr id="1296" name="TextBox 1295">
                <a:extLst>
                  <a:ext uri="{FF2B5EF4-FFF2-40B4-BE49-F238E27FC236}">
                    <a16:creationId xmlns:a16="http://schemas.microsoft.com/office/drawing/2014/main" id="{F726ECE9-BD8D-7138-140B-5AEC6A5B1E4F}"/>
                  </a:ext>
                </a:extLst>
              </p:cNvPr>
              <p:cNvSpPr txBox="1"/>
              <p:nvPr/>
            </p:nvSpPr>
            <p:spPr>
              <a:xfrm>
                <a:off x="440867" y="6753282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50%</a:t>
                </a:r>
              </a:p>
            </p:txBody>
          </p:sp>
          <p:sp>
            <p:nvSpPr>
              <p:cNvPr id="1297" name="TextBox 1296">
                <a:extLst>
                  <a:ext uri="{FF2B5EF4-FFF2-40B4-BE49-F238E27FC236}">
                    <a16:creationId xmlns:a16="http://schemas.microsoft.com/office/drawing/2014/main" id="{D97F4C7D-EC45-A0CB-9424-880B51C14D12}"/>
                  </a:ext>
                </a:extLst>
              </p:cNvPr>
              <p:cNvSpPr txBox="1"/>
              <p:nvPr/>
            </p:nvSpPr>
            <p:spPr>
              <a:xfrm>
                <a:off x="440867" y="6443402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75%</a:t>
                </a:r>
              </a:p>
            </p:txBody>
          </p:sp>
          <p:sp>
            <p:nvSpPr>
              <p:cNvPr id="1298" name="Freeform 1297">
                <a:extLst>
                  <a:ext uri="{FF2B5EF4-FFF2-40B4-BE49-F238E27FC236}">
                    <a16:creationId xmlns:a16="http://schemas.microsoft.com/office/drawing/2014/main" id="{80C896BF-B33F-A0A7-A0D2-4B95A4EC5415}"/>
                  </a:ext>
                </a:extLst>
              </p:cNvPr>
              <p:cNvSpPr/>
              <p:nvPr/>
            </p:nvSpPr>
            <p:spPr>
              <a:xfrm>
                <a:off x="788398" y="748005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99" name="Freeform 1298">
                <a:extLst>
                  <a:ext uri="{FF2B5EF4-FFF2-40B4-BE49-F238E27FC236}">
                    <a16:creationId xmlns:a16="http://schemas.microsoft.com/office/drawing/2014/main" id="{E7F0A659-0873-5A88-6858-6620556BD1BA}"/>
                  </a:ext>
                </a:extLst>
              </p:cNvPr>
              <p:cNvSpPr/>
              <p:nvPr/>
            </p:nvSpPr>
            <p:spPr>
              <a:xfrm>
                <a:off x="788398" y="7170177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F545CFB8-D332-9251-630F-A8889BBE9231}"/>
                  </a:ext>
                </a:extLst>
              </p:cNvPr>
              <p:cNvSpPr/>
              <p:nvPr/>
            </p:nvSpPr>
            <p:spPr>
              <a:xfrm>
                <a:off x="788398" y="6860170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BC19FFE0-1FAB-CFEF-0653-729B4FC9179A}"/>
                  </a:ext>
                </a:extLst>
              </p:cNvPr>
              <p:cNvSpPr/>
              <p:nvPr/>
            </p:nvSpPr>
            <p:spPr>
              <a:xfrm>
                <a:off x="788398" y="6550291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7F107925-40CC-9A1B-0E8E-FEBC20007671}"/>
                  </a:ext>
                </a:extLst>
              </p:cNvPr>
              <p:cNvSpPr/>
              <p:nvPr/>
            </p:nvSpPr>
            <p:spPr>
              <a:xfrm>
                <a:off x="823195" y="7480058"/>
                <a:ext cx="1239012" cy="12700"/>
              </a:xfrm>
              <a:custGeom>
                <a:avLst/>
                <a:gdLst>
                  <a:gd name="csX0" fmla="*/ 0 w 1239012"/>
                  <a:gd name="csY0" fmla="*/ 0 h 12700"/>
                  <a:gd name="csX1" fmla="*/ 1239012 w 123901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9012" h="12700">
                    <a:moveTo>
                      <a:pt x="0" y="0"/>
                    </a:moveTo>
                    <a:lnTo>
                      <a:pt x="12390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1AC37DDC-FC50-5D67-CC72-25E8512A7ABF}"/>
                  </a:ext>
                </a:extLst>
              </p:cNvPr>
              <p:cNvSpPr/>
              <p:nvPr/>
            </p:nvSpPr>
            <p:spPr>
              <a:xfrm>
                <a:off x="966070" y="748005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628E3F94-95A7-F81D-BBF4-188CD4ED93E7}"/>
                  </a:ext>
                </a:extLst>
              </p:cNvPr>
              <p:cNvSpPr/>
              <p:nvPr/>
            </p:nvSpPr>
            <p:spPr>
              <a:xfrm>
                <a:off x="1204450" y="748005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E639144A-A99C-FD8C-E48B-9F7DD6844A45}"/>
                  </a:ext>
                </a:extLst>
              </p:cNvPr>
              <p:cNvSpPr/>
              <p:nvPr/>
            </p:nvSpPr>
            <p:spPr>
              <a:xfrm>
                <a:off x="1442701" y="748005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B90ADC02-8A5E-E072-BA0A-167FD2DC9411}"/>
                  </a:ext>
                </a:extLst>
              </p:cNvPr>
              <p:cNvSpPr/>
              <p:nvPr/>
            </p:nvSpPr>
            <p:spPr>
              <a:xfrm>
                <a:off x="1680954" y="748005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93EC2409-FB17-A8F7-D29A-9E0BAF76C410}"/>
                  </a:ext>
                </a:extLst>
              </p:cNvPr>
              <p:cNvSpPr/>
              <p:nvPr/>
            </p:nvSpPr>
            <p:spPr>
              <a:xfrm>
                <a:off x="1919206" y="748005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08" name="TextBox 1307">
                <a:extLst>
                  <a:ext uri="{FF2B5EF4-FFF2-40B4-BE49-F238E27FC236}">
                    <a16:creationId xmlns:a16="http://schemas.microsoft.com/office/drawing/2014/main" id="{7853D1FA-BC57-8B03-74DE-61DBC6D465A5}"/>
                  </a:ext>
                </a:extLst>
              </p:cNvPr>
              <p:cNvSpPr txBox="1"/>
              <p:nvPr/>
            </p:nvSpPr>
            <p:spPr>
              <a:xfrm>
                <a:off x="825647" y="7475912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309" name="TextBox 1308">
                <a:extLst>
                  <a:ext uri="{FF2B5EF4-FFF2-40B4-BE49-F238E27FC236}">
                    <a16:creationId xmlns:a16="http://schemas.microsoft.com/office/drawing/2014/main" id="{17C781E9-068E-E00C-8DA4-ABBDEB56CF36}"/>
                  </a:ext>
                </a:extLst>
              </p:cNvPr>
              <p:cNvSpPr txBox="1"/>
              <p:nvPr/>
            </p:nvSpPr>
            <p:spPr>
              <a:xfrm>
                <a:off x="1096086" y="7475912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310" name="TextBox 1309">
                <a:extLst>
                  <a:ext uri="{FF2B5EF4-FFF2-40B4-BE49-F238E27FC236}">
                    <a16:creationId xmlns:a16="http://schemas.microsoft.com/office/drawing/2014/main" id="{13608E94-98E9-AF58-C119-3A511A152299}"/>
                  </a:ext>
                </a:extLst>
              </p:cNvPr>
              <p:cNvSpPr txBox="1"/>
              <p:nvPr/>
            </p:nvSpPr>
            <p:spPr>
              <a:xfrm>
                <a:off x="1302278" y="7475912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311" name="TextBox 1310">
                <a:extLst>
                  <a:ext uri="{FF2B5EF4-FFF2-40B4-BE49-F238E27FC236}">
                    <a16:creationId xmlns:a16="http://schemas.microsoft.com/office/drawing/2014/main" id="{27EC31F6-6440-8E35-E218-09D463E50648}"/>
                  </a:ext>
                </a:extLst>
              </p:cNvPr>
              <p:cNvSpPr txBox="1"/>
              <p:nvPr/>
            </p:nvSpPr>
            <p:spPr>
              <a:xfrm>
                <a:off x="1511676" y="7475912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312" name="TextBox 1311">
                <a:extLst>
                  <a:ext uri="{FF2B5EF4-FFF2-40B4-BE49-F238E27FC236}">
                    <a16:creationId xmlns:a16="http://schemas.microsoft.com/office/drawing/2014/main" id="{F47F2560-2636-55A1-009D-94806EB60FE5}"/>
                  </a:ext>
                </a:extLst>
              </p:cNvPr>
              <p:cNvSpPr txBox="1"/>
              <p:nvPr/>
            </p:nvSpPr>
            <p:spPr>
              <a:xfrm>
                <a:off x="1791606" y="7475912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313" name="TextBox 1312">
                <a:extLst>
                  <a:ext uri="{FF2B5EF4-FFF2-40B4-BE49-F238E27FC236}">
                    <a16:creationId xmlns:a16="http://schemas.microsoft.com/office/drawing/2014/main" id="{EC07E204-ED47-DE2F-4DCD-E2266F51EEFB}"/>
                  </a:ext>
                </a:extLst>
              </p:cNvPr>
              <p:cNvSpPr txBox="1"/>
              <p:nvPr/>
            </p:nvSpPr>
            <p:spPr>
              <a:xfrm>
                <a:off x="1170030" y="7608861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1314" name="TextBox 1313">
                <a:extLst>
                  <a:ext uri="{FF2B5EF4-FFF2-40B4-BE49-F238E27FC236}">
                    <a16:creationId xmlns:a16="http://schemas.microsoft.com/office/drawing/2014/main" id="{B7C2439B-9CE2-6F3F-8B4E-58C82023A970}"/>
                  </a:ext>
                </a:extLst>
              </p:cNvPr>
              <p:cNvSpPr txBox="1"/>
              <p:nvPr/>
            </p:nvSpPr>
            <p:spPr>
              <a:xfrm rot="16200000">
                <a:off x="-26360" y="6789766"/>
                <a:ext cx="90120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% of 1_RGC</a:t>
                </a:r>
              </a:p>
            </p:txBody>
          </p:sp>
          <p:sp>
            <p:nvSpPr>
              <p:cNvPr id="1315" name="TextBox 1314">
                <a:extLst>
                  <a:ext uri="{FF2B5EF4-FFF2-40B4-BE49-F238E27FC236}">
                    <a16:creationId xmlns:a16="http://schemas.microsoft.com/office/drawing/2014/main" id="{6A935DFA-0A23-BA92-E787-CF95DB899983}"/>
                  </a:ext>
                </a:extLst>
              </p:cNvPr>
              <p:cNvSpPr txBox="1"/>
              <p:nvPr/>
            </p:nvSpPr>
            <p:spPr>
              <a:xfrm>
                <a:off x="890179" y="6043438"/>
                <a:ext cx="119901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1_NSC</a:t>
                </a:r>
              </a:p>
            </p:txBody>
          </p:sp>
        </p:grpSp>
      </p:grpSp>
      <p:grpSp>
        <p:nvGrpSpPr>
          <p:cNvPr id="2384" name="Graphic 162">
            <a:extLst>
              <a:ext uri="{FF2B5EF4-FFF2-40B4-BE49-F238E27FC236}">
                <a16:creationId xmlns:a16="http://schemas.microsoft.com/office/drawing/2014/main" id="{AE0C12A6-A254-6B7A-FCFD-8111482D30C7}"/>
              </a:ext>
            </a:extLst>
          </p:cNvPr>
          <p:cNvGrpSpPr/>
          <p:nvPr/>
        </p:nvGrpSpPr>
        <p:grpSpPr>
          <a:xfrm>
            <a:off x="2318605" y="4057194"/>
            <a:ext cx="1830670" cy="1836670"/>
            <a:chOff x="2529709" y="6123653"/>
            <a:chExt cx="1830670" cy="1836670"/>
          </a:xfrm>
        </p:grpSpPr>
        <p:sp>
          <p:nvSpPr>
            <p:cNvPr id="2386" name="Rectangle 2385">
              <a:extLst>
                <a:ext uri="{FF2B5EF4-FFF2-40B4-BE49-F238E27FC236}">
                  <a16:creationId xmlns:a16="http://schemas.microsoft.com/office/drawing/2014/main" id="{654DE565-5944-1578-469C-30DAEEC29AFA}"/>
                </a:ext>
              </a:extLst>
            </p:cNvPr>
            <p:cNvSpPr/>
            <p:nvPr/>
          </p:nvSpPr>
          <p:spPr>
            <a:xfrm>
              <a:off x="2531579" y="6131523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87" name="Rectangle 2386">
              <a:extLst>
                <a:ext uri="{FF2B5EF4-FFF2-40B4-BE49-F238E27FC236}">
                  <a16:creationId xmlns:a16="http://schemas.microsoft.com/office/drawing/2014/main" id="{ED0F5F1B-46FE-9370-6CAD-D024C92E6CF4}"/>
                </a:ext>
              </a:extLst>
            </p:cNvPr>
            <p:cNvSpPr/>
            <p:nvPr/>
          </p:nvSpPr>
          <p:spPr>
            <a:xfrm>
              <a:off x="2531579" y="6131523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2389" name="Graphic 162">
              <a:extLst>
                <a:ext uri="{FF2B5EF4-FFF2-40B4-BE49-F238E27FC236}">
                  <a16:creationId xmlns:a16="http://schemas.microsoft.com/office/drawing/2014/main" id="{69B11F09-71DF-8902-6A43-E421DD3EECD5}"/>
                </a:ext>
              </a:extLst>
            </p:cNvPr>
            <p:cNvGrpSpPr/>
            <p:nvPr/>
          </p:nvGrpSpPr>
          <p:grpSpPr>
            <a:xfrm>
              <a:off x="3113874" y="6425909"/>
              <a:ext cx="1176909" cy="1134491"/>
              <a:chOff x="3113874" y="6425909"/>
              <a:chExt cx="1176909" cy="1134491"/>
            </a:xfrm>
          </p:grpSpPr>
          <p:sp>
            <p:nvSpPr>
              <p:cNvPr id="2390" name="Rectangle 2389">
                <a:extLst>
                  <a:ext uri="{FF2B5EF4-FFF2-40B4-BE49-F238E27FC236}">
                    <a16:creationId xmlns:a16="http://schemas.microsoft.com/office/drawing/2014/main" id="{9A7C0A06-F684-5D7F-2AE7-A77DB549CE2A}"/>
                  </a:ext>
                </a:extLst>
              </p:cNvPr>
              <p:cNvSpPr/>
              <p:nvPr/>
            </p:nvSpPr>
            <p:spPr>
              <a:xfrm>
                <a:off x="3113874" y="6425909"/>
                <a:ext cx="117690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1" name="Rectangle 2390">
                <a:extLst>
                  <a:ext uri="{FF2B5EF4-FFF2-40B4-BE49-F238E27FC236}">
                    <a16:creationId xmlns:a16="http://schemas.microsoft.com/office/drawing/2014/main" id="{45ACE43E-2A8B-99CB-4AD1-A720FF0D9E25}"/>
                  </a:ext>
                </a:extLst>
              </p:cNvPr>
              <p:cNvSpPr/>
              <p:nvPr/>
            </p:nvSpPr>
            <p:spPr>
              <a:xfrm>
                <a:off x="3181692" y="7191465"/>
                <a:ext cx="135762" cy="368934"/>
              </a:xfrm>
              <a:prstGeom prst="rect">
                <a:avLst/>
              </a:pr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2" name="Rectangle 2391">
                <a:extLst>
                  <a:ext uri="{FF2B5EF4-FFF2-40B4-BE49-F238E27FC236}">
                    <a16:creationId xmlns:a16="http://schemas.microsoft.com/office/drawing/2014/main" id="{9DA3C2C7-39DF-3398-5505-B62E78EA77EC}"/>
                  </a:ext>
                </a:extLst>
              </p:cNvPr>
              <p:cNvSpPr/>
              <p:nvPr/>
            </p:nvSpPr>
            <p:spPr>
              <a:xfrm>
                <a:off x="3408006" y="7147396"/>
                <a:ext cx="135762" cy="412877"/>
              </a:xfrm>
              <a:prstGeom prst="rect">
                <a:avLst/>
              </a:pr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3" name="Rectangle 2392">
                <a:extLst>
                  <a:ext uri="{FF2B5EF4-FFF2-40B4-BE49-F238E27FC236}">
                    <a16:creationId xmlns:a16="http://schemas.microsoft.com/office/drawing/2014/main" id="{74439CA4-7533-9EB9-3193-28AB0BEFAF6C}"/>
                  </a:ext>
                </a:extLst>
              </p:cNvPr>
              <p:cNvSpPr/>
              <p:nvPr/>
            </p:nvSpPr>
            <p:spPr>
              <a:xfrm>
                <a:off x="3634447" y="7068910"/>
                <a:ext cx="135762" cy="491363"/>
              </a:xfrm>
              <a:prstGeom prst="rect">
                <a:avLst/>
              </a:pr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4" name="Rectangle 2393">
                <a:extLst>
                  <a:ext uri="{FF2B5EF4-FFF2-40B4-BE49-F238E27FC236}">
                    <a16:creationId xmlns:a16="http://schemas.microsoft.com/office/drawing/2014/main" id="{C28E086E-E448-02BC-5978-FFC13B18238C}"/>
                  </a:ext>
                </a:extLst>
              </p:cNvPr>
              <p:cNvSpPr/>
              <p:nvPr/>
            </p:nvSpPr>
            <p:spPr>
              <a:xfrm>
                <a:off x="3860761" y="7304622"/>
                <a:ext cx="135762" cy="255778"/>
              </a:xfrm>
              <a:prstGeom prst="rect">
                <a:avLst/>
              </a:pr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5" name="Rectangle 2394">
                <a:extLst>
                  <a:ext uri="{FF2B5EF4-FFF2-40B4-BE49-F238E27FC236}">
                    <a16:creationId xmlns:a16="http://schemas.microsoft.com/office/drawing/2014/main" id="{324C3C2D-430F-B271-2118-6C7E75FCDB94}"/>
                  </a:ext>
                </a:extLst>
              </p:cNvPr>
              <p:cNvSpPr/>
              <p:nvPr/>
            </p:nvSpPr>
            <p:spPr>
              <a:xfrm>
                <a:off x="4087075" y="7253695"/>
                <a:ext cx="135763" cy="306704"/>
              </a:xfrm>
              <a:prstGeom prst="rect">
                <a:avLst/>
              </a:pr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6" name="Freeform 2395">
                <a:extLst>
                  <a:ext uri="{FF2B5EF4-FFF2-40B4-BE49-F238E27FC236}">
                    <a16:creationId xmlns:a16="http://schemas.microsoft.com/office/drawing/2014/main" id="{B0EB0FD2-9E5E-56CC-43C1-60A5F8AF6A14}"/>
                  </a:ext>
                </a:extLst>
              </p:cNvPr>
              <p:cNvSpPr/>
              <p:nvPr/>
            </p:nvSpPr>
            <p:spPr>
              <a:xfrm>
                <a:off x="3204298" y="7150444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7" name="Freeform 2396">
                <a:extLst>
                  <a:ext uri="{FF2B5EF4-FFF2-40B4-BE49-F238E27FC236}">
                    <a16:creationId xmlns:a16="http://schemas.microsoft.com/office/drawing/2014/main" id="{0CF1066D-E8D9-CDE3-9FEC-3BC8D488648E}"/>
                  </a:ext>
                </a:extLst>
              </p:cNvPr>
              <p:cNvSpPr/>
              <p:nvPr/>
            </p:nvSpPr>
            <p:spPr>
              <a:xfrm>
                <a:off x="3249637" y="7150444"/>
                <a:ext cx="12700" cy="82041"/>
              </a:xfrm>
              <a:custGeom>
                <a:avLst/>
                <a:gdLst>
                  <a:gd name="csX0" fmla="*/ 0 w 12700"/>
                  <a:gd name="csY0" fmla="*/ 0 h 82041"/>
                  <a:gd name="csX1" fmla="*/ 0 w 12700"/>
                  <a:gd name="csY1" fmla="*/ 82042 h 820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2041">
                    <a:moveTo>
                      <a:pt x="0" y="0"/>
                    </a:moveTo>
                    <a:lnTo>
                      <a:pt x="0" y="82042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98" name="Freeform 2397">
                <a:extLst>
                  <a:ext uri="{FF2B5EF4-FFF2-40B4-BE49-F238E27FC236}">
                    <a16:creationId xmlns:a16="http://schemas.microsoft.com/office/drawing/2014/main" id="{D9522491-6213-7C81-7D29-CA49F83F6363}"/>
                  </a:ext>
                </a:extLst>
              </p:cNvPr>
              <p:cNvSpPr/>
              <p:nvPr/>
            </p:nvSpPr>
            <p:spPr>
              <a:xfrm>
                <a:off x="3204298" y="7232486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0" name="Freeform 2399">
                <a:extLst>
                  <a:ext uri="{FF2B5EF4-FFF2-40B4-BE49-F238E27FC236}">
                    <a16:creationId xmlns:a16="http://schemas.microsoft.com/office/drawing/2014/main" id="{08E8E651-4378-A2C1-3B5B-AA6723ABAD45}"/>
                  </a:ext>
                </a:extLst>
              </p:cNvPr>
              <p:cNvSpPr/>
              <p:nvPr/>
            </p:nvSpPr>
            <p:spPr>
              <a:xfrm>
                <a:off x="3430739" y="7094817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2" name="Freeform 2401">
                <a:extLst>
                  <a:ext uri="{FF2B5EF4-FFF2-40B4-BE49-F238E27FC236}">
                    <a16:creationId xmlns:a16="http://schemas.microsoft.com/office/drawing/2014/main" id="{16E56ABA-2A30-D48A-D7A0-6541BFF115D4}"/>
                  </a:ext>
                </a:extLst>
              </p:cNvPr>
              <p:cNvSpPr/>
              <p:nvPr/>
            </p:nvSpPr>
            <p:spPr>
              <a:xfrm>
                <a:off x="3475951" y="7094817"/>
                <a:ext cx="12700" cy="105155"/>
              </a:xfrm>
              <a:custGeom>
                <a:avLst/>
                <a:gdLst>
                  <a:gd name="csX0" fmla="*/ 0 w 12700"/>
                  <a:gd name="csY0" fmla="*/ 0 h 105155"/>
                  <a:gd name="csX1" fmla="*/ 0 w 12700"/>
                  <a:gd name="csY1" fmla="*/ 105156 h 1051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5155">
                    <a:moveTo>
                      <a:pt x="0" y="0"/>
                    </a:moveTo>
                    <a:lnTo>
                      <a:pt x="0" y="105156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3" name="Freeform 2402">
                <a:extLst>
                  <a:ext uri="{FF2B5EF4-FFF2-40B4-BE49-F238E27FC236}">
                    <a16:creationId xmlns:a16="http://schemas.microsoft.com/office/drawing/2014/main" id="{D716A6F2-5354-8C02-F62D-747DD7E8462B}"/>
                  </a:ext>
                </a:extLst>
              </p:cNvPr>
              <p:cNvSpPr/>
              <p:nvPr/>
            </p:nvSpPr>
            <p:spPr>
              <a:xfrm>
                <a:off x="3430739" y="7199973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4" name="Freeform 2403">
                <a:extLst>
                  <a:ext uri="{FF2B5EF4-FFF2-40B4-BE49-F238E27FC236}">
                    <a16:creationId xmlns:a16="http://schemas.microsoft.com/office/drawing/2014/main" id="{CB808792-AEBF-1F07-18D4-1829A63F07BD}"/>
                  </a:ext>
                </a:extLst>
              </p:cNvPr>
              <p:cNvSpPr/>
              <p:nvPr/>
            </p:nvSpPr>
            <p:spPr>
              <a:xfrm>
                <a:off x="3657053" y="6965659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5" name="Freeform 2404">
                <a:extLst>
                  <a:ext uri="{FF2B5EF4-FFF2-40B4-BE49-F238E27FC236}">
                    <a16:creationId xmlns:a16="http://schemas.microsoft.com/office/drawing/2014/main" id="{77F24309-CF7F-28B0-DE22-E600A5FB7D56}"/>
                  </a:ext>
                </a:extLst>
              </p:cNvPr>
              <p:cNvSpPr/>
              <p:nvPr/>
            </p:nvSpPr>
            <p:spPr>
              <a:xfrm>
                <a:off x="3702265" y="6965659"/>
                <a:ext cx="12700" cy="206628"/>
              </a:xfrm>
              <a:custGeom>
                <a:avLst/>
                <a:gdLst>
                  <a:gd name="csX0" fmla="*/ 0 w 12700"/>
                  <a:gd name="csY0" fmla="*/ 0 h 206628"/>
                  <a:gd name="csX1" fmla="*/ 0 w 12700"/>
                  <a:gd name="csY1" fmla="*/ 206629 h 206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06628">
                    <a:moveTo>
                      <a:pt x="0" y="0"/>
                    </a:moveTo>
                    <a:lnTo>
                      <a:pt x="0" y="20662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6" name="Freeform 2405">
                <a:extLst>
                  <a:ext uri="{FF2B5EF4-FFF2-40B4-BE49-F238E27FC236}">
                    <a16:creationId xmlns:a16="http://schemas.microsoft.com/office/drawing/2014/main" id="{F945F179-B358-9BD7-40CC-ED8B8E3A94F7}"/>
                  </a:ext>
                </a:extLst>
              </p:cNvPr>
              <p:cNvSpPr/>
              <p:nvPr/>
            </p:nvSpPr>
            <p:spPr>
              <a:xfrm>
                <a:off x="3657053" y="7172287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7" name="Freeform 2406">
                <a:extLst>
                  <a:ext uri="{FF2B5EF4-FFF2-40B4-BE49-F238E27FC236}">
                    <a16:creationId xmlns:a16="http://schemas.microsoft.com/office/drawing/2014/main" id="{7363A852-15B2-7EC8-D011-8B9E8D50CCE5}"/>
                  </a:ext>
                </a:extLst>
              </p:cNvPr>
              <p:cNvSpPr/>
              <p:nvPr/>
            </p:nvSpPr>
            <p:spPr>
              <a:xfrm>
                <a:off x="4109681" y="7203148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8" name="Freeform 2407">
                <a:extLst>
                  <a:ext uri="{FF2B5EF4-FFF2-40B4-BE49-F238E27FC236}">
                    <a16:creationId xmlns:a16="http://schemas.microsoft.com/office/drawing/2014/main" id="{A00F2F31-F630-F665-21D2-AEA4338940A9}"/>
                  </a:ext>
                </a:extLst>
              </p:cNvPr>
              <p:cNvSpPr/>
              <p:nvPr/>
            </p:nvSpPr>
            <p:spPr>
              <a:xfrm>
                <a:off x="4155020" y="7203148"/>
                <a:ext cx="12700" cy="100965"/>
              </a:xfrm>
              <a:custGeom>
                <a:avLst/>
                <a:gdLst>
                  <a:gd name="csX0" fmla="*/ 0 w 12700"/>
                  <a:gd name="csY0" fmla="*/ 0 h 100965"/>
                  <a:gd name="csX1" fmla="*/ 0 w 12700"/>
                  <a:gd name="csY1" fmla="*/ 100965 h 1009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0965">
                    <a:moveTo>
                      <a:pt x="0" y="0"/>
                    </a:moveTo>
                    <a:lnTo>
                      <a:pt x="0" y="10096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09" name="Freeform 2408">
                <a:extLst>
                  <a:ext uri="{FF2B5EF4-FFF2-40B4-BE49-F238E27FC236}">
                    <a16:creationId xmlns:a16="http://schemas.microsoft.com/office/drawing/2014/main" id="{3DBF6042-7E27-27B8-CA07-4A6DF1846379}"/>
                  </a:ext>
                </a:extLst>
              </p:cNvPr>
              <p:cNvSpPr/>
              <p:nvPr/>
            </p:nvSpPr>
            <p:spPr>
              <a:xfrm>
                <a:off x="4109681" y="7304114"/>
                <a:ext cx="90550" cy="12700"/>
              </a:xfrm>
              <a:custGeom>
                <a:avLst/>
                <a:gdLst>
                  <a:gd name="csX0" fmla="*/ 0 w 90550"/>
                  <a:gd name="csY0" fmla="*/ 0 h 12700"/>
                  <a:gd name="csX1" fmla="*/ 90551 w 905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50" h="12700">
                    <a:moveTo>
                      <a:pt x="0" y="0"/>
                    </a:moveTo>
                    <a:lnTo>
                      <a:pt x="9055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3241DF2A-E436-46FE-B192-97BF7E055770}"/>
                  </a:ext>
                </a:extLst>
              </p:cNvPr>
              <p:cNvSpPr/>
              <p:nvPr/>
            </p:nvSpPr>
            <p:spPr>
              <a:xfrm>
                <a:off x="3703027" y="694686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23F761C3-07F4-BAE6-ADB7-A30A5F1B5939}"/>
                  </a:ext>
                </a:extLst>
              </p:cNvPr>
              <p:cNvSpPr/>
              <p:nvPr/>
            </p:nvSpPr>
            <p:spPr>
              <a:xfrm>
                <a:off x="3477729" y="715717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4D0D697D-CA64-D6E2-5198-E7FB51CFBFB8}"/>
                  </a:ext>
                </a:extLst>
              </p:cNvPr>
              <p:cNvSpPr/>
              <p:nvPr/>
            </p:nvSpPr>
            <p:spPr>
              <a:xfrm>
                <a:off x="3448265" y="703296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C3ECCD55-DC73-F016-DCAE-BA54BA436088}"/>
                  </a:ext>
                </a:extLst>
              </p:cNvPr>
              <p:cNvSpPr/>
              <p:nvPr/>
            </p:nvSpPr>
            <p:spPr>
              <a:xfrm>
                <a:off x="4151972" y="7267284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F8FF0339-2A12-AD45-5539-6F12FBF09028}"/>
                  </a:ext>
                </a:extLst>
              </p:cNvPr>
              <p:cNvSpPr/>
              <p:nvPr/>
            </p:nvSpPr>
            <p:spPr>
              <a:xfrm>
                <a:off x="3237953" y="728239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B7C27C4A-F43A-20F4-5CCF-656C0EBA32A8}"/>
                  </a:ext>
                </a:extLst>
              </p:cNvPr>
              <p:cNvSpPr/>
              <p:nvPr/>
            </p:nvSpPr>
            <p:spPr>
              <a:xfrm>
                <a:off x="4137875" y="7005156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8E0E55CF-3990-B873-A2F1-FC349DC7F5C2}"/>
                  </a:ext>
                </a:extLst>
              </p:cNvPr>
              <p:cNvSpPr/>
              <p:nvPr/>
            </p:nvSpPr>
            <p:spPr>
              <a:xfrm>
                <a:off x="3242271" y="701455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1F6BE053-86D0-2E31-1867-CB620AD6B371}"/>
                  </a:ext>
                </a:extLst>
              </p:cNvPr>
              <p:cNvSpPr/>
              <p:nvPr/>
            </p:nvSpPr>
            <p:spPr>
              <a:xfrm>
                <a:off x="4120476" y="735072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5840747E-877C-D9ED-162E-74B4D12EDA1A}"/>
                  </a:ext>
                </a:extLst>
              </p:cNvPr>
              <p:cNvSpPr/>
              <p:nvPr/>
            </p:nvSpPr>
            <p:spPr>
              <a:xfrm>
                <a:off x="3238715" y="717178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B7F6E637-70AA-0A2A-6EE6-4C67ECFC3D84}"/>
                  </a:ext>
                </a:extLst>
              </p:cNvPr>
              <p:cNvSpPr/>
              <p:nvPr/>
            </p:nvSpPr>
            <p:spPr>
              <a:xfrm>
                <a:off x="4146257" y="7235534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672B5933-4ABF-FB2D-7520-D2657086062A}"/>
                  </a:ext>
                </a:extLst>
              </p:cNvPr>
              <p:cNvSpPr/>
              <p:nvPr/>
            </p:nvSpPr>
            <p:spPr>
              <a:xfrm>
                <a:off x="3229698" y="716047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E88794D-D7E0-F054-FFD3-88C1C2ECD91C}"/>
                  </a:ext>
                </a:extLst>
              </p:cNvPr>
              <p:cNvSpPr/>
              <p:nvPr/>
            </p:nvSpPr>
            <p:spPr>
              <a:xfrm>
                <a:off x="4146892" y="7330276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39A6D5B9-0DA2-B031-9C38-64443BA56B5A}"/>
                  </a:ext>
                </a:extLst>
              </p:cNvPr>
              <p:cNvSpPr/>
              <p:nvPr/>
            </p:nvSpPr>
            <p:spPr>
              <a:xfrm>
                <a:off x="3251288" y="713164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BBB9CA5-D4C0-3275-C166-83C545E6F2B2}"/>
                  </a:ext>
                </a:extLst>
              </p:cNvPr>
              <p:cNvSpPr/>
              <p:nvPr/>
            </p:nvSpPr>
            <p:spPr>
              <a:xfrm>
                <a:off x="3446868" y="718473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C8ED075D-A021-625A-C4F2-2A2F29708E54}"/>
                  </a:ext>
                </a:extLst>
              </p:cNvPr>
              <p:cNvSpPr/>
              <p:nvPr/>
            </p:nvSpPr>
            <p:spPr>
              <a:xfrm>
                <a:off x="4135208" y="7223596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33D6B06C-4ABB-2BC4-6EE3-B7C51B9FFC8D}"/>
                  </a:ext>
                </a:extLst>
              </p:cNvPr>
              <p:cNvSpPr/>
              <p:nvPr/>
            </p:nvSpPr>
            <p:spPr>
              <a:xfrm>
                <a:off x="3251542" y="728087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68B6179F-BFF0-B23F-4CEF-C67723B840C9}"/>
                  </a:ext>
                </a:extLst>
              </p:cNvPr>
              <p:cNvSpPr/>
              <p:nvPr/>
            </p:nvSpPr>
            <p:spPr>
              <a:xfrm>
                <a:off x="3705948" y="715361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41F4CD7-5B47-5805-C927-29978FE729A1}"/>
                  </a:ext>
                </a:extLst>
              </p:cNvPr>
              <p:cNvSpPr/>
              <p:nvPr/>
            </p:nvSpPr>
            <p:spPr>
              <a:xfrm>
                <a:off x="3440645" y="724709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9CBF019E-B72B-1017-8C73-BD94FEDAF99E}"/>
                  </a:ext>
                </a:extLst>
              </p:cNvPr>
              <p:cNvSpPr/>
              <p:nvPr/>
            </p:nvSpPr>
            <p:spPr>
              <a:xfrm>
                <a:off x="3456774" y="686177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16F9B814-F41A-B232-894E-915CE7856258}"/>
                  </a:ext>
                </a:extLst>
              </p:cNvPr>
              <p:cNvSpPr/>
              <p:nvPr/>
            </p:nvSpPr>
            <p:spPr>
              <a:xfrm>
                <a:off x="3913339" y="728658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CA57AF09-3959-F866-5130-A7779B767C06}"/>
                  </a:ext>
                </a:extLst>
              </p:cNvPr>
              <p:cNvSpPr/>
              <p:nvPr/>
            </p:nvSpPr>
            <p:spPr>
              <a:xfrm>
                <a:off x="3476205" y="725560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66" name="Oval 565">
                <a:extLst>
                  <a:ext uri="{FF2B5EF4-FFF2-40B4-BE49-F238E27FC236}">
                    <a16:creationId xmlns:a16="http://schemas.microsoft.com/office/drawing/2014/main" id="{19A4D06D-E46F-8CF6-089E-56ADF99C221C}"/>
                  </a:ext>
                </a:extLst>
              </p:cNvPr>
              <p:cNvSpPr/>
              <p:nvPr/>
            </p:nvSpPr>
            <p:spPr>
              <a:xfrm>
                <a:off x="3441534" y="716606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67" name="TextBox 566">
                <a:extLst>
                  <a:ext uri="{FF2B5EF4-FFF2-40B4-BE49-F238E27FC236}">
                    <a16:creationId xmlns:a16="http://schemas.microsoft.com/office/drawing/2014/main" id="{192FC636-4AB4-DA9E-5F34-0236CAD04F3E}"/>
                  </a:ext>
                </a:extLst>
              </p:cNvPr>
              <p:cNvSpPr txBox="1"/>
              <p:nvPr/>
            </p:nvSpPr>
            <p:spPr>
              <a:xfrm>
                <a:off x="3214274" y="6566078"/>
                <a:ext cx="274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37A13D2-0D27-4155-D188-92B42AD69FBB}"/>
                  </a:ext>
                </a:extLst>
              </p:cNvPr>
              <p:cNvSpPr/>
              <p:nvPr/>
            </p:nvSpPr>
            <p:spPr>
              <a:xfrm>
                <a:off x="3249637" y="6743536"/>
                <a:ext cx="203708" cy="12700"/>
              </a:xfrm>
              <a:custGeom>
                <a:avLst/>
                <a:gdLst>
                  <a:gd name="csX0" fmla="*/ 0 w 203708"/>
                  <a:gd name="csY0" fmla="*/ 0 h 12700"/>
                  <a:gd name="csX1" fmla="*/ 203708 w 20370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3708" h="12700">
                    <a:moveTo>
                      <a:pt x="0" y="0"/>
                    </a:moveTo>
                    <a:lnTo>
                      <a:pt x="20370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1" name="TextBox 570">
                <a:extLst>
                  <a:ext uri="{FF2B5EF4-FFF2-40B4-BE49-F238E27FC236}">
                    <a16:creationId xmlns:a16="http://schemas.microsoft.com/office/drawing/2014/main" id="{41CF6A4D-109F-DE9A-91D4-545E231C0D5E}"/>
                  </a:ext>
                </a:extLst>
              </p:cNvPr>
              <p:cNvSpPr txBox="1"/>
              <p:nvPr/>
            </p:nvSpPr>
            <p:spPr>
              <a:xfrm>
                <a:off x="3599867" y="6566078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572" name="Freeform 571">
                <a:extLst>
                  <a:ext uri="{FF2B5EF4-FFF2-40B4-BE49-F238E27FC236}">
                    <a16:creationId xmlns:a16="http://schemas.microsoft.com/office/drawing/2014/main" id="{34A12FDA-1A66-36DA-643F-3A4D151089D7}"/>
                  </a:ext>
                </a:extLst>
              </p:cNvPr>
              <p:cNvSpPr/>
              <p:nvPr/>
            </p:nvSpPr>
            <p:spPr>
              <a:xfrm>
                <a:off x="3498557" y="6743536"/>
                <a:ext cx="656463" cy="12700"/>
              </a:xfrm>
              <a:custGeom>
                <a:avLst/>
                <a:gdLst>
                  <a:gd name="csX0" fmla="*/ 0 w 656463"/>
                  <a:gd name="csY0" fmla="*/ 0 h 12700"/>
                  <a:gd name="csX1" fmla="*/ 656463 w 65646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56463" h="12700">
                    <a:moveTo>
                      <a:pt x="0" y="0"/>
                    </a:moveTo>
                    <a:lnTo>
                      <a:pt x="65646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73" name="TextBox 572">
                <a:extLst>
                  <a:ext uri="{FF2B5EF4-FFF2-40B4-BE49-F238E27FC236}">
                    <a16:creationId xmlns:a16="http://schemas.microsoft.com/office/drawing/2014/main" id="{6F7569DC-F545-ADA6-F1CD-8CC7AB1AA6B7}"/>
                  </a:ext>
                </a:extLst>
              </p:cNvPr>
              <p:cNvSpPr txBox="1"/>
              <p:nvPr/>
            </p:nvSpPr>
            <p:spPr>
              <a:xfrm>
                <a:off x="3520163" y="6429934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574" name="Freeform 573">
                <a:extLst>
                  <a:ext uri="{FF2B5EF4-FFF2-40B4-BE49-F238E27FC236}">
                    <a16:creationId xmlns:a16="http://schemas.microsoft.com/office/drawing/2014/main" id="{38A8CBA0-6D3C-52D3-DB65-CB3EB926FE0C}"/>
                  </a:ext>
                </a:extLst>
              </p:cNvPr>
              <p:cNvSpPr/>
              <p:nvPr/>
            </p:nvSpPr>
            <p:spPr>
              <a:xfrm>
                <a:off x="3249637" y="6607392"/>
                <a:ext cx="905382" cy="12700"/>
              </a:xfrm>
              <a:custGeom>
                <a:avLst/>
                <a:gdLst>
                  <a:gd name="csX0" fmla="*/ 0 w 905382"/>
                  <a:gd name="csY0" fmla="*/ 0 h 12700"/>
                  <a:gd name="csX1" fmla="*/ 905383 w 90538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05382" h="12700">
                    <a:moveTo>
                      <a:pt x="0" y="0"/>
                    </a:moveTo>
                    <a:lnTo>
                      <a:pt x="90538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575" name="Graphic 162">
              <a:extLst>
                <a:ext uri="{FF2B5EF4-FFF2-40B4-BE49-F238E27FC236}">
                  <a16:creationId xmlns:a16="http://schemas.microsoft.com/office/drawing/2014/main" id="{A1BDA550-21ED-188C-A128-463147BFF52C}"/>
                </a:ext>
              </a:extLst>
            </p:cNvPr>
            <p:cNvGrpSpPr/>
            <p:nvPr/>
          </p:nvGrpSpPr>
          <p:grpSpPr>
            <a:xfrm>
              <a:off x="2529709" y="6123653"/>
              <a:ext cx="1761073" cy="1663306"/>
              <a:chOff x="2529709" y="6123653"/>
              <a:chExt cx="1761073" cy="1663306"/>
            </a:xfrm>
          </p:grpSpPr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54887402-5C2B-BDCC-403F-93201B1FCB34}"/>
                  </a:ext>
                </a:extLst>
              </p:cNvPr>
              <p:cNvSpPr/>
              <p:nvPr/>
            </p:nvSpPr>
            <p:spPr>
              <a:xfrm>
                <a:off x="3113873" y="6425909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61" name="TextBox 960">
                <a:extLst>
                  <a:ext uri="{FF2B5EF4-FFF2-40B4-BE49-F238E27FC236}">
                    <a16:creationId xmlns:a16="http://schemas.microsoft.com/office/drawing/2014/main" id="{EE4C2E79-AC0F-BF42-9C3D-6C1122B0FF9F}"/>
                  </a:ext>
                </a:extLst>
              </p:cNvPr>
              <p:cNvSpPr txBox="1"/>
              <p:nvPr/>
            </p:nvSpPr>
            <p:spPr>
              <a:xfrm>
                <a:off x="2794682" y="7453384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962" name="TextBox 961">
                <a:extLst>
                  <a:ext uri="{FF2B5EF4-FFF2-40B4-BE49-F238E27FC236}">
                    <a16:creationId xmlns:a16="http://schemas.microsoft.com/office/drawing/2014/main" id="{B5F17C0C-D45C-E065-A010-346A4899DE93}"/>
                  </a:ext>
                </a:extLst>
              </p:cNvPr>
              <p:cNvSpPr txBox="1"/>
              <p:nvPr/>
            </p:nvSpPr>
            <p:spPr>
              <a:xfrm>
                <a:off x="2731545" y="7196336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25%</a:t>
                </a:r>
              </a:p>
            </p:txBody>
          </p:sp>
          <p:sp>
            <p:nvSpPr>
              <p:cNvPr id="963" name="TextBox 962">
                <a:extLst>
                  <a:ext uri="{FF2B5EF4-FFF2-40B4-BE49-F238E27FC236}">
                    <a16:creationId xmlns:a16="http://schemas.microsoft.com/office/drawing/2014/main" id="{9E996E91-D3B2-EC99-8D1D-3BFCE425FC39}"/>
                  </a:ext>
                </a:extLst>
              </p:cNvPr>
              <p:cNvSpPr txBox="1"/>
              <p:nvPr/>
            </p:nvSpPr>
            <p:spPr>
              <a:xfrm>
                <a:off x="2731545" y="6939288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50%</a:t>
                </a:r>
              </a:p>
            </p:txBody>
          </p:sp>
          <p:sp>
            <p:nvSpPr>
              <p:cNvPr id="964" name="TextBox 963">
                <a:extLst>
                  <a:ext uri="{FF2B5EF4-FFF2-40B4-BE49-F238E27FC236}">
                    <a16:creationId xmlns:a16="http://schemas.microsoft.com/office/drawing/2014/main" id="{B1CD715E-BFC4-7B5C-CE95-E53004CD7B13}"/>
                  </a:ext>
                </a:extLst>
              </p:cNvPr>
              <p:cNvSpPr txBox="1"/>
              <p:nvPr/>
            </p:nvSpPr>
            <p:spPr>
              <a:xfrm>
                <a:off x="2731545" y="6682113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75%</a:t>
                </a:r>
              </a:p>
            </p:txBody>
          </p:sp>
          <p:sp>
            <p:nvSpPr>
              <p:cNvPr id="965" name="TextBox 964">
                <a:extLst>
                  <a:ext uri="{FF2B5EF4-FFF2-40B4-BE49-F238E27FC236}">
                    <a16:creationId xmlns:a16="http://schemas.microsoft.com/office/drawing/2014/main" id="{12B673D2-A3F6-8BD7-271E-DC75FC568EE3}"/>
                  </a:ext>
                </a:extLst>
              </p:cNvPr>
              <p:cNvSpPr txBox="1"/>
              <p:nvPr/>
            </p:nvSpPr>
            <p:spPr>
              <a:xfrm>
                <a:off x="2668406" y="6425065"/>
                <a:ext cx="47961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100%</a:t>
                </a: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F96FD88B-1115-9FB4-C69D-2EA479DC6A9F}"/>
                  </a:ext>
                </a:extLst>
              </p:cNvPr>
              <p:cNvSpPr/>
              <p:nvPr/>
            </p:nvSpPr>
            <p:spPr>
              <a:xfrm>
                <a:off x="3079076" y="7560273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DC8560AA-382E-0A76-D079-559F670D0150}"/>
                  </a:ext>
                </a:extLst>
              </p:cNvPr>
              <p:cNvSpPr/>
              <p:nvPr/>
            </p:nvSpPr>
            <p:spPr>
              <a:xfrm>
                <a:off x="3079076" y="7303225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68" name="Freeform 967">
                <a:extLst>
                  <a:ext uri="{FF2B5EF4-FFF2-40B4-BE49-F238E27FC236}">
                    <a16:creationId xmlns:a16="http://schemas.microsoft.com/office/drawing/2014/main" id="{C188A932-86FE-A093-FB87-4C3D8E0AC379}"/>
                  </a:ext>
                </a:extLst>
              </p:cNvPr>
              <p:cNvSpPr/>
              <p:nvPr/>
            </p:nvSpPr>
            <p:spPr>
              <a:xfrm>
                <a:off x="3079076" y="7046176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69" name="Freeform 968">
                <a:extLst>
                  <a:ext uri="{FF2B5EF4-FFF2-40B4-BE49-F238E27FC236}">
                    <a16:creationId xmlns:a16="http://schemas.microsoft.com/office/drawing/2014/main" id="{DDBAEF88-995B-BF46-CEE6-B259EB5C87A8}"/>
                  </a:ext>
                </a:extLst>
              </p:cNvPr>
              <p:cNvSpPr/>
              <p:nvPr/>
            </p:nvSpPr>
            <p:spPr>
              <a:xfrm>
                <a:off x="3079076" y="678900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0" name="Freeform 969">
                <a:extLst>
                  <a:ext uri="{FF2B5EF4-FFF2-40B4-BE49-F238E27FC236}">
                    <a16:creationId xmlns:a16="http://schemas.microsoft.com/office/drawing/2014/main" id="{97C5EE7A-DDD9-1B2C-0B13-21BB226B0D3C}"/>
                  </a:ext>
                </a:extLst>
              </p:cNvPr>
              <p:cNvSpPr/>
              <p:nvPr/>
            </p:nvSpPr>
            <p:spPr>
              <a:xfrm>
                <a:off x="3079076" y="653195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090272F8-4998-405B-2527-829FFB88100F}"/>
                  </a:ext>
                </a:extLst>
              </p:cNvPr>
              <p:cNvSpPr/>
              <p:nvPr/>
            </p:nvSpPr>
            <p:spPr>
              <a:xfrm>
                <a:off x="3113873" y="7560273"/>
                <a:ext cx="1176909" cy="12700"/>
              </a:xfrm>
              <a:custGeom>
                <a:avLst/>
                <a:gdLst>
                  <a:gd name="csX0" fmla="*/ 0 w 1176909"/>
                  <a:gd name="csY0" fmla="*/ 0 h 12700"/>
                  <a:gd name="csX1" fmla="*/ 1176909 w 11769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76909" h="12700">
                    <a:moveTo>
                      <a:pt x="0" y="0"/>
                    </a:moveTo>
                    <a:lnTo>
                      <a:pt x="1176909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4416A55D-22E7-7D5A-52C1-F62C92BC8919}"/>
                  </a:ext>
                </a:extLst>
              </p:cNvPr>
              <p:cNvSpPr/>
              <p:nvPr/>
            </p:nvSpPr>
            <p:spPr>
              <a:xfrm>
                <a:off x="3249637" y="7560273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9F1C20C7-24E9-540E-1E13-EDC8EF2D8AA5}"/>
                  </a:ext>
                </a:extLst>
              </p:cNvPr>
              <p:cNvSpPr/>
              <p:nvPr/>
            </p:nvSpPr>
            <p:spPr>
              <a:xfrm>
                <a:off x="3475951" y="7560273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221B2FA6-3823-F1FB-DB27-CE59803A3B3A}"/>
                  </a:ext>
                </a:extLst>
              </p:cNvPr>
              <p:cNvSpPr/>
              <p:nvPr/>
            </p:nvSpPr>
            <p:spPr>
              <a:xfrm>
                <a:off x="3702265" y="7560273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5" name="Freeform 974">
                <a:extLst>
                  <a:ext uri="{FF2B5EF4-FFF2-40B4-BE49-F238E27FC236}">
                    <a16:creationId xmlns:a16="http://schemas.microsoft.com/office/drawing/2014/main" id="{B967BC27-8010-2E0A-C95A-2A27C68B9FFB}"/>
                  </a:ext>
                </a:extLst>
              </p:cNvPr>
              <p:cNvSpPr/>
              <p:nvPr/>
            </p:nvSpPr>
            <p:spPr>
              <a:xfrm>
                <a:off x="3928706" y="7560273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6" name="Freeform 975">
                <a:extLst>
                  <a:ext uri="{FF2B5EF4-FFF2-40B4-BE49-F238E27FC236}">
                    <a16:creationId xmlns:a16="http://schemas.microsoft.com/office/drawing/2014/main" id="{14009759-EA64-0BA8-01F2-44E8CABC4A57}"/>
                  </a:ext>
                </a:extLst>
              </p:cNvPr>
              <p:cNvSpPr/>
              <p:nvPr/>
            </p:nvSpPr>
            <p:spPr>
              <a:xfrm>
                <a:off x="4155020" y="7560273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77" name="TextBox 976">
                <a:extLst>
                  <a:ext uri="{FF2B5EF4-FFF2-40B4-BE49-F238E27FC236}">
                    <a16:creationId xmlns:a16="http://schemas.microsoft.com/office/drawing/2014/main" id="{4F24B670-4AE0-7AE4-C5B2-992687EF7834}"/>
                  </a:ext>
                </a:extLst>
              </p:cNvPr>
              <p:cNvSpPr txBox="1"/>
              <p:nvPr/>
            </p:nvSpPr>
            <p:spPr>
              <a:xfrm>
                <a:off x="3109213" y="7556127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978" name="TextBox 977">
                <a:extLst>
                  <a:ext uri="{FF2B5EF4-FFF2-40B4-BE49-F238E27FC236}">
                    <a16:creationId xmlns:a16="http://schemas.microsoft.com/office/drawing/2014/main" id="{E6868306-DB74-B9A5-833D-2BA9495D8DE1}"/>
                  </a:ext>
                </a:extLst>
              </p:cNvPr>
              <p:cNvSpPr txBox="1"/>
              <p:nvPr/>
            </p:nvSpPr>
            <p:spPr>
              <a:xfrm>
                <a:off x="3367587" y="7556127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979" name="TextBox 978">
                <a:extLst>
                  <a:ext uri="{FF2B5EF4-FFF2-40B4-BE49-F238E27FC236}">
                    <a16:creationId xmlns:a16="http://schemas.microsoft.com/office/drawing/2014/main" id="{57953A86-B83F-E653-14A0-637FF2A56593}"/>
                  </a:ext>
                </a:extLst>
              </p:cNvPr>
              <p:cNvSpPr txBox="1"/>
              <p:nvPr/>
            </p:nvSpPr>
            <p:spPr>
              <a:xfrm>
                <a:off x="3561841" y="7556127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980" name="TextBox 979">
                <a:extLst>
                  <a:ext uri="{FF2B5EF4-FFF2-40B4-BE49-F238E27FC236}">
                    <a16:creationId xmlns:a16="http://schemas.microsoft.com/office/drawing/2014/main" id="{2640D645-E9D4-55BE-86F2-E7081578C054}"/>
                  </a:ext>
                </a:extLst>
              </p:cNvPr>
              <p:cNvSpPr txBox="1"/>
              <p:nvPr/>
            </p:nvSpPr>
            <p:spPr>
              <a:xfrm>
                <a:off x="3759428" y="7556127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981" name="TextBox 980">
                <a:extLst>
                  <a:ext uri="{FF2B5EF4-FFF2-40B4-BE49-F238E27FC236}">
                    <a16:creationId xmlns:a16="http://schemas.microsoft.com/office/drawing/2014/main" id="{FD8DCBA2-5BF3-BF05-51D6-D2E979CA1174}"/>
                  </a:ext>
                </a:extLst>
              </p:cNvPr>
              <p:cNvSpPr txBox="1"/>
              <p:nvPr/>
            </p:nvSpPr>
            <p:spPr>
              <a:xfrm>
                <a:off x="4027420" y="7556127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983" name="TextBox 982">
                <a:extLst>
                  <a:ext uri="{FF2B5EF4-FFF2-40B4-BE49-F238E27FC236}">
                    <a16:creationId xmlns:a16="http://schemas.microsoft.com/office/drawing/2014/main" id="{2D71EB13-2BC6-9A02-4004-F21F879653EF}"/>
                  </a:ext>
                </a:extLst>
              </p:cNvPr>
              <p:cNvSpPr txBox="1"/>
              <p:nvPr/>
            </p:nvSpPr>
            <p:spPr>
              <a:xfrm rot="16200000">
                <a:off x="2202215" y="6869981"/>
                <a:ext cx="90120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% of 1_RGC</a:t>
                </a:r>
              </a:p>
            </p:txBody>
          </p:sp>
          <p:sp>
            <p:nvSpPr>
              <p:cNvPr id="984" name="TextBox 983">
                <a:extLst>
                  <a:ext uri="{FF2B5EF4-FFF2-40B4-BE49-F238E27FC236}">
                    <a16:creationId xmlns:a16="http://schemas.microsoft.com/office/drawing/2014/main" id="{C0722412-F0E6-DBF3-BE74-44D72E564050}"/>
                  </a:ext>
                </a:extLst>
              </p:cNvPr>
              <p:cNvSpPr txBox="1"/>
              <p:nvPr/>
            </p:nvSpPr>
            <p:spPr>
              <a:xfrm>
                <a:off x="3106543" y="6123653"/>
                <a:ext cx="117478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1_NP</a:t>
                </a:r>
              </a:p>
            </p:txBody>
          </p:sp>
        </p:grpSp>
      </p:grpSp>
      <p:grpSp>
        <p:nvGrpSpPr>
          <p:cNvPr id="166" name="Graphic 164">
            <a:extLst>
              <a:ext uri="{FF2B5EF4-FFF2-40B4-BE49-F238E27FC236}">
                <a16:creationId xmlns:a16="http://schemas.microsoft.com/office/drawing/2014/main" id="{FFB24265-5814-775F-47B0-AED8BE1F6F44}"/>
              </a:ext>
            </a:extLst>
          </p:cNvPr>
          <p:cNvGrpSpPr/>
          <p:nvPr/>
        </p:nvGrpSpPr>
        <p:grpSpPr>
          <a:xfrm>
            <a:off x="4505639" y="4057194"/>
            <a:ext cx="1884016" cy="1836670"/>
            <a:chOff x="4638869" y="6083368"/>
            <a:chExt cx="1884016" cy="1836670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5D5C26F-E353-DFE3-80E4-F8535F64CA3B}"/>
                </a:ext>
              </a:extLst>
            </p:cNvPr>
            <p:cNvSpPr/>
            <p:nvPr/>
          </p:nvSpPr>
          <p:spPr>
            <a:xfrm>
              <a:off x="4640739" y="6091238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8C8E05A7-07F6-0298-28F4-BE250E30BF13}"/>
                </a:ext>
              </a:extLst>
            </p:cNvPr>
            <p:cNvSpPr/>
            <p:nvPr/>
          </p:nvSpPr>
          <p:spPr>
            <a:xfrm>
              <a:off x="4640739" y="6091238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169" name="Graphic 164">
              <a:extLst>
                <a:ext uri="{FF2B5EF4-FFF2-40B4-BE49-F238E27FC236}">
                  <a16:creationId xmlns:a16="http://schemas.microsoft.com/office/drawing/2014/main" id="{F35C04FA-FC95-5951-5A7A-E99517D81037}"/>
                </a:ext>
              </a:extLst>
            </p:cNvPr>
            <p:cNvGrpSpPr/>
            <p:nvPr/>
          </p:nvGrpSpPr>
          <p:grpSpPr>
            <a:xfrm>
              <a:off x="5201334" y="6385624"/>
              <a:ext cx="1198609" cy="1134490"/>
              <a:chOff x="5201334" y="6385624"/>
              <a:chExt cx="1198609" cy="1134490"/>
            </a:xfrm>
          </p:grpSpPr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925DBB59-7F0E-BE7E-744C-4281CD3BA849}"/>
                  </a:ext>
                </a:extLst>
              </p:cNvPr>
              <p:cNvSpPr/>
              <p:nvPr/>
            </p:nvSpPr>
            <p:spPr>
              <a:xfrm>
                <a:off x="5216684" y="6385624"/>
                <a:ext cx="118325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02BCA9C5-5F9B-7172-54D0-D59249DFECA7}"/>
                  </a:ext>
                </a:extLst>
              </p:cNvPr>
              <p:cNvSpPr/>
              <p:nvPr/>
            </p:nvSpPr>
            <p:spPr>
              <a:xfrm>
                <a:off x="5353209" y="6839395"/>
                <a:ext cx="12700" cy="77978"/>
              </a:xfrm>
              <a:custGeom>
                <a:avLst/>
                <a:gdLst>
                  <a:gd name="csX0" fmla="*/ 0 w 12700"/>
                  <a:gd name="csY0" fmla="*/ 77978 h 77978"/>
                  <a:gd name="csX1" fmla="*/ 0 w 12700"/>
                  <a:gd name="csY1" fmla="*/ 0 h 779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7978">
                    <a:moveTo>
                      <a:pt x="0" y="77978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A9837AA9-FC51-894D-50A1-E4D94925D7BE}"/>
                  </a:ext>
                </a:extLst>
              </p:cNvPr>
              <p:cNvSpPr/>
              <p:nvPr/>
            </p:nvSpPr>
            <p:spPr>
              <a:xfrm>
                <a:off x="5353209" y="7050469"/>
                <a:ext cx="12700" cy="11430"/>
              </a:xfrm>
              <a:custGeom>
                <a:avLst/>
                <a:gdLst>
                  <a:gd name="csX0" fmla="*/ 0 w 12700"/>
                  <a:gd name="csY0" fmla="*/ 0 h 11430"/>
                  <a:gd name="csX1" fmla="*/ 0 w 12700"/>
                  <a:gd name="csY1" fmla="*/ 11430 h 114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430">
                    <a:moveTo>
                      <a:pt x="0" y="0"/>
                    </a:moveTo>
                    <a:lnTo>
                      <a:pt x="0" y="1143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" name="Freeform 172">
                <a:extLst>
                  <a:ext uri="{FF2B5EF4-FFF2-40B4-BE49-F238E27FC236}">
                    <a16:creationId xmlns:a16="http://schemas.microsoft.com/office/drawing/2014/main" id="{D6E57CC6-1B5C-6166-2E19-9E89F90B1777}"/>
                  </a:ext>
                </a:extLst>
              </p:cNvPr>
              <p:cNvSpPr/>
              <p:nvPr/>
            </p:nvSpPr>
            <p:spPr>
              <a:xfrm>
                <a:off x="5284883" y="6917373"/>
                <a:ext cx="136525" cy="133095"/>
              </a:xfrm>
              <a:custGeom>
                <a:avLst/>
                <a:gdLst>
                  <a:gd name="csX0" fmla="*/ 0 w 136525"/>
                  <a:gd name="csY0" fmla="*/ 0 h 133095"/>
                  <a:gd name="csX1" fmla="*/ 0 w 136525"/>
                  <a:gd name="csY1" fmla="*/ 133096 h 133095"/>
                  <a:gd name="csX2" fmla="*/ 136525 w 136525"/>
                  <a:gd name="csY2" fmla="*/ 133096 h 133095"/>
                  <a:gd name="csX3" fmla="*/ 136525 w 136525"/>
                  <a:gd name="csY3" fmla="*/ 0 h 133095"/>
                  <a:gd name="csX4" fmla="*/ 0 w 136525"/>
                  <a:gd name="csY4" fmla="*/ 0 h 1330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6525" h="133095">
                    <a:moveTo>
                      <a:pt x="0" y="0"/>
                    </a:moveTo>
                    <a:lnTo>
                      <a:pt x="0" y="133096"/>
                    </a:lnTo>
                    <a:lnTo>
                      <a:pt x="136525" y="133096"/>
                    </a:lnTo>
                    <a:lnTo>
                      <a:pt x="13652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7CA8A593-1872-018A-6992-301825A96449}"/>
                  </a:ext>
                </a:extLst>
              </p:cNvPr>
              <p:cNvSpPr/>
              <p:nvPr/>
            </p:nvSpPr>
            <p:spPr>
              <a:xfrm>
                <a:off x="5284883" y="7011353"/>
                <a:ext cx="136525" cy="12700"/>
              </a:xfrm>
              <a:custGeom>
                <a:avLst/>
                <a:gdLst>
                  <a:gd name="csX0" fmla="*/ 0 w 136525"/>
                  <a:gd name="csY0" fmla="*/ 0 h 12700"/>
                  <a:gd name="csX1" fmla="*/ 136525 w 13652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525" h="12700">
                    <a:moveTo>
                      <a:pt x="0" y="0"/>
                    </a:moveTo>
                    <a:lnTo>
                      <a:pt x="136525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7837CC2-8ED5-0AEB-DFC8-D16B205256C5}"/>
                  </a:ext>
                </a:extLst>
              </p:cNvPr>
              <p:cNvSpPr/>
              <p:nvPr/>
            </p:nvSpPr>
            <p:spPr>
              <a:xfrm>
                <a:off x="5580793" y="6867208"/>
                <a:ext cx="12700" cy="52958"/>
              </a:xfrm>
              <a:custGeom>
                <a:avLst/>
                <a:gdLst>
                  <a:gd name="csX0" fmla="*/ 0 w 12700"/>
                  <a:gd name="csY0" fmla="*/ 52959 h 52958"/>
                  <a:gd name="csX1" fmla="*/ 0 w 12700"/>
                  <a:gd name="csY1" fmla="*/ 0 h 529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2958">
                    <a:moveTo>
                      <a:pt x="0" y="52959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D4A8751E-A243-92A9-8B48-AA87F54CA2F2}"/>
                  </a:ext>
                </a:extLst>
              </p:cNvPr>
              <p:cNvSpPr/>
              <p:nvPr/>
            </p:nvSpPr>
            <p:spPr>
              <a:xfrm>
                <a:off x="5580793" y="7023545"/>
                <a:ext cx="12700" cy="34543"/>
              </a:xfrm>
              <a:custGeom>
                <a:avLst/>
                <a:gdLst>
                  <a:gd name="csX0" fmla="*/ 0 w 12700"/>
                  <a:gd name="csY0" fmla="*/ 0 h 34543"/>
                  <a:gd name="csX1" fmla="*/ 0 w 12700"/>
                  <a:gd name="csY1" fmla="*/ 34544 h 345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543">
                    <a:moveTo>
                      <a:pt x="0" y="0"/>
                    </a:moveTo>
                    <a:lnTo>
                      <a:pt x="0" y="3454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0F7A1E09-715F-26F7-3491-D27F73DAFACB}"/>
                  </a:ext>
                </a:extLst>
              </p:cNvPr>
              <p:cNvSpPr/>
              <p:nvPr/>
            </p:nvSpPr>
            <p:spPr>
              <a:xfrm>
                <a:off x="5512466" y="6920166"/>
                <a:ext cx="136525" cy="103378"/>
              </a:xfrm>
              <a:custGeom>
                <a:avLst/>
                <a:gdLst>
                  <a:gd name="csX0" fmla="*/ 0 w 136525"/>
                  <a:gd name="csY0" fmla="*/ 0 h 103378"/>
                  <a:gd name="csX1" fmla="*/ 0 w 136525"/>
                  <a:gd name="csY1" fmla="*/ 103378 h 103378"/>
                  <a:gd name="csX2" fmla="*/ 136525 w 136525"/>
                  <a:gd name="csY2" fmla="*/ 103378 h 103378"/>
                  <a:gd name="csX3" fmla="*/ 136525 w 136525"/>
                  <a:gd name="csY3" fmla="*/ 0 h 103378"/>
                  <a:gd name="csX4" fmla="*/ 0 w 136525"/>
                  <a:gd name="csY4" fmla="*/ 0 h 1033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6525" h="103378">
                    <a:moveTo>
                      <a:pt x="0" y="0"/>
                    </a:moveTo>
                    <a:lnTo>
                      <a:pt x="0" y="103378"/>
                    </a:lnTo>
                    <a:lnTo>
                      <a:pt x="136525" y="103378"/>
                    </a:lnTo>
                    <a:lnTo>
                      <a:pt x="13652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5E55879E-CFF5-D58E-D7C2-8B84836245ED}"/>
                  </a:ext>
                </a:extLst>
              </p:cNvPr>
              <p:cNvSpPr/>
              <p:nvPr/>
            </p:nvSpPr>
            <p:spPr>
              <a:xfrm>
                <a:off x="5512467" y="6962204"/>
                <a:ext cx="136525" cy="12700"/>
              </a:xfrm>
              <a:custGeom>
                <a:avLst/>
                <a:gdLst>
                  <a:gd name="csX0" fmla="*/ 0 w 136525"/>
                  <a:gd name="csY0" fmla="*/ 0 h 12700"/>
                  <a:gd name="csX1" fmla="*/ 136525 w 13652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525" h="12700">
                    <a:moveTo>
                      <a:pt x="0" y="0"/>
                    </a:moveTo>
                    <a:lnTo>
                      <a:pt x="136525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2025CD7D-7228-459C-9FE7-1305C869E47E}"/>
                  </a:ext>
                </a:extLst>
              </p:cNvPr>
              <p:cNvSpPr/>
              <p:nvPr/>
            </p:nvSpPr>
            <p:spPr>
              <a:xfrm>
                <a:off x="5808250" y="6943789"/>
                <a:ext cx="12700" cy="64896"/>
              </a:xfrm>
              <a:custGeom>
                <a:avLst/>
                <a:gdLst>
                  <a:gd name="csX0" fmla="*/ 0 w 12700"/>
                  <a:gd name="csY0" fmla="*/ 64897 h 64896"/>
                  <a:gd name="csX1" fmla="*/ 0 w 12700"/>
                  <a:gd name="csY1" fmla="*/ 0 h 648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4896">
                    <a:moveTo>
                      <a:pt x="0" y="64897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F86A03FE-C717-3599-CCFB-172E90D47244}"/>
                  </a:ext>
                </a:extLst>
              </p:cNvPr>
              <p:cNvSpPr/>
              <p:nvPr/>
            </p:nvSpPr>
            <p:spPr>
              <a:xfrm>
                <a:off x="5808250" y="7138607"/>
                <a:ext cx="12700" cy="65024"/>
              </a:xfrm>
              <a:custGeom>
                <a:avLst/>
                <a:gdLst>
                  <a:gd name="csX0" fmla="*/ 0 w 12700"/>
                  <a:gd name="csY0" fmla="*/ 0 h 65024"/>
                  <a:gd name="csX1" fmla="*/ 0 w 12700"/>
                  <a:gd name="csY1" fmla="*/ 65024 h 65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5024">
                    <a:moveTo>
                      <a:pt x="0" y="0"/>
                    </a:moveTo>
                    <a:lnTo>
                      <a:pt x="0" y="6502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D08DE5F0-4AA0-085F-4DCF-4D29B9DC263A}"/>
                  </a:ext>
                </a:extLst>
              </p:cNvPr>
              <p:cNvSpPr/>
              <p:nvPr/>
            </p:nvSpPr>
            <p:spPr>
              <a:xfrm>
                <a:off x="5740050" y="7008685"/>
                <a:ext cx="136525" cy="129921"/>
              </a:xfrm>
              <a:custGeom>
                <a:avLst/>
                <a:gdLst>
                  <a:gd name="csX0" fmla="*/ 0 w 136525"/>
                  <a:gd name="csY0" fmla="*/ 0 h 129921"/>
                  <a:gd name="csX1" fmla="*/ 0 w 136525"/>
                  <a:gd name="csY1" fmla="*/ 129921 h 129921"/>
                  <a:gd name="csX2" fmla="*/ 136525 w 136525"/>
                  <a:gd name="csY2" fmla="*/ 129921 h 129921"/>
                  <a:gd name="csX3" fmla="*/ 136525 w 136525"/>
                  <a:gd name="csY3" fmla="*/ 0 h 129921"/>
                  <a:gd name="csX4" fmla="*/ 0 w 136525"/>
                  <a:gd name="csY4" fmla="*/ 0 h 129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6525" h="129921">
                    <a:moveTo>
                      <a:pt x="0" y="0"/>
                    </a:moveTo>
                    <a:lnTo>
                      <a:pt x="0" y="129921"/>
                    </a:lnTo>
                    <a:lnTo>
                      <a:pt x="136525" y="129921"/>
                    </a:lnTo>
                    <a:lnTo>
                      <a:pt x="13652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2" name="Freeform 181">
                <a:extLst>
                  <a:ext uri="{FF2B5EF4-FFF2-40B4-BE49-F238E27FC236}">
                    <a16:creationId xmlns:a16="http://schemas.microsoft.com/office/drawing/2014/main" id="{CC6A15A0-0B33-FD19-AD0D-2121C7812BB6}"/>
                  </a:ext>
                </a:extLst>
              </p:cNvPr>
              <p:cNvSpPr/>
              <p:nvPr/>
            </p:nvSpPr>
            <p:spPr>
              <a:xfrm>
                <a:off x="5740051" y="7073710"/>
                <a:ext cx="136525" cy="12700"/>
              </a:xfrm>
              <a:custGeom>
                <a:avLst/>
                <a:gdLst>
                  <a:gd name="csX0" fmla="*/ 0 w 136525"/>
                  <a:gd name="csY0" fmla="*/ 0 h 12700"/>
                  <a:gd name="csX1" fmla="*/ 136525 w 13652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525" h="12700">
                    <a:moveTo>
                      <a:pt x="0" y="0"/>
                    </a:moveTo>
                    <a:lnTo>
                      <a:pt x="136525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2BED58C1-6B30-0F68-1BE2-115D37379DFD}"/>
                  </a:ext>
                </a:extLst>
              </p:cNvPr>
              <p:cNvSpPr/>
              <p:nvPr/>
            </p:nvSpPr>
            <p:spPr>
              <a:xfrm>
                <a:off x="6263418" y="7041706"/>
                <a:ext cx="12700" cy="138303"/>
              </a:xfrm>
              <a:custGeom>
                <a:avLst/>
                <a:gdLst>
                  <a:gd name="csX0" fmla="*/ 0 w 12700"/>
                  <a:gd name="csY0" fmla="*/ 138303 h 138303"/>
                  <a:gd name="csX1" fmla="*/ 0 w 12700"/>
                  <a:gd name="csY1" fmla="*/ 0 h 1383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8303">
                    <a:moveTo>
                      <a:pt x="0" y="138303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C86EE9DC-3A7D-BFBD-56AC-50FFD3102A41}"/>
                  </a:ext>
                </a:extLst>
              </p:cNvPr>
              <p:cNvSpPr/>
              <p:nvPr/>
            </p:nvSpPr>
            <p:spPr>
              <a:xfrm>
                <a:off x="6263418" y="7299770"/>
                <a:ext cx="12700" cy="152146"/>
              </a:xfrm>
              <a:custGeom>
                <a:avLst/>
                <a:gdLst>
                  <a:gd name="csX0" fmla="*/ 0 w 12700"/>
                  <a:gd name="csY0" fmla="*/ 0 h 152146"/>
                  <a:gd name="csX1" fmla="*/ 0 w 12700"/>
                  <a:gd name="csY1" fmla="*/ 152146 h 1521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52146">
                    <a:moveTo>
                      <a:pt x="0" y="0"/>
                    </a:moveTo>
                    <a:lnTo>
                      <a:pt x="0" y="152146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D014091F-4BE6-D400-DE52-EC84D1E10FD2}"/>
                  </a:ext>
                </a:extLst>
              </p:cNvPr>
              <p:cNvSpPr/>
              <p:nvPr/>
            </p:nvSpPr>
            <p:spPr>
              <a:xfrm>
                <a:off x="6195091" y="7180009"/>
                <a:ext cx="136651" cy="119761"/>
              </a:xfrm>
              <a:custGeom>
                <a:avLst/>
                <a:gdLst>
                  <a:gd name="csX0" fmla="*/ 0 w 136651"/>
                  <a:gd name="csY0" fmla="*/ 0 h 119761"/>
                  <a:gd name="csX1" fmla="*/ 0 w 136651"/>
                  <a:gd name="csY1" fmla="*/ 119761 h 119761"/>
                  <a:gd name="csX2" fmla="*/ 136652 w 136651"/>
                  <a:gd name="csY2" fmla="*/ 119761 h 119761"/>
                  <a:gd name="csX3" fmla="*/ 136652 w 136651"/>
                  <a:gd name="csY3" fmla="*/ 0 h 119761"/>
                  <a:gd name="csX4" fmla="*/ 0 w 136651"/>
                  <a:gd name="csY4" fmla="*/ 0 h 1197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6651" h="119761">
                    <a:moveTo>
                      <a:pt x="0" y="0"/>
                    </a:moveTo>
                    <a:lnTo>
                      <a:pt x="0" y="119761"/>
                    </a:lnTo>
                    <a:lnTo>
                      <a:pt x="136652" y="119761"/>
                    </a:lnTo>
                    <a:lnTo>
                      <a:pt x="1366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874D52D2-DB05-FAFC-8331-8086BB33E174}"/>
                  </a:ext>
                </a:extLst>
              </p:cNvPr>
              <p:cNvSpPr/>
              <p:nvPr/>
            </p:nvSpPr>
            <p:spPr>
              <a:xfrm>
                <a:off x="6195092" y="7227380"/>
                <a:ext cx="136652" cy="12700"/>
              </a:xfrm>
              <a:custGeom>
                <a:avLst/>
                <a:gdLst>
                  <a:gd name="csX0" fmla="*/ 0 w 136652"/>
                  <a:gd name="csY0" fmla="*/ 0 h 12700"/>
                  <a:gd name="csX1" fmla="*/ 136652 w 13665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652" h="12700">
                    <a:moveTo>
                      <a:pt x="0" y="0"/>
                    </a:moveTo>
                    <a:lnTo>
                      <a:pt x="136652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31DFA689-681E-0DE6-DBF4-B1D269A2BD8B}"/>
                  </a:ext>
                </a:extLst>
              </p:cNvPr>
              <p:cNvSpPr/>
              <p:nvPr/>
            </p:nvSpPr>
            <p:spPr>
              <a:xfrm>
                <a:off x="5809139" y="718508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25A24A40-2DB1-92CE-AEA4-4B64F126273D}"/>
                  </a:ext>
                </a:extLst>
              </p:cNvPr>
              <p:cNvSpPr/>
              <p:nvPr/>
            </p:nvSpPr>
            <p:spPr>
              <a:xfrm>
                <a:off x="5582571" y="701414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BA9735A1-5BC3-D2CB-723B-E1AE6DBD8464}"/>
                  </a:ext>
                </a:extLst>
              </p:cNvPr>
              <p:cNvSpPr/>
              <p:nvPr/>
            </p:nvSpPr>
            <p:spPr>
              <a:xfrm>
                <a:off x="5552980" y="689972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4BBA18FE-AF6A-2563-5340-C220B2230B41}"/>
                  </a:ext>
                </a:extLst>
              </p:cNvPr>
              <p:cNvSpPr/>
              <p:nvPr/>
            </p:nvSpPr>
            <p:spPr>
              <a:xfrm>
                <a:off x="6260370" y="7153720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60E51394-30E2-9B6B-B468-78E154859D90}"/>
                  </a:ext>
                </a:extLst>
              </p:cNvPr>
              <p:cNvSpPr/>
              <p:nvPr/>
            </p:nvSpPr>
            <p:spPr>
              <a:xfrm>
                <a:off x="5341525" y="699827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66DA3FB1-66BC-B84D-E398-58C03E479889}"/>
                  </a:ext>
                </a:extLst>
              </p:cNvPr>
              <p:cNvSpPr/>
              <p:nvPr/>
            </p:nvSpPr>
            <p:spPr>
              <a:xfrm>
                <a:off x="6246273" y="702329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5" name="Oval 384">
                <a:extLst>
                  <a:ext uri="{FF2B5EF4-FFF2-40B4-BE49-F238E27FC236}">
                    <a16:creationId xmlns:a16="http://schemas.microsoft.com/office/drawing/2014/main" id="{06A12A03-8A8F-467B-4E9D-71AAF4E06537}"/>
                  </a:ext>
                </a:extLst>
              </p:cNvPr>
              <p:cNvSpPr/>
              <p:nvPr/>
            </p:nvSpPr>
            <p:spPr>
              <a:xfrm>
                <a:off x="5345843" y="698849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A0D82763-8902-9F19-1E43-FF2E9C88572E}"/>
                  </a:ext>
                </a:extLst>
              </p:cNvPr>
              <p:cNvSpPr/>
              <p:nvPr/>
            </p:nvSpPr>
            <p:spPr>
              <a:xfrm>
                <a:off x="6228747" y="729799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7" name="Oval 386">
                <a:extLst>
                  <a:ext uri="{FF2B5EF4-FFF2-40B4-BE49-F238E27FC236}">
                    <a16:creationId xmlns:a16="http://schemas.microsoft.com/office/drawing/2014/main" id="{E17E7E20-F0EE-C209-876F-B3C9FC91C049}"/>
                  </a:ext>
                </a:extLst>
              </p:cNvPr>
              <p:cNvSpPr/>
              <p:nvPr/>
            </p:nvSpPr>
            <p:spPr>
              <a:xfrm>
                <a:off x="5342287" y="726624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46325C31-24F8-7C4E-AD18-C1ABF6144151}"/>
                  </a:ext>
                </a:extLst>
              </p:cNvPr>
              <p:cNvSpPr/>
              <p:nvPr/>
            </p:nvSpPr>
            <p:spPr>
              <a:xfrm>
                <a:off x="6254655" y="723182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E53AF113-234B-5163-9D6A-33181763DF3D}"/>
                  </a:ext>
                </a:extLst>
              </p:cNvPr>
              <p:cNvSpPr/>
              <p:nvPr/>
            </p:nvSpPr>
            <p:spPr>
              <a:xfrm>
                <a:off x="5333270" y="704386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0" name="Oval 389">
                <a:extLst>
                  <a:ext uri="{FF2B5EF4-FFF2-40B4-BE49-F238E27FC236}">
                    <a16:creationId xmlns:a16="http://schemas.microsoft.com/office/drawing/2014/main" id="{8E456208-B465-5815-C13E-2CF89627551C}"/>
                  </a:ext>
                </a:extLst>
              </p:cNvPr>
              <p:cNvSpPr/>
              <p:nvPr/>
            </p:nvSpPr>
            <p:spPr>
              <a:xfrm>
                <a:off x="6255290" y="743375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1" name="Oval 390">
                <a:extLst>
                  <a:ext uri="{FF2B5EF4-FFF2-40B4-BE49-F238E27FC236}">
                    <a16:creationId xmlns:a16="http://schemas.microsoft.com/office/drawing/2014/main" id="{791588F6-564C-6C6F-4F42-EE3044A9CCE8}"/>
                  </a:ext>
                </a:extLst>
              </p:cNvPr>
              <p:cNvSpPr/>
              <p:nvPr/>
            </p:nvSpPr>
            <p:spPr>
              <a:xfrm>
                <a:off x="5354860" y="687012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2" name="Oval 391">
                <a:extLst>
                  <a:ext uri="{FF2B5EF4-FFF2-40B4-BE49-F238E27FC236}">
                    <a16:creationId xmlns:a16="http://schemas.microsoft.com/office/drawing/2014/main" id="{92442314-39BD-28C4-A3B2-2EEDD688AD1D}"/>
                  </a:ext>
                </a:extLst>
              </p:cNvPr>
              <p:cNvSpPr/>
              <p:nvPr/>
            </p:nvSpPr>
            <p:spPr>
              <a:xfrm>
                <a:off x="5551583" y="703980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3" name="Oval 392">
                <a:extLst>
                  <a:ext uri="{FF2B5EF4-FFF2-40B4-BE49-F238E27FC236}">
                    <a16:creationId xmlns:a16="http://schemas.microsoft.com/office/drawing/2014/main" id="{107DC64C-F0B5-681D-7330-CFD40AA943CC}"/>
                  </a:ext>
                </a:extLst>
              </p:cNvPr>
              <p:cNvSpPr/>
              <p:nvPr/>
            </p:nvSpPr>
            <p:spPr>
              <a:xfrm>
                <a:off x="6243606" y="718712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4" name="Oval 393">
                <a:extLst>
                  <a:ext uri="{FF2B5EF4-FFF2-40B4-BE49-F238E27FC236}">
                    <a16:creationId xmlns:a16="http://schemas.microsoft.com/office/drawing/2014/main" id="{BA155746-8949-451F-E573-1A9AA3D7682F}"/>
                  </a:ext>
                </a:extLst>
              </p:cNvPr>
              <p:cNvSpPr/>
              <p:nvPr/>
            </p:nvSpPr>
            <p:spPr>
              <a:xfrm>
                <a:off x="5355114" y="682161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5" name="Oval 394">
                <a:extLst>
                  <a:ext uri="{FF2B5EF4-FFF2-40B4-BE49-F238E27FC236}">
                    <a16:creationId xmlns:a16="http://schemas.microsoft.com/office/drawing/2014/main" id="{A9F1B9B6-30F5-85D7-2F3F-7CC52B732A5D}"/>
                  </a:ext>
                </a:extLst>
              </p:cNvPr>
              <p:cNvSpPr/>
              <p:nvPr/>
            </p:nvSpPr>
            <p:spPr>
              <a:xfrm>
                <a:off x="5812060" y="692537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6" name="Oval 395">
                <a:extLst>
                  <a:ext uri="{FF2B5EF4-FFF2-40B4-BE49-F238E27FC236}">
                    <a16:creationId xmlns:a16="http://schemas.microsoft.com/office/drawing/2014/main" id="{9485C96C-36A4-EE1A-D797-A310F4578A1C}"/>
                  </a:ext>
                </a:extLst>
              </p:cNvPr>
              <p:cNvSpPr/>
              <p:nvPr/>
            </p:nvSpPr>
            <p:spPr>
              <a:xfrm>
                <a:off x="5545233" y="690492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7" name="Oval 396">
                <a:extLst>
                  <a:ext uri="{FF2B5EF4-FFF2-40B4-BE49-F238E27FC236}">
                    <a16:creationId xmlns:a16="http://schemas.microsoft.com/office/drawing/2014/main" id="{D8ECD544-D258-52BF-B9D3-F3C4CC16ED64}"/>
                  </a:ext>
                </a:extLst>
              </p:cNvPr>
              <p:cNvSpPr/>
              <p:nvPr/>
            </p:nvSpPr>
            <p:spPr>
              <a:xfrm>
                <a:off x="5561616" y="684917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8" name="Oval 397">
                <a:extLst>
                  <a:ext uri="{FF2B5EF4-FFF2-40B4-BE49-F238E27FC236}">
                    <a16:creationId xmlns:a16="http://schemas.microsoft.com/office/drawing/2014/main" id="{C306D654-7953-3090-9F3A-DB935A205C11}"/>
                  </a:ext>
                </a:extLst>
              </p:cNvPr>
              <p:cNvSpPr/>
              <p:nvPr/>
            </p:nvSpPr>
            <p:spPr>
              <a:xfrm>
                <a:off x="6020594" y="698366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399" name="Oval 398">
                <a:extLst>
                  <a:ext uri="{FF2B5EF4-FFF2-40B4-BE49-F238E27FC236}">
                    <a16:creationId xmlns:a16="http://schemas.microsoft.com/office/drawing/2014/main" id="{B52BEA8E-50C1-9FF1-E364-B15BBF3CAF5F}"/>
                  </a:ext>
                </a:extLst>
              </p:cNvPr>
              <p:cNvSpPr/>
              <p:nvPr/>
            </p:nvSpPr>
            <p:spPr>
              <a:xfrm>
                <a:off x="5581047" y="694467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0" name="Oval 399">
                <a:extLst>
                  <a:ext uri="{FF2B5EF4-FFF2-40B4-BE49-F238E27FC236}">
                    <a16:creationId xmlns:a16="http://schemas.microsoft.com/office/drawing/2014/main" id="{941C9937-65E2-CEC8-FD34-787362182A87}"/>
                  </a:ext>
                </a:extLst>
              </p:cNvPr>
              <p:cNvSpPr/>
              <p:nvPr/>
            </p:nvSpPr>
            <p:spPr>
              <a:xfrm>
                <a:off x="5546249" y="699598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1" name="TextBox 400">
                <a:extLst>
                  <a:ext uri="{FF2B5EF4-FFF2-40B4-BE49-F238E27FC236}">
                    <a16:creationId xmlns:a16="http://schemas.microsoft.com/office/drawing/2014/main" id="{9036550E-1FBA-0FA5-893F-95F3295882EB}"/>
                  </a:ext>
                </a:extLst>
              </p:cNvPr>
              <p:cNvSpPr txBox="1"/>
              <p:nvPr/>
            </p:nvSpPr>
            <p:spPr>
              <a:xfrm>
                <a:off x="5201334" y="6562642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0.496</a:t>
                </a:r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296F2E46-AB4B-9BE0-4449-863755BFACDA}"/>
                  </a:ext>
                </a:extLst>
              </p:cNvPr>
              <p:cNvSpPr/>
              <p:nvPr/>
            </p:nvSpPr>
            <p:spPr>
              <a:xfrm>
                <a:off x="5353209" y="6703251"/>
                <a:ext cx="204723" cy="12700"/>
              </a:xfrm>
              <a:custGeom>
                <a:avLst/>
                <a:gdLst>
                  <a:gd name="csX0" fmla="*/ 0 w 204723"/>
                  <a:gd name="csY0" fmla="*/ 0 h 12700"/>
                  <a:gd name="csX1" fmla="*/ 204724 w 2047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4723" h="12700">
                    <a:moveTo>
                      <a:pt x="0" y="0"/>
                    </a:moveTo>
                    <a:lnTo>
                      <a:pt x="2047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3" name="TextBox 402">
                <a:extLst>
                  <a:ext uri="{FF2B5EF4-FFF2-40B4-BE49-F238E27FC236}">
                    <a16:creationId xmlns:a16="http://schemas.microsoft.com/office/drawing/2014/main" id="{929BD64F-4E08-6542-7837-9AC5D7004368}"/>
                  </a:ext>
                </a:extLst>
              </p:cNvPr>
              <p:cNvSpPr txBox="1"/>
              <p:nvPr/>
            </p:nvSpPr>
            <p:spPr>
              <a:xfrm>
                <a:off x="5751370" y="6525793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F5DF9236-26C2-0E71-335D-3D90264C26AB}"/>
                  </a:ext>
                </a:extLst>
              </p:cNvPr>
              <p:cNvSpPr/>
              <p:nvPr/>
            </p:nvSpPr>
            <p:spPr>
              <a:xfrm>
                <a:off x="5603526" y="6703251"/>
                <a:ext cx="659891" cy="12700"/>
              </a:xfrm>
              <a:custGeom>
                <a:avLst/>
                <a:gdLst>
                  <a:gd name="csX0" fmla="*/ 0 w 659891"/>
                  <a:gd name="csY0" fmla="*/ 0 h 12700"/>
                  <a:gd name="csX1" fmla="*/ 659892 w 65989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59891" h="12700">
                    <a:moveTo>
                      <a:pt x="0" y="0"/>
                    </a:moveTo>
                    <a:lnTo>
                      <a:pt x="65989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DB2FE0E7-A721-C2B7-D0FC-8814B17869FB}"/>
                  </a:ext>
                </a:extLst>
              </p:cNvPr>
              <p:cNvSpPr txBox="1"/>
              <p:nvPr/>
            </p:nvSpPr>
            <p:spPr>
              <a:xfrm>
                <a:off x="5626148" y="6389649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697B51FB-F658-8794-CE24-6F353652CBA8}"/>
                  </a:ext>
                </a:extLst>
              </p:cNvPr>
              <p:cNvSpPr/>
              <p:nvPr/>
            </p:nvSpPr>
            <p:spPr>
              <a:xfrm>
                <a:off x="5353209" y="6567107"/>
                <a:ext cx="910208" cy="12700"/>
              </a:xfrm>
              <a:custGeom>
                <a:avLst/>
                <a:gdLst>
                  <a:gd name="csX0" fmla="*/ 0 w 910208"/>
                  <a:gd name="csY0" fmla="*/ 0 h 12700"/>
                  <a:gd name="csX1" fmla="*/ 910209 w 91020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10208" h="12700">
                    <a:moveTo>
                      <a:pt x="0" y="0"/>
                    </a:moveTo>
                    <a:lnTo>
                      <a:pt x="910209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407" name="Graphic 164">
              <a:extLst>
                <a:ext uri="{FF2B5EF4-FFF2-40B4-BE49-F238E27FC236}">
                  <a16:creationId xmlns:a16="http://schemas.microsoft.com/office/drawing/2014/main" id="{83D5ADD9-A154-7ED4-FDD6-0A5FEBCE79C8}"/>
                </a:ext>
              </a:extLst>
            </p:cNvPr>
            <p:cNvGrpSpPr/>
            <p:nvPr/>
          </p:nvGrpSpPr>
          <p:grpSpPr>
            <a:xfrm>
              <a:off x="4638869" y="6083368"/>
              <a:ext cx="1884016" cy="1663306"/>
              <a:chOff x="4638869" y="6083368"/>
              <a:chExt cx="1884016" cy="1663306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E4481445-59CA-AFD2-F7D1-12354AC9379E}"/>
                  </a:ext>
                </a:extLst>
              </p:cNvPr>
              <p:cNvSpPr/>
              <p:nvPr/>
            </p:nvSpPr>
            <p:spPr>
              <a:xfrm>
                <a:off x="5216683" y="6385624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09" name="TextBox 408">
                <a:extLst>
                  <a:ext uri="{FF2B5EF4-FFF2-40B4-BE49-F238E27FC236}">
                    <a16:creationId xmlns:a16="http://schemas.microsoft.com/office/drawing/2014/main" id="{D3429E5F-7EAB-24B3-828B-212984C0883D}"/>
                  </a:ext>
                </a:extLst>
              </p:cNvPr>
              <p:cNvSpPr txBox="1"/>
              <p:nvPr/>
            </p:nvSpPr>
            <p:spPr>
              <a:xfrm>
                <a:off x="4777506" y="7289909"/>
                <a:ext cx="47320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0.045</a:t>
                </a:r>
              </a:p>
            </p:txBody>
          </p:sp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3F0323DB-016B-B214-F9E5-D954362FDED5}"/>
                  </a:ext>
                </a:extLst>
              </p:cNvPr>
              <p:cNvSpPr txBox="1"/>
              <p:nvPr/>
            </p:nvSpPr>
            <p:spPr>
              <a:xfrm>
                <a:off x="4777506" y="7050006"/>
                <a:ext cx="47320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0.050</a:t>
                </a:r>
              </a:p>
            </p:txBody>
          </p:sp>
          <p:sp>
            <p:nvSpPr>
              <p:cNvPr id="411" name="TextBox 410">
                <a:extLst>
                  <a:ext uri="{FF2B5EF4-FFF2-40B4-BE49-F238E27FC236}">
                    <a16:creationId xmlns:a16="http://schemas.microsoft.com/office/drawing/2014/main" id="{E1321AA8-CD12-D33F-CB06-CB865B89DE17}"/>
                  </a:ext>
                </a:extLst>
              </p:cNvPr>
              <p:cNvSpPr txBox="1"/>
              <p:nvPr/>
            </p:nvSpPr>
            <p:spPr>
              <a:xfrm>
                <a:off x="4777506" y="6810103"/>
                <a:ext cx="47320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0.055</a:t>
                </a:r>
              </a:p>
            </p:txBody>
          </p:sp>
          <p:sp>
            <p:nvSpPr>
              <p:cNvPr id="412" name="TextBox 411">
                <a:extLst>
                  <a:ext uri="{FF2B5EF4-FFF2-40B4-BE49-F238E27FC236}">
                    <a16:creationId xmlns:a16="http://schemas.microsoft.com/office/drawing/2014/main" id="{A158C8A2-94FF-4C9C-D7F0-7619CE4CD007}"/>
                  </a:ext>
                </a:extLst>
              </p:cNvPr>
              <p:cNvSpPr txBox="1"/>
              <p:nvPr/>
            </p:nvSpPr>
            <p:spPr>
              <a:xfrm>
                <a:off x="4777506" y="6570200"/>
                <a:ext cx="47320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0.060</a:t>
                </a:r>
              </a:p>
            </p:txBody>
          </p:sp>
          <p:sp>
            <p:nvSpPr>
              <p:cNvPr id="413" name="TextBox 412">
                <a:extLst>
                  <a:ext uri="{FF2B5EF4-FFF2-40B4-BE49-F238E27FC236}">
                    <a16:creationId xmlns:a16="http://schemas.microsoft.com/office/drawing/2014/main" id="{6FF75CD4-10D0-3BA7-F4FB-159D0AC8F177}"/>
                  </a:ext>
                </a:extLst>
              </p:cNvPr>
              <p:cNvSpPr txBox="1"/>
              <p:nvPr/>
            </p:nvSpPr>
            <p:spPr>
              <a:xfrm>
                <a:off x="4777506" y="6330170"/>
                <a:ext cx="47320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0.065</a:t>
                </a:r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BC9456CD-65BA-03B9-B77C-373024E4C883}"/>
                  </a:ext>
                </a:extLst>
              </p:cNvPr>
              <p:cNvSpPr/>
              <p:nvPr/>
            </p:nvSpPr>
            <p:spPr>
              <a:xfrm>
                <a:off x="5181886" y="739679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5E3B1E03-5D13-76CF-4AA6-273F9110D7AC}"/>
                  </a:ext>
                </a:extLst>
              </p:cNvPr>
              <p:cNvSpPr/>
              <p:nvPr/>
            </p:nvSpPr>
            <p:spPr>
              <a:xfrm>
                <a:off x="5181886" y="7156895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D9CA358F-2FA9-3902-95F8-CACC8CD51F25}"/>
                  </a:ext>
                </a:extLst>
              </p:cNvPr>
              <p:cNvSpPr/>
              <p:nvPr/>
            </p:nvSpPr>
            <p:spPr>
              <a:xfrm>
                <a:off x="5181886" y="6916991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F80E1BB9-E5EB-F61A-AC53-1F09FF857D5A}"/>
                  </a:ext>
                </a:extLst>
              </p:cNvPr>
              <p:cNvSpPr/>
              <p:nvPr/>
            </p:nvSpPr>
            <p:spPr>
              <a:xfrm>
                <a:off x="5181886" y="667708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7BE14E49-530E-C67F-6B54-7D75A0BE4820}"/>
                  </a:ext>
                </a:extLst>
              </p:cNvPr>
              <p:cNvSpPr/>
              <p:nvPr/>
            </p:nvSpPr>
            <p:spPr>
              <a:xfrm>
                <a:off x="5181886" y="643705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20" name="Freeform 419">
                <a:extLst>
                  <a:ext uri="{FF2B5EF4-FFF2-40B4-BE49-F238E27FC236}">
                    <a16:creationId xmlns:a16="http://schemas.microsoft.com/office/drawing/2014/main" id="{B0009058-25AC-1B1B-E872-B2308260094A}"/>
                  </a:ext>
                </a:extLst>
              </p:cNvPr>
              <p:cNvSpPr/>
              <p:nvPr/>
            </p:nvSpPr>
            <p:spPr>
              <a:xfrm>
                <a:off x="5216683" y="7519988"/>
                <a:ext cx="1183259" cy="12700"/>
              </a:xfrm>
              <a:custGeom>
                <a:avLst/>
                <a:gdLst>
                  <a:gd name="csX0" fmla="*/ 0 w 1183259"/>
                  <a:gd name="csY0" fmla="*/ 0 h 12700"/>
                  <a:gd name="csX1" fmla="*/ 1183259 w 118325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83259" h="12700">
                    <a:moveTo>
                      <a:pt x="0" y="0"/>
                    </a:moveTo>
                    <a:lnTo>
                      <a:pt x="1183259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21" name="Freeform 420">
                <a:extLst>
                  <a:ext uri="{FF2B5EF4-FFF2-40B4-BE49-F238E27FC236}">
                    <a16:creationId xmlns:a16="http://schemas.microsoft.com/office/drawing/2014/main" id="{454D5214-F46C-86A0-D9CF-CE6E7123954B}"/>
                  </a:ext>
                </a:extLst>
              </p:cNvPr>
              <p:cNvSpPr/>
              <p:nvPr/>
            </p:nvSpPr>
            <p:spPr>
              <a:xfrm>
                <a:off x="5353208" y="751998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62BD6811-1386-2BFD-DC6C-F4D70344F320}"/>
                  </a:ext>
                </a:extLst>
              </p:cNvPr>
              <p:cNvSpPr/>
              <p:nvPr/>
            </p:nvSpPr>
            <p:spPr>
              <a:xfrm>
                <a:off x="5580792" y="751998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48E16CF9-3113-69DF-BD3C-DEF0658CA7B5}"/>
                  </a:ext>
                </a:extLst>
              </p:cNvPr>
              <p:cNvSpPr/>
              <p:nvPr/>
            </p:nvSpPr>
            <p:spPr>
              <a:xfrm>
                <a:off x="5808250" y="751998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5F3B221C-27DE-97F0-89AF-12209C3B119D}"/>
                  </a:ext>
                </a:extLst>
              </p:cNvPr>
              <p:cNvSpPr/>
              <p:nvPr/>
            </p:nvSpPr>
            <p:spPr>
              <a:xfrm>
                <a:off x="6035833" y="751998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68" name="Freeform 2367">
                <a:extLst>
                  <a:ext uri="{FF2B5EF4-FFF2-40B4-BE49-F238E27FC236}">
                    <a16:creationId xmlns:a16="http://schemas.microsoft.com/office/drawing/2014/main" id="{72BEB8B4-AAE9-E5E8-F7E0-610FE575E042}"/>
                  </a:ext>
                </a:extLst>
              </p:cNvPr>
              <p:cNvSpPr/>
              <p:nvPr/>
            </p:nvSpPr>
            <p:spPr>
              <a:xfrm>
                <a:off x="6263417" y="751998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369" name="TextBox 2368">
                <a:extLst>
                  <a:ext uri="{FF2B5EF4-FFF2-40B4-BE49-F238E27FC236}">
                    <a16:creationId xmlns:a16="http://schemas.microsoft.com/office/drawing/2014/main" id="{8BC68FB5-0AE1-2716-FD76-39F2740A447A}"/>
                  </a:ext>
                </a:extLst>
              </p:cNvPr>
              <p:cNvSpPr txBox="1"/>
              <p:nvPr/>
            </p:nvSpPr>
            <p:spPr>
              <a:xfrm>
                <a:off x="5212785" y="7515842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370" name="TextBox 2369">
                <a:extLst>
                  <a:ext uri="{FF2B5EF4-FFF2-40B4-BE49-F238E27FC236}">
                    <a16:creationId xmlns:a16="http://schemas.microsoft.com/office/drawing/2014/main" id="{97A7B2F8-020A-2A48-9D2E-88D3E75B4F2F}"/>
                  </a:ext>
                </a:extLst>
              </p:cNvPr>
              <p:cNvSpPr txBox="1"/>
              <p:nvPr/>
            </p:nvSpPr>
            <p:spPr>
              <a:xfrm>
                <a:off x="5472429" y="7515842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374" name="TextBox 2373">
                <a:extLst>
                  <a:ext uri="{FF2B5EF4-FFF2-40B4-BE49-F238E27FC236}">
                    <a16:creationId xmlns:a16="http://schemas.microsoft.com/office/drawing/2014/main" id="{C19D4DA2-ACF2-2A4D-D38A-4CEFBBA626F0}"/>
                  </a:ext>
                </a:extLst>
              </p:cNvPr>
              <p:cNvSpPr txBox="1"/>
              <p:nvPr/>
            </p:nvSpPr>
            <p:spPr>
              <a:xfrm>
                <a:off x="5667826" y="7515842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376" name="TextBox 2375">
                <a:extLst>
                  <a:ext uri="{FF2B5EF4-FFF2-40B4-BE49-F238E27FC236}">
                    <a16:creationId xmlns:a16="http://schemas.microsoft.com/office/drawing/2014/main" id="{7CFA59ED-40BC-36C1-2E8F-CCF5FA6B5DF1}"/>
                  </a:ext>
                </a:extLst>
              </p:cNvPr>
              <p:cNvSpPr txBox="1"/>
              <p:nvPr/>
            </p:nvSpPr>
            <p:spPr>
              <a:xfrm>
                <a:off x="5866556" y="7515842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378" name="TextBox 2377">
                <a:extLst>
                  <a:ext uri="{FF2B5EF4-FFF2-40B4-BE49-F238E27FC236}">
                    <a16:creationId xmlns:a16="http://schemas.microsoft.com/office/drawing/2014/main" id="{A6481212-E3A0-6ABD-0471-27FC4002ED97}"/>
                  </a:ext>
                </a:extLst>
              </p:cNvPr>
              <p:cNvSpPr txBox="1"/>
              <p:nvPr/>
            </p:nvSpPr>
            <p:spPr>
              <a:xfrm>
                <a:off x="6135818" y="7515842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381" name="TextBox 2380">
                <a:extLst>
                  <a:ext uri="{FF2B5EF4-FFF2-40B4-BE49-F238E27FC236}">
                    <a16:creationId xmlns:a16="http://schemas.microsoft.com/office/drawing/2014/main" id="{3670FF74-ABBE-E5F4-CD60-3BF374A31EB5}"/>
                  </a:ext>
                </a:extLst>
              </p:cNvPr>
              <p:cNvSpPr txBox="1"/>
              <p:nvPr/>
            </p:nvSpPr>
            <p:spPr>
              <a:xfrm rot="16200000">
                <a:off x="4285727" y="6829696"/>
                <a:ext cx="952505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AUCell</a:t>
                </a:r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Score</a:t>
                </a:r>
              </a:p>
            </p:txBody>
          </p:sp>
          <p:sp>
            <p:nvSpPr>
              <p:cNvPr id="2383" name="TextBox 2382">
                <a:extLst>
                  <a:ext uri="{FF2B5EF4-FFF2-40B4-BE49-F238E27FC236}">
                    <a16:creationId xmlns:a16="http://schemas.microsoft.com/office/drawing/2014/main" id="{D317C2D0-7550-3992-A2EB-FB3C08B1376F}"/>
                  </a:ext>
                </a:extLst>
              </p:cNvPr>
              <p:cNvSpPr txBox="1"/>
              <p:nvPr/>
            </p:nvSpPr>
            <p:spPr>
              <a:xfrm>
                <a:off x="5068640" y="6083368"/>
                <a:ext cx="1454245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</a:t>
                </a:r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euron differentiation</a:t>
                </a:r>
              </a:p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1_NP</a:t>
                </a:r>
              </a:p>
            </p:txBody>
          </p:sp>
        </p:grpSp>
      </p:grpSp>
      <p:grpSp>
        <p:nvGrpSpPr>
          <p:cNvPr id="5" name="Graphic 3">
            <a:extLst>
              <a:ext uri="{FF2B5EF4-FFF2-40B4-BE49-F238E27FC236}">
                <a16:creationId xmlns:a16="http://schemas.microsoft.com/office/drawing/2014/main" id="{54D3B538-C3E2-76DC-BF1F-2A23D2AE5800}"/>
              </a:ext>
            </a:extLst>
          </p:cNvPr>
          <p:cNvGrpSpPr/>
          <p:nvPr/>
        </p:nvGrpSpPr>
        <p:grpSpPr>
          <a:xfrm>
            <a:off x="32160" y="39930"/>
            <a:ext cx="1830669" cy="1836670"/>
            <a:chOff x="-1393374" y="1059329"/>
            <a:chExt cx="1830669" cy="183667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194576-10B8-2E07-7DA7-C4864A9AA289}"/>
                </a:ext>
              </a:extLst>
            </p:cNvPr>
            <p:cNvSpPr/>
            <p:nvPr/>
          </p:nvSpPr>
          <p:spPr>
            <a:xfrm>
              <a:off x="-1391505" y="1067199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EFE9A31-07FD-1817-F0AA-0D83E2A2D7CC}"/>
                </a:ext>
              </a:extLst>
            </p:cNvPr>
            <p:cNvSpPr/>
            <p:nvPr/>
          </p:nvSpPr>
          <p:spPr>
            <a:xfrm>
              <a:off x="-1391505" y="1067199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1915" name="Graphic 3">
              <a:extLst>
                <a:ext uri="{FF2B5EF4-FFF2-40B4-BE49-F238E27FC236}">
                  <a16:creationId xmlns:a16="http://schemas.microsoft.com/office/drawing/2014/main" id="{0299A3A2-4745-D544-FDFE-36D10236EF9C}"/>
                </a:ext>
              </a:extLst>
            </p:cNvPr>
            <p:cNvGrpSpPr/>
            <p:nvPr/>
          </p:nvGrpSpPr>
          <p:grpSpPr>
            <a:xfrm>
              <a:off x="-1032857" y="1361585"/>
              <a:ext cx="1400556" cy="1134490"/>
              <a:chOff x="-1032857" y="1361585"/>
              <a:chExt cx="1400556" cy="1134490"/>
            </a:xfrm>
          </p:grpSpPr>
          <p:sp>
            <p:nvSpPr>
              <p:cNvPr id="1916" name="Rectangle 1915">
                <a:extLst>
                  <a:ext uri="{FF2B5EF4-FFF2-40B4-BE49-F238E27FC236}">
                    <a16:creationId xmlns:a16="http://schemas.microsoft.com/office/drawing/2014/main" id="{38477D05-F06A-F161-E7FE-B8CAE88D5174}"/>
                  </a:ext>
                </a:extLst>
              </p:cNvPr>
              <p:cNvSpPr/>
              <p:nvPr/>
            </p:nvSpPr>
            <p:spPr>
              <a:xfrm>
                <a:off x="-1032857" y="1361585"/>
                <a:ext cx="1400556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17" name="Freeform 1916">
                <a:extLst>
                  <a:ext uri="{FF2B5EF4-FFF2-40B4-BE49-F238E27FC236}">
                    <a16:creationId xmlns:a16="http://schemas.microsoft.com/office/drawing/2014/main" id="{EBBF045D-2C78-D2C6-B3B3-376DB801380F}"/>
                  </a:ext>
                </a:extLst>
              </p:cNvPr>
              <p:cNvSpPr/>
              <p:nvPr/>
            </p:nvSpPr>
            <p:spPr>
              <a:xfrm>
                <a:off x="-871313" y="2072785"/>
                <a:ext cx="12700" cy="7492"/>
              </a:xfrm>
              <a:custGeom>
                <a:avLst/>
                <a:gdLst>
                  <a:gd name="csX0" fmla="*/ 0 w 12700"/>
                  <a:gd name="csY0" fmla="*/ 7493 h 7492"/>
                  <a:gd name="csX1" fmla="*/ 0 w 12700"/>
                  <a:gd name="csY1" fmla="*/ 0 h 74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492">
                    <a:moveTo>
                      <a:pt x="0" y="7493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18" name="Freeform 1917">
                <a:extLst>
                  <a:ext uri="{FF2B5EF4-FFF2-40B4-BE49-F238E27FC236}">
                    <a16:creationId xmlns:a16="http://schemas.microsoft.com/office/drawing/2014/main" id="{06B74406-5055-E751-61D6-5E8FDDF0AAD7}"/>
                  </a:ext>
                </a:extLst>
              </p:cNvPr>
              <p:cNvSpPr/>
              <p:nvPr/>
            </p:nvSpPr>
            <p:spPr>
              <a:xfrm>
                <a:off x="-871313" y="2220740"/>
                <a:ext cx="12700" cy="23114"/>
              </a:xfrm>
              <a:custGeom>
                <a:avLst/>
                <a:gdLst>
                  <a:gd name="csX0" fmla="*/ 0 w 12700"/>
                  <a:gd name="csY0" fmla="*/ 0 h 23114"/>
                  <a:gd name="csX1" fmla="*/ 0 w 12700"/>
                  <a:gd name="csY1" fmla="*/ 23114 h 231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3114">
                    <a:moveTo>
                      <a:pt x="0" y="0"/>
                    </a:moveTo>
                    <a:lnTo>
                      <a:pt x="0" y="2311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919" name="Freeform 1918">
                <a:extLst>
                  <a:ext uri="{FF2B5EF4-FFF2-40B4-BE49-F238E27FC236}">
                    <a16:creationId xmlns:a16="http://schemas.microsoft.com/office/drawing/2014/main" id="{36405A10-0103-01EB-5E12-512C3BA660B0}"/>
                  </a:ext>
                </a:extLst>
              </p:cNvPr>
              <p:cNvSpPr/>
              <p:nvPr/>
            </p:nvSpPr>
            <p:spPr>
              <a:xfrm>
                <a:off x="-952085" y="2080277"/>
                <a:ext cx="161544" cy="140462"/>
              </a:xfrm>
              <a:custGeom>
                <a:avLst/>
                <a:gdLst>
                  <a:gd name="csX0" fmla="*/ 0 w 161544"/>
                  <a:gd name="csY0" fmla="*/ 0 h 140462"/>
                  <a:gd name="csX1" fmla="*/ 0 w 161544"/>
                  <a:gd name="csY1" fmla="*/ 140462 h 140462"/>
                  <a:gd name="csX2" fmla="*/ 161544 w 161544"/>
                  <a:gd name="csY2" fmla="*/ 140462 h 140462"/>
                  <a:gd name="csX3" fmla="*/ 161544 w 161544"/>
                  <a:gd name="csY3" fmla="*/ 0 h 140462"/>
                  <a:gd name="csX4" fmla="*/ 0 w 161544"/>
                  <a:gd name="csY4" fmla="*/ 0 h 1404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544" h="140462">
                    <a:moveTo>
                      <a:pt x="0" y="0"/>
                    </a:moveTo>
                    <a:lnTo>
                      <a:pt x="0" y="140462"/>
                    </a:lnTo>
                    <a:lnTo>
                      <a:pt x="161544" y="140462"/>
                    </a:lnTo>
                    <a:lnTo>
                      <a:pt x="16154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3A27FD45-FCAD-A426-0D79-26045BB2938D}"/>
                  </a:ext>
                </a:extLst>
              </p:cNvPr>
              <p:cNvSpPr/>
              <p:nvPr/>
            </p:nvSpPr>
            <p:spPr>
              <a:xfrm>
                <a:off x="-952085" y="2136158"/>
                <a:ext cx="161544" cy="12700"/>
              </a:xfrm>
              <a:custGeom>
                <a:avLst/>
                <a:gdLst>
                  <a:gd name="csX0" fmla="*/ 0 w 161544"/>
                  <a:gd name="csY0" fmla="*/ 0 h 12700"/>
                  <a:gd name="csX1" fmla="*/ 161544 w 16154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1544" h="12700">
                    <a:moveTo>
                      <a:pt x="0" y="0"/>
                    </a:moveTo>
                    <a:lnTo>
                      <a:pt x="16154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7" name="Freeform 76">
                <a:extLst>
                  <a:ext uri="{FF2B5EF4-FFF2-40B4-BE49-F238E27FC236}">
                    <a16:creationId xmlns:a16="http://schemas.microsoft.com/office/drawing/2014/main" id="{DA26C275-F8EC-E538-9BF7-3DD344C908B4}"/>
                  </a:ext>
                </a:extLst>
              </p:cNvPr>
              <p:cNvSpPr/>
              <p:nvPr/>
            </p:nvSpPr>
            <p:spPr>
              <a:xfrm>
                <a:off x="-601946" y="2206008"/>
                <a:ext cx="12700" cy="20446"/>
              </a:xfrm>
              <a:custGeom>
                <a:avLst/>
                <a:gdLst>
                  <a:gd name="csX0" fmla="*/ 0 w 12700"/>
                  <a:gd name="csY0" fmla="*/ 20447 h 20446"/>
                  <a:gd name="csX1" fmla="*/ 0 w 12700"/>
                  <a:gd name="csY1" fmla="*/ 0 h 204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0446">
                    <a:moveTo>
                      <a:pt x="0" y="20447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78" name="Freeform 77">
                <a:extLst>
                  <a:ext uri="{FF2B5EF4-FFF2-40B4-BE49-F238E27FC236}">
                    <a16:creationId xmlns:a16="http://schemas.microsoft.com/office/drawing/2014/main" id="{D04619D0-E61E-9302-032F-79B3E74D5145}"/>
                  </a:ext>
                </a:extLst>
              </p:cNvPr>
              <p:cNvSpPr/>
              <p:nvPr/>
            </p:nvSpPr>
            <p:spPr>
              <a:xfrm>
                <a:off x="-601946" y="2354725"/>
                <a:ext cx="12700" cy="73152"/>
              </a:xfrm>
              <a:custGeom>
                <a:avLst/>
                <a:gdLst>
                  <a:gd name="csX0" fmla="*/ 0 w 12700"/>
                  <a:gd name="csY0" fmla="*/ 0 h 73152"/>
                  <a:gd name="csX1" fmla="*/ 0 w 12700"/>
                  <a:gd name="csY1" fmla="*/ 73152 h 731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3152">
                    <a:moveTo>
                      <a:pt x="0" y="0"/>
                    </a:moveTo>
                    <a:lnTo>
                      <a:pt x="0" y="73152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0B0B5E3D-702A-4E90-B88E-58037F10F3FE}"/>
                  </a:ext>
                </a:extLst>
              </p:cNvPr>
              <p:cNvSpPr/>
              <p:nvPr/>
            </p:nvSpPr>
            <p:spPr>
              <a:xfrm>
                <a:off x="-682717" y="2226454"/>
                <a:ext cx="161543" cy="128269"/>
              </a:xfrm>
              <a:custGeom>
                <a:avLst/>
                <a:gdLst>
                  <a:gd name="csX0" fmla="*/ 0 w 161543"/>
                  <a:gd name="csY0" fmla="*/ 0 h 128269"/>
                  <a:gd name="csX1" fmla="*/ 0 w 161543"/>
                  <a:gd name="csY1" fmla="*/ 128270 h 128269"/>
                  <a:gd name="csX2" fmla="*/ 161544 w 161543"/>
                  <a:gd name="csY2" fmla="*/ 128270 h 128269"/>
                  <a:gd name="csX3" fmla="*/ 161544 w 161543"/>
                  <a:gd name="csY3" fmla="*/ 0 h 128269"/>
                  <a:gd name="csX4" fmla="*/ 0 w 161543"/>
                  <a:gd name="csY4" fmla="*/ 0 h 1282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543" h="128269">
                    <a:moveTo>
                      <a:pt x="0" y="0"/>
                    </a:moveTo>
                    <a:lnTo>
                      <a:pt x="0" y="128270"/>
                    </a:lnTo>
                    <a:lnTo>
                      <a:pt x="161544" y="128270"/>
                    </a:lnTo>
                    <a:lnTo>
                      <a:pt x="16154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CD8B3417-EB4C-B70A-2139-99EC6F8CD027}"/>
                  </a:ext>
                </a:extLst>
              </p:cNvPr>
              <p:cNvSpPr/>
              <p:nvPr/>
            </p:nvSpPr>
            <p:spPr>
              <a:xfrm>
                <a:off x="-682718" y="2252490"/>
                <a:ext cx="161544" cy="12700"/>
              </a:xfrm>
              <a:custGeom>
                <a:avLst/>
                <a:gdLst>
                  <a:gd name="csX0" fmla="*/ 0 w 161544"/>
                  <a:gd name="csY0" fmla="*/ 0 h 12700"/>
                  <a:gd name="csX1" fmla="*/ 161544 w 16154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1544" h="12700">
                    <a:moveTo>
                      <a:pt x="0" y="0"/>
                    </a:moveTo>
                    <a:lnTo>
                      <a:pt x="16154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43FA70AB-9179-C1DD-E098-EDEA3F8B5854}"/>
                  </a:ext>
                </a:extLst>
              </p:cNvPr>
              <p:cNvSpPr/>
              <p:nvPr/>
            </p:nvSpPr>
            <p:spPr>
              <a:xfrm>
                <a:off x="-332579" y="2197499"/>
                <a:ext cx="12700" cy="15747"/>
              </a:xfrm>
              <a:custGeom>
                <a:avLst/>
                <a:gdLst>
                  <a:gd name="csX0" fmla="*/ 0 w 12700"/>
                  <a:gd name="csY0" fmla="*/ 15748 h 15747"/>
                  <a:gd name="csX1" fmla="*/ 0 w 12700"/>
                  <a:gd name="csY1" fmla="*/ 0 h 157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5747">
                    <a:moveTo>
                      <a:pt x="0" y="15748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AF595E84-401A-A8E6-28F3-CB9D90D7525C}"/>
                  </a:ext>
                </a:extLst>
              </p:cNvPr>
              <p:cNvSpPr/>
              <p:nvPr/>
            </p:nvSpPr>
            <p:spPr>
              <a:xfrm>
                <a:off x="-332579" y="2244743"/>
                <a:ext cx="12700" cy="15747"/>
              </a:xfrm>
              <a:custGeom>
                <a:avLst/>
                <a:gdLst>
                  <a:gd name="csX0" fmla="*/ 0 w 12700"/>
                  <a:gd name="csY0" fmla="*/ 0 h 15747"/>
                  <a:gd name="csX1" fmla="*/ 0 w 12700"/>
                  <a:gd name="csY1" fmla="*/ 15748 h 157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5747">
                    <a:moveTo>
                      <a:pt x="0" y="0"/>
                    </a:moveTo>
                    <a:lnTo>
                      <a:pt x="0" y="15748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20C257FC-72B4-1902-6BE3-9772C5612E4C}"/>
                  </a:ext>
                </a:extLst>
              </p:cNvPr>
              <p:cNvSpPr/>
              <p:nvPr/>
            </p:nvSpPr>
            <p:spPr>
              <a:xfrm>
                <a:off x="-413351" y="2213246"/>
                <a:ext cx="161544" cy="31496"/>
              </a:xfrm>
              <a:custGeom>
                <a:avLst/>
                <a:gdLst>
                  <a:gd name="csX0" fmla="*/ 0 w 161544"/>
                  <a:gd name="csY0" fmla="*/ 0 h 31496"/>
                  <a:gd name="csX1" fmla="*/ 0 w 161544"/>
                  <a:gd name="csY1" fmla="*/ 31496 h 31496"/>
                  <a:gd name="csX2" fmla="*/ 161544 w 161544"/>
                  <a:gd name="csY2" fmla="*/ 31496 h 31496"/>
                  <a:gd name="csX3" fmla="*/ 161544 w 161544"/>
                  <a:gd name="csY3" fmla="*/ 0 h 31496"/>
                  <a:gd name="csX4" fmla="*/ 0 w 161544"/>
                  <a:gd name="csY4" fmla="*/ 0 h 314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544" h="31496">
                    <a:moveTo>
                      <a:pt x="0" y="0"/>
                    </a:moveTo>
                    <a:lnTo>
                      <a:pt x="0" y="31496"/>
                    </a:lnTo>
                    <a:lnTo>
                      <a:pt x="161544" y="31496"/>
                    </a:lnTo>
                    <a:lnTo>
                      <a:pt x="16154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B022B473-AB10-A55D-64FE-F6A002D058B7}"/>
                  </a:ext>
                </a:extLst>
              </p:cNvPr>
              <p:cNvSpPr/>
              <p:nvPr/>
            </p:nvSpPr>
            <p:spPr>
              <a:xfrm>
                <a:off x="-413351" y="2228995"/>
                <a:ext cx="161544" cy="12700"/>
              </a:xfrm>
              <a:custGeom>
                <a:avLst/>
                <a:gdLst>
                  <a:gd name="csX0" fmla="*/ 0 w 161544"/>
                  <a:gd name="csY0" fmla="*/ 0 h 12700"/>
                  <a:gd name="csX1" fmla="*/ 161544 w 16154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1544" h="12700">
                    <a:moveTo>
                      <a:pt x="0" y="0"/>
                    </a:moveTo>
                    <a:lnTo>
                      <a:pt x="16154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37FB6F2D-5C71-EA4A-5FF2-D9D068ED5D59}"/>
                  </a:ext>
                </a:extLst>
              </p:cNvPr>
              <p:cNvSpPr/>
              <p:nvPr/>
            </p:nvSpPr>
            <p:spPr>
              <a:xfrm>
                <a:off x="206155" y="1993791"/>
                <a:ext cx="12700" cy="25527"/>
              </a:xfrm>
              <a:custGeom>
                <a:avLst/>
                <a:gdLst>
                  <a:gd name="csX0" fmla="*/ 0 w 12700"/>
                  <a:gd name="csY0" fmla="*/ 25527 h 25527"/>
                  <a:gd name="csX1" fmla="*/ 0 w 12700"/>
                  <a:gd name="csY1" fmla="*/ 0 h 255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5527">
                    <a:moveTo>
                      <a:pt x="0" y="25527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ED6FBEA2-3369-187D-DCB9-D007F9A157D1}"/>
                  </a:ext>
                </a:extLst>
              </p:cNvPr>
              <p:cNvSpPr/>
              <p:nvPr/>
            </p:nvSpPr>
            <p:spPr>
              <a:xfrm>
                <a:off x="206155" y="2113806"/>
                <a:ext cx="12700" cy="11811"/>
              </a:xfrm>
              <a:custGeom>
                <a:avLst/>
                <a:gdLst>
                  <a:gd name="csX0" fmla="*/ 0 w 12700"/>
                  <a:gd name="csY0" fmla="*/ 0 h 11811"/>
                  <a:gd name="csX1" fmla="*/ 0 w 12700"/>
                  <a:gd name="csY1" fmla="*/ 11811 h 118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811">
                    <a:moveTo>
                      <a:pt x="0" y="0"/>
                    </a:moveTo>
                    <a:lnTo>
                      <a:pt x="0" y="11811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78DA43E8-60D3-9824-D956-B0092F6375A4}"/>
                  </a:ext>
                </a:extLst>
              </p:cNvPr>
              <p:cNvSpPr/>
              <p:nvPr/>
            </p:nvSpPr>
            <p:spPr>
              <a:xfrm>
                <a:off x="125256" y="2019318"/>
                <a:ext cx="161671" cy="94488"/>
              </a:xfrm>
              <a:custGeom>
                <a:avLst/>
                <a:gdLst>
                  <a:gd name="csX0" fmla="*/ 0 w 161671"/>
                  <a:gd name="csY0" fmla="*/ 0 h 94488"/>
                  <a:gd name="csX1" fmla="*/ 0 w 161671"/>
                  <a:gd name="csY1" fmla="*/ 94488 h 94488"/>
                  <a:gd name="csX2" fmla="*/ 161671 w 161671"/>
                  <a:gd name="csY2" fmla="*/ 94488 h 94488"/>
                  <a:gd name="csX3" fmla="*/ 161671 w 161671"/>
                  <a:gd name="csY3" fmla="*/ 0 h 94488"/>
                  <a:gd name="csX4" fmla="*/ 0 w 161671"/>
                  <a:gd name="csY4" fmla="*/ 0 h 94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671" h="94488">
                    <a:moveTo>
                      <a:pt x="0" y="0"/>
                    </a:moveTo>
                    <a:lnTo>
                      <a:pt x="0" y="94488"/>
                    </a:lnTo>
                    <a:lnTo>
                      <a:pt x="161671" y="94488"/>
                    </a:lnTo>
                    <a:lnTo>
                      <a:pt x="16167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DC032DF-9402-BA3E-F32E-9220453466A7}"/>
                  </a:ext>
                </a:extLst>
              </p:cNvPr>
              <p:cNvSpPr/>
              <p:nvPr/>
            </p:nvSpPr>
            <p:spPr>
              <a:xfrm>
                <a:off x="125256" y="2097169"/>
                <a:ext cx="161670" cy="12700"/>
              </a:xfrm>
              <a:custGeom>
                <a:avLst/>
                <a:gdLst>
                  <a:gd name="csX0" fmla="*/ 0 w 161670"/>
                  <a:gd name="csY0" fmla="*/ 0 h 12700"/>
                  <a:gd name="csX1" fmla="*/ 161671 w 16167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1670" h="12700">
                    <a:moveTo>
                      <a:pt x="0" y="0"/>
                    </a:moveTo>
                    <a:lnTo>
                      <a:pt x="161671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D45B43C4-6502-323F-133F-943B20D5E648}"/>
                  </a:ext>
                </a:extLst>
              </p:cNvPr>
              <p:cNvSpPr/>
              <p:nvPr/>
            </p:nvSpPr>
            <p:spPr>
              <a:xfrm>
                <a:off x="-328261" y="217946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642CB6DB-350D-CA15-AFA1-B7C981A31FCB}"/>
                  </a:ext>
                </a:extLst>
              </p:cNvPr>
              <p:cNvSpPr/>
              <p:nvPr/>
            </p:nvSpPr>
            <p:spPr>
              <a:xfrm>
                <a:off x="-596485" y="219673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64AFB4B3-D0EA-112A-16CD-3BF09D6A79F7}"/>
                  </a:ext>
                </a:extLst>
              </p:cNvPr>
              <p:cNvSpPr/>
              <p:nvPr/>
            </p:nvSpPr>
            <p:spPr>
              <a:xfrm>
                <a:off x="-631537" y="23667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E716570C-4CCF-441E-91FA-2DA6B0A040D2}"/>
                  </a:ext>
                </a:extLst>
              </p:cNvPr>
              <p:cNvSpPr/>
              <p:nvPr/>
            </p:nvSpPr>
            <p:spPr>
              <a:xfrm>
                <a:off x="205901" y="19757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F42A3225-E08B-FDB7-195D-D0904B3F552E}"/>
                  </a:ext>
                </a:extLst>
              </p:cNvPr>
              <p:cNvSpPr/>
              <p:nvPr/>
            </p:nvSpPr>
            <p:spPr>
              <a:xfrm>
                <a:off x="-881727" y="222582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2B828ADC-EAAB-7ED6-AD70-B9A9D9D7D42D}"/>
                  </a:ext>
                </a:extLst>
              </p:cNvPr>
              <p:cNvSpPr/>
              <p:nvPr/>
            </p:nvSpPr>
            <p:spPr>
              <a:xfrm>
                <a:off x="189137" y="183885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A26E2482-3C3F-9850-7D79-39618C7E9E6B}"/>
                  </a:ext>
                </a:extLst>
              </p:cNvPr>
              <p:cNvSpPr/>
              <p:nvPr/>
            </p:nvSpPr>
            <p:spPr>
              <a:xfrm>
                <a:off x="-876520" y="179732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D277826-5554-5C0E-0C5D-C928C254975B}"/>
                  </a:ext>
                </a:extLst>
              </p:cNvPr>
              <p:cNvSpPr/>
              <p:nvPr/>
            </p:nvSpPr>
            <p:spPr>
              <a:xfrm>
                <a:off x="168436" y="207761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94A849-F1A6-A147-C447-74B18C366E01}"/>
                  </a:ext>
                </a:extLst>
              </p:cNvPr>
              <p:cNvSpPr/>
              <p:nvPr/>
            </p:nvSpPr>
            <p:spPr>
              <a:xfrm>
                <a:off x="-880838" y="205462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C5356D7A-E0E4-C7BD-76A4-79C5C84BE8E0}"/>
                  </a:ext>
                </a:extLst>
              </p:cNvPr>
              <p:cNvSpPr/>
              <p:nvPr/>
            </p:nvSpPr>
            <p:spPr>
              <a:xfrm>
                <a:off x="199170" y="210745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0FF3FF8E-DF2C-A955-B70B-0F07872B1342}"/>
                  </a:ext>
                </a:extLst>
              </p:cNvPr>
              <p:cNvSpPr/>
              <p:nvPr/>
            </p:nvSpPr>
            <p:spPr>
              <a:xfrm>
                <a:off x="-891633" y="208472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5EBF4632-BE1C-1A0F-A4C9-9C8A244194AA}"/>
                  </a:ext>
                </a:extLst>
              </p:cNvPr>
              <p:cNvSpPr/>
              <p:nvPr/>
            </p:nvSpPr>
            <p:spPr>
              <a:xfrm>
                <a:off x="199805" y="2080659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8575C712-375F-C6EB-77E9-D939F62AAC36}"/>
                  </a:ext>
                </a:extLst>
              </p:cNvPr>
              <p:cNvSpPr/>
              <p:nvPr/>
            </p:nvSpPr>
            <p:spPr>
              <a:xfrm>
                <a:off x="-865852" y="215152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43B5A955-CD2E-53CC-C3EB-34FD2D549BB9}"/>
                  </a:ext>
                </a:extLst>
              </p:cNvPr>
              <p:cNvSpPr/>
              <p:nvPr/>
            </p:nvSpPr>
            <p:spPr>
              <a:xfrm>
                <a:off x="-633188" y="218797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4EEF5DDD-ECAF-8355-1ED5-35344327A23D}"/>
                  </a:ext>
                </a:extLst>
              </p:cNvPr>
              <p:cNvSpPr/>
              <p:nvPr/>
            </p:nvSpPr>
            <p:spPr>
              <a:xfrm>
                <a:off x="186089" y="210085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BEF7AA04-CB07-EC64-EADA-69AA030BA86F}"/>
                  </a:ext>
                </a:extLst>
              </p:cNvPr>
              <p:cNvSpPr/>
              <p:nvPr/>
            </p:nvSpPr>
            <p:spPr>
              <a:xfrm>
                <a:off x="-865598" y="221985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AA91AD89-907F-5378-A7DA-A2B4A20635C6}"/>
                  </a:ext>
                </a:extLst>
              </p:cNvPr>
              <p:cNvSpPr/>
              <p:nvPr/>
            </p:nvSpPr>
            <p:spPr>
              <a:xfrm>
                <a:off x="-324832" y="22424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E4BC7908-1DF5-0909-4629-C214A72B63AA}"/>
                  </a:ext>
                </a:extLst>
              </p:cNvPr>
              <p:cNvSpPr/>
              <p:nvPr/>
            </p:nvSpPr>
            <p:spPr>
              <a:xfrm>
                <a:off x="-640554" y="230659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D8E6865F-EA36-08E5-B46D-8317EF445E37}"/>
                  </a:ext>
                </a:extLst>
              </p:cNvPr>
              <p:cNvSpPr/>
              <p:nvPr/>
            </p:nvSpPr>
            <p:spPr>
              <a:xfrm>
                <a:off x="-621377" y="223445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6D216E67-9611-8F0F-2DC1-2EFC213DBD38}"/>
                  </a:ext>
                </a:extLst>
              </p:cNvPr>
              <p:cNvSpPr/>
              <p:nvPr/>
            </p:nvSpPr>
            <p:spPr>
              <a:xfrm>
                <a:off x="-78071" y="211088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91677D64-1C1C-F2A9-CC89-48B739C9F6B3}"/>
                  </a:ext>
                </a:extLst>
              </p:cNvPr>
              <p:cNvSpPr/>
              <p:nvPr/>
            </p:nvSpPr>
            <p:spPr>
              <a:xfrm>
                <a:off x="-598263" y="222010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7A8E964-3D59-4A6A-82B9-B27307A54CBB}"/>
                  </a:ext>
                </a:extLst>
              </p:cNvPr>
              <p:cNvSpPr/>
              <p:nvPr/>
            </p:nvSpPr>
            <p:spPr>
              <a:xfrm>
                <a:off x="-639411" y="240984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BE49E6A-697D-8033-9172-94A93A24EB66}"/>
                  </a:ext>
                </a:extLst>
              </p:cNvPr>
              <p:cNvSpPr txBox="1"/>
              <p:nvPr/>
            </p:nvSpPr>
            <p:spPr>
              <a:xfrm>
                <a:off x="-977012" y="1501754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0AFA5516-42D5-E60C-9F70-802AC51AC014}"/>
                  </a:ext>
                </a:extLst>
              </p:cNvPr>
              <p:cNvSpPr/>
              <p:nvPr/>
            </p:nvSpPr>
            <p:spPr>
              <a:xfrm>
                <a:off x="-871313" y="1679212"/>
                <a:ext cx="242442" cy="12700"/>
              </a:xfrm>
              <a:custGeom>
                <a:avLst/>
                <a:gdLst>
                  <a:gd name="csX0" fmla="*/ 0 w 242442"/>
                  <a:gd name="csY0" fmla="*/ 0 h 12700"/>
                  <a:gd name="csX1" fmla="*/ 242443 w 2424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42442" h="12700">
                    <a:moveTo>
                      <a:pt x="0" y="0"/>
                    </a:moveTo>
                    <a:lnTo>
                      <a:pt x="24244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4811859D-BB26-B55A-6446-C900DFBC6FF4}"/>
                  </a:ext>
                </a:extLst>
              </p:cNvPr>
              <p:cNvSpPr txBox="1"/>
              <p:nvPr/>
            </p:nvSpPr>
            <p:spPr>
              <a:xfrm>
                <a:off x="-411481" y="1501754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6235243-93C7-FB5D-B0EA-7D5A987B1065}"/>
                  </a:ext>
                </a:extLst>
              </p:cNvPr>
              <p:cNvSpPr/>
              <p:nvPr/>
            </p:nvSpPr>
            <p:spPr>
              <a:xfrm>
                <a:off x="-575021" y="1679212"/>
                <a:ext cx="781176" cy="12700"/>
              </a:xfrm>
              <a:custGeom>
                <a:avLst/>
                <a:gdLst>
                  <a:gd name="csX0" fmla="*/ 0 w 781176"/>
                  <a:gd name="csY0" fmla="*/ 0 h 12700"/>
                  <a:gd name="csX1" fmla="*/ 781177 w 7811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81176" h="12700">
                    <a:moveTo>
                      <a:pt x="0" y="0"/>
                    </a:moveTo>
                    <a:lnTo>
                      <a:pt x="78117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002A966-E44E-DF1A-43CA-7F641A8B5FEF}"/>
                  </a:ext>
                </a:extLst>
              </p:cNvPr>
              <p:cNvSpPr txBox="1"/>
              <p:nvPr/>
            </p:nvSpPr>
            <p:spPr>
              <a:xfrm>
                <a:off x="-602043" y="1384292"/>
                <a:ext cx="538930" cy="1938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0.283</a:t>
                </a: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54D22BDF-4617-03D4-652D-C15C69414AF4}"/>
                  </a:ext>
                </a:extLst>
              </p:cNvPr>
              <p:cNvSpPr/>
              <p:nvPr/>
            </p:nvSpPr>
            <p:spPr>
              <a:xfrm>
                <a:off x="-871313" y="1543068"/>
                <a:ext cx="1077468" cy="12700"/>
              </a:xfrm>
              <a:custGeom>
                <a:avLst/>
                <a:gdLst>
                  <a:gd name="csX0" fmla="*/ 0 w 1077468"/>
                  <a:gd name="csY0" fmla="*/ 0 h 12700"/>
                  <a:gd name="csX1" fmla="*/ 1077468 w 107746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77468" h="12700">
                    <a:moveTo>
                      <a:pt x="0" y="0"/>
                    </a:moveTo>
                    <a:lnTo>
                      <a:pt x="107746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133" name="Graphic 3">
              <a:extLst>
                <a:ext uri="{FF2B5EF4-FFF2-40B4-BE49-F238E27FC236}">
                  <a16:creationId xmlns:a16="http://schemas.microsoft.com/office/drawing/2014/main" id="{AAC4A64B-6242-F79C-021C-EE9D4B0AAC44}"/>
                </a:ext>
              </a:extLst>
            </p:cNvPr>
            <p:cNvGrpSpPr/>
            <p:nvPr/>
          </p:nvGrpSpPr>
          <p:grpSpPr>
            <a:xfrm>
              <a:off x="-1393374" y="1059329"/>
              <a:ext cx="1761073" cy="1811644"/>
              <a:chOff x="-1393374" y="1059329"/>
              <a:chExt cx="1761073" cy="1811644"/>
            </a:xfrm>
          </p:grpSpPr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B35C5CCB-8E90-7797-3FC6-11FCCB11E944}"/>
                  </a:ext>
                </a:extLst>
              </p:cNvPr>
              <p:cNvSpPr/>
              <p:nvPr/>
            </p:nvSpPr>
            <p:spPr>
              <a:xfrm>
                <a:off x="-1032857" y="1361585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7374E9C-7E40-39AF-D4C7-483FE3181158}"/>
                  </a:ext>
                </a:extLst>
              </p:cNvPr>
              <p:cNvSpPr txBox="1"/>
              <p:nvPr/>
            </p:nvSpPr>
            <p:spPr>
              <a:xfrm>
                <a:off x="-1250939" y="2174557"/>
                <a:ext cx="24878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68FC85C8-ED0B-956E-D286-7A333AD2D72E}"/>
                  </a:ext>
                </a:extLst>
              </p:cNvPr>
              <p:cNvSpPr txBox="1"/>
              <p:nvPr/>
            </p:nvSpPr>
            <p:spPr>
              <a:xfrm>
                <a:off x="-1250939" y="1861502"/>
                <a:ext cx="24878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B9A4834E-760B-5227-52D7-4C8737092D46}"/>
                  </a:ext>
                </a:extLst>
              </p:cNvPr>
              <p:cNvSpPr txBox="1"/>
              <p:nvPr/>
            </p:nvSpPr>
            <p:spPr>
              <a:xfrm>
                <a:off x="-1250939" y="1548447"/>
                <a:ext cx="24878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</a:t>
                </a: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EAEEDB86-F792-9F15-250F-76265A65F86C}"/>
                  </a:ext>
                </a:extLst>
              </p:cNvPr>
              <p:cNvSpPr/>
              <p:nvPr/>
            </p:nvSpPr>
            <p:spPr>
              <a:xfrm>
                <a:off x="-1067655" y="2281446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9D6FF7FC-1925-4F0E-9CEB-549A7A70E9CD}"/>
                  </a:ext>
                </a:extLst>
              </p:cNvPr>
              <p:cNvSpPr/>
              <p:nvPr/>
            </p:nvSpPr>
            <p:spPr>
              <a:xfrm>
                <a:off x="-1067655" y="1968390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01FD36F6-FA31-8155-1872-43E5A4B02926}"/>
                  </a:ext>
                </a:extLst>
              </p:cNvPr>
              <p:cNvSpPr/>
              <p:nvPr/>
            </p:nvSpPr>
            <p:spPr>
              <a:xfrm>
                <a:off x="-1067655" y="1655336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69B58459-12B3-B5B8-079F-3BA3A6A06D85}"/>
                  </a:ext>
                </a:extLst>
              </p:cNvPr>
              <p:cNvSpPr/>
              <p:nvPr/>
            </p:nvSpPr>
            <p:spPr>
              <a:xfrm>
                <a:off x="-1032857" y="2495949"/>
                <a:ext cx="1400556" cy="12700"/>
              </a:xfrm>
              <a:custGeom>
                <a:avLst/>
                <a:gdLst>
                  <a:gd name="csX0" fmla="*/ 0 w 1400556"/>
                  <a:gd name="csY0" fmla="*/ 0 h 12700"/>
                  <a:gd name="csX1" fmla="*/ 1400556 w 14005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00556" h="12700">
                    <a:moveTo>
                      <a:pt x="0" y="0"/>
                    </a:moveTo>
                    <a:lnTo>
                      <a:pt x="1400556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BB942CAE-2FC5-0C67-4F4B-0AC001D1E291}"/>
                  </a:ext>
                </a:extLst>
              </p:cNvPr>
              <p:cNvSpPr/>
              <p:nvPr/>
            </p:nvSpPr>
            <p:spPr>
              <a:xfrm>
                <a:off x="-871313" y="24959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5C122E2F-73F7-33D1-D987-9059490EB54E}"/>
                  </a:ext>
                </a:extLst>
              </p:cNvPr>
              <p:cNvSpPr/>
              <p:nvPr/>
            </p:nvSpPr>
            <p:spPr>
              <a:xfrm>
                <a:off x="-601946" y="24959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518DF024-8F05-47BA-4F02-79D67B7E61E2}"/>
                  </a:ext>
                </a:extLst>
              </p:cNvPr>
              <p:cNvSpPr/>
              <p:nvPr/>
            </p:nvSpPr>
            <p:spPr>
              <a:xfrm>
                <a:off x="-332579" y="24959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03DF663B-5D9D-FF2D-CF33-B945AFC8FF2B}"/>
                  </a:ext>
                </a:extLst>
              </p:cNvPr>
              <p:cNvSpPr/>
              <p:nvPr/>
            </p:nvSpPr>
            <p:spPr>
              <a:xfrm>
                <a:off x="-63212" y="24959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33882CF2-4FE4-0D62-F46B-8BC573B26052}"/>
                  </a:ext>
                </a:extLst>
              </p:cNvPr>
              <p:cNvSpPr/>
              <p:nvPr/>
            </p:nvSpPr>
            <p:spPr>
              <a:xfrm>
                <a:off x="206155" y="24959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C113139-C7EF-84AB-19E0-CB3B599430C9}"/>
                  </a:ext>
                </a:extLst>
              </p:cNvPr>
              <p:cNvSpPr txBox="1"/>
              <p:nvPr/>
            </p:nvSpPr>
            <p:spPr>
              <a:xfrm>
                <a:off x="-1011736" y="2491803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59DD4BB-D2D5-22CD-D41A-6A5CEB683D5D}"/>
                  </a:ext>
                </a:extLst>
              </p:cNvPr>
              <p:cNvSpPr txBox="1"/>
              <p:nvPr/>
            </p:nvSpPr>
            <p:spPr>
              <a:xfrm>
                <a:off x="-710309" y="2491803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D7749DB6-15D3-1976-FDAD-DBBB2F6BE1BC}"/>
                  </a:ext>
                </a:extLst>
              </p:cNvPr>
              <p:cNvSpPr txBox="1"/>
              <p:nvPr/>
            </p:nvSpPr>
            <p:spPr>
              <a:xfrm>
                <a:off x="-473002" y="2491803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27CC78FF-D2A6-1A21-7D1D-00BE1A82D45C}"/>
                  </a:ext>
                </a:extLst>
              </p:cNvPr>
              <p:cNvSpPr txBox="1"/>
              <p:nvPr/>
            </p:nvSpPr>
            <p:spPr>
              <a:xfrm>
                <a:off x="-232489" y="2491803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E7F827B0-3D2C-23DC-7473-BA7928E64E62}"/>
                  </a:ext>
                </a:extLst>
              </p:cNvPr>
              <p:cNvSpPr txBox="1"/>
              <p:nvPr/>
            </p:nvSpPr>
            <p:spPr>
              <a:xfrm>
                <a:off x="78555" y="2491803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2D233CC6-17A0-2B39-76EB-C84890F13120}"/>
                  </a:ext>
                </a:extLst>
              </p:cNvPr>
              <p:cNvSpPr txBox="1"/>
              <p:nvPr/>
            </p:nvSpPr>
            <p:spPr>
              <a:xfrm>
                <a:off x="-605250" y="2624752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559AC899-348E-9952-045F-78D712A36470}"/>
                  </a:ext>
                </a:extLst>
              </p:cNvPr>
              <p:cNvSpPr txBox="1"/>
              <p:nvPr/>
            </p:nvSpPr>
            <p:spPr>
              <a:xfrm rot="16200000">
                <a:off x="-1678388" y="1805657"/>
                <a:ext cx="81624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Expression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207C13D-EC48-E7AD-D834-9894E601DD51}"/>
                  </a:ext>
                </a:extLst>
              </p:cNvPr>
              <p:cNvSpPr txBox="1"/>
              <p:nvPr/>
            </p:nvSpPr>
            <p:spPr>
              <a:xfrm>
                <a:off x="-707176" y="1059329"/>
                <a:ext cx="771365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i="1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cyp19a1b</a:t>
                </a:r>
              </a:p>
            </p:txBody>
          </p:sp>
        </p:grp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B7C2B691-D84F-F333-4DAB-DB470DFD01CC}"/>
              </a:ext>
            </a:extLst>
          </p:cNvPr>
          <p:cNvSpPr txBox="1"/>
          <p:nvPr/>
        </p:nvSpPr>
        <p:spPr>
          <a:xfrm>
            <a:off x="-6128" y="3993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790" name="TextBox 1789">
            <a:extLst>
              <a:ext uri="{FF2B5EF4-FFF2-40B4-BE49-F238E27FC236}">
                <a16:creationId xmlns:a16="http://schemas.microsoft.com/office/drawing/2014/main" id="{6D00FA46-86DB-C466-38A5-3C5979EE7E94}"/>
              </a:ext>
            </a:extLst>
          </p:cNvPr>
          <p:cNvSpPr txBox="1"/>
          <p:nvPr/>
        </p:nvSpPr>
        <p:spPr>
          <a:xfrm>
            <a:off x="5199983" y="2052864"/>
            <a:ext cx="1229131" cy="237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45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Classification</a:t>
            </a:r>
          </a:p>
        </p:txBody>
      </p:sp>
      <p:sp>
        <p:nvSpPr>
          <p:cNvPr id="1791" name="Freeform 931">
            <a:extLst>
              <a:ext uri="{FF2B5EF4-FFF2-40B4-BE49-F238E27FC236}">
                <a16:creationId xmlns:a16="http://schemas.microsoft.com/office/drawing/2014/main" id="{42E7818B-E3F9-9927-36D2-A8A099A7ED0F}"/>
              </a:ext>
            </a:extLst>
          </p:cNvPr>
          <p:cNvSpPr/>
          <p:nvPr/>
        </p:nvSpPr>
        <p:spPr>
          <a:xfrm>
            <a:off x="5192093" y="2296439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1965B0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1792" name="Freeform 932">
            <a:extLst>
              <a:ext uri="{FF2B5EF4-FFF2-40B4-BE49-F238E27FC236}">
                <a16:creationId xmlns:a16="http://schemas.microsoft.com/office/drawing/2014/main" id="{EC9C004C-94F6-85F2-7947-A3BE43AE9BA3}"/>
              </a:ext>
            </a:extLst>
          </p:cNvPr>
          <p:cNvSpPr/>
          <p:nvPr/>
        </p:nvSpPr>
        <p:spPr>
          <a:xfrm>
            <a:off x="5192093" y="2467777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7BAFDE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1793" name="Freeform 933">
            <a:extLst>
              <a:ext uri="{FF2B5EF4-FFF2-40B4-BE49-F238E27FC236}">
                <a16:creationId xmlns:a16="http://schemas.microsoft.com/office/drawing/2014/main" id="{7D4B0464-D216-F46C-3BDF-B444E76B02BD}"/>
              </a:ext>
            </a:extLst>
          </p:cNvPr>
          <p:cNvSpPr/>
          <p:nvPr/>
        </p:nvSpPr>
        <p:spPr>
          <a:xfrm>
            <a:off x="5192093" y="2639114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4EB265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1794" name="Freeform 934">
            <a:extLst>
              <a:ext uri="{FF2B5EF4-FFF2-40B4-BE49-F238E27FC236}">
                <a16:creationId xmlns:a16="http://schemas.microsoft.com/office/drawing/2014/main" id="{E6AFBFEE-D2B8-EDFC-12EB-A102AE97792E}"/>
              </a:ext>
            </a:extLst>
          </p:cNvPr>
          <p:cNvSpPr/>
          <p:nvPr/>
        </p:nvSpPr>
        <p:spPr>
          <a:xfrm>
            <a:off x="5192093" y="2810331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CAE0AB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1795" name="Freeform 935">
            <a:extLst>
              <a:ext uri="{FF2B5EF4-FFF2-40B4-BE49-F238E27FC236}">
                <a16:creationId xmlns:a16="http://schemas.microsoft.com/office/drawing/2014/main" id="{B6DA7865-B1A4-1C12-542F-3EBC5E4AFA80}"/>
              </a:ext>
            </a:extLst>
          </p:cNvPr>
          <p:cNvSpPr/>
          <p:nvPr/>
        </p:nvSpPr>
        <p:spPr>
          <a:xfrm>
            <a:off x="5192093" y="2981668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F7F056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1796" name="Freeform 936">
            <a:extLst>
              <a:ext uri="{FF2B5EF4-FFF2-40B4-BE49-F238E27FC236}">
                <a16:creationId xmlns:a16="http://schemas.microsoft.com/office/drawing/2014/main" id="{A1232D6C-A5E2-6887-DBE4-28B1C1FB0134}"/>
              </a:ext>
            </a:extLst>
          </p:cNvPr>
          <p:cNvSpPr/>
          <p:nvPr/>
        </p:nvSpPr>
        <p:spPr>
          <a:xfrm>
            <a:off x="5192093" y="3153005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rgbClr val="DC050C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grpSp>
        <p:nvGrpSpPr>
          <p:cNvPr id="2377" name="Group 2376">
            <a:extLst>
              <a:ext uri="{FF2B5EF4-FFF2-40B4-BE49-F238E27FC236}">
                <a16:creationId xmlns:a16="http://schemas.microsoft.com/office/drawing/2014/main" id="{9E0BCF5A-559F-39D5-70AE-D5E505348213}"/>
              </a:ext>
            </a:extLst>
          </p:cNvPr>
          <p:cNvGrpSpPr/>
          <p:nvPr/>
        </p:nvGrpSpPr>
        <p:grpSpPr>
          <a:xfrm>
            <a:off x="5304873" y="2273532"/>
            <a:ext cx="1150151" cy="1250921"/>
            <a:chOff x="5376318" y="2273532"/>
            <a:chExt cx="1150151" cy="1250921"/>
          </a:xfrm>
        </p:grpSpPr>
        <p:sp>
          <p:nvSpPr>
            <p:cNvPr id="1798" name="TextBox 1797">
              <a:extLst>
                <a:ext uri="{FF2B5EF4-FFF2-40B4-BE49-F238E27FC236}">
                  <a16:creationId xmlns:a16="http://schemas.microsoft.com/office/drawing/2014/main" id="{C7C3D4C2-7FF6-FCE0-7312-6E660A0C4D69}"/>
                </a:ext>
              </a:extLst>
            </p:cNvPr>
            <p:cNvSpPr txBox="1"/>
            <p:nvPr/>
          </p:nvSpPr>
          <p:spPr>
            <a:xfrm>
              <a:off x="5376919" y="2273532"/>
              <a:ext cx="567784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Late Up</a:t>
              </a:r>
            </a:p>
          </p:txBody>
        </p:sp>
        <p:sp>
          <p:nvSpPr>
            <p:cNvPr id="1799" name="TextBox 1798">
              <a:extLst>
                <a:ext uri="{FF2B5EF4-FFF2-40B4-BE49-F238E27FC236}">
                  <a16:creationId xmlns:a16="http://schemas.microsoft.com/office/drawing/2014/main" id="{265C7AC4-9444-CF39-A033-041BD52201D9}"/>
                </a:ext>
              </a:extLst>
            </p:cNvPr>
            <p:cNvSpPr txBox="1"/>
            <p:nvPr/>
          </p:nvSpPr>
          <p:spPr>
            <a:xfrm>
              <a:off x="5376863" y="2444749"/>
              <a:ext cx="70724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Late Down</a:t>
              </a:r>
            </a:p>
          </p:txBody>
        </p:sp>
        <p:sp>
          <p:nvSpPr>
            <p:cNvPr id="1800" name="TextBox 1799">
              <a:extLst>
                <a:ext uri="{FF2B5EF4-FFF2-40B4-BE49-F238E27FC236}">
                  <a16:creationId xmlns:a16="http://schemas.microsoft.com/office/drawing/2014/main" id="{5F1C45B3-3CD6-7B85-2466-1198B1DB229B}"/>
                </a:ext>
              </a:extLst>
            </p:cNvPr>
            <p:cNvSpPr txBox="1"/>
            <p:nvPr/>
          </p:nvSpPr>
          <p:spPr>
            <a:xfrm>
              <a:off x="5376374" y="2616086"/>
              <a:ext cx="88998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Transiently Up</a:t>
              </a:r>
            </a:p>
          </p:txBody>
        </p:sp>
        <p:sp>
          <p:nvSpPr>
            <p:cNvPr id="1801" name="TextBox 1800">
              <a:extLst>
                <a:ext uri="{FF2B5EF4-FFF2-40B4-BE49-F238E27FC236}">
                  <a16:creationId xmlns:a16="http://schemas.microsoft.com/office/drawing/2014/main" id="{F3215D93-EEB9-50A2-AD93-00EFAA27A8AF}"/>
                </a:ext>
              </a:extLst>
            </p:cNvPr>
            <p:cNvSpPr txBox="1"/>
            <p:nvPr/>
          </p:nvSpPr>
          <p:spPr>
            <a:xfrm>
              <a:off x="5376318" y="2787424"/>
              <a:ext cx="10294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Transiently Down</a:t>
              </a:r>
            </a:p>
          </p:txBody>
        </p:sp>
        <p:sp>
          <p:nvSpPr>
            <p:cNvPr id="1802" name="TextBox 1801">
              <a:extLst>
                <a:ext uri="{FF2B5EF4-FFF2-40B4-BE49-F238E27FC236}">
                  <a16:creationId xmlns:a16="http://schemas.microsoft.com/office/drawing/2014/main" id="{7427EE4F-AC42-65DD-65F4-CF45A949B9F1}"/>
                </a:ext>
              </a:extLst>
            </p:cNvPr>
            <p:cNvSpPr txBox="1"/>
            <p:nvPr/>
          </p:nvSpPr>
          <p:spPr>
            <a:xfrm>
              <a:off x="5377460" y="2958761"/>
              <a:ext cx="60305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Early Up</a:t>
              </a:r>
            </a:p>
          </p:txBody>
        </p:sp>
        <p:sp>
          <p:nvSpPr>
            <p:cNvPr id="1803" name="TextBox 1802">
              <a:extLst>
                <a:ext uri="{FF2B5EF4-FFF2-40B4-BE49-F238E27FC236}">
                  <a16:creationId xmlns:a16="http://schemas.microsoft.com/office/drawing/2014/main" id="{B5BF6BE7-ACFD-29A3-D1C6-E274DF7726B9}"/>
                </a:ext>
              </a:extLst>
            </p:cNvPr>
            <p:cNvSpPr txBox="1"/>
            <p:nvPr/>
          </p:nvSpPr>
          <p:spPr>
            <a:xfrm>
              <a:off x="5377405" y="3130097"/>
              <a:ext cx="74251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Early Down</a:t>
              </a:r>
            </a:p>
          </p:txBody>
        </p:sp>
        <p:sp>
          <p:nvSpPr>
            <p:cNvPr id="1804" name="TextBox 1803">
              <a:extLst>
                <a:ext uri="{FF2B5EF4-FFF2-40B4-BE49-F238E27FC236}">
                  <a16:creationId xmlns:a16="http://schemas.microsoft.com/office/drawing/2014/main" id="{CAF6F6B9-3140-E5A5-06F0-9717C2793260}"/>
                </a:ext>
              </a:extLst>
            </p:cNvPr>
            <p:cNvSpPr txBox="1"/>
            <p:nvPr/>
          </p:nvSpPr>
          <p:spPr>
            <a:xfrm>
              <a:off x="5376795" y="3301315"/>
              <a:ext cx="1149674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Progressively Down</a:t>
              </a:r>
            </a:p>
          </p:txBody>
        </p:sp>
      </p:grpSp>
      <p:grpSp>
        <p:nvGrpSpPr>
          <p:cNvPr id="1782" name="Group 1781">
            <a:extLst>
              <a:ext uri="{FF2B5EF4-FFF2-40B4-BE49-F238E27FC236}">
                <a16:creationId xmlns:a16="http://schemas.microsoft.com/office/drawing/2014/main" id="{F88E03CD-AF13-D732-D1C4-BC22DAD1EA8A}"/>
              </a:ext>
            </a:extLst>
          </p:cNvPr>
          <p:cNvGrpSpPr/>
          <p:nvPr/>
        </p:nvGrpSpPr>
        <p:grpSpPr>
          <a:xfrm>
            <a:off x="3974882" y="2929969"/>
            <a:ext cx="1278556" cy="594484"/>
            <a:chOff x="3104699" y="4443932"/>
            <a:chExt cx="1353102" cy="629145"/>
          </a:xfrm>
        </p:grpSpPr>
        <p:sp>
          <p:nvSpPr>
            <p:cNvPr id="1783" name="TextBox 1782">
              <a:extLst>
                <a:ext uri="{FF2B5EF4-FFF2-40B4-BE49-F238E27FC236}">
                  <a16:creationId xmlns:a16="http://schemas.microsoft.com/office/drawing/2014/main" id="{6D16286E-4D23-A2FD-42E3-BF9D8FA9FC34}"/>
                </a:ext>
              </a:extLst>
            </p:cNvPr>
            <p:cNvSpPr txBox="1"/>
            <p:nvPr/>
          </p:nvSpPr>
          <p:spPr>
            <a:xfrm>
              <a:off x="3194249" y="4443932"/>
              <a:ext cx="1141730" cy="251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45" b="1" dirty="0"/>
                <a:t>Type</a:t>
              </a:r>
              <a:endParaRPr lang="en-US" sz="992" b="1" dirty="0"/>
            </a:p>
          </p:txBody>
        </p:sp>
        <p:grpSp>
          <p:nvGrpSpPr>
            <p:cNvPr id="1784" name="Group 1783">
              <a:extLst>
                <a:ext uri="{FF2B5EF4-FFF2-40B4-BE49-F238E27FC236}">
                  <a16:creationId xmlns:a16="http://schemas.microsoft.com/office/drawing/2014/main" id="{4BA22AD6-CE39-49C1-F65D-CB59F374B87D}"/>
                </a:ext>
              </a:extLst>
            </p:cNvPr>
            <p:cNvGrpSpPr/>
            <p:nvPr/>
          </p:nvGrpSpPr>
          <p:grpSpPr>
            <a:xfrm>
              <a:off x="3104699" y="4671893"/>
              <a:ext cx="1353102" cy="401184"/>
              <a:chOff x="3104699" y="4671893"/>
              <a:chExt cx="1353102" cy="401184"/>
            </a:xfrm>
          </p:grpSpPr>
          <p:sp>
            <p:nvSpPr>
              <p:cNvPr id="1785" name="TextBox 1784">
                <a:extLst>
                  <a:ext uri="{FF2B5EF4-FFF2-40B4-BE49-F238E27FC236}">
                    <a16:creationId xmlns:a16="http://schemas.microsoft.com/office/drawing/2014/main" id="{4B2F7FFC-2DB0-DFF2-B2A7-D4044F2AB0F8}"/>
                  </a:ext>
                </a:extLst>
              </p:cNvPr>
              <p:cNvSpPr txBox="1"/>
              <p:nvPr/>
            </p:nvSpPr>
            <p:spPr>
              <a:xfrm>
                <a:off x="3104699" y="4671893"/>
                <a:ext cx="252437" cy="251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45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945"/>
              </a:p>
            </p:txBody>
          </p:sp>
          <p:sp>
            <p:nvSpPr>
              <p:cNvPr id="1786" name="TextBox 1785">
                <a:extLst>
                  <a:ext uri="{FF2B5EF4-FFF2-40B4-BE49-F238E27FC236}">
                    <a16:creationId xmlns:a16="http://schemas.microsoft.com/office/drawing/2014/main" id="{665F2A3E-514A-CBD1-3AF8-C739DC88B86C}"/>
                  </a:ext>
                </a:extLst>
              </p:cNvPr>
              <p:cNvSpPr txBox="1"/>
              <p:nvPr/>
            </p:nvSpPr>
            <p:spPr>
              <a:xfrm>
                <a:off x="3230917" y="4676412"/>
                <a:ext cx="122688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Transcription Factor</a:t>
                </a:r>
              </a:p>
            </p:txBody>
          </p:sp>
          <p:sp>
            <p:nvSpPr>
              <p:cNvPr id="1787" name="TextBox 1786">
                <a:extLst>
                  <a:ext uri="{FF2B5EF4-FFF2-40B4-BE49-F238E27FC236}">
                    <a16:creationId xmlns:a16="http://schemas.microsoft.com/office/drawing/2014/main" id="{1A19C904-451C-8CE2-8948-4EBDB0D48649}"/>
                  </a:ext>
                </a:extLst>
              </p:cNvPr>
              <p:cNvSpPr txBox="1"/>
              <p:nvPr/>
            </p:nvSpPr>
            <p:spPr>
              <a:xfrm>
                <a:off x="3230917" y="4836929"/>
                <a:ext cx="117429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Chromatin Modifier</a:t>
                </a:r>
              </a:p>
            </p:txBody>
          </p:sp>
          <p:sp>
            <p:nvSpPr>
              <p:cNvPr id="1788" name="TextBox 1787">
                <a:extLst>
                  <a:ext uri="{FF2B5EF4-FFF2-40B4-BE49-F238E27FC236}">
                    <a16:creationId xmlns:a16="http://schemas.microsoft.com/office/drawing/2014/main" id="{EE41E522-7175-9B52-4EF5-DC90994D805E}"/>
                  </a:ext>
                </a:extLst>
              </p:cNvPr>
              <p:cNvSpPr txBox="1"/>
              <p:nvPr/>
            </p:nvSpPr>
            <p:spPr>
              <a:xfrm>
                <a:off x="3104699" y="4819258"/>
                <a:ext cx="313329" cy="2516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945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945"/>
              </a:p>
            </p:txBody>
          </p:sp>
        </p:grpSp>
      </p:grpSp>
      <p:grpSp>
        <p:nvGrpSpPr>
          <p:cNvPr id="2373" name="Group 2372">
            <a:extLst>
              <a:ext uri="{FF2B5EF4-FFF2-40B4-BE49-F238E27FC236}">
                <a16:creationId xmlns:a16="http://schemas.microsoft.com/office/drawing/2014/main" id="{EEBCACD2-8BA8-4EFC-E714-4D26C6D810C2}"/>
              </a:ext>
            </a:extLst>
          </p:cNvPr>
          <p:cNvGrpSpPr/>
          <p:nvPr/>
        </p:nvGrpSpPr>
        <p:grpSpPr>
          <a:xfrm>
            <a:off x="4047984" y="2042891"/>
            <a:ext cx="1084723" cy="408889"/>
            <a:chOff x="4009850" y="2205964"/>
            <a:chExt cx="1084723" cy="408889"/>
          </a:xfrm>
        </p:grpSpPr>
        <p:grpSp>
          <p:nvGrpSpPr>
            <p:cNvPr id="2372" name="Group 2371">
              <a:extLst>
                <a:ext uri="{FF2B5EF4-FFF2-40B4-BE49-F238E27FC236}">
                  <a16:creationId xmlns:a16="http://schemas.microsoft.com/office/drawing/2014/main" id="{0445F09E-BB07-3B2A-9C1E-487F13D39BB5}"/>
                </a:ext>
              </a:extLst>
            </p:cNvPr>
            <p:cNvGrpSpPr/>
            <p:nvPr/>
          </p:nvGrpSpPr>
          <p:grpSpPr>
            <a:xfrm>
              <a:off x="4009850" y="2310018"/>
              <a:ext cx="1084723" cy="304835"/>
              <a:chOff x="4009850" y="2310018"/>
              <a:chExt cx="1084723" cy="304835"/>
            </a:xfrm>
          </p:grpSpPr>
          <p:sp>
            <p:nvSpPr>
              <p:cNvPr id="1910" name="TextBox 1909">
                <a:extLst>
                  <a:ext uri="{FF2B5EF4-FFF2-40B4-BE49-F238E27FC236}">
                    <a16:creationId xmlns:a16="http://schemas.microsoft.com/office/drawing/2014/main" id="{29C0DA67-8664-CBF8-4E7F-7E93066771F0}"/>
                  </a:ext>
                </a:extLst>
              </p:cNvPr>
              <p:cNvSpPr txBox="1"/>
              <p:nvPr/>
            </p:nvSpPr>
            <p:spPr>
              <a:xfrm>
                <a:off x="4812127" y="2310018"/>
                <a:ext cx="282446" cy="2231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-2</a:t>
                </a:r>
              </a:p>
            </p:txBody>
          </p:sp>
          <p:grpSp>
            <p:nvGrpSpPr>
              <p:cNvPr id="2371" name="Group 2370">
                <a:extLst>
                  <a:ext uri="{FF2B5EF4-FFF2-40B4-BE49-F238E27FC236}">
                    <a16:creationId xmlns:a16="http://schemas.microsoft.com/office/drawing/2014/main" id="{AA3980AC-C75B-F02D-9C86-1D00732F37A4}"/>
                  </a:ext>
                </a:extLst>
              </p:cNvPr>
              <p:cNvGrpSpPr/>
              <p:nvPr/>
            </p:nvGrpSpPr>
            <p:grpSpPr>
              <a:xfrm>
                <a:off x="4132634" y="2310027"/>
                <a:ext cx="820710" cy="304826"/>
                <a:chOff x="4132634" y="2310027"/>
                <a:chExt cx="820710" cy="304826"/>
              </a:xfrm>
            </p:grpSpPr>
            <p:sp>
              <p:nvSpPr>
                <p:cNvPr id="1810" name="Freeform 945">
                  <a:extLst>
                    <a:ext uri="{FF2B5EF4-FFF2-40B4-BE49-F238E27FC236}">
                      <a16:creationId xmlns:a16="http://schemas.microsoft.com/office/drawing/2014/main" id="{0D9FE05C-39D1-044A-5BAD-CC9B850D5FED}"/>
                    </a:ext>
                  </a:extLst>
                </p:cNvPr>
                <p:cNvSpPr/>
                <p:nvPr/>
              </p:nvSpPr>
              <p:spPr>
                <a:xfrm rot="16200000">
                  <a:off x="488924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1" name="Freeform 946">
                  <a:extLst>
                    <a:ext uri="{FF2B5EF4-FFF2-40B4-BE49-F238E27FC236}">
                      <a16:creationId xmlns:a16="http://schemas.microsoft.com/office/drawing/2014/main" id="{57CCBCEC-4E6D-AD2B-9C38-64C2347365B9}"/>
                    </a:ext>
                  </a:extLst>
                </p:cNvPr>
                <p:cNvSpPr/>
                <p:nvPr/>
              </p:nvSpPr>
              <p:spPr>
                <a:xfrm rot="16200000">
                  <a:off x="488103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1D68B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2" name="Freeform 947">
                  <a:extLst>
                    <a:ext uri="{FF2B5EF4-FFF2-40B4-BE49-F238E27FC236}">
                      <a16:creationId xmlns:a16="http://schemas.microsoft.com/office/drawing/2014/main" id="{C2400D8E-5FC1-5F6E-600F-EB9A96E88EA4}"/>
                    </a:ext>
                  </a:extLst>
                </p:cNvPr>
                <p:cNvSpPr/>
                <p:nvPr/>
              </p:nvSpPr>
              <p:spPr>
                <a:xfrm rot="16200000">
                  <a:off x="487282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226BB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3" name="Freeform 948">
                  <a:extLst>
                    <a:ext uri="{FF2B5EF4-FFF2-40B4-BE49-F238E27FC236}">
                      <a16:creationId xmlns:a16="http://schemas.microsoft.com/office/drawing/2014/main" id="{3B49BE7E-88E6-13B2-2484-537EB98A980E}"/>
                    </a:ext>
                  </a:extLst>
                </p:cNvPr>
                <p:cNvSpPr/>
                <p:nvPr/>
              </p:nvSpPr>
              <p:spPr>
                <a:xfrm rot="16200000">
                  <a:off x="486461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266EB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4" name="Freeform 949">
                  <a:extLst>
                    <a:ext uri="{FF2B5EF4-FFF2-40B4-BE49-F238E27FC236}">
                      <a16:creationId xmlns:a16="http://schemas.microsoft.com/office/drawing/2014/main" id="{23D95503-1370-2B8E-D10D-67EBC785D651}"/>
                    </a:ext>
                  </a:extLst>
                </p:cNvPr>
                <p:cNvSpPr/>
                <p:nvPr/>
              </p:nvSpPr>
              <p:spPr>
                <a:xfrm rot="16200000">
                  <a:off x="485641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2B71B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5" name="Freeform 950">
                  <a:extLst>
                    <a:ext uri="{FF2B5EF4-FFF2-40B4-BE49-F238E27FC236}">
                      <a16:creationId xmlns:a16="http://schemas.microsoft.com/office/drawing/2014/main" id="{09120490-DE40-78A2-8DA0-AB4DFEBBF0D5}"/>
                    </a:ext>
                  </a:extLst>
                </p:cNvPr>
                <p:cNvSpPr/>
                <p:nvPr/>
              </p:nvSpPr>
              <p:spPr>
                <a:xfrm rot="16200000">
                  <a:off x="484820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3074B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6" name="Freeform 951">
                  <a:extLst>
                    <a:ext uri="{FF2B5EF4-FFF2-40B4-BE49-F238E27FC236}">
                      <a16:creationId xmlns:a16="http://schemas.microsoft.com/office/drawing/2014/main" id="{30ACD78A-77A5-D1AE-6F41-5240C9353B93}"/>
                    </a:ext>
                  </a:extLst>
                </p:cNvPr>
                <p:cNvSpPr/>
                <p:nvPr/>
              </p:nvSpPr>
              <p:spPr>
                <a:xfrm rot="16200000">
                  <a:off x="483999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3477B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7" name="Freeform 952">
                  <a:extLst>
                    <a:ext uri="{FF2B5EF4-FFF2-40B4-BE49-F238E27FC236}">
                      <a16:creationId xmlns:a16="http://schemas.microsoft.com/office/drawing/2014/main" id="{EDE7E512-0245-ABCC-BA6B-F2A70DECE549}"/>
                    </a:ext>
                  </a:extLst>
                </p:cNvPr>
                <p:cNvSpPr/>
                <p:nvPr/>
              </p:nvSpPr>
              <p:spPr>
                <a:xfrm rot="16200000">
                  <a:off x="483179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397AB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8" name="Freeform 953">
                  <a:extLst>
                    <a:ext uri="{FF2B5EF4-FFF2-40B4-BE49-F238E27FC236}">
                      <a16:creationId xmlns:a16="http://schemas.microsoft.com/office/drawing/2014/main" id="{262A458A-E387-8301-42F0-2B86F77A073D}"/>
                    </a:ext>
                  </a:extLst>
                </p:cNvPr>
                <p:cNvSpPr/>
                <p:nvPr/>
              </p:nvSpPr>
              <p:spPr>
                <a:xfrm rot="16200000">
                  <a:off x="482358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3E7DB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19" name="Freeform 954">
                  <a:extLst>
                    <a:ext uri="{FF2B5EF4-FFF2-40B4-BE49-F238E27FC236}">
                      <a16:creationId xmlns:a16="http://schemas.microsoft.com/office/drawing/2014/main" id="{53735B5C-1B26-2925-EA1B-648151131A0E}"/>
                    </a:ext>
                  </a:extLst>
                </p:cNvPr>
                <p:cNvSpPr/>
                <p:nvPr/>
              </p:nvSpPr>
              <p:spPr>
                <a:xfrm rot="16200000">
                  <a:off x="481537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4281B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0" name="Freeform 955">
                  <a:extLst>
                    <a:ext uri="{FF2B5EF4-FFF2-40B4-BE49-F238E27FC236}">
                      <a16:creationId xmlns:a16="http://schemas.microsoft.com/office/drawing/2014/main" id="{FBEEBECB-FA5C-7462-2378-F38DC382851B}"/>
                    </a:ext>
                  </a:extLst>
                </p:cNvPr>
                <p:cNvSpPr/>
                <p:nvPr/>
              </p:nvSpPr>
              <p:spPr>
                <a:xfrm rot="16200000">
                  <a:off x="480716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4784B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1" name="Freeform 956">
                  <a:extLst>
                    <a:ext uri="{FF2B5EF4-FFF2-40B4-BE49-F238E27FC236}">
                      <a16:creationId xmlns:a16="http://schemas.microsoft.com/office/drawing/2014/main" id="{7559A654-D7FD-04FA-90B5-8E8339E2DC2A}"/>
                    </a:ext>
                  </a:extLst>
                </p:cNvPr>
                <p:cNvSpPr/>
                <p:nvPr/>
              </p:nvSpPr>
              <p:spPr>
                <a:xfrm rot="16200000">
                  <a:off x="479896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4C87C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2" name="Freeform 957">
                  <a:extLst>
                    <a:ext uri="{FF2B5EF4-FFF2-40B4-BE49-F238E27FC236}">
                      <a16:creationId xmlns:a16="http://schemas.microsoft.com/office/drawing/2014/main" id="{A2C26BB8-AFEC-1D0D-272F-922A2BAC6292}"/>
                    </a:ext>
                  </a:extLst>
                </p:cNvPr>
                <p:cNvSpPr/>
                <p:nvPr/>
              </p:nvSpPr>
              <p:spPr>
                <a:xfrm rot="16200000">
                  <a:off x="479075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508AC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3" name="Freeform 958">
                  <a:extLst>
                    <a:ext uri="{FF2B5EF4-FFF2-40B4-BE49-F238E27FC236}">
                      <a16:creationId xmlns:a16="http://schemas.microsoft.com/office/drawing/2014/main" id="{016F35B3-07A1-6A7C-9E30-75B7501DEF61}"/>
                    </a:ext>
                  </a:extLst>
                </p:cNvPr>
                <p:cNvSpPr/>
                <p:nvPr/>
              </p:nvSpPr>
              <p:spPr>
                <a:xfrm rot="16200000">
                  <a:off x="478254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558DC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4" name="Freeform 959">
                  <a:extLst>
                    <a:ext uri="{FF2B5EF4-FFF2-40B4-BE49-F238E27FC236}">
                      <a16:creationId xmlns:a16="http://schemas.microsoft.com/office/drawing/2014/main" id="{DF4D2429-B4A2-F769-E819-1D3C5D363097}"/>
                    </a:ext>
                  </a:extLst>
                </p:cNvPr>
                <p:cNvSpPr/>
                <p:nvPr/>
              </p:nvSpPr>
              <p:spPr>
                <a:xfrm rot="16200000">
                  <a:off x="477434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5A90C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5" name="Freeform 960">
                  <a:extLst>
                    <a:ext uri="{FF2B5EF4-FFF2-40B4-BE49-F238E27FC236}">
                      <a16:creationId xmlns:a16="http://schemas.microsoft.com/office/drawing/2014/main" id="{2A484C63-C570-7B14-DF93-128C5B108A59}"/>
                    </a:ext>
                  </a:extLst>
                </p:cNvPr>
                <p:cNvSpPr/>
                <p:nvPr/>
              </p:nvSpPr>
              <p:spPr>
                <a:xfrm rot="16200000">
                  <a:off x="476613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5E93C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6" name="Freeform 961">
                  <a:extLst>
                    <a:ext uri="{FF2B5EF4-FFF2-40B4-BE49-F238E27FC236}">
                      <a16:creationId xmlns:a16="http://schemas.microsoft.com/office/drawing/2014/main" id="{FA430171-0CDD-0248-F3E1-E6ABDA183373}"/>
                    </a:ext>
                  </a:extLst>
                </p:cNvPr>
                <p:cNvSpPr/>
                <p:nvPr/>
              </p:nvSpPr>
              <p:spPr>
                <a:xfrm rot="16200000">
                  <a:off x="475792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6396C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7" name="Freeform 962">
                  <a:extLst>
                    <a:ext uri="{FF2B5EF4-FFF2-40B4-BE49-F238E27FC236}">
                      <a16:creationId xmlns:a16="http://schemas.microsoft.com/office/drawing/2014/main" id="{E87EE85C-F566-2D59-950A-52AC1CB68495}"/>
                    </a:ext>
                  </a:extLst>
                </p:cNvPr>
                <p:cNvSpPr/>
                <p:nvPr/>
              </p:nvSpPr>
              <p:spPr>
                <a:xfrm rot="16200000">
                  <a:off x="474972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6799C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8" name="Freeform 963">
                  <a:extLst>
                    <a:ext uri="{FF2B5EF4-FFF2-40B4-BE49-F238E27FC236}">
                      <a16:creationId xmlns:a16="http://schemas.microsoft.com/office/drawing/2014/main" id="{4317D977-5183-5FF1-456D-549420C299C6}"/>
                    </a:ext>
                  </a:extLst>
                </p:cNvPr>
                <p:cNvSpPr/>
                <p:nvPr/>
              </p:nvSpPr>
              <p:spPr>
                <a:xfrm rot="16200000">
                  <a:off x="474151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6C9DC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29" name="Freeform 964">
                  <a:extLst>
                    <a:ext uri="{FF2B5EF4-FFF2-40B4-BE49-F238E27FC236}">
                      <a16:creationId xmlns:a16="http://schemas.microsoft.com/office/drawing/2014/main" id="{D02C11AD-E756-DB3D-1FA0-3CD3616AFFB7}"/>
                    </a:ext>
                  </a:extLst>
                </p:cNvPr>
                <p:cNvSpPr/>
                <p:nvPr/>
              </p:nvSpPr>
              <p:spPr>
                <a:xfrm rot="16200000">
                  <a:off x="473330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71A0C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0" name="Freeform 965">
                  <a:extLst>
                    <a:ext uri="{FF2B5EF4-FFF2-40B4-BE49-F238E27FC236}">
                      <a16:creationId xmlns:a16="http://schemas.microsoft.com/office/drawing/2014/main" id="{FB1F7B97-7B8C-5B3E-7AB2-B220A397A45E}"/>
                    </a:ext>
                  </a:extLst>
                </p:cNvPr>
                <p:cNvSpPr/>
                <p:nvPr/>
              </p:nvSpPr>
              <p:spPr>
                <a:xfrm rot="16200000">
                  <a:off x="472509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75A3C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1" name="Freeform 966">
                  <a:extLst>
                    <a:ext uri="{FF2B5EF4-FFF2-40B4-BE49-F238E27FC236}">
                      <a16:creationId xmlns:a16="http://schemas.microsoft.com/office/drawing/2014/main" id="{5BE97FF8-36C8-1968-DFE7-7EE9DA71EA17}"/>
                    </a:ext>
                  </a:extLst>
                </p:cNvPr>
                <p:cNvSpPr/>
                <p:nvPr/>
              </p:nvSpPr>
              <p:spPr>
                <a:xfrm rot="16200000">
                  <a:off x="471689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7AA6D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2" name="Freeform 967">
                  <a:extLst>
                    <a:ext uri="{FF2B5EF4-FFF2-40B4-BE49-F238E27FC236}">
                      <a16:creationId xmlns:a16="http://schemas.microsoft.com/office/drawing/2014/main" id="{65EB3AF2-7CBE-9FBD-431F-3203906A48FA}"/>
                    </a:ext>
                  </a:extLst>
                </p:cNvPr>
                <p:cNvSpPr/>
                <p:nvPr/>
              </p:nvSpPr>
              <p:spPr>
                <a:xfrm rot="16200000">
                  <a:off x="470868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7FA9D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3" name="Freeform 968">
                  <a:extLst>
                    <a:ext uri="{FF2B5EF4-FFF2-40B4-BE49-F238E27FC236}">
                      <a16:creationId xmlns:a16="http://schemas.microsoft.com/office/drawing/2014/main" id="{C8E942E7-1495-0DEA-767B-7B7DBE81A7C1}"/>
                    </a:ext>
                  </a:extLst>
                </p:cNvPr>
                <p:cNvSpPr/>
                <p:nvPr/>
              </p:nvSpPr>
              <p:spPr>
                <a:xfrm rot="16200000">
                  <a:off x="470047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83ACD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4" name="Freeform 969">
                  <a:extLst>
                    <a:ext uri="{FF2B5EF4-FFF2-40B4-BE49-F238E27FC236}">
                      <a16:creationId xmlns:a16="http://schemas.microsoft.com/office/drawing/2014/main" id="{AF0D4EFA-E4A8-D657-8707-43145995B5D1}"/>
                    </a:ext>
                  </a:extLst>
                </p:cNvPr>
                <p:cNvSpPr/>
                <p:nvPr/>
              </p:nvSpPr>
              <p:spPr>
                <a:xfrm rot="16200000">
                  <a:off x="469227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88AFD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5" name="Freeform 970">
                  <a:extLst>
                    <a:ext uri="{FF2B5EF4-FFF2-40B4-BE49-F238E27FC236}">
                      <a16:creationId xmlns:a16="http://schemas.microsoft.com/office/drawing/2014/main" id="{14547C64-4181-F784-9BD0-9E44E20186D8}"/>
                    </a:ext>
                  </a:extLst>
                </p:cNvPr>
                <p:cNvSpPr/>
                <p:nvPr/>
              </p:nvSpPr>
              <p:spPr>
                <a:xfrm rot="16200000">
                  <a:off x="468406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8DB2D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6" name="Freeform 971">
                  <a:extLst>
                    <a:ext uri="{FF2B5EF4-FFF2-40B4-BE49-F238E27FC236}">
                      <a16:creationId xmlns:a16="http://schemas.microsoft.com/office/drawing/2014/main" id="{2B0A2E65-6F96-2BB1-9892-C9311241DC2E}"/>
                    </a:ext>
                  </a:extLst>
                </p:cNvPr>
                <p:cNvSpPr/>
                <p:nvPr/>
              </p:nvSpPr>
              <p:spPr>
                <a:xfrm rot="16200000">
                  <a:off x="467585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1 h 18980"/>
                    <a:gd name="csX3" fmla="*/ 0 w 127000"/>
                    <a:gd name="csY3" fmla="*/ 18981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1"/>
                      </a:lnTo>
                      <a:lnTo>
                        <a:pt x="0" y="18981"/>
                      </a:lnTo>
                      <a:close/>
                    </a:path>
                  </a:pathLst>
                </a:custGeom>
                <a:solidFill>
                  <a:srgbClr val="91B5D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7" name="Freeform 972">
                  <a:extLst>
                    <a:ext uri="{FF2B5EF4-FFF2-40B4-BE49-F238E27FC236}">
                      <a16:creationId xmlns:a16="http://schemas.microsoft.com/office/drawing/2014/main" id="{7A28430A-21EA-02C4-CF6D-50ADB0D6BC05}"/>
                    </a:ext>
                  </a:extLst>
                </p:cNvPr>
                <p:cNvSpPr/>
                <p:nvPr/>
              </p:nvSpPr>
              <p:spPr>
                <a:xfrm rot="16200000">
                  <a:off x="466764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96B9D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8" name="Freeform 973">
                  <a:extLst>
                    <a:ext uri="{FF2B5EF4-FFF2-40B4-BE49-F238E27FC236}">
                      <a16:creationId xmlns:a16="http://schemas.microsoft.com/office/drawing/2014/main" id="{68CA0472-0E85-2537-852A-F317D108301A}"/>
                    </a:ext>
                  </a:extLst>
                </p:cNvPr>
                <p:cNvSpPr/>
                <p:nvPr/>
              </p:nvSpPr>
              <p:spPr>
                <a:xfrm rot="16200000">
                  <a:off x="465944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9BBCD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39" name="Freeform 974">
                  <a:extLst>
                    <a:ext uri="{FF2B5EF4-FFF2-40B4-BE49-F238E27FC236}">
                      <a16:creationId xmlns:a16="http://schemas.microsoft.com/office/drawing/2014/main" id="{75B429A1-6ED5-E449-1DEB-2072FB85E023}"/>
                    </a:ext>
                  </a:extLst>
                </p:cNvPr>
                <p:cNvSpPr/>
                <p:nvPr/>
              </p:nvSpPr>
              <p:spPr>
                <a:xfrm rot="16200000">
                  <a:off x="465123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9FBFD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0" name="Freeform 975">
                  <a:extLst>
                    <a:ext uri="{FF2B5EF4-FFF2-40B4-BE49-F238E27FC236}">
                      <a16:creationId xmlns:a16="http://schemas.microsoft.com/office/drawing/2014/main" id="{7545CA75-F54E-DDAC-9AE2-8F37B0205003}"/>
                    </a:ext>
                  </a:extLst>
                </p:cNvPr>
                <p:cNvSpPr/>
                <p:nvPr/>
              </p:nvSpPr>
              <p:spPr>
                <a:xfrm rot="16200000">
                  <a:off x="464302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A4C2D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1" name="Freeform 976">
                  <a:extLst>
                    <a:ext uri="{FF2B5EF4-FFF2-40B4-BE49-F238E27FC236}">
                      <a16:creationId xmlns:a16="http://schemas.microsoft.com/office/drawing/2014/main" id="{FC0EE4F3-D653-5185-AB9A-51145079E10B}"/>
                    </a:ext>
                  </a:extLst>
                </p:cNvPr>
                <p:cNvSpPr/>
                <p:nvPr/>
              </p:nvSpPr>
              <p:spPr>
                <a:xfrm rot="16200000">
                  <a:off x="463482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A9C5E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2" name="Freeform 977">
                  <a:extLst>
                    <a:ext uri="{FF2B5EF4-FFF2-40B4-BE49-F238E27FC236}">
                      <a16:creationId xmlns:a16="http://schemas.microsoft.com/office/drawing/2014/main" id="{00088EBF-A7AF-8DF2-86DC-7D3BC305F2C4}"/>
                    </a:ext>
                  </a:extLst>
                </p:cNvPr>
                <p:cNvSpPr/>
                <p:nvPr/>
              </p:nvSpPr>
              <p:spPr>
                <a:xfrm rot="16200000">
                  <a:off x="462661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ADC8E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3" name="Freeform 978">
                  <a:extLst>
                    <a:ext uri="{FF2B5EF4-FFF2-40B4-BE49-F238E27FC236}">
                      <a16:creationId xmlns:a16="http://schemas.microsoft.com/office/drawing/2014/main" id="{5EED9F40-8DCC-AABB-7DE9-CA059099B89C}"/>
                    </a:ext>
                  </a:extLst>
                </p:cNvPr>
                <p:cNvSpPr/>
                <p:nvPr/>
              </p:nvSpPr>
              <p:spPr>
                <a:xfrm rot="16200000">
                  <a:off x="461840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B2CBE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4" name="Freeform 979">
                  <a:extLst>
                    <a:ext uri="{FF2B5EF4-FFF2-40B4-BE49-F238E27FC236}">
                      <a16:creationId xmlns:a16="http://schemas.microsoft.com/office/drawing/2014/main" id="{7AC183E3-52D9-0572-F517-519C92C53828}"/>
                    </a:ext>
                  </a:extLst>
                </p:cNvPr>
                <p:cNvSpPr/>
                <p:nvPr/>
              </p:nvSpPr>
              <p:spPr>
                <a:xfrm rot="16200000">
                  <a:off x="461019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B6CEE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5" name="Freeform 980">
                  <a:extLst>
                    <a:ext uri="{FF2B5EF4-FFF2-40B4-BE49-F238E27FC236}">
                      <a16:creationId xmlns:a16="http://schemas.microsoft.com/office/drawing/2014/main" id="{C832DAEA-C1DE-8478-9DA1-0DBE3F6C4311}"/>
                    </a:ext>
                  </a:extLst>
                </p:cNvPr>
                <p:cNvSpPr/>
                <p:nvPr/>
              </p:nvSpPr>
              <p:spPr>
                <a:xfrm rot="16200000">
                  <a:off x="460199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BBD1E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6" name="Freeform 981">
                  <a:extLst>
                    <a:ext uri="{FF2B5EF4-FFF2-40B4-BE49-F238E27FC236}">
                      <a16:creationId xmlns:a16="http://schemas.microsoft.com/office/drawing/2014/main" id="{060E2B56-654A-DAC4-7F8F-E9A40D0D7910}"/>
                    </a:ext>
                  </a:extLst>
                </p:cNvPr>
                <p:cNvSpPr/>
                <p:nvPr/>
              </p:nvSpPr>
              <p:spPr>
                <a:xfrm rot="16200000">
                  <a:off x="459378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C0D5E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7" name="Freeform 982">
                  <a:extLst>
                    <a:ext uri="{FF2B5EF4-FFF2-40B4-BE49-F238E27FC236}">
                      <a16:creationId xmlns:a16="http://schemas.microsoft.com/office/drawing/2014/main" id="{B9F1C792-EEF7-A2B0-A15E-9B773AEFB8CE}"/>
                    </a:ext>
                  </a:extLst>
                </p:cNvPr>
                <p:cNvSpPr/>
                <p:nvPr/>
              </p:nvSpPr>
              <p:spPr>
                <a:xfrm rot="16200000">
                  <a:off x="458557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C4D8E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8" name="Freeform 983">
                  <a:extLst>
                    <a:ext uri="{FF2B5EF4-FFF2-40B4-BE49-F238E27FC236}">
                      <a16:creationId xmlns:a16="http://schemas.microsoft.com/office/drawing/2014/main" id="{ACA830A4-2C23-FB94-5B17-52BCC4FCE66F}"/>
                    </a:ext>
                  </a:extLst>
                </p:cNvPr>
                <p:cNvSpPr/>
                <p:nvPr/>
              </p:nvSpPr>
              <p:spPr>
                <a:xfrm rot="16200000">
                  <a:off x="457737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C9DBE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49" name="Freeform 984">
                  <a:extLst>
                    <a:ext uri="{FF2B5EF4-FFF2-40B4-BE49-F238E27FC236}">
                      <a16:creationId xmlns:a16="http://schemas.microsoft.com/office/drawing/2014/main" id="{B5CDA9EA-135B-3451-8671-304DCC960063}"/>
                    </a:ext>
                  </a:extLst>
                </p:cNvPr>
                <p:cNvSpPr/>
                <p:nvPr/>
              </p:nvSpPr>
              <p:spPr>
                <a:xfrm rot="16200000">
                  <a:off x="456916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CEDEE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0" name="Freeform 985">
                  <a:extLst>
                    <a:ext uri="{FF2B5EF4-FFF2-40B4-BE49-F238E27FC236}">
                      <a16:creationId xmlns:a16="http://schemas.microsoft.com/office/drawing/2014/main" id="{305DF82A-1488-05A8-E88B-4D741833456C}"/>
                    </a:ext>
                  </a:extLst>
                </p:cNvPr>
                <p:cNvSpPr/>
                <p:nvPr/>
              </p:nvSpPr>
              <p:spPr>
                <a:xfrm rot="16200000">
                  <a:off x="456095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2E1E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1" name="Freeform 986">
                  <a:extLst>
                    <a:ext uri="{FF2B5EF4-FFF2-40B4-BE49-F238E27FC236}">
                      <a16:creationId xmlns:a16="http://schemas.microsoft.com/office/drawing/2014/main" id="{6D2FFA2D-FFF3-5F32-483D-47F67A14943D}"/>
                    </a:ext>
                  </a:extLst>
                </p:cNvPr>
                <p:cNvSpPr/>
                <p:nvPr/>
              </p:nvSpPr>
              <p:spPr>
                <a:xfrm rot="16200000">
                  <a:off x="455274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7E4F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2" name="Freeform 987">
                  <a:extLst>
                    <a:ext uri="{FF2B5EF4-FFF2-40B4-BE49-F238E27FC236}">
                      <a16:creationId xmlns:a16="http://schemas.microsoft.com/office/drawing/2014/main" id="{01696B7D-82E6-E1FD-2586-3B6690DAE550}"/>
                    </a:ext>
                  </a:extLst>
                </p:cNvPr>
                <p:cNvSpPr/>
                <p:nvPr/>
              </p:nvSpPr>
              <p:spPr>
                <a:xfrm rot="16200000">
                  <a:off x="454454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CE7F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3" name="Freeform 988">
                  <a:extLst>
                    <a:ext uri="{FF2B5EF4-FFF2-40B4-BE49-F238E27FC236}">
                      <a16:creationId xmlns:a16="http://schemas.microsoft.com/office/drawing/2014/main" id="{B84FDDF0-1553-D2DD-CBD1-5D493A918CAA}"/>
                    </a:ext>
                  </a:extLst>
                </p:cNvPr>
                <p:cNvSpPr/>
                <p:nvPr/>
              </p:nvSpPr>
              <p:spPr>
                <a:xfrm rot="16200000">
                  <a:off x="453633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0EAF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4" name="Freeform 989">
                  <a:extLst>
                    <a:ext uri="{FF2B5EF4-FFF2-40B4-BE49-F238E27FC236}">
                      <a16:creationId xmlns:a16="http://schemas.microsoft.com/office/drawing/2014/main" id="{79DE6EBA-CCC7-0404-5B66-C28597B5292B}"/>
                    </a:ext>
                  </a:extLst>
                </p:cNvPr>
                <p:cNvSpPr/>
                <p:nvPr/>
              </p:nvSpPr>
              <p:spPr>
                <a:xfrm rot="16200000">
                  <a:off x="452812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5EDF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5" name="Freeform 990">
                  <a:extLst>
                    <a:ext uri="{FF2B5EF4-FFF2-40B4-BE49-F238E27FC236}">
                      <a16:creationId xmlns:a16="http://schemas.microsoft.com/office/drawing/2014/main" id="{5B3D5D29-8966-F995-3C49-60ADF758529B}"/>
                    </a:ext>
                  </a:extLst>
                </p:cNvPr>
                <p:cNvSpPr/>
                <p:nvPr/>
              </p:nvSpPr>
              <p:spPr>
                <a:xfrm rot="16200000">
                  <a:off x="451992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AF1F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6" name="Freeform 991">
                  <a:extLst>
                    <a:ext uri="{FF2B5EF4-FFF2-40B4-BE49-F238E27FC236}">
                      <a16:creationId xmlns:a16="http://schemas.microsoft.com/office/drawing/2014/main" id="{60FE775B-CCC2-1FB6-0E1A-D566D5A612D2}"/>
                    </a:ext>
                  </a:extLst>
                </p:cNvPr>
                <p:cNvSpPr/>
                <p:nvPr/>
              </p:nvSpPr>
              <p:spPr>
                <a:xfrm rot="16200000">
                  <a:off x="451171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EF4F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7" name="Freeform 992">
                  <a:extLst>
                    <a:ext uri="{FF2B5EF4-FFF2-40B4-BE49-F238E27FC236}">
                      <a16:creationId xmlns:a16="http://schemas.microsoft.com/office/drawing/2014/main" id="{9FE90851-40FD-449C-337E-F38F052EEE27}"/>
                    </a:ext>
                  </a:extLst>
                </p:cNvPr>
                <p:cNvSpPr/>
                <p:nvPr/>
              </p:nvSpPr>
              <p:spPr>
                <a:xfrm rot="16200000">
                  <a:off x="450350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3F7F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8" name="Freeform 993">
                  <a:extLst>
                    <a:ext uri="{FF2B5EF4-FFF2-40B4-BE49-F238E27FC236}">
                      <a16:creationId xmlns:a16="http://schemas.microsoft.com/office/drawing/2014/main" id="{9A8F4BE8-A9E6-13AE-D8F6-5290D11ECBF4}"/>
                    </a:ext>
                  </a:extLst>
                </p:cNvPr>
                <p:cNvSpPr/>
                <p:nvPr/>
              </p:nvSpPr>
              <p:spPr>
                <a:xfrm rot="16200000">
                  <a:off x="449529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8FAF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59" name="Freeform 994">
                  <a:extLst>
                    <a:ext uri="{FF2B5EF4-FFF2-40B4-BE49-F238E27FC236}">
                      <a16:creationId xmlns:a16="http://schemas.microsoft.com/office/drawing/2014/main" id="{9614E107-11D4-D56A-8243-65D175BFDDD4}"/>
                    </a:ext>
                  </a:extLst>
                </p:cNvPr>
                <p:cNvSpPr/>
                <p:nvPr/>
              </p:nvSpPr>
              <p:spPr>
                <a:xfrm rot="16200000">
                  <a:off x="448709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CFDF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0" name="Freeform 995">
                  <a:extLst>
                    <a:ext uri="{FF2B5EF4-FFF2-40B4-BE49-F238E27FC236}">
                      <a16:creationId xmlns:a16="http://schemas.microsoft.com/office/drawing/2014/main" id="{3917573F-CFF3-8990-1597-3BBBC87E8EB9}"/>
                    </a:ext>
                  </a:extLst>
                </p:cNvPr>
                <p:cNvSpPr/>
                <p:nvPr/>
              </p:nvSpPr>
              <p:spPr>
                <a:xfrm rot="16200000">
                  <a:off x="447888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EFCF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1" name="Freeform 996">
                  <a:extLst>
                    <a:ext uri="{FF2B5EF4-FFF2-40B4-BE49-F238E27FC236}">
                      <a16:creationId xmlns:a16="http://schemas.microsoft.com/office/drawing/2014/main" id="{7EF63803-CBBB-3F72-125E-FEEB50B9993D}"/>
                    </a:ext>
                  </a:extLst>
                </p:cNvPr>
                <p:cNvSpPr/>
                <p:nvPr/>
              </p:nvSpPr>
              <p:spPr>
                <a:xfrm rot="16200000">
                  <a:off x="447067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DF7F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2" name="Freeform 997">
                  <a:extLst>
                    <a:ext uri="{FF2B5EF4-FFF2-40B4-BE49-F238E27FC236}">
                      <a16:creationId xmlns:a16="http://schemas.microsoft.com/office/drawing/2014/main" id="{C2C99837-458E-7034-0727-662ABDC17BBB}"/>
                    </a:ext>
                  </a:extLst>
                </p:cNvPr>
                <p:cNvSpPr/>
                <p:nvPr/>
              </p:nvSpPr>
              <p:spPr>
                <a:xfrm rot="16200000">
                  <a:off x="446247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DF2F2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3" name="Freeform 998">
                  <a:extLst>
                    <a:ext uri="{FF2B5EF4-FFF2-40B4-BE49-F238E27FC236}">
                      <a16:creationId xmlns:a16="http://schemas.microsoft.com/office/drawing/2014/main" id="{37288E38-CC12-D3CB-FE74-D1680E4BE482}"/>
                    </a:ext>
                  </a:extLst>
                </p:cNvPr>
                <p:cNvSpPr/>
                <p:nvPr/>
              </p:nvSpPr>
              <p:spPr>
                <a:xfrm rot="16200000">
                  <a:off x="445426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CEDED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4" name="Freeform 999">
                  <a:extLst>
                    <a:ext uri="{FF2B5EF4-FFF2-40B4-BE49-F238E27FC236}">
                      <a16:creationId xmlns:a16="http://schemas.microsoft.com/office/drawing/2014/main" id="{D35122FC-DA09-3065-D549-8756258F66A9}"/>
                    </a:ext>
                  </a:extLst>
                </p:cNvPr>
                <p:cNvSpPr/>
                <p:nvPr/>
              </p:nvSpPr>
              <p:spPr>
                <a:xfrm rot="16200000">
                  <a:off x="444605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BE8E8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5" name="Freeform 1000">
                  <a:extLst>
                    <a:ext uri="{FF2B5EF4-FFF2-40B4-BE49-F238E27FC236}">
                      <a16:creationId xmlns:a16="http://schemas.microsoft.com/office/drawing/2014/main" id="{DA74CF8B-E36D-702D-B33E-C97005BF3A84}"/>
                    </a:ext>
                  </a:extLst>
                </p:cNvPr>
                <p:cNvSpPr/>
                <p:nvPr/>
              </p:nvSpPr>
              <p:spPr>
                <a:xfrm rot="16200000">
                  <a:off x="443785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BE3E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6" name="Freeform 1001">
                  <a:extLst>
                    <a:ext uri="{FF2B5EF4-FFF2-40B4-BE49-F238E27FC236}">
                      <a16:creationId xmlns:a16="http://schemas.microsoft.com/office/drawing/2014/main" id="{B9E9DF62-EDD2-2A52-8375-BAFEBB368E9A}"/>
                    </a:ext>
                  </a:extLst>
                </p:cNvPr>
                <p:cNvSpPr/>
                <p:nvPr/>
              </p:nvSpPr>
              <p:spPr>
                <a:xfrm rot="16200000">
                  <a:off x="442964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ADED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7" name="Freeform 1002">
                  <a:extLst>
                    <a:ext uri="{FF2B5EF4-FFF2-40B4-BE49-F238E27FC236}">
                      <a16:creationId xmlns:a16="http://schemas.microsoft.com/office/drawing/2014/main" id="{3D645A70-80FA-BD02-229D-31161F54FD16}"/>
                    </a:ext>
                  </a:extLst>
                </p:cNvPr>
                <p:cNvSpPr/>
                <p:nvPr/>
              </p:nvSpPr>
              <p:spPr>
                <a:xfrm rot="16200000">
                  <a:off x="442143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9D9DA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8" name="Freeform 1003">
                  <a:extLst>
                    <a:ext uri="{FF2B5EF4-FFF2-40B4-BE49-F238E27FC236}">
                      <a16:creationId xmlns:a16="http://schemas.microsoft.com/office/drawing/2014/main" id="{CC9DB90D-B993-250B-50B7-8CBB47B55D6A}"/>
                    </a:ext>
                  </a:extLst>
                </p:cNvPr>
                <p:cNvSpPr/>
                <p:nvPr/>
              </p:nvSpPr>
              <p:spPr>
                <a:xfrm rot="16200000">
                  <a:off x="441322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8D4D5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69" name="Freeform 1004">
                  <a:extLst>
                    <a:ext uri="{FF2B5EF4-FFF2-40B4-BE49-F238E27FC236}">
                      <a16:creationId xmlns:a16="http://schemas.microsoft.com/office/drawing/2014/main" id="{22473858-C043-20DA-9EBB-998AB0446F78}"/>
                    </a:ext>
                  </a:extLst>
                </p:cNvPr>
                <p:cNvSpPr/>
                <p:nvPr/>
              </p:nvSpPr>
              <p:spPr>
                <a:xfrm rot="16200000">
                  <a:off x="440502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8CFD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0" name="Freeform 1005">
                  <a:extLst>
                    <a:ext uri="{FF2B5EF4-FFF2-40B4-BE49-F238E27FC236}">
                      <a16:creationId xmlns:a16="http://schemas.microsoft.com/office/drawing/2014/main" id="{CB61722C-FA73-26A0-FD02-B0A47A14F708}"/>
                    </a:ext>
                  </a:extLst>
                </p:cNvPr>
                <p:cNvSpPr/>
                <p:nvPr/>
              </p:nvSpPr>
              <p:spPr>
                <a:xfrm rot="16200000">
                  <a:off x="439681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7C9C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1" name="Freeform 1006">
                  <a:extLst>
                    <a:ext uri="{FF2B5EF4-FFF2-40B4-BE49-F238E27FC236}">
                      <a16:creationId xmlns:a16="http://schemas.microsoft.com/office/drawing/2014/main" id="{34EC6219-B657-0592-CCD7-0D15A44165D9}"/>
                    </a:ext>
                  </a:extLst>
                </p:cNvPr>
                <p:cNvSpPr/>
                <p:nvPr/>
              </p:nvSpPr>
              <p:spPr>
                <a:xfrm rot="16200000">
                  <a:off x="438860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6C4C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2" name="Freeform 1007">
                  <a:extLst>
                    <a:ext uri="{FF2B5EF4-FFF2-40B4-BE49-F238E27FC236}">
                      <a16:creationId xmlns:a16="http://schemas.microsoft.com/office/drawing/2014/main" id="{8A2192BA-645E-F360-53F0-42F4C5BADB60}"/>
                    </a:ext>
                  </a:extLst>
                </p:cNvPr>
                <p:cNvSpPr/>
                <p:nvPr/>
              </p:nvSpPr>
              <p:spPr>
                <a:xfrm rot="16200000">
                  <a:off x="438040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6BFC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3" name="Freeform 1008">
                  <a:extLst>
                    <a:ext uri="{FF2B5EF4-FFF2-40B4-BE49-F238E27FC236}">
                      <a16:creationId xmlns:a16="http://schemas.microsoft.com/office/drawing/2014/main" id="{B653C3B1-DADC-4526-7FA2-50E90E1F5378}"/>
                    </a:ext>
                  </a:extLst>
                </p:cNvPr>
                <p:cNvSpPr/>
                <p:nvPr/>
              </p:nvSpPr>
              <p:spPr>
                <a:xfrm rot="16200000">
                  <a:off x="437219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5BAB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4" name="Freeform 1009">
                  <a:extLst>
                    <a:ext uri="{FF2B5EF4-FFF2-40B4-BE49-F238E27FC236}">
                      <a16:creationId xmlns:a16="http://schemas.microsoft.com/office/drawing/2014/main" id="{390CB1E8-AF94-5307-20ED-69C350406EE8}"/>
                    </a:ext>
                  </a:extLst>
                </p:cNvPr>
                <p:cNvSpPr/>
                <p:nvPr/>
              </p:nvSpPr>
              <p:spPr>
                <a:xfrm rot="16200000">
                  <a:off x="436398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4B5B7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5" name="Freeform 1010">
                  <a:extLst>
                    <a:ext uri="{FF2B5EF4-FFF2-40B4-BE49-F238E27FC236}">
                      <a16:creationId xmlns:a16="http://schemas.microsoft.com/office/drawing/2014/main" id="{E9FEE73C-345B-E65C-4FFB-64FF52D28A17}"/>
                    </a:ext>
                  </a:extLst>
                </p:cNvPr>
                <p:cNvSpPr/>
                <p:nvPr/>
              </p:nvSpPr>
              <p:spPr>
                <a:xfrm rot="16200000">
                  <a:off x="435577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4B0B2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6" name="Freeform 1011">
                  <a:extLst>
                    <a:ext uri="{FF2B5EF4-FFF2-40B4-BE49-F238E27FC236}">
                      <a16:creationId xmlns:a16="http://schemas.microsoft.com/office/drawing/2014/main" id="{95A7C577-1524-5E5B-A548-8664F3E6607D}"/>
                    </a:ext>
                  </a:extLst>
                </p:cNvPr>
                <p:cNvSpPr/>
                <p:nvPr/>
              </p:nvSpPr>
              <p:spPr>
                <a:xfrm rot="16200000">
                  <a:off x="434757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3ABAD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7" name="Freeform 1012">
                  <a:extLst>
                    <a:ext uri="{FF2B5EF4-FFF2-40B4-BE49-F238E27FC236}">
                      <a16:creationId xmlns:a16="http://schemas.microsoft.com/office/drawing/2014/main" id="{82CE97D9-2B2D-7915-334E-36FB01246237}"/>
                    </a:ext>
                  </a:extLst>
                </p:cNvPr>
                <p:cNvSpPr/>
                <p:nvPr/>
              </p:nvSpPr>
              <p:spPr>
                <a:xfrm rot="16200000">
                  <a:off x="433936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2A6A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8" name="Freeform 1013">
                  <a:extLst>
                    <a:ext uri="{FF2B5EF4-FFF2-40B4-BE49-F238E27FC236}">
                      <a16:creationId xmlns:a16="http://schemas.microsoft.com/office/drawing/2014/main" id="{47DCFBAE-8454-2E50-E6A6-061854EBABD5}"/>
                    </a:ext>
                  </a:extLst>
                </p:cNvPr>
                <p:cNvSpPr/>
                <p:nvPr/>
              </p:nvSpPr>
              <p:spPr>
                <a:xfrm rot="16200000">
                  <a:off x="433115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1A1A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79" name="Freeform 1014">
                  <a:extLst>
                    <a:ext uri="{FF2B5EF4-FFF2-40B4-BE49-F238E27FC236}">
                      <a16:creationId xmlns:a16="http://schemas.microsoft.com/office/drawing/2014/main" id="{94AD378C-A46B-6D0F-EDCC-6A9574C38089}"/>
                    </a:ext>
                  </a:extLst>
                </p:cNvPr>
                <p:cNvSpPr/>
                <p:nvPr/>
              </p:nvSpPr>
              <p:spPr>
                <a:xfrm rot="16200000">
                  <a:off x="432295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19C9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0" name="Freeform 1015">
                  <a:extLst>
                    <a:ext uri="{FF2B5EF4-FFF2-40B4-BE49-F238E27FC236}">
                      <a16:creationId xmlns:a16="http://schemas.microsoft.com/office/drawing/2014/main" id="{DFC5D4E7-EC27-4D5F-5D0B-4E2EF1C9F206}"/>
                    </a:ext>
                  </a:extLst>
                </p:cNvPr>
                <p:cNvSpPr/>
                <p:nvPr/>
              </p:nvSpPr>
              <p:spPr>
                <a:xfrm rot="16200000">
                  <a:off x="431474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F0979A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1" name="Freeform 1016">
                  <a:extLst>
                    <a:ext uri="{FF2B5EF4-FFF2-40B4-BE49-F238E27FC236}">
                      <a16:creationId xmlns:a16="http://schemas.microsoft.com/office/drawing/2014/main" id="{1DF755EA-CC3F-4BAC-C300-321098F37495}"/>
                    </a:ext>
                  </a:extLst>
                </p:cNvPr>
                <p:cNvSpPr/>
                <p:nvPr/>
              </p:nvSpPr>
              <p:spPr>
                <a:xfrm rot="16200000">
                  <a:off x="430653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F9295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2" name="Freeform 1017">
                  <a:extLst>
                    <a:ext uri="{FF2B5EF4-FFF2-40B4-BE49-F238E27FC236}">
                      <a16:creationId xmlns:a16="http://schemas.microsoft.com/office/drawing/2014/main" id="{D27AF9E5-9F93-289A-9BF9-DE8902BF897C}"/>
                    </a:ext>
                  </a:extLst>
                </p:cNvPr>
                <p:cNvSpPr/>
                <p:nvPr/>
              </p:nvSpPr>
              <p:spPr>
                <a:xfrm rot="16200000">
                  <a:off x="429832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F8D9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3" name="Freeform 1018">
                  <a:extLst>
                    <a:ext uri="{FF2B5EF4-FFF2-40B4-BE49-F238E27FC236}">
                      <a16:creationId xmlns:a16="http://schemas.microsoft.com/office/drawing/2014/main" id="{280FEBD2-F437-9BD4-CF7D-4F0620CA8824}"/>
                    </a:ext>
                  </a:extLst>
                </p:cNvPr>
                <p:cNvSpPr/>
                <p:nvPr/>
              </p:nvSpPr>
              <p:spPr>
                <a:xfrm rot="16200000">
                  <a:off x="4290122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E888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4" name="Freeform 1019">
                  <a:extLst>
                    <a:ext uri="{FF2B5EF4-FFF2-40B4-BE49-F238E27FC236}">
                      <a16:creationId xmlns:a16="http://schemas.microsoft.com/office/drawing/2014/main" id="{AE720786-6524-8A1E-EEC4-6D7710619058}"/>
                    </a:ext>
                  </a:extLst>
                </p:cNvPr>
                <p:cNvSpPr/>
                <p:nvPr/>
              </p:nvSpPr>
              <p:spPr>
                <a:xfrm rot="16200000">
                  <a:off x="428191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D838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5" name="Freeform 1020">
                  <a:extLst>
                    <a:ext uri="{FF2B5EF4-FFF2-40B4-BE49-F238E27FC236}">
                      <a16:creationId xmlns:a16="http://schemas.microsoft.com/office/drawing/2014/main" id="{44A3FA1B-B19E-C31C-FAB4-D44701194BEF}"/>
                    </a:ext>
                  </a:extLst>
                </p:cNvPr>
                <p:cNvSpPr/>
                <p:nvPr/>
              </p:nvSpPr>
              <p:spPr>
                <a:xfrm rot="16200000">
                  <a:off x="427370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C7E8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6" name="Freeform 1021">
                  <a:extLst>
                    <a:ext uri="{FF2B5EF4-FFF2-40B4-BE49-F238E27FC236}">
                      <a16:creationId xmlns:a16="http://schemas.microsoft.com/office/drawing/2014/main" id="{3EC60432-9683-990B-233F-A0136CE0022A}"/>
                    </a:ext>
                  </a:extLst>
                </p:cNvPr>
                <p:cNvSpPr/>
                <p:nvPr/>
              </p:nvSpPr>
              <p:spPr>
                <a:xfrm rot="16200000">
                  <a:off x="426550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C797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7" name="Freeform 1022">
                  <a:extLst>
                    <a:ext uri="{FF2B5EF4-FFF2-40B4-BE49-F238E27FC236}">
                      <a16:creationId xmlns:a16="http://schemas.microsoft.com/office/drawing/2014/main" id="{0B2825F9-FEF8-A9EF-E8B9-DFD1EE7B705D}"/>
                    </a:ext>
                  </a:extLst>
                </p:cNvPr>
                <p:cNvSpPr/>
                <p:nvPr/>
              </p:nvSpPr>
              <p:spPr>
                <a:xfrm rot="16200000">
                  <a:off x="425729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B7478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8" name="Freeform 1023">
                  <a:extLst>
                    <a:ext uri="{FF2B5EF4-FFF2-40B4-BE49-F238E27FC236}">
                      <a16:creationId xmlns:a16="http://schemas.microsoft.com/office/drawing/2014/main" id="{6C84862E-A2F5-8E0D-360D-780CF6B4C851}"/>
                    </a:ext>
                  </a:extLst>
                </p:cNvPr>
                <p:cNvSpPr/>
                <p:nvPr/>
              </p:nvSpPr>
              <p:spPr>
                <a:xfrm rot="16200000">
                  <a:off x="424908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A6F7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89" name="Freeform 1024">
                  <a:extLst>
                    <a:ext uri="{FF2B5EF4-FFF2-40B4-BE49-F238E27FC236}">
                      <a16:creationId xmlns:a16="http://schemas.microsoft.com/office/drawing/2014/main" id="{B06526B3-8F51-7225-03DF-E903449329A3}"/>
                    </a:ext>
                  </a:extLst>
                </p:cNvPr>
                <p:cNvSpPr/>
                <p:nvPr/>
              </p:nvSpPr>
              <p:spPr>
                <a:xfrm rot="16200000">
                  <a:off x="424087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A6A6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0" name="Freeform 1025">
                  <a:extLst>
                    <a:ext uri="{FF2B5EF4-FFF2-40B4-BE49-F238E27FC236}">
                      <a16:creationId xmlns:a16="http://schemas.microsoft.com/office/drawing/2014/main" id="{7C8DEDDF-24C0-BC1C-6EAA-0B863CEA0A4B}"/>
                    </a:ext>
                  </a:extLst>
                </p:cNvPr>
                <p:cNvSpPr/>
                <p:nvPr/>
              </p:nvSpPr>
              <p:spPr>
                <a:xfrm rot="16200000">
                  <a:off x="423267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9646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1" name="Freeform 1026">
                  <a:extLst>
                    <a:ext uri="{FF2B5EF4-FFF2-40B4-BE49-F238E27FC236}">
                      <a16:creationId xmlns:a16="http://schemas.microsoft.com/office/drawing/2014/main" id="{01EBB88E-ED6B-103A-BAE3-3ACB555FA293}"/>
                    </a:ext>
                  </a:extLst>
                </p:cNvPr>
                <p:cNvSpPr/>
                <p:nvPr/>
              </p:nvSpPr>
              <p:spPr>
                <a:xfrm rot="16200000">
                  <a:off x="4224465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85F6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2" name="Freeform 1027">
                  <a:extLst>
                    <a:ext uri="{FF2B5EF4-FFF2-40B4-BE49-F238E27FC236}">
                      <a16:creationId xmlns:a16="http://schemas.microsoft.com/office/drawing/2014/main" id="{1C883A21-C07B-44A2-89BC-D0D4A4A1C30E}"/>
                    </a:ext>
                  </a:extLst>
                </p:cNvPr>
                <p:cNvSpPr/>
                <p:nvPr/>
              </p:nvSpPr>
              <p:spPr>
                <a:xfrm rot="16200000">
                  <a:off x="421625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85A5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3" name="Freeform 1028">
                  <a:extLst>
                    <a:ext uri="{FF2B5EF4-FFF2-40B4-BE49-F238E27FC236}">
                      <a16:creationId xmlns:a16="http://schemas.microsoft.com/office/drawing/2014/main" id="{311BE618-DB96-5BFC-2076-A125DF396E26}"/>
                    </a:ext>
                  </a:extLst>
                </p:cNvPr>
                <p:cNvSpPr/>
                <p:nvPr/>
              </p:nvSpPr>
              <p:spPr>
                <a:xfrm rot="16200000">
                  <a:off x="420804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7555A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4" name="Freeform 1029">
                  <a:extLst>
                    <a:ext uri="{FF2B5EF4-FFF2-40B4-BE49-F238E27FC236}">
                      <a16:creationId xmlns:a16="http://schemas.microsoft.com/office/drawing/2014/main" id="{A67FF2CE-BEA1-2CF7-181A-D0C08B2E4885}"/>
                    </a:ext>
                  </a:extLst>
                </p:cNvPr>
                <p:cNvSpPr/>
                <p:nvPr/>
              </p:nvSpPr>
              <p:spPr>
                <a:xfrm rot="16200000">
                  <a:off x="419984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65055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5" name="Freeform 1030">
                  <a:extLst>
                    <a:ext uri="{FF2B5EF4-FFF2-40B4-BE49-F238E27FC236}">
                      <a16:creationId xmlns:a16="http://schemas.microsoft.com/office/drawing/2014/main" id="{19DE3503-7043-3485-3DA2-31E7536F2DE8}"/>
                    </a:ext>
                  </a:extLst>
                </p:cNvPr>
                <p:cNvSpPr/>
                <p:nvPr/>
              </p:nvSpPr>
              <p:spPr>
                <a:xfrm rot="16200000">
                  <a:off x="419163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54B5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6" name="Freeform 1031">
                  <a:extLst>
                    <a:ext uri="{FF2B5EF4-FFF2-40B4-BE49-F238E27FC236}">
                      <a16:creationId xmlns:a16="http://schemas.microsoft.com/office/drawing/2014/main" id="{31CA1E9E-9115-9A1F-2811-CC605E3FF1E2}"/>
                    </a:ext>
                  </a:extLst>
                </p:cNvPr>
                <p:cNvSpPr/>
                <p:nvPr/>
              </p:nvSpPr>
              <p:spPr>
                <a:xfrm rot="16200000">
                  <a:off x="4183429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5464B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7" name="Freeform 1032">
                  <a:extLst>
                    <a:ext uri="{FF2B5EF4-FFF2-40B4-BE49-F238E27FC236}">
                      <a16:creationId xmlns:a16="http://schemas.microsoft.com/office/drawing/2014/main" id="{01014FDF-69F4-6A24-6E0E-CE2BE4B632E0}"/>
                    </a:ext>
                  </a:extLst>
                </p:cNvPr>
                <p:cNvSpPr/>
                <p:nvPr/>
              </p:nvSpPr>
              <p:spPr>
                <a:xfrm rot="16200000">
                  <a:off x="417522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44146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8" name="Freeform 1033">
                  <a:extLst>
                    <a:ext uri="{FF2B5EF4-FFF2-40B4-BE49-F238E27FC236}">
                      <a16:creationId xmlns:a16="http://schemas.microsoft.com/office/drawing/2014/main" id="{F12FB629-0A75-082D-4774-E3DDC8FD40DF}"/>
                    </a:ext>
                  </a:extLst>
                </p:cNvPr>
                <p:cNvSpPr/>
                <p:nvPr/>
              </p:nvSpPr>
              <p:spPr>
                <a:xfrm rot="16200000">
                  <a:off x="416701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33C4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899" name="Freeform 1034">
                  <a:extLst>
                    <a:ext uri="{FF2B5EF4-FFF2-40B4-BE49-F238E27FC236}">
                      <a16:creationId xmlns:a16="http://schemas.microsoft.com/office/drawing/2014/main" id="{D97166A5-BA37-B275-88E1-A64B20573F8A}"/>
                    </a:ext>
                  </a:extLst>
                </p:cNvPr>
                <p:cNvSpPr/>
                <p:nvPr/>
              </p:nvSpPr>
              <p:spPr>
                <a:xfrm rot="16200000">
                  <a:off x="4158808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3373D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0" name="Freeform 1035">
                  <a:extLst>
                    <a:ext uri="{FF2B5EF4-FFF2-40B4-BE49-F238E27FC236}">
                      <a16:creationId xmlns:a16="http://schemas.microsoft.com/office/drawing/2014/main" id="{1D60B9EC-6099-8688-7C8B-3EE42E9E8E84}"/>
                    </a:ext>
                  </a:extLst>
                </p:cNvPr>
                <p:cNvSpPr/>
                <p:nvPr/>
              </p:nvSpPr>
              <p:spPr>
                <a:xfrm rot="16200000">
                  <a:off x="415060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23238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1" name="Freeform 1036">
                  <a:extLst>
                    <a:ext uri="{FF2B5EF4-FFF2-40B4-BE49-F238E27FC236}">
                      <a16:creationId xmlns:a16="http://schemas.microsoft.com/office/drawing/2014/main" id="{6CFC9EA8-BD70-93D1-09ED-0AFF645023F4}"/>
                    </a:ext>
                  </a:extLst>
                </p:cNvPr>
                <p:cNvSpPr/>
                <p:nvPr/>
              </p:nvSpPr>
              <p:spPr>
                <a:xfrm rot="16200000">
                  <a:off x="4142393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12D33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2" name="Freeform 1037">
                  <a:extLst>
                    <a:ext uri="{FF2B5EF4-FFF2-40B4-BE49-F238E27FC236}">
                      <a16:creationId xmlns:a16="http://schemas.microsoft.com/office/drawing/2014/main" id="{E1B0F277-F1C4-A7BB-6DF9-66E47DD803CB}"/>
                    </a:ext>
                  </a:extLst>
                </p:cNvPr>
                <p:cNvSpPr/>
                <p:nvPr/>
              </p:nvSpPr>
              <p:spPr>
                <a:xfrm rot="16200000">
                  <a:off x="4134186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0282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3" name="Freeform 1038">
                  <a:extLst>
                    <a:ext uri="{FF2B5EF4-FFF2-40B4-BE49-F238E27FC236}">
                      <a16:creationId xmlns:a16="http://schemas.microsoft.com/office/drawing/2014/main" id="{806A433C-C56F-A9F1-261A-C77EE05E9947}"/>
                    </a:ext>
                  </a:extLst>
                </p:cNvPr>
                <p:cNvSpPr/>
                <p:nvPr/>
              </p:nvSpPr>
              <p:spPr>
                <a:xfrm rot="16200000">
                  <a:off x="4125980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E02329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4" name="Freeform 1039">
                  <a:extLst>
                    <a:ext uri="{FF2B5EF4-FFF2-40B4-BE49-F238E27FC236}">
                      <a16:creationId xmlns:a16="http://schemas.microsoft.com/office/drawing/2014/main" id="{80D0B2C7-077A-8658-66EE-74DB4E471EF4}"/>
                    </a:ext>
                  </a:extLst>
                </p:cNvPr>
                <p:cNvSpPr/>
                <p:nvPr/>
              </p:nvSpPr>
              <p:spPr>
                <a:xfrm rot="16200000">
                  <a:off x="411777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F1E24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5" name="Freeform 1040">
                  <a:extLst>
                    <a:ext uri="{FF2B5EF4-FFF2-40B4-BE49-F238E27FC236}">
                      <a16:creationId xmlns:a16="http://schemas.microsoft.com/office/drawing/2014/main" id="{2078C577-5A75-59FE-722C-D2ED709A4177}"/>
                    </a:ext>
                  </a:extLst>
                </p:cNvPr>
                <p:cNvSpPr/>
                <p:nvPr/>
              </p:nvSpPr>
              <p:spPr>
                <a:xfrm rot="16200000">
                  <a:off x="410956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E191F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6" name="Freeform 1041">
                  <a:extLst>
                    <a:ext uri="{FF2B5EF4-FFF2-40B4-BE49-F238E27FC236}">
                      <a16:creationId xmlns:a16="http://schemas.microsoft.com/office/drawing/2014/main" id="{45DBE314-7BF5-F806-857C-4E94A945B806}"/>
                    </a:ext>
                  </a:extLst>
                </p:cNvPr>
                <p:cNvSpPr/>
                <p:nvPr/>
              </p:nvSpPr>
              <p:spPr>
                <a:xfrm rot="16200000">
                  <a:off x="4101357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E141A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7" name="Freeform 1042">
                  <a:extLst>
                    <a:ext uri="{FF2B5EF4-FFF2-40B4-BE49-F238E27FC236}">
                      <a16:creationId xmlns:a16="http://schemas.microsoft.com/office/drawing/2014/main" id="{30D1C8D9-14FC-3C10-A9D4-0728FC0CD96A}"/>
                    </a:ext>
                  </a:extLst>
                </p:cNvPr>
                <p:cNvSpPr/>
                <p:nvPr/>
              </p:nvSpPr>
              <p:spPr>
                <a:xfrm rot="16200000">
                  <a:off x="4093151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D0F15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8" name="Freeform 1043">
                  <a:extLst>
                    <a:ext uri="{FF2B5EF4-FFF2-40B4-BE49-F238E27FC236}">
                      <a16:creationId xmlns:a16="http://schemas.microsoft.com/office/drawing/2014/main" id="{7A04910B-78F6-6B1E-7998-A409ECB6CC0D}"/>
                    </a:ext>
                  </a:extLst>
                </p:cNvPr>
                <p:cNvSpPr/>
                <p:nvPr/>
              </p:nvSpPr>
              <p:spPr>
                <a:xfrm rot="16200000">
                  <a:off x="4084944" y="2550744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C0A1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09" name="Freeform 1044">
                  <a:extLst>
                    <a:ext uri="{FF2B5EF4-FFF2-40B4-BE49-F238E27FC236}">
                      <a16:creationId xmlns:a16="http://schemas.microsoft.com/office/drawing/2014/main" id="{FA004FBD-9E0C-5387-2588-441403B595B7}"/>
                    </a:ext>
                  </a:extLst>
                </p:cNvPr>
                <p:cNvSpPr/>
                <p:nvPr/>
              </p:nvSpPr>
              <p:spPr>
                <a:xfrm rot="16200000">
                  <a:off x="4076737" y="2550749"/>
                  <a:ext cx="120001" cy="8207"/>
                </a:xfrm>
                <a:custGeom>
                  <a:avLst/>
                  <a:gdLst>
                    <a:gd name="csX0" fmla="*/ 0 w 127000"/>
                    <a:gd name="csY0" fmla="*/ 0 h 18980"/>
                    <a:gd name="csX1" fmla="*/ 127000 w 127000"/>
                    <a:gd name="csY1" fmla="*/ 0 h 18980"/>
                    <a:gd name="csX2" fmla="*/ 127000 w 127000"/>
                    <a:gd name="csY2" fmla="*/ 18980 h 18980"/>
                    <a:gd name="csX3" fmla="*/ 0 w 127000"/>
                    <a:gd name="csY3" fmla="*/ 18980 h 18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7000" h="18980">
                      <a:moveTo>
                        <a:pt x="0" y="0"/>
                      </a:moveTo>
                      <a:lnTo>
                        <a:pt x="127000" y="0"/>
                      </a:lnTo>
                      <a:lnTo>
                        <a:pt x="127000" y="18980"/>
                      </a:lnTo>
                      <a:lnTo>
                        <a:pt x="0" y="1898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1701"/>
                </a:p>
              </p:txBody>
            </p:sp>
            <p:sp>
              <p:nvSpPr>
                <p:cNvPr id="1911" name="TextBox 1910">
                  <a:extLst>
                    <a:ext uri="{FF2B5EF4-FFF2-40B4-BE49-F238E27FC236}">
                      <a16:creationId xmlns:a16="http://schemas.microsoft.com/office/drawing/2014/main" id="{7ED708E0-B4E5-E592-6F7C-04C6A86CC353}"/>
                    </a:ext>
                  </a:extLst>
                </p:cNvPr>
                <p:cNvSpPr txBox="1"/>
                <p:nvPr/>
              </p:nvSpPr>
              <p:spPr>
                <a:xfrm>
                  <a:off x="4606950" y="2310027"/>
                  <a:ext cx="282446" cy="2231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-1</a:t>
                  </a:r>
                </a:p>
              </p:txBody>
            </p:sp>
            <p:sp>
              <p:nvSpPr>
                <p:cNvPr id="1912" name="TextBox 1911">
                  <a:extLst>
                    <a:ext uri="{FF2B5EF4-FFF2-40B4-BE49-F238E27FC236}">
                      <a16:creationId xmlns:a16="http://schemas.microsoft.com/office/drawing/2014/main" id="{C51AC738-1C9B-BBF6-487C-EED760ABD55F}"/>
                    </a:ext>
                  </a:extLst>
                </p:cNvPr>
                <p:cNvSpPr txBox="1"/>
                <p:nvPr/>
              </p:nvSpPr>
              <p:spPr>
                <a:xfrm>
                  <a:off x="4420208" y="2324409"/>
                  <a:ext cx="245577" cy="2231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</a:t>
                  </a:r>
                </a:p>
              </p:txBody>
            </p:sp>
            <p:sp>
              <p:nvSpPr>
                <p:cNvPr id="1913" name="TextBox 1912">
                  <a:extLst>
                    <a:ext uri="{FF2B5EF4-FFF2-40B4-BE49-F238E27FC236}">
                      <a16:creationId xmlns:a16="http://schemas.microsoft.com/office/drawing/2014/main" id="{3F6E9519-F9C2-36FA-ED05-73CB148349DA}"/>
                    </a:ext>
                  </a:extLst>
                </p:cNvPr>
                <p:cNvSpPr txBox="1"/>
                <p:nvPr/>
              </p:nvSpPr>
              <p:spPr>
                <a:xfrm>
                  <a:off x="4215030" y="2324402"/>
                  <a:ext cx="245578" cy="2231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</a:t>
                  </a:r>
                </a:p>
              </p:txBody>
            </p:sp>
          </p:grpSp>
          <p:sp>
            <p:nvSpPr>
              <p:cNvPr id="1914" name="TextBox 1913">
                <a:extLst>
                  <a:ext uri="{FF2B5EF4-FFF2-40B4-BE49-F238E27FC236}">
                    <a16:creationId xmlns:a16="http://schemas.microsoft.com/office/drawing/2014/main" id="{715B4683-218E-D49E-C594-948D2DD4402E}"/>
                  </a:ext>
                </a:extLst>
              </p:cNvPr>
              <p:cNvSpPr txBox="1"/>
              <p:nvPr/>
            </p:nvSpPr>
            <p:spPr>
              <a:xfrm>
                <a:off x="4009850" y="2324396"/>
                <a:ext cx="245578" cy="2231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</p:grpSp>
        <p:sp>
          <p:nvSpPr>
            <p:cNvPr id="1809" name="TextBox 1808">
              <a:extLst>
                <a:ext uri="{FF2B5EF4-FFF2-40B4-BE49-F238E27FC236}">
                  <a16:creationId xmlns:a16="http://schemas.microsoft.com/office/drawing/2014/main" id="{D7BB467B-9506-6A86-6140-D06F33244660}"/>
                </a:ext>
              </a:extLst>
            </p:cNvPr>
            <p:cNvSpPr txBox="1"/>
            <p:nvPr/>
          </p:nvSpPr>
          <p:spPr>
            <a:xfrm>
              <a:off x="4110038" y="2205964"/>
              <a:ext cx="865412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50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Z-Score</a:t>
              </a:r>
              <a:endParaRPr lang="en-US" sz="661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grpSp>
        <p:nvGrpSpPr>
          <p:cNvPr id="1542" name="Group 1541">
            <a:extLst>
              <a:ext uri="{FF2B5EF4-FFF2-40B4-BE49-F238E27FC236}">
                <a16:creationId xmlns:a16="http://schemas.microsoft.com/office/drawing/2014/main" id="{E7389480-699E-BBAC-0884-28BE5B4D3603}"/>
              </a:ext>
            </a:extLst>
          </p:cNvPr>
          <p:cNvGrpSpPr/>
          <p:nvPr/>
        </p:nvGrpSpPr>
        <p:grpSpPr>
          <a:xfrm rot="16200000">
            <a:off x="3943477" y="-1445914"/>
            <a:ext cx="667512" cy="4325112"/>
            <a:chOff x="241300" y="2346525"/>
            <a:chExt cx="3272154" cy="2785953"/>
          </a:xfrm>
        </p:grpSpPr>
        <p:sp>
          <p:nvSpPr>
            <p:cNvPr id="1543" name="Freeform 706">
              <a:extLst>
                <a:ext uri="{FF2B5EF4-FFF2-40B4-BE49-F238E27FC236}">
                  <a16:creationId xmlns:a16="http://schemas.microsoft.com/office/drawing/2014/main" id="{8D1E810E-0934-B862-CC5B-FF606496D927}"/>
                </a:ext>
              </a:extLst>
            </p:cNvPr>
            <p:cNvSpPr/>
            <p:nvPr/>
          </p:nvSpPr>
          <p:spPr>
            <a:xfrm>
              <a:off x="241300" y="234652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CFD0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4" name="Freeform 707">
              <a:extLst>
                <a:ext uri="{FF2B5EF4-FFF2-40B4-BE49-F238E27FC236}">
                  <a16:creationId xmlns:a16="http://schemas.microsoft.com/office/drawing/2014/main" id="{D4D25441-04B0-1F2B-1E9C-BA0BD7C03C7E}"/>
                </a:ext>
              </a:extLst>
            </p:cNvPr>
            <p:cNvSpPr/>
            <p:nvPr/>
          </p:nvSpPr>
          <p:spPr>
            <a:xfrm>
              <a:off x="241300" y="240991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F1F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5" name="Freeform 708">
              <a:extLst>
                <a:ext uri="{FF2B5EF4-FFF2-40B4-BE49-F238E27FC236}">
                  <a16:creationId xmlns:a16="http://schemas.microsoft.com/office/drawing/2014/main" id="{6D64B22D-5F3E-2DAB-1414-75DD4F090327}"/>
                </a:ext>
              </a:extLst>
            </p:cNvPr>
            <p:cNvSpPr/>
            <p:nvPr/>
          </p:nvSpPr>
          <p:spPr>
            <a:xfrm>
              <a:off x="241300" y="247318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EF4F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6" name="Freeform 709">
              <a:extLst>
                <a:ext uri="{FF2B5EF4-FFF2-40B4-BE49-F238E27FC236}">
                  <a16:creationId xmlns:a16="http://schemas.microsoft.com/office/drawing/2014/main" id="{A217F3EC-15F9-677B-667A-5020EF9E0ADE}"/>
                </a:ext>
              </a:extLst>
            </p:cNvPr>
            <p:cNvSpPr/>
            <p:nvPr/>
          </p:nvSpPr>
          <p:spPr>
            <a:xfrm>
              <a:off x="241300" y="253658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7E4F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7" name="Freeform 710">
              <a:extLst>
                <a:ext uri="{FF2B5EF4-FFF2-40B4-BE49-F238E27FC236}">
                  <a16:creationId xmlns:a16="http://schemas.microsoft.com/office/drawing/2014/main" id="{3BF0C97C-A399-1B29-A013-CBBF20860836}"/>
                </a:ext>
              </a:extLst>
            </p:cNvPr>
            <p:cNvSpPr/>
            <p:nvPr/>
          </p:nvSpPr>
          <p:spPr>
            <a:xfrm>
              <a:off x="241300" y="259985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2E1E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8" name="Freeform 711">
              <a:extLst>
                <a:ext uri="{FF2B5EF4-FFF2-40B4-BE49-F238E27FC236}">
                  <a16:creationId xmlns:a16="http://schemas.microsoft.com/office/drawing/2014/main" id="{DAD4EDCA-988A-57F4-14EF-D14FD78D02DB}"/>
                </a:ext>
              </a:extLst>
            </p:cNvPr>
            <p:cNvSpPr/>
            <p:nvPr/>
          </p:nvSpPr>
          <p:spPr>
            <a:xfrm>
              <a:off x="241300" y="266311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0D5E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49" name="Freeform 712">
              <a:extLst>
                <a:ext uri="{FF2B5EF4-FFF2-40B4-BE49-F238E27FC236}">
                  <a16:creationId xmlns:a16="http://schemas.microsoft.com/office/drawing/2014/main" id="{BAF5E6F8-7E01-8AB7-D287-5BEE6C5542A4}"/>
                </a:ext>
              </a:extLst>
            </p:cNvPr>
            <p:cNvSpPr/>
            <p:nvPr/>
          </p:nvSpPr>
          <p:spPr>
            <a:xfrm>
              <a:off x="241300" y="272651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0D5E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0" name="Freeform 713">
              <a:extLst>
                <a:ext uri="{FF2B5EF4-FFF2-40B4-BE49-F238E27FC236}">
                  <a16:creationId xmlns:a16="http://schemas.microsoft.com/office/drawing/2014/main" id="{55C10744-A6F1-5200-C13A-F969680B2231}"/>
                </a:ext>
              </a:extLst>
            </p:cNvPr>
            <p:cNvSpPr/>
            <p:nvPr/>
          </p:nvSpPr>
          <p:spPr>
            <a:xfrm>
              <a:off x="241300" y="278978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4D8E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1" name="Freeform 714">
              <a:extLst>
                <a:ext uri="{FF2B5EF4-FFF2-40B4-BE49-F238E27FC236}">
                  <a16:creationId xmlns:a16="http://schemas.microsoft.com/office/drawing/2014/main" id="{9E3DAAC8-C0CF-436A-0ACF-FC6491E5FF5E}"/>
                </a:ext>
              </a:extLst>
            </p:cNvPr>
            <p:cNvSpPr/>
            <p:nvPr/>
          </p:nvSpPr>
          <p:spPr>
            <a:xfrm>
              <a:off x="241300" y="285305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9DBE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2" name="Freeform 715">
              <a:extLst>
                <a:ext uri="{FF2B5EF4-FFF2-40B4-BE49-F238E27FC236}">
                  <a16:creationId xmlns:a16="http://schemas.microsoft.com/office/drawing/2014/main" id="{354251E9-021B-5CC7-3F8C-A0173CC5BBAC}"/>
                </a:ext>
              </a:extLst>
            </p:cNvPr>
            <p:cNvSpPr/>
            <p:nvPr/>
          </p:nvSpPr>
          <p:spPr>
            <a:xfrm>
              <a:off x="241300" y="291644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EDEE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3" name="Freeform 716">
              <a:extLst>
                <a:ext uri="{FF2B5EF4-FFF2-40B4-BE49-F238E27FC236}">
                  <a16:creationId xmlns:a16="http://schemas.microsoft.com/office/drawing/2014/main" id="{268B2891-8FAC-76E9-3135-293EE0897D43}"/>
                </a:ext>
              </a:extLst>
            </p:cNvPr>
            <p:cNvSpPr/>
            <p:nvPr/>
          </p:nvSpPr>
          <p:spPr>
            <a:xfrm>
              <a:off x="241300" y="297971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6B9D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4" name="Freeform 717">
              <a:extLst>
                <a:ext uri="{FF2B5EF4-FFF2-40B4-BE49-F238E27FC236}">
                  <a16:creationId xmlns:a16="http://schemas.microsoft.com/office/drawing/2014/main" id="{B0B2C03D-F128-495A-CD2F-302DD047F307}"/>
                </a:ext>
              </a:extLst>
            </p:cNvPr>
            <p:cNvSpPr/>
            <p:nvPr/>
          </p:nvSpPr>
          <p:spPr>
            <a:xfrm>
              <a:off x="241300" y="304310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1B5D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5" name="Freeform 718">
              <a:extLst>
                <a:ext uri="{FF2B5EF4-FFF2-40B4-BE49-F238E27FC236}">
                  <a16:creationId xmlns:a16="http://schemas.microsoft.com/office/drawing/2014/main" id="{6A6CFDF6-AD35-B68F-3900-891F9B8B2D85}"/>
                </a:ext>
              </a:extLst>
            </p:cNvPr>
            <p:cNvSpPr/>
            <p:nvPr/>
          </p:nvSpPr>
          <p:spPr>
            <a:xfrm>
              <a:off x="241300" y="310637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DC8E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6" name="Freeform 719">
              <a:extLst>
                <a:ext uri="{FF2B5EF4-FFF2-40B4-BE49-F238E27FC236}">
                  <a16:creationId xmlns:a16="http://schemas.microsoft.com/office/drawing/2014/main" id="{4DA8CA22-BC08-CDE2-F209-87D0D550E7E3}"/>
                </a:ext>
              </a:extLst>
            </p:cNvPr>
            <p:cNvSpPr/>
            <p:nvPr/>
          </p:nvSpPr>
          <p:spPr>
            <a:xfrm>
              <a:off x="241300" y="316964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FBFD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7" name="Freeform 720">
              <a:extLst>
                <a:ext uri="{FF2B5EF4-FFF2-40B4-BE49-F238E27FC236}">
                  <a16:creationId xmlns:a16="http://schemas.microsoft.com/office/drawing/2014/main" id="{1B5B0A61-6D86-FD4A-83F5-824F02EFB5DD}"/>
                </a:ext>
              </a:extLst>
            </p:cNvPr>
            <p:cNvSpPr/>
            <p:nvPr/>
          </p:nvSpPr>
          <p:spPr>
            <a:xfrm>
              <a:off x="241300" y="323303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4C2D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8" name="Freeform 721">
              <a:extLst>
                <a:ext uri="{FF2B5EF4-FFF2-40B4-BE49-F238E27FC236}">
                  <a16:creationId xmlns:a16="http://schemas.microsoft.com/office/drawing/2014/main" id="{5A02C2FA-BF26-C8E2-21BB-F2C538FC01A7}"/>
                </a:ext>
              </a:extLst>
            </p:cNvPr>
            <p:cNvSpPr/>
            <p:nvPr/>
          </p:nvSpPr>
          <p:spPr>
            <a:xfrm>
              <a:off x="241300" y="329630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4C2D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59" name="Freeform 722">
              <a:extLst>
                <a:ext uri="{FF2B5EF4-FFF2-40B4-BE49-F238E27FC236}">
                  <a16:creationId xmlns:a16="http://schemas.microsoft.com/office/drawing/2014/main" id="{7CACF4D3-EB2E-0D40-3413-07DC0819319D}"/>
                </a:ext>
              </a:extLst>
            </p:cNvPr>
            <p:cNvSpPr/>
            <p:nvPr/>
          </p:nvSpPr>
          <p:spPr>
            <a:xfrm>
              <a:off x="241300" y="335970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0" name="Freeform 723">
              <a:extLst>
                <a:ext uri="{FF2B5EF4-FFF2-40B4-BE49-F238E27FC236}">
                  <a16:creationId xmlns:a16="http://schemas.microsoft.com/office/drawing/2014/main" id="{1046EDDD-3F60-6D7B-C805-3718EF3F97DE}"/>
                </a:ext>
              </a:extLst>
            </p:cNvPr>
            <p:cNvSpPr/>
            <p:nvPr/>
          </p:nvSpPr>
          <p:spPr>
            <a:xfrm>
              <a:off x="241300" y="342297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1" name="Freeform 724">
              <a:extLst>
                <a:ext uri="{FF2B5EF4-FFF2-40B4-BE49-F238E27FC236}">
                  <a16:creationId xmlns:a16="http://schemas.microsoft.com/office/drawing/2014/main" id="{7FCF6F86-D264-C2A9-778E-A4CA98750008}"/>
                </a:ext>
              </a:extLst>
            </p:cNvPr>
            <p:cNvSpPr/>
            <p:nvPr/>
          </p:nvSpPr>
          <p:spPr>
            <a:xfrm>
              <a:off x="241300" y="348623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2" name="Freeform 725">
              <a:extLst>
                <a:ext uri="{FF2B5EF4-FFF2-40B4-BE49-F238E27FC236}">
                  <a16:creationId xmlns:a16="http://schemas.microsoft.com/office/drawing/2014/main" id="{5E8B14F6-8948-397C-DF96-653FA2F7C019}"/>
                </a:ext>
              </a:extLst>
            </p:cNvPr>
            <p:cNvSpPr/>
            <p:nvPr/>
          </p:nvSpPr>
          <p:spPr>
            <a:xfrm>
              <a:off x="241300" y="354963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3" name="Freeform 726">
              <a:extLst>
                <a:ext uri="{FF2B5EF4-FFF2-40B4-BE49-F238E27FC236}">
                  <a16:creationId xmlns:a16="http://schemas.microsoft.com/office/drawing/2014/main" id="{9137E0F3-B7BE-4114-51AB-BF185A430E7E}"/>
                </a:ext>
              </a:extLst>
            </p:cNvPr>
            <p:cNvSpPr/>
            <p:nvPr/>
          </p:nvSpPr>
          <p:spPr>
            <a:xfrm>
              <a:off x="241300" y="361290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A1A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4" name="Freeform 727">
              <a:extLst>
                <a:ext uri="{FF2B5EF4-FFF2-40B4-BE49-F238E27FC236}">
                  <a16:creationId xmlns:a16="http://schemas.microsoft.com/office/drawing/2014/main" id="{7F52664B-9E56-4CE9-9F52-58B421BAEED0}"/>
                </a:ext>
              </a:extLst>
            </p:cNvPr>
            <p:cNvSpPr/>
            <p:nvPr/>
          </p:nvSpPr>
          <p:spPr>
            <a:xfrm>
              <a:off x="241300" y="367617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9C9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5" name="Freeform 728">
              <a:extLst>
                <a:ext uri="{FF2B5EF4-FFF2-40B4-BE49-F238E27FC236}">
                  <a16:creationId xmlns:a16="http://schemas.microsoft.com/office/drawing/2014/main" id="{D1120B36-0905-26C4-C3E1-BCDC93624245}"/>
                </a:ext>
              </a:extLst>
            </p:cNvPr>
            <p:cNvSpPr/>
            <p:nvPr/>
          </p:nvSpPr>
          <p:spPr>
            <a:xfrm>
              <a:off x="241300" y="373956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0979A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6" name="Freeform 729">
              <a:extLst>
                <a:ext uri="{FF2B5EF4-FFF2-40B4-BE49-F238E27FC236}">
                  <a16:creationId xmlns:a16="http://schemas.microsoft.com/office/drawing/2014/main" id="{A8821D0C-1AC4-E41A-8398-5BB5C67F90D4}"/>
                </a:ext>
              </a:extLst>
            </p:cNvPr>
            <p:cNvSpPr/>
            <p:nvPr/>
          </p:nvSpPr>
          <p:spPr>
            <a:xfrm>
              <a:off x="241300" y="380283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F9295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7" name="Freeform 730">
              <a:extLst>
                <a:ext uri="{FF2B5EF4-FFF2-40B4-BE49-F238E27FC236}">
                  <a16:creationId xmlns:a16="http://schemas.microsoft.com/office/drawing/2014/main" id="{8A1CB3D0-3F50-E43A-EEFD-AA697DA7B357}"/>
                </a:ext>
              </a:extLst>
            </p:cNvPr>
            <p:cNvSpPr/>
            <p:nvPr/>
          </p:nvSpPr>
          <p:spPr>
            <a:xfrm>
              <a:off x="241300" y="386622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F9295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8" name="Freeform 731">
              <a:extLst>
                <a:ext uri="{FF2B5EF4-FFF2-40B4-BE49-F238E27FC236}">
                  <a16:creationId xmlns:a16="http://schemas.microsoft.com/office/drawing/2014/main" id="{D7B8E5D1-0512-8B1B-C46B-15F1CE3BDBC0}"/>
                </a:ext>
              </a:extLst>
            </p:cNvPr>
            <p:cNvSpPr/>
            <p:nvPr/>
          </p:nvSpPr>
          <p:spPr>
            <a:xfrm>
              <a:off x="241300" y="392949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69" name="Freeform 732">
              <a:extLst>
                <a:ext uri="{FF2B5EF4-FFF2-40B4-BE49-F238E27FC236}">
                  <a16:creationId xmlns:a16="http://schemas.microsoft.com/office/drawing/2014/main" id="{93A01F59-CBB7-4675-16C5-F54AED665D05}"/>
                </a:ext>
              </a:extLst>
            </p:cNvPr>
            <p:cNvSpPr/>
            <p:nvPr/>
          </p:nvSpPr>
          <p:spPr>
            <a:xfrm>
              <a:off x="241300" y="399276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C7E8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0" name="Freeform 733">
              <a:extLst>
                <a:ext uri="{FF2B5EF4-FFF2-40B4-BE49-F238E27FC236}">
                  <a16:creationId xmlns:a16="http://schemas.microsoft.com/office/drawing/2014/main" id="{72DBC79C-F08E-F1F2-7A15-4D45FDD18FDF}"/>
                </a:ext>
              </a:extLst>
            </p:cNvPr>
            <p:cNvSpPr/>
            <p:nvPr/>
          </p:nvSpPr>
          <p:spPr>
            <a:xfrm>
              <a:off x="241300" y="405615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EFCF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1" name="Freeform 734">
              <a:extLst>
                <a:ext uri="{FF2B5EF4-FFF2-40B4-BE49-F238E27FC236}">
                  <a16:creationId xmlns:a16="http://schemas.microsoft.com/office/drawing/2014/main" id="{BD59FFC1-538B-A2BE-348D-DE20FF3AF3A3}"/>
                </a:ext>
              </a:extLst>
            </p:cNvPr>
            <p:cNvSpPr/>
            <p:nvPr/>
          </p:nvSpPr>
          <p:spPr>
            <a:xfrm>
              <a:off x="241300" y="411942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CEDED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2" name="Freeform 735">
              <a:extLst>
                <a:ext uri="{FF2B5EF4-FFF2-40B4-BE49-F238E27FC236}">
                  <a16:creationId xmlns:a16="http://schemas.microsoft.com/office/drawing/2014/main" id="{F19EDA70-8E47-CF66-0C7B-F881AE351769}"/>
                </a:ext>
              </a:extLst>
            </p:cNvPr>
            <p:cNvSpPr/>
            <p:nvPr/>
          </p:nvSpPr>
          <p:spPr>
            <a:xfrm>
              <a:off x="241300" y="418269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4B5B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3" name="Freeform 736">
              <a:extLst>
                <a:ext uri="{FF2B5EF4-FFF2-40B4-BE49-F238E27FC236}">
                  <a16:creationId xmlns:a16="http://schemas.microsoft.com/office/drawing/2014/main" id="{1CFE770A-0D6A-D2B1-E3D5-4D2DD4453F55}"/>
                </a:ext>
              </a:extLst>
            </p:cNvPr>
            <p:cNvSpPr/>
            <p:nvPr/>
          </p:nvSpPr>
          <p:spPr>
            <a:xfrm>
              <a:off x="241300" y="424609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5BAB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4" name="Freeform 737">
              <a:extLst>
                <a:ext uri="{FF2B5EF4-FFF2-40B4-BE49-F238E27FC236}">
                  <a16:creationId xmlns:a16="http://schemas.microsoft.com/office/drawing/2014/main" id="{95B635DA-C433-A379-52E4-3E36113952C3}"/>
                </a:ext>
              </a:extLst>
            </p:cNvPr>
            <p:cNvSpPr/>
            <p:nvPr/>
          </p:nvSpPr>
          <p:spPr>
            <a:xfrm>
              <a:off x="241300" y="430935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5BAB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5" name="Freeform 738">
              <a:extLst>
                <a:ext uri="{FF2B5EF4-FFF2-40B4-BE49-F238E27FC236}">
                  <a16:creationId xmlns:a16="http://schemas.microsoft.com/office/drawing/2014/main" id="{B4BEBB3F-8C8A-2858-FD7F-4D3052F00888}"/>
                </a:ext>
              </a:extLst>
            </p:cNvPr>
            <p:cNvSpPr/>
            <p:nvPr/>
          </p:nvSpPr>
          <p:spPr>
            <a:xfrm>
              <a:off x="241300" y="437275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5BAB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6" name="Freeform 739">
              <a:extLst>
                <a:ext uri="{FF2B5EF4-FFF2-40B4-BE49-F238E27FC236}">
                  <a16:creationId xmlns:a16="http://schemas.microsoft.com/office/drawing/2014/main" id="{BA35F178-CA54-59E1-89A2-63B05D986AF1}"/>
                </a:ext>
              </a:extLst>
            </p:cNvPr>
            <p:cNvSpPr/>
            <p:nvPr/>
          </p:nvSpPr>
          <p:spPr>
            <a:xfrm>
              <a:off x="241300" y="443602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9D9DA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7" name="Freeform 740">
              <a:extLst>
                <a:ext uri="{FF2B5EF4-FFF2-40B4-BE49-F238E27FC236}">
                  <a16:creationId xmlns:a16="http://schemas.microsoft.com/office/drawing/2014/main" id="{E148B433-FEA6-73A9-FD3B-01DD2BA9628F}"/>
                </a:ext>
              </a:extLst>
            </p:cNvPr>
            <p:cNvSpPr/>
            <p:nvPr/>
          </p:nvSpPr>
          <p:spPr>
            <a:xfrm>
              <a:off x="241300" y="449929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D4D5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8" name="Freeform 741">
              <a:extLst>
                <a:ext uri="{FF2B5EF4-FFF2-40B4-BE49-F238E27FC236}">
                  <a16:creationId xmlns:a16="http://schemas.microsoft.com/office/drawing/2014/main" id="{49827B8B-DB71-DEF1-8011-C0DBA4D3F917}"/>
                </a:ext>
              </a:extLst>
            </p:cNvPr>
            <p:cNvSpPr/>
            <p:nvPr/>
          </p:nvSpPr>
          <p:spPr>
            <a:xfrm>
              <a:off x="241300" y="456268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7C9C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79" name="Freeform 742">
              <a:extLst>
                <a:ext uri="{FF2B5EF4-FFF2-40B4-BE49-F238E27FC236}">
                  <a16:creationId xmlns:a16="http://schemas.microsoft.com/office/drawing/2014/main" id="{3046C3CF-468F-EE6A-3BD4-EB6D3FC4C45D}"/>
                </a:ext>
              </a:extLst>
            </p:cNvPr>
            <p:cNvSpPr/>
            <p:nvPr/>
          </p:nvSpPr>
          <p:spPr>
            <a:xfrm>
              <a:off x="241300" y="462595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6C4C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0" name="Freeform 743">
              <a:extLst>
                <a:ext uri="{FF2B5EF4-FFF2-40B4-BE49-F238E27FC236}">
                  <a16:creationId xmlns:a16="http://schemas.microsoft.com/office/drawing/2014/main" id="{26046253-E02C-A9D2-0F31-3C7809944A67}"/>
                </a:ext>
              </a:extLst>
            </p:cNvPr>
            <p:cNvSpPr/>
            <p:nvPr/>
          </p:nvSpPr>
          <p:spPr>
            <a:xfrm>
              <a:off x="241300" y="468922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7C9C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1" name="Freeform 744">
              <a:extLst>
                <a:ext uri="{FF2B5EF4-FFF2-40B4-BE49-F238E27FC236}">
                  <a16:creationId xmlns:a16="http://schemas.microsoft.com/office/drawing/2014/main" id="{874AFABD-640E-EDA7-460E-547F8D06F23F}"/>
                </a:ext>
              </a:extLst>
            </p:cNvPr>
            <p:cNvSpPr/>
            <p:nvPr/>
          </p:nvSpPr>
          <p:spPr>
            <a:xfrm>
              <a:off x="241300" y="475261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CFD0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2" name="Freeform 745">
              <a:extLst>
                <a:ext uri="{FF2B5EF4-FFF2-40B4-BE49-F238E27FC236}">
                  <a16:creationId xmlns:a16="http://schemas.microsoft.com/office/drawing/2014/main" id="{F5DCA370-4FC9-A4CD-D7C5-B56B1C4B953C}"/>
                </a:ext>
              </a:extLst>
            </p:cNvPr>
            <p:cNvSpPr/>
            <p:nvPr/>
          </p:nvSpPr>
          <p:spPr>
            <a:xfrm>
              <a:off x="241300" y="481588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FBFD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3" name="Freeform 746">
              <a:extLst>
                <a:ext uri="{FF2B5EF4-FFF2-40B4-BE49-F238E27FC236}">
                  <a16:creationId xmlns:a16="http://schemas.microsoft.com/office/drawing/2014/main" id="{790C3B2E-636B-6BC9-A58E-996F08711486}"/>
                </a:ext>
              </a:extLst>
            </p:cNvPr>
            <p:cNvSpPr/>
            <p:nvPr/>
          </p:nvSpPr>
          <p:spPr>
            <a:xfrm>
              <a:off x="241300" y="487927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4D8E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4" name="Freeform 747">
              <a:extLst>
                <a:ext uri="{FF2B5EF4-FFF2-40B4-BE49-F238E27FC236}">
                  <a16:creationId xmlns:a16="http://schemas.microsoft.com/office/drawing/2014/main" id="{CEA7BFFD-6363-9110-D967-58D29797C5BE}"/>
                </a:ext>
              </a:extLst>
            </p:cNvPr>
            <p:cNvSpPr/>
            <p:nvPr/>
          </p:nvSpPr>
          <p:spPr>
            <a:xfrm>
              <a:off x="241300" y="4942547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EF4F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5" name="Freeform 748">
              <a:extLst>
                <a:ext uri="{FF2B5EF4-FFF2-40B4-BE49-F238E27FC236}">
                  <a16:creationId xmlns:a16="http://schemas.microsoft.com/office/drawing/2014/main" id="{0F394FA5-EEE5-2715-8042-B8D0D7E8C9CE}"/>
                </a:ext>
              </a:extLst>
            </p:cNvPr>
            <p:cNvSpPr/>
            <p:nvPr/>
          </p:nvSpPr>
          <p:spPr>
            <a:xfrm>
              <a:off x="241300" y="500581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CE7F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6" name="Freeform 749">
              <a:extLst>
                <a:ext uri="{FF2B5EF4-FFF2-40B4-BE49-F238E27FC236}">
                  <a16:creationId xmlns:a16="http://schemas.microsoft.com/office/drawing/2014/main" id="{5547902A-438A-92DA-A09F-31A184108F0C}"/>
                </a:ext>
              </a:extLst>
            </p:cNvPr>
            <p:cNvSpPr/>
            <p:nvPr/>
          </p:nvSpPr>
          <p:spPr>
            <a:xfrm>
              <a:off x="241300" y="506921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5EDF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7" name="Freeform 750">
              <a:extLst>
                <a:ext uri="{FF2B5EF4-FFF2-40B4-BE49-F238E27FC236}">
                  <a16:creationId xmlns:a16="http://schemas.microsoft.com/office/drawing/2014/main" id="{33A59531-DE0A-37C1-43CF-1F9BAC342EE0}"/>
                </a:ext>
              </a:extLst>
            </p:cNvPr>
            <p:cNvSpPr/>
            <p:nvPr/>
          </p:nvSpPr>
          <p:spPr>
            <a:xfrm>
              <a:off x="1331976" y="234652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8" name="Freeform 751">
              <a:extLst>
                <a:ext uri="{FF2B5EF4-FFF2-40B4-BE49-F238E27FC236}">
                  <a16:creationId xmlns:a16="http://schemas.microsoft.com/office/drawing/2014/main" id="{6B981128-04E1-5F65-91EE-F0222D8DDACA}"/>
                </a:ext>
              </a:extLst>
            </p:cNvPr>
            <p:cNvSpPr/>
            <p:nvPr/>
          </p:nvSpPr>
          <p:spPr>
            <a:xfrm>
              <a:off x="1331976" y="240991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6B9D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89" name="Freeform 752">
              <a:extLst>
                <a:ext uri="{FF2B5EF4-FFF2-40B4-BE49-F238E27FC236}">
                  <a16:creationId xmlns:a16="http://schemas.microsoft.com/office/drawing/2014/main" id="{C6BCAC13-8F94-4DAF-EB7C-FA5413909170}"/>
                </a:ext>
              </a:extLst>
            </p:cNvPr>
            <p:cNvSpPr/>
            <p:nvPr/>
          </p:nvSpPr>
          <p:spPr>
            <a:xfrm>
              <a:off x="1331976" y="247318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1B5D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0" name="Freeform 753">
              <a:extLst>
                <a:ext uri="{FF2B5EF4-FFF2-40B4-BE49-F238E27FC236}">
                  <a16:creationId xmlns:a16="http://schemas.microsoft.com/office/drawing/2014/main" id="{F44C3096-BE0E-252D-91B0-EB44E1AE5B06}"/>
                </a:ext>
              </a:extLst>
            </p:cNvPr>
            <p:cNvSpPr/>
            <p:nvPr/>
          </p:nvSpPr>
          <p:spPr>
            <a:xfrm>
              <a:off x="1331976" y="253658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4C2D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1" name="Freeform 754">
              <a:extLst>
                <a:ext uri="{FF2B5EF4-FFF2-40B4-BE49-F238E27FC236}">
                  <a16:creationId xmlns:a16="http://schemas.microsoft.com/office/drawing/2014/main" id="{E95C9C69-0BA3-1CF7-71F0-7DB2B8BEB1B3}"/>
                </a:ext>
              </a:extLst>
            </p:cNvPr>
            <p:cNvSpPr/>
            <p:nvPr/>
          </p:nvSpPr>
          <p:spPr>
            <a:xfrm>
              <a:off x="1331976" y="259985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9C5E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2" name="Freeform 755">
              <a:extLst>
                <a:ext uri="{FF2B5EF4-FFF2-40B4-BE49-F238E27FC236}">
                  <a16:creationId xmlns:a16="http://schemas.microsoft.com/office/drawing/2014/main" id="{ED8C68C4-1679-090B-6F88-21336E76D3CD}"/>
                </a:ext>
              </a:extLst>
            </p:cNvPr>
            <p:cNvSpPr/>
            <p:nvPr/>
          </p:nvSpPr>
          <p:spPr>
            <a:xfrm>
              <a:off x="1331976" y="266311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B6CEE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3" name="Freeform 756">
              <a:extLst>
                <a:ext uri="{FF2B5EF4-FFF2-40B4-BE49-F238E27FC236}">
                  <a16:creationId xmlns:a16="http://schemas.microsoft.com/office/drawing/2014/main" id="{2831B4AD-2FD3-3238-1270-BE1F6B934625}"/>
                </a:ext>
              </a:extLst>
            </p:cNvPr>
            <p:cNvSpPr/>
            <p:nvPr/>
          </p:nvSpPr>
          <p:spPr>
            <a:xfrm>
              <a:off x="1331976" y="272651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B6CEE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4" name="Freeform 757">
              <a:extLst>
                <a:ext uri="{FF2B5EF4-FFF2-40B4-BE49-F238E27FC236}">
                  <a16:creationId xmlns:a16="http://schemas.microsoft.com/office/drawing/2014/main" id="{3ED5C746-5B92-F162-2CD2-EA36015EFA73}"/>
                </a:ext>
              </a:extLst>
            </p:cNvPr>
            <p:cNvSpPr/>
            <p:nvPr/>
          </p:nvSpPr>
          <p:spPr>
            <a:xfrm>
              <a:off x="1331976" y="278978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B2CBE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5" name="Freeform 758">
              <a:extLst>
                <a:ext uri="{FF2B5EF4-FFF2-40B4-BE49-F238E27FC236}">
                  <a16:creationId xmlns:a16="http://schemas.microsoft.com/office/drawing/2014/main" id="{63D0DB89-999A-79C6-62B8-3FE97997A0DC}"/>
                </a:ext>
              </a:extLst>
            </p:cNvPr>
            <p:cNvSpPr/>
            <p:nvPr/>
          </p:nvSpPr>
          <p:spPr>
            <a:xfrm>
              <a:off x="1331976" y="285305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DC8E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6" name="Freeform 759">
              <a:extLst>
                <a:ext uri="{FF2B5EF4-FFF2-40B4-BE49-F238E27FC236}">
                  <a16:creationId xmlns:a16="http://schemas.microsoft.com/office/drawing/2014/main" id="{AB48FB08-8C41-324B-7735-7B911E221B4A}"/>
                </a:ext>
              </a:extLst>
            </p:cNvPr>
            <p:cNvSpPr/>
            <p:nvPr/>
          </p:nvSpPr>
          <p:spPr>
            <a:xfrm>
              <a:off x="1331976" y="291644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ADC8E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7" name="Freeform 760">
              <a:extLst>
                <a:ext uri="{FF2B5EF4-FFF2-40B4-BE49-F238E27FC236}">
                  <a16:creationId xmlns:a16="http://schemas.microsoft.com/office/drawing/2014/main" id="{CD7C202F-D3B6-76A9-7FFE-CF05458E9541}"/>
                </a:ext>
              </a:extLst>
            </p:cNvPr>
            <p:cNvSpPr/>
            <p:nvPr/>
          </p:nvSpPr>
          <p:spPr>
            <a:xfrm>
              <a:off x="1331976" y="297971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EF4F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8" name="Freeform 761">
              <a:extLst>
                <a:ext uri="{FF2B5EF4-FFF2-40B4-BE49-F238E27FC236}">
                  <a16:creationId xmlns:a16="http://schemas.microsoft.com/office/drawing/2014/main" id="{CEF7AADA-45DD-CF30-9C29-304222A842E1}"/>
                </a:ext>
              </a:extLst>
            </p:cNvPr>
            <p:cNvSpPr/>
            <p:nvPr/>
          </p:nvSpPr>
          <p:spPr>
            <a:xfrm>
              <a:off x="1331976" y="304310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3F7F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599" name="Freeform 762">
              <a:extLst>
                <a:ext uri="{FF2B5EF4-FFF2-40B4-BE49-F238E27FC236}">
                  <a16:creationId xmlns:a16="http://schemas.microsoft.com/office/drawing/2014/main" id="{5F3A12EA-7E2C-4A00-F1FE-08BBEE7103D8}"/>
                </a:ext>
              </a:extLst>
            </p:cNvPr>
            <p:cNvSpPr/>
            <p:nvPr/>
          </p:nvSpPr>
          <p:spPr>
            <a:xfrm>
              <a:off x="1331976" y="310637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EDEE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0" name="Freeform 763">
              <a:extLst>
                <a:ext uri="{FF2B5EF4-FFF2-40B4-BE49-F238E27FC236}">
                  <a16:creationId xmlns:a16="http://schemas.microsoft.com/office/drawing/2014/main" id="{58A08DCC-4E88-9860-FCC3-AD9FB889A157}"/>
                </a:ext>
              </a:extLst>
            </p:cNvPr>
            <p:cNvSpPr/>
            <p:nvPr/>
          </p:nvSpPr>
          <p:spPr>
            <a:xfrm>
              <a:off x="1331976" y="316964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CE7F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1" name="Freeform 764">
              <a:extLst>
                <a:ext uri="{FF2B5EF4-FFF2-40B4-BE49-F238E27FC236}">
                  <a16:creationId xmlns:a16="http://schemas.microsoft.com/office/drawing/2014/main" id="{A5B21332-06C2-9C92-F7BB-7437D96134DB}"/>
                </a:ext>
              </a:extLst>
            </p:cNvPr>
            <p:cNvSpPr/>
            <p:nvPr/>
          </p:nvSpPr>
          <p:spPr>
            <a:xfrm>
              <a:off x="1331976" y="323303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2E1E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2" name="Freeform 765">
              <a:extLst>
                <a:ext uri="{FF2B5EF4-FFF2-40B4-BE49-F238E27FC236}">
                  <a16:creationId xmlns:a16="http://schemas.microsoft.com/office/drawing/2014/main" id="{CAC0F262-89B4-1786-7282-4102E0FE2C6E}"/>
                </a:ext>
              </a:extLst>
            </p:cNvPr>
            <p:cNvSpPr/>
            <p:nvPr/>
          </p:nvSpPr>
          <p:spPr>
            <a:xfrm>
              <a:off x="1331976" y="329630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7E4F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3" name="Freeform 766">
              <a:extLst>
                <a:ext uri="{FF2B5EF4-FFF2-40B4-BE49-F238E27FC236}">
                  <a16:creationId xmlns:a16="http://schemas.microsoft.com/office/drawing/2014/main" id="{B65C842E-61A7-E1D6-5696-756CCCEDE299}"/>
                </a:ext>
              </a:extLst>
            </p:cNvPr>
            <p:cNvSpPr/>
            <p:nvPr/>
          </p:nvSpPr>
          <p:spPr>
            <a:xfrm>
              <a:off x="1331976" y="335970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2A6A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4" name="Freeform 767">
              <a:extLst>
                <a:ext uri="{FF2B5EF4-FFF2-40B4-BE49-F238E27FC236}">
                  <a16:creationId xmlns:a16="http://schemas.microsoft.com/office/drawing/2014/main" id="{15638319-92D7-B8A5-B86B-A08CE7214429}"/>
                </a:ext>
              </a:extLst>
            </p:cNvPr>
            <p:cNvSpPr/>
            <p:nvPr/>
          </p:nvSpPr>
          <p:spPr>
            <a:xfrm>
              <a:off x="1331976" y="342297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CFD0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5" name="Freeform 768">
              <a:extLst>
                <a:ext uri="{FF2B5EF4-FFF2-40B4-BE49-F238E27FC236}">
                  <a16:creationId xmlns:a16="http://schemas.microsoft.com/office/drawing/2014/main" id="{25640246-B1F1-D7CD-2A6E-06F7301FDBDD}"/>
                </a:ext>
              </a:extLst>
            </p:cNvPr>
            <p:cNvSpPr/>
            <p:nvPr/>
          </p:nvSpPr>
          <p:spPr>
            <a:xfrm>
              <a:off x="1331976" y="348623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BBD1E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6" name="Freeform 769">
              <a:extLst>
                <a:ext uri="{FF2B5EF4-FFF2-40B4-BE49-F238E27FC236}">
                  <a16:creationId xmlns:a16="http://schemas.microsoft.com/office/drawing/2014/main" id="{6C674AE4-36EA-8D69-3260-978261ACADDC}"/>
                </a:ext>
              </a:extLst>
            </p:cNvPr>
            <p:cNvSpPr/>
            <p:nvPr/>
          </p:nvSpPr>
          <p:spPr>
            <a:xfrm>
              <a:off x="1331976" y="354963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BBCD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7" name="Freeform 770">
              <a:extLst>
                <a:ext uri="{FF2B5EF4-FFF2-40B4-BE49-F238E27FC236}">
                  <a16:creationId xmlns:a16="http://schemas.microsoft.com/office/drawing/2014/main" id="{F8B83E3E-F961-FF61-0931-4F57D7722E3E}"/>
                </a:ext>
              </a:extLst>
            </p:cNvPr>
            <p:cNvSpPr/>
            <p:nvPr/>
          </p:nvSpPr>
          <p:spPr>
            <a:xfrm>
              <a:off x="1331976" y="361290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CFD0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8" name="Freeform 771">
              <a:extLst>
                <a:ext uri="{FF2B5EF4-FFF2-40B4-BE49-F238E27FC236}">
                  <a16:creationId xmlns:a16="http://schemas.microsoft.com/office/drawing/2014/main" id="{82D4169C-D9C8-B621-1E58-6AC68EF24DB4}"/>
                </a:ext>
              </a:extLst>
            </p:cNvPr>
            <p:cNvSpPr/>
            <p:nvPr/>
          </p:nvSpPr>
          <p:spPr>
            <a:xfrm>
              <a:off x="1331976" y="367617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D4D5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09" name="Freeform 772">
              <a:extLst>
                <a:ext uri="{FF2B5EF4-FFF2-40B4-BE49-F238E27FC236}">
                  <a16:creationId xmlns:a16="http://schemas.microsoft.com/office/drawing/2014/main" id="{226C77A3-3414-182F-27FA-B3DC93A9BA04}"/>
                </a:ext>
              </a:extLst>
            </p:cNvPr>
            <p:cNvSpPr/>
            <p:nvPr/>
          </p:nvSpPr>
          <p:spPr>
            <a:xfrm>
              <a:off x="1331976" y="373956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9D9DA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0" name="Freeform 773">
              <a:extLst>
                <a:ext uri="{FF2B5EF4-FFF2-40B4-BE49-F238E27FC236}">
                  <a16:creationId xmlns:a16="http://schemas.microsoft.com/office/drawing/2014/main" id="{07B8FCA6-3BA5-B406-ABCE-C350E20AC81D}"/>
                </a:ext>
              </a:extLst>
            </p:cNvPr>
            <p:cNvSpPr/>
            <p:nvPr/>
          </p:nvSpPr>
          <p:spPr>
            <a:xfrm>
              <a:off x="1331976" y="380283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ADED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1" name="Freeform 774">
              <a:extLst>
                <a:ext uri="{FF2B5EF4-FFF2-40B4-BE49-F238E27FC236}">
                  <a16:creationId xmlns:a16="http://schemas.microsoft.com/office/drawing/2014/main" id="{9B62B984-8BC6-692B-A339-6CC991BE1AA4}"/>
                </a:ext>
              </a:extLst>
            </p:cNvPr>
            <p:cNvSpPr/>
            <p:nvPr/>
          </p:nvSpPr>
          <p:spPr>
            <a:xfrm>
              <a:off x="1331976" y="386622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ADED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2" name="Freeform 775">
              <a:extLst>
                <a:ext uri="{FF2B5EF4-FFF2-40B4-BE49-F238E27FC236}">
                  <a16:creationId xmlns:a16="http://schemas.microsoft.com/office/drawing/2014/main" id="{DB193207-D74A-1CF8-A428-0D71BBDFF457}"/>
                </a:ext>
              </a:extLst>
            </p:cNvPr>
            <p:cNvSpPr/>
            <p:nvPr/>
          </p:nvSpPr>
          <p:spPr>
            <a:xfrm>
              <a:off x="1331976" y="392949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0EAF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3" name="Freeform 776">
              <a:extLst>
                <a:ext uri="{FF2B5EF4-FFF2-40B4-BE49-F238E27FC236}">
                  <a16:creationId xmlns:a16="http://schemas.microsoft.com/office/drawing/2014/main" id="{3A17736A-6D5E-5077-BD25-93CB06C0A94F}"/>
                </a:ext>
              </a:extLst>
            </p:cNvPr>
            <p:cNvSpPr/>
            <p:nvPr/>
          </p:nvSpPr>
          <p:spPr>
            <a:xfrm>
              <a:off x="1331976" y="399276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8FAF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4" name="Freeform 777">
              <a:extLst>
                <a:ext uri="{FF2B5EF4-FFF2-40B4-BE49-F238E27FC236}">
                  <a16:creationId xmlns:a16="http://schemas.microsoft.com/office/drawing/2014/main" id="{CAABEB40-8338-D323-27A8-8EDD57E60958}"/>
                </a:ext>
              </a:extLst>
            </p:cNvPr>
            <p:cNvSpPr/>
            <p:nvPr/>
          </p:nvSpPr>
          <p:spPr>
            <a:xfrm>
              <a:off x="1331976" y="405615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D838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5" name="Freeform 778">
              <a:extLst>
                <a:ext uri="{FF2B5EF4-FFF2-40B4-BE49-F238E27FC236}">
                  <a16:creationId xmlns:a16="http://schemas.microsoft.com/office/drawing/2014/main" id="{54BB13FB-AA43-6C01-5767-15FCC86BE488}"/>
                </a:ext>
              </a:extLst>
            </p:cNvPr>
            <p:cNvSpPr/>
            <p:nvPr/>
          </p:nvSpPr>
          <p:spPr>
            <a:xfrm>
              <a:off x="1331976" y="4119428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E888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6" name="Freeform 779">
              <a:extLst>
                <a:ext uri="{FF2B5EF4-FFF2-40B4-BE49-F238E27FC236}">
                  <a16:creationId xmlns:a16="http://schemas.microsoft.com/office/drawing/2014/main" id="{C4F05633-B476-2C03-0191-B0A396BB4C3B}"/>
                </a:ext>
              </a:extLst>
            </p:cNvPr>
            <p:cNvSpPr/>
            <p:nvPr/>
          </p:nvSpPr>
          <p:spPr>
            <a:xfrm>
              <a:off x="1331976" y="418269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4B5B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7" name="Freeform 780">
              <a:extLst>
                <a:ext uri="{FF2B5EF4-FFF2-40B4-BE49-F238E27FC236}">
                  <a16:creationId xmlns:a16="http://schemas.microsoft.com/office/drawing/2014/main" id="{3E00F10B-1B64-13D2-883C-0FF23C981C17}"/>
                </a:ext>
              </a:extLst>
            </p:cNvPr>
            <p:cNvSpPr/>
            <p:nvPr/>
          </p:nvSpPr>
          <p:spPr>
            <a:xfrm>
              <a:off x="1331976" y="424609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4B0B2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8" name="Freeform 781">
              <a:extLst>
                <a:ext uri="{FF2B5EF4-FFF2-40B4-BE49-F238E27FC236}">
                  <a16:creationId xmlns:a16="http://schemas.microsoft.com/office/drawing/2014/main" id="{16973AF0-E46A-9EC0-4CAF-291C4147B1D9}"/>
                </a:ext>
              </a:extLst>
            </p:cNvPr>
            <p:cNvSpPr/>
            <p:nvPr/>
          </p:nvSpPr>
          <p:spPr>
            <a:xfrm>
              <a:off x="1331976" y="430935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4B0B2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19" name="Freeform 782">
              <a:extLst>
                <a:ext uri="{FF2B5EF4-FFF2-40B4-BE49-F238E27FC236}">
                  <a16:creationId xmlns:a16="http://schemas.microsoft.com/office/drawing/2014/main" id="{0D449F02-AF23-C4AF-EC4D-68EABBFD2235}"/>
                </a:ext>
              </a:extLst>
            </p:cNvPr>
            <p:cNvSpPr/>
            <p:nvPr/>
          </p:nvSpPr>
          <p:spPr>
            <a:xfrm>
              <a:off x="1331976" y="437275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4B5B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0" name="Freeform 783">
              <a:extLst>
                <a:ext uri="{FF2B5EF4-FFF2-40B4-BE49-F238E27FC236}">
                  <a16:creationId xmlns:a16="http://schemas.microsoft.com/office/drawing/2014/main" id="{9CAD3E17-C950-3B1B-C71D-6A8D56BA15CE}"/>
                </a:ext>
              </a:extLst>
            </p:cNvPr>
            <p:cNvSpPr/>
            <p:nvPr/>
          </p:nvSpPr>
          <p:spPr>
            <a:xfrm>
              <a:off x="1331976" y="4436022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0979A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1" name="Freeform 784">
              <a:extLst>
                <a:ext uri="{FF2B5EF4-FFF2-40B4-BE49-F238E27FC236}">
                  <a16:creationId xmlns:a16="http://schemas.microsoft.com/office/drawing/2014/main" id="{C0E7ECED-04BD-8C21-3AB4-5D831AA16BB1}"/>
                </a:ext>
              </a:extLst>
            </p:cNvPr>
            <p:cNvSpPr/>
            <p:nvPr/>
          </p:nvSpPr>
          <p:spPr>
            <a:xfrm>
              <a:off x="1331976" y="449929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9C9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2" name="Freeform 785">
              <a:extLst>
                <a:ext uri="{FF2B5EF4-FFF2-40B4-BE49-F238E27FC236}">
                  <a16:creationId xmlns:a16="http://schemas.microsoft.com/office/drawing/2014/main" id="{24A1B94D-3969-9185-5B69-BC5B734A48A3}"/>
                </a:ext>
              </a:extLst>
            </p:cNvPr>
            <p:cNvSpPr/>
            <p:nvPr/>
          </p:nvSpPr>
          <p:spPr>
            <a:xfrm>
              <a:off x="1331976" y="4562685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2A6A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3" name="Freeform 786">
              <a:extLst>
                <a:ext uri="{FF2B5EF4-FFF2-40B4-BE49-F238E27FC236}">
                  <a16:creationId xmlns:a16="http://schemas.microsoft.com/office/drawing/2014/main" id="{CCA071BA-79B3-CB03-C8EA-56C4642BDCD2}"/>
                </a:ext>
              </a:extLst>
            </p:cNvPr>
            <p:cNvSpPr/>
            <p:nvPr/>
          </p:nvSpPr>
          <p:spPr>
            <a:xfrm>
              <a:off x="1331976" y="4625953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2A6A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4" name="Freeform 787">
              <a:extLst>
                <a:ext uri="{FF2B5EF4-FFF2-40B4-BE49-F238E27FC236}">
                  <a16:creationId xmlns:a16="http://schemas.microsoft.com/office/drawing/2014/main" id="{4E194627-002E-032F-61E7-3FC9FFBEEB15}"/>
                </a:ext>
              </a:extLst>
            </p:cNvPr>
            <p:cNvSpPr/>
            <p:nvPr/>
          </p:nvSpPr>
          <p:spPr>
            <a:xfrm>
              <a:off x="1331976" y="4689221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A1A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5" name="Freeform 788">
              <a:extLst>
                <a:ext uri="{FF2B5EF4-FFF2-40B4-BE49-F238E27FC236}">
                  <a16:creationId xmlns:a16="http://schemas.microsoft.com/office/drawing/2014/main" id="{AA844E32-F30E-8012-BCC9-0C0B73D95BEA}"/>
                </a:ext>
              </a:extLst>
            </p:cNvPr>
            <p:cNvSpPr/>
            <p:nvPr/>
          </p:nvSpPr>
          <p:spPr>
            <a:xfrm>
              <a:off x="1331976" y="475261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A1A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6" name="Freeform 789">
              <a:extLst>
                <a:ext uri="{FF2B5EF4-FFF2-40B4-BE49-F238E27FC236}">
                  <a16:creationId xmlns:a16="http://schemas.microsoft.com/office/drawing/2014/main" id="{7D89BADB-F4BB-DCB9-AD14-25E678FC028D}"/>
                </a:ext>
              </a:extLst>
            </p:cNvPr>
            <p:cNvSpPr/>
            <p:nvPr/>
          </p:nvSpPr>
          <p:spPr>
            <a:xfrm>
              <a:off x="1331976" y="4815884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7" name="Freeform 790">
              <a:extLst>
                <a:ext uri="{FF2B5EF4-FFF2-40B4-BE49-F238E27FC236}">
                  <a16:creationId xmlns:a16="http://schemas.microsoft.com/office/drawing/2014/main" id="{5E581005-3E61-631D-C651-6F9B93B2D9C4}"/>
                </a:ext>
              </a:extLst>
            </p:cNvPr>
            <p:cNvSpPr/>
            <p:nvPr/>
          </p:nvSpPr>
          <p:spPr>
            <a:xfrm>
              <a:off x="1331976" y="4879279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8" name="Freeform 791">
              <a:extLst>
                <a:ext uri="{FF2B5EF4-FFF2-40B4-BE49-F238E27FC236}">
                  <a16:creationId xmlns:a16="http://schemas.microsoft.com/office/drawing/2014/main" id="{4461C2F0-7B9A-6F86-BD86-70CEAD716E48}"/>
                </a:ext>
              </a:extLst>
            </p:cNvPr>
            <p:cNvSpPr/>
            <p:nvPr/>
          </p:nvSpPr>
          <p:spPr>
            <a:xfrm>
              <a:off x="1331976" y="4942547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C797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29" name="Freeform 792">
              <a:extLst>
                <a:ext uri="{FF2B5EF4-FFF2-40B4-BE49-F238E27FC236}">
                  <a16:creationId xmlns:a16="http://schemas.microsoft.com/office/drawing/2014/main" id="{81CFB491-553E-F9A8-F341-53484DA1DE50}"/>
                </a:ext>
              </a:extLst>
            </p:cNvPr>
            <p:cNvSpPr/>
            <p:nvPr/>
          </p:nvSpPr>
          <p:spPr>
            <a:xfrm>
              <a:off x="1331976" y="5005816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0" name="Freeform 793">
              <a:extLst>
                <a:ext uri="{FF2B5EF4-FFF2-40B4-BE49-F238E27FC236}">
                  <a16:creationId xmlns:a16="http://schemas.microsoft.com/office/drawing/2014/main" id="{CC6A5A6B-EFBB-2C00-7C69-795DDB8F0191}"/>
                </a:ext>
              </a:extLst>
            </p:cNvPr>
            <p:cNvSpPr/>
            <p:nvPr/>
          </p:nvSpPr>
          <p:spPr>
            <a:xfrm>
              <a:off x="1331976" y="5069210"/>
              <a:ext cx="1090676" cy="63268"/>
            </a:xfrm>
            <a:custGeom>
              <a:avLst/>
              <a:gdLst>
                <a:gd name="csX0" fmla="*/ 0 w 1090676"/>
                <a:gd name="csY0" fmla="*/ 0 h 63268"/>
                <a:gd name="csX1" fmla="*/ 1090676 w 1090676"/>
                <a:gd name="csY1" fmla="*/ 0 h 63268"/>
                <a:gd name="csX2" fmla="*/ 1090676 w 1090676"/>
                <a:gd name="csY2" fmla="*/ 63268 h 63268"/>
                <a:gd name="csX3" fmla="*/ 0 w 1090676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6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1" name="Freeform 794">
              <a:extLst>
                <a:ext uri="{FF2B5EF4-FFF2-40B4-BE49-F238E27FC236}">
                  <a16:creationId xmlns:a16="http://schemas.microsoft.com/office/drawing/2014/main" id="{73E46E63-A22C-BBAB-0CD8-524E8D661A6C}"/>
                </a:ext>
              </a:extLst>
            </p:cNvPr>
            <p:cNvSpPr/>
            <p:nvPr/>
          </p:nvSpPr>
          <p:spPr>
            <a:xfrm>
              <a:off x="2422779" y="234652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9C9F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2" name="Freeform 795">
              <a:extLst>
                <a:ext uri="{FF2B5EF4-FFF2-40B4-BE49-F238E27FC236}">
                  <a16:creationId xmlns:a16="http://schemas.microsoft.com/office/drawing/2014/main" id="{552C1306-7A0F-9EFA-2CBA-C6860B24D0D0}"/>
                </a:ext>
              </a:extLst>
            </p:cNvPr>
            <p:cNvSpPr/>
            <p:nvPr/>
          </p:nvSpPr>
          <p:spPr>
            <a:xfrm>
              <a:off x="2422779" y="240991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3" name="Freeform 796">
              <a:extLst>
                <a:ext uri="{FF2B5EF4-FFF2-40B4-BE49-F238E27FC236}">
                  <a16:creationId xmlns:a16="http://schemas.microsoft.com/office/drawing/2014/main" id="{B03A02CC-DB38-600E-B31B-74FE7E08254A}"/>
                </a:ext>
              </a:extLst>
            </p:cNvPr>
            <p:cNvSpPr/>
            <p:nvPr/>
          </p:nvSpPr>
          <p:spPr>
            <a:xfrm>
              <a:off x="2422779" y="2473188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C797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4" name="Freeform 797">
              <a:extLst>
                <a:ext uri="{FF2B5EF4-FFF2-40B4-BE49-F238E27FC236}">
                  <a16:creationId xmlns:a16="http://schemas.microsoft.com/office/drawing/2014/main" id="{D1469E59-CB57-66C2-FCEA-195A77338DBD}"/>
                </a:ext>
              </a:extLst>
            </p:cNvPr>
            <p:cNvSpPr/>
            <p:nvPr/>
          </p:nvSpPr>
          <p:spPr>
            <a:xfrm>
              <a:off x="2422779" y="2536583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5" name="Freeform 798">
              <a:extLst>
                <a:ext uri="{FF2B5EF4-FFF2-40B4-BE49-F238E27FC236}">
                  <a16:creationId xmlns:a16="http://schemas.microsoft.com/office/drawing/2014/main" id="{B245E7FF-C116-0DDF-F513-20973FB3B407}"/>
                </a:ext>
              </a:extLst>
            </p:cNvPr>
            <p:cNvSpPr/>
            <p:nvPr/>
          </p:nvSpPr>
          <p:spPr>
            <a:xfrm>
              <a:off x="2422779" y="2599851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6" name="Freeform 799">
              <a:extLst>
                <a:ext uri="{FF2B5EF4-FFF2-40B4-BE49-F238E27FC236}">
                  <a16:creationId xmlns:a16="http://schemas.microsoft.com/office/drawing/2014/main" id="{F6132A3B-4FD7-A6F9-BC5D-D7B1A650A0BA}"/>
                </a:ext>
              </a:extLst>
            </p:cNvPr>
            <p:cNvSpPr/>
            <p:nvPr/>
          </p:nvSpPr>
          <p:spPr>
            <a:xfrm>
              <a:off x="2422779" y="266311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7" name="Freeform 800">
              <a:extLst>
                <a:ext uri="{FF2B5EF4-FFF2-40B4-BE49-F238E27FC236}">
                  <a16:creationId xmlns:a16="http://schemas.microsoft.com/office/drawing/2014/main" id="{E5769BCD-D981-25EB-7900-6B73F8D4EEC7}"/>
                </a:ext>
              </a:extLst>
            </p:cNvPr>
            <p:cNvSpPr/>
            <p:nvPr/>
          </p:nvSpPr>
          <p:spPr>
            <a:xfrm>
              <a:off x="2422779" y="2726514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8" name="Freeform 801">
              <a:extLst>
                <a:ext uri="{FF2B5EF4-FFF2-40B4-BE49-F238E27FC236}">
                  <a16:creationId xmlns:a16="http://schemas.microsoft.com/office/drawing/2014/main" id="{B9307235-C3D5-C74A-73ED-E749EA4FF38E}"/>
                </a:ext>
              </a:extLst>
            </p:cNvPr>
            <p:cNvSpPr/>
            <p:nvPr/>
          </p:nvSpPr>
          <p:spPr>
            <a:xfrm>
              <a:off x="2422779" y="2789782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39" name="Freeform 802">
              <a:extLst>
                <a:ext uri="{FF2B5EF4-FFF2-40B4-BE49-F238E27FC236}">
                  <a16:creationId xmlns:a16="http://schemas.microsoft.com/office/drawing/2014/main" id="{2529C293-8C67-07DE-D693-E755F13F2210}"/>
                </a:ext>
              </a:extLst>
            </p:cNvPr>
            <p:cNvSpPr/>
            <p:nvPr/>
          </p:nvSpPr>
          <p:spPr>
            <a:xfrm>
              <a:off x="2422779" y="2853050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0" name="Freeform 803">
              <a:extLst>
                <a:ext uri="{FF2B5EF4-FFF2-40B4-BE49-F238E27FC236}">
                  <a16:creationId xmlns:a16="http://schemas.microsoft.com/office/drawing/2014/main" id="{8C3055DF-CF91-2422-BAF8-BF12FEB12775}"/>
                </a:ext>
              </a:extLst>
            </p:cNvPr>
            <p:cNvSpPr/>
            <p:nvPr/>
          </p:nvSpPr>
          <p:spPr>
            <a:xfrm>
              <a:off x="2422779" y="291644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1" name="Freeform 804">
              <a:extLst>
                <a:ext uri="{FF2B5EF4-FFF2-40B4-BE49-F238E27FC236}">
                  <a16:creationId xmlns:a16="http://schemas.microsoft.com/office/drawing/2014/main" id="{7B1F5492-8055-2B3E-9E91-EC6ADDD69E70}"/>
                </a:ext>
              </a:extLst>
            </p:cNvPr>
            <p:cNvSpPr/>
            <p:nvPr/>
          </p:nvSpPr>
          <p:spPr>
            <a:xfrm>
              <a:off x="2422779" y="2979713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C797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2" name="Freeform 805">
              <a:extLst>
                <a:ext uri="{FF2B5EF4-FFF2-40B4-BE49-F238E27FC236}">
                  <a16:creationId xmlns:a16="http://schemas.microsoft.com/office/drawing/2014/main" id="{99398F2E-89C9-31DD-0FDD-158D9B5E6E83}"/>
                </a:ext>
              </a:extLst>
            </p:cNvPr>
            <p:cNvSpPr/>
            <p:nvPr/>
          </p:nvSpPr>
          <p:spPr>
            <a:xfrm>
              <a:off x="2422779" y="3043108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C7E8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3" name="Freeform 806">
              <a:extLst>
                <a:ext uri="{FF2B5EF4-FFF2-40B4-BE49-F238E27FC236}">
                  <a16:creationId xmlns:a16="http://schemas.microsoft.com/office/drawing/2014/main" id="{6190703E-754D-F6C6-EB0B-AAD35384A33A}"/>
                </a:ext>
              </a:extLst>
            </p:cNvPr>
            <p:cNvSpPr/>
            <p:nvPr/>
          </p:nvSpPr>
          <p:spPr>
            <a:xfrm>
              <a:off x="2422779" y="3106376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4" name="Freeform 807">
              <a:extLst>
                <a:ext uri="{FF2B5EF4-FFF2-40B4-BE49-F238E27FC236}">
                  <a16:creationId xmlns:a16="http://schemas.microsoft.com/office/drawing/2014/main" id="{D9EDCA9F-B6FE-17CD-8846-911647B87556}"/>
                </a:ext>
              </a:extLst>
            </p:cNvPr>
            <p:cNvSpPr/>
            <p:nvPr/>
          </p:nvSpPr>
          <p:spPr>
            <a:xfrm>
              <a:off x="2422779" y="316964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B7478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5" name="Freeform 808">
              <a:extLst>
                <a:ext uri="{FF2B5EF4-FFF2-40B4-BE49-F238E27FC236}">
                  <a16:creationId xmlns:a16="http://schemas.microsoft.com/office/drawing/2014/main" id="{7B2F1202-CCAC-27C6-2531-CFA5822F940D}"/>
                </a:ext>
              </a:extLst>
            </p:cNvPr>
            <p:cNvSpPr/>
            <p:nvPr/>
          </p:nvSpPr>
          <p:spPr>
            <a:xfrm>
              <a:off x="2422779" y="323303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6" name="Freeform 809">
              <a:extLst>
                <a:ext uri="{FF2B5EF4-FFF2-40B4-BE49-F238E27FC236}">
                  <a16:creationId xmlns:a16="http://schemas.microsoft.com/office/drawing/2014/main" id="{9B91C0EF-6910-E951-1768-028BF23EDFDA}"/>
                </a:ext>
              </a:extLst>
            </p:cNvPr>
            <p:cNvSpPr/>
            <p:nvPr/>
          </p:nvSpPr>
          <p:spPr>
            <a:xfrm>
              <a:off x="2422779" y="3296308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A6F7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7" name="Freeform 810">
              <a:extLst>
                <a:ext uri="{FF2B5EF4-FFF2-40B4-BE49-F238E27FC236}">
                  <a16:creationId xmlns:a16="http://schemas.microsoft.com/office/drawing/2014/main" id="{FA648BD4-24B2-B154-2049-D3532E581ABF}"/>
                </a:ext>
              </a:extLst>
            </p:cNvPr>
            <p:cNvSpPr/>
            <p:nvPr/>
          </p:nvSpPr>
          <p:spPr>
            <a:xfrm>
              <a:off x="2422779" y="3359702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7C9C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8" name="Freeform 811">
              <a:extLst>
                <a:ext uri="{FF2B5EF4-FFF2-40B4-BE49-F238E27FC236}">
                  <a16:creationId xmlns:a16="http://schemas.microsoft.com/office/drawing/2014/main" id="{9E5BE130-3152-86C2-2BFA-C441425C2E7D}"/>
                </a:ext>
              </a:extLst>
            </p:cNvPr>
            <p:cNvSpPr/>
            <p:nvPr/>
          </p:nvSpPr>
          <p:spPr>
            <a:xfrm>
              <a:off x="2422779" y="3422971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F1A1A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49" name="Freeform 812">
              <a:extLst>
                <a:ext uri="{FF2B5EF4-FFF2-40B4-BE49-F238E27FC236}">
                  <a16:creationId xmlns:a16="http://schemas.microsoft.com/office/drawing/2014/main" id="{747A5528-80A4-E167-B8D3-C1B8404EFDB9}"/>
                </a:ext>
              </a:extLst>
            </p:cNvPr>
            <p:cNvSpPr/>
            <p:nvPr/>
          </p:nvSpPr>
          <p:spPr>
            <a:xfrm>
              <a:off x="2422779" y="348623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C0D5E9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0" name="Freeform 813">
              <a:extLst>
                <a:ext uri="{FF2B5EF4-FFF2-40B4-BE49-F238E27FC236}">
                  <a16:creationId xmlns:a16="http://schemas.microsoft.com/office/drawing/2014/main" id="{6E33FA09-DE29-020D-4BD4-F918490B6B80}"/>
                </a:ext>
              </a:extLst>
            </p:cNvPr>
            <p:cNvSpPr/>
            <p:nvPr/>
          </p:nvSpPr>
          <p:spPr>
            <a:xfrm>
              <a:off x="2422779" y="3549634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E0EAF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1" name="Freeform 814">
              <a:extLst>
                <a:ext uri="{FF2B5EF4-FFF2-40B4-BE49-F238E27FC236}">
                  <a16:creationId xmlns:a16="http://schemas.microsoft.com/office/drawing/2014/main" id="{B0C7DDE0-4161-FDE7-33B8-B729BA8715DE}"/>
                </a:ext>
              </a:extLst>
            </p:cNvPr>
            <p:cNvSpPr/>
            <p:nvPr/>
          </p:nvSpPr>
          <p:spPr>
            <a:xfrm>
              <a:off x="2422779" y="3612902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2" name="Freeform 815">
              <a:extLst>
                <a:ext uri="{FF2B5EF4-FFF2-40B4-BE49-F238E27FC236}">
                  <a16:creationId xmlns:a16="http://schemas.microsoft.com/office/drawing/2014/main" id="{D41082BE-C1E7-DF64-4A41-69A1B56004F1}"/>
                </a:ext>
              </a:extLst>
            </p:cNvPr>
            <p:cNvSpPr/>
            <p:nvPr/>
          </p:nvSpPr>
          <p:spPr>
            <a:xfrm>
              <a:off x="2422779" y="3676170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3" name="Freeform 816">
              <a:extLst>
                <a:ext uri="{FF2B5EF4-FFF2-40B4-BE49-F238E27FC236}">
                  <a16:creationId xmlns:a16="http://schemas.microsoft.com/office/drawing/2014/main" id="{6BF28B50-78FA-3727-8600-C8145F0A0E6E}"/>
                </a:ext>
              </a:extLst>
            </p:cNvPr>
            <p:cNvSpPr/>
            <p:nvPr/>
          </p:nvSpPr>
          <p:spPr>
            <a:xfrm>
              <a:off x="2422779" y="373956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FA9D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4" name="Freeform 817">
              <a:extLst>
                <a:ext uri="{FF2B5EF4-FFF2-40B4-BE49-F238E27FC236}">
                  <a16:creationId xmlns:a16="http://schemas.microsoft.com/office/drawing/2014/main" id="{B9E3E315-BE2B-038F-F1D9-9CBCF9CF89F1}"/>
                </a:ext>
              </a:extLst>
            </p:cNvPr>
            <p:cNvSpPr/>
            <p:nvPr/>
          </p:nvSpPr>
          <p:spPr>
            <a:xfrm>
              <a:off x="2422779" y="3802833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FA9D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5" name="Freeform 818">
              <a:extLst>
                <a:ext uri="{FF2B5EF4-FFF2-40B4-BE49-F238E27FC236}">
                  <a16:creationId xmlns:a16="http://schemas.microsoft.com/office/drawing/2014/main" id="{C48B290C-9CF4-5B13-7F11-0ECC872B77DB}"/>
                </a:ext>
              </a:extLst>
            </p:cNvPr>
            <p:cNvSpPr/>
            <p:nvPr/>
          </p:nvSpPr>
          <p:spPr>
            <a:xfrm>
              <a:off x="2422779" y="3866228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FA9D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6" name="Freeform 819">
              <a:extLst>
                <a:ext uri="{FF2B5EF4-FFF2-40B4-BE49-F238E27FC236}">
                  <a16:creationId xmlns:a16="http://schemas.microsoft.com/office/drawing/2014/main" id="{3E016134-94E4-E257-AD49-C892C1CE9FF0}"/>
                </a:ext>
              </a:extLst>
            </p:cNvPr>
            <p:cNvSpPr/>
            <p:nvPr/>
          </p:nvSpPr>
          <p:spPr>
            <a:xfrm>
              <a:off x="2422779" y="3929496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FBFD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7" name="Freeform 820">
              <a:extLst>
                <a:ext uri="{FF2B5EF4-FFF2-40B4-BE49-F238E27FC236}">
                  <a16:creationId xmlns:a16="http://schemas.microsoft.com/office/drawing/2014/main" id="{F65C3CB7-150E-1723-CAE7-660E2933303F}"/>
                </a:ext>
              </a:extLst>
            </p:cNvPr>
            <p:cNvSpPr/>
            <p:nvPr/>
          </p:nvSpPr>
          <p:spPr>
            <a:xfrm>
              <a:off x="2422779" y="399276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8DB2D7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8" name="Freeform 821">
              <a:extLst>
                <a:ext uri="{FF2B5EF4-FFF2-40B4-BE49-F238E27FC236}">
                  <a16:creationId xmlns:a16="http://schemas.microsoft.com/office/drawing/2014/main" id="{E3F95F90-D0AA-1988-E18B-1509A0F7FF5A}"/>
                </a:ext>
              </a:extLst>
            </p:cNvPr>
            <p:cNvSpPr/>
            <p:nvPr/>
          </p:nvSpPr>
          <p:spPr>
            <a:xfrm>
              <a:off x="2422779" y="405615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88AFD6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59" name="Freeform 822">
              <a:extLst>
                <a:ext uri="{FF2B5EF4-FFF2-40B4-BE49-F238E27FC236}">
                  <a16:creationId xmlns:a16="http://schemas.microsoft.com/office/drawing/2014/main" id="{F62E7EC6-F585-4548-C023-E4FACC218F2A}"/>
                </a:ext>
              </a:extLst>
            </p:cNvPr>
            <p:cNvSpPr/>
            <p:nvPr/>
          </p:nvSpPr>
          <p:spPr>
            <a:xfrm>
              <a:off x="2422779" y="4119428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83ACD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0" name="Freeform 823">
              <a:extLst>
                <a:ext uri="{FF2B5EF4-FFF2-40B4-BE49-F238E27FC236}">
                  <a16:creationId xmlns:a16="http://schemas.microsoft.com/office/drawing/2014/main" id="{48743149-2863-B767-7C7D-3BB7BE8440AC}"/>
                </a:ext>
              </a:extLst>
            </p:cNvPr>
            <p:cNvSpPr/>
            <p:nvPr/>
          </p:nvSpPr>
          <p:spPr>
            <a:xfrm>
              <a:off x="2422779" y="4182696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1" name="Freeform 824">
              <a:extLst>
                <a:ext uri="{FF2B5EF4-FFF2-40B4-BE49-F238E27FC236}">
                  <a16:creationId xmlns:a16="http://schemas.microsoft.com/office/drawing/2014/main" id="{1F8DB131-0114-9F0D-21B4-E53D6A0C8046}"/>
                </a:ext>
              </a:extLst>
            </p:cNvPr>
            <p:cNvSpPr/>
            <p:nvPr/>
          </p:nvSpPr>
          <p:spPr>
            <a:xfrm>
              <a:off x="2422779" y="4246091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2" name="Freeform 825">
              <a:extLst>
                <a:ext uri="{FF2B5EF4-FFF2-40B4-BE49-F238E27FC236}">
                  <a16:creationId xmlns:a16="http://schemas.microsoft.com/office/drawing/2014/main" id="{D8AAAA38-E396-2F27-A2F4-5F125066CAF6}"/>
                </a:ext>
              </a:extLst>
            </p:cNvPr>
            <p:cNvSpPr/>
            <p:nvPr/>
          </p:nvSpPr>
          <p:spPr>
            <a:xfrm>
              <a:off x="2422779" y="430935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3" name="Freeform 826">
              <a:extLst>
                <a:ext uri="{FF2B5EF4-FFF2-40B4-BE49-F238E27FC236}">
                  <a16:creationId xmlns:a16="http://schemas.microsoft.com/office/drawing/2014/main" id="{836FC634-52B4-3292-7226-BD6A40657A7B}"/>
                </a:ext>
              </a:extLst>
            </p:cNvPr>
            <p:cNvSpPr/>
            <p:nvPr/>
          </p:nvSpPr>
          <p:spPr>
            <a:xfrm>
              <a:off x="2422779" y="4372754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4" name="Freeform 827">
              <a:extLst>
                <a:ext uri="{FF2B5EF4-FFF2-40B4-BE49-F238E27FC236}">
                  <a16:creationId xmlns:a16="http://schemas.microsoft.com/office/drawing/2014/main" id="{0986EE04-C4B6-FA83-9F86-268208A39617}"/>
                </a:ext>
              </a:extLst>
            </p:cNvPr>
            <p:cNvSpPr/>
            <p:nvPr/>
          </p:nvSpPr>
          <p:spPr>
            <a:xfrm>
              <a:off x="2422779" y="4436022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FA9D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5" name="Freeform 828">
              <a:extLst>
                <a:ext uri="{FF2B5EF4-FFF2-40B4-BE49-F238E27FC236}">
                  <a16:creationId xmlns:a16="http://schemas.microsoft.com/office/drawing/2014/main" id="{4EEEB217-5626-E2CA-676F-F96979B0863C}"/>
                </a:ext>
              </a:extLst>
            </p:cNvPr>
            <p:cNvSpPr/>
            <p:nvPr/>
          </p:nvSpPr>
          <p:spPr>
            <a:xfrm>
              <a:off x="2422779" y="4499290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6" name="Freeform 829">
              <a:extLst>
                <a:ext uri="{FF2B5EF4-FFF2-40B4-BE49-F238E27FC236}">
                  <a16:creationId xmlns:a16="http://schemas.microsoft.com/office/drawing/2014/main" id="{1BF3E558-430B-DB6B-0F5D-3C5B65792627}"/>
                </a:ext>
              </a:extLst>
            </p:cNvPr>
            <p:cNvSpPr/>
            <p:nvPr/>
          </p:nvSpPr>
          <p:spPr>
            <a:xfrm>
              <a:off x="2422779" y="4562685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7" name="Freeform 830">
              <a:extLst>
                <a:ext uri="{FF2B5EF4-FFF2-40B4-BE49-F238E27FC236}">
                  <a16:creationId xmlns:a16="http://schemas.microsoft.com/office/drawing/2014/main" id="{1CE5EF24-5D19-8FE0-D4EC-653A719E65CD}"/>
                </a:ext>
              </a:extLst>
            </p:cNvPr>
            <p:cNvSpPr/>
            <p:nvPr/>
          </p:nvSpPr>
          <p:spPr>
            <a:xfrm>
              <a:off x="2422779" y="4625953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8" name="Freeform 831">
              <a:extLst>
                <a:ext uri="{FF2B5EF4-FFF2-40B4-BE49-F238E27FC236}">
                  <a16:creationId xmlns:a16="http://schemas.microsoft.com/office/drawing/2014/main" id="{A971C852-A5CD-5AFC-CD52-D02511EC07A6}"/>
                </a:ext>
              </a:extLst>
            </p:cNvPr>
            <p:cNvSpPr/>
            <p:nvPr/>
          </p:nvSpPr>
          <p:spPr>
            <a:xfrm>
              <a:off x="2422779" y="4689221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69" name="Freeform 832">
              <a:extLst>
                <a:ext uri="{FF2B5EF4-FFF2-40B4-BE49-F238E27FC236}">
                  <a16:creationId xmlns:a16="http://schemas.microsoft.com/office/drawing/2014/main" id="{A61AB9A6-DF4E-C4A7-F228-61D1A810FDE5}"/>
                </a:ext>
              </a:extLst>
            </p:cNvPr>
            <p:cNvSpPr/>
            <p:nvPr/>
          </p:nvSpPr>
          <p:spPr>
            <a:xfrm>
              <a:off x="2422779" y="4752616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7AA6D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70" name="Freeform 833">
              <a:extLst>
                <a:ext uri="{FF2B5EF4-FFF2-40B4-BE49-F238E27FC236}">
                  <a16:creationId xmlns:a16="http://schemas.microsoft.com/office/drawing/2014/main" id="{3ADCC5AD-AC13-89CE-E328-4A702090B7A0}"/>
                </a:ext>
              </a:extLst>
            </p:cNvPr>
            <p:cNvSpPr/>
            <p:nvPr/>
          </p:nvSpPr>
          <p:spPr>
            <a:xfrm>
              <a:off x="2422779" y="4815884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DCE7F3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71" name="Freeform 834">
              <a:extLst>
                <a:ext uri="{FF2B5EF4-FFF2-40B4-BE49-F238E27FC236}">
                  <a16:creationId xmlns:a16="http://schemas.microsoft.com/office/drawing/2014/main" id="{C92D725A-AC10-74BE-CDD3-6AD22F4DAF31}"/>
                </a:ext>
              </a:extLst>
            </p:cNvPr>
            <p:cNvSpPr/>
            <p:nvPr/>
          </p:nvSpPr>
          <p:spPr>
            <a:xfrm>
              <a:off x="2422779" y="4879279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B2CBE4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72" name="Freeform 835">
              <a:extLst>
                <a:ext uri="{FF2B5EF4-FFF2-40B4-BE49-F238E27FC236}">
                  <a16:creationId xmlns:a16="http://schemas.microsoft.com/office/drawing/2014/main" id="{212FD5FB-A461-B44C-5390-0EEFFA65F5BB}"/>
                </a:ext>
              </a:extLst>
            </p:cNvPr>
            <p:cNvSpPr/>
            <p:nvPr/>
          </p:nvSpPr>
          <p:spPr>
            <a:xfrm>
              <a:off x="2422779" y="4942547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6B9DB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73" name="Freeform 836">
              <a:extLst>
                <a:ext uri="{FF2B5EF4-FFF2-40B4-BE49-F238E27FC236}">
                  <a16:creationId xmlns:a16="http://schemas.microsoft.com/office/drawing/2014/main" id="{F67A3252-0444-ACF9-9C01-6D0AC0A3D9C6}"/>
                </a:ext>
              </a:extLst>
            </p:cNvPr>
            <p:cNvSpPr/>
            <p:nvPr/>
          </p:nvSpPr>
          <p:spPr>
            <a:xfrm>
              <a:off x="2422779" y="5005816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FBFD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674" name="Freeform 837">
              <a:extLst>
                <a:ext uri="{FF2B5EF4-FFF2-40B4-BE49-F238E27FC236}">
                  <a16:creationId xmlns:a16="http://schemas.microsoft.com/office/drawing/2014/main" id="{2E7DDE26-2AB2-38A1-E642-6EBD88E36B07}"/>
                </a:ext>
              </a:extLst>
            </p:cNvPr>
            <p:cNvSpPr/>
            <p:nvPr/>
          </p:nvSpPr>
          <p:spPr>
            <a:xfrm>
              <a:off x="2422779" y="5069210"/>
              <a:ext cx="1090675" cy="63268"/>
            </a:xfrm>
            <a:custGeom>
              <a:avLst/>
              <a:gdLst>
                <a:gd name="csX0" fmla="*/ 0 w 1090675"/>
                <a:gd name="csY0" fmla="*/ 0 h 63268"/>
                <a:gd name="csX1" fmla="*/ 1090676 w 1090675"/>
                <a:gd name="csY1" fmla="*/ 0 h 63268"/>
                <a:gd name="csX2" fmla="*/ 1090676 w 1090675"/>
                <a:gd name="csY2" fmla="*/ 63268 h 63268"/>
                <a:gd name="csX3" fmla="*/ 0 w 1090675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90675" h="63268">
                  <a:moveTo>
                    <a:pt x="0" y="0"/>
                  </a:moveTo>
                  <a:lnTo>
                    <a:pt x="1090676" y="0"/>
                  </a:lnTo>
                  <a:lnTo>
                    <a:pt x="1090676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rgbClr val="9BBCDC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</p:grpSp>
      <p:grpSp>
        <p:nvGrpSpPr>
          <p:cNvPr id="1675" name="Group 1674">
            <a:extLst>
              <a:ext uri="{FF2B5EF4-FFF2-40B4-BE49-F238E27FC236}">
                <a16:creationId xmlns:a16="http://schemas.microsoft.com/office/drawing/2014/main" id="{D0F27883-5012-2871-2FAA-E7D2562AD2F5}"/>
              </a:ext>
            </a:extLst>
          </p:cNvPr>
          <p:cNvGrpSpPr/>
          <p:nvPr/>
        </p:nvGrpSpPr>
        <p:grpSpPr>
          <a:xfrm rot="5400000" flipH="1">
            <a:off x="1659601" y="604694"/>
            <a:ext cx="676021" cy="266872"/>
            <a:chOff x="621783" y="5032954"/>
            <a:chExt cx="2462542" cy="282432"/>
          </a:xfrm>
        </p:grpSpPr>
        <p:sp>
          <p:nvSpPr>
            <p:cNvPr id="1676" name="TextBox 1675">
              <a:extLst>
                <a:ext uri="{FF2B5EF4-FFF2-40B4-BE49-F238E27FC236}">
                  <a16:creationId xmlns:a16="http://schemas.microsoft.com/office/drawing/2014/main" id="{079527E1-430B-8313-B948-01C4C5E40D42}"/>
                </a:ext>
              </a:extLst>
            </p:cNvPr>
            <p:cNvSpPr txBox="1"/>
            <p:nvPr/>
          </p:nvSpPr>
          <p:spPr>
            <a:xfrm>
              <a:off x="621783" y="5032954"/>
              <a:ext cx="827538" cy="2824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34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</a:t>
              </a:r>
            </a:p>
          </p:txBody>
        </p:sp>
        <p:sp>
          <p:nvSpPr>
            <p:cNvPr id="1677" name="TextBox 1676">
              <a:extLst>
                <a:ext uri="{FF2B5EF4-FFF2-40B4-BE49-F238E27FC236}">
                  <a16:creationId xmlns:a16="http://schemas.microsoft.com/office/drawing/2014/main" id="{B35C44DD-7AB2-3F96-6421-555DD243897E}"/>
                </a:ext>
              </a:extLst>
            </p:cNvPr>
            <p:cNvSpPr txBox="1"/>
            <p:nvPr/>
          </p:nvSpPr>
          <p:spPr>
            <a:xfrm>
              <a:off x="1572432" y="5032958"/>
              <a:ext cx="606805" cy="2824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3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</a:t>
              </a:r>
            </a:p>
          </p:txBody>
        </p:sp>
        <p:sp>
          <p:nvSpPr>
            <p:cNvPr id="1678" name="TextBox 1677">
              <a:extLst>
                <a:ext uri="{FF2B5EF4-FFF2-40B4-BE49-F238E27FC236}">
                  <a16:creationId xmlns:a16="http://schemas.microsoft.com/office/drawing/2014/main" id="{EAE6BAA9-E02B-3536-0C77-005879F38CDE}"/>
                </a:ext>
              </a:extLst>
            </p:cNvPr>
            <p:cNvSpPr txBox="1"/>
            <p:nvPr/>
          </p:nvSpPr>
          <p:spPr>
            <a:xfrm>
              <a:off x="2347676" y="5032958"/>
              <a:ext cx="736649" cy="2824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3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</a:t>
              </a:r>
            </a:p>
          </p:txBody>
        </p:sp>
      </p:grpSp>
      <p:grpSp>
        <p:nvGrpSpPr>
          <p:cNvPr id="1679" name="Group 1678">
            <a:extLst>
              <a:ext uri="{FF2B5EF4-FFF2-40B4-BE49-F238E27FC236}">
                <a16:creationId xmlns:a16="http://schemas.microsoft.com/office/drawing/2014/main" id="{BB474756-C169-9F41-FBBC-6B07EB634554}"/>
              </a:ext>
            </a:extLst>
          </p:cNvPr>
          <p:cNvGrpSpPr/>
          <p:nvPr/>
        </p:nvGrpSpPr>
        <p:grpSpPr>
          <a:xfrm>
            <a:off x="2040738" y="1153081"/>
            <a:ext cx="4465124" cy="957313"/>
            <a:chOff x="567251" y="3296137"/>
            <a:chExt cx="4469375" cy="957313"/>
          </a:xfrm>
        </p:grpSpPr>
        <p:sp>
          <p:nvSpPr>
            <p:cNvPr id="1680" name="TextBox 1679">
              <a:extLst>
                <a:ext uri="{FF2B5EF4-FFF2-40B4-BE49-F238E27FC236}">
                  <a16:creationId xmlns:a16="http://schemas.microsoft.com/office/drawing/2014/main" id="{E579AE45-C80C-1D35-AB83-56546DD6579F}"/>
                </a:ext>
              </a:extLst>
            </p:cNvPr>
            <p:cNvSpPr txBox="1"/>
            <p:nvPr/>
          </p:nvSpPr>
          <p:spPr>
            <a:xfrm rot="16200000">
              <a:off x="349242" y="3514146"/>
              <a:ext cx="659155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cyp19a1b</a:t>
              </a:r>
            </a:p>
          </p:txBody>
        </p:sp>
        <p:sp>
          <p:nvSpPr>
            <p:cNvPr id="1681" name="TextBox 1680">
              <a:extLst>
                <a:ext uri="{FF2B5EF4-FFF2-40B4-BE49-F238E27FC236}">
                  <a16:creationId xmlns:a16="http://schemas.microsoft.com/office/drawing/2014/main" id="{35EF1005-1765-CBEB-D05A-9FEF65E06C86}"/>
                </a:ext>
              </a:extLst>
            </p:cNvPr>
            <p:cNvSpPr txBox="1"/>
            <p:nvPr/>
          </p:nvSpPr>
          <p:spPr>
            <a:xfrm rot="16200000">
              <a:off x="466548" y="3495711"/>
              <a:ext cx="62228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nlrc3-like</a:t>
              </a:r>
            </a:p>
          </p:txBody>
        </p:sp>
        <p:sp>
          <p:nvSpPr>
            <p:cNvPr id="1682" name="TextBox 1681">
              <a:extLst>
                <a:ext uri="{FF2B5EF4-FFF2-40B4-BE49-F238E27FC236}">
                  <a16:creationId xmlns:a16="http://schemas.microsoft.com/office/drawing/2014/main" id="{DDF98B36-3DDC-4641-9EDD-7FBD307B6C6D}"/>
                </a:ext>
              </a:extLst>
            </p:cNvPr>
            <p:cNvSpPr txBox="1"/>
            <p:nvPr/>
          </p:nvSpPr>
          <p:spPr>
            <a:xfrm rot="16200000">
              <a:off x="595682" y="3465254"/>
              <a:ext cx="56137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mical2b</a:t>
              </a:r>
            </a:p>
          </p:txBody>
        </p:sp>
        <p:sp>
          <p:nvSpPr>
            <p:cNvPr id="1683" name="TextBox 1682">
              <a:extLst>
                <a:ext uri="{FF2B5EF4-FFF2-40B4-BE49-F238E27FC236}">
                  <a16:creationId xmlns:a16="http://schemas.microsoft.com/office/drawing/2014/main" id="{2D7A4D8E-ED1D-123F-F9D2-6A46DECC3A0E}"/>
                </a:ext>
              </a:extLst>
            </p:cNvPr>
            <p:cNvSpPr txBox="1"/>
            <p:nvPr/>
          </p:nvSpPr>
          <p:spPr>
            <a:xfrm rot="16200000">
              <a:off x="645467" y="3514146"/>
              <a:ext cx="659155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lrrc49-like</a:t>
              </a:r>
            </a:p>
          </p:txBody>
        </p:sp>
        <p:sp>
          <p:nvSpPr>
            <p:cNvPr id="1684" name="TextBox 1683">
              <a:extLst>
                <a:ext uri="{FF2B5EF4-FFF2-40B4-BE49-F238E27FC236}">
                  <a16:creationId xmlns:a16="http://schemas.microsoft.com/office/drawing/2014/main" id="{86FE079F-47D0-39B8-6CFC-79ECFA97A87D}"/>
                </a:ext>
              </a:extLst>
            </p:cNvPr>
            <p:cNvSpPr txBox="1"/>
            <p:nvPr/>
          </p:nvSpPr>
          <p:spPr>
            <a:xfrm rot="16200000">
              <a:off x="850940" y="3407546"/>
              <a:ext cx="44595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lhfpl3</a:t>
              </a:r>
            </a:p>
          </p:txBody>
        </p:sp>
        <p:sp>
          <p:nvSpPr>
            <p:cNvPr id="1685" name="TextBox 1684">
              <a:extLst>
                <a:ext uri="{FF2B5EF4-FFF2-40B4-BE49-F238E27FC236}">
                  <a16:creationId xmlns:a16="http://schemas.microsoft.com/office/drawing/2014/main" id="{B74E0E8E-CEAA-2991-CE04-1BD574B51D25}"/>
                </a:ext>
              </a:extLst>
            </p:cNvPr>
            <p:cNvSpPr txBox="1"/>
            <p:nvPr/>
          </p:nvSpPr>
          <p:spPr>
            <a:xfrm rot="16200000">
              <a:off x="898294" y="3468460"/>
              <a:ext cx="56778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nkx2.2a</a:t>
              </a:r>
            </a:p>
          </p:txBody>
        </p:sp>
        <p:sp>
          <p:nvSpPr>
            <p:cNvPr id="1686" name="TextBox 1685">
              <a:extLst>
                <a:ext uri="{FF2B5EF4-FFF2-40B4-BE49-F238E27FC236}">
                  <a16:creationId xmlns:a16="http://schemas.microsoft.com/office/drawing/2014/main" id="{1689E9C8-D093-B120-63AC-944A9F164AF3}"/>
                </a:ext>
              </a:extLst>
            </p:cNvPr>
            <p:cNvSpPr txBox="1"/>
            <p:nvPr/>
          </p:nvSpPr>
          <p:spPr>
            <a:xfrm rot="16200000">
              <a:off x="978563" y="3477277"/>
              <a:ext cx="58541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gjc1-like</a:t>
              </a:r>
            </a:p>
          </p:txBody>
        </p:sp>
        <p:sp>
          <p:nvSpPr>
            <p:cNvPr id="1687" name="TextBox 1686">
              <a:extLst>
                <a:ext uri="{FF2B5EF4-FFF2-40B4-BE49-F238E27FC236}">
                  <a16:creationId xmlns:a16="http://schemas.microsoft.com/office/drawing/2014/main" id="{1885BD9A-0FF2-6600-BE02-17777FC9AB23}"/>
                </a:ext>
              </a:extLst>
            </p:cNvPr>
            <p:cNvSpPr txBox="1"/>
            <p:nvPr/>
          </p:nvSpPr>
          <p:spPr>
            <a:xfrm rot="16200000">
              <a:off x="891489" y="3663225"/>
              <a:ext cx="95731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LOC129348729</a:t>
              </a:r>
            </a:p>
          </p:txBody>
        </p:sp>
        <p:sp>
          <p:nvSpPr>
            <p:cNvPr id="1688" name="TextBox 1687">
              <a:extLst>
                <a:ext uri="{FF2B5EF4-FFF2-40B4-BE49-F238E27FC236}">
                  <a16:creationId xmlns:a16="http://schemas.microsoft.com/office/drawing/2014/main" id="{84073904-507F-2B83-C909-D91D17103492}"/>
                </a:ext>
              </a:extLst>
            </p:cNvPr>
            <p:cNvSpPr txBox="1"/>
            <p:nvPr/>
          </p:nvSpPr>
          <p:spPr>
            <a:xfrm rot="16200000">
              <a:off x="990165" y="3663225"/>
              <a:ext cx="95731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LOC129348282</a:t>
              </a:r>
            </a:p>
          </p:txBody>
        </p:sp>
        <p:sp>
          <p:nvSpPr>
            <p:cNvPr id="1689" name="TextBox 1688">
              <a:extLst>
                <a:ext uri="{FF2B5EF4-FFF2-40B4-BE49-F238E27FC236}">
                  <a16:creationId xmlns:a16="http://schemas.microsoft.com/office/drawing/2014/main" id="{D1A3E644-2430-CCE9-2600-28F99F399948}"/>
                </a:ext>
              </a:extLst>
            </p:cNvPr>
            <p:cNvSpPr txBox="1"/>
            <p:nvPr/>
          </p:nvSpPr>
          <p:spPr>
            <a:xfrm rot="16200000">
              <a:off x="1329488" y="3422774"/>
              <a:ext cx="47641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pcnx4</a:t>
              </a:r>
            </a:p>
          </p:txBody>
        </p:sp>
        <p:sp>
          <p:nvSpPr>
            <p:cNvPr id="1690" name="TextBox 1689">
              <a:extLst>
                <a:ext uri="{FF2B5EF4-FFF2-40B4-BE49-F238E27FC236}">
                  <a16:creationId xmlns:a16="http://schemas.microsoft.com/office/drawing/2014/main" id="{11247CFF-A454-28FE-201A-ABC573841EAC}"/>
                </a:ext>
              </a:extLst>
            </p:cNvPr>
            <p:cNvSpPr txBox="1"/>
            <p:nvPr/>
          </p:nvSpPr>
          <p:spPr>
            <a:xfrm rot="16200000">
              <a:off x="1466881" y="3392317"/>
              <a:ext cx="415498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sox6</a:t>
              </a:r>
            </a:p>
          </p:txBody>
        </p:sp>
        <p:sp>
          <p:nvSpPr>
            <p:cNvPr id="1691" name="TextBox 1690">
              <a:extLst>
                <a:ext uri="{FF2B5EF4-FFF2-40B4-BE49-F238E27FC236}">
                  <a16:creationId xmlns:a16="http://schemas.microsoft.com/office/drawing/2014/main" id="{AEB4B89B-8BFC-EA8E-DF32-5C25BA0CC582}"/>
                </a:ext>
              </a:extLst>
            </p:cNvPr>
            <p:cNvSpPr txBox="1"/>
            <p:nvPr/>
          </p:nvSpPr>
          <p:spPr>
            <a:xfrm rot="16200000">
              <a:off x="1550888" y="3398729"/>
              <a:ext cx="42832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rpl24</a:t>
              </a:r>
            </a:p>
          </p:txBody>
        </p:sp>
        <p:sp>
          <p:nvSpPr>
            <p:cNvPr id="1692" name="TextBox 1691">
              <a:extLst>
                <a:ext uri="{FF2B5EF4-FFF2-40B4-BE49-F238E27FC236}">
                  <a16:creationId xmlns:a16="http://schemas.microsoft.com/office/drawing/2014/main" id="{7282A00C-8136-E2C4-420E-D436A797DD34}"/>
                </a:ext>
              </a:extLst>
            </p:cNvPr>
            <p:cNvSpPr txBox="1"/>
            <p:nvPr/>
          </p:nvSpPr>
          <p:spPr>
            <a:xfrm rot="16200000">
              <a:off x="1595258" y="3453232"/>
              <a:ext cx="53732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kcnh6a</a:t>
              </a:r>
            </a:p>
          </p:txBody>
        </p:sp>
        <p:sp>
          <p:nvSpPr>
            <p:cNvPr id="1693" name="TextBox 1692">
              <a:extLst>
                <a:ext uri="{FF2B5EF4-FFF2-40B4-BE49-F238E27FC236}">
                  <a16:creationId xmlns:a16="http://schemas.microsoft.com/office/drawing/2014/main" id="{9F12F071-5486-1329-55BC-8B56041DCB6D}"/>
                </a:ext>
              </a:extLst>
            </p:cNvPr>
            <p:cNvSpPr txBox="1"/>
            <p:nvPr/>
          </p:nvSpPr>
          <p:spPr>
            <a:xfrm rot="16200000">
              <a:off x="1748438" y="3398729"/>
              <a:ext cx="42832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tap2t</a:t>
              </a:r>
            </a:p>
          </p:txBody>
        </p:sp>
        <p:sp>
          <p:nvSpPr>
            <p:cNvPr id="1694" name="TextBox 1693">
              <a:extLst>
                <a:ext uri="{FF2B5EF4-FFF2-40B4-BE49-F238E27FC236}">
                  <a16:creationId xmlns:a16="http://schemas.microsoft.com/office/drawing/2014/main" id="{68E8586D-92B2-AADB-A43B-C48C52515CB3}"/>
                </a:ext>
              </a:extLst>
            </p:cNvPr>
            <p:cNvSpPr txBox="1"/>
            <p:nvPr/>
          </p:nvSpPr>
          <p:spPr>
            <a:xfrm rot="16200000">
              <a:off x="1698033" y="3547809"/>
              <a:ext cx="726481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pp1r37-like</a:t>
              </a:r>
            </a:p>
          </p:txBody>
        </p:sp>
        <p:sp>
          <p:nvSpPr>
            <p:cNvPr id="1695" name="TextBox 1694">
              <a:extLst>
                <a:ext uri="{FF2B5EF4-FFF2-40B4-BE49-F238E27FC236}">
                  <a16:creationId xmlns:a16="http://schemas.microsoft.com/office/drawing/2014/main" id="{4842B65C-FFFF-76CB-B8FA-678970CD0FEE}"/>
                </a:ext>
              </a:extLst>
            </p:cNvPr>
            <p:cNvSpPr txBox="1"/>
            <p:nvPr/>
          </p:nvSpPr>
          <p:spPr>
            <a:xfrm rot="16200000">
              <a:off x="1940891" y="3410753"/>
              <a:ext cx="452368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foxp2</a:t>
              </a:r>
            </a:p>
          </p:txBody>
        </p:sp>
        <p:sp>
          <p:nvSpPr>
            <p:cNvPr id="1696" name="TextBox 1695">
              <a:extLst>
                <a:ext uri="{FF2B5EF4-FFF2-40B4-BE49-F238E27FC236}">
                  <a16:creationId xmlns:a16="http://schemas.microsoft.com/office/drawing/2014/main" id="{4DE0E476-DB97-4B2B-DEFB-37117A33F2E2}"/>
                </a:ext>
              </a:extLst>
            </p:cNvPr>
            <p:cNvSpPr txBox="1"/>
            <p:nvPr/>
          </p:nvSpPr>
          <p:spPr>
            <a:xfrm rot="16200000">
              <a:off x="1990160" y="3453232"/>
              <a:ext cx="53732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immp2l</a:t>
              </a:r>
            </a:p>
          </p:txBody>
        </p:sp>
        <p:sp>
          <p:nvSpPr>
            <p:cNvPr id="1697" name="TextBox 1696">
              <a:extLst>
                <a:ext uri="{FF2B5EF4-FFF2-40B4-BE49-F238E27FC236}">
                  <a16:creationId xmlns:a16="http://schemas.microsoft.com/office/drawing/2014/main" id="{68008212-83F4-5029-6FF7-D5C29A95E0F7}"/>
                </a:ext>
              </a:extLst>
            </p:cNvPr>
            <p:cNvSpPr txBox="1"/>
            <p:nvPr/>
          </p:nvSpPr>
          <p:spPr>
            <a:xfrm rot="16200000">
              <a:off x="1948771" y="3593495"/>
              <a:ext cx="81785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arhgef28-like</a:t>
              </a:r>
            </a:p>
          </p:txBody>
        </p:sp>
        <p:sp>
          <p:nvSpPr>
            <p:cNvPr id="1698" name="TextBox 1697">
              <a:extLst>
                <a:ext uri="{FF2B5EF4-FFF2-40B4-BE49-F238E27FC236}">
                  <a16:creationId xmlns:a16="http://schemas.microsoft.com/office/drawing/2014/main" id="{E026EF36-FF92-0581-57A5-2364DA4FD2B4}"/>
                </a:ext>
              </a:extLst>
            </p:cNvPr>
            <p:cNvSpPr txBox="1"/>
            <p:nvPr/>
          </p:nvSpPr>
          <p:spPr>
            <a:xfrm rot="16200000">
              <a:off x="2130002" y="3510940"/>
              <a:ext cx="65274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fmnl1-like</a:t>
              </a:r>
            </a:p>
          </p:txBody>
        </p:sp>
        <p:sp>
          <p:nvSpPr>
            <p:cNvPr id="1699" name="TextBox 1698">
              <a:extLst>
                <a:ext uri="{FF2B5EF4-FFF2-40B4-BE49-F238E27FC236}">
                  <a16:creationId xmlns:a16="http://schemas.microsoft.com/office/drawing/2014/main" id="{FF2EF10C-D3D0-E65E-B41D-2F2613D95609}"/>
                </a:ext>
              </a:extLst>
            </p:cNvPr>
            <p:cNvSpPr txBox="1"/>
            <p:nvPr/>
          </p:nvSpPr>
          <p:spPr>
            <a:xfrm rot="16200000">
              <a:off x="2179786" y="3559832"/>
              <a:ext cx="75052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zgc:113263</a:t>
              </a:r>
            </a:p>
          </p:txBody>
        </p:sp>
        <p:sp>
          <p:nvSpPr>
            <p:cNvPr id="1700" name="TextBox 1699">
              <a:extLst>
                <a:ext uri="{FF2B5EF4-FFF2-40B4-BE49-F238E27FC236}">
                  <a16:creationId xmlns:a16="http://schemas.microsoft.com/office/drawing/2014/main" id="{0C8F1CDB-ED41-DB64-E51C-CA991E321EC9}"/>
                </a:ext>
              </a:extLst>
            </p:cNvPr>
            <p:cNvSpPr txBox="1"/>
            <p:nvPr/>
          </p:nvSpPr>
          <p:spPr>
            <a:xfrm rot="16200000">
              <a:off x="2336368" y="3502124"/>
              <a:ext cx="63511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sema3ab</a:t>
              </a:r>
            </a:p>
          </p:txBody>
        </p:sp>
        <p:sp>
          <p:nvSpPr>
            <p:cNvPr id="1701" name="TextBox 1700">
              <a:extLst>
                <a:ext uri="{FF2B5EF4-FFF2-40B4-BE49-F238E27FC236}">
                  <a16:creationId xmlns:a16="http://schemas.microsoft.com/office/drawing/2014/main" id="{FE6E9F39-D809-57CE-6F12-E518A990A943}"/>
                </a:ext>
              </a:extLst>
            </p:cNvPr>
            <p:cNvSpPr txBox="1"/>
            <p:nvPr/>
          </p:nvSpPr>
          <p:spPr>
            <a:xfrm rot="16200000">
              <a:off x="2273944" y="3663225"/>
              <a:ext cx="95731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LOC111583974</a:t>
              </a:r>
            </a:p>
          </p:txBody>
        </p:sp>
        <p:sp>
          <p:nvSpPr>
            <p:cNvPr id="1702" name="TextBox 1701">
              <a:extLst>
                <a:ext uri="{FF2B5EF4-FFF2-40B4-BE49-F238E27FC236}">
                  <a16:creationId xmlns:a16="http://schemas.microsoft.com/office/drawing/2014/main" id="{0039261B-E830-C861-D76F-E88EFB052BA0}"/>
                </a:ext>
              </a:extLst>
            </p:cNvPr>
            <p:cNvSpPr txBox="1"/>
            <p:nvPr/>
          </p:nvSpPr>
          <p:spPr>
            <a:xfrm rot="16200000">
              <a:off x="2552354" y="3483689"/>
              <a:ext cx="598241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il1rapl1a</a:t>
              </a:r>
            </a:p>
          </p:txBody>
        </p:sp>
        <p:sp>
          <p:nvSpPr>
            <p:cNvPr id="1703" name="TextBox 1702">
              <a:extLst>
                <a:ext uri="{FF2B5EF4-FFF2-40B4-BE49-F238E27FC236}">
                  <a16:creationId xmlns:a16="http://schemas.microsoft.com/office/drawing/2014/main" id="{D1307A7C-99CF-D1F3-0F67-CCD9BDACDC08}"/>
                </a:ext>
              </a:extLst>
            </p:cNvPr>
            <p:cNvSpPr txBox="1"/>
            <p:nvPr/>
          </p:nvSpPr>
          <p:spPr>
            <a:xfrm rot="16200000">
              <a:off x="2705531" y="3429187"/>
              <a:ext cx="48923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fgfbp3</a:t>
              </a:r>
            </a:p>
          </p:txBody>
        </p:sp>
        <p:sp>
          <p:nvSpPr>
            <p:cNvPr id="1704" name="TextBox 1703">
              <a:extLst>
                <a:ext uri="{FF2B5EF4-FFF2-40B4-BE49-F238E27FC236}">
                  <a16:creationId xmlns:a16="http://schemas.microsoft.com/office/drawing/2014/main" id="{9D3C5E28-3F3F-CB3C-73E1-417A851EB9F1}"/>
                </a:ext>
              </a:extLst>
            </p:cNvPr>
            <p:cNvSpPr txBox="1"/>
            <p:nvPr/>
          </p:nvSpPr>
          <p:spPr>
            <a:xfrm rot="16200000">
              <a:off x="2825847" y="3407547"/>
              <a:ext cx="44595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plce1</a:t>
              </a:r>
            </a:p>
          </p:txBody>
        </p:sp>
        <p:sp>
          <p:nvSpPr>
            <p:cNvPr id="1705" name="TextBox 1704">
              <a:extLst>
                <a:ext uri="{FF2B5EF4-FFF2-40B4-BE49-F238E27FC236}">
                  <a16:creationId xmlns:a16="http://schemas.microsoft.com/office/drawing/2014/main" id="{59F47F9E-EA84-12FA-600B-66B3FAAAD667}"/>
                </a:ext>
              </a:extLst>
            </p:cNvPr>
            <p:cNvSpPr txBox="1"/>
            <p:nvPr/>
          </p:nvSpPr>
          <p:spPr>
            <a:xfrm rot="16200000">
              <a:off x="2867013" y="3465255"/>
              <a:ext cx="56137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slc44a2</a:t>
              </a:r>
            </a:p>
          </p:txBody>
        </p:sp>
        <p:sp>
          <p:nvSpPr>
            <p:cNvPr id="1706" name="TextBox 1705">
              <a:extLst>
                <a:ext uri="{FF2B5EF4-FFF2-40B4-BE49-F238E27FC236}">
                  <a16:creationId xmlns:a16="http://schemas.microsoft.com/office/drawing/2014/main" id="{32C642D3-B4BB-4BA7-20A9-82F1B2140E62}"/>
                </a:ext>
              </a:extLst>
            </p:cNvPr>
            <p:cNvSpPr txBox="1"/>
            <p:nvPr/>
          </p:nvSpPr>
          <p:spPr>
            <a:xfrm rot="16200000">
              <a:off x="2996146" y="3434798"/>
              <a:ext cx="500458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skida1</a:t>
              </a:r>
            </a:p>
          </p:txBody>
        </p:sp>
        <p:sp>
          <p:nvSpPr>
            <p:cNvPr id="1707" name="TextBox 1706">
              <a:extLst>
                <a:ext uri="{FF2B5EF4-FFF2-40B4-BE49-F238E27FC236}">
                  <a16:creationId xmlns:a16="http://schemas.microsoft.com/office/drawing/2014/main" id="{F2419E2B-C149-7F34-4678-532E11A7CC98}"/>
                </a:ext>
              </a:extLst>
            </p:cNvPr>
            <p:cNvSpPr txBox="1"/>
            <p:nvPr/>
          </p:nvSpPr>
          <p:spPr>
            <a:xfrm rot="16200000">
              <a:off x="3100436" y="3429187"/>
              <a:ext cx="48923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dab1a</a:t>
              </a:r>
            </a:p>
          </p:txBody>
        </p:sp>
        <p:sp>
          <p:nvSpPr>
            <p:cNvPr id="1708" name="TextBox 1707">
              <a:extLst>
                <a:ext uri="{FF2B5EF4-FFF2-40B4-BE49-F238E27FC236}">
                  <a16:creationId xmlns:a16="http://schemas.microsoft.com/office/drawing/2014/main" id="{B328EFED-08A7-3E1F-AEE7-73FD242A7659}"/>
                </a:ext>
              </a:extLst>
            </p:cNvPr>
            <p:cNvSpPr txBox="1"/>
            <p:nvPr/>
          </p:nvSpPr>
          <p:spPr>
            <a:xfrm rot="16200000">
              <a:off x="3120762" y="3507734"/>
              <a:ext cx="646331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ccdc85cb</a:t>
              </a:r>
            </a:p>
          </p:txBody>
        </p:sp>
        <p:sp>
          <p:nvSpPr>
            <p:cNvPr id="1709" name="TextBox 1708">
              <a:extLst>
                <a:ext uri="{FF2B5EF4-FFF2-40B4-BE49-F238E27FC236}">
                  <a16:creationId xmlns:a16="http://schemas.microsoft.com/office/drawing/2014/main" id="{409CC5CA-2807-C50B-0943-F268BBA5822B}"/>
                </a:ext>
              </a:extLst>
            </p:cNvPr>
            <p:cNvSpPr txBox="1"/>
            <p:nvPr/>
          </p:nvSpPr>
          <p:spPr>
            <a:xfrm rot="16200000">
              <a:off x="3297984" y="3429187"/>
              <a:ext cx="48923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tmed4</a:t>
              </a:r>
            </a:p>
          </p:txBody>
        </p:sp>
        <p:sp>
          <p:nvSpPr>
            <p:cNvPr id="1710" name="TextBox 1709">
              <a:extLst>
                <a:ext uri="{FF2B5EF4-FFF2-40B4-BE49-F238E27FC236}">
                  <a16:creationId xmlns:a16="http://schemas.microsoft.com/office/drawing/2014/main" id="{8EDD1E01-0371-917A-D809-5C8D3C07D04D}"/>
                </a:ext>
              </a:extLst>
            </p:cNvPr>
            <p:cNvSpPr txBox="1"/>
            <p:nvPr/>
          </p:nvSpPr>
          <p:spPr>
            <a:xfrm rot="16200000">
              <a:off x="3262629" y="3553420"/>
              <a:ext cx="73770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pknox2-like</a:t>
              </a:r>
            </a:p>
          </p:txBody>
        </p:sp>
        <p:sp>
          <p:nvSpPr>
            <p:cNvPr id="1711" name="TextBox 1710">
              <a:extLst>
                <a:ext uri="{FF2B5EF4-FFF2-40B4-BE49-F238E27FC236}">
                  <a16:creationId xmlns:a16="http://schemas.microsoft.com/office/drawing/2014/main" id="{1B3246DC-55A8-C85B-9E1A-61735B947145}"/>
                </a:ext>
              </a:extLst>
            </p:cNvPr>
            <p:cNvSpPr txBox="1"/>
            <p:nvPr/>
          </p:nvSpPr>
          <p:spPr>
            <a:xfrm rot="16200000">
              <a:off x="3300343" y="3631967"/>
              <a:ext cx="894797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COUPTFII-like</a:t>
              </a:r>
            </a:p>
          </p:txBody>
        </p:sp>
        <p:sp>
          <p:nvSpPr>
            <p:cNvPr id="1712" name="TextBox 1711">
              <a:extLst>
                <a:ext uri="{FF2B5EF4-FFF2-40B4-BE49-F238E27FC236}">
                  <a16:creationId xmlns:a16="http://schemas.microsoft.com/office/drawing/2014/main" id="{6E1E4A7C-9B55-A3EE-D707-C55B12B9EA18}"/>
                </a:ext>
              </a:extLst>
            </p:cNvPr>
            <p:cNvSpPr txBox="1"/>
            <p:nvPr/>
          </p:nvSpPr>
          <p:spPr>
            <a:xfrm rot="16200000">
              <a:off x="3615850" y="3407547"/>
              <a:ext cx="44595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glceb</a:t>
              </a:r>
              <a:endParaRPr lang="en-US" sz="85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1713" name="TextBox 1712">
              <a:extLst>
                <a:ext uri="{FF2B5EF4-FFF2-40B4-BE49-F238E27FC236}">
                  <a16:creationId xmlns:a16="http://schemas.microsoft.com/office/drawing/2014/main" id="{33BDA8AC-5BCE-5483-5676-BFD2FCD77ED7}"/>
                </a:ext>
              </a:extLst>
            </p:cNvPr>
            <p:cNvSpPr txBox="1"/>
            <p:nvPr/>
          </p:nvSpPr>
          <p:spPr>
            <a:xfrm rot="16200000">
              <a:off x="3459047" y="3663225"/>
              <a:ext cx="95731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LOC111564869</a:t>
              </a:r>
            </a:p>
          </p:txBody>
        </p:sp>
        <p:sp>
          <p:nvSpPr>
            <p:cNvPr id="1714" name="TextBox 1713">
              <a:extLst>
                <a:ext uri="{FF2B5EF4-FFF2-40B4-BE49-F238E27FC236}">
                  <a16:creationId xmlns:a16="http://schemas.microsoft.com/office/drawing/2014/main" id="{ADBBDDFF-47C2-7592-594F-303E05F5032E}"/>
                </a:ext>
              </a:extLst>
            </p:cNvPr>
            <p:cNvSpPr txBox="1"/>
            <p:nvPr/>
          </p:nvSpPr>
          <p:spPr>
            <a:xfrm rot="16200000">
              <a:off x="3694778" y="3526169"/>
              <a:ext cx="68320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jam3b-like</a:t>
              </a:r>
            </a:p>
          </p:txBody>
        </p:sp>
        <p:sp>
          <p:nvSpPr>
            <p:cNvPr id="1715" name="TextBox 1714">
              <a:extLst>
                <a:ext uri="{FF2B5EF4-FFF2-40B4-BE49-F238E27FC236}">
                  <a16:creationId xmlns:a16="http://schemas.microsoft.com/office/drawing/2014/main" id="{95FD071B-73ED-5FCF-DC1F-1305045BDA7F}"/>
                </a:ext>
              </a:extLst>
            </p:cNvPr>
            <p:cNvSpPr txBox="1"/>
            <p:nvPr/>
          </p:nvSpPr>
          <p:spPr>
            <a:xfrm rot="16200000">
              <a:off x="3878413" y="3441210"/>
              <a:ext cx="51328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tmtc2b</a:t>
              </a:r>
            </a:p>
          </p:txBody>
        </p:sp>
        <p:sp>
          <p:nvSpPr>
            <p:cNvPr id="1716" name="TextBox 1715">
              <a:extLst>
                <a:ext uri="{FF2B5EF4-FFF2-40B4-BE49-F238E27FC236}">
                  <a16:creationId xmlns:a16="http://schemas.microsoft.com/office/drawing/2014/main" id="{159D636F-31C2-8BDA-3030-635C7C162FB8}"/>
                </a:ext>
              </a:extLst>
            </p:cNvPr>
            <p:cNvSpPr txBox="1"/>
            <p:nvPr/>
          </p:nvSpPr>
          <p:spPr>
            <a:xfrm rot="16200000">
              <a:off x="4069380" y="3361860"/>
              <a:ext cx="354584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gli1</a:t>
              </a:r>
            </a:p>
          </p:txBody>
        </p:sp>
        <p:sp>
          <p:nvSpPr>
            <p:cNvPr id="1717" name="TextBox 1716">
              <a:extLst>
                <a:ext uri="{FF2B5EF4-FFF2-40B4-BE49-F238E27FC236}">
                  <a16:creationId xmlns:a16="http://schemas.microsoft.com/office/drawing/2014/main" id="{47EF7852-2E02-177D-0C19-F1CC3F602814}"/>
                </a:ext>
              </a:extLst>
            </p:cNvPr>
            <p:cNvSpPr txBox="1"/>
            <p:nvPr/>
          </p:nvSpPr>
          <p:spPr>
            <a:xfrm rot="16200000">
              <a:off x="3989774" y="3535786"/>
              <a:ext cx="70243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dnmt3bb.1</a:t>
              </a:r>
            </a:p>
          </p:txBody>
        </p:sp>
        <p:sp>
          <p:nvSpPr>
            <p:cNvPr id="1718" name="TextBox 1717">
              <a:extLst>
                <a:ext uri="{FF2B5EF4-FFF2-40B4-BE49-F238E27FC236}">
                  <a16:creationId xmlns:a16="http://schemas.microsoft.com/office/drawing/2014/main" id="{B6875128-77B1-D6CA-17C0-AB0ED568610A}"/>
                </a:ext>
              </a:extLst>
            </p:cNvPr>
            <p:cNvSpPr txBox="1"/>
            <p:nvPr/>
          </p:nvSpPr>
          <p:spPr>
            <a:xfrm rot="16200000">
              <a:off x="4220523" y="3395523"/>
              <a:ext cx="42191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cog5</a:t>
              </a:r>
            </a:p>
          </p:txBody>
        </p:sp>
        <p:sp>
          <p:nvSpPr>
            <p:cNvPr id="1719" name="TextBox 1718">
              <a:extLst>
                <a:ext uri="{FF2B5EF4-FFF2-40B4-BE49-F238E27FC236}">
                  <a16:creationId xmlns:a16="http://schemas.microsoft.com/office/drawing/2014/main" id="{3C40E483-6641-FBB5-779A-DC7E339D1665}"/>
                </a:ext>
              </a:extLst>
            </p:cNvPr>
            <p:cNvSpPr txBox="1"/>
            <p:nvPr/>
          </p:nvSpPr>
          <p:spPr>
            <a:xfrm rot="16200000">
              <a:off x="4218533" y="3486895"/>
              <a:ext cx="604653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brd3-like</a:t>
              </a:r>
            </a:p>
          </p:txBody>
        </p:sp>
        <p:sp>
          <p:nvSpPr>
            <p:cNvPr id="1720" name="TextBox 1719">
              <a:extLst>
                <a:ext uri="{FF2B5EF4-FFF2-40B4-BE49-F238E27FC236}">
                  <a16:creationId xmlns:a16="http://schemas.microsoft.com/office/drawing/2014/main" id="{5BBCCB42-676A-36A0-590A-4FE62EB4DC00}"/>
                </a:ext>
              </a:extLst>
            </p:cNvPr>
            <p:cNvSpPr txBox="1"/>
            <p:nvPr/>
          </p:nvSpPr>
          <p:spPr>
            <a:xfrm rot="16200000">
              <a:off x="4342644" y="3471666"/>
              <a:ext cx="574196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znf710b</a:t>
              </a:r>
            </a:p>
          </p:txBody>
        </p:sp>
        <p:sp>
          <p:nvSpPr>
            <p:cNvPr id="1721" name="TextBox 1720">
              <a:extLst>
                <a:ext uri="{FF2B5EF4-FFF2-40B4-BE49-F238E27FC236}">
                  <a16:creationId xmlns:a16="http://schemas.microsoft.com/office/drawing/2014/main" id="{E69867A0-438B-584A-9900-B9852504F6B9}"/>
                </a:ext>
              </a:extLst>
            </p:cNvPr>
            <p:cNvSpPr txBox="1"/>
            <p:nvPr/>
          </p:nvSpPr>
          <p:spPr>
            <a:xfrm rot="16200000">
              <a:off x="4516752" y="3395523"/>
              <a:ext cx="42191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lrch4</a:t>
              </a:r>
            </a:p>
          </p:txBody>
        </p:sp>
        <p:sp>
          <p:nvSpPr>
            <p:cNvPr id="1722" name="TextBox 1721">
              <a:extLst>
                <a:ext uri="{FF2B5EF4-FFF2-40B4-BE49-F238E27FC236}">
                  <a16:creationId xmlns:a16="http://schemas.microsoft.com/office/drawing/2014/main" id="{D948F297-54C8-9F40-616B-B67D39C73D28}"/>
                </a:ext>
              </a:extLst>
            </p:cNvPr>
            <p:cNvSpPr txBox="1"/>
            <p:nvPr/>
          </p:nvSpPr>
          <p:spPr>
            <a:xfrm rot="16200000">
              <a:off x="4468065" y="3526169"/>
              <a:ext cx="68320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dbx1b-like</a:t>
              </a:r>
            </a:p>
          </p:txBody>
        </p:sp>
        <p:sp>
          <p:nvSpPr>
            <p:cNvPr id="1723" name="TextBox 1722">
              <a:extLst>
                <a:ext uri="{FF2B5EF4-FFF2-40B4-BE49-F238E27FC236}">
                  <a16:creationId xmlns:a16="http://schemas.microsoft.com/office/drawing/2014/main" id="{97F53FB2-6FBE-0564-C4E1-C47ACE5CE800}"/>
                </a:ext>
              </a:extLst>
            </p:cNvPr>
            <p:cNvSpPr txBox="1"/>
            <p:nvPr/>
          </p:nvSpPr>
          <p:spPr>
            <a:xfrm rot="16200000">
              <a:off x="4686851" y="3422775"/>
              <a:ext cx="476412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ssbp4</a:t>
              </a:r>
            </a:p>
          </p:txBody>
        </p:sp>
      </p:grpSp>
      <p:grpSp>
        <p:nvGrpSpPr>
          <p:cNvPr id="1724" name="Group 1723">
            <a:extLst>
              <a:ext uri="{FF2B5EF4-FFF2-40B4-BE49-F238E27FC236}">
                <a16:creationId xmlns:a16="http://schemas.microsoft.com/office/drawing/2014/main" id="{EA4EED2F-B157-F469-9BAC-448D571AFB1E}"/>
              </a:ext>
            </a:extLst>
          </p:cNvPr>
          <p:cNvGrpSpPr/>
          <p:nvPr/>
        </p:nvGrpSpPr>
        <p:grpSpPr>
          <a:xfrm>
            <a:off x="2525449" y="1008584"/>
            <a:ext cx="3819554" cy="271911"/>
            <a:chOff x="910665" y="3177040"/>
            <a:chExt cx="3819554" cy="271911"/>
          </a:xfrm>
        </p:grpSpPr>
        <p:sp>
          <p:nvSpPr>
            <p:cNvPr id="1725" name="TextBox 1724">
              <a:extLst>
                <a:ext uri="{FF2B5EF4-FFF2-40B4-BE49-F238E27FC236}">
                  <a16:creationId xmlns:a16="http://schemas.microsoft.com/office/drawing/2014/main" id="{1F97F643-42FB-8D3D-344A-D4CF1C89C3B4}"/>
                </a:ext>
              </a:extLst>
            </p:cNvPr>
            <p:cNvSpPr txBox="1"/>
            <p:nvPr/>
          </p:nvSpPr>
          <p:spPr>
            <a:xfrm>
              <a:off x="1402374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26" name="TextBox 1725">
              <a:extLst>
                <a:ext uri="{FF2B5EF4-FFF2-40B4-BE49-F238E27FC236}">
                  <a16:creationId xmlns:a16="http://schemas.microsoft.com/office/drawing/2014/main" id="{43F6DBEC-A0F4-E23E-8B1E-EFD787099F6C}"/>
                </a:ext>
              </a:extLst>
            </p:cNvPr>
            <p:cNvSpPr txBox="1"/>
            <p:nvPr/>
          </p:nvSpPr>
          <p:spPr>
            <a:xfrm>
              <a:off x="910665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27" name="TextBox 1726">
              <a:extLst>
                <a:ext uri="{FF2B5EF4-FFF2-40B4-BE49-F238E27FC236}">
                  <a16:creationId xmlns:a16="http://schemas.microsoft.com/office/drawing/2014/main" id="{6A4F94B8-A518-45B4-8499-9610A203D446}"/>
                </a:ext>
              </a:extLst>
            </p:cNvPr>
            <p:cNvSpPr txBox="1"/>
            <p:nvPr/>
          </p:nvSpPr>
          <p:spPr>
            <a:xfrm>
              <a:off x="1894084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28" name="TextBox 1727">
              <a:extLst>
                <a:ext uri="{FF2B5EF4-FFF2-40B4-BE49-F238E27FC236}">
                  <a16:creationId xmlns:a16="http://schemas.microsoft.com/office/drawing/2014/main" id="{FEBA440B-09DF-D0F8-D0B5-7353566E40FD}"/>
                </a:ext>
              </a:extLst>
            </p:cNvPr>
            <p:cNvSpPr txBox="1"/>
            <p:nvPr/>
          </p:nvSpPr>
          <p:spPr>
            <a:xfrm>
              <a:off x="3356301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29" name="TextBox 1728">
              <a:extLst>
                <a:ext uri="{FF2B5EF4-FFF2-40B4-BE49-F238E27FC236}">
                  <a16:creationId xmlns:a16="http://schemas.microsoft.com/office/drawing/2014/main" id="{CC4F6457-5A3E-369F-8439-51F728F4E815}"/>
                </a:ext>
              </a:extLst>
            </p:cNvPr>
            <p:cNvSpPr txBox="1"/>
            <p:nvPr/>
          </p:nvSpPr>
          <p:spPr>
            <a:xfrm>
              <a:off x="3472390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30" name="TextBox 1729">
              <a:extLst>
                <a:ext uri="{FF2B5EF4-FFF2-40B4-BE49-F238E27FC236}">
                  <a16:creationId xmlns:a16="http://schemas.microsoft.com/office/drawing/2014/main" id="{4F3DDF44-90D3-8995-A5B6-B7F11930BC42}"/>
                </a:ext>
              </a:extLst>
            </p:cNvPr>
            <p:cNvSpPr txBox="1"/>
            <p:nvPr/>
          </p:nvSpPr>
          <p:spPr>
            <a:xfrm>
              <a:off x="3970574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31" name="TextBox 1730">
              <a:extLst>
                <a:ext uri="{FF2B5EF4-FFF2-40B4-BE49-F238E27FC236}">
                  <a16:creationId xmlns:a16="http://schemas.microsoft.com/office/drawing/2014/main" id="{C4D27724-B3F0-A616-27C3-C05781E0E5BB}"/>
                </a:ext>
              </a:extLst>
            </p:cNvPr>
            <p:cNvSpPr txBox="1"/>
            <p:nvPr/>
          </p:nvSpPr>
          <p:spPr>
            <a:xfrm>
              <a:off x="4532728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 dirty="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 dirty="0"/>
            </a:p>
          </p:txBody>
        </p:sp>
        <p:sp>
          <p:nvSpPr>
            <p:cNvPr id="1732" name="TextBox 1731">
              <a:extLst>
                <a:ext uri="{FF2B5EF4-FFF2-40B4-BE49-F238E27FC236}">
                  <a16:creationId xmlns:a16="http://schemas.microsoft.com/office/drawing/2014/main" id="{D212781C-8982-A1C0-BC50-1AB53B1F6169}"/>
                </a:ext>
              </a:extLst>
            </p:cNvPr>
            <p:cNvSpPr txBox="1"/>
            <p:nvPr/>
          </p:nvSpPr>
          <p:spPr>
            <a:xfrm>
              <a:off x="4353072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 dirty="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 dirty="0"/>
            </a:p>
          </p:txBody>
        </p:sp>
        <p:sp>
          <p:nvSpPr>
            <p:cNvPr id="1733" name="TextBox 1732">
              <a:extLst>
                <a:ext uri="{FF2B5EF4-FFF2-40B4-BE49-F238E27FC236}">
                  <a16:creationId xmlns:a16="http://schemas.microsoft.com/office/drawing/2014/main" id="{BF55F76E-8AF8-35FC-33D0-D5BC2AFA6965}"/>
                </a:ext>
              </a:extLst>
            </p:cNvPr>
            <p:cNvSpPr txBox="1"/>
            <p:nvPr/>
          </p:nvSpPr>
          <p:spPr>
            <a:xfrm>
              <a:off x="4244353" y="3177040"/>
              <a:ext cx="197492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§</a:t>
              </a:r>
              <a:endParaRPr lang="en-US" sz="1130"/>
            </a:p>
          </p:txBody>
        </p:sp>
        <p:sp>
          <p:nvSpPr>
            <p:cNvPr id="1734" name="TextBox 1733">
              <a:extLst>
                <a:ext uri="{FF2B5EF4-FFF2-40B4-BE49-F238E27FC236}">
                  <a16:creationId xmlns:a16="http://schemas.microsoft.com/office/drawing/2014/main" id="{3E7ED38A-CD6C-5683-3EC4-8993EDA3A30C}"/>
                </a:ext>
              </a:extLst>
            </p:cNvPr>
            <p:cNvSpPr txBox="1"/>
            <p:nvPr/>
          </p:nvSpPr>
          <p:spPr>
            <a:xfrm>
              <a:off x="2966640" y="3177041"/>
              <a:ext cx="197491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0"/>
            </a:p>
          </p:txBody>
        </p:sp>
        <p:sp>
          <p:nvSpPr>
            <p:cNvPr id="1735" name="TextBox 1734">
              <a:extLst>
                <a:ext uri="{FF2B5EF4-FFF2-40B4-BE49-F238E27FC236}">
                  <a16:creationId xmlns:a16="http://schemas.microsoft.com/office/drawing/2014/main" id="{55DA8D44-BF83-BAD4-13F7-B046103C8C2C}"/>
                </a:ext>
              </a:extLst>
            </p:cNvPr>
            <p:cNvSpPr txBox="1"/>
            <p:nvPr/>
          </p:nvSpPr>
          <p:spPr>
            <a:xfrm>
              <a:off x="4064754" y="3177040"/>
              <a:ext cx="197492" cy="271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30" dirty="0">
                  <a:solidFill>
                    <a:srgbClr val="202122"/>
                  </a:solidFill>
                  <a:latin typeface="Arial" panose="020B0604020202020204" pitchFamily="34" charset="0"/>
                </a:rPr>
                <a:t>§</a:t>
              </a:r>
              <a:endParaRPr lang="en-US" sz="1130" dirty="0"/>
            </a:p>
          </p:txBody>
        </p:sp>
      </p:grpSp>
      <p:grpSp>
        <p:nvGrpSpPr>
          <p:cNvPr id="1736" name="Group 1735">
            <a:extLst>
              <a:ext uri="{FF2B5EF4-FFF2-40B4-BE49-F238E27FC236}">
                <a16:creationId xmlns:a16="http://schemas.microsoft.com/office/drawing/2014/main" id="{F7731FE1-723F-2E12-1382-A2F5975A64DA}"/>
              </a:ext>
            </a:extLst>
          </p:cNvPr>
          <p:cNvGrpSpPr/>
          <p:nvPr/>
        </p:nvGrpSpPr>
        <p:grpSpPr>
          <a:xfrm>
            <a:off x="2116033" y="243192"/>
            <a:ext cx="4325112" cy="121174"/>
            <a:chOff x="623497" y="2459273"/>
            <a:chExt cx="4325112" cy="121174"/>
          </a:xfrm>
        </p:grpSpPr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D35B55D3-A197-0E95-ECDD-77F5237BA72E}"/>
                </a:ext>
              </a:extLst>
            </p:cNvPr>
            <p:cNvGrpSpPr/>
            <p:nvPr/>
          </p:nvGrpSpPr>
          <p:grpSpPr>
            <a:xfrm rot="16200000">
              <a:off x="2726049" y="356721"/>
              <a:ext cx="120007" cy="4325112"/>
              <a:chOff x="76200" y="2346525"/>
              <a:chExt cx="127004" cy="2785953"/>
            </a:xfrm>
          </p:grpSpPr>
          <p:sp>
            <p:nvSpPr>
              <p:cNvPr id="1740" name="Freeform 885">
                <a:extLst>
                  <a:ext uri="{FF2B5EF4-FFF2-40B4-BE49-F238E27FC236}">
                    <a16:creationId xmlns:a16="http://schemas.microsoft.com/office/drawing/2014/main" id="{2C65FD9B-7F12-78F0-80AB-C19E3A2DDEA0}"/>
                  </a:ext>
                </a:extLst>
              </p:cNvPr>
              <p:cNvSpPr/>
              <p:nvPr/>
            </p:nvSpPr>
            <p:spPr>
              <a:xfrm>
                <a:off x="76200" y="2346525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1" name="Freeform 886">
                <a:extLst>
                  <a:ext uri="{FF2B5EF4-FFF2-40B4-BE49-F238E27FC236}">
                    <a16:creationId xmlns:a16="http://schemas.microsoft.com/office/drawing/2014/main" id="{B38FD0EA-6F4D-A5A5-5106-DEEB9FA01DA8}"/>
                  </a:ext>
                </a:extLst>
              </p:cNvPr>
              <p:cNvSpPr/>
              <p:nvPr/>
            </p:nvSpPr>
            <p:spPr>
              <a:xfrm>
                <a:off x="76200" y="240991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2" name="Freeform 887">
                <a:extLst>
                  <a:ext uri="{FF2B5EF4-FFF2-40B4-BE49-F238E27FC236}">
                    <a16:creationId xmlns:a16="http://schemas.microsoft.com/office/drawing/2014/main" id="{59CA3564-4F6D-B05F-50FC-EBD828D94620}"/>
                  </a:ext>
                </a:extLst>
              </p:cNvPr>
              <p:cNvSpPr/>
              <p:nvPr/>
            </p:nvSpPr>
            <p:spPr>
              <a:xfrm>
                <a:off x="76200" y="2473188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3" name="Freeform 888">
                <a:extLst>
                  <a:ext uri="{FF2B5EF4-FFF2-40B4-BE49-F238E27FC236}">
                    <a16:creationId xmlns:a16="http://schemas.microsoft.com/office/drawing/2014/main" id="{3E146497-9192-F43F-2146-0BFC7A6AD844}"/>
                  </a:ext>
                </a:extLst>
              </p:cNvPr>
              <p:cNvSpPr/>
              <p:nvPr/>
            </p:nvSpPr>
            <p:spPr>
              <a:xfrm>
                <a:off x="76200" y="2536583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4" name="Freeform 889">
                <a:extLst>
                  <a:ext uri="{FF2B5EF4-FFF2-40B4-BE49-F238E27FC236}">
                    <a16:creationId xmlns:a16="http://schemas.microsoft.com/office/drawing/2014/main" id="{FD55D794-4A68-E88F-B918-4FA4F95E240C}"/>
                  </a:ext>
                </a:extLst>
              </p:cNvPr>
              <p:cNvSpPr/>
              <p:nvPr/>
            </p:nvSpPr>
            <p:spPr>
              <a:xfrm>
                <a:off x="76200" y="2599851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5" name="Freeform 890">
                <a:extLst>
                  <a:ext uri="{FF2B5EF4-FFF2-40B4-BE49-F238E27FC236}">
                    <a16:creationId xmlns:a16="http://schemas.microsoft.com/office/drawing/2014/main" id="{FB8D2160-79F0-15E7-E353-F1D0C804343C}"/>
                  </a:ext>
                </a:extLst>
              </p:cNvPr>
              <p:cNvSpPr/>
              <p:nvPr/>
            </p:nvSpPr>
            <p:spPr>
              <a:xfrm>
                <a:off x="76200" y="266311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6" name="Freeform 891">
                <a:extLst>
                  <a:ext uri="{FF2B5EF4-FFF2-40B4-BE49-F238E27FC236}">
                    <a16:creationId xmlns:a16="http://schemas.microsoft.com/office/drawing/2014/main" id="{60AC8B24-59B5-AAF8-4227-2CB4C940142B}"/>
                  </a:ext>
                </a:extLst>
              </p:cNvPr>
              <p:cNvSpPr/>
              <p:nvPr/>
            </p:nvSpPr>
            <p:spPr>
              <a:xfrm>
                <a:off x="76200" y="2726514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7" name="Freeform 892">
                <a:extLst>
                  <a:ext uri="{FF2B5EF4-FFF2-40B4-BE49-F238E27FC236}">
                    <a16:creationId xmlns:a16="http://schemas.microsoft.com/office/drawing/2014/main" id="{B0366072-8562-E2CA-A278-B9E17C579C0E}"/>
                  </a:ext>
                </a:extLst>
              </p:cNvPr>
              <p:cNvSpPr/>
              <p:nvPr/>
            </p:nvSpPr>
            <p:spPr>
              <a:xfrm>
                <a:off x="76200" y="2789782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8" name="Freeform 893">
                <a:extLst>
                  <a:ext uri="{FF2B5EF4-FFF2-40B4-BE49-F238E27FC236}">
                    <a16:creationId xmlns:a16="http://schemas.microsoft.com/office/drawing/2014/main" id="{6601FA5C-B585-C256-A5F8-93C7C40D6105}"/>
                  </a:ext>
                </a:extLst>
              </p:cNvPr>
              <p:cNvSpPr/>
              <p:nvPr/>
            </p:nvSpPr>
            <p:spPr>
              <a:xfrm>
                <a:off x="76200" y="2853050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49" name="Freeform 894">
                <a:extLst>
                  <a:ext uri="{FF2B5EF4-FFF2-40B4-BE49-F238E27FC236}">
                    <a16:creationId xmlns:a16="http://schemas.microsoft.com/office/drawing/2014/main" id="{C400D1F0-70D3-A935-7892-7DDA0BDCD58F}"/>
                  </a:ext>
                </a:extLst>
              </p:cNvPr>
              <p:cNvSpPr/>
              <p:nvPr/>
            </p:nvSpPr>
            <p:spPr>
              <a:xfrm>
                <a:off x="76200" y="2916445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0" name="Freeform 895">
                <a:extLst>
                  <a:ext uri="{FF2B5EF4-FFF2-40B4-BE49-F238E27FC236}">
                    <a16:creationId xmlns:a16="http://schemas.microsoft.com/office/drawing/2014/main" id="{4FD28572-C593-59B5-8591-1C37625D5491}"/>
                  </a:ext>
                </a:extLst>
              </p:cNvPr>
              <p:cNvSpPr/>
              <p:nvPr/>
            </p:nvSpPr>
            <p:spPr>
              <a:xfrm>
                <a:off x="76200" y="2979713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1" name="Freeform 896">
                <a:extLst>
                  <a:ext uri="{FF2B5EF4-FFF2-40B4-BE49-F238E27FC236}">
                    <a16:creationId xmlns:a16="http://schemas.microsoft.com/office/drawing/2014/main" id="{A3817826-8604-A0CD-A0B7-F2C08D7C9D8E}"/>
                  </a:ext>
                </a:extLst>
              </p:cNvPr>
              <p:cNvSpPr/>
              <p:nvPr/>
            </p:nvSpPr>
            <p:spPr>
              <a:xfrm>
                <a:off x="76200" y="3043108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2" name="Freeform 897">
                <a:extLst>
                  <a:ext uri="{FF2B5EF4-FFF2-40B4-BE49-F238E27FC236}">
                    <a16:creationId xmlns:a16="http://schemas.microsoft.com/office/drawing/2014/main" id="{1CFDC6A4-EC9A-111E-4C58-E7D25FD35584}"/>
                  </a:ext>
                </a:extLst>
              </p:cNvPr>
              <p:cNvSpPr/>
              <p:nvPr/>
            </p:nvSpPr>
            <p:spPr>
              <a:xfrm>
                <a:off x="76200" y="3106376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3" name="Freeform 898">
                <a:extLst>
                  <a:ext uri="{FF2B5EF4-FFF2-40B4-BE49-F238E27FC236}">
                    <a16:creationId xmlns:a16="http://schemas.microsoft.com/office/drawing/2014/main" id="{2D0EFB36-B911-0672-882D-935CE1F3FFA9}"/>
                  </a:ext>
                </a:extLst>
              </p:cNvPr>
              <p:cNvSpPr/>
              <p:nvPr/>
            </p:nvSpPr>
            <p:spPr>
              <a:xfrm>
                <a:off x="76200" y="3169645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4" name="Freeform 899">
                <a:extLst>
                  <a:ext uri="{FF2B5EF4-FFF2-40B4-BE49-F238E27FC236}">
                    <a16:creationId xmlns:a16="http://schemas.microsoft.com/office/drawing/2014/main" id="{E661D6C8-991E-20E0-6AEA-11E92E0BC313}"/>
                  </a:ext>
                </a:extLst>
              </p:cNvPr>
              <p:cNvSpPr/>
              <p:nvPr/>
            </p:nvSpPr>
            <p:spPr>
              <a:xfrm>
                <a:off x="76200" y="323303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5" name="Freeform 900">
                <a:extLst>
                  <a:ext uri="{FF2B5EF4-FFF2-40B4-BE49-F238E27FC236}">
                    <a16:creationId xmlns:a16="http://schemas.microsoft.com/office/drawing/2014/main" id="{4A56CCD3-22F9-F90F-6E8B-F120B5CF69C8}"/>
                  </a:ext>
                </a:extLst>
              </p:cNvPr>
              <p:cNvSpPr/>
              <p:nvPr/>
            </p:nvSpPr>
            <p:spPr>
              <a:xfrm>
                <a:off x="76200" y="3296308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6" name="Freeform 901">
                <a:extLst>
                  <a:ext uri="{FF2B5EF4-FFF2-40B4-BE49-F238E27FC236}">
                    <a16:creationId xmlns:a16="http://schemas.microsoft.com/office/drawing/2014/main" id="{C8381CF7-CADD-6808-CEC3-15F574D5D34E}"/>
                  </a:ext>
                </a:extLst>
              </p:cNvPr>
              <p:cNvSpPr/>
              <p:nvPr/>
            </p:nvSpPr>
            <p:spPr>
              <a:xfrm>
                <a:off x="76200" y="3359702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7" name="Freeform 902">
                <a:extLst>
                  <a:ext uri="{FF2B5EF4-FFF2-40B4-BE49-F238E27FC236}">
                    <a16:creationId xmlns:a16="http://schemas.microsoft.com/office/drawing/2014/main" id="{467665A7-3EF3-4B08-61BE-48CB683496B1}"/>
                  </a:ext>
                </a:extLst>
              </p:cNvPr>
              <p:cNvSpPr/>
              <p:nvPr/>
            </p:nvSpPr>
            <p:spPr>
              <a:xfrm>
                <a:off x="76200" y="3422971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8" name="Freeform 903">
                <a:extLst>
                  <a:ext uri="{FF2B5EF4-FFF2-40B4-BE49-F238E27FC236}">
                    <a16:creationId xmlns:a16="http://schemas.microsoft.com/office/drawing/2014/main" id="{A819940D-87F2-7C53-BA3A-137EDA0A7E3A}"/>
                  </a:ext>
                </a:extLst>
              </p:cNvPr>
              <p:cNvSpPr/>
              <p:nvPr/>
            </p:nvSpPr>
            <p:spPr>
              <a:xfrm>
                <a:off x="76200" y="348623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59" name="Freeform 904">
                <a:extLst>
                  <a:ext uri="{FF2B5EF4-FFF2-40B4-BE49-F238E27FC236}">
                    <a16:creationId xmlns:a16="http://schemas.microsoft.com/office/drawing/2014/main" id="{5864400C-10A4-1DA2-8457-0295213B7FE6}"/>
                  </a:ext>
                </a:extLst>
              </p:cNvPr>
              <p:cNvSpPr/>
              <p:nvPr/>
            </p:nvSpPr>
            <p:spPr>
              <a:xfrm>
                <a:off x="76200" y="3549634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0" name="Freeform 905">
                <a:extLst>
                  <a:ext uri="{FF2B5EF4-FFF2-40B4-BE49-F238E27FC236}">
                    <a16:creationId xmlns:a16="http://schemas.microsoft.com/office/drawing/2014/main" id="{DB773C5E-96BB-15F7-4B61-5958DED88A6E}"/>
                  </a:ext>
                </a:extLst>
              </p:cNvPr>
              <p:cNvSpPr/>
              <p:nvPr/>
            </p:nvSpPr>
            <p:spPr>
              <a:xfrm>
                <a:off x="76200" y="3612902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1" name="Freeform 906">
                <a:extLst>
                  <a:ext uri="{FF2B5EF4-FFF2-40B4-BE49-F238E27FC236}">
                    <a16:creationId xmlns:a16="http://schemas.microsoft.com/office/drawing/2014/main" id="{6210F1CF-0B1A-E025-728F-13A095CBA29B}"/>
                  </a:ext>
                </a:extLst>
              </p:cNvPr>
              <p:cNvSpPr/>
              <p:nvPr/>
            </p:nvSpPr>
            <p:spPr>
              <a:xfrm>
                <a:off x="76200" y="3676170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2" name="Freeform 907">
                <a:extLst>
                  <a:ext uri="{FF2B5EF4-FFF2-40B4-BE49-F238E27FC236}">
                    <a16:creationId xmlns:a16="http://schemas.microsoft.com/office/drawing/2014/main" id="{0D274308-3E99-A547-8A34-E8726A18C86C}"/>
                  </a:ext>
                </a:extLst>
              </p:cNvPr>
              <p:cNvSpPr/>
              <p:nvPr/>
            </p:nvSpPr>
            <p:spPr>
              <a:xfrm>
                <a:off x="76200" y="3739565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3" name="Freeform 910">
                <a:extLst>
                  <a:ext uri="{FF2B5EF4-FFF2-40B4-BE49-F238E27FC236}">
                    <a16:creationId xmlns:a16="http://schemas.microsoft.com/office/drawing/2014/main" id="{3206FBFA-640B-7543-C395-A5BB204053E4}"/>
                  </a:ext>
                </a:extLst>
              </p:cNvPr>
              <p:cNvSpPr/>
              <p:nvPr/>
            </p:nvSpPr>
            <p:spPr>
              <a:xfrm>
                <a:off x="76200" y="3929496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4" name="Freeform 912">
                <a:extLst>
                  <a:ext uri="{FF2B5EF4-FFF2-40B4-BE49-F238E27FC236}">
                    <a16:creationId xmlns:a16="http://schemas.microsoft.com/office/drawing/2014/main" id="{59062BA5-FF99-22E7-AC21-4C12A6298422}"/>
                  </a:ext>
                </a:extLst>
              </p:cNvPr>
              <p:cNvSpPr/>
              <p:nvPr/>
            </p:nvSpPr>
            <p:spPr>
              <a:xfrm>
                <a:off x="76200" y="405615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5" name="Freeform 913">
                <a:extLst>
                  <a:ext uri="{FF2B5EF4-FFF2-40B4-BE49-F238E27FC236}">
                    <a16:creationId xmlns:a16="http://schemas.microsoft.com/office/drawing/2014/main" id="{F9FA1494-A771-C2A7-3D3B-6D497DB2794F}"/>
                  </a:ext>
                </a:extLst>
              </p:cNvPr>
              <p:cNvSpPr/>
              <p:nvPr/>
            </p:nvSpPr>
            <p:spPr>
              <a:xfrm>
                <a:off x="76200" y="4119428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6" name="Freeform 914">
                <a:extLst>
                  <a:ext uri="{FF2B5EF4-FFF2-40B4-BE49-F238E27FC236}">
                    <a16:creationId xmlns:a16="http://schemas.microsoft.com/office/drawing/2014/main" id="{5FFFEEDD-36FD-358F-04B1-3134A3F15A68}"/>
                  </a:ext>
                </a:extLst>
              </p:cNvPr>
              <p:cNvSpPr/>
              <p:nvPr/>
            </p:nvSpPr>
            <p:spPr>
              <a:xfrm>
                <a:off x="76200" y="4182696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7" name="Freeform 915">
                <a:extLst>
                  <a:ext uri="{FF2B5EF4-FFF2-40B4-BE49-F238E27FC236}">
                    <a16:creationId xmlns:a16="http://schemas.microsoft.com/office/drawing/2014/main" id="{EAD9B3BF-C937-4579-DBA0-D663BCE0A28B}"/>
                  </a:ext>
                </a:extLst>
              </p:cNvPr>
              <p:cNvSpPr/>
              <p:nvPr/>
            </p:nvSpPr>
            <p:spPr>
              <a:xfrm>
                <a:off x="76200" y="4246091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8" name="Freeform 916">
                <a:extLst>
                  <a:ext uri="{FF2B5EF4-FFF2-40B4-BE49-F238E27FC236}">
                    <a16:creationId xmlns:a16="http://schemas.microsoft.com/office/drawing/2014/main" id="{79391570-AFCE-5062-CFD8-8C1BB967F813}"/>
                  </a:ext>
                </a:extLst>
              </p:cNvPr>
              <p:cNvSpPr/>
              <p:nvPr/>
            </p:nvSpPr>
            <p:spPr>
              <a:xfrm>
                <a:off x="76200" y="430935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69" name="Freeform 917">
                <a:extLst>
                  <a:ext uri="{FF2B5EF4-FFF2-40B4-BE49-F238E27FC236}">
                    <a16:creationId xmlns:a16="http://schemas.microsoft.com/office/drawing/2014/main" id="{E19C572A-1B4B-A0A7-8ADB-F613471D45EE}"/>
                  </a:ext>
                </a:extLst>
              </p:cNvPr>
              <p:cNvSpPr/>
              <p:nvPr/>
            </p:nvSpPr>
            <p:spPr>
              <a:xfrm>
                <a:off x="76200" y="4372754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0" name="Freeform 918">
                <a:extLst>
                  <a:ext uri="{FF2B5EF4-FFF2-40B4-BE49-F238E27FC236}">
                    <a16:creationId xmlns:a16="http://schemas.microsoft.com/office/drawing/2014/main" id="{B20E6E91-68F6-C3B3-7361-B63DE9034019}"/>
                  </a:ext>
                </a:extLst>
              </p:cNvPr>
              <p:cNvSpPr/>
              <p:nvPr/>
            </p:nvSpPr>
            <p:spPr>
              <a:xfrm>
                <a:off x="76200" y="4436022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1" name="Freeform 919">
                <a:extLst>
                  <a:ext uri="{FF2B5EF4-FFF2-40B4-BE49-F238E27FC236}">
                    <a16:creationId xmlns:a16="http://schemas.microsoft.com/office/drawing/2014/main" id="{FE80CCD7-B421-4FAE-8436-3C2E68691705}"/>
                  </a:ext>
                </a:extLst>
              </p:cNvPr>
              <p:cNvSpPr/>
              <p:nvPr/>
            </p:nvSpPr>
            <p:spPr>
              <a:xfrm>
                <a:off x="76200" y="4499290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2" name="Freeform 920">
                <a:extLst>
                  <a:ext uri="{FF2B5EF4-FFF2-40B4-BE49-F238E27FC236}">
                    <a16:creationId xmlns:a16="http://schemas.microsoft.com/office/drawing/2014/main" id="{4EED4B64-851F-2BE4-CAA1-DA2A48598275}"/>
                  </a:ext>
                </a:extLst>
              </p:cNvPr>
              <p:cNvSpPr/>
              <p:nvPr/>
            </p:nvSpPr>
            <p:spPr>
              <a:xfrm>
                <a:off x="76200" y="4562685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3" name="Freeform 921">
                <a:extLst>
                  <a:ext uri="{FF2B5EF4-FFF2-40B4-BE49-F238E27FC236}">
                    <a16:creationId xmlns:a16="http://schemas.microsoft.com/office/drawing/2014/main" id="{0FFDB143-3C0B-8429-C860-22E0C3590EA3}"/>
                  </a:ext>
                </a:extLst>
              </p:cNvPr>
              <p:cNvSpPr/>
              <p:nvPr/>
            </p:nvSpPr>
            <p:spPr>
              <a:xfrm>
                <a:off x="76200" y="4625953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4" name="Freeform 922">
                <a:extLst>
                  <a:ext uri="{FF2B5EF4-FFF2-40B4-BE49-F238E27FC236}">
                    <a16:creationId xmlns:a16="http://schemas.microsoft.com/office/drawing/2014/main" id="{404830FC-DBC9-12D0-6FA5-918B4CF1A636}"/>
                  </a:ext>
                </a:extLst>
              </p:cNvPr>
              <p:cNvSpPr/>
              <p:nvPr/>
            </p:nvSpPr>
            <p:spPr>
              <a:xfrm>
                <a:off x="76200" y="4689221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5" name="Freeform 923">
                <a:extLst>
                  <a:ext uri="{FF2B5EF4-FFF2-40B4-BE49-F238E27FC236}">
                    <a16:creationId xmlns:a16="http://schemas.microsoft.com/office/drawing/2014/main" id="{F99E40A8-817F-C959-2261-F6705155B24C}"/>
                  </a:ext>
                </a:extLst>
              </p:cNvPr>
              <p:cNvSpPr/>
              <p:nvPr/>
            </p:nvSpPr>
            <p:spPr>
              <a:xfrm>
                <a:off x="76200" y="4752616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6" name="Freeform 924">
                <a:extLst>
                  <a:ext uri="{FF2B5EF4-FFF2-40B4-BE49-F238E27FC236}">
                    <a16:creationId xmlns:a16="http://schemas.microsoft.com/office/drawing/2014/main" id="{15ECE41B-CCF7-2180-251D-B35D1F25F5F4}"/>
                  </a:ext>
                </a:extLst>
              </p:cNvPr>
              <p:cNvSpPr/>
              <p:nvPr/>
            </p:nvSpPr>
            <p:spPr>
              <a:xfrm>
                <a:off x="76200" y="4815884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7" name="Freeform 925">
                <a:extLst>
                  <a:ext uri="{FF2B5EF4-FFF2-40B4-BE49-F238E27FC236}">
                    <a16:creationId xmlns:a16="http://schemas.microsoft.com/office/drawing/2014/main" id="{13B10B16-4289-4870-2F4C-7F7D83CE65A9}"/>
                  </a:ext>
                </a:extLst>
              </p:cNvPr>
              <p:cNvSpPr/>
              <p:nvPr/>
            </p:nvSpPr>
            <p:spPr>
              <a:xfrm>
                <a:off x="76200" y="4879279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8" name="Freeform 926">
                <a:extLst>
                  <a:ext uri="{FF2B5EF4-FFF2-40B4-BE49-F238E27FC236}">
                    <a16:creationId xmlns:a16="http://schemas.microsoft.com/office/drawing/2014/main" id="{C51B55FA-6DF7-6D15-7A61-696D6D9A6C57}"/>
                  </a:ext>
                </a:extLst>
              </p:cNvPr>
              <p:cNvSpPr/>
              <p:nvPr/>
            </p:nvSpPr>
            <p:spPr>
              <a:xfrm>
                <a:off x="76200" y="4942547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79" name="Freeform 927">
                <a:extLst>
                  <a:ext uri="{FF2B5EF4-FFF2-40B4-BE49-F238E27FC236}">
                    <a16:creationId xmlns:a16="http://schemas.microsoft.com/office/drawing/2014/main" id="{D0EE3FBB-1CB2-8A10-35C1-7B077A6F44F2}"/>
                  </a:ext>
                </a:extLst>
              </p:cNvPr>
              <p:cNvSpPr/>
              <p:nvPr/>
            </p:nvSpPr>
            <p:spPr>
              <a:xfrm>
                <a:off x="76200" y="5005816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80" name="Freeform 928">
                <a:extLst>
                  <a:ext uri="{FF2B5EF4-FFF2-40B4-BE49-F238E27FC236}">
                    <a16:creationId xmlns:a16="http://schemas.microsoft.com/office/drawing/2014/main" id="{509B4B60-A9C1-5A2A-706C-F0F3E8DC83C4}"/>
                  </a:ext>
                </a:extLst>
              </p:cNvPr>
              <p:cNvSpPr/>
              <p:nvPr/>
            </p:nvSpPr>
            <p:spPr>
              <a:xfrm>
                <a:off x="76200" y="5069210"/>
                <a:ext cx="127000" cy="63268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1781" name="Freeform 911">
                <a:extLst>
                  <a:ext uri="{FF2B5EF4-FFF2-40B4-BE49-F238E27FC236}">
                    <a16:creationId xmlns:a16="http://schemas.microsoft.com/office/drawing/2014/main" id="{2771B027-420B-28AC-4295-A380363E366E}"/>
                  </a:ext>
                </a:extLst>
              </p:cNvPr>
              <p:cNvSpPr/>
              <p:nvPr/>
            </p:nvSpPr>
            <p:spPr>
              <a:xfrm>
                <a:off x="76204" y="3988987"/>
                <a:ext cx="127000" cy="70222"/>
              </a:xfrm>
              <a:custGeom>
                <a:avLst/>
                <a:gdLst>
                  <a:gd name="csX0" fmla="*/ 0 w 127000"/>
                  <a:gd name="csY0" fmla="*/ 0 h 63268"/>
                  <a:gd name="csX1" fmla="*/ 127000 w 127000"/>
                  <a:gd name="csY1" fmla="*/ 0 h 63268"/>
                  <a:gd name="csX2" fmla="*/ 127000 w 127000"/>
                  <a:gd name="csY2" fmla="*/ 63268 h 63268"/>
                  <a:gd name="csX3" fmla="*/ 0 w 127000"/>
                  <a:gd name="csY3" fmla="*/ 63268 h 632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63268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63268"/>
                    </a:lnTo>
                    <a:lnTo>
                      <a:pt x="0" y="63268"/>
                    </a:lnTo>
                    <a:close/>
                  </a:path>
                </a:pathLst>
              </a:custGeom>
              <a:solidFill>
                <a:schemeClr val="tx1"/>
              </a:solidFill>
              <a:ln w="6350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</p:grpSp>
        <p:sp>
          <p:nvSpPr>
            <p:cNvPr id="1738" name="Freeform 907">
              <a:extLst>
                <a:ext uri="{FF2B5EF4-FFF2-40B4-BE49-F238E27FC236}">
                  <a16:creationId xmlns:a16="http://schemas.microsoft.com/office/drawing/2014/main" id="{061C8C9E-A9FB-DC88-09D8-F24EAB45C03C}"/>
                </a:ext>
              </a:extLst>
            </p:cNvPr>
            <p:cNvSpPr/>
            <p:nvPr/>
          </p:nvSpPr>
          <p:spPr>
            <a:xfrm rot="16200000">
              <a:off x="2872785" y="2470273"/>
              <a:ext cx="121170" cy="99178"/>
            </a:xfrm>
            <a:custGeom>
              <a:avLst/>
              <a:gdLst>
                <a:gd name="csX0" fmla="*/ 0 w 127000"/>
                <a:gd name="csY0" fmla="*/ 0 h 63268"/>
                <a:gd name="csX1" fmla="*/ 127000 w 127000"/>
                <a:gd name="csY1" fmla="*/ 0 h 63268"/>
                <a:gd name="csX2" fmla="*/ 127000 w 127000"/>
                <a:gd name="csY2" fmla="*/ 63268 h 63268"/>
                <a:gd name="csX3" fmla="*/ 0 w 127000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" h="63268">
                  <a:moveTo>
                    <a:pt x="0" y="0"/>
                  </a:moveTo>
                  <a:lnTo>
                    <a:pt x="127000" y="0"/>
                  </a:lnTo>
                  <a:lnTo>
                    <a:pt x="127000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chemeClr val="tx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1739" name="Freeform 907">
              <a:extLst>
                <a:ext uri="{FF2B5EF4-FFF2-40B4-BE49-F238E27FC236}">
                  <a16:creationId xmlns:a16="http://schemas.microsoft.com/office/drawing/2014/main" id="{D2CBE790-5A9A-578D-62C5-4EFBA2617FAF}"/>
                </a:ext>
              </a:extLst>
            </p:cNvPr>
            <p:cNvSpPr/>
            <p:nvPr/>
          </p:nvSpPr>
          <p:spPr>
            <a:xfrm rot="16200000">
              <a:off x="2971912" y="2469367"/>
              <a:ext cx="121172" cy="100985"/>
            </a:xfrm>
            <a:custGeom>
              <a:avLst/>
              <a:gdLst>
                <a:gd name="csX0" fmla="*/ 0 w 127000"/>
                <a:gd name="csY0" fmla="*/ 0 h 63268"/>
                <a:gd name="csX1" fmla="*/ 127000 w 127000"/>
                <a:gd name="csY1" fmla="*/ 0 h 63268"/>
                <a:gd name="csX2" fmla="*/ 127000 w 127000"/>
                <a:gd name="csY2" fmla="*/ 63268 h 63268"/>
                <a:gd name="csX3" fmla="*/ 0 w 127000"/>
                <a:gd name="csY3" fmla="*/ 63268 h 63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" h="63268">
                  <a:moveTo>
                    <a:pt x="0" y="0"/>
                  </a:moveTo>
                  <a:lnTo>
                    <a:pt x="127000" y="0"/>
                  </a:lnTo>
                  <a:lnTo>
                    <a:pt x="127000" y="63268"/>
                  </a:lnTo>
                  <a:lnTo>
                    <a:pt x="0" y="63268"/>
                  </a:lnTo>
                  <a:close/>
                </a:path>
              </a:pathLst>
            </a:custGeom>
            <a:solidFill>
              <a:schemeClr val="tx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</p:grpSp>
      <p:sp>
        <p:nvSpPr>
          <p:cNvPr id="1806" name="TextBox 1805">
            <a:extLst>
              <a:ext uri="{FF2B5EF4-FFF2-40B4-BE49-F238E27FC236}">
                <a16:creationId xmlns:a16="http://schemas.microsoft.com/office/drawing/2014/main" id="{78A00C3C-2FCC-2FC9-D97F-52424CBB74C2}"/>
              </a:ext>
            </a:extLst>
          </p:cNvPr>
          <p:cNvSpPr txBox="1"/>
          <p:nvPr/>
        </p:nvSpPr>
        <p:spPr>
          <a:xfrm>
            <a:off x="2131804" y="-37"/>
            <a:ext cx="4308135" cy="26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34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1_RGC DEGs</a:t>
            </a:r>
          </a:p>
        </p:txBody>
      </p:sp>
      <p:sp>
        <p:nvSpPr>
          <p:cNvPr id="2375" name="TextBox 2374">
            <a:extLst>
              <a:ext uri="{FF2B5EF4-FFF2-40B4-BE49-F238E27FC236}">
                <a16:creationId xmlns:a16="http://schemas.microsoft.com/office/drawing/2014/main" id="{955EA145-E32F-1196-D8E6-0B9CAC5CA055}"/>
              </a:ext>
            </a:extLst>
          </p:cNvPr>
          <p:cNvSpPr txBox="1"/>
          <p:nvPr/>
        </p:nvSpPr>
        <p:spPr>
          <a:xfrm>
            <a:off x="1845642" y="-29116"/>
            <a:ext cx="30328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cxnSp>
        <p:nvCxnSpPr>
          <p:cNvPr id="2380" name="Straight Connector 2379">
            <a:extLst>
              <a:ext uri="{FF2B5EF4-FFF2-40B4-BE49-F238E27FC236}">
                <a16:creationId xmlns:a16="http://schemas.microsoft.com/office/drawing/2014/main" id="{26FDCD51-2F42-CD71-D527-AD1A160078AE}"/>
              </a:ext>
            </a:extLst>
          </p:cNvPr>
          <p:cNvCxnSpPr>
            <a:cxnSpLocks/>
          </p:cNvCxnSpPr>
          <p:nvPr/>
        </p:nvCxnSpPr>
        <p:spPr>
          <a:xfrm>
            <a:off x="1880016" y="0"/>
            <a:ext cx="0" cy="20528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2" name="Straight Connector 2381">
            <a:extLst>
              <a:ext uri="{FF2B5EF4-FFF2-40B4-BE49-F238E27FC236}">
                <a16:creationId xmlns:a16="http://schemas.microsoft.com/office/drawing/2014/main" id="{44B981FA-10F0-3D40-2BF6-46FC68591485}"/>
              </a:ext>
            </a:extLst>
          </p:cNvPr>
          <p:cNvCxnSpPr>
            <a:cxnSpLocks/>
          </p:cNvCxnSpPr>
          <p:nvPr/>
        </p:nvCxnSpPr>
        <p:spPr>
          <a:xfrm flipH="1">
            <a:off x="1880016" y="2052864"/>
            <a:ext cx="21509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11" name="Group 2410">
            <a:extLst>
              <a:ext uri="{FF2B5EF4-FFF2-40B4-BE49-F238E27FC236}">
                <a16:creationId xmlns:a16="http://schemas.microsoft.com/office/drawing/2014/main" id="{1EDF31B0-6147-BF4A-5491-6C4A405E4D8F}"/>
              </a:ext>
            </a:extLst>
          </p:cNvPr>
          <p:cNvGrpSpPr/>
          <p:nvPr/>
        </p:nvGrpSpPr>
        <p:grpSpPr>
          <a:xfrm>
            <a:off x="6526" y="2081980"/>
            <a:ext cx="3960344" cy="1878510"/>
            <a:chOff x="1200" y="2094510"/>
            <a:chExt cx="3960344" cy="1878510"/>
          </a:xfrm>
        </p:grpSpPr>
        <p:pic>
          <p:nvPicPr>
            <p:cNvPr id="79" name="Picture 78" descr="A blue and grey blotches&#10;&#10;AI-generated content may be incorrect.">
              <a:extLst>
                <a:ext uri="{FF2B5EF4-FFF2-40B4-BE49-F238E27FC236}">
                  <a16:creationId xmlns:a16="http://schemas.microsoft.com/office/drawing/2014/main" id="{5C6A8976-CBC2-30B6-FE94-27026DDEA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368" t="4945" r="7625" b="5024"/>
            <a:stretch>
              <a:fillRect/>
            </a:stretch>
          </p:blipFill>
          <p:spPr>
            <a:xfrm>
              <a:off x="1200" y="2106653"/>
              <a:ext cx="1789087" cy="1764375"/>
            </a:xfrm>
            <a:prstGeom prst="rect">
              <a:avLst/>
            </a:prstGeom>
          </p:spPr>
        </p:pic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9B2B8B6-9629-4F60-4C2B-1BCAEEB8AE61}"/>
                </a:ext>
              </a:extLst>
            </p:cNvPr>
            <p:cNvGrpSpPr/>
            <p:nvPr/>
          </p:nvGrpSpPr>
          <p:grpSpPr>
            <a:xfrm>
              <a:off x="65757" y="3340431"/>
              <a:ext cx="630197" cy="632589"/>
              <a:chOff x="3602621" y="1930932"/>
              <a:chExt cx="706958" cy="762114"/>
            </a:xfrm>
          </p:grpSpPr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15268643-E62A-70E6-3678-E56A3B3A7FD3}"/>
                  </a:ext>
                </a:extLst>
              </p:cNvPr>
              <p:cNvCxnSpPr/>
              <p:nvPr/>
            </p:nvCxnSpPr>
            <p:spPr>
              <a:xfrm>
                <a:off x="3805010" y="2464056"/>
                <a:ext cx="48254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C28E13F-E554-BBAF-39F1-C795FE3BF6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05010" y="1985991"/>
                <a:ext cx="0" cy="48463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DDF4FEE5-9975-E34E-E7B7-CFA1EE7947AA}"/>
                  </a:ext>
                </a:extLst>
              </p:cNvPr>
              <p:cNvSpPr/>
              <p:nvPr/>
            </p:nvSpPr>
            <p:spPr>
              <a:xfrm>
                <a:off x="3696639" y="2447964"/>
                <a:ext cx="612940" cy="2450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</a:t>
                </a:r>
                <a:r>
                  <a:rPr lang="en-US" sz="660" dirty="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_1</a:t>
                </a:r>
                <a:endParaRPr lang="en-US" sz="991" dirty="0">
                  <a:ln w="0">
                    <a:noFill/>
                  </a:ln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92427593-CA43-7BA2-E5EB-DB167C2FF642}"/>
                  </a:ext>
                </a:extLst>
              </p:cNvPr>
              <p:cNvSpPr/>
              <p:nvPr/>
            </p:nvSpPr>
            <p:spPr>
              <a:xfrm rot="16200000">
                <a:off x="3377938" y="2155615"/>
                <a:ext cx="677574" cy="2282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UMAP_2</a:t>
                </a:r>
                <a:endParaRPr lang="en-US" sz="1039">
                  <a:ln w="0">
                    <a:noFill/>
                  </a:ln>
                </a:endParaRPr>
              </a:p>
            </p:txBody>
          </p:sp>
        </p:grp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93598FF-B488-20C7-68E6-34956FF08895}"/>
                </a:ext>
              </a:extLst>
            </p:cNvPr>
            <p:cNvSpPr/>
            <p:nvPr/>
          </p:nvSpPr>
          <p:spPr>
            <a:xfrm>
              <a:off x="676318" y="2487758"/>
              <a:ext cx="448765" cy="41786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12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025EE51-432D-928E-2808-86ABAFD45626}"/>
                </a:ext>
              </a:extLst>
            </p:cNvPr>
            <p:cNvSpPr txBox="1"/>
            <p:nvPr/>
          </p:nvSpPr>
          <p:spPr>
            <a:xfrm>
              <a:off x="475958" y="2235846"/>
              <a:ext cx="876897" cy="2671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6" b="1" dirty="0"/>
                <a:t>1_</a:t>
              </a:r>
              <a:r>
                <a:rPr lang="en-US" sz="1136" b="1" dirty="0">
                  <a:latin typeface="Arial" panose="020B0604020202020204" pitchFamily="34" charset="0"/>
                  <a:cs typeface="Arial" panose="020B0604020202020204" pitchFamily="34" charset="0"/>
                </a:rPr>
                <a:t>RGC</a:t>
              </a:r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C96EC32-2F99-4565-7B69-8985C7CB0B1B}"/>
                </a:ext>
              </a:extLst>
            </p:cNvPr>
            <p:cNvCxnSpPr>
              <a:cxnSpLocks/>
            </p:cNvCxnSpPr>
            <p:nvPr/>
          </p:nvCxnSpPr>
          <p:spPr>
            <a:xfrm>
              <a:off x="1125083" y="2903231"/>
              <a:ext cx="1015681" cy="7627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CF70B1-07F8-3AD5-7B30-0DF4C7A5D7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5083" y="2147567"/>
              <a:ext cx="1025929" cy="34019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E1BF5CDF-3E13-327C-464C-859A68DCF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5417" t="4152" r="34457" b="71195"/>
            <a:stretch>
              <a:fillRect/>
            </a:stretch>
          </p:blipFill>
          <p:spPr>
            <a:xfrm>
              <a:off x="2085151" y="2094510"/>
              <a:ext cx="1876393" cy="1535514"/>
            </a:xfrm>
            <a:custGeom>
              <a:avLst/>
              <a:gdLst>
                <a:gd name="csX0" fmla="*/ 0 w 7389001"/>
                <a:gd name="csY0" fmla="*/ 0 h 7389093"/>
                <a:gd name="csX1" fmla="*/ 7389002 w 7389001"/>
                <a:gd name="csY1" fmla="*/ 0 h 7389093"/>
                <a:gd name="csX2" fmla="*/ 7389002 w 7389001"/>
                <a:gd name="csY2" fmla="*/ 7389094 h 7389093"/>
                <a:gd name="csX3" fmla="*/ 0 w 7389001"/>
                <a:gd name="csY3" fmla="*/ 7389094 h 7389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389001" h="7389093">
                  <a:moveTo>
                    <a:pt x="0" y="0"/>
                  </a:moveTo>
                  <a:lnTo>
                    <a:pt x="7389002" y="0"/>
                  </a:lnTo>
                  <a:lnTo>
                    <a:pt x="7389002" y="7389094"/>
                  </a:lnTo>
                  <a:lnTo>
                    <a:pt x="0" y="7389094"/>
                  </a:lnTo>
                  <a:close/>
                </a:path>
              </a:pathLst>
            </a:custGeom>
          </p:spPr>
        </p:pic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03675C4F-FE5F-9CF5-2084-44AF3C2D8469}"/>
                </a:ext>
              </a:extLst>
            </p:cNvPr>
            <p:cNvSpPr txBox="1"/>
            <p:nvPr/>
          </p:nvSpPr>
          <p:spPr>
            <a:xfrm>
              <a:off x="2920609" y="3041182"/>
              <a:ext cx="725882" cy="2668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1_NSC</a:t>
              </a:r>
              <a:endParaRPr lang="en-US" sz="1512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97FA0D13-FDC4-9E55-A76B-5E43B29F07F8}"/>
                </a:ext>
              </a:extLst>
            </p:cNvPr>
            <p:cNvSpPr txBox="1"/>
            <p:nvPr/>
          </p:nvSpPr>
          <p:spPr>
            <a:xfrm>
              <a:off x="2591637" y="2694477"/>
              <a:ext cx="550743" cy="2668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1_NP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96F34FE3-F258-5F5B-4246-A9CF6B206AD0}"/>
                </a:ext>
              </a:extLst>
            </p:cNvPr>
            <p:cNvSpPr txBox="1"/>
            <p:nvPr/>
          </p:nvSpPr>
          <p:spPr>
            <a:xfrm>
              <a:off x="3122747" y="2493660"/>
              <a:ext cx="730708" cy="2668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1_shha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9D032C1E-7D5B-F36E-1946-DB23042EF914}"/>
                </a:ext>
              </a:extLst>
            </p:cNvPr>
            <p:cNvSpPr txBox="1"/>
            <p:nvPr/>
          </p:nvSpPr>
          <p:spPr>
            <a:xfrm>
              <a:off x="2591638" y="2207519"/>
              <a:ext cx="676450" cy="2668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1_gfap</a:t>
              </a:r>
            </a:p>
          </p:txBody>
        </p:sp>
        <p:sp>
          <p:nvSpPr>
            <p:cNvPr id="569" name="Rectangle 568">
              <a:extLst>
                <a:ext uri="{FF2B5EF4-FFF2-40B4-BE49-F238E27FC236}">
                  <a16:creationId xmlns:a16="http://schemas.microsoft.com/office/drawing/2014/main" id="{B65BCF8B-A170-909C-9A04-8BD31EF6FCCC}"/>
                </a:ext>
              </a:extLst>
            </p:cNvPr>
            <p:cNvSpPr/>
            <p:nvPr/>
          </p:nvSpPr>
          <p:spPr>
            <a:xfrm>
              <a:off x="2151013" y="2147567"/>
              <a:ext cx="1758359" cy="1511103"/>
            </a:xfrm>
            <a:prstGeom prst="rect">
              <a:avLst/>
            </a:prstGeom>
            <a:noFill/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1"/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BE3B0FB8-14D7-8DAB-B164-10A40504F082}"/>
                </a:ext>
              </a:extLst>
            </p:cNvPr>
            <p:cNvGrpSpPr/>
            <p:nvPr/>
          </p:nvGrpSpPr>
          <p:grpSpPr>
            <a:xfrm>
              <a:off x="2116916" y="3059020"/>
              <a:ext cx="638207" cy="632599"/>
              <a:chOff x="430936" y="2071615"/>
              <a:chExt cx="715944" cy="762125"/>
            </a:xfrm>
          </p:grpSpPr>
          <p:cxnSp>
            <p:nvCxnSpPr>
              <p:cNvPr id="98" name="Straight Arrow Connector 97">
                <a:extLst>
                  <a:ext uri="{FF2B5EF4-FFF2-40B4-BE49-F238E27FC236}">
                    <a16:creationId xmlns:a16="http://schemas.microsoft.com/office/drawing/2014/main" id="{956A446E-6325-63DB-4CAC-5D3D384F67EE}"/>
                  </a:ext>
                </a:extLst>
              </p:cNvPr>
              <p:cNvCxnSpPr/>
              <p:nvPr/>
            </p:nvCxnSpPr>
            <p:spPr>
              <a:xfrm>
                <a:off x="640422" y="2616185"/>
                <a:ext cx="48254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376CB555-4836-38B2-2993-11EAD0B241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0422" y="2138120"/>
                <a:ext cx="0" cy="48463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4D8F386-BB6A-E4E8-6E6A-567A3A175641}"/>
                  </a:ext>
                </a:extLst>
              </p:cNvPr>
              <p:cNvSpPr/>
              <p:nvPr/>
            </p:nvSpPr>
            <p:spPr>
              <a:xfrm>
                <a:off x="515958" y="2588658"/>
                <a:ext cx="630922" cy="2450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UMAP_1</a:t>
                </a:r>
                <a:endParaRPr lang="en-US" sz="1039">
                  <a:ln w="0">
                    <a:noFill/>
                  </a:ln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0DC9B781-9E61-AFCE-4728-50633143E676}"/>
                  </a:ext>
                </a:extLst>
              </p:cNvPr>
              <p:cNvSpPr/>
              <p:nvPr/>
            </p:nvSpPr>
            <p:spPr>
              <a:xfrm rot="16200000">
                <a:off x="206253" y="2296298"/>
                <a:ext cx="677574" cy="2282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UMAP_2</a:t>
                </a:r>
                <a:endParaRPr lang="en-US" sz="1039">
                  <a:ln w="0">
                    <a:noFill/>
                  </a:ln>
                </a:endParaRPr>
              </a:p>
            </p:txBody>
          </p:sp>
        </p:grpSp>
      </p:grpSp>
      <p:cxnSp>
        <p:nvCxnSpPr>
          <p:cNvPr id="2385" name="Straight Connector 2384">
            <a:extLst>
              <a:ext uri="{FF2B5EF4-FFF2-40B4-BE49-F238E27FC236}">
                <a16:creationId xmlns:a16="http://schemas.microsoft.com/office/drawing/2014/main" id="{36F73F32-9301-BF99-1274-DC55A07EA2F7}"/>
              </a:ext>
            </a:extLst>
          </p:cNvPr>
          <p:cNvCxnSpPr>
            <a:cxnSpLocks/>
          </p:cNvCxnSpPr>
          <p:nvPr/>
        </p:nvCxnSpPr>
        <p:spPr>
          <a:xfrm flipV="1">
            <a:off x="4030980" y="2052864"/>
            <a:ext cx="0" cy="1650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7" name="Freeform 937">
            <a:extLst>
              <a:ext uri="{FF2B5EF4-FFF2-40B4-BE49-F238E27FC236}">
                <a16:creationId xmlns:a16="http://schemas.microsoft.com/office/drawing/2014/main" id="{7A9DCDA7-0887-62A2-E81E-226DC9E21238}"/>
              </a:ext>
            </a:extLst>
          </p:cNvPr>
          <p:cNvSpPr/>
          <p:nvPr/>
        </p:nvSpPr>
        <p:spPr>
          <a:xfrm>
            <a:off x="5192093" y="3324342"/>
            <a:ext cx="171964" cy="171336"/>
          </a:xfrm>
          <a:custGeom>
            <a:avLst/>
            <a:gdLst>
              <a:gd name="csX0" fmla="*/ 0 w 181990"/>
              <a:gd name="csY0" fmla="*/ 0 h 181326"/>
              <a:gd name="csX1" fmla="*/ 181991 w 181990"/>
              <a:gd name="csY1" fmla="*/ 0 h 181326"/>
              <a:gd name="csX2" fmla="*/ 181991 w 181990"/>
              <a:gd name="csY2" fmla="*/ 181327 h 181326"/>
              <a:gd name="csX3" fmla="*/ 0 w 181990"/>
              <a:gd name="csY3" fmla="*/ 181327 h 181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1990" h="181326">
                <a:moveTo>
                  <a:pt x="0" y="0"/>
                </a:moveTo>
                <a:lnTo>
                  <a:pt x="181991" y="0"/>
                </a:lnTo>
                <a:lnTo>
                  <a:pt x="181991" y="181327"/>
                </a:lnTo>
                <a:lnTo>
                  <a:pt x="0" y="181327"/>
                </a:lnTo>
                <a:close/>
              </a:path>
            </a:pathLst>
          </a:custGeom>
          <a:solidFill>
            <a:schemeClr val="tx1"/>
          </a:solidFill>
          <a:ln w="9525" cap="rnd">
            <a:solidFill>
              <a:schemeClr val="bg1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 dirty="0"/>
          </a:p>
        </p:txBody>
      </p:sp>
      <p:cxnSp>
        <p:nvCxnSpPr>
          <p:cNvPr id="2388" name="Straight Connector 2387">
            <a:extLst>
              <a:ext uri="{FF2B5EF4-FFF2-40B4-BE49-F238E27FC236}">
                <a16:creationId xmlns:a16="http://schemas.microsoft.com/office/drawing/2014/main" id="{636813C4-EF2E-DD71-748C-EC69A1CCAFD3}"/>
              </a:ext>
            </a:extLst>
          </p:cNvPr>
          <p:cNvCxnSpPr>
            <a:cxnSpLocks/>
          </p:cNvCxnSpPr>
          <p:nvPr/>
        </p:nvCxnSpPr>
        <p:spPr>
          <a:xfrm>
            <a:off x="4030980" y="3703320"/>
            <a:ext cx="24491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9" name="TextBox 1318">
            <a:extLst>
              <a:ext uri="{FF2B5EF4-FFF2-40B4-BE49-F238E27FC236}">
                <a16:creationId xmlns:a16="http://schemas.microsoft.com/office/drawing/2014/main" id="{B6687E21-0893-E16B-7C06-816B357E567D}"/>
              </a:ext>
            </a:extLst>
          </p:cNvPr>
          <p:cNvSpPr txBox="1"/>
          <p:nvPr/>
        </p:nvSpPr>
        <p:spPr>
          <a:xfrm>
            <a:off x="1200" y="3953838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2399" name="TextBox 2398">
            <a:extLst>
              <a:ext uri="{FF2B5EF4-FFF2-40B4-BE49-F238E27FC236}">
                <a16:creationId xmlns:a16="http://schemas.microsoft.com/office/drawing/2014/main" id="{C5C489AC-066D-CAC8-FBBE-DC925A8B2B07}"/>
              </a:ext>
            </a:extLst>
          </p:cNvPr>
          <p:cNvSpPr txBox="1"/>
          <p:nvPr/>
        </p:nvSpPr>
        <p:spPr>
          <a:xfrm>
            <a:off x="2242618" y="3953838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2401" name="TextBox 2400">
            <a:extLst>
              <a:ext uri="{FF2B5EF4-FFF2-40B4-BE49-F238E27FC236}">
                <a16:creationId xmlns:a16="http://schemas.microsoft.com/office/drawing/2014/main" id="{771B184C-C5D8-D46C-55E8-892353B602D6}"/>
              </a:ext>
            </a:extLst>
          </p:cNvPr>
          <p:cNvSpPr txBox="1"/>
          <p:nvPr/>
        </p:nvSpPr>
        <p:spPr>
          <a:xfrm>
            <a:off x="4474419" y="3953838"/>
            <a:ext cx="30328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021" name="TextBox 1020">
            <a:extLst>
              <a:ext uri="{FF2B5EF4-FFF2-40B4-BE49-F238E27FC236}">
                <a16:creationId xmlns:a16="http://schemas.microsoft.com/office/drawing/2014/main" id="{56F3743A-94AB-E417-A04D-6CCA64007E6C}"/>
              </a:ext>
            </a:extLst>
          </p:cNvPr>
          <p:cNvSpPr txBox="1"/>
          <p:nvPr/>
        </p:nvSpPr>
        <p:spPr>
          <a:xfrm>
            <a:off x="-10420" y="192573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82587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9A8E602-3367-06DD-622F-C1FE9FBBE5B8}"/>
              </a:ext>
            </a:extLst>
          </p:cNvPr>
          <p:cNvGrpSpPr>
            <a:grpSpLocks noChangeAspect="1"/>
          </p:cNvGrpSpPr>
          <p:nvPr/>
        </p:nvGrpSpPr>
        <p:grpSpPr>
          <a:xfrm>
            <a:off x="-7427" y="36260"/>
            <a:ext cx="1753849" cy="1990862"/>
            <a:chOff x="2647359" y="2457903"/>
            <a:chExt cx="1653020" cy="187641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3E434E4-CB9C-CF3A-1D2F-7B7FF8F4F671}"/>
                </a:ext>
              </a:extLst>
            </p:cNvPr>
            <p:cNvGrpSpPr/>
            <p:nvPr/>
          </p:nvGrpSpPr>
          <p:grpSpPr>
            <a:xfrm>
              <a:off x="2647359" y="2457903"/>
              <a:ext cx="1653020" cy="1876416"/>
              <a:chOff x="2448215" y="2751535"/>
              <a:chExt cx="1653020" cy="1876416"/>
            </a:xfrm>
          </p:grpSpPr>
          <p:pic>
            <p:nvPicPr>
              <p:cNvPr id="7" name="Graphic 6">
                <a:extLst>
                  <a:ext uri="{FF2B5EF4-FFF2-40B4-BE49-F238E27FC236}">
                    <a16:creationId xmlns:a16="http://schemas.microsoft.com/office/drawing/2014/main" id="{5098D5A4-0F79-AEBF-D55C-280E7D4FE7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6740" t="20864" r="15783"/>
              <a:stretch>
                <a:fillRect/>
              </a:stretch>
            </p:blipFill>
            <p:spPr>
              <a:xfrm>
                <a:off x="2448215" y="2939491"/>
                <a:ext cx="1653020" cy="168846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D38D92-B2A1-92F6-B16A-BA0BB5BCAD24}"/>
                  </a:ext>
                </a:extLst>
              </p:cNvPr>
              <p:cNvSpPr txBox="1"/>
              <p:nvPr/>
            </p:nvSpPr>
            <p:spPr>
              <a:xfrm>
                <a:off x="2775654" y="2751535"/>
                <a:ext cx="1153616" cy="251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36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6_POA_Mixed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06F93F6E-084A-91FA-C8A3-D080C5841EBC}"/>
                  </a:ext>
                </a:extLst>
              </p:cNvPr>
              <p:cNvCxnSpPr/>
              <p:nvPr/>
            </p:nvCxnSpPr>
            <p:spPr>
              <a:xfrm>
                <a:off x="2717709" y="4358495"/>
                <a:ext cx="48254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7F1C70D4-EEA6-1C73-66BB-FE203E0FA1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17709" y="3880430"/>
                <a:ext cx="0" cy="48463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FF2CCF7-BD95-ABAB-A89D-35F42DD0F1F2}"/>
                  </a:ext>
                </a:extLst>
              </p:cNvPr>
              <p:cNvSpPr/>
              <p:nvPr/>
            </p:nvSpPr>
            <p:spPr>
              <a:xfrm>
                <a:off x="2658323" y="4342404"/>
                <a:ext cx="514975" cy="1917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</a:t>
                </a:r>
                <a:r>
                  <a:rPr lang="en-US" sz="660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_1</a:t>
                </a:r>
                <a:endParaRPr lang="en-US" sz="991">
                  <a:ln w="0">
                    <a:noFill/>
                  </a:ln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44D02EF-6D28-78ED-47C3-5063FC964E0C}"/>
                  </a:ext>
                </a:extLst>
              </p:cNvPr>
              <p:cNvSpPr/>
              <p:nvPr/>
            </p:nvSpPr>
            <p:spPr>
              <a:xfrm rot="16200000">
                <a:off x="2364381" y="4068288"/>
                <a:ext cx="530086" cy="19173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86401" tIns="43200" rIns="86401" bIns="43200">
                <a:spAutoFit/>
              </a:bodyPr>
              <a:lstStyle/>
              <a:p>
                <a:pPr algn="ctr"/>
                <a:r>
                  <a:rPr lang="en-US" sz="755">
                    <a:ln w="0">
                      <a:noFill/>
                    </a:ln>
                    <a:latin typeface="Arial" panose="020B0604020202020204" pitchFamily="34" charset="0"/>
                    <a:cs typeface="Arial" panose="020B0604020202020204" pitchFamily="34" charset="0"/>
                  </a:rPr>
                  <a:t>UMAP_2</a:t>
                </a:r>
                <a:endParaRPr lang="en-US" sz="1039">
                  <a:ln w="0">
                    <a:noFill/>
                  </a:ln>
                </a:endParaRP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88F620-B16D-AC06-385F-83D951E1A5DC}"/>
                </a:ext>
              </a:extLst>
            </p:cNvPr>
            <p:cNvSpPr/>
            <p:nvPr/>
          </p:nvSpPr>
          <p:spPr>
            <a:xfrm>
              <a:off x="3201794" y="3223898"/>
              <a:ext cx="405102" cy="405101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12"/>
            </a:p>
          </p:txBody>
        </p:sp>
      </p:grpSp>
      <p:sp>
        <p:nvSpPr>
          <p:cNvPr id="5874" name="TextBox 5873">
            <a:extLst>
              <a:ext uri="{FF2B5EF4-FFF2-40B4-BE49-F238E27FC236}">
                <a16:creationId xmlns:a16="http://schemas.microsoft.com/office/drawing/2014/main" id="{B20F257E-006A-7657-4F04-23DBE4E854D6}"/>
              </a:ext>
            </a:extLst>
          </p:cNvPr>
          <p:cNvSpPr txBox="1"/>
          <p:nvPr/>
        </p:nvSpPr>
        <p:spPr>
          <a:xfrm>
            <a:off x="2620" y="-2417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grpSp>
        <p:nvGrpSpPr>
          <p:cNvPr id="6864" name="Group 6863">
            <a:extLst>
              <a:ext uri="{FF2B5EF4-FFF2-40B4-BE49-F238E27FC236}">
                <a16:creationId xmlns:a16="http://schemas.microsoft.com/office/drawing/2014/main" id="{46B1AE4D-C506-CFCC-BD91-3378BCBDA853}"/>
              </a:ext>
            </a:extLst>
          </p:cNvPr>
          <p:cNvGrpSpPr/>
          <p:nvPr/>
        </p:nvGrpSpPr>
        <p:grpSpPr>
          <a:xfrm>
            <a:off x="337965" y="4514259"/>
            <a:ext cx="2949869" cy="2073253"/>
            <a:chOff x="21391" y="2164218"/>
            <a:chExt cx="3121860" cy="2194133"/>
          </a:xfrm>
        </p:grpSpPr>
        <p:sp>
          <p:nvSpPr>
            <p:cNvPr id="6764" name="Rectangle 6763">
              <a:extLst>
                <a:ext uri="{FF2B5EF4-FFF2-40B4-BE49-F238E27FC236}">
                  <a16:creationId xmlns:a16="http://schemas.microsoft.com/office/drawing/2014/main" id="{82031357-72B4-472F-E97C-E56DE36D867C}"/>
                </a:ext>
              </a:extLst>
            </p:cNvPr>
            <p:cNvSpPr/>
            <p:nvPr/>
          </p:nvSpPr>
          <p:spPr>
            <a:xfrm rot="5400000">
              <a:off x="2517754" y="2891929"/>
              <a:ext cx="291677" cy="958379"/>
            </a:xfrm>
            <a:prstGeom prst="rect">
              <a:avLst/>
            </a:prstGeom>
            <a:solidFill>
              <a:srgbClr val="8DB2D7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65" name="Rectangle 6764">
              <a:extLst>
                <a:ext uri="{FF2B5EF4-FFF2-40B4-BE49-F238E27FC236}">
                  <a16:creationId xmlns:a16="http://schemas.microsoft.com/office/drawing/2014/main" id="{AA72AA8B-B34E-EB6E-22D0-DD92267D464E}"/>
                </a:ext>
              </a:extLst>
            </p:cNvPr>
            <p:cNvSpPr/>
            <p:nvPr/>
          </p:nvSpPr>
          <p:spPr>
            <a:xfrm rot="5400000">
              <a:off x="1559085" y="2891929"/>
              <a:ext cx="291677" cy="958379"/>
            </a:xfrm>
            <a:prstGeom prst="rect">
              <a:avLst/>
            </a:prstGeom>
            <a:solidFill>
              <a:srgbClr val="B6CEE6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 dirty="0"/>
            </a:p>
          </p:txBody>
        </p:sp>
        <p:sp>
          <p:nvSpPr>
            <p:cNvPr id="6766" name="Rectangle 6765">
              <a:extLst>
                <a:ext uri="{FF2B5EF4-FFF2-40B4-BE49-F238E27FC236}">
                  <a16:creationId xmlns:a16="http://schemas.microsoft.com/office/drawing/2014/main" id="{3FF06BB9-1E3C-3858-57C4-53733E723380}"/>
                </a:ext>
              </a:extLst>
            </p:cNvPr>
            <p:cNvSpPr/>
            <p:nvPr/>
          </p:nvSpPr>
          <p:spPr>
            <a:xfrm rot="5400000">
              <a:off x="600704" y="2891929"/>
              <a:ext cx="291677" cy="958379"/>
            </a:xfrm>
            <a:prstGeom prst="rect">
              <a:avLst/>
            </a:prstGeom>
            <a:solidFill>
              <a:srgbClr val="A9C5E1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67" name="Rectangle 6766">
              <a:extLst>
                <a:ext uri="{FF2B5EF4-FFF2-40B4-BE49-F238E27FC236}">
                  <a16:creationId xmlns:a16="http://schemas.microsoft.com/office/drawing/2014/main" id="{D9352BFF-711E-C282-A315-8CAF420AF2C2}"/>
                </a:ext>
              </a:extLst>
            </p:cNvPr>
            <p:cNvSpPr/>
            <p:nvPr/>
          </p:nvSpPr>
          <p:spPr>
            <a:xfrm rot="5400000">
              <a:off x="2517754" y="2600378"/>
              <a:ext cx="291677" cy="958379"/>
            </a:xfrm>
            <a:prstGeom prst="rect">
              <a:avLst/>
            </a:prstGeom>
            <a:solidFill>
              <a:srgbClr val="EC7E81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68" name="Rectangle 6767">
              <a:extLst>
                <a:ext uri="{FF2B5EF4-FFF2-40B4-BE49-F238E27FC236}">
                  <a16:creationId xmlns:a16="http://schemas.microsoft.com/office/drawing/2014/main" id="{44C6606E-B17E-5847-4999-A10DD89B160B}"/>
                </a:ext>
              </a:extLst>
            </p:cNvPr>
            <p:cNvSpPr/>
            <p:nvPr/>
          </p:nvSpPr>
          <p:spPr>
            <a:xfrm rot="5400000">
              <a:off x="1559085" y="2600378"/>
              <a:ext cx="291677" cy="958379"/>
            </a:xfrm>
            <a:prstGeom prst="rect">
              <a:avLst/>
            </a:prstGeom>
            <a:solidFill>
              <a:srgbClr val="C0D5E9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69" name="Rectangle 6768">
              <a:extLst>
                <a:ext uri="{FF2B5EF4-FFF2-40B4-BE49-F238E27FC236}">
                  <a16:creationId xmlns:a16="http://schemas.microsoft.com/office/drawing/2014/main" id="{DB23544F-1F28-692A-6CF8-17DF18B45166}"/>
                </a:ext>
              </a:extLst>
            </p:cNvPr>
            <p:cNvSpPr/>
            <p:nvPr/>
          </p:nvSpPr>
          <p:spPr>
            <a:xfrm rot="5400000">
              <a:off x="600704" y="2600378"/>
              <a:ext cx="291677" cy="958379"/>
            </a:xfrm>
            <a:prstGeom prst="rect">
              <a:avLst/>
            </a:prstGeom>
            <a:solidFill>
              <a:srgbClr val="D2E1EF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70" name="Rectangle 6769">
              <a:extLst>
                <a:ext uri="{FF2B5EF4-FFF2-40B4-BE49-F238E27FC236}">
                  <a16:creationId xmlns:a16="http://schemas.microsoft.com/office/drawing/2014/main" id="{EAF405B1-4EF8-5536-3909-44052FDA7E4A}"/>
                </a:ext>
              </a:extLst>
            </p:cNvPr>
            <p:cNvSpPr/>
            <p:nvPr/>
          </p:nvSpPr>
          <p:spPr>
            <a:xfrm rot="5400000">
              <a:off x="2517754" y="2308701"/>
              <a:ext cx="291677" cy="958379"/>
            </a:xfrm>
            <a:prstGeom prst="rect">
              <a:avLst/>
            </a:prstGeom>
            <a:solidFill>
              <a:srgbClr val="FCFDFE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71" name="Rectangle 6770">
              <a:extLst>
                <a:ext uri="{FF2B5EF4-FFF2-40B4-BE49-F238E27FC236}">
                  <a16:creationId xmlns:a16="http://schemas.microsoft.com/office/drawing/2014/main" id="{609E6CC6-A969-6DF0-07DF-DF16942FB78C}"/>
                </a:ext>
              </a:extLst>
            </p:cNvPr>
            <p:cNvSpPr/>
            <p:nvPr/>
          </p:nvSpPr>
          <p:spPr>
            <a:xfrm rot="5400000">
              <a:off x="1559085" y="2308701"/>
              <a:ext cx="291677" cy="958379"/>
            </a:xfrm>
            <a:prstGeom prst="rect">
              <a:avLst/>
            </a:prstGeom>
            <a:solidFill>
              <a:srgbClr val="EA6F73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6772" name="Rectangle 6771">
              <a:extLst>
                <a:ext uri="{FF2B5EF4-FFF2-40B4-BE49-F238E27FC236}">
                  <a16:creationId xmlns:a16="http://schemas.microsoft.com/office/drawing/2014/main" id="{DFA8BA42-82B9-CC6D-E7ED-3DAF436C8091}"/>
                </a:ext>
              </a:extLst>
            </p:cNvPr>
            <p:cNvSpPr/>
            <p:nvPr/>
          </p:nvSpPr>
          <p:spPr>
            <a:xfrm rot="5400000">
              <a:off x="600704" y="2308701"/>
              <a:ext cx="291677" cy="958379"/>
            </a:xfrm>
            <a:prstGeom prst="rect">
              <a:avLst/>
            </a:prstGeom>
            <a:solidFill>
              <a:srgbClr val="EA6F73"/>
            </a:solidFill>
            <a:ln w="9507" cap="rnd">
              <a:noFill/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grpSp>
          <p:nvGrpSpPr>
            <p:cNvPr id="6781" name="Group 6780">
              <a:extLst>
                <a:ext uri="{FF2B5EF4-FFF2-40B4-BE49-F238E27FC236}">
                  <a16:creationId xmlns:a16="http://schemas.microsoft.com/office/drawing/2014/main" id="{D19F05D0-3F4E-14E2-6D28-54CA9C9354B2}"/>
                </a:ext>
              </a:extLst>
            </p:cNvPr>
            <p:cNvGrpSpPr/>
            <p:nvPr/>
          </p:nvGrpSpPr>
          <p:grpSpPr>
            <a:xfrm>
              <a:off x="21391" y="2652770"/>
              <a:ext cx="312906" cy="860227"/>
              <a:chOff x="201963" y="2652770"/>
              <a:chExt cx="312906" cy="860227"/>
            </a:xfrm>
          </p:grpSpPr>
          <p:sp>
            <p:nvSpPr>
              <p:cNvPr id="6773" name="TextBox 6772">
                <a:extLst>
                  <a:ext uri="{FF2B5EF4-FFF2-40B4-BE49-F238E27FC236}">
                    <a16:creationId xmlns:a16="http://schemas.microsoft.com/office/drawing/2014/main" id="{F1C9DB4F-15ED-D7D0-3EF5-8DA1FD859FF7}"/>
                  </a:ext>
                </a:extLst>
              </p:cNvPr>
              <p:cNvSpPr txBox="1"/>
              <p:nvPr/>
            </p:nvSpPr>
            <p:spPr>
              <a:xfrm>
                <a:off x="201963" y="3235998"/>
                <a:ext cx="312906" cy="276999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sz="1134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6774" name="TextBox 6773">
                <a:extLst>
                  <a:ext uri="{FF2B5EF4-FFF2-40B4-BE49-F238E27FC236}">
                    <a16:creationId xmlns:a16="http://schemas.microsoft.com/office/drawing/2014/main" id="{B45C15B0-8B8B-8101-C135-3F15F7AB6171}"/>
                  </a:ext>
                </a:extLst>
              </p:cNvPr>
              <p:cNvSpPr txBox="1"/>
              <p:nvPr/>
            </p:nvSpPr>
            <p:spPr>
              <a:xfrm>
                <a:off x="240669" y="2944320"/>
                <a:ext cx="227948" cy="276999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sz="113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6775" name="TextBox 6774">
                <a:extLst>
                  <a:ext uri="{FF2B5EF4-FFF2-40B4-BE49-F238E27FC236}">
                    <a16:creationId xmlns:a16="http://schemas.microsoft.com/office/drawing/2014/main" id="{6B6F3AA5-5EE4-A46B-9657-3934E2826917}"/>
                  </a:ext>
                </a:extLst>
              </p:cNvPr>
              <p:cNvSpPr txBox="1"/>
              <p:nvPr/>
            </p:nvSpPr>
            <p:spPr>
              <a:xfrm>
                <a:off x="217453" y="2652770"/>
                <a:ext cx="279244" cy="276999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86402" tIns="43201" rIns="86402" bIns="43201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sz="1134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03DF6A24-AA3D-6252-7DBD-EC0B45429A57}"/>
                </a:ext>
              </a:extLst>
            </p:cNvPr>
            <p:cNvGrpSpPr/>
            <p:nvPr/>
          </p:nvGrpSpPr>
          <p:grpSpPr>
            <a:xfrm rot="5400000">
              <a:off x="1643389" y="1110520"/>
              <a:ext cx="121406" cy="2878319"/>
              <a:chOff x="3022764" y="2736582"/>
              <a:chExt cx="126761" cy="1268856"/>
            </a:xfrm>
          </p:grpSpPr>
          <p:sp>
            <p:nvSpPr>
              <p:cNvPr id="6776" name="Rectangle 6775">
                <a:extLst>
                  <a:ext uri="{FF2B5EF4-FFF2-40B4-BE49-F238E27FC236}">
                    <a16:creationId xmlns:a16="http://schemas.microsoft.com/office/drawing/2014/main" id="{D9345D5E-A58E-9C80-F968-F3F875613542}"/>
                  </a:ext>
                </a:extLst>
              </p:cNvPr>
              <p:cNvSpPr/>
              <p:nvPr/>
            </p:nvSpPr>
            <p:spPr>
              <a:xfrm>
                <a:off x="3022764" y="2736582"/>
                <a:ext cx="126761" cy="422909"/>
              </a:xfrm>
              <a:prstGeom prst="rect">
                <a:avLst/>
              </a:prstGeom>
              <a:solidFill>
                <a:srgbClr val="1965B0"/>
              </a:solidFill>
              <a:ln w="9507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777" name="Rectangle 6776">
                <a:extLst>
                  <a:ext uri="{FF2B5EF4-FFF2-40B4-BE49-F238E27FC236}">
                    <a16:creationId xmlns:a16="http://schemas.microsoft.com/office/drawing/2014/main" id="{E764A317-8B30-4D55-7FA3-CFC64799A282}"/>
                  </a:ext>
                </a:extLst>
              </p:cNvPr>
              <p:cNvSpPr/>
              <p:nvPr/>
            </p:nvSpPr>
            <p:spPr>
              <a:xfrm>
                <a:off x="3022764" y="3159619"/>
                <a:ext cx="126761" cy="422909"/>
              </a:xfrm>
              <a:prstGeom prst="rect">
                <a:avLst/>
              </a:prstGeom>
              <a:solidFill>
                <a:srgbClr val="CAE0AB"/>
              </a:solidFill>
              <a:ln w="9507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778" name="Rectangle 6777">
                <a:extLst>
                  <a:ext uri="{FF2B5EF4-FFF2-40B4-BE49-F238E27FC236}">
                    <a16:creationId xmlns:a16="http://schemas.microsoft.com/office/drawing/2014/main" id="{9CCA6B6C-DF2F-0542-3D4F-CB54FD891AAF}"/>
                  </a:ext>
                </a:extLst>
              </p:cNvPr>
              <p:cNvSpPr/>
              <p:nvPr/>
            </p:nvSpPr>
            <p:spPr>
              <a:xfrm>
                <a:off x="3022764" y="3582529"/>
                <a:ext cx="126761" cy="422909"/>
              </a:xfrm>
              <a:prstGeom prst="rect">
                <a:avLst/>
              </a:prstGeom>
              <a:solidFill>
                <a:srgbClr val="42150A"/>
              </a:solidFill>
              <a:ln w="9507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</p:grpSp>
        <p:grpSp>
          <p:nvGrpSpPr>
            <p:cNvPr id="6779" name="Group 6778">
              <a:extLst>
                <a:ext uri="{FF2B5EF4-FFF2-40B4-BE49-F238E27FC236}">
                  <a16:creationId xmlns:a16="http://schemas.microsoft.com/office/drawing/2014/main" id="{A76260F8-404D-D402-657A-4AABF2C22B71}"/>
                </a:ext>
              </a:extLst>
            </p:cNvPr>
            <p:cNvGrpSpPr/>
            <p:nvPr/>
          </p:nvGrpSpPr>
          <p:grpSpPr>
            <a:xfrm>
              <a:off x="628938" y="3611535"/>
              <a:ext cx="2153197" cy="746816"/>
              <a:chOff x="914688" y="3466755"/>
              <a:chExt cx="2153197" cy="746816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CCFE6088-0A43-232D-49A9-0A541730385C}"/>
                  </a:ext>
                </a:extLst>
              </p:cNvPr>
              <p:cNvSpPr txBox="1"/>
              <p:nvPr/>
            </p:nvSpPr>
            <p:spPr>
              <a:xfrm rot="16200000">
                <a:off x="2640076" y="3658416"/>
                <a:ext cx="619469" cy="236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</a:rPr>
                  <a:t>psme4a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C1DF36C-017F-E091-ED9B-DFB5DFC8EDF4}"/>
                  </a:ext>
                </a:extLst>
              </p:cNvPr>
              <p:cNvSpPr txBox="1"/>
              <p:nvPr/>
            </p:nvSpPr>
            <p:spPr>
              <a:xfrm rot="16200000">
                <a:off x="1617735" y="3722090"/>
                <a:ext cx="746815" cy="236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</a:rPr>
                  <a:t>capn2-like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9AEA27EE-AC99-5621-9705-6676E6293E1C}"/>
                  </a:ext>
                </a:extLst>
              </p:cNvPr>
              <p:cNvSpPr txBox="1"/>
              <p:nvPr/>
            </p:nvSpPr>
            <p:spPr>
              <a:xfrm rot="16200000">
                <a:off x="853500" y="3527943"/>
                <a:ext cx="358524" cy="236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</a:rPr>
                  <a:t>h4</a:t>
                </a:r>
              </a:p>
            </p:txBody>
          </p:sp>
        </p:grpSp>
        <p:sp>
          <p:nvSpPr>
            <p:cNvPr id="6783" name="TextBox 6782">
              <a:extLst>
                <a:ext uri="{FF2B5EF4-FFF2-40B4-BE49-F238E27FC236}">
                  <a16:creationId xmlns:a16="http://schemas.microsoft.com/office/drawing/2014/main" id="{402747CA-151E-5FF3-C6F4-3B8D10B421EA}"/>
                </a:ext>
              </a:extLst>
            </p:cNvPr>
            <p:cNvSpPr txBox="1"/>
            <p:nvPr/>
          </p:nvSpPr>
          <p:spPr>
            <a:xfrm>
              <a:off x="266700" y="2164218"/>
              <a:ext cx="2876549" cy="282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6_POA_Mixed DARs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25255D0-9FFE-B79A-B8FC-0F58CE167F5A}"/>
                </a:ext>
              </a:extLst>
            </p:cNvPr>
            <p:cNvSpPr txBox="1"/>
            <p:nvPr/>
          </p:nvSpPr>
          <p:spPr>
            <a:xfrm>
              <a:off x="1585703" y="3448677"/>
              <a:ext cx="238440" cy="2824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34" dirty="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4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5B54C5-CC30-7BE4-BFFA-88E0FB71F161}"/>
              </a:ext>
            </a:extLst>
          </p:cNvPr>
          <p:cNvGrpSpPr/>
          <p:nvPr/>
        </p:nvGrpSpPr>
        <p:grpSpPr>
          <a:xfrm>
            <a:off x="-37549" y="2022023"/>
            <a:ext cx="6768778" cy="2537600"/>
            <a:chOff x="43693" y="3799585"/>
            <a:chExt cx="6768778" cy="2537600"/>
          </a:xfrm>
        </p:grpSpPr>
        <p:grpSp>
          <p:nvGrpSpPr>
            <p:cNvPr id="4421" name="Group 4420">
              <a:extLst>
                <a:ext uri="{FF2B5EF4-FFF2-40B4-BE49-F238E27FC236}">
                  <a16:creationId xmlns:a16="http://schemas.microsoft.com/office/drawing/2014/main" id="{36545769-E048-8BBD-2865-0E7BDA632178}"/>
                </a:ext>
              </a:extLst>
            </p:cNvPr>
            <p:cNvGrpSpPr/>
            <p:nvPr/>
          </p:nvGrpSpPr>
          <p:grpSpPr>
            <a:xfrm rot="16200000">
              <a:off x="-156449" y="4815760"/>
              <a:ext cx="706778" cy="306494"/>
              <a:chOff x="175942" y="5203558"/>
              <a:chExt cx="3631755" cy="155040"/>
            </a:xfrm>
          </p:grpSpPr>
          <p:sp>
            <p:nvSpPr>
              <p:cNvPr id="6138" name="TextBox 6137">
                <a:extLst>
                  <a:ext uri="{FF2B5EF4-FFF2-40B4-BE49-F238E27FC236}">
                    <a16:creationId xmlns:a16="http://schemas.microsoft.com/office/drawing/2014/main" id="{A64133BE-8051-768F-C6B0-37B40AF85B0F}"/>
                  </a:ext>
                </a:extLst>
              </p:cNvPr>
              <p:cNvSpPr txBox="1"/>
              <p:nvPr/>
            </p:nvSpPr>
            <p:spPr>
              <a:xfrm rot="5400000">
                <a:off x="784068" y="4595432"/>
                <a:ext cx="155040" cy="13712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4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6139" name="TextBox 6138">
                <a:extLst>
                  <a:ext uri="{FF2B5EF4-FFF2-40B4-BE49-F238E27FC236}">
                    <a16:creationId xmlns:a16="http://schemas.microsoft.com/office/drawing/2014/main" id="{8005A34D-81A6-70BC-15F2-9FD5CAF63F83}"/>
                  </a:ext>
                </a:extLst>
              </p:cNvPr>
              <p:cNvSpPr txBox="1"/>
              <p:nvPr/>
            </p:nvSpPr>
            <p:spPr>
              <a:xfrm rot="5400000">
                <a:off x="1934916" y="4595058"/>
                <a:ext cx="113686" cy="13712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4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6140" name="TextBox 6139">
                <a:extLst>
                  <a:ext uri="{FF2B5EF4-FFF2-40B4-BE49-F238E27FC236}">
                    <a16:creationId xmlns:a16="http://schemas.microsoft.com/office/drawing/2014/main" id="{7FB86D59-2222-88B6-2576-B866A1B5F1DD}"/>
                  </a:ext>
                </a:extLst>
              </p:cNvPr>
              <p:cNvSpPr txBox="1"/>
              <p:nvPr/>
            </p:nvSpPr>
            <p:spPr>
              <a:xfrm rot="5400000">
                <a:off x="3053046" y="4594962"/>
                <a:ext cx="138012" cy="13712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34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</p:grpSp>
        <p:grpSp>
          <p:nvGrpSpPr>
            <p:cNvPr id="4422" name="Group 4421">
              <a:extLst>
                <a:ext uri="{FF2B5EF4-FFF2-40B4-BE49-F238E27FC236}">
                  <a16:creationId xmlns:a16="http://schemas.microsoft.com/office/drawing/2014/main" id="{2D23D7D0-FA1A-8A81-DC06-C01132B6CC66}"/>
                </a:ext>
              </a:extLst>
            </p:cNvPr>
            <p:cNvGrpSpPr/>
            <p:nvPr/>
          </p:nvGrpSpPr>
          <p:grpSpPr>
            <a:xfrm>
              <a:off x="274211" y="4497103"/>
              <a:ext cx="5202081" cy="120003"/>
              <a:chOff x="574665" y="6113606"/>
              <a:chExt cx="5505387" cy="127000"/>
            </a:xfrm>
          </p:grpSpPr>
          <p:sp>
            <p:nvSpPr>
              <p:cNvPr id="6086" name="Freeform 4366">
                <a:extLst>
                  <a:ext uri="{FF2B5EF4-FFF2-40B4-BE49-F238E27FC236}">
                    <a16:creationId xmlns:a16="http://schemas.microsoft.com/office/drawing/2014/main" id="{5AE03E9B-CD7D-4DBA-29A0-A3FFFE400D1B}"/>
                  </a:ext>
                </a:extLst>
              </p:cNvPr>
              <p:cNvSpPr/>
              <p:nvPr/>
            </p:nvSpPr>
            <p:spPr>
              <a:xfrm rot="16200000">
                <a:off x="564051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7" name="Freeform 4367">
                <a:extLst>
                  <a:ext uri="{FF2B5EF4-FFF2-40B4-BE49-F238E27FC236}">
                    <a16:creationId xmlns:a16="http://schemas.microsoft.com/office/drawing/2014/main" id="{DDD5CF72-0FA4-84F3-22C7-2B14E651B76A}"/>
                  </a:ext>
                </a:extLst>
              </p:cNvPr>
              <p:cNvSpPr/>
              <p:nvPr/>
            </p:nvSpPr>
            <p:spPr>
              <a:xfrm rot="16200000">
                <a:off x="670072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8" name="Freeform 4368">
                <a:extLst>
                  <a:ext uri="{FF2B5EF4-FFF2-40B4-BE49-F238E27FC236}">
                    <a16:creationId xmlns:a16="http://schemas.microsoft.com/office/drawing/2014/main" id="{24DBD237-18B9-0EB3-BC5C-8B93886A62B4}"/>
                  </a:ext>
                </a:extLst>
              </p:cNvPr>
              <p:cNvSpPr/>
              <p:nvPr/>
            </p:nvSpPr>
            <p:spPr>
              <a:xfrm rot="16200000">
                <a:off x="77584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9" name="Freeform 4369">
                <a:extLst>
                  <a:ext uri="{FF2B5EF4-FFF2-40B4-BE49-F238E27FC236}">
                    <a16:creationId xmlns:a16="http://schemas.microsoft.com/office/drawing/2014/main" id="{28D2A852-B1A0-98DF-A8E2-917FC1D8E785}"/>
                  </a:ext>
                </a:extLst>
              </p:cNvPr>
              <p:cNvSpPr/>
              <p:nvPr/>
            </p:nvSpPr>
            <p:spPr>
              <a:xfrm rot="16200000">
                <a:off x="881866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0" name="Freeform 4370">
                <a:extLst>
                  <a:ext uri="{FF2B5EF4-FFF2-40B4-BE49-F238E27FC236}">
                    <a16:creationId xmlns:a16="http://schemas.microsoft.com/office/drawing/2014/main" id="{C0CBA24F-4CA8-BBDF-19E5-BA691D0C4289}"/>
                  </a:ext>
                </a:extLst>
              </p:cNvPr>
              <p:cNvSpPr/>
              <p:nvPr/>
            </p:nvSpPr>
            <p:spPr>
              <a:xfrm rot="16200000">
                <a:off x="98763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1" name="Freeform 4371">
                <a:extLst>
                  <a:ext uri="{FF2B5EF4-FFF2-40B4-BE49-F238E27FC236}">
                    <a16:creationId xmlns:a16="http://schemas.microsoft.com/office/drawing/2014/main" id="{6CF7AADA-BE32-CE0A-F3F0-76B2404F06F8}"/>
                  </a:ext>
                </a:extLst>
              </p:cNvPr>
              <p:cNvSpPr/>
              <p:nvPr/>
            </p:nvSpPr>
            <p:spPr>
              <a:xfrm rot="16200000">
                <a:off x="109340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2" name="Freeform 4372">
                <a:extLst>
                  <a:ext uri="{FF2B5EF4-FFF2-40B4-BE49-F238E27FC236}">
                    <a16:creationId xmlns:a16="http://schemas.microsoft.com/office/drawing/2014/main" id="{DCF22E6F-4410-93B8-1E6B-C115D8C253B0}"/>
                  </a:ext>
                </a:extLst>
              </p:cNvPr>
              <p:cNvSpPr/>
              <p:nvPr/>
            </p:nvSpPr>
            <p:spPr>
              <a:xfrm rot="16200000">
                <a:off x="1199432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3" name="Freeform 4373">
                <a:extLst>
                  <a:ext uri="{FF2B5EF4-FFF2-40B4-BE49-F238E27FC236}">
                    <a16:creationId xmlns:a16="http://schemas.microsoft.com/office/drawing/2014/main" id="{B0B6472F-E614-FFCA-7290-4A1609AEF317}"/>
                  </a:ext>
                </a:extLst>
              </p:cNvPr>
              <p:cNvSpPr/>
              <p:nvPr/>
            </p:nvSpPr>
            <p:spPr>
              <a:xfrm rot="16200000">
                <a:off x="1305203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4" name="Freeform 4374">
                <a:extLst>
                  <a:ext uri="{FF2B5EF4-FFF2-40B4-BE49-F238E27FC236}">
                    <a16:creationId xmlns:a16="http://schemas.microsoft.com/office/drawing/2014/main" id="{657FED44-8DEF-619B-DF09-F3579D8834B5}"/>
                  </a:ext>
                </a:extLst>
              </p:cNvPr>
              <p:cNvSpPr/>
              <p:nvPr/>
            </p:nvSpPr>
            <p:spPr>
              <a:xfrm rot="16200000">
                <a:off x="141122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5" name="Freeform 4375">
                <a:extLst>
                  <a:ext uri="{FF2B5EF4-FFF2-40B4-BE49-F238E27FC236}">
                    <a16:creationId xmlns:a16="http://schemas.microsoft.com/office/drawing/2014/main" id="{4FF7D9E7-35EB-3D31-674E-CFC2AA145456}"/>
                  </a:ext>
                </a:extLst>
              </p:cNvPr>
              <p:cNvSpPr/>
              <p:nvPr/>
            </p:nvSpPr>
            <p:spPr>
              <a:xfrm rot="16200000">
                <a:off x="1516997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6" name="Freeform 4376">
                <a:extLst>
                  <a:ext uri="{FF2B5EF4-FFF2-40B4-BE49-F238E27FC236}">
                    <a16:creationId xmlns:a16="http://schemas.microsoft.com/office/drawing/2014/main" id="{265F2ACA-5BD6-ABF3-C4B0-B26CC7C22D55}"/>
                  </a:ext>
                </a:extLst>
              </p:cNvPr>
              <p:cNvSpPr/>
              <p:nvPr/>
            </p:nvSpPr>
            <p:spPr>
              <a:xfrm rot="16200000">
                <a:off x="162276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7" name="Freeform 4377">
                <a:extLst>
                  <a:ext uri="{FF2B5EF4-FFF2-40B4-BE49-F238E27FC236}">
                    <a16:creationId xmlns:a16="http://schemas.microsoft.com/office/drawing/2014/main" id="{ED6C25BB-5342-4106-51F5-942C556C740E}"/>
                  </a:ext>
                </a:extLst>
              </p:cNvPr>
              <p:cNvSpPr/>
              <p:nvPr/>
            </p:nvSpPr>
            <p:spPr>
              <a:xfrm rot="16200000">
                <a:off x="1728791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8" name="Freeform 4378">
                <a:extLst>
                  <a:ext uri="{FF2B5EF4-FFF2-40B4-BE49-F238E27FC236}">
                    <a16:creationId xmlns:a16="http://schemas.microsoft.com/office/drawing/2014/main" id="{4EA6448B-F164-9085-E051-E6D2654026A9}"/>
                  </a:ext>
                </a:extLst>
              </p:cNvPr>
              <p:cNvSpPr/>
              <p:nvPr/>
            </p:nvSpPr>
            <p:spPr>
              <a:xfrm rot="16200000">
                <a:off x="183456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99" name="Freeform 4379">
                <a:extLst>
                  <a:ext uri="{FF2B5EF4-FFF2-40B4-BE49-F238E27FC236}">
                    <a16:creationId xmlns:a16="http://schemas.microsoft.com/office/drawing/2014/main" id="{7A0360C6-8F0E-0975-B6CA-A1312C15A921}"/>
                  </a:ext>
                </a:extLst>
              </p:cNvPr>
              <p:cNvSpPr/>
              <p:nvPr/>
            </p:nvSpPr>
            <p:spPr>
              <a:xfrm rot="16200000">
                <a:off x="194058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0" name="Freeform 4380">
                <a:extLst>
                  <a:ext uri="{FF2B5EF4-FFF2-40B4-BE49-F238E27FC236}">
                    <a16:creationId xmlns:a16="http://schemas.microsoft.com/office/drawing/2014/main" id="{DBC652BF-BD44-E67A-864A-EB137FDAC783}"/>
                  </a:ext>
                </a:extLst>
              </p:cNvPr>
              <p:cNvSpPr/>
              <p:nvPr/>
            </p:nvSpPr>
            <p:spPr>
              <a:xfrm rot="16200000">
                <a:off x="204635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1" name="Freeform 4381">
                <a:extLst>
                  <a:ext uri="{FF2B5EF4-FFF2-40B4-BE49-F238E27FC236}">
                    <a16:creationId xmlns:a16="http://schemas.microsoft.com/office/drawing/2014/main" id="{396BF7E3-0CB2-5F3B-3F93-342AE8F401C5}"/>
                  </a:ext>
                </a:extLst>
              </p:cNvPr>
              <p:cNvSpPr/>
              <p:nvPr/>
            </p:nvSpPr>
            <p:spPr>
              <a:xfrm rot="16200000">
                <a:off x="215212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2" name="Freeform 4382">
                <a:extLst>
                  <a:ext uri="{FF2B5EF4-FFF2-40B4-BE49-F238E27FC236}">
                    <a16:creationId xmlns:a16="http://schemas.microsoft.com/office/drawing/2014/main" id="{4DD87852-D96C-152A-ADD7-7C797E364FE5}"/>
                  </a:ext>
                </a:extLst>
              </p:cNvPr>
              <p:cNvSpPr/>
              <p:nvPr/>
            </p:nvSpPr>
            <p:spPr>
              <a:xfrm rot="16200000">
                <a:off x="225815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3" name="Freeform 4383">
                <a:extLst>
                  <a:ext uri="{FF2B5EF4-FFF2-40B4-BE49-F238E27FC236}">
                    <a16:creationId xmlns:a16="http://schemas.microsoft.com/office/drawing/2014/main" id="{3DBFDD1A-0D77-076D-E3E2-472770810D37}"/>
                  </a:ext>
                </a:extLst>
              </p:cNvPr>
              <p:cNvSpPr/>
              <p:nvPr/>
            </p:nvSpPr>
            <p:spPr>
              <a:xfrm rot="16200000">
                <a:off x="2363922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4" name="Freeform 4384">
                <a:extLst>
                  <a:ext uri="{FF2B5EF4-FFF2-40B4-BE49-F238E27FC236}">
                    <a16:creationId xmlns:a16="http://schemas.microsoft.com/office/drawing/2014/main" id="{155F7AA5-1B0B-14C6-E7E5-A338ABE3C54E}"/>
                  </a:ext>
                </a:extLst>
              </p:cNvPr>
              <p:cNvSpPr/>
              <p:nvPr/>
            </p:nvSpPr>
            <p:spPr>
              <a:xfrm rot="16200000">
                <a:off x="246994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5" name="Freeform 4385">
                <a:extLst>
                  <a:ext uri="{FF2B5EF4-FFF2-40B4-BE49-F238E27FC236}">
                    <a16:creationId xmlns:a16="http://schemas.microsoft.com/office/drawing/2014/main" id="{2560E451-E094-D784-DA1F-A456F02277F1}"/>
                  </a:ext>
                </a:extLst>
              </p:cNvPr>
              <p:cNvSpPr/>
              <p:nvPr/>
            </p:nvSpPr>
            <p:spPr>
              <a:xfrm rot="16200000">
                <a:off x="2575716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6" name="Freeform 4386">
                <a:extLst>
                  <a:ext uri="{FF2B5EF4-FFF2-40B4-BE49-F238E27FC236}">
                    <a16:creationId xmlns:a16="http://schemas.microsoft.com/office/drawing/2014/main" id="{34449F2F-03BA-FB30-4635-BDCE214488A9}"/>
                  </a:ext>
                </a:extLst>
              </p:cNvPr>
              <p:cNvSpPr/>
              <p:nvPr/>
            </p:nvSpPr>
            <p:spPr>
              <a:xfrm rot="16200000">
                <a:off x="268148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7" name="Freeform 4387">
                <a:extLst>
                  <a:ext uri="{FF2B5EF4-FFF2-40B4-BE49-F238E27FC236}">
                    <a16:creationId xmlns:a16="http://schemas.microsoft.com/office/drawing/2014/main" id="{F8861C24-09F3-82A4-43C1-80F6330D6666}"/>
                  </a:ext>
                </a:extLst>
              </p:cNvPr>
              <p:cNvSpPr/>
              <p:nvPr/>
            </p:nvSpPr>
            <p:spPr>
              <a:xfrm rot="16200000">
                <a:off x="278751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8" name="Freeform 4388">
                <a:extLst>
                  <a:ext uri="{FF2B5EF4-FFF2-40B4-BE49-F238E27FC236}">
                    <a16:creationId xmlns:a16="http://schemas.microsoft.com/office/drawing/2014/main" id="{5B9A8536-4D1A-159B-2B55-C83173184AFB}"/>
                  </a:ext>
                </a:extLst>
              </p:cNvPr>
              <p:cNvSpPr/>
              <p:nvPr/>
            </p:nvSpPr>
            <p:spPr>
              <a:xfrm rot="16200000">
                <a:off x="2893283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09" name="Freeform 4389">
                <a:extLst>
                  <a:ext uri="{FF2B5EF4-FFF2-40B4-BE49-F238E27FC236}">
                    <a16:creationId xmlns:a16="http://schemas.microsoft.com/office/drawing/2014/main" id="{0BE5E8D6-595C-658D-B7FB-AD8C677B2E38}"/>
                  </a:ext>
                </a:extLst>
              </p:cNvPr>
              <p:cNvSpPr/>
              <p:nvPr/>
            </p:nvSpPr>
            <p:spPr>
              <a:xfrm rot="16200000">
                <a:off x="299930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0" name="Freeform 4390">
                <a:extLst>
                  <a:ext uri="{FF2B5EF4-FFF2-40B4-BE49-F238E27FC236}">
                    <a16:creationId xmlns:a16="http://schemas.microsoft.com/office/drawing/2014/main" id="{AF2B54F6-C621-D743-EA5E-30E3C95914F0}"/>
                  </a:ext>
                </a:extLst>
              </p:cNvPr>
              <p:cNvSpPr/>
              <p:nvPr/>
            </p:nvSpPr>
            <p:spPr>
              <a:xfrm rot="16200000">
                <a:off x="3105077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1" name="Freeform 4391">
                <a:extLst>
                  <a:ext uri="{FF2B5EF4-FFF2-40B4-BE49-F238E27FC236}">
                    <a16:creationId xmlns:a16="http://schemas.microsoft.com/office/drawing/2014/main" id="{B69D70AD-66F0-64C4-2E92-1E5D7498A2F4}"/>
                  </a:ext>
                </a:extLst>
              </p:cNvPr>
              <p:cNvSpPr/>
              <p:nvPr/>
            </p:nvSpPr>
            <p:spPr>
              <a:xfrm rot="16200000">
                <a:off x="321084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2" name="Freeform 4392">
                <a:extLst>
                  <a:ext uri="{FF2B5EF4-FFF2-40B4-BE49-F238E27FC236}">
                    <a16:creationId xmlns:a16="http://schemas.microsoft.com/office/drawing/2014/main" id="{61B383BD-1CEB-FB0D-A988-F0AECD51D1F3}"/>
                  </a:ext>
                </a:extLst>
              </p:cNvPr>
              <p:cNvSpPr/>
              <p:nvPr/>
            </p:nvSpPr>
            <p:spPr>
              <a:xfrm rot="16200000">
                <a:off x="3316871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3" name="Freeform 4393">
                <a:extLst>
                  <a:ext uri="{FF2B5EF4-FFF2-40B4-BE49-F238E27FC236}">
                    <a16:creationId xmlns:a16="http://schemas.microsoft.com/office/drawing/2014/main" id="{4BE23CE5-ECF3-7A0C-052B-86A82CB15541}"/>
                  </a:ext>
                </a:extLst>
              </p:cNvPr>
              <p:cNvSpPr/>
              <p:nvPr/>
            </p:nvSpPr>
            <p:spPr>
              <a:xfrm rot="16200000">
                <a:off x="342264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4" name="Freeform 4394">
                <a:extLst>
                  <a:ext uri="{FF2B5EF4-FFF2-40B4-BE49-F238E27FC236}">
                    <a16:creationId xmlns:a16="http://schemas.microsoft.com/office/drawing/2014/main" id="{BB063C23-2E83-389C-65F0-6942043B0A5E}"/>
                  </a:ext>
                </a:extLst>
              </p:cNvPr>
              <p:cNvSpPr/>
              <p:nvPr/>
            </p:nvSpPr>
            <p:spPr>
              <a:xfrm rot="16200000">
                <a:off x="3528661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5" name="Freeform 4395">
                <a:extLst>
                  <a:ext uri="{FF2B5EF4-FFF2-40B4-BE49-F238E27FC236}">
                    <a16:creationId xmlns:a16="http://schemas.microsoft.com/office/drawing/2014/main" id="{C0B51D54-641F-988F-7C4C-3DBE56879339}"/>
                  </a:ext>
                </a:extLst>
              </p:cNvPr>
              <p:cNvSpPr/>
              <p:nvPr/>
            </p:nvSpPr>
            <p:spPr>
              <a:xfrm rot="16200000">
                <a:off x="363443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6" name="Freeform 4396">
                <a:extLst>
                  <a:ext uri="{FF2B5EF4-FFF2-40B4-BE49-F238E27FC236}">
                    <a16:creationId xmlns:a16="http://schemas.microsoft.com/office/drawing/2014/main" id="{14801335-C7D4-212D-A845-A00E4B351557}"/>
                  </a:ext>
                </a:extLst>
              </p:cNvPr>
              <p:cNvSpPr/>
              <p:nvPr/>
            </p:nvSpPr>
            <p:spPr>
              <a:xfrm rot="16200000">
                <a:off x="374020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7" name="Freeform 4397">
                <a:extLst>
                  <a:ext uri="{FF2B5EF4-FFF2-40B4-BE49-F238E27FC236}">
                    <a16:creationId xmlns:a16="http://schemas.microsoft.com/office/drawing/2014/main" id="{D35E04D0-231F-57EB-D345-751987EE06C7}"/>
                  </a:ext>
                </a:extLst>
              </p:cNvPr>
              <p:cNvSpPr/>
              <p:nvPr/>
            </p:nvSpPr>
            <p:spPr>
              <a:xfrm rot="16200000">
                <a:off x="384622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8" name="Freeform 4398">
                <a:extLst>
                  <a:ext uri="{FF2B5EF4-FFF2-40B4-BE49-F238E27FC236}">
                    <a16:creationId xmlns:a16="http://schemas.microsoft.com/office/drawing/2014/main" id="{8AD1751B-3C24-B87E-76ED-0FE08C87A6E5}"/>
                  </a:ext>
                </a:extLst>
              </p:cNvPr>
              <p:cNvSpPr/>
              <p:nvPr/>
            </p:nvSpPr>
            <p:spPr>
              <a:xfrm rot="16200000">
                <a:off x="395200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19" name="Freeform 4399">
                <a:extLst>
                  <a:ext uri="{FF2B5EF4-FFF2-40B4-BE49-F238E27FC236}">
                    <a16:creationId xmlns:a16="http://schemas.microsoft.com/office/drawing/2014/main" id="{6B87C24E-EA00-1BE2-192F-2A81A7F6F9B1}"/>
                  </a:ext>
                </a:extLst>
              </p:cNvPr>
              <p:cNvSpPr/>
              <p:nvPr/>
            </p:nvSpPr>
            <p:spPr>
              <a:xfrm rot="16200000">
                <a:off x="4058022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0" name="Freeform 4400">
                <a:extLst>
                  <a:ext uri="{FF2B5EF4-FFF2-40B4-BE49-F238E27FC236}">
                    <a16:creationId xmlns:a16="http://schemas.microsoft.com/office/drawing/2014/main" id="{9B9D0A5C-FC8A-9D69-8DAD-0964B8CEBC69}"/>
                  </a:ext>
                </a:extLst>
              </p:cNvPr>
              <p:cNvSpPr/>
              <p:nvPr/>
            </p:nvSpPr>
            <p:spPr>
              <a:xfrm rot="16200000">
                <a:off x="416379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1" name="Freeform 4401">
                <a:extLst>
                  <a:ext uri="{FF2B5EF4-FFF2-40B4-BE49-F238E27FC236}">
                    <a16:creationId xmlns:a16="http://schemas.microsoft.com/office/drawing/2014/main" id="{F3A8FAA2-3350-CDB8-4DF8-88A1ACDF4227}"/>
                  </a:ext>
                </a:extLst>
              </p:cNvPr>
              <p:cNvSpPr/>
              <p:nvPr/>
            </p:nvSpPr>
            <p:spPr>
              <a:xfrm rot="16200000">
                <a:off x="4269565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2" name="Freeform 4402">
                <a:extLst>
                  <a:ext uri="{FF2B5EF4-FFF2-40B4-BE49-F238E27FC236}">
                    <a16:creationId xmlns:a16="http://schemas.microsoft.com/office/drawing/2014/main" id="{0E66218C-5D9E-097A-3D17-40BBFFA2B545}"/>
                  </a:ext>
                </a:extLst>
              </p:cNvPr>
              <p:cNvSpPr/>
              <p:nvPr/>
            </p:nvSpPr>
            <p:spPr>
              <a:xfrm rot="16200000">
                <a:off x="437558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3" name="Freeform 4403">
                <a:extLst>
                  <a:ext uri="{FF2B5EF4-FFF2-40B4-BE49-F238E27FC236}">
                    <a16:creationId xmlns:a16="http://schemas.microsoft.com/office/drawing/2014/main" id="{4A553B0E-E8CA-AFE7-1BCB-2DEE33E043E1}"/>
                  </a:ext>
                </a:extLst>
              </p:cNvPr>
              <p:cNvSpPr/>
              <p:nvPr/>
            </p:nvSpPr>
            <p:spPr>
              <a:xfrm rot="16200000">
                <a:off x="448135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4" name="Freeform 4404">
                <a:extLst>
                  <a:ext uri="{FF2B5EF4-FFF2-40B4-BE49-F238E27FC236}">
                    <a16:creationId xmlns:a16="http://schemas.microsoft.com/office/drawing/2014/main" id="{6B1DBF24-1A98-E4A9-4709-903F0CBADF79}"/>
                  </a:ext>
                </a:extLst>
              </p:cNvPr>
              <p:cNvSpPr/>
              <p:nvPr/>
            </p:nvSpPr>
            <p:spPr>
              <a:xfrm rot="16200000">
                <a:off x="4587382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5" name="Freeform 4405">
                <a:extLst>
                  <a:ext uri="{FF2B5EF4-FFF2-40B4-BE49-F238E27FC236}">
                    <a16:creationId xmlns:a16="http://schemas.microsoft.com/office/drawing/2014/main" id="{3D6B2469-4B41-2DBD-243C-DB36DE3472FA}"/>
                  </a:ext>
                </a:extLst>
              </p:cNvPr>
              <p:cNvSpPr/>
              <p:nvPr/>
            </p:nvSpPr>
            <p:spPr>
              <a:xfrm rot="16200000">
                <a:off x="4693153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6" name="Freeform 4406">
                <a:extLst>
                  <a:ext uri="{FF2B5EF4-FFF2-40B4-BE49-F238E27FC236}">
                    <a16:creationId xmlns:a16="http://schemas.microsoft.com/office/drawing/2014/main" id="{D6A0E070-DF13-5FAB-A397-A7227792D8AB}"/>
                  </a:ext>
                </a:extLst>
              </p:cNvPr>
              <p:cNvSpPr/>
              <p:nvPr/>
            </p:nvSpPr>
            <p:spPr>
              <a:xfrm rot="16200000">
                <a:off x="4798926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7" name="Freeform 4407">
                <a:extLst>
                  <a:ext uri="{FF2B5EF4-FFF2-40B4-BE49-F238E27FC236}">
                    <a16:creationId xmlns:a16="http://schemas.microsoft.com/office/drawing/2014/main" id="{8B704655-8B46-0063-4A20-E30A5776FA93}"/>
                  </a:ext>
                </a:extLst>
              </p:cNvPr>
              <p:cNvSpPr/>
              <p:nvPr/>
            </p:nvSpPr>
            <p:spPr>
              <a:xfrm rot="16200000">
                <a:off x="4904947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8" name="Freeform 4408">
                <a:extLst>
                  <a:ext uri="{FF2B5EF4-FFF2-40B4-BE49-F238E27FC236}">
                    <a16:creationId xmlns:a16="http://schemas.microsoft.com/office/drawing/2014/main" id="{B0A63EC3-4456-A667-2318-3F6C33D02B44}"/>
                  </a:ext>
                </a:extLst>
              </p:cNvPr>
              <p:cNvSpPr/>
              <p:nvPr/>
            </p:nvSpPr>
            <p:spPr>
              <a:xfrm rot="16200000">
                <a:off x="501072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29" name="Freeform 4409">
                <a:extLst>
                  <a:ext uri="{FF2B5EF4-FFF2-40B4-BE49-F238E27FC236}">
                    <a16:creationId xmlns:a16="http://schemas.microsoft.com/office/drawing/2014/main" id="{4C27FEB2-1506-4DFD-1CD3-9A90E0E98D8B}"/>
                  </a:ext>
                </a:extLst>
              </p:cNvPr>
              <p:cNvSpPr/>
              <p:nvPr/>
            </p:nvSpPr>
            <p:spPr>
              <a:xfrm rot="16200000">
                <a:off x="5116741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0" name="Freeform 4410">
                <a:extLst>
                  <a:ext uri="{FF2B5EF4-FFF2-40B4-BE49-F238E27FC236}">
                    <a16:creationId xmlns:a16="http://schemas.microsoft.com/office/drawing/2014/main" id="{6CB48927-3F63-0405-51A4-F7A20F9D54A1}"/>
                  </a:ext>
                </a:extLst>
              </p:cNvPr>
              <p:cNvSpPr/>
              <p:nvPr/>
            </p:nvSpPr>
            <p:spPr>
              <a:xfrm rot="16200000">
                <a:off x="522251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1" name="Freeform 4411">
                <a:extLst>
                  <a:ext uri="{FF2B5EF4-FFF2-40B4-BE49-F238E27FC236}">
                    <a16:creationId xmlns:a16="http://schemas.microsoft.com/office/drawing/2014/main" id="{595CFDB9-2ADF-442C-2B88-1BE4E6B5DFCB}"/>
                  </a:ext>
                </a:extLst>
              </p:cNvPr>
              <p:cNvSpPr/>
              <p:nvPr/>
            </p:nvSpPr>
            <p:spPr>
              <a:xfrm rot="16200000">
                <a:off x="5328287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2" name="Freeform 4412">
                <a:extLst>
                  <a:ext uri="{FF2B5EF4-FFF2-40B4-BE49-F238E27FC236}">
                    <a16:creationId xmlns:a16="http://schemas.microsoft.com/office/drawing/2014/main" id="{C026DF2D-0D18-4BFE-DAE2-A124001E28F3}"/>
                  </a:ext>
                </a:extLst>
              </p:cNvPr>
              <p:cNvSpPr/>
              <p:nvPr/>
            </p:nvSpPr>
            <p:spPr>
              <a:xfrm rot="16200000">
                <a:off x="5434308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3" name="Freeform 4413">
                <a:extLst>
                  <a:ext uri="{FF2B5EF4-FFF2-40B4-BE49-F238E27FC236}">
                    <a16:creationId xmlns:a16="http://schemas.microsoft.com/office/drawing/2014/main" id="{CFA81837-694B-9C09-269F-35E5699C2528}"/>
                  </a:ext>
                </a:extLst>
              </p:cNvPr>
              <p:cNvSpPr/>
              <p:nvPr/>
            </p:nvSpPr>
            <p:spPr>
              <a:xfrm rot="16200000">
                <a:off x="5540079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4" name="Freeform 4414">
                <a:extLst>
                  <a:ext uri="{FF2B5EF4-FFF2-40B4-BE49-F238E27FC236}">
                    <a16:creationId xmlns:a16="http://schemas.microsoft.com/office/drawing/2014/main" id="{5001052A-3844-B0FC-F754-07394E2E4896}"/>
                  </a:ext>
                </a:extLst>
              </p:cNvPr>
              <p:cNvSpPr/>
              <p:nvPr/>
            </p:nvSpPr>
            <p:spPr>
              <a:xfrm rot="16200000">
                <a:off x="5646100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5" name="Freeform 4415">
                <a:extLst>
                  <a:ext uri="{FF2B5EF4-FFF2-40B4-BE49-F238E27FC236}">
                    <a16:creationId xmlns:a16="http://schemas.microsoft.com/office/drawing/2014/main" id="{DD500C2E-C65E-2C2B-1965-28BCA703529C}"/>
                  </a:ext>
                </a:extLst>
              </p:cNvPr>
              <p:cNvSpPr/>
              <p:nvPr/>
            </p:nvSpPr>
            <p:spPr>
              <a:xfrm rot="16200000">
                <a:off x="5751873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6" name="Freeform 4416">
                <a:extLst>
                  <a:ext uri="{FF2B5EF4-FFF2-40B4-BE49-F238E27FC236}">
                    <a16:creationId xmlns:a16="http://schemas.microsoft.com/office/drawing/2014/main" id="{193C2299-0213-D072-4681-3346558236BE}"/>
                  </a:ext>
                </a:extLst>
              </p:cNvPr>
              <p:cNvSpPr/>
              <p:nvPr/>
            </p:nvSpPr>
            <p:spPr>
              <a:xfrm rot="16200000">
                <a:off x="5857644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37" name="Freeform 4417">
                <a:extLst>
                  <a:ext uri="{FF2B5EF4-FFF2-40B4-BE49-F238E27FC236}">
                    <a16:creationId xmlns:a16="http://schemas.microsoft.com/office/drawing/2014/main" id="{20648862-ACE3-83F4-E7C5-047570473A70}"/>
                  </a:ext>
                </a:extLst>
              </p:cNvPr>
              <p:cNvSpPr/>
              <p:nvPr/>
            </p:nvSpPr>
            <p:spPr>
              <a:xfrm rot="16200000">
                <a:off x="5963667" y="6124220"/>
                <a:ext cx="127000" cy="105771"/>
              </a:xfrm>
              <a:custGeom>
                <a:avLst/>
                <a:gdLst>
                  <a:gd name="csX0" fmla="*/ 0 w 127000"/>
                  <a:gd name="csY0" fmla="*/ 0 h 53524"/>
                  <a:gd name="csX1" fmla="*/ 127000 w 127000"/>
                  <a:gd name="csY1" fmla="*/ 0 h 53524"/>
                  <a:gd name="csX2" fmla="*/ 127000 w 127000"/>
                  <a:gd name="csY2" fmla="*/ 53525 h 53524"/>
                  <a:gd name="csX3" fmla="*/ 0 w 127000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53524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</p:grpSp>
        <p:sp>
          <p:nvSpPr>
            <p:cNvPr id="4417" name="TextBox 4416">
              <a:extLst>
                <a:ext uri="{FF2B5EF4-FFF2-40B4-BE49-F238E27FC236}">
                  <a16:creationId xmlns:a16="http://schemas.microsoft.com/office/drawing/2014/main" id="{A6625B35-822D-8BD6-90B4-5013530E14E5}"/>
                </a:ext>
              </a:extLst>
            </p:cNvPr>
            <p:cNvSpPr txBox="1"/>
            <p:nvPr/>
          </p:nvSpPr>
          <p:spPr>
            <a:xfrm>
              <a:off x="1007358" y="3856792"/>
              <a:ext cx="4399319" cy="2668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6_POA_Mixed DEGs</a:t>
              </a:r>
            </a:p>
          </p:txBody>
        </p:sp>
        <p:grpSp>
          <p:nvGrpSpPr>
            <p:cNvPr id="4419" name="Group 4418">
              <a:extLst>
                <a:ext uri="{FF2B5EF4-FFF2-40B4-BE49-F238E27FC236}">
                  <a16:creationId xmlns:a16="http://schemas.microsoft.com/office/drawing/2014/main" id="{6D3F5DFD-8F89-6AB7-6CA1-F8DA84BD3755}"/>
                </a:ext>
              </a:extLst>
            </p:cNvPr>
            <p:cNvGrpSpPr/>
            <p:nvPr/>
          </p:nvGrpSpPr>
          <p:grpSpPr>
            <a:xfrm rot="16200000">
              <a:off x="1019521" y="3070670"/>
              <a:ext cx="426032" cy="2080721"/>
              <a:chOff x="2782957" y="4180255"/>
              <a:chExt cx="450872" cy="1154503"/>
            </a:xfrm>
          </p:grpSpPr>
          <p:sp>
            <p:nvSpPr>
              <p:cNvPr id="6143" name="Freeform 4444">
                <a:extLst>
                  <a:ext uri="{FF2B5EF4-FFF2-40B4-BE49-F238E27FC236}">
                    <a16:creationId xmlns:a16="http://schemas.microsoft.com/office/drawing/2014/main" id="{B24D2B4C-331C-96FF-0BBD-6DF84CFA14B0}"/>
                  </a:ext>
                </a:extLst>
              </p:cNvPr>
              <p:cNvSpPr/>
              <p:nvPr/>
            </p:nvSpPr>
            <p:spPr>
              <a:xfrm>
                <a:off x="2782957" y="528287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4" name="Freeform 4445">
                <a:extLst>
                  <a:ext uri="{FF2B5EF4-FFF2-40B4-BE49-F238E27FC236}">
                    <a16:creationId xmlns:a16="http://schemas.microsoft.com/office/drawing/2014/main" id="{355424FB-79D3-4DAC-7D1D-4FDACD7F03D3}"/>
                  </a:ext>
                </a:extLst>
              </p:cNvPr>
              <p:cNvSpPr/>
              <p:nvPr/>
            </p:nvSpPr>
            <p:spPr>
              <a:xfrm>
                <a:off x="2782957" y="527218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1D68B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5" name="Freeform 4446">
                <a:extLst>
                  <a:ext uri="{FF2B5EF4-FFF2-40B4-BE49-F238E27FC236}">
                    <a16:creationId xmlns:a16="http://schemas.microsoft.com/office/drawing/2014/main" id="{BB946193-BCEB-56E2-6EF2-288BAF9D1580}"/>
                  </a:ext>
                </a:extLst>
              </p:cNvPr>
              <p:cNvSpPr/>
              <p:nvPr/>
            </p:nvSpPr>
            <p:spPr>
              <a:xfrm>
                <a:off x="2782957" y="526149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226BB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6" name="Freeform 4447">
                <a:extLst>
                  <a:ext uri="{FF2B5EF4-FFF2-40B4-BE49-F238E27FC236}">
                    <a16:creationId xmlns:a16="http://schemas.microsoft.com/office/drawing/2014/main" id="{FB0B87AC-7004-10B7-1938-999F2AD0AE9A}"/>
                  </a:ext>
                </a:extLst>
              </p:cNvPr>
              <p:cNvSpPr/>
              <p:nvPr/>
            </p:nvSpPr>
            <p:spPr>
              <a:xfrm>
                <a:off x="2782957" y="525080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266EB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7" name="Freeform 4448">
                <a:extLst>
                  <a:ext uri="{FF2B5EF4-FFF2-40B4-BE49-F238E27FC236}">
                    <a16:creationId xmlns:a16="http://schemas.microsoft.com/office/drawing/2014/main" id="{7F8FFA62-886E-79BA-7439-DE801507D6AE}"/>
                  </a:ext>
                </a:extLst>
              </p:cNvPr>
              <p:cNvSpPr/>
              <p:nvPr/>
            </p:nvSpPr>
            <p:spPr>
              <a:xfrm>
                <a:off x="2782957" y="524011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2B71B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8" name="Freeform 4449">
                <a:extLst>
                  <a:ext uri="{FF2B5EF4-FFF2-40B4-BE49-F238E27FC236}">
                    <a16:creationId xmlns:a16="http://schemas.microsoft.com/office/drawing/2014/main" id="{A24619DE-9647-A19A-56C6-6FA9721CF3F7}"/>
                  </a:ext>
                </a:extLst>
              </p:cNvPr>
              <p:cNvSpPr/>
              <p:nvPr/>
            </p:nvSpPr>
            <p:spPr>
              <a:xfrm>
                <a:off x="2782957" y="522942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3074B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49" name="Freeform 4450">
                <a:extLst>
                  <a:ext uri="{FF2B5EF4-FFF2-40B4-BE49-F238E27FC236}">
                    <a16:creationId xmlns:a16="http://schemas.microsoft.com/office/drawing/2014/main" id="{D767D61A-10C7-48DA-0282-ACD1AFE82562}"/>
                  </a:ext>
                </a:extLst>
              </p:cNvPr>
              <p:cNvSpPr/>
              <p:nvPr/>
            </p:nvSpPr>
            <p:spPr>
              <a:xfrm>
                <a:off x="2782957" y="521873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3477B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0" name="Freeform 4451">
                <a:extLst>
                  <a:ext uri="{FF2B5EF4-FFF2-40B4-BE49-F238E27FC236}">
                    <a16:creationId xmlns:a16="http://schemas.microsoft.com/office/drawing/2014/main" id="{5A960AB4-E45A-9AAF-2C68-11E98984732A}"/>
                  </a:ext>
                </a:extLst>
              </p:cNvPr>
              <p:cNvSpPr/>
              <p:nvPr/>
            </p:nvSpPr>
            <p:spPr>
              <a:xfrm>
                <a:off x="2782957" y="520804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397AB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1" name="Freeform 4452">
                <a:extLst>
                  <a:ext uri="{FF2B5EF4-FFF2-40B4-BE49-F238E27FC236}">
                    <a16:creationId xmlns:a16="http://schemas.microsoft.com/office/drawing/2014/main" id="{8FE3B887-0080-D206-8F60-6E3612FFE569}"/>
                  </a:ext>
                </a:extLst>
              </p:cNvPr>
              <p:cNvSpPr/>
              <p:nvPr/>
            </p:nvSpPr>
            <p:spPr>
              <a:xfrm>
                <a:off x="2782957" y="519735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3E7DB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2" name="Freeform 4453">
                <a:extLst>
                  <a:ext uri="{FF2B5EF4-FFF2-40B4-BE49-F238E27FC236}">
                    <a16:creationId xmlns:a16="http://schemas.microsoft.com/office/drawing/2014/main" id="{2544F05F-77D7-9C1B-ECF7-88453341AB37}"/>
                  </a:ext>
                </a:extLst>
              </p:cNvPr>
              <p:cNvSpPr/>
              <p:nvPr/>
            </p:nvSpPr>
            <p:spPr>
              <a:xfrm>
                <a:off x="2782957" y="518666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4281B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3" name="Freeform 4454">
                <a:extLst>
                  <a:ext uri="{FF2B5EF4-FFF2-40B4-BE49-F238E27FC236}">
                    <a16:creationId xmlns:a16="http://schemas.microsoft.com/office/drawing/2014/main" id="{1C93E575-1956-75C1-4964-93B738BDF484}"/>
                  </a:ext>
                </a:extLst>
              </p:cNvPr>
              <p:cNvSpPr/>
              <p:nvPr/>
            </p:nvSpPr>
            <p:spPr>
              <a:xfrm>
                <a:off x="2782957" y="517597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4784B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4" name="Freeform 4455">
                <a:extLst>
                  <a:ext uri="{FF2B5EF4-FFF2-40B4-BE49-F238E27FC236}">
                    <a16:creationId xmlns:a16="http://schemas.microsoft.com/office/drawing/2014/main" id="{2F139EC1-0424-149E-AD78-8B06C2E5E1CE}"/>
                  </a:ext>
                </a:extLst>
              </p:cNvPr>
              <p:cNvSpPr/>
              <p:nvPr/>
            </p:nvSpPr>
            <p:spPr>
              <a:xfrm>
                <a:off x="2782957" y="516528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4C87C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5" name="Freeform 4456">
                <a:extLst>
                  <a:ext uri="{FF2B5EF4-FFF2-40B4-BE49-F238E27FC236}">
                    <a16:creationId xmlns:a16="http://schemas.microsoft.com/office/drawing/2014/main" id="{46B96F1B-77E2-79B7-86F9-F07040EC3191}"/>
                  </a:ext>
                </a:extLst>
              </p:cNvPr>
              <p:cNvSpPr/>
              <p:nvPr/>
            </p:nvSpPr>
            <p:spPr>
              <a:xfrm>
                <a:off x="2782957" y="515459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508AC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6" name="Freeform 4457">
                <a:extLst>
                  <a:ext uri="{FF2B5EF4-FFF2-40B4-BE49-F238E27FC236}">
                    <a16:creationId xmlns:a16="http://schemas.microsoft.com/office/drawing/2014/main" id="{2595CB13-4C2D-6220-4B94-F788FC09A6B9}"/>
                  </a:ext>
                </a:extLst>
              </p:cNvPr>
              <p:cNvSpPr/>
              <p:nvPr/>
            </p:nvSpPr>
            <p:spPr>
              <a:xfrm>
                <a:off x="2782957" y="514390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558DC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7" name="Freeform 4458">
                <a:extLst>
                  <a:ext uri="{FF2B5EF4-FFF2-40B4-BE49-F238E27FC236}">
                    <a16:creationId xmlns:a16="http://schemas.microsoft.com/office/drawing/2014/main" id="{7B05D175-A08C-5371-706A-EB909182118B}"/>
                  </a:ext>
                </a:extLst>
              </p:cNvPr>
              <p:cNvSpPr/>
              <p:nvPr/>
            </p:nvSpPr>
            <p:spPr>
              <a:xfrm>
                <a:off x="2782957" y="513322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5A90C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8" name="Freeform 4459">
                <a:extLst>
                  <a:ext uri="{FF2B5EF4-FFF2-40B4-BE49-F238E27FC236}">
                    <a16:creationId xmlns:a16="http://schemas.microsoft.com/office/drawing/2014/main" id="{656903B5-B5D4-E492-DFC4-069858747DAA}"/>
                  </a:ext>
                </a:extLst>
              </p:cNvPr>
              <p:cNvSpPr/>
              <p:nvPr/>
            </p:nvSpPr>
            <p:spPr>
              <a:xfrm>
                <a:off x="2782957" y="512253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5E93C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59" name="Freeform 4460">
                <a:extLst>
                  <a:ext uri="{FF2B5EF4-FFF2-40B4-BE49-F238E27FC236}">
                    <a16:creationId xmlns:a16="http://schemas.microsoft.com/office/drawing/2014/main" id="{3F3CE07A-EACF-D266-A4DF-71552F74C3D8}"/>
                  </a:ext>
                </a:extLst>
              </p:cNvPr>
              <p:cNvSpPr/>
              <p:nvPr/>
            </p:nvSpPr>
            <p:spPr>
              <a:xfrm>
                <a:off x="2782957" y="511184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6396C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0" name="Freeform 4461">
                <a:extLst>
                  <a:ext uri="{FF2B5EF4-FFF2-40B4-BE49-F238E27FC236}">
                    <a16:creationId xmlns:a16="http://schemas.microsoft.com/office/drawing/2014/main" id="{691E43B7-835C-737A-5910-91D39E4E4B75}"/>
                  </a:ext>
                </a:extLst>
              </p:cNvPr>
              <p:cNvSpPr/>
              <p:nvPr/>
            </p:nvSpPr>
            <p:spPr>
              <a:xfrm>
                <a:off x="2782957" y="510115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6799C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1" name="Freeform 4462">
                <a:extLst>
                  <a:ext uri="{FF2B5EF4-FFF2-40B4-BE49-F238E27FC236}">
                    <a16:creationId xmlns:a16="http://schemas.microsoft.com/office/drawing/2014/main" id="{E685F447-4635-21E3-F46D-8F797A9C767E}"/>
                  </a:ext>
                </a:extLst>
              </p:cNvPr>
              <p:cNvSpPr/>
              <p:nvPr/>
            </p:nvSpPr>
            <p:spPr>
              <a:xfrm>
                <a:off x="2782957" y="509046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6C9DC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2" name="Freeform 4463">
                <a:extLst>
                  <a:ext uri="{FF2B5EF4-FFF2-40B4-BE49-F238E27FC236}">
                    <a16:creationId xmlns:a16="http://schemas.microsoft.com/office/drawing/2014/main" id="{1A874194-8343-D3B8-D444-FA4D94DD19D1}"/>
                  </a:ext>
                </a:extLst>
              </p:cNvPr>
              <p:cNvSpPr/>
              <p:nvPr/>
            </p:nvSpPr>
            <p:spPr>
              <a:xfrm>
                <a:off x="2782957" y="507977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71A0C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3" name="Freeform 4464">
                <a:extLst>
                  <a:ext uri="{FF2B5EF4-FFF2-40B4-BE49-F238E27FC236}">
                    <a16:creationId xmlns:a16="http://schemas.microsoft.com/office/drawing/2014/main" id="{61180021-08C2-30D7-BBCA-93D23FFA5634}"/>
                  </a:ext>
                </a:extLst>
              </p:cNvPr>
              <p:cNvSpPr/>
              <p:nvPr/>
            </p:nvSpPr>
            <p:spPr>
              <a:xfrm>
                <a:off x="2782957" y="506908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75A3C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4" name="Freeform 4465">
                <a:extLst>
                  <a:ext uri="{FF2B5EF4-FFF2-40B4-BE49-F238E27FC236}">
                    <a16:creationId xmlns:a16="http://schemas.microsoft.com/office/drawing/2014/main" id="{69239725-C95D-EAF1-1223-9DAE1A177ECB}"/>
                  </a:ext>
                </a:extLst>
              </p:cNvPr>
              <p:cNvSpPr/>
              <p:nvPr/>
            </p:nvSpPr>
            <p:spPr>
              <a:xfrm>
                <a:off x="2782957" y="505839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7AA6D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5" name="Freeform 4466">
                <a:extLst>
                  <a:ext uri="{FF2B5EF4-FFF2-40B4-BE49-F238E27FC236}">
                    <a16:creationId xmlns:a16="http://schemas.microsoft.com/office/drawing/2014/main" id="{BB22EB4C-F89A-7956-0E69-AFD4D9FED012}"/>
                  </a:ext>
                </a:extLst>
              </p:cNvPr>
              <p:cNvSpPr/>
              <p:nvPr/>
            </p:nvSpPr>
            <p:spPr>
              <a:xfrm>
                <a:off x="2782957" y="504770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6" name="Freeform 4467">
                <a:extLst>
                  <a:ext uri="{FF2B5EF4-FFF2-40B4-BE49-F238E27FC236}">
                    <a16:creationId xmlns:a16="http://schemas.microsoft.com/office/drawing/2014/main" id="{44D713C5-5399-89DE-345F-B850ABA661F3}"/>
                  </a:ext>
                </a:extLst>
              </p:cNvPr>
              <p:cNvSpPr/>
              <p:nvPr/>
            </p:nvSpPr>
            <p:spPr>
              <a:xfrm>
                <a:off x="2782957" y="503701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7" name="Freeform 4468">
                <a:extLst>
                  <a:ext uri="{FF2B5EF4-FFF2-40B4-BE49-F238E27FC236}">
                    <a16:creationId xmlns:a16="http://schemas.microsoft.com/office/drawing/2014/main" id="{0927AF4D-0DAA-3454-3913-77907AB2F9B3}"/>
                  </a:ext>
                </a:extLst>
              </p:cNvPr>
              <p:cNvSpPr/>
              <p:nvPr/>
            </p:nvSpPr>
            <p:spPr>
              <a:xfrm>
                <a:off x="2782957" y="502632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88AFD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8" name="Freeform 4469">
                <a:extLst>
                  <a:ext uri="{FF2B5EF4-FFF2-40B4-BE49-F238E27FC236}">
                    <a16:creationId xmlns:a16="http://schemas.microsoft.com/office/drawing/2014/main" id="{20B44EFF-840D-96E8-B719-E6B1F8322C2E}"/>
                  </a:ext>
                </a:extLst>
              </p:cNvPr>
              <p:cNvSpPr/>
              <p:nvPr/>
            </p:nvSpPr>
            <p:spPr>
              <a:xfrm>
                <a:off x="2782957" y="501563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69" name="Freeform 4470">
                <a:extLst>
                  <a:ext uri="{FF2B5EF4-FFF2-40B4-BE49-F238E27FC236}">
                    <a16:creationId xmlns:a16="http://schemas.microsoft.com/office/drawing/2014/main" id="{3E8F1971-35C9-854E-225A-1AD2A1A8E778}"/>
                  </a:ext>
                </a:extLst>
              </p:cNvPr>
              <p:cNvSpPr/>
              <p:nvPr/>
            </p:nvSpPr>
            <p:spPr>
              <a:xfrm>
                <a:off x="2782957" y="500494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1 h 18980"/>
                  <a:gd name="csX3" fmla="*/ 0 w 127000"/>
                  <a:gd name="csY3" fmla="*/ 18981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1"/>
                    </a:lnTo>
                    <a:lnTo>
                      <a:pt x="0" y="18981"/>
                    </a:lnTo>
                    <a:close/>
                  </a:path>
                </a:pathLst>
              </a:custGeom>
              <a:solidFill>
                <a:srgbClr val="91B5D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0" name="Freeform 4471">
                <a:extLst>
                  <a:ext uri="{FF2B5EF4-FFF2-40B4-BE49-F238E27FC236}">
                    <a16:creationId xmlns:a16="http://schemas.microsoft.com/office/drawing/2014/main" id="{45E3626A-A42D-F673-EFC7-1D719A1C0877}"/>
                  </a:ext>
                </a:extLst>
              </p:cNvPr>
              <p:cNvSpPr/>
              <p:nvPr/>
            </p:nvSpPr>
            <p:spPr>
              <a:xfrm>
                <a:off x="2782957" y="499425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1" name="Freeform 4472">
                <a:extLst>
                  <a:ext uri="{FF2B5EF4-FFF2-40B4-BE49-F238E27FC236}">
                    <a16:creationId xmlns:a16="http://schemas.microsoft.com/office/drawing/2014/main" id="{48A0B72B-4F82-9236-ADCC-BC4005D77DAA}"/>
                  </a:ext>
                </a:extLst>
              </p:cNvPr>
              <p:cNvSpPr/>
              <p:nvPr/>
            </p:nvSpPr>
            <p:spPr>
              <a:xfrm>
                <a:off x="2782957" y="498356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9BBCD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2" name="Freeform 4473">
                <a:extLst>
                  <a:ext uri="{FF2B5EF4-FFF2-40B4-BE49-F238E27FC236}">
                    <a16:creationId xmlns:a16="http://schemas.microsoft.com/office/drawing/2014/main" id="{A80E6329-982F-67D8-27D1-202753EFAB0C}"/>
                  </a:ext>
                </a:extLst>
              </p:cNvPr>
              <p:cNvSpPr/>
              <p:nvPr/>
            </p:nvSpPr>
            <p:spPr>
              <a:xfrm>
                <a:off x="2782957" y="497287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3" name="Freeform 4474">
                <a:extLst>
                  <a:ext uri="{FF2B5EF4-FFF2-40B4-BE49-F238E27FC236}">
                    <a16:creationId xmlns:a16="http://schemas.microsoft.com/office/drawing/2014/main" id="{AA017F3C-02FA-3DDA-C007-306E22C4DC58}"/>
                  </a:ext>
                </a:extLst>
              </p:cNvPr>
              <p:cNvSpPr/>
              <p:nvPr/>
            </p:nvSpPr>
            <p:spPr>
              <a:xfrm>
                <a:off x="2782957" y="496219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4" name="Freeform 4475">
                <a:extLst>
                  <a:ext uri="{FF2B5EF4-FFF2-40B4-BE49-F238E27FC236}">
                    <a16:creationId xmlns:a16="http://schemas.microsoft.com/office/drawing/2014/main" id="{C167D69E-E822-6CCB-B756-F7DBDC7DBE3B}"/>
                  </a:ext>
                </a:extLst>
              </p:cNvPr>
              <p:cNvSpPr/>
              <p:nvPr/>
            </p:nvSpPr>
            <p:spPr>
              <a:xfrm>
                <a:off x="2782957" y="495150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A9C5E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5" name="Freeform 4476">
                <a:extLst>
                  <a:ext uri="{FF2B5EF4-FFF2-40B4-BE49-F238E27FC236}">
                    <a16:creationId xmlns:a16="http://schemas.microsoft.com/office/drawing/2014/main" id="{A30CE4A2-854A-E859-A5AE-813D07081FAC}"/>
                  </a:ext>
                </a:extLst>
              </p:cNvPr>
              <p:cNvSpPr/>
              <p:nvPr/>
            </p:nvSpPr>
            <p:spPr>
              <a:xfrm>
                <a:off x="2782957" y="494081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6" name="Freeform 4477">
                <a:extLst>
                  <a:ext uri="{FF2B5EF4-FFF2-40B4-BE49-F238E27FC236}">
                    <a16:creationId xmlns:a16="http://schemas.microsoft.com/office/drawing/2014/main" id="{0EFE9B3C-B6C6-18FF-867F-21E6BE70CA94}"/>
                  </a:ext>
                </a:extLst>
              </p:cNvPr>
              <p:cNvSpPr/>
              <p:nvPr/>
            </p:nvSpPr>
            <p:spPr>
              <a:xfrm>
                <a:off x="2782957" y="493012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7" name="Freeform 4478">
                <a:extLst>
                  <a:ext uri="{FF2B5EF4-FFF2-40B4-BE49-F238E27FC236}">
                    <a16:creationId xmlns:a16="http://schemas.microsoft.com/office/drawing/2014/main" id="{E76C806D-DC7B-D19A-9C94-9A83C8B790D7}"/>
                  </a:ext>
                </a:extLst>
              </p:cNvPr>
              <p:cNvSpPr/>
              <p:nvPr/>
            </p:nvSpPr>
            <p:spPr>
              <a:xfrm>
                <a:off x="2782957" y="491943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B6CEE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8" name="Freeform 4479">
                <a:extLst>
                  <a:ext uri="{FF2B5EF4-FFF2-40B4-BE49-F238E27FC236}">
                    <a16:creationId xmlns:a16="http://schemas.microsoft.com/office/drawing/2014/main" id="{5CCE05B7-7AE9-6BE9-D63B-51EFE381FB4C}"/>
                  </a:ext>
                </a:extLst>
              </p:cNvPr>
              <p:cNvSpPr/>
              <p:nvPr/>
            </p:nvSpPr>
            <p:spPr>
              <a:xfrm>
                <a:off x="2782957" y="490874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BBD1E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79" name="Freeform 4480">
                <a:extLst>
                  <a:ext uri="{FF2B5EF4-FFF2-40B4-BE49-F238E27FC236}">
                    <a16:creationId xmlns:a16="http://schemas.microsoft.com/office/drawing/2014/main" id="{DAD3DD08-E278-0F67-B57B-B2617854C3F1}"/>
                  </a:ext>
                </a:extLst>
              </p:cNvPr>
              <p:cNvSpPr/>
              <p:nvPr/>
            </p:nvSpPr>
            <p:spPr>
              <a:xfrm>
                <a:off x="2782957" y="489805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C0D5E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0" name="Freeform 4481">
                <a:extLst>
                  <a:ext uri="{FF2B5EF4-FFF2-40B4-BE49-F238E27FC236}">
                    <a16:creationId xmlns:a16="http://schemas.microsoft.com/office/drawing/2014/main" id="{680CE760-2428-C2E2-56E7-445D5374A2BE}"/>
                  </a:ext>
                </a:extLst>
              </p:cNvPr>
              <p:cNvSpPr/>
              <p:nvPr/>
            </p:nvSpPr>
            <p:spPr>
              <a:xfrm>
                <a:off x="2782957" y="488736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C4D8E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1" name="Freeform 4482">
                <a:extLst>
                  <a:ext uri="{FF2B5EF4-FFF2-40B4-BE49-F238E27FC236}">
                    <a16:creationId xmlns:a16="http://schemas.microsoft.com/office/drawing/2014/main" id="{F5DFEC2D-638C-200E-8C4D-63719E0B552D}"/>
                  </a:ext>
                </a:extLst>
              </p:cNvPr>
              <p:cNvSpPr/>
              <p:nvPr/>
            </p:nvSpPr>
            <p:spPr>
              <a:xfrm>
                <a:off x="2782957" y="487667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2" name="Freeform 4483">
                <a:extLst>
                  <a:ext uri="{FF2B5EF4-FFF2-40B4-BE49-F238E27FC236}">
                    <a16:creationId xmlns:a16="http://schemas.microsoft.com/office/drawing/2014/main" id="{BBF1BCA2-8197-CAAE-0A1F-E0B8DB637546}"/>
                  </a:ext>
                </a:extLst>
              </p:cNvPr>
              <p:cNvSpPr/>
              <p:nvPr/>
            </p:nvSpPr>
            <p:spPr>
              <a:xfrm>
                <a:off x="2782957" y="486598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CEDEE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3" name="Freeform 4484">
                <a:extLst>
                  <a:ext uri="{FF2B5EF4-FFF2-40B4-BE49-F238E27FC236}">
                    <a16:creationId xmlns:a16="http://schemas.microsoft.com/office/drawing/2014/main" id="{25A3CFDB-603F-4D99-6A3B-8B87D24712CE}"/>
                  </a:ext>
                </a:extLst>
              </p:cNvPr>
              <p:cNvSpPr/>
              <p:nvPr/>
            </p:nvSpPr>
            <p:spPr>
              <a:xfrm>
                <a:off x="2782957" y="485529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2E1E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4" name="Freeform 4485">
                <a:extLst>
                  <a:ext uri="{FF2B5EF4-FFF2-40B4-BE49-F238E27FC236}">
                    <a16:creationId xmlns:a16="http://schemas.microsoft.com/office/drawing/2014/main" id="{58D758EB-ABC6-13E4-FE20-354C17E0194D}"/>
                  </a:ext>
                </a:extLst>
              </p:cNvPr>
              <p:cNvSpPr/>
              <p:nvPr/>
            </p:nvSpPr>
            <p:spPr>
              <a:xfrm>
                <a:off x="2782957" y="484460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7E4F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5" name="Freeform 4486">
                <a:extLst>
                  <a:ext uri="{FF2B5EF4-FFF2-40B4-BE49-F238E27FC236}">
                    <a16:creationId xmlns:a16="http://schemas.microsoft.com/office/drawing/2014/main" id="{1EA38B8A-E98C-2C32-CA6F-E882F6453CF1}"/>
                  </a:ext>
                </a:extLst>
              </p:cNvPr>
              <p:cNvSpPr/>
              <p:nvPr/>
            </p:nvSpPr>
            <p:spPr>
              <a:xfrm>
                <a:off x="2782957" y="483391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6" name="Freeform 4487">
                <a:extLst>
                  <a:ext uri="{FF2B5EF4-FFF2-40B4-BE49-F238E27FC236}">
                    <a16:creationId xmlns:a16="http://schemas.microsoft.com/office/drawing/2014/main" id="{DA1488EE-F69F-367C-7C00-C176EFEA1181}"/>
                  </a:ext>
                </a:extLst>
              </p:cNvPr>
              <p:cNvSpPr/>
              <p:nvPr/>
            </p:nvSpPr>
            <p:spPr>
              <a:xfrm>
                <a:off x="2782957" y="482322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0EAF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7" name="Freeform 4488">
                <a:extLst>
                  <a:ext uri="{FF2B5EF4-FFF2-40B4-BE49-F238E27FC236}">
                    <a16:creationId xmlns:a16="http://schemas.microsoft.com/office/drawing/2014/main" id="{218E8C23-EEE0-F6ED-7F4B-C4AF2E8C6448}"/>
                  </a:ext>
                </a:extLst>
              </p:cNvPr>
              <p:cNvSpPr/>
              <p:nvPr/>
            </p:nvSpPr>
            <p:spPr>
              <a:xfrm>
                <a:off x="2782957" y="481253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5EDF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8" name="Freeform 4489">
                <a:extLst>
                  <a:ext uri="{FF2B5EF4-FFF2-40B4-BE49-F238E27FC236}">
                    <a16:creationId xmlns:a16="http://schemas.microsoft.com/office/drawing/2014/main" id="{E3103CCF-8413-8C26-15CA-63B72A292E3E}"/>
                  </a:ext>
                </a:extLst>
              </p:cNvPr>
              <p:cNvSpPr/>
              <p:nvPr/>
            </p:nvSpPr>
            <p:spPr>
              <a:xfrm>
                <a:off x="2782957" y="480184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89" name="Freeform 4490">
                <a:extLst>
                  <a:ext uri="{FF2B5EF4-FFF2-40B4-BE49-F238E27FC236}">
                    <a16:creationId xmlns:a16="http://schemas.microsoft.com/office/drawing/2014/main" id="{6EDA4B1D-AC7D-4663-F67B-891C9FC5ED28}"/>
                  </a:ext>
                </a:extLst>
              </p:cNvPr>
              <p:cNvSpPr/>
              <p:nvPr/>
            </p:nvSpPr>
            <p:spPr>
              <a:xfrm>
                <a:off x="2782957" y="479116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EF4F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0" name="Freeform 4491">
                <a:extLst>
                  <a:ext uri="{FF2B5EF4-FFF2-40B4-BE49-F238E27FC236}">
                    <a16:creationId xmlns:a16="http://schemas.microsoft.com/office/drawing/2014/main" id="{85C346BA-1AD6-437D-FD1F-0203C8CDF704}"/>
                  </a:ext>
                </a:extLst>
              </p:cNvPr>
              <p:cNvSpPr/>
              <p:nvPr/>
            </p:nvSpPr>
            <p:spPr>
              <a:xfrm>
                <a:off x="2782957" y="478047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3F7F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1" name="Freeform 4492">
                <a:extLst>
                  <a:ext uri="{FF2B5EF4-FFF2-40B4-BE49-F238E27FC236}">
                    <a16:creationId xmlns:a16="http://schemas.microsoft.com/office/drawing/2014/main" id="{8AD90C57-51B8-0AA3-603C-3A80D7A4E4BB}"/>
                  </a:ext>
                </a:extLst>
              </p:cNvPr>
              <p:cNvSpPr/>
              <p:nvPr/>
            </p:nvSpPr>
            <p:spPr>
              <a:xfrm>
                <a:off x="2782957" y="476978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2" name="Freeform 4493">
                <a:extLst>
                  <a:ext uri="{FF2B5EF4-FFF2-40B4-BE49-F238E27FC236}">
                    <a16:creationId xmlns:a16="http://schemas.microsoft.com/office/drawing/2014/main" id="{797EA679-7637-1F99-6FA7-D1A8A43A55FD}"/>
                  </a:ext>
                </a:extLst>
              </p:cNvPr>
              <p:cNvSpPr/>
              <p:nvPr/>
            </p:nvSpPr>
            <p:spPr>
              <a:xfrm>
                <a:off x="2782957" y="475909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CFDF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3" name="Freeform 4494">
                <a:extLst>
                  <a:ext uri="{FF2B5EF4-FFF2-40B4-BE49-F238E27FC236}">
                    <a16:creationId xmlns:a16="http://schemas.microsoft.com/office/drawing/2014/main" id="{E06E1D77-63E4-F6D8-892B-A2F356353EE9}"/>
                  </a:ext>
                </a:extLst>
              </p:cNvPr>
              <p:cNvSpPr/>
              <p:nvPr/>
            </p:nvSpPr>
            <p:spPr>
              <a:xfrm>
                <a:off x="2782957" y="474840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EFC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4" name="Freeform 4495">
                <a:extLst>
                  <a:ext uri="{FF2B5EF4-FFF2-40B4-BE49-F238E27FC236}">
                    <a16:creationId xmlns:a16="http://schemas.microsoft.com/office/drawing/2014/main" id="{6E7E973C-98E7-D2A5-31AC-A104D4AA3C43}"/>
                  </a:ext>
                </a:extLst>
              </p:cNvPr>
              <p:cNvSpPr/>
              <p:nvPr/>
            </p:nvSpPr>
            <p:spPr>
              <a:xfrm>
                <a:off x="2782957" y="473771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DF7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5" name="Freeform 4496">
                <a:extLst>
                  <a:ext uri="{FF2B5EF4-FFF2-40B4-BE49-F238E27FC236}">
                    <a16:creationId xmlns:a16="http://schemas.microsoft.com/office/drawing/2014/main" id="{C82E3097-7203-4DFF-A8C8-527D71953384}"/>
                  </a:ext>
                </a:extLst>
              </p:cNvPr>
              <p:cNvSpPr/>
              <p:nvPr/>
            </p:nvSpPr>
            <p:spPr>
              <a:xfrm>
                <a:off x="2782957" y="472702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DF2F2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6" name="Freeform 4497">
                <a:extLst>
                  <a:ext uri="{FF2B5EF4-FFF2-40B4-BE49-F238E27FC236}">
                    <a16:creationId xmlns:a16="http://schemas.microsoft.com/office/drawing/2014/main" id="{F573BE75-B72E-309C-9241-68F87FC6DD56}"/>
                  </a:ext>
                </a:extLst>
              </p:cNvPr>
              <p:cNvSpPr/>
              <p:nvPr/>
            </p:nvSpPr>
            <p:spPr>
              <a:xfrm>
                <a:off x="2782957" y="471633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CEDE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7" name="Freeform 4498">
                <a:extLst>
                  <a:ext uri="{FF2B5EF4-FFF2-40B4-BE49-F238E27FC236}">
                    <a16:creationId xmlns:a16="http://schemas.microsoft.com/office/drawing/2014/main" id="{F61327EC-D9D9-EAB5-1DE6-B4DC8E172680}"/>
                  </a:ext>
                </a:extLst>
              </p:cNvPr>
              <p:cNvSpPr/>
              <p:nvPr/>
            </p:nvSpPr>
            <p:spPr>
              <a:xfrm>
                <a:off x="2782957" y="470564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BE8E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8" name="Freeform 4499">
                <a:extLst>
                  <a:ext uri="{FF2B5EF4-FFF2-40B4-BE49-F238E27FC236}">
                    <a16:creationId xmlns:a16="http://schemas.microsoft.com/office/drawing/2014/main" id="{9E94C51F-407D-79D6-19B4-5BC5E5F3414B}"/>
                  </a:ext>
                </a:extLst>
              </p:cNvPr>
              <p:cNvSpPr/>
              <p:nvPr/>
            </p:nvSpPr>
            <p:spPr>
              <a:xfrm>
                <a:off x="2782957" y="469495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BE3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199" name="Freeform 4500">
                <a:extLst>
                  <a:ext uri="{FF2B5EF4-FFF2-40B4-BE49-F238E27FC236}">
                    <a16:creationId xmlns:a16="http://schemas.microsoft.com/office/drawing/2014/main" id="{FBE62C86-D310-8DE4-ABF3-36D294ADD71C}"/>
                  </a:ext>
                </a:extLst>
              </p:cNvPr>
              <p:cNvSpPr/>
              <p:nvPr/>
            </p:nvSpPr>
            <p:spPr>
              <a:xfrm>
                <a:off x="2782957" y="468426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ADE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0" name="Freeform 4501">
                <a:extLst>
                  <a:ext uri="{FF2B5EF4-FFF2-40B4-BE49-F238E27FC236}">
                    <a16:creationId xmlns:a16="http://schemas.microsoft.com/office/drawing/2014/main" id="{96821D80-61E6-4340-ED00-077787C5AC7E}"/>
                  </a:ext>
                </a:extLst>
              </p:cNvPr>
              <p:cNvSpPr/>
              <p:nvPr/>
            </p:nvSpPr>
            <p:spPr>
              <a:xfrm>
                <a:off x="2782957" y="467357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9D9D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1" name="Freeform 4502">
                <a:extLst>
                  <a:ext uri="{FF2B5EF4-FFF2-40B4-BE49-F238E27FC236}">
                    <a16:creationId xmlns:a16="http://schemas.microsoft.com/office/drawing/2014/main" id="{7438A09B-94CD-602F-D748-DEAF289C3964}"/>
                  </a:ext>
                </a:extLst>
              </p:cNvPr>
              <p:cNvSpPr/>
              <p:nvPr/>
            </p:nvSpPr>
            <p:spPr>
              <a:xfrm>
                <a:off x="2782957" y="466288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8D4D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2" name="Freeform 4503">
                <a:extLst>
                  <a:ext uri="{FF2B5EF4-FFF2-40B4-BE49-F238E27FC236}">
                    <a16:creationId xmlns:a16="http://schemas.microsoft.com/office/drawing/2014/main" id="{162C6BD4-CBF1-4970-FE01-7C33C718E470}"/>
                  </a:ext>
                </a:extLst>
              </p:cNvPr>
              <p:cNvSpPr/>
              <p:nvPr/>
            </p:nvSpPr>
            <p:spPr>
              <a:xfrm>
                <a:off x="2782957" y="465219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8CFD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3" name="Freeform 4504">
                <a:extLst>
                  <a:ext uri="{FF2B5EF4-FFF2-40B4-BE49-F238E27FC236}">
                    <a16:creationId xmlns:a16="http://schemas.microsoft.com/office/drawing/2014/main" id="{7E41FBA9-27FA-33D5-4FA3-383F00E862BC}"/>
                  </a:ext>
                </a:extLst>
              </p:cNvPr>
              <p:cNvSpPr/>
              <p:nvPr/>
            </p:nvSpPr>
            <p:spPr>
              <a:xfrm>
                <a:off x="2782957" y="464150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7C9C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4" name="Freeform 4505">
                <a:extLst>
                  <a:ext uri="{FF2B5EF4-FFF2-40B4-BE49-F238E27FC236}">
                    <a16:creationId xmlns:a16="http://schemas.microsoft.com/office/drawing/2014/main" id="{0C68D932-1B61-EB01-2E41-47D3971B1C2F}"/>
                  </a:ext>
                </a:extLst>
              </p:cNvPr>
              <p:cNvSpPr/>
              <p:nvPr/>
            </p:nvSpPr>
            <p:spPr>
              <a:xfrm>
                <a:off x="2782957" y="463082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6C4C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5" name="Freeform 4506">
                <a:extLst>
                  <a:ext uri="{FF2B5EF4-FFF2-40B4-BE49-F238E27FC236}">
                    <a16:creationId xmlns:a16="http://schemas.microsoft.com/office/drawing/2014/main" id="{BBBCEA39-A10E-DA72-0C6E-BFCE86E82282}"/>
                  </a:ext>
                </a:extLst>
              </p:cNvPr>
              <p:cNvSpPr/>
              <p:nvPr/>
            </p:nvSpPr>
            <p:spPr>
              <a:xfrm>
                <a:off x="2782957" y="462013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6BFC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6" name="Freeform 4507">
                <a:extLst>
                  <a:ext uri="{FF2B5EF4-FFF2-40B4-BE49-F238E27FC236}">
                    <a16:creationId xmlns:a16="http://schemas.microsoft.com/office/drawing/2014/main" id="{E80A6B21-FFB5-58A5-0867-EDC5B030AC1C}"/>
                  </a:ext>
                </a:extLst>
              </p:cNvPr>
              <p:cNvSpPr/>
              <p:nvPr/>
            </p:nvSpPr>
            <p:spPr>
              <a:xfrm>
                <a:off x="2782957" y="460944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5BAB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7" name="Freeform 4508">
                <a:extLst>
                  <a:ext uri="{FF2B5EF4-FFF2-40B4-BE49-F238E27FC236}">
                    <a16:creationId xmlns:a16="http://schemas.microsoft.com/office/drawing/2014/main" id="{EEC8013D-40BB-192B-07F1-89B4BB7B0E62}"/>
                  </a:ext>
                </a:extLst>
              </p:cNvPr>
              <p:cNvSpPr/>
              <p:nvPr/>
            </p:nvSpPr>
            <p:spPr>
              <a:xfrm>
                <a:off x="2782957" y="459875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4B5B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8" name="Freeform 4509">
                <a:extLst>
                  <a:ext uri="{FF2B5EF4-FFF2-40B4-BE49-F238E27FC236}">
                    <a16:creationId xmlns:a16="http://schemas.microsoft.com/office/drawing/2014/main" id="{7A81B20B-AD47-E8DD-605A-8383DF20497F}"/>
                  </a:ext>
                </a:extLst>
              </p:cNvPr>
              <p:cNvSpPr/>
              <p:nvPr/>
            </p:nvSpPr>
            <p:spPr>
              <a:xfrm>
                <a:off x="2782957" y="458806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4B0B2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09" name="Freeform 4510">
                <a:extLst>
                  <a:ext uri="{FF2B5EF4-FFF2-40B4-BE49-F238E27FC236}">
                    <a16:creationId xmlns:a16="http://schemas.microsoft.com/office/drawing/2014/main" id="{221CC3E7-837B-7D39-F2AB-966470572EBE}"/>
                  </a:ext>
                </a:extLst>
              </p:cNvPr>
              <p:cNvSpPr/>
              <p:nvPr/>
            </p:nvSpPr>
            <p:spPr>
              <a:xfrm>
                <a:off x="2782957" y="457737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3ABA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0" name="Freeform 4511">
                <a:extLst>
                  <a:ext uri="{FF2B5EF4-FFF2-40B4-BE49-F238E27FC236}">
                    <a16:creationId xmlns:a16="http://schemas.microsoft.com/office/drawing/2014/main" id="{E2DD0AA3-BF2D-C43A-E84A-7A1E133CC704}"/>
                  </a:ext>
                </a:extLst>
              </p:cNvPr>
              <p:cNvSpPr/>
              <p:nvPr/>
            </p:nvSpPr>
            <p:spPr>
              <a:xfrm>
                <a:off x="2782957" y="456668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2A6A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1" name="Freeform 4512">
                <a:extLst>
                  <a:ext uri="{FF2B5EF4-FFF2-40B4-BE49-F238E27FC236}">
                    <a16:creationId xmlns:a16="http://schemas.microsoft.com/office/drawing/2014/main" id="{6E6FDA01-47B0-5D01-0263-26926E586CF1}"/>
                  </a:ext>
                </a:extLst>
              </p:cNvPr>
              <p:cNvSpPr/>
              <p:nvPr/>
            </p:nvSpPr>
            <p:spPr>
              <a:xfrm>
                <a:off x="2782957" y="455599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1A1A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2" name="Freeform 4513">
                <a:extLst>
                  <a:ext uri="{FF2B5EF4-FFF2-40B4-BE49-F238E27FC236}">
                    <a16:creationId xmlns:a16="http://schemas.microsoft.com/office/drawing/2014/main" id="{ECD24A9B-17B9-D3C7-252C-97AAF31D2584}"/>
                  </a:ext>
                </a:extLst>
              </p:cNvPr>
              <p:cNvSpPr/>
              <p:nvPr/>
            </p:nvSpPr>
            <p:spPr>
              <a:xfrm>
                <a:off x="2782957" y="454530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19C9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3" name="Freeform 4514">
                <a:extLst>
                  <a:ext uri="{FF2B5EF4-FFF2-40B4-BE49-F238E27FC236}">
                    <a16:creationId xmlns:a16="http://schemas.microsoft.com/office/drawing/2014/main" id="{93EA97B2-910D-F09B-7B1A-6D5D062F06BB}"/>
                  </a:ext>
                </a:extLst>
              </p:cNvPr>
              <p:cNvSpPr/>
              <p:nvPr/>
            </p:nvSpPr>
            <p:spPr>
              <a:xfrm>
                <a:off x="2782957" y="453461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F0979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4" name="Freeform 4515">
                <a:extLst>
                  <a:ext uri="{FF2B5EF4-FFF2-40B4-BE49-F238E27FC236}">
                    <a16:creationId xmlns:a16="http://schemas.microsoft.com/office/drawing/2014/main" id="{77BF0589-B745-46FE-F842-60BC35E4E13C}"/>
                  </a:ext>
                </a:extLst>
              </p:cNvPr>
              <p:cNvSpPr/>
              <p:nvPr/>
            </p:nvSpPr>
            <p:spPr>
              <a:xfrm>
                <a:off x="2782957" y="452392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F929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5" name="Freeform 4516">
                <a:extLst>
                  <a:ext uri="{FF2B5EF4-FFF2-40B4-BE49-F238E27FC236}">
                    <a16:creationId xmlns:a16="http://schemas.microsoft.com/office/drawing/2014/main" id="{9E239F7F-42F2-5186-EB59-2E6B21AA7B3D}"/>
                  </a:ext>
                </a:extLst>
              </p:cNvPr>
              <p:cNvSpPr/>
              <p:nvPr/>
            </p:nvSpPr>
            <p:spPr>
              <a:xfrm>
                <a:off x="2782957" y="451323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6" name="Freeform 4517">
                <a:extLst>
                  <a:ext uri="{FF2B5EF4-FFF2-40B4-BE49-F238E27FC236}">
                    <a16:creationId xmlns:a16="http://schemas.microsoft.com/office/drawing/2014/main" id="{6B269E5D-2A4D-1892-9258-1C43E7D08C89}"/>
                  </a:ext>
                </a:extLst>
              </p:cNvPr>
              <p:cNvSpPr/>
              <p:nvPr/>
            </p:nvSpPr>
            <p:spPr>
              <a:xfrm>
                <a:off x="2782957" y="450254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E888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7" name="Freeform 4518">
                <a:extLst>
                  <a:ext uri="{FF2B5EF4-FFF2-40B4-BE49-F238E27FC236}">
                    <a16:creationId xmlns:a16="http://schemas.microsoft.com/office/drawing/2014/main" id="{65BBC2F3-8CE5-8FC0-1931-153BD457A41A}"/>
                  </a:ext>
                </a:extLst>
              </p:cNvPr>
              <p:cNvSpPr/>
              <p:nvPr/>
            </p:nvSpPr>
            <p:spPr>
              <a:xfrm>
                <a:off x="2782957" y="449185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D838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8" name="Freeform 4519">
                <a:extLst>
                  <a:ext uri="{FF2B5EF4-FFF2-40B4-BE49-F238E27FC236}">
                    <a16:creationId xmlns:a16="http://schemas.microsoft.com/office/drawing/2014/main" id="{D0F980A7-372A-637E-828E-5C61335E46D7}"/>
                  </a:ext>
                </a:extLst>
              </p:cNvPr>
              <p:cNvSpPr/>
              <p:nvPr/>
            </p:nvSpPr>
            <p:spPr>
              <a:xfrm>
                <a:off x="2782957" y="448117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19" name="Freeform 4520">
                <a:extLst>
                  <a:ext uri="{FF2B5EF4-FFF2-40B4-BE49-F238E27FC236}">
                    <a16:creationId xmlns:a16="http://schemas.microsoft.com/office/drawing/2014/main" id="{B0627A3C-5F51-457C-2D1B-8EE96191F861}"/>
                  </a:ext>
                </a:extLst>
              </p:cNvPr>
              <p:cNvSpPr/>
              <p:nvPr/>
            </p:nvSpPr>
            <p:spPr>
              <a:xfrm>
                <a:off x="2782957" y="447048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0" name="Freeform 4521">
                <a:extLst>
                  <a:ext uri="{FF2B5EF4-FFF2-40B4-BE49-F238E27FC236}">
                    <a16:creationId xmlns:a16="http://schemas.microsoft.com/office/drawing/2014/main" id="{2D1B7E8A-8A16-774D-BAFF-5DEF2EEF513F}"/>
                  </a:ext>
                </a:extLst>
              </p:cNvPr>
              <p:cNvSpPr/>
              <p:nvPr/>
            </p:nvSpPr>
            <p:spPr>
              <a:xfrm>
                <a:off x="2782957" y="445979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1" name="Freeform 4522">
                <a:extLst>
                  <a:ext uri="{FF2B5EF4-FFF2-40B4-BE49-F238E27FC236}">
                    <a16:creationId xmlns:a16="http://schemas.microsoft.com/office/drawing/2014/main" id="{8012C95B-02D8-42AF-3AEB-FB671C179BA3}"/>
                  </a:ext>
                </a:extLst>
              </p:cNvPr>
              <p:cNvSpPr/>
              <p:nvPr/>
            </p:nvSpPr>
            <p:spPr>
              <a:xfrm>
                <a:off x="2782957" y="444910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2" name="Freeform 4523">
                <a:extLst>
                  <a:ext uri="{FF2B5EF4-FFF2-40B4-BE49-F238E27FC236}">
                    <a16:creationId xmlns:a16="http://schemas.microsoft.com/office/drawing/2014/main" id="{93EFEDF7-B882-3AD0-A6BF-5843A55CB6BF}"/>
                  </a:ext>
                </a:extLst>
              </p:cNvPr>
              <p:cNvSpPr/>
              <p:nvPr/>
            </p:nvSpPr>
            <p:spPr>
              <a:xfrm>
                <a:off x="2782957" y="443841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A6A6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3" name="Freeform 4524">
                <a:extLst>
                  <a:ext uri="{FF2B5EF4-FFF2-40B4-BE49-F238E27FC236}">
                    <a16:creationId xmlns:a16="http://schemas.microsoft.com/office/drawing/2014/main" id="{D81992B4-8286-3173-B2A6-0D1386F1108A}"/>
                  </a:ext>
                </a:extLst>
              </p:cNvPr>
              <p:cNvSpPr/>
              <p:nvPr/>
            </p:nvSpPr>
            <p:spPr>
              <a:xfrm>
                <a:off x="2782957" y="442772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9646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4" name="Freeform 4525">
                <a:extLst>
                  <a:ext uri="{FF2B5EF4-FFF2-40B4-BE49-F238E27FC236}">
                    <a16:creationId xmlns:a16="http://schemas.microsoft.com/office/drawing/2014/main" id="{1424D0DB-B776-E5A7-FC05-EBD8619FF9CC}"/>
                  </a:ext>
                </a:extLst>
              </p:cNvPr>
              <p:cNvSpPr/>
              <p:nvPr/>
            </p:nvSpPr>
            <p:spPr>
              <a:xfrm>
                <a:off x="2782957" y="441703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85F6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5" name="Freeform 4526">
                <a:extLst>
                  <a:ext uri="{FF2B5EF4-FFF2-40B4-BE49-F238E27FC236}">
                    <a16:creationId xmlns:a16="http://schemas.microsoft.com/office/drawing/2014/main" id="{22A9E5B7-7CC7-471C-B8FF-14B758B87D51}"/>
                  </a:ext>
                </a:extLst>
              </p:cNvPr>
              <p:cNvSpPr/>
              <p:nvPr/>
            </p:nvSpPr>
            <p:spPr>
              <a:xfrm>
                <a:off x="2782957" y="440634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85A5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6" name="Freeform 4527">
                <a:extLst>
                  <a:ext uri="{FF2B5EF4-FFF2-40B4-BE49-F238E27FC236}">
                    <a16:creationId xmlns:a16="http://schemas.microsoft.com/office/drawing/2014/main" id="{2249323F-BAD8-6A58-7B0C-CEF6FD063902}"/>
                  </a:ext>
                </a:extLst>
              </p:cNvPr>
              <p:cNvSpPr/>
              <p:nvPr/>
            </p:nvSpPr>
            <p:spPr>
              <a:xfrm>
                <a:off x="2782957" y="439565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7555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7" name="Freeform 4528">
                <a:extLst>
                  <a:ext uri="{FF2B5EF4-FFF2-40B4-BE49-F238E27FC236}">
                    <a16:creationId xmlns:a16="http://schemas.microsoft.com/office/drawing/2014/main" id="{F3BC2E15-2F37-2216-BBB2-76A7D0B7F99C}"/>
                  </a:ext>
                </a:extLst>
              </p:cNvPr>
              <p:cNvSpPr/>
              <p:nvPr/>
            </p:nvSpPr>
            <p:spPr>
              <a:xfrm>
                <a:off x="2782957" y="4384965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6505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8" name="Freeform 4529">
                <a:extLst>
                  <a:ext uri="{FF2B5EF4-FFF2-40B4-BE49-F238E27FC236}">
                    <a16:creationId xmlns:a16="http://schemas.microsoft.com/office/drawing/2014/main" id="{26D41D55-FF77-3FDC-A3AD-C8260F46CCD5}"/>
                  </a:ext>
                </a:extLst>
              </p:cNvPr>
              <p:cNvSpPr/>
              <p:nvPr/>
            </p:nvSpPr>
            <p:spPr>
              <a:xfrm>
                <a:off x="2782957" y="437427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54B5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29" name="Freeform 4530">
                <a:extLst>
                  <a:ext uri="{FF2B5EF4-FFF2-40B4-BE49-F238E27FC236}">
                    <a16:creationId xmlns:a16="http://schemas.microsoft.com/office/drawing/2014/main" id="{542FBF03-AF0E-EDE5-99C6-70009948D421}"/>
                  </a:ext>
                </a:extLst>
              </p:cNvPr>
              <p:cNvSpPr/>
              <p:nvPr/>
            </p:nvSpPr>
            <p:spPr>
              <a:xfrm>
                <a:off x="2782957" y="436358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5464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0" name="Freeform 4531">
                <a:extLst>
                  <a:ext uri="{FF2B5EF4-FFF2-40B4-BE49-F238E27FC236}">
                    <a16:creationId xmlns:a16="http://schemas.microsoft.com/office/drawing/2014/main" id="{920FDEC3-B18C-D189-9EB7-CB92625E7E78}"/>
                  </a:ext>
                </a:extLst>
              </p:cNvPr>
              <p:cNvSpPr/>
              <p:nvPr/>
            </p:nvSpPr>
            <p:spPr>
              <a:xfrm>
                <a:off x="2782957" y="4352897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4414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1" name="Freeform 4532">
                <a:extLst>
                  <a:ext uri="{FF2B5EF4-FFF2-40B4-BE49-F238E27FC236}">
                    <a16:creationId xmlns:a16="http://schemas.microsoft.com/office/drawing/2014/main" id="{B179D8DF-6936-3F3B-45F1-1C27F282608F}"/>
                  </a:ext>
                </a:extLst>
              </p:cNvPr>
              <p:cNvSpPr/>
              <p:nvPr/>
            </p:nvSpPr>
            <p:spPr>
              <a:xfrm>
                <a:off x="2782957" y="434220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33C4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2" name="Freeform 4533">
                <a:extLst>
                  <a:ext uri="{FF2B5EF4-FFF2-40B4-BE49-F238E27FC236}">
                    <a16:creationId xmlns:a16="http://schemas.microsoft.com/office/drawing/2014/main" id="{3588AB10-E995-B44C-9772-2AD2978922D0}"/>
                  </a:ext>
                </a:extLst>
              </p:cNvPr>
              <p:cNvSpPr/>
              <p:nvPr/>
            </p:nvSpPr>
            <p:spPr>
              <a:xfrm>
                <a:off x="2782957" y="4331518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3373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3" name="Freeform 4534">
                <a:extLst>
                  <a:ext uri="{FF2B5EF4-FFF2-40B4-BE49-F238E27FC236}">
                    <a16:creationId xmlns:a16="http://schemas.microsoft.com/office/drawing/2014/main" id="{BF97A2AE-54F5-3162-1BCF-07FC08535225}"/>
                  </a:ext>
                </a:extLst>
              </p:cNvPr>
              <p:cNvSpPr/>
              <p:nvPr/>
            </p:nvSpPr>
            <p:spPr>
              <a:xfrm>
                <a:off x="2782957" y="4320829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2323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4" name="Freeform 4535">
                <a:extLst>
                  <a:ext uri="{FF2B5EF4-FFF2-40B4-BE49-F238E27FC236}">
                    <a16:creationId xmlns:a16="http://schemas.microsoft.com/office/drawing/2014/main" id="{14FB99ED-E72A-BFDA-219B-18B4DB49D3E4}"/>
                  </a:ext>
                </a:extLst>
              </p:cNvPr>
              <p:cNvSpPr/>
              <p:nvPr/>
            </p:nvSpPr>
            <p:spPr>
              <a:xfrm>
                <a:off x="2782957" y="4310140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12D3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5" name="Freeform 4536">
                <a:extLst>
                  <a:ext uri="{FF2B5EF4-FFF2-40B4-BE49-F238E27FC236}">
                    <a16:creationId xmlns:a16="http://schemas.microsoft.com/office/drawing/2014/main" id="{1AD1FB79-DCD2-583B-2D11-FCFF4D648951}"/>
                  </a:ext>
                </a:extLst>
              </p:cNvPr>
              <p:cNvSpPr/>
              <p:nvPr/>
            </p:nvSpPr>
            <p:spPr>
              <a:xfrm>
                <a:off x="2782957" y="429945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0282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6" name="Freeform 4537">
                <a:extLst>
                  <a:ext uri="{FF2B5EF4-FFF2-40B4-BE49-F238E27FC236}">
                    <a16:creationId xmlns:a16="http://schemas.microsoft.com/office/drawing/2014/main" id="{ABEC1FB7-DC67-641A-C52B-61211A440C1E}"/>
                  </a:ext>
                </a:extLst>
              </p:cNvPr>
              <p:cNvSpPr/>
              <p:nvPr/>
            </p:nvSpPr>
            <p:spPr>
              <a:xfrm>
                <a:off x="2782957" y="4288761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E0232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7" name="Freeform 4538">
                <a:extLst>
                  <a:ext uri="{FF2B5EF4-FFF2-40B4-BE49-F238E27FC236}">
                    <a16:creationId xmlns:a16="http://schemas.microsoft.com/office/drawing/2014/main" id="{DF135DB1-97BC-AA02-3A10-AE6B09F304D9}"/>
                  </a:ext>
                </a:extLst>
              </p:cNvPr>
              <p:cNvSpPr/>
              <p:nvPr/>
            </p:nvSpPr>
            <p:spPr>
              <a:xfrm>
                <a:off x="2782957" y="4278072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F1E2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8" name="Freeform 4539">
                <a:extLst>
                  <a:ext uri="{FF2B5EF4-FFF2-40B4-BE49-F238E27FC236}">
                    <a16:creationId xmlns:a16="http://schemas.microsoft.com/office/drawing/2014/main" id="{972F2EC2-C0BC-0450-A480-64F8A85B55B9}"/>
                  </a:ext>
                </a:extLst>
              </p:cNvPr>
              <p:cNvSpPr/>
              <p:nvPr/>
            </p:nvSpPr>
            <p:spPr>
              <a:xfrm>
                <a:off x="2782957" y="426738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E191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39" name="Freeform 4540">
                <a:extLst>
                  <a:ext uri="{FF2B5EF4-FFF2-40B4-BE49-F238E27FC236}">
                    <a16:creationId xmlns:a16="http://schemas.microsoft.com/office/drawing/2014/main" id="{2ADBF74B-B9A2-E4D9-0632-9359BE84B649}"/>
                  </a:ext>
                </a:extLst>
              </p:cNvPr>
              <p:cNvSpPr/>
              <p:nvPr/>
            </p:nvSpPr>
            <p:spPr>
              <a:xfrm>
                <a:off x="2782957" y="4256693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E141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40" name="Freeform 4541">
                <a:extLst>
                  <a:ext uri="{FF2B5EF4-FFF2-40B4-BE49-F238E27FC236}">
                    <a16:creationId xmlns:a16="http://schemas.microsoft.com/office/drawing/2014/main" id="{BF92A561-F6CE-4348-E9C7-AB1FC2E36B64}"/>
                  </a:ext>
                </a:extLst>
              </p:cNvPr>
              <p:cNvSpPr/>
              <p:nvPr/>
            </p:nvSpPr>
            <p:spPr>
              <a:xfrm>
                <a:off x="2782957" y="424600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D0F1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41" name="Freeform 4542">
                <a:extLst>
                  <a:ext uri="{FF2B5EF4-FFF2-40B4-BE49-F238E27FC236}">
                    <a16:creationId xmlns:a16="http://schemas.microsoft.com/office/drawing/2014/main" id="{AE5824FE-85E6-14C0-F853-BA7553EF058A}"/>
                  </a:ext>
                </a:extLst>
              </p:cNvPr>
              <p:cNvSpPr/>
              <p:nvPr/>
            </p:nvSpPr>
            <p:spPr>
              <a:xfrm>
                <a:off x="2782957" y="4235314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C0A1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42" name="Freeform 4543">
                <a:extLst>
                  <a:ext uri="{FF2B5EF4-FFF2-40B4-BE49-F238E27FC236}">
                    <a16:creationId xmlns:a16="http://schemas.microsoft.com/office/drawing/2014/main" id="{A2B98924-3898-F701-C3DF-676CAEDAF68C}"/>
                  </a:ext>
                </a:extLst>
              </p:cNvPr>
              <p:cNvSpPr/>
              <p:nvPr/>
            </p:nvSpPr>
            <p:spPr>
              <a:xfrm>
                <a:off x="2782957" y="4224626"/>
                <a:ext cx="127000" cy="10689"/>
              </a:xfrm>
              <a:custGeom>
                <a:avLst/>
                <a:gdLst>
                  <a:gd name="csX0" fmla="*/ 0 w 127000"/>
                  <a:gd name="csY0" fmla="*/ 0 h 18980"/>
                  <a:gd name="csX1" fmla="*/ 127000 w 127000"/>
                  <a:gd name="csY1" fmla="*/ 0 h 18980"/>
                  <a:gd name="csX2" fmla="*/ 127000 w 127000"/>
                  <a:gd name="csY2" fmla="*/ 18980 h 18980"/>
                  <a:gd name="csX3" fmla="*/ 0 w 127000"/>
                  <a:gd name="csY3" fmla="*/ 18980 h 189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7000" h="18980">
                    <a:moveTo>
                      <a:pt x="0" y="0"/>
                    </a:moveTo>
                    <a:lnTo>
                      <a:pt x="127000" y="0"/>
                    </a:lnTo>
                    <a:lnTo>
                      <a:pt x="127000" y="18980"/>
                    </a:lnTo>
                    <a:lnTo>
                      <a:pt x="0" y="18980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43" name="TextBox 6242">
                <a:extLst>
                  <a:ext uri="{FF2B5EF4-FFF2-40B4-BE49-F238E27FC236}">
                    <a16:creationId xmlns:a16="http://schemas.microsoft.com/office/drawing/2014/main" id="{69F7226D-5351-E95E-A6FE-BB1B7881FA36}"/>
                  </a:ext>
                </a:extLst>
              </p:cNvPr>
              <p:cNvSpPr txBox="1"/>
              <p:nvPr/>
            </p:nvSpPr>
            <p:spPr>
              <a:xfrm rot="5400000">
                <a:off x="2891585" y="5138325"/>
                <a:ext cx="15671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atin typeface="Arial" panose="020B0604020202020204" pitchFamily="34" charset="0"/>
                    <a:cs typeface="Arial" panose="020B0604020202020204" pitchFamily="34" charset="0"/>
                    <a:sym typeface="Arial"/>
                  </a:rPr>
                  <a:t>-2</a:t>
                </a:r>
              </a:p>
            </p:txBody>
          </p:sp>
          <p:sp>
            <p:nvSpPr>
              <p:cNvPr id="6244" name="TextBox 6243">
                <a:extLst>
                  <a:ext uri="{FF2B5EF4-FFF2-40B4-BE49-F238E27FC236}">
                    <a16:creationId xmlns:a16="http://schemas.microsoft.com/office/drawing/2014/main" id="{ED793617-4E8B-C58B-BDF6-414AA6F6C8FB}"/>
                  </a:ext>
                </a:extLst>
              </p:cNvPr>
              <p:cNvSpPr txBox="1"/>
              <p:nvPr/>
            </p:nvSpPr>
            <p:spPr>
              <a:xfrm rot="5400000">
                <a:off x="2891585" y="4889835"/>
                <a:ext cx="15671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  <a:sym typeface="Arial"/>
                  </a:rPr>
                  <a:t>-1</a:t>
                </a:r>
              </a:p>
            </p:txBody>
          </p:sp>
          <p:sp>
            <p:nvSpPr>
              <p:cNvPr id="6245" name="TextBox 6244">
                <a:extLst>
                  <a:ext uri="{FF2B5EF4-FFF2-40B4-BE49-F238E27FC236}">
                    <a16:creationId xmlns:a16="http://schemas.microsoft.com/office/drawing/2014/main" id="{3FB702C6-1EBA-0D19-39A6-E30F3FA70DA6}"/>
                  </a:ext>
                </a:extLst>
              </p:cNvPr>
              <p:cNvSpPr txBox="1"/>
              <p:nvPr/>
            </p:nvSpPr>
            <p:spPr>
              <a:xfrm rot="5400000">
                <a:off x="2901820" y="4622602"/>
                <a:ext cx="13626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atin typeface="Arial" panose="020B0604020202020204" pitchFamily="34" charset="0"/>
                    <a:cs typeface="Arial" panose="020B0604020202020204" pitchFamily="34" charset="0"/>
                    <a:sym typeface="Arial"/>
                  </a:rPr>
                  <a:t>0</a:t>
                </a:r>
              </a:p>
            </p:txBody>
          </p:sp>
          <p:sp>
            <p:nvSpPr>
              <p:cNvPr id="6246" name="TextBox 6245">
                <a:extLst>
                  <a:ext uri="{FF2B5EF4-FFF2-40B4-BE49-F238E27FC236}">
                    <a16:creationId xmlns:a16="http://schemas.microsoft.com/office/drawing/2014/main" id="{119CAAFD-7D36-6B19-D006-773DDE009E6C}"/>
                  </a:ext>
                </a:extLst>
              </p:cNvPr>
              <p:cNvSpPr txBox="1"/>
              <p:nvPr/>
            </p:nvSpPr>
            <p:spPr>
              <a:xfrm rot="5400000">
                <a:off x="2901820" y="4355368"/>
                <a:ext cx="13626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  <a:sym typeface="Arial"/>
                  </a:rPr>
                  <a:t>1</a:t>
                </a:r>
              </a:p>
            </p:txBody>
          </p:sp>
          <p:sp>
            <p:nvSpPr>
              <p:cNvPr id="6247" name="TextBox 6246">
                <a:extLst>
                  <a:ext uri="{FF2B5EF4-FFF2-40B4-BE49-F238E27FC236}">
                    <a16:creationId xmlns:a16="http://schemas.microsoft.com/office/drawing/2014/main" id="{1E3A5AA9-1FFF-3DDB-6DA8-9B803C078D4D}"/>
                  </a:ext>
                </a:extLst>
              </p:cNvPr>
              <p:cNvSpPr txBox="1"/>
              <p:nvPr/>
            </p:nvSpPr>
            <p:spPr>
              <a:xfrm rot="5400000">
                <a:off x="2901819" y="4130312"/>
                <a:ext cx="13626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 dirty="0">
                    <a:latin typeface="Arial" panose="020B0604020202020204" pitchFamily="34" charset="0"/>
                    <a:cs typeface="Arial" panose="020B0604020202020204" pitchFamily="34" charset="0"/>
                    <a:sym typeface="Arial"/>
                  </a:rPr>
                  <a:t>2</a:t>
                </a:r>
              </a:p>
            </p:txBody>
          </p:sp>
          <p:sp>
            <p:nvSpPr>
              <p:cNvPr id="6248" name="TextBox 6247">
                <a:extLst>
                  <a:ext uri="{FF2B5EF4-FFF2-40B4-BE49-F238E27FC236}">
                    <a16:creationId xmlns:a16="http://schemas.microsoft.com/office/drawing/2014/main" id="{025CED67-C7F5-9BD5-4B3F-162F357820B2}"/>
                  </a:ext>
                </a:extLst>
              </p:cNvPr>
              <p:cNvSpPr txBox="1"/>
              <p:nvPr/>
            </p:nvSpPr>
            <p:spPr>
              <a:xfrm rot="5400000">
                <a:off x="2922205" y="4611131"/>
                <a:ext cx="363959" cy="259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92" b="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Z-Score</a:t>
                </a:r>
                <a:endParaRPr lang="en-US" sz="850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p:grpSp>
        <p:grpSp>
          <p:nvGrpSpPr>
            <p:cNvPr id="4420" name="Group 4419">
              <a:extLst>
                <a:ext uri="{FF2B5EF4-FFF2-40B4-BE49-F238E27FC236}">
                  <a16:creationId xmlns:a16="http://schemas.microsoft.com/office/drawing/2014/main" id="{33D6B64B-2C82-F6AA-C770-489D1E54A611}"/>
                </a:ext>
              </a:extLst>
            </p:cNvPr>
            <p:cNvGrpSpPr/>
            <p:nvPr/>
          </p:nvGrpSpPr>
          <p:grpSpPr>
            <a:xfrm>
              <a:off x="4005197" y="3799585"/>
              <a:ext cx="1467260" cy="830904"/>
              <a:chOff x="2714672" y="3562241"/>
              <a:chExt cx="1552808" cy="461034"/>
            </a:xfrm>
          </p:grpSpPr>
          <p:sp>
            <p:nvSpPr>
              <p:cNvPr id="6141" name="Rectangle 6140">
                <a:extLst>
                  <a:ext uri="{FF2B5EF4-FFF2-40B4-BE49-F238E27FC236}">
                    <a16:creationId xmlns:a16="http://schemas.microsoft.com/office/drawing/2014/main" id="{FDC5B7E1-A58F-9AD6-BF6C-FB338B2A87C5}"/>
                  </a:ext>
                </a:extLst>
              </p:cNvPr>
              <p:cNvSpPr/>
              <p:nvPr/>
            </p:nvSpPr>
            <p:spPr>
              <a:xfrm>
                <a:off x="2714672" y="3562241"/>
                <a:ext cx="1552808" cy="4610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640" tIns="0" rIns="0" bIns="0" rtlCol="0" anchor="ctr"/>
              <a:lstStyle/>
              <a:p>
                <a:r>
                  <a:rPr lang="en-US" sz="850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 </a:t>
                </a:r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ECM / Cell Adhesion</a:t>
                </a:r>
                <a:endParaRPr lang="en-US" sz="850" dirty="0">
                  <a:solidFill>
                    <a:srgbClr val="202122"/>
                  </a:solidFill>
                  <a:latin typeface="Arial" panose="020B0604020202020204" pitchFamily="34" charset="0"/>
                </a:endParaRPr>
              </a:p>
              <a:p>
                <a:r>
                  <a:rPr lang="en-US" sz="850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r>
                  <a:rPr lang="en-US" sz="850" dirty="0"/>
                  <a:t> </a:t>
                </a:r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Gonadotroph Associated</a:t>
                </a:r>
              </a:p>
            </p:txBody>
          </p:sp>
          <p:sp>
            <p:nvSpPr>
              <p:cNvPr id="6142" name="TextBox 6141">
                <a:extLst>
                  <a:ext uri="{FF2B5EF4-FFF2-40B4-BE49-F238E27FC236}">
                    <a16:creationId xmlns:a16="http://schemas.microsoft.com/office/drawing/2014/main" id="{C653EB50-276C-4B6A-1F46-25FF5D140713}"/>
                  </a:ext>
                </a:extLst>
              </p:cNvPr>
              <p:cNvSpPr txBox="1"/>
              <p:nvPr/>
            </p:nvSpPr>
            <p:spPr>
              <a:xfrm>
                <a:off x="2722292" y="3612747"/>
                <a:ext cx="1531620" cy="1359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92" b="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Type</a:t>
                </a:r>
                <a:endParaRPr lang="en-US" sz="756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p:grpSp>
        <p:grpSp>
          <p:nvGrpSpPr>
            <p:cNvPr id="4423" name="Group 4422">
              <a:extLst>
                <a:ext uri="{FF2B5EF4-FFF2-40B4-BE49-F238E27FC236}">
                  <a16:creationId xmlns:a16="http://schemas.microsoft.com/office/drawing/2014/main" id="{E6AF1067-491B-E264-E1F8-0F722580DA10}"/>
                </a:ext>
              </a:extLst>
            </p:cNvPr>
            <p:cNvGrpSpPr/>
            <p:nvPr/>
          </p:nvGrpSpPr>
          <p:grpSpPr>
            <a:xfrm rot="16200000">
              <a:off x="2547225" y="2382105"/>
              <a:ext cx="659858" cy="5202081"/>
              <a:chOff x="311225" y="2440656"/>
              <a:chExt cx="3390646" cy="2785953"/>
            </a:xfrm>
          </p:grpSpPr>
          <p:sp>
            <p:nvSpPr>
              <p:cNvPr id="4754" name="Freeform 4620">
                <a:extLst>
                  <a:ext uri="{FF2B5EF4-FFF2-40B4-BE49-F238E27FC236}">
                    <a16:creationId xmlns:a16="http://schemas.microsoft.com/office/drawing/2014/main" id="{6A5565AB-2043-C92D-3923-3C48D0A8D3BB}"/>
                  </a:ext>
                </a:extLst>
              </p:cNvPr>
              <p:cNvSpPr/>
              <p:nvPr/>
            </p:nvSpPr>
            <p:spPr>
              <a:xfrm>
                <a:off x="311225" y="24406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9D9D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5" name="Freeform 4621">
                <a:extLst>
                  <a:ext uri="{FF2B5EF4-FFF2-40B4-BE49-F238E27FC236}">
                    <a16:creationId xmlns:a16="http://schemas.microsoft.com/office/drawing/2014/main" id="{A864643B-C0E1-38D5-B1B4-568A4CA9BAA8}"/>
                  </a:ext>
                </a:extLst>
              </p:cNvPr>
              <p:cNvSpPr/>
              <p:nvPr/>
            </p:nvSpPr>
            <p:spPr>
              <a:xfrm>
                <a:off x="311225" y="24943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DF2F2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6" name="Freeform 4622">
                <a:extLst>
                  <a:ext uri="{FF2B5EF4-FFF2-40B4-BE49-F238E27FC236}">
                    <a16:creationId xmlns:a16="http://schemas.microsoft.com/office/drawing/2014/main" id="{C5D1BA03-47D0-6110-3FF6-40B40477EA1F}"/>
                  </a:ext>
                </a:extLst>
              </p:cNvPr>
              <p:cNvSpPr/>
              <p:nvPr/>
            </p:nvSpPr>
            <p:spPr>
              <a:xfrm>
                <a:off x="311225" y="25478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3F7F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7" name="Freeform 4623">
                <a:extLst>
                  <a:ext uri="{FF2B5EF4-FFF2-40B4-BE49-F238E27FC236}">
                    <a16:creationId xmlns:a16="http://schemas.microsoft.com/office/drawing/2014/main" id="{1D22540A-BDE7-F83A-1D67-FF9BD6796939}"/>
                  </a:ext>
                </a:extLst>
              </p:cNvPr>
              <p:cNvSpPr/>
              <p:nvPr/>
            </p:nvSpPr>
            <p:spPr>
              <a:xfrm>
                <a:off x="311225" y="260148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3F7F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8" name="Freeform 4624">
                <a:extLst>
                  <a:ext uri="{FF2B5EF4-FFF2-40B4-BE49-F238E27FC236}">
                    <a16:creationId xmlns:a16="http://schemas.microsoft.com/office/drawing/2014/main" id="{0F493C86-2CE1-928E-EC7A-41CCADA7DF9E}"/>
                  </a:ext>
                </a:extLst>
              </p:cNvPr>
              <p:cNvSpPr/>
              <p:nvPr/>
            </p:nvSpPr>
            <p:spPr>
              <a:xfrm>
                <a:off x="311225" y="265500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9" name="Freeform 4625">
                <a:extLst>
                  <a:ext uri="{FF2B5EF4-FFF2-40B4-BE49-F238E27FC236}">
                    <a16:creationId xmlns:a16="http://schemas.microsoft.com/office/drawing/2014/main" id="{E9D025C1-779E-8DB8-0A0C-5A250340A0DD}"/>
                  </a:ext>
                </a:extLst>
              </p:cNvPr>
              <p:cNvSpPr/>
              <p:nvPr/>
            </p:nvSpPr>
            <p:spPr>
              <a:xfrm>
                <a:off x="311225" y="27085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0" name="Freeform 4626">
                <a:extLst>
                  <a:ext uri="{FF2B5EF4-FFF2-40B4-BE49-F238E27FC236}">
                    <a16:creationId xmlns:a16="http://schemas.microsoft.com/office/drawing/2014/main" id="{067F0FE9-4A38-6DFE-8DB7-31D7301D70DB}"/>
                  </a:ext>
                </a:extLst>
              </p:cNvPr>
              <p:cNvSpPr/>
              <p:nvPr/>
            </p:nvSpPr>
            <p:spPr>
              <a:xfrm>
                <a:off x="311225" y="27621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1" name="Freeform 4627">
                <a:extLst>
                  <a:ext uri="{FF2B5EF4-FFF2-40B4-BE49-F238E27FC236}">
                    <a16:creationId xmlns:a16="http://schemas.microsoft.com/office/drawing/2014/main" id="{19CAF239-27BB-CBC5-AFC7-495712A5E43E}"/>
                  </a:ext>
                </a:extLst>
              </p:cNvPr>
              <p:cNvSpPr/>
              <p:nvPr/>
            </p:nvSpPr>
            <p:spPr>
              <a:xfrm>
                <a:off x="311225" y="281571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2" name="Freeform 4628">
                <a:extLst>
                  <a:ext uri="{FF2B5EF4-FFF2-40B4-BE49-F238E27FC236}">
                    <a16:creationId xmlns:a16="http://schemas.microsoft.com/office/drawing/2014/main" id="{54351DA3-868C-0C4B-827A-CE27DDCAC19B}"/>
                  </a:ext>
                </a:extLst>
              </p:cNvPr>
              <p:cNvSpPr/>
              <p:nvPr/>
            </p:nvSpPr>
            <p:spPr>
              <a:xfrm>
                <a:off x="311225" y="286936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4D8E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3" name="Freeform 4629">
                <a:extLst>
                  <a:ext uri="{FF2B5EF4-FFF2-40B4-BE49-F238E27FC236}">
                    <a16:creationId xmlns:a16="http://schemas.microsoft.com/office/drawing/2014/main" id="{2CE68637-6661-EF83-75A0-A3D53699EB1F}"/>
                  </a:ext>
                </a:extLst>
              </p:cNvPr>
              <p:cNvSpPr/>
              <p:nvPr/>
            </p:nvSpPr>
            <p:spPr>
              <a:xfrm>
                <a:off x="311225" y="292288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0D5E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4" name="Freeform 4630">
                <a:extLst>
                  <a:ext uri="{FF2B5EF4-FFF2-40B4-BE49-F238E27FC236}">
                    <a16:creationId xmlns:a16="http://schemas.microsoft.com/office/drawing/2014/main" id="{40C6C4BA-297E-2EC8-BEA1-0F70989908F7}"/>
                  </a:ext>
                </a:extLst>
              </p:cNvPr>
              <p:cNvSpPr/>
              <p:nvPr/>
            </p:nvSpPr>
            <p:spPr>
              <a:xfrm>
                <a:off x="311225" y="297641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0D5E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5" name="Freeform 4631">
                <a:extLst>
                  <a:ext uri="{FF2B5EF4-FFF2-40B4-BE49-F238E27FC236}">
                    <a16:creationId xmlns:a16="http://schemas.microsoft.com/office/drawing/2014/main" id="{9241D0CE-5BBB-DD4F-92BF-BA7129F600C1}"/>
                  </a:ext>
                </a:extLst>
              </p:cNvPr>
              <p:cNvSpPr/>
              <p:nvPr/>
            </p:nvSpPr>
            <p:spPr>
              <a:xfrm>
                <a:off x="311225" y="303006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6" name="Freeform 4632">
                <a:extLst>
                  <a:ext uri="{FF2B5EF4-FFF2-40B4-BE49-F238E27FC236}">
                    <a16:creationId xmlns:a16="http://schemas.microsoft.com/office/drawing/2014/main" id="{897E962E-0BD4-1594-3644-22CB3B1E68BF}"/>
                  </a:ext>
                </a:extLst>
              </p:cNvPr>
              <p:cNvSpPr/>
              <p:nvPr/>
            </p:nvSpPr>
            <p:spPr>
              <a:xfrm>
                <a:off x="311225" y="308358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7" name="Freeform 4633">
                <a:extLst>
                  <a:ext uri="{FF2B5EF4-FFF2-40B4-BE49-F238E27FC236}">
                    <a16:creationId xmlns:a16="http://schemas.microsoft.com/office/drawing/2014/main" id="{CA8271AC-6C4A-B26F-6C5B-16C8E3FCB9F1}"/>
                  </a:ext>
                </a:extLst>
              </p:cNvPr>
              <p:cNvSpPr/>
              <p:nvPr/>
            </p:nvSpPr>
            <p:spPr>
              <a:xfrm>
                <a:off x="311225" y="313723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2E1E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8" name="Freeform 4634">
                <a:extLst>
                  <a:ext uri="{FF2B5EF4-FFF2-40B4-BE49-F238E27FC236}">
                    <a16:creationId xmlns:a16="http://schemas.microsoft.com/office/drawing/2014/main" id="{B4D34A99-EDBB-40B7-9B69-6DA923BCCCFB}"/>
                  </a:ext>
                </a:extLst>
              </p:cNvPr>
              <p:cNvSpPr/>
              <p:nvPr/>
            </p:nvSpPr>
            <p:spPr>
              <a:xfrm>
                <a:off x="311225" y="319076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7E4F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9" name="Freeform 4635">
                <a:extLst>
                  <a:ext uri="{FF2B5EF4-FFF2-40B4-BE49-F238E27FC236}">
                    <a16:creationId xmlns:a16="http://schemas.microsoft.com/office/drawing/2014/main" id="{00CD3823-7F77-CCBB-75D5-FDF5B0766DCB}"/>
                  </a:ext>
                </a:extLst>
              </p:cNvPr>
              <p:cNvSpPr/>
              <p:nvPr/>
            </p:nvSpPr>
            <p:spPr>
              <a:xfrm>
                <a:off x="311225" y="324428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AA6D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0" name="Freeform 4636">
                <a:extLst>
                  <a:ext uri="{FF2B5EF4-FFF2-40B4-BE49-F238E27FC236}">
                    <a16:creationId xmlns:a16="http://schemas.microsoft.com/office/drawing/2014/main" id="{2730E0D7-8B2B-A92A-18ED-3F5A2C4F6D1A}"/>
                  </a:ext>
                </a:extLst>
              </p:cNvPr>
              <p:cNvSpPr/>
              <p:nvPr/>
            </p:nvSpPr>
            <p:spPr>
              <a:xfrm>
                <a:off x="311225" y="329794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1" name="Freeform 4637">
                <a:extLst>
                  <a:ext uri="{FF2B5EF4-FFF2-40B4-BE49-F238E27FC236}">
                    <a16:creationId xmlns:a16="http://schemas.microsoft.com/office/drawing/2014/main" id="{CC077717-B769-37EF-2D9A-535FFCF23A6C}"/>
                  </a:ext>
                </a:extLst>
              </p:cNvPr>
              <p:cNvSpPr/>
              <p:nvPr/>
            </p:nvSpPr>
            <p:spPr>
              <a:xfrm>
                <a:off x="311225" y="335146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2" name="Freeform 4638">
                <a:extLst>
                  <a:ext uri="{FF2B5EF4-FFF2-40B4-BE49-F238E27FC236}">
                    <a16:creationId xmlns:a16="http://schemas.microsoft.com/office/drawing/2014/main" id="{91823B0F-9A3C-BF3A-53B6-7963AB4FE1DF}"/>
                  </a:ext>
                </a:extLst>
              </p:cNvPr>
              <p:cNvSpPr/>
              <p:nvPr/>
            </p:nvSpPr>
            <p:spPr>
              <a:xfrm>
                <a:off x="311225" y="340511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3" name="Freeform 4639">
                <a:extLst>
                  <a:ext uri="{FF2B5EF4-FFF2-40B4-BE49-F238E27FC236}">
                    <a16:creationId xmlns:a16="http://schemas.microsoft.com/office/drawing/2014/main" id="{611A19B2-F15B-0A71-63C1-7BACE4B8B997}"/>
                  </a:ext>
                </a:extLst>
              </p:cNvPr>
              <p:cNvSpPr/>
              <p:nvPr/>
            </p:nvSpPr>
            <p:spPr>
              <a:xfrm>
                <a:off x="311225" y="345864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4" name="Freeform 4640">
                <a:extLst>
                  <a:ext uri="{FF2B5EF4-FFF2-40B4-BE49-F238E27FC236}">
                    <a16:creationId xmlns:a16="http://schemas.microsoft.com/office/drawing/2014/main" id="{A1B85241-C00D-3610-1314-1CC7C1F97197}"/>
                  </a:ext>
                </a:extLst>
              </p:cNvPr>
              <p:cNvSpPr/>
              <p:nvPr/>
            </p:nvSpPr>
            <p:spPr>
              <a:xfrm>
                <a:off x="311225" y="351216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5" name="Freeform 4641">
                <a:extLst>
                  <a:ext uri="{FF2B5EF4-FFF2-40B4-BE49-F238E27FC236}">
                    <a16:creationId xmlns:a16="http://schemas.microsoft.com/office/drawing/2014/main" id="{C3B557A4-2148-9D2B-93AE-29889EF2F1B0}"/>
                  </a:ext>
                </a:extLst>
              </p:cNvPr>
              <p:cNvSpPr/>
              <p:nvPr/>
            </p:nvSpPr>
            <p:spPr>
              <a:xfrm>
                <a:off x="311225" y="356581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6" name="Freeform 4642">
                <a:extLst>
                  <a:ext uri="{FF2B5EF4-FFF2-40B4-BE49-F238E27FC236}">
                    <a16:creationId xmlns:a16="http://schemas.microsoft.com/office/drawing/2014/main" id="{06067104-E5BA-3AFC-4666-0FD53B8E9DDB}"/>
                  </a:ext>
                </a:extLst>
              </p:cNvPr>
              <p:cNvSpPr/>
              <p:nvPr/>
            </p:nvSpPr>
            <p:spPr>
              <a:xfrm>
                <a:off x="311225" y="361934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6CEE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4" name="Freeform 4643">
                <a:extLst>
                  <a:ext uri="{FF2B5EF4-FFF2-40B4-BE49-F238E27FC236}">
                    <a16:creationId xmlns:a16="http://schemas.microsoft.com/office/drawing/2014/main" id="{4BDB1D0B-81B2-5517-6008-7C627914828B}"/>
                  </a:ext>
                </a:extLst>
              </p:cNvPr>
              <p:cNvSpPr/>
              <p:nvPr/>
            </p:nvSpPr>
            <p:spPr>
              <a:xfrm>
                <a:off x="311225" y="367299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5" name="Freeform 4644">
                <a:extLst>
                  <a:ext uri="{FF2B5EF4-FFF2-40B4-BE49-F238E27FC236}">
                    <a16:creationId xmlns:a16="http://schemas.microsoft.com/office/drawing/2014/main" id="{585A9093-A36A-4794-7E63-15A71D8B8658}"/>
                  </a:ext>
                </a:extLst>
              </p:cNvPr>
              <p:cNvSpPr/>
              <p:nvPr/>
            </p:nvSpPr>
            <p:spPr>
              <a:xfrm>
                <a:off x="311225" y="372652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6" name="Freeform 4645">
                <a:extLst>
                  <a:ext uri="{FF2B5EF4-FFF2-40B4-BE49-F238E27FC236}">
                    <a16:creationId xmlns:a16="http://schemas.microsoft.com/office/drawing/2014/main" id="{A79E32EA-2A15-1434-40C3-9B68BE661AB9}"/>
                  </a:ext>
                </a:extLst>
              </p:cNvPr>
              <p:cNvSpPr/>
              <p:nvPr/>
            </p:nvSpPr>
            <p:spPr>
              <a:xfrm>
                <a:off x="311225" y="378004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7" name="Freeform 4646">
                <a:extLst>
                  <a:ext uri="{FF2B5EF4-FFF2-40B4-BE49-F238E27FC236}">
                    <a16:creationId xmlns:a16="http://schemas.microsoft.com/office/drawing/2014/main" id="{FBC27227-5FB8-58C9-6367-CE603E088DA0}"/>
                  </a:ext>
                </a:extLst>
              </p:cNvPr>
              <p:cNvSpPr/>
              <p:nvPr/>
            </p:nvSpPr>
            <p:spPr>
              <a:xfrm>
                <a:off x="311225" y="383369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8" name="Freeform 4647">
                <a:extLst>
                  <a:ext uri="{FF2B5EF4-FFF2-40B4-BE49-F238E27FC236}">
                    <a16:creationId xmlns:a16="http://schemas.microsoft.com/office/drawing/2014/main" id="{0F66A65C-C58B-2D85-210A-95FEAF10292A}"/>
                  </a:ext>
                </a:extLst>
              </p:cNvPr>
              <p:cNvSpPr/>
              <p:nvPr/>
            </p:nvSpPr>
            <p:spPr>
              <a:xfrm>
                <a:off x="311225" y="388722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D838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89" name="Freeform 4648">
                <a:extLst>
                  <a:ext uri="{FF2B5EF4-FFF2-40B4-BE49-F238E27FC236}">
                    <a16:creationId xmlns:a16="http://schemas.microsoft.com/office/drawing/2014/main" id="{FA2F3BC4-D1F3-5FB4-D355-7279C8950126}"/>
                  </a:ext>
                </a:extLst>
              </p:cNvPr>
              <p:cNvSpPr/>
              <p:nvPr/>
            </p:nvSpPr>
            <p:spPr>
              <a:xfrm>
                <a:off x="311225" y="394087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0" name="Freeform 4649">
                <a:extLst>
                  <a:ext uri="{FF2B5EF4-FFF2-40B4-BE49-F238E27FC236}">
                    <a16:creationId xmlns:a16="http://schemas.microsoft.com/office/drawing/2014/main" id="{65D02FE1-5F62-26F7-8493-82D85B96F0D9}"/>
                  </a:ext>
                </a:extLst>
              </p:cNvPr>
              <p:cNvSpPr/>
              <p:nvPr/>
            </p:nvSpPr>
            <p:spPr>
              <a:xfrm>
                <a:off x="311225" y="399439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1" name="Freeform 4650">
                <a:extLst>
                  <a:ext uri="{FF2B5EF4-FFF2-40B4-BE49-F238E27FC236}">
                    <a16:creationId xmlns:a16="http://schemas.microsoft.com/office/drawing/2014/main" id="{F97683D1-0D70-9A8A-52D8-6E1C2391892C}"/>
                  </a:ext>
                </a:extLst>
              </p:cNvPr>
              <p:cNvSpPr/>
              <p:nvPr/>
            </p:nvSpPr>
            <p:spPr>
              <a:xfrm>
                <a:off x="311225" y="404792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2" name="Freeform 4651">
                <a:extLst>
                  <a:ext uri="{FF2B5EF4-FFF2-40B4-BE49-F238E27FC236}">
                    <a16:creationId xmlns:a16="http://schemas.microsoft.com/office/drawing/2014/main" id="{8187801A-5969-B2FF-83A1-999E748C1093}"/>
                  </a:ext>
                </a:extLst>
              </p:cNvPr>
              <p:cNvSpPr/>
              <p:nvPr/>
            </p:nvSpPr>
            <p:spPr>
              <a:xfrm>
                <a:off x="311225" y="410157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3" name="Freeform 4652">
                <a:extLst>
                  <a:ext uri="{FF2B5EF4-FFF2-40B4-BE49-F238E27FC236}">
                    <a16:creationId xmlns:a16="http://schemas.microsoft.com/office/drawing/2014/main" id="{E000C057-3107-8DD0-4638-14509563FDED}"/>
                  </a:ext>
                </a:extLst>
              </p:cNvPr>
              <p:cNvSpPr/>
              <p:nvPr/>
            </p:nvSpPr>
            <p:spPr>
              <a:xfrm>
                <a:off x="311225" y="415509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4" name="Freeform 4653">
                <a:extLst>
                  <a:ext uri="{FF2B5EF4-FFF2-40B4-BE49-F238E27FC236}">
                    <a16:creationId xmlns:a16="http://schemas.microsoft.com/office/drawing/2014/main" id="{31F73AB7-9DA5-92ED-44AB-1DE3B2EE1CFE}"/>
                  </a:ext>
                </a:extLst>
              </p:cNvPr>
              <p:cNvSpPr/>
              <p:nvPr/>
            </p:nvSpPr>
            <p:spPr>
              <a:xfrm>
                <a:off x="311225" y="420875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5" name="Freeform 4654">
                <a:extLst>
                  <a:ext uri="{FF2B5EF4-FFF2-40B4-BE49-F238E27FC236}">
                    <a16:creationId xmlns:a16="http://schemas.microsoft.com/office/drawing/2014/main" id="{FF122E0A-1DDF-0D3D-FB17-A997F0BBDCCA}"/>
                  </a:ext>
                </a:extLst>
              </p:cNvPr>
              <p:cNvSpPr/>
              <p:nvPr/>
            </p:nvSpPr>
            <p:spPr>
              <a:xfrm>
                <a:off x="311225" y="426227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D838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6" name="Freeform 4655">
                <a:extLst>
                  <a:ext uri="{FF2B5EF4-FFF2-40B4-BE49-F238E27FC236}">
                    <a16:creationId xmlns:a16="http://schemas.microsoft.com/office/drawing/2014/main" id="{AF5C3099-A256-765E-0FCC-5D9B655377B0}"/>
                  </a:ext>
                </a:extLst>
              </p:cNvPr>
              <p:cNvSpPr/>
              <p:nvPr/>
            </p:nvSpPr>
            <p:spPr>
              <a:xfrm>
                <a:off x="311225" y="431580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7" name="Freeform 4656">
                <a:extLst>
                  <a:ext uri="{FF2B5EF4-FFF2-40B4-BE49-F238E27FC236}">
                    <a16:creationId xmlns:a16="http://schemas.microsoft.com/office/drawing/2014/main" id="{2DCE24CB-039C-B964-C34A-534D15FF47B7}"/>
                  </a:ext>
                </a:extLst>
              </p:cNvPr>
              <p:cNvSpPr/>
              <p:nvPr/>
            </p:nvSpPr>
            <p:spPr>
              <a:xfrm>
                <a:off x="311225" y="436945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8" name="Freeform 4657">
                <a:extLst>
                  <a:ext uri="{FF2B5EF4-FFF2-40B4-BE49-F238E27FC236}">
                    <a16:creationId xmlns:a16="http://schemas.microsoft.com/office/drawing/2014/main" id="{1D6B2B60-A084-BAB8-CD5B-6B631519DC57}"/>
                  </a:ext>
                </a:extLst>
              </p:cNvPr>
              <p:cNvSpPr/>
              <p:nvPr/>
            </p:nvSpPr>
            <p:spPr>
              <a:xfrm>
                <a:off x="311225" y="442297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199" name="Freeform 4658">
                <a:extLst>
                  <a:ext uri="{FF2B5EF4-FFF2-40B4-BE49-F238E27FC236}">
                    <a16:creationId xmlns:a16="http://schemas.microsoft.com/office/drawing/2014/main" id="{D0197A7D-5AD8-9FEE-0D9F-3D18A2719107}"/>
                  </a:ext>
                </a:extLst>
              </p:cNvPr>
              <p:cNvSpPr/>
              <p:nvPr/>
            </p:nvSpPr>
            <p:spPr>
              <a:xfrm>
                <a:off x="311225" y="447662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0" name="Freeform 4659">
                <a:extLst>
                  <a:ext uri="{FF2B5EF4-FFF2-40B4-BE49-F238E27FC236}">
                    <a16:creationId xmlns:a16="http://schemas.microsoft.com/office/drawing/2014/main" id="{8A3771E0-871A-A3BD-4E59-0C5B08EAA5DB}"/>
                  </a:ext>
                </a:extLst>
              </p:cNvPr>
              <p:cNvSpPr/>
              <p:nvPr/>
            </p:nvSpPr>
            <p:spPr>
              <a:xfrm>
                <a:off x="311225" y="453015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1" name="Freeform 4660">
                <a:extLst>
                  <a:ext uri="{FF2B5EF4-FFF2-40B4-BE49-F238E27FC236}">
                    <a16:creationId xmlns:a16="http://schemas.microsoft.com/office/drawing/2014/main" id="{67C10DCC-0A41-26ED-7351-7C6A0988C291}"/>
                  </a:ext>
                </a:extLst>
              </p:cNvPr>
              <p:cNvSpPr/>
              <p:nvPr/>
            </p:nvSpPr>
            <p:spPr>
              <a:xfrm>
                <a:off x="311225" y="458367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2" name="Freeform 4661">
                <a:extLst>
                  <a:ext uri="{FF2B5EF4-FFF2-40B4-BE49-F238E27FC236}">
                    <a16:creationId xmlns:a16="http://schemas.microsoft.com/office/drawing/2014/main" id="{9C6E4B3E-2188-D43A-A0F0-8C04E98AAA35}"/>
                  </a:ext>
                </a:extLst>
              </p:cNvPr>
              <p:cNvSpPr/>
              <p:nvPr/>
            </p:nvSpPr>
            <p:spPr>
              <a:xfrm>
                <a:off x="311225" y="463732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3" name="Freeform 4662">
                <a:extLst>
                  <a:ext uri="{FF2B5EF4-FFF2-40B4-BE49-F238E27FC236}">
                    <a16:creationId xmlns:a16="http://schemas.microsoft.com/office/drawing/2014/main" id="{A05C5802-6A05-B1FA-E4F2-04C40D72C6E2}"/>
                  </a:ext>
                </a:extLst>
              </p:cNvPr>
              <p:cNvSpPr/>
              <p:nvPr/>
            </p:nvSpPr>
            <p:spPr>
              <a:xfrm>
                <a:off x="311225" y="469085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1B5D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4" name="Freeform 4663">
                <a:extLst>
                  <a:ext uri="{FF2B5EF4-FFF2-40B4-BE49-F238E27FC236}">
                    <a16:creationId xmlns:a16="http://schemas.microsoft.com/office/drawing/2014/main" id="{D8FE7CB2-71ED-8C6F-5BB6-7684E64590E9}"/>
                  </a:ext>
                </a:extLst>
              </p:cNvPr>
              <p:cNvSpPr/>
              <p:nvPr/>
            </p:nvSpPr>
            <p:spPr>
              <a:xfrm>
                <a:off x="311225" y="474450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CEDE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5" name="Freeform 4664">
                <a:extLst>
                  <a:ext uri="{FF2B5EF4-FFF2-40B4-BE49-F238E27FC236}">
                    <a16:creationId xmlns:a16="http://schemas.microsoft.com/office/drawing/2014/main" id="{6E1F08AA-8CE3-DC6B-9ED5-6EF6E60A6185}"/>
                  </a:ext>
                </a:extLst>
              </p:cNvPr>
              <p:cNvSpPr/>
              <p:nvPr/>
            </p:nvSpPr>
            <p:spPr>
              <a:xfrm>
                <a:off x="311225" y="479803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8CFD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6" name="Freeform 4665">
                <a:extLst>
                  <a:ext uri="{FF2B5EF4-FFF2-40B4-BE49-F238E27FC236}">
                    <a16:creationId xmlns:a16="http://schemas.microsoft.com/office/drawing/2014/main" id="{3CB7788C-A7AC-4839-B205-C5E4D6D486F5}"/>
                  </a:ext>
                </a:extLst>
              </p:cNvPr>
              <p:cNvSpPr/>
              <p:nvPr/>
            </p:nvSpPr>
            <p:spPr>
              <a:xfrm>
                <a:off x="311225" y="48515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9D9D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7" name="Freeform 4666">
                <a:extLst>
                  <a:ext uri="{FF2B5EF4-FFF2-40B4-BE49-F238E27FC236}">
                    <a16:creationId xmlns:a16="http://schemas.microsoft.com/office/drawing/2014/main" id="{C6887BA4-6707-84EF-8F0F-047A653794A5}"/>
                  </a:ext>
                </a:extLst>
              </p:cNvPr>
              <p:cNvSpPr/>
              <p:nvPr/>
            </p:nvSpPr>
            <p:spPr>
              <a:xfrm>
                <a:off x="311225" y="49052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8" name="Freeform 4667">
                <a:extLst>
                  <a:ext uri="{FF2B5EF4-FFF2-40B4-BE49-F238E27FC236}">
                    <a16:creationId xmlns:a16="http://schemas.microsoft.com/office/drawing/2014/main" id="{FEC0DB7D-9E06-8E24-858B-C83F9E521150}"/>
                  </a:ext>
                </a:extLst>
              </p:cNvPr>
              <p:cNvSpPr/>
              <p:nvPr/>
            </p:nvSpPr>
            <p:spPr>
              <a:xfrm>
                <a:off x="311225" y="49587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EF4F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09" name="Freeform 4668">
                <a:extLst>
                  <a:ext uri="{FF2B5EF4-FFF2-40B4-BE49-F238E27FC236}">
                    <a16:creationId xmlns:a16="http://schemas.microsoft.com/office/drawing/2014/main" id="{59C009A8-9F90-310C-0085-23EABC4218F5}"/>
                  </a:ext>
                </a:extLst>
              </p:cNvPr>
              <p:cNvSpPr/>
              <p:nvPr/>
            </p:nvSpPr>
            <p:spPr>
              <a:xfrm>
                <a:off x="311225" y="501238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10" name="Freeform 4669">
                <a:extLst>
                  <a:ext uri="{FF2B5EF4-FFF2-40B4-BE49-F238E27FC236}">
                    <a16:creationId xmlns:a16="http://schemas.microsoft.com/office/drawing/2014/main" id="{FE2DEA60-3022-E54E-2E83-61008DE34404}"/>
                  </a:ext>
                </a:extLst>
              </p:cNvPr>
              <p:cNvSpPr/>
              <p:nvPr/>
            </p:nvSpPr>
            <p:spPr>
              <a:xfrm>
                <a:off x="311225" y="506590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11" name="Freeform 4670">
                <a:extLst>
                  <a:ext uri="{FF2B5EF4-FFF2-40B4-BE49-F238E27FC236}">
                    <a16:creationId xmlns:a16="http://schemas.microsoft.com/office/drawing/2014/main" id="{237BCEDF-133E-1B85-F7EC-80014CDE521E}"/>
                  </a:ext>
                </a:extLst>
              </p:cNvPr>
              <p:cNvSpPr/>
              <p:nvPr/>
            </p:nvSpPr>
            <p:spPr>
              <a:xfrm>
                <a:off x="311225" y="51194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213" name="Freeform 4671">
                <a:extLst>
                  <a:ext uri="{FF2B5EF4-FFF2-40B4-BE49-F238E27FC236}">
                    <a16:creationId xmlns:a16="http://schemas.microsoft.com/office/drawing/2014/main" id="{1088B094-B2FD-D07D-8E81-ECA97879DE06}"/>
                  </a:ext>
                </a:extLst>
              </p:cNvPr>
              <p:cNvSpPr/>
              <p:nvPr/>
            </p:nvSpPr>
            <p:spPr>
              <a:xfrm>
                <a:off x="311225" y="51730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4D8E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2" name="Freeform 4672">
                <a:extLst>
                  <a:ext uri="{FF2B5EF4-FFF2-40B4-BE49-F238E27FC236}">
                    <a16:creationId xmlns:a16="http://schemas.microsoft.com/office/drawing/2014/main" id="{AC61389C-107B-DF0A-137D-57338AFFED23}"/>
                  </a:ext>
                </a:extLst>
              </p:cNvPr>
              <p:cNvSpPr/>
              <p:nvPr/>
            </p:nvSpPr>
            <p:spPr>
              <a:xfrm>
                <a:off x="1441398" y="24406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3" name="Freeform 4673">
                <a:extLst>
                  <a:ext uri="{FF2B5EF4-FFF2-40B4-BE49-F238E27FC236}">
                    <a16:creationId xmlns:a16="http://schemas.microsoft.com/office/drawing/2014/main" id="{7B9330CE-DD41-76D2-6E4D-AFD6EBFC66A5}"/>
                  </a:ext>
                </a:extLst>
              </p:cNvPr>
              <p:cNvSpPr/>
              <p:nvPr/>
            </p:nvSpPr>
            <p:spPr>
              <a:xfrm>
                <a:off x="1441398" y="24943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4" name="Freeform 4674">
                <a:extLst>
                  <a:ext uri="{FF2B5EF4-FFF2-40B4-BE49-F238E27FC236}">
                    <a16:creationId xmlns:a16="http://schemas.microsoft.com/office/drawing/2014/main" id="{C4768641-E339-8C7A-4E42-8781E8AE6BBD}"/>
                  </a:ext>
                </a:extLst>
              </p:cNvPr>
              <p:cNvSpPr/>
              <p:nvPr/>
            </p:nvSpPr>
            <p:spPr>
              <a:xfrm>
                <a:off x="1441398" y="25478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1B5D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5" name="Freeform 4675">
                <a:extLst>
                  <a:ext uri="{FF2B5EF4-FFF2-40B4-BE49-F238E27FC236}">
                    <a16:creationId xmlns:a16="http://schemas.microsoft.com/office/drawing/2014/main" id="{641B1F8B-BE7B-E880-F7C6-F64D32122F04}"/>
                  </a:ext>
                </a:extLst>
              </p:cNvPr>
              <p:cNvSpPr/>
              <p:nvPr/>
            </p:nvSpPr>
            <p:spPr>
              <a:xfrm>
                <a:off x="1441398" y="260148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1B5D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6" name="Freeform 4676">
                <a:extLst>
                  <a:ext uri="{FF2B5EF4-FFF2-40B4-BE49-F238E27FC236}">
                    <a16:creationId xmlns:a16="http://schemas.microsoft.com/office/drawing/2014/main" id="{EEEDED14-A913-A833-633C-CA8FD52EF392}"/>
                  </a:ext>
                </a:extLst>
              </p:cNvPr>
              <p:cNvSpPr/>
              <p:nvPr/>
            </p:nvSpPr>
            <p:spPr>
              <a:xfrm>
                <a:off x="1441398" y="265500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7" name="Freeform 4677">
                <a:extLst>
                  <a:ext uri="{FF2B5EF4-FFF2-40B4-BE49-F238E27FC236}">
                    <a16:creationId xmlns:a16="http://schemas.microsoft.com/office/drawing/2014/main" id="{278BCAE7-D2EB-78F0-F6F1-C9BD5812ADBC}"/>
                  </a:ext>
                </a:extLst>
              </p:cNvPr>
              <p:cNvSpPr/>
              <p:nvPr/>
            </p:nvSpPr>
            <p:spPr>
              <a:xfrm>
                <a:off x="1441398" y="27085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8" name="Freeform 4678">
                <a:extLst>
                  <a:ext uri="{FF2B5EF4-FFF2-40B4-BE49-F238E27FC236}">
                    <a16:creationId xmlns:a16="http://schemas.microsoft.com/office/drawing/2014/main" id="{5C1E40FF-F21B-474E-D416-3D9A6E610B4A}"/>
                  </a:ext>
                </a:extLst>
              </p:cNvPr>
              <p:cNvSpPr/>
              <p:nvPr/>
            </p:nvSpPr>
            <p:spPr>
              <a:xfrm>
                <a:off x="1441398" y="27621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59" name="Freeform 4679">
                <a:extLst>
                  <a:ext uri="{FF2B5EF4-FFF2-40B4-BE49-F238E27FC236}">
                    <a16:creationId xmlns:a16="http://schemas.microsoft.com/office/drawing/2014/main" id="{42032C3E-9619-4371-BD6D-0A2DD2DECDAE}"/>
                  </a:ext>
                </a:extLst>
              </p:cNvPr>
              <p:cNvSpPr/>
              <p:nvPr/>
            </p:nvSpPr>
            <p:spPr>
              <a:xfrm>
                <a:off x="1441398" y="281571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0" name="Freeform 4680">
                <a:extLst>
                  <a:ext uri="{FF2B5EF4-FFF2-40B4-BE49-F238E27FC236}">
                    <a16:creationId xmlns:a16="http://schemas.microsoft.com/office/drawing/2014/main" id="{0B2C6AB8-A633-B5F2-E921-CBC7EC48A316}"/>
                  </a:ext>
                </a:extLst>
              </p:cNvPr>
              <p:cNvSpPr/>
              <p:nvPr/>
            </p:nvSpPr>
            <p:spPr>
              <a:xfrm>
                <a:off x="1441398" y="286936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1" name="Freeform 4681">
                <a:extLst>
                  <a:ext uri="{FF2B5EF4-FFF2-40B4-BE49-F238E27FC236}">
                    <a16:creationId xmlns:a16="http://schemas.microsoft.com/office/drawing/2014/main" id="{1F9C77FF-BBE4-F29C-C4EF-F4232F2B3B84}"/>
                  </a:ext>
                </a:extLst>
              </p:cNvPr>
              <p:cNvSpPr/>
              <p:nvPr/>
            </p:nvSpPr>
            <p:spPr>
              <a:xfrm>
                <a:off x="1441398" y="292288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6CEE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2" name="Freeform 4682">
                <a:extLst>
                  <a:ext uri="{FF2B5EF4-FFF2-40B4-BE49-F238E27FC236}">
                    <a16:creationId xmlns:a16="http://schemas.microsoft.com/office/drawing/2014/main" id="{15B0F43B-939C-BDBB-FD2A-11C3A5C79ED6}"/>
                  </a:ext>
                </a:extLst>
              </p:cNvPr>
              <p:cNvSpPr/>
              <p:nvPr/>
            </p:nvSpPr>
            <p:spPr>
              <a:xfrm>
                <a:off x="1441398" y="297641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6CEE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3" name="Freeform 4683">
                <a:extLst>
                  <a:ext uri="{FF2B5EF4-FFF2-40B4-BE49-F238E27FC236}">
                    <a16:creationId xmlns:a16="http://schemas.microsoft.com/office/drawing/2014/main" id="{9820F34B-9FCB-0DD4-AE1B-D993D21CB814}"/>
                  </a:ext>
                </a:extLst>
              </p:cNvPr>
              <p:cNvSpPr/>
              <p:nvPr/>
            </p:nvSpPr>
            <p:spPr>
              <a:xfrm>
                <a:off x="1441398" y="303006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4" name="Freeform 4684">
                <a:extLst>
                  <a:ext uri="{FF2B5EF4-FFF2-40B4-BE49-F238E27FC236}">
                    <a16:creationId xmlns:a16="http://schemas.microsoft.com/office/drawing/2014/main" id="{5D58C2F2-BA7A-EABE-0C38-46039E51B290}"/>
                  </a:ext>
                </a:extLst>
              </p:cNvPr>
              <p:cNvSpPr/>
              <p:nvPr/>
            </p:nvSpPr>
            <p:spPr>
              <a:xfrm>
                <a:off x="1441398" y="308358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5" name="Freeform 4685">
                <a:extLst>
                  <a:ext uri="{FF2B5EF4-FFF2-40B4-BE49-F238E27FC236}">
                    <a16:creationId xmlns:a16="http://schemas.microsoft.com/office/drawing/2014/main" id="{64115D30-5870-3B9E-52C6-B226A215E210}"/>
                  </a:ext>
                </a:extLst>
              </p:cNvPr>
              <p:cNvSpPr/>
              <p:nvPr/>
            </p:nvSpPr>
            <p:spPr>
              <a:xfrm>
                <a:off x="1441398" y="313723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9C5E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6" name="Freeform 4686">
                <a:extLst>
                  <a:ext uri="{FF2B5EF4-FFF2-40B4-BE49-F238E27FC236}">
                    <a16:creationId xmlns:a16="http://schemas.microsoft.com/office/drawing/2014/main" id="{E9C0B608-26CF-0726-C117-1D528688AA6E}"/>
                  </a:ext>
                </a:extLst>
              </p:cNvPr>
              <p:cNvSpPr/>
              <p:nvPr/>
            </p:nvSpPr>
            <p:spPr>
              <a:xfrm>
                <a:off x="1441398" y="319076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7" name="Freeform 4687">
                <a:extLst>
                  <a:ext uri="{FF2B5EF4-FFF2-40B4-BE49-F238E27FC236}">
                    <a16:creationId xmlns:a16="http://schemas.microsoft.com/office/drawing/2014/main" id="{01EA2E23-4A88-FE88-F20A-B149C5733324}"/>
                  </a:ext>
                </a:extLst>
              </p:cNvPr>
              <p:cNvSpPr/>
              <p:nvPr/>
            </p:nvSpPr>
            <p:spPr>
              <a:xfrm>
                <a:off x="1441398" y="324428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6BFC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8" name="Freeform 4688">
                <a:extLst>
                  <a:ext uri="{FF2B5EF4-FFF2-40B4-BE49-F238E27FC236}">
                    <a16:creationId xmlns:a16="http://schemas.microsoft.com/office/drawing/2014/main" id="{C15F7C5C-0835-AD27-072C-0F9B55DDB2A7}"/>
                  </a:ext>
                </a:extLst>
              </p:cNvPr>
              <p:cNvSpPr/>
              <p:nvPr/>
            </p:nvSpPr>
            <p:spPr>
              <a:xfrm>
                <a:off x="1441398" y="329794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ADE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69" name="Freeform 4689">
                <a:extLst>
                  <a:ext uri="{FF2B5EF4-FFF2-40B4-BE49-F238E27FC236}">
                    <a16:creationId xmlns:a16="http://schemas.microsoft.com/office/drawing/2014/main" id="{F606B56B-CD84-AF42-5D98-803DE0B2689B}"/>
                  </a:ext>
                </a:extLst>
              </p:cNvPr>
              <p:cNvSpPr/>
              <p:nvPr/>
            </p:nvSpPr>
            <p:spPr>
              <a:xfrm>
                <a:off x="1441398" y="335146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CEDE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0" name="Freeform 4690">
                <a:extLst>
                  <a:ext uri="{FF2B5EF4-FFF2-40B4-BE49-F238E27FC236}">
                    <a16:creationId xmlns:a16="http://schemas.microsoft.com/office/drawing/2014/main" id="{491BAF8B-3259-B54A-41DB-307F0A3BE519}"/>
                  </a:ext>
                </a:extLst>
              </p:cNvPr>
              <p:cNvSpPr/>
              <p:nvPr/>
            </p:nvSpPr>
            <p:spPr>
              <a:xfrm>
                <a:off x="1441398" y="340511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BE8E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1" name="Freeform 4691">
                <a:extLst>
                  <a:ext uri="{FF2B5EF4-FFF2-40B4-BE49-F238E27FC236}">
                    <a16:creationId xmlns:a16="http://schemas.microsoft.com/office/drawing/2014/main" id="{E47387B2-6D40-D0F8-3C7F-4DC143624B1B}"/>
                  </a:ext>
                </a:extLst>
              </p:cNvPr>
              <p:cNvSpPr/>
              <p:nvPr/>
            </p:nvSpPr>
            <p:spPr>
              <a:xfrm>
                <a:off x="1441398" y="345864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2" name="Freeform 4692">
                <a:extLst>
                  <a:ext uri="{FF2B5EF4-FFF2-40B4-BE49-F238E27FC236}">
                    <a16:creationId xmlns:a16="http://schemas.microsoft.com/office/drawing/2014/main" id="{803E3268-29AC-BE7D-9F43-FFA73CF86E84}"/>
                  </a:ext>
                </a:extLst>
              </p:cNvPr>
              <p:cNvSpPr/>
              <p:nvPr/>
            </p:nvSpPr>
            <p:spPr>
              <a:xfrm>
                <a:off x="1441398" y="351216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3" name="Freeform 4693">
                <a:extLst>
                  <a:ext uri="{FF2B5EF4-FFF2-40B4-BE49-F238E27FC236}">
                    <a16:creationId xmlns:a16="http://schemas.microsoft.com/office/drawing/2014/main" id="{4322438C-71B6-0BED-0126-46C973BF20D1}"/>
                  </a:ext>
                </a:extLst>
              </p:cNvPr>
              <p:cNvSpPr/>
              <p:nvPr/>
            </p:nvSpPr>
            <p:spPr>
              <a:xfrm>
                <a:off x="1441398" y="356581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7E4F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4" name="Freeform 4694">
                <a:extLst>
                  <a:ext uri="{FF2B5EF4-FFF2-40B4-BE49-F238E27FC236}">
                    <a16:creationId xmlns:a16="http://schemas.microsoft.com/office/drawing/2014/main" id="{5F7B4A71-CA00-E9C8-8702-20DBBC32AD80}"/>
                  </a:ext>
                </a:extLst>
              </p:cNvPr>
              <p:cNvSpPr/>
              <p:nvPr/>
            </p:nvSpPr>
            <p:spPr>
              <a:xfrm>
                <a:off x="1441398" y="361934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0D5E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5375" name="Freeform 4695">
                <a:extLst>
                  <a:ext uri="{FF2B5EF4-FFF2-40B4-BE49-F238E27FC236}">
                    <a16:creationId xmlns:a16="http://schemas.microsoft.com/office/drawing/2014/main" id="{FC4C216B-45B6-75AF-8B93-472A19922481}"/>
                  </a:ext>
                </a:extLst>
              </p:cNvPr>
              <p:cNvSpPr/>
              <p:nvPr/>
            </p:nvSpPr>
            <p:spPr>
              <a:xfrm>
                <a:off x="1441398" y="367299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06" name="Freeform 4696">
                <a:extLst>
                  <a:ext uri="{FF2B5EF4-FFF2-40B4-BE49-F238E27FC236}">
                    <a16:creationId xmlns:a16="http://schemas.microsoft.com/office/drawing/2014/main" id="{A3A1EADB-3A9B-28FD-5E98-0D3C15ECBEEC}"/>
                  </a:ext>
                </a:extLst>
              </p:cNvPr>
              <p:cNvSpPr/>
              <p:nvPr/>
            </p:nvSpPr>
            <p:spPr>
              <a:xfrm>
                <a:off x="1441398" y="372652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07" name="Freeform 4697">
                <a:extLst>
                  <a:ext uri="{FF2B5EF4-FFF2-40B4-BE49-F238E27FC236}">
                    <a16:creationId xmlns:a16="http://schemas.microsoft.com/office/drawing/2014/main" id="{595B7956-F91A-C28E-42F6-9A4F663A82D6}"/>
                  </a:ext>
                </a:extLst>
              </p:cNvPr>
              <p:cNvSpPr/>
              <p:nvPr/>
            </p:nvSpPr>
            <p:spPr>
              <a:xfrm>
                <a:off x="1441398" y="378004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08" name="Freeform 4698">
                <a:extLst>
                  <a:ext uri="{FF2B5EF4-FFF2-40B4-BE49-F238E27FC236}">
                    <a16:creationId xmlns:a16="http://schemas.microsoft.com/office/drawing/2014/main" id="{8ACD4B01-8578-9A7A-6D26-E71C64601F5F}"/>
                  </a:ext>
                </a:extLst>
              </p:cNvPr>
              <p:cNvSpPr/>
              <p:nvPr/>
            </p:nvSpPr>
            <p:spPr>
              <a:xfrm>
                <a:off x="1441398" y="383369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EDEE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09" name="Freeform 4699">
                <a:extLst>
                  <a:ext uri="{FF2B5EF4-FFF2-40B4-BE49-F238E27FC236}">
                    <a16:creationId xmlns:a16="http://schemas.microsoft.com/office/drawing/2014/main" id="{A812428C-11C1-6F51-2B36-EBC195D245C8}"/>
                  </a:ext>
                </a:extLst>
              </p:cNvPr>
              <p:cNvSpPr/>
              <p:nvPr/>
            </p:nvSpPr>
            <p:spPr>
              <a:xfrm>
                <a:off x="1441398" y="388722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8AFD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0" name="Freeform 4700">
                <a:extLst>
                  <a:ext uri="{FF2B5EF4-FFF2-40B4-BE49-F238E27FC236}">
                    <a16:creationId xmlns:a16="http://schemas.microsoft.com/office/drawing/2014/main" id="{D6D41678-CBC3-4EE1-3367-A9FF81DD18BA}"/>
                  </a:ext>
                </a:extLst>
              </p:cNvPr>
              <p:cNvSpPr/>
              <p:nvPr/>
            </p:nvSpPr>
            <p:spPr>
              <a:xfrm>
                <a:off x="1441398" y="394087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1" name="Freeform 4701">
                <a:extLst>
                  <a:ext uri="{FF2B5EF4-FFF2-40B4-BE49-F238E27FC236}">
                    <a16:creationId xmlns:a16="http://schemas.microsoft.com/office/drawing/2014/main" id="{773D002D-9135-40D8-C49E-D01585196674}"/>
                  </a:ext>
                </a:extLst>
              </p:cNvPr>
              <p:cNvSpPr/>
              <p:nvPr/>
            </p:nvSpPr>
            <p:spPr>
              <a:xfrm>
                <a:off x="1441398" y="399439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2" name="Freeform 4702">
                <a:extLst>
                  <a:ext uri="{FF2B5EF4-FFF2-40B4-BE49-F238E27FC236}">
                    <a16:creationId xmlns:a16="http://schemas.microsoft.com/office/drawing/2014/main" id="{E8983283-A148-F1F2-5502-AE5BEF43A8F9}"/>
                  </a:ext>
                </a:extLst>
              </p:cNvPr>
              <p:cNvSpPr/>
              <p:nvPr/>
            </p:nvSpPr>
            <p:spPr>
              <a:xfrm>
                <a:off x="1441398" y="404792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3" name="Freeform 4703">
                <a:extLst>
                  <a:ext uri="{FF2B5EF4-FFF2-40B4-BE49-F238E27FC236}">
                    <a16:creationId xmlns:a16="http://schemas.microsoft.com/office/drawing/2014/main" id="{93811EFB-1AAD-6CBC-881B-2C3A2FBD1CDD}"/>
                  </a:ext>
                </a:extLst>
              </p:cNvPr>
              <p:cNvSpPr/>
              <p:nvPr/>
            </p:nvSpPr>
            <p:spPr>
              <a:xfrm>
                <a:off x="1441398" y="410157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4" name="Freeform 4704">
                <a:extLst>
                  <a:ext uri="{FF2B5EF4-FFF2-40B4-BE49-F238E27FC236}">
                    <a16:creationId xmlns:a16="http://schemas.microsoft.com/office/drawing/2014/main" id="{7A6A55E8-421E-E054-400B-17540E674C53}"/>
                  </a:ext>
                </a:extLst>
              </p:cNvPr>
              <p:cNvSpPr/>
              <p:nvPr/>
            </p:nvSpPr>
            <p:spPr>
              <a:xfrm>
                <a:off x="1441398" y="415509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415" name="Freeform 4705">
                <a:extLst>
                  <a:ext uri="{FF2B5EF4-FFF2-40B4-BE49-F238E27FC236}">
                    <a16:creationId xmlns:a16="http://schemas.microsoft.com/office/drawing/2014/main" id="{28A2D463-72CB-E91A-48DF-448966EED288}"/>
                  </a:ext>
                </a:extLst>
              </p:cNvPr>
              <p:cNvSpPr/>
              <p:nvPr/>
            </p:nvSpPr>
            <p:spPr>
              <a:xfrm>
                <a:off x="1441398" y="420875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16" name="Freeform 4706">
                <a:extLst>
                  <a:ext uri="{FF2B5EF4-FFF2-40B4-BE49-F238E27FC236}">
                    <a16:creationId xmlns:a16="http://schemas.microsoft.com/office/drawing/2014/main" id="{37B7AFF2-731C-2B9A-D442-1A4AC7AEC989}"/>
                  </a:ext>
                </a:extLst>
              </p:cNvPr>
              <p:cNvSpPr/>
              <p:nvPr/>
            </p:nvSpPr>
            <p:spPr>
              <a:xfrm>
                <a:off x="1441398" y="426227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EFC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17" name="Freeform 4707">
                <a:extLst>
                  <a:ext uri="{FF2B5EF4-FFF2-40B4-BE49-F238E27FC236}">
                    <a16:creationId xmlns:a16="http://schemas.microsoft.com/office/drawing/2014/main" id="{1766194A-A36D-337A-6AD8-2F8F7DE8AE69}"/>
                  </a:ext>
                </a:extLst>
              </p:cNvPr>
              <p:cNvSpPr/>
              <p:nvPr/>
            </p:nvSpPr>
            <p:spPr>
              <a:xfrm>
                <a:off x="1441398" y="431580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CEDE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18" name="Freeform 4708">
                <a:extLst>
                  <a:ext uri="{FF2B5EF4-FFF2-40B4-BE49-F238E27FC236}">
                    <a16:creationId xmlns:a16="http://schemas.microsoft.com/office/drawing/2014/main" id="{027B6B7E-074A-21EB-2760-6D597698445E}"/>
                  </a:ext>
                </a:extLst>
              </p:cNvPr>
              <p:cNvSpPr/>
              <p:nvPr/>
            </p:nvSpPr>
            <p:spPr>
              <a:xfrm>
                <a:off x="1441398" y="436945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BE3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19" name="Freeform 4709">
                <a:extLst>
                  <a:ext uri="{FF2B5EF4-FFF2-40B4-BE49-F238E27FC236}">
                    <a16:creationId xmlns:a16="http://schemas.microsoft.com/office/drawing/2014/main" id="{FEE80200-4002-AAAB-CEF9-75CE10D6F81B}"/>
                  </a:ext>
                </a:extLst>
              </p:cNvPr>
              <p:cNvSpPr/>
              <p:nvPr/>
            </p:nvSpPr>
            <p:spPr>
              <a:xfrm>
                <a:off x="1441398" y="442297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5EDF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0" name="Freeform 4710">
                <a:extLst>
                  <a:ext uri="{FF2B5EF4-FFF2-40B4-BE49-F238E27FC236}">
                    <a16:creationId xmlns:a16="http://schemas.microsoft.com/office/drawing/2014/main" id="{E9C47C15-4DB7-6DB8-CAA6-0CF729DEC0D9}"/>
                  </a:ext>
                </a:extLst>
              </p:cNvPr>
              <p:cNvSpPr/>
              <p:nvPr/>
            </p:nvSpPr>
            <p:spPr>
              <a:xfrm>
                <a:off x="1441398" y="447662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0EAF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1" name="Freeform 4711">
                <a:extLst>
                  <a:ext uri="{FF2B5EF4-FFF2-40B4-BE49-F238E27FC236}">
                    <a16:creationId xmlns:a16="http://schemas.microsoft.com/office/drawing/2014/main" id="{D50EAC85-FC3E-CCD2-91A0-536ED2780E40}"/>
                  </a:ext>
                </a:extLst>
              </p:cNvPr>
              <p:cNvSpPr/>
              <p:nvPr/>
            </p:nvSpPr>
            <p:spPr>
              <a:xfrm>
                <a:off x="1441398" y="453015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7E4F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2" name="Freeform 4712">
                <a:extLst>
                  <a:ext uri="{FF2B5EF4-FFF2-40B4-BE49-F238E27FC236}">
                    <a16:creationId xmlns:a16="http://schemas.microsoft.com/office/drawing/2014/main" id="{8814B635-7901-55B4-7667-7D9B51BA39F9}"/>
                  </a:ext>
                </a:extLst>
              </p:cNvPr>
              <p:cNvSpPr/>
              <p:nvPr/>
            </p:nvSpPr>
            <p:spPr>
              <a:xfrm>
                <a:off x="1441398" y="458367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3" name="Freeform 4713">
                <a:extLst>
                  <a:ext uri="{FF2B5EF4-FFF2-40B4-BE49-F238E27FC236}">
                    <a16:creationId xmlns:a16="http://schemas.microsoft.com/office/drawing/2014/main" id="{7081A30E-1BD7-922B-E01C-165887598FA4}"/>
                  </a:ext>
                </a:extLst>
              </p:cNvPr>
              <p:cNvSpPr/>
              <p:nvPr/>
            </p:nvSpPr>
            <p:spPr>
              <a:xfrm>
                <a:off x="1441398" y="463732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2E1E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4" name="Freeform 4714">
                <a:extLst>
                  <a:ext uri="{FF2B5EF4-FFF2-40B4-BE49-F238E27FC236}">
                    <a16:creationId xmlns:a16="http://schemas.microsoft.com/office/drawing/2014/main" id="{33874888-95A0-A860-049D-68AFDA8FD40E}"/>
                  </a:ext>
                </a:extLst>
              </p:cNvPr>
              <p:cNvSpPr/>
              <p:nvPr/>
            </p:nvSpPr>
            <p:spPr>
              <a:xfrm>
                <a:off x="1441398" y="469085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5" name="Freeform 4715">
                <a:extLst>
                  <a:ext uri="{FF2B5EF4-FFF2-40B4-BE49-F238E27FC236}">
                    <a16:creationId xmlns:a16="http://schemas.microsoft.com/office/drawing/2014/main" id="{94EDF843-A056-07A1-F37D-B62A7EFC2A96}"/>
                  </a:ext>
                </a:extLst>
              </p:cNvPr>
              <p:cNvSpPr/>
              <p:nvPr/>
            </p:nvSpPr>
            <p:spPr>
              <a:xfrm>
                <a:off x="1441398" y="474450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6" name="Freeform 4716">
                <a:extLst>
                  <a:ext uri="{FF2B5EF4-FFF2-40B4-BE49-F238E27FC236}">
                    <a16:creationId xmlns:a16="http://schemas.microsoft.com/office/drawing/2014/main" id="{C7EDFF81-DC0E-6404-1598-7768E8B4161D}"/>
                  </a:ext>
                </a:extLst>
              </p:cNvPr>
              <p:cNvSpPr/>
              <p:nvPr/>
            </p:nvSpPr>
            <p:spPr>
              <a:xfrm>
                <a:off x="1441398" y="479803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1A1A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7" name="Freeform 4717">
                <a:extLst>
                  <a:ext uri="{FF2B5EF4-FFF2-40B4-BE49-F238E27FC236}">
                    <a16:creationId xmlns:a16="http://schemas.microsoft.com/office/drawing/2014/main" id="{ADF79C36-2E55-AC8D-AD2B-073CE08D2576}"/>
                  </a:ext>
                </a:extLst>
              </p:cNvPr>
              <p:cNvSpPr/>
              <p:nvPr/>
            </p:nvSpPr>
            <p:spPr>
              <a:xfrm>
                <a:off x="1441398" y="48515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0979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8" name="Freeform 4718">
                <a:extLst>
                  <a:ext uri="{FF2B5EF4-FFF2-40B4-BE49-F238E27FC236}">
                    <a16:creationId xmlns:a16="http://schemas.microsoft.com/office/drawing/2014/main" id="{695756CB-9686-AC3B-93E2-B4F0100B8A00}"/>
                  </a:ext>
                </a:extLst>
              </p:cNvPr>
              <p:cNvSpPr/>
              <p:nvPr/>
            </p:nvSpPr>
            <p:spPr>
              <a:xfrm>
                <a:off x="1441398" y="49052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29" name="Freeform 4719">
                <a:extLst>
                  <a:ext uri="{FF2B5EF4-FFF2-40B4-BE49-F238E27FC236}">
                    <a16:creationId xmlns:a16="http://schemas.microsoft.com/office/drawing/2014/main" id="{C8152382-6459-DF3B-98C3-1107D28225BC}"/>
                  </a:ext>
                </a:extLst>
              </p:cNvPr>
              <p:cNvSpPr/>
              <p:nvPr/>
            </p:nvSpPr>
            <p:spPr>
              <a:xfrm>
                <a:off x="1441398" y="49587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0" name="Freeform 4720">
                <a:extLst>
                  <a:ext uri="{FF2B5EF4-FFF2-40B4-BE49-F238E27FC236}">
                    <a16:creationId xmlns:a16="http://schemas.microsoft.com/office/drawing/2014/main" id="{9C3229FA-1E07-7233-2D63-0F462A2EB5DF}"/>
                  </a:ext>
                </a:extLst>
              </p:cNvPr>
              <p:cNvSpPr/>
              <p:nvPr/>
            </p:nvSpPr>
            <p:spPr>
              <a:xfrm>
                <a:off x="1441398" y="501238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1" name="Freeform 4721">
                <a:extLst>
                  <a:ext uri="{FF2B5EF4-FFF2-40B4-BE49-F238E27FC236}">
                    <a16:creationId xmlns:a16="http://schemas.microsoft.com/office/drawing/2014/main" id="{51F23EB0-516B-A02E-DB29-471D8A8E0CCC}"/>
                  </a:ext>
                </a:extLst>
              </p:cNvPr>
              <p:cNvSpPr/>
              <p:nvPr/>
            </p:nvSpPr>
            <p:spPr>
              <a:xfrm>
                <a:off x="1441398" y="506590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2" name="Freeform 4722">
                <a:extLst>
                  <a:ext uri="{FF2B5EF4-FFF2-40B4-BE49-F238E27FC236}">
                    <a16:creationId xmlns:a16="http://schemas.microsoft.com/office/drawing/2014/main" id="{C8C991CC-3763-03CD-FE04-23211479BEE3}"/>
                  </a:ext>
                </a:extLst>
              </p:cNvPr>
              <p:cNvSpPr/>
              <p:nvPr/>
            </p:nvSpPr>
            <p:spPr>
              <a:xfrm>
                <a:off x="1441398" y="51194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3" name="Freeform 4723">
                <a:extLst>
                  <a:ext uri="{FF2B5EF4-FFF2-40B4-BE49-F238E27FC236}">
                    <a16:creationId xmlns:a16="http://schemas.microsoft.com/office/drawing/2014/main" id="{D0F0E176-7E95-E4B8-4874-9E1248250DDC}"/>
                  </a:ext>
                </a:extLst>
              </p:cNvPr>
              <p:cNvSpPr/>
              <p:nvPr/>
            </p:nvSpPr>
            <p:spPr>
              <a:xfrm>
                <a:off x="1441398" y="51730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4" name="Freeform 4724">
                <a:extLst>
                  <a:ext uri="{FF2B5EF4-FFF2-40B4-BE49-F238E27FC236}">
                    <a16:creationId xmlns:a16="http://schemas.microsoft.com/office/drawing/2014/main" id="{71DF5D66-2D10-E3A5-72D2-BD662D051510}"/>
                  </a:ext>
                </a:extLst>
              </p:cNvPr>
              <p:cNvSpPr/>
              <p:nvPr/>
            </p:nvSpPr>
            <p:spPr>
              <a:xfrm>
                <a:off x="2571698" y="24406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0979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5" name="Freeform 4725">
                <a:extLst>
                  <a:ext uri="{FF2B5EF4-FFF2-40B4-BE49-F238E27FC236}">
                    <a16:creationId xmlns:a16="http://schemas.microsoft.com/office/drawing/2014/main" id="{7C3AAD4F-2D2D-2E2A-3E2A-793C4D19E487}"/>
                  </a:ext>
                </a:extLst>
              </p:cNvPr>
              <p:cNvSpPr/>
              <p:nvPr/>
            </p:nvSpPr>
            <p:spPr>
              <a:xfrm>
                <a:off x="2571698" y="24943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E888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6" name="Freeform 4726">
                <a:extLst>
                  <a:ext uri="{FF2B5EF4-FFF2-40B4-BE49-F238E27FC236}">
                    <a16:creationId xmlns:a16="http://schemas.microsoft.com/office/drawing/2014/main" id="{F5F7838B-9C0D-760B-2EBB-22B04A61A9CA}"/>
                  </a:ext>
                </a:extLst>
              </p:cNvPr>
              <p:cNvSpPr/>
              <p:nvPr/>
            </p:nvSpPr>
            <p:spPr>
              <a:xfrm>
                <a:off x="2571698" y="25478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7" name="Freeform 4727">
                <a:extLst>
                  <a:ext uri="{FF2B5EF4-FFF2-40B4-BE49-F238E27FC236}">
                    <a16:creationId xmlns:a16="http://schemas.microsoft.com/office/drawing/2014/main" id="{47EADB5C-96E2-25EB-E9FB-1F6AAABFE88E}"/>
                  </a:ext>
                </a:extLst>
              </p:cNvPr>
              <p:cNvSpPr/>
              <p:nvPr/>
            </p:nvSpPr>
            <p:spPr>
              <a:xfrm>
                <a:off x="2571698" y="260148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8" name="Freeform 4728">
                <a:extLst>
                  <a:ext uri="{FF2B5EF4-FFF2-40B4-BE49-F238E27FC236}">
                    <a16:creationId xmlns:a16="http://schemas.microsoft.com/office/drawing/2014/main" id="{13BDCCD8-B158-7EAF-E833-C95CEC3E2905}"/>
                  </a:ext>
                </a:extLst>
              </p:cNvPr>
              <p:cNvSpPr/>
              <p:nvPr/>
            </p:nvSpPr>
            <p:spPr>
              <a:xfrm>
                <a:off x="2571698" y="265500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39" name="Freeform 4729">
                <a:extLst>
                  <a:ext uri="{FF2B5EF4-FFF2-40B4-BE49-F238E27FC236}">
                    <a16:creationId xmlns:a16="http://schemas.microsoft.com/office/drawing/2014/main" id="{CCB25552-A96C-E60F-A359-DFB3E076EF1C}"/>
                  </a:ext>
                </a:extLst>
              </p:cNvPr>
              <p:cNvSpPr/>
              <p:nvPr/>
            </p:nvSpPr>
            <p:spPr>
              <a:xfrm>
                <a:off x="2571698" y="27085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0" name="Freeform 4730">
                <a:extLst>
                  <a:ext uri="{FF2B5EF4-FFF2-40B4-BE49-F238E27FC236}">
                    <a16:creationId xmlns:a16="http://schemas.microsoft.com/office/drawing/2014/main" id="{B5DE0A57-30B9-DD74-A131-76167901E0A9}"/>
                  </a:ext>
                </a:extLst>
              </p:cNvPr>
              <p:cNvSpPr/>
              <p:nvPr/>
            </p:nvSpPr>
            <p:spPr>
              <a:xfrm>
                <a:off x="2571698" y="27621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1" name="Freeform 4731">
                <a:extLst>
                  <a:ext uri="{FF2B5EF4-FFF2-40B4-BE49-F238E27FC236}">
                    <a16:creationId xmlns:a16="http://schemas.microsoft.com/office/drawing/2014/main" id="{21D64C85-8D69-A136-210A-DFDB4537967C}"/>
                  </a:ext>
                </a:extLst>
              </p:cNvPr>
              <p:cNvSpPr/>
              <p:nvPr/>
            </p:nvSpPr>
            <p:spPr>
              <a:xfrm>
                <a:off x="2571698" y="281571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2" name="Freeform 4732">
                <a:extLst>
                  <a:ext uri="{FF2B5EF4-FFF2-40B4-BE49-F238E27FC236}">
                    <a16:creationId xmlns:a16="http://schemas.microsoft.com/office/drawing/2014/main" id="{42AED0B6-6B2A-609C-FA66-85F2F8A29378}"/>
                  </a:ext>
                </a:extLst>
              </p:cNvPr>
              <p:cNvSpPr/>
              <p:nvPr/>
            </p:nvSpPr>
            <p:spPr>
              <a:xfrm>
                <a:off x="2571698" y="286936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3" name="Freeform 4733">
                <a:extLst>
                  <a:ext uri="{FF2B5EF4-FFF2-40B4-BE49-F238E27FC236}">
                    <a16:creationId xmlns:a16="http://schemas.microsoft.com/office/drawing/2014/main" id="{4DDAED23-5D01-B3F9-D548-971C64AF8EA7}"/>
                  </a:ext>
                </a:extLst>
              </p:cNvPr>
              <p:cNvSpPr/>
              <p:nvPr/>
            </p:nvSpPr>
            <p:spPr>
              <a:xfrm>
                <a:off x="2571698" y="292288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4" name="Freeform 4734">
                <a:extLst>
                  <a:ext uri="{FF2B5EF4-FFF2-40B4-BE49-F238E27FC236}">
                    <a16:creationId xmlns:a16="http://schemas.microsoft.com/office/drawing/2014/main" id="{B1FC675B-44B9-3173-CC60-5E677FD0E9DE}"/>
                  </a:ext>
                </a:extLst>
              </p:cNvPr>
              <p:cNvSpPr/>
              <p:nvPr/>
            </p:nvSpPr>
            <p:spPr>
              <a:xfrm>
                <a:off x="2571698" y="297641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5" name="Freeform 4735">
                <a:extLst>
                  <a:ext uri="{FF2B5EF4-FFF2-40B4-BE49-F238E27FC236}">
                    <a16:creationId xmlns:a16="http://schemas.microsoft.com/office/drawing/2014/main" id="{42761BCA-8300-ED22-37F7-ECB833B14AF0}"/>
                  </a:ext>
                </a:extLst>
              </p:cNvPr>
              <p:cNvSpPr/>
              <p:nvPr/>
            </p:nvSpPr>
            <p:spPr>
              <a:xfrm>
                <a:off x="2571698" y="303006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6" name="Freeform 4736">
                <a:extLst>
                  <a:ext uri="{FF2B5EF4-FFF2-40B4-BE49-F238E27FC236}">
                    <a16:creationId xmlns:a16="http://schemas.microsoft.com/office/drawing/2014/main" id="{008EA44A-2080-67EB-0C36-17385819A4F8}"/>
                  </a:ext>
                </a:extLst>
              </p:cNvPr>
              <p:cNvSpPr/>
              <p:nvPr/>
            </p:nvSpPr>
            <p:spPr>
              <a:xfrm>
                <a:off x="2571698" y="308358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7" name="Freeform 4737">
                <a:extLst>
                  <a:ext uri="{FF2B5EF4-FFF2-40B4-BE49-F238E27FC236}">
                    <a16:creationId xmlns:a16="http://schemas.microsoft.com/office/drawing/2014/main" id="{628D7A3C-DD75-9165-029B-1D8782A73D31}"/>
                  </a:ext>
                </a:extLst>
              </p:cNvPr>
              <p:cNvSpPr/>
              <p:nvPr/>
            </p:nvSpPr>
            <p:spPr>
              <a:xfrm>
                <a:off x="2571698" y="313723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8" name="Freeform 4738">
                <a:extLst>
                  <a:ext uri="{FF2B5EF4-FFF2-40B4-BE49-F238E27FC236}">
                    <a16:creationId xmlns:a16="http://schemas.microsoft.com/office/drawing/2014/main" id="{5527D434-86EC-39F1-D1D7-CA26C890AD8C}"/>
                  </a:ext>
                </a:extLst>
              </p:cNvPr>
              <p:cNvSpPr/>
              <p:nvPr/>
            </p:nvSpPr>
            <p:spPr>
              <a:xfrm>
                <a:off x="2571698" y="319076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49" name="Freeform 4739">
                <a:extLst>
                  <a:ext uri="{FF2B5EF4-FFF2-40B4-BE49-F238E27FC236}">
                    <a16:creationId xmlns:a16="http://schemas.microsoft.com/office/drawing/2014/main" id="{98272234-1189-671E-2310-DD9D57CDAC99}"/>
                  </a:ext>
                </a:extLst>
              </p:cNvPr>
              <p:cNvSpPr/>
              <p:nvPr/>
            </p:nvSpPr>
            <p:spPr>
              <a:xfrm>
                <a:off x="2571698" y="324428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3ABA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0" name="Freeform 4740">
                <a:extLst>
                  <a:ext uri="{FF2B5EF4-FFF2-40B4-BE49-F238E27FC236}">
                    <a16:creationId xmlns:a16="http://schemas.microsoft.com/office/drawing/2014/main" id="{16F2432E-A54D-339C-44A1-ED696EE4273E}"/>
                  </a:ext>
                </a:extLst>
              </p:cNvPr>
              <p:cNvSpPr/>
              <p:nvPr/>
            </p:nvSpPr>
            <p:spPr>
              <a:xfrm>
                <a:off x="2571698" y="329794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0979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1" name="Freeform 4741">
                <a:extLst>
                  <a:ext uri="{FF2B5EF4-FFF2-40B4-BE49-F238E27FC236}">
                    <a16:creationId xmlns:a16="http://schemas.microsoft.com/office/drawing/2014/main" id="{E143D733-604E-587A-EF6F-18243B9C13F6}"/>
                  </a:ext>
                </a:extLst>
              </p:cNvPr>
              <p:cNvSpPr/>
              <p:nvPr/>
            </p:nvSpPr>
            <p:spPr>
              <a:xfrm>
                <a:off x="2571698" y="335146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E888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2" name="Freeform 4742">
                <a:extLst>
                  <a:ext uri="{FF2B5EF4-FFF2-40B4-BE49-F238E27FC236}">
                    <a16:creationId xmlns:a16="http://schemas.microsoft.com/office/drawing/2014/main" id="{07147872-7F93-F8B1-949C-714E51DEF334}"/>
                  </a:ext>
                </a:extLst>
              </p:cNvPr>
              <p:cNvSpPr/>
              <p:nvPr/>
            </p:nvSpPr>
            <p:spPr>
              <a:xfrm>
                <a:off x="2571698" y="340511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3" name="Freeform 4743">
                <a:extLst>
                  <a:ext uri="{FF2B5EF4-FFF2-40B4-BE49-F238E27FC236}">
                    <a16:creationId xmlns:a16="http://schemas.microsoft.com/office/drawing/2014/main" id="{7F1F6AAB-CE43-5030-6051-BD6CF68F16D0}"/>
                  </a:ext>
                </a:extLst>
              </p:cNvPr>
              <p:cNvSpPr/>
              <p:nvPr/>
            </p:nvSpPr>
            <p:spPr>
              <a:xfrm>
                <a:off x="2571698" y="345864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4" name="Freeform 4744">
                <a:extLst>
                  <a:ext uri="{FF2B5EF4-FFF2-40B4-BE49-F238E27FC236}">
                    <a16:creationId xmlns:a16="http://schemas.microsoft.com/office/drawing/2014/main" id="{D838C68B-5B22-BC82-041D-8443E62E094C}"/>
                  </a:ext>
                </a:extLst>
              </p:cNvPr>
              <p:cNvSpPr/>
              <p:nvPr/>
            </p:nvSpPr>
            <p:spPr>
              <a:xfrm>
                <a:off x="2571698" y="351216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5" name="Freeform 4745">
                <a:extLst>
                  <a:ext uri="{FF2B5EF4-FFF2-40B4-BE49-F238E27FC236}">
                    <a16:creationId xmlns:a16="http://schemas.microsoft.com/office/drawing/2014/main" id="{12636245-BDA2-3D13-AC03-2B2CF00FFF36}"/>
                  </a:ext>
                </a:extLst>
              </p:cNvPr>
              <p:cNvSpPr/>
              <p:nvPr/>
            </p:nvSpPr>
            <p:spPr>
              <a:xfrm>
                <a:off x="2571698" y="356581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6" name="Freeform 4746">
                <a:extLst>
                  <a:ext uri="{FF2B5EF4-FFF2-40B4-BE49-F238E27FC236}">
                    <a16:creationId xmlns:a16="http://schemas.microsoft.com/office/drawing/2014/main" id="{6375CB86-B96F-840B-C4E3-743A2F82B783}"/>
                  </a:ext>
                </a:extLst>
              </p:cNvPr>
              <p:cNvSpPr/>
              <p:nvPr/>
            </p:nvSpPr>
            <p:spPr>
              <a:xfrm>
                <a:off x="2571698" y="361934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7" name="Freeform 4747">
                <a:extLst>
                  <a:ext uri="{FF2B5EF4-FFF2-40B4-BE49-F238E27FC236}">
                    <a16:creationId xmlns:a16="http://schemas.microsoft.com/office/drawing/2014/main" id="{890B62CA-CD7D-8960-CF36-E195204EFE1E}"/>
                  </a:ext>
                </a:extLst>
              </p:cNvPr>
              <p:cNvSpPr/>
              <p:nvPr/>
            </p:nvSpPr>
            <p:spPr>
              <a:xfrm>
                <a:off x="2571698" y="367299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8" name="Freeform 4748">
                <a:extLst>
                  <a:ext uri="{FF2B5EF4-FFF2-40B4-BE49-F238E27FC236}">
                    <a16:creationId xmlns:a16="http://schemas.microsoft.com/office/drawing/2014/main" id="{112DA55B-AC8B-F4E1-80DC-B9C61BDB11F2}"/>
                  </a:ext>
                </a:extLst>
              </p:cNvPr>
              <p:cNvSpPr/>
              <p:nvPr/>
            </p:nvSpPr>
            <p:spPr>
              <a:xfrm>
                <a:off x="2571698" y="372652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59" name="Freeform 4749">
                <a:extLst>
                  <a:ext uri="{FF2B5EF4-FFF2-40B4-BE49-F238E27FC236}">
                    <a16:creationId xmlns:a16="http://schemas.microsoft.com/office/drawing/2014/main" id="{05F696B5-CEDC-E17D-405A-DC20EF2DA68A}"/>
                  </a:ext>
                </a:extLst>
              </p:cNvPr>
              <p:cNvSpPr/>
              <p:nvPr/>
            </p:nvSpPr>
            <p:spPr>
              <a:xfrm>
                <a:off x="2571698" y="378004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0" name="Freeform 4750">
                <a:extLst>
                  <a:ext uri="{FF2B5EF4-FFF2-40B4-BE49-F238E27FC236}">
                    <a16:creationId xmlns:a16="http://schemas.microsoft.com/office/drawing/2014/main" id="{05D8AF18-7F1D-8066-AC1B-1F0B591928F4}"/>
                  </a:ext>
                </a:extLst>
              </p:cNvPr>
              <p:cNvSpPr/>
              <p:nvPr/>
            </p:nvSpPr>
            <p:spPr>
              <a:xfrm>
                <a:off x="2571698" y="383369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1" name="Freeform 4751">
                <a:extLst>
                  <a:ext uri="{FF2B5EF4-FFF2-40B4-BE49-F238E27FC236}">
                    <a16:creationId xmlns:a16="http://schemas.microsoft.com/office/drawing/2014/main" id="{119BEE5D-7064-4C5C-D419-2F75089C95F3}"/>
                  </a:ext>
                </a:extLst>
              </p:cNvPr>
              <p:cNvSpPr/>
              <p:nvPr/>
            </p:nvSpPr>
            <p:spPr>
              <a:xfrm>
                <a:off x="2571698" y="388722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EFC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2" name="Freeform 4752">
                <a:extLst>
                  <a:ext uri="{FF2B5EF4-FFF2-40B4-BE49-F238E27FC236}">
                    <a16:creationId xmlns:a16="http://schemas.microsoft.com/office/drawing/2014/main" id="{C0062F59-8297-5FAE-5C5E-D130B5946E22}"/>
                  </a:ext>
                </a:extLst>
              </p:cNvPr>
              <p:cNvSpPr/>
              <p:nvPr/>
            </p:nvSpPr>
            <p:spPr>
              <a:xfrm>
                <a:off x="2571698" y="394087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3" name="Freeform 4753">
                <a:extLst>
                  <a:ext uri="{FF2B5EF4-FFF2-40B4-BE49-F238E27FC236}">
                    <a16:creationId xmlns:a16="http://schemas.microsoft.com/office/drawing/2014/main" id="{B38F854B-801E-1E18-EC40-322906D4C3E4}"/>
                  </a:ext>
                </a:extLst>
              </p:cNvPr>
              <p:cNvSpPr/>
              <p:nvPr/>
            </p:nvSpPr>
            <p:spPr>
              <a:xfrm>
                <a:off x="2571698" y="399439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4" name="Freeform 4754">
                <a:extLst>
                  <a:ext uri="{FF2B5EF4-FFF2-40B4-BE49-F238E27FC236}">
                    <a16:creationId xmlns:a16="http://schemas.microsoft.com/office/drawing/2014/main" id="{1F31D9A0-8D69-B741-9A91-81AC4AE49FA0}"/>
                  </a:ext>
                </a:extLst>
              </p:cNvPr>
              <p:cNvSpPr/>
              <p:nvPr/>
            </p:nvSpPr>
            <p:spPr>
              <a:xfrm>
                <a:off x="2571698" y="404792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4D8E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5" name="Freeform 4755">
                <a:extLst>
                  <a:ext uri="{FF2B5EF4-FFF2-40B4-BE49-F238E27FC236}">
                    <a16:creationId xmlns:a16="http://schemas.microsoft.com/office/drawing/2014/main" id="{7FBD0272-DDEF-ED5A-245F-DBB1AAD71BD3}"/>
                  </a:ext>
                </a:extLst>
              </p:cNvPr>
              <p:cNvSpPr/>
              <p:nvPr/>
            </p:nvSpPr>
            <p:spPr>
              <a:xfrm>
                <a:off x="2571698" y="410157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6" name="Freeform 4756">
                <a:extLst>
                  <a:ext uri="{FF2B5EF4-FFF2-40B4-BE49-F238E27FC236}">
                    <a16:creationId xmlns:a16="http://schemas.microsoft.com/office/drawing/2014/main" id="{21A31291-416E-5D83-5EB1-9053CAF19D77}"/>
                  </a:ext>
                </a:extLst>
              </p:cNvPr>
              <p:cNvSpPr/>
              <p:nvPr/>
            </p:nvSpPr>
            <p:spPr>
              <a:xfrm>
                <a:off x="2571698" y="415509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2E1E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7" name="Freeform 4757">
                <a:extLst>
                  <a:ext uri="{FF2B5EF4-FFF2-40B4-BE49-F238E27FC236}">
                    <a16:creationId xmlns:a16="http://schemas.microsoft.com/office/drawing/2014/main" id="{EBFE89B4-C5FE-DB73-E754-31165563E0BE}"/>
                  </a:ext>
                </a:extLst>
              </p:cNvPr>
              <p:cNvSpPr/>
              <p:nvPr/>
            </p:nvSpPr>
            <p:spPr>
              <a:xfrm>
                <a:off x="2571698" y="420875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8" name="Freeform 4758">
                <a:extLst>
                  <a:ext uri="{FF2B5EF4-FFF2-40B4-BE49-F238E27FC236}">
                    <a16:creationId xmlns:a16="http://schemas.microsoft.com/office/drawing/2014/main" id="{BA985172-B5A9-BF78-6308-C6F5FB55F105}"/>
                  </a:ext>
                </a:extLst>
              </p:cNvPr>
              <p:cNvSpPr/>
              <p:nvPr/>
            </p:nvSpPr>
            <p:spPr>
              <a:xfrm>
                <a:off x="2571698" y="426227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8AFD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69" name="Freeform 4759">
                <a:extLst>
                  <a:ext uri="{FF2B5EF4-FFF2-40B4-BE49-F238E27FC236}">
                    <a16:creationId xmlns:a16="http://schemas.microsoft.com/office/drawing/2014/main" id="{2B64B35B-2470-E58C-1648-FDFCBFE69E05}"/>
                  </a:ext>
                </a:extLst>
              </p:cNvPr>
              <p:cNvSpPr/>
              <p:nvPr/>
            </p:nvSpPr>
            <p:spPr>
              <a:xfrm>
                <a:off x="2571698" y="4315800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0" name="Freeform 4760">
                <a:extLst>
                  <a:ext uri="{FF2B5EF4-FFF2-40B4-BE49-F238E27FC236}">
                    <a16:creationId xmlns:a16="http://schemas.microsoft.com/office/drawing/2014/main" id="{07462326-DC73-93F5-AEDA-9B30D161741F}"/>
                  </a:ext>
                </a:extLst>
              </p:cNvPr>
              <p:cNvSpPr/>
              <p:nvPr/>
            </p:nvSpPr>
            <p:spPr>
              <a:xfrm>
                <a:off x="2571698" y="436945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1" name="Freeform 4761">
                <a:extLst>
                  <a:ext uri="{FF2B5EF4-FFF2-40B4-BE49-F238E27FC236}">
                    <a16:creationId xmlns:a16="http://schemas.microsoft.com/office/drawing/2014/main" id="{D49FE8B7-F3A1-0F51-20C0-03895AFEF420}"/>
                  </a:ext>
                </a:extLst>
              </p:cNvPr>
              <p:cNvSpPr/>
              <p:nvPr/>
            </p:nvSpPr>
            <p:spPr>
              <a:xfrm>
                <a:off x="2571698" y="442297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2" name="Freeform 4762">
                <a:extLst>
                  <a:ext uri="{FF2B5EF4-FFF2-40B4-BE49-F238E27FC236}">
                    <a16:creationId xmlns:a16="http://schemas.microsoft.com/office/drawing/2014/main" id="{AD8AA35E-1CC2-00E5-BA2D-F8303197268A}"/>
                  </a:ext>
                </a:extLst>
              </p:cNvPr>
              <p:cNvSpPr/>
              <p:nvPr/>
            </p:nvSpPr>
            <p:spPr>
              <a:xfrm>
                <a:off x="2571698" y="447662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BBCD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3" name="Freeform 4763">
                <a:extLst>
                  <a:ext uri="{FF2B5EF4-FFF2-40B4-BE49-F238E27FC236}">
                    <a16:creationId xmlns:a16="http://schemas.microsoft.com/office/drawing/2014/main" id="{08577C10-D17A-84DB-0F2B-F2DE5AF20593}"/>
                  </a:ext>
                </a:extLst>
              </p:cNvPr>
              <p:cNvSpPr/>
              <p:nvPr/>
            </p:nvSpPr>
            <p:spPr>
              <a:xfrm>
                <a:off x="2571698" y="453015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4" name="Freeform 4764">
                <a:extLst>
                  <a:ext uri="{FF2B5EF4-FFF2-40B4-BE49-F238E27FC236}">
                    <a16:creationId xmlns:a16="http://schemas.microsoft.com/office/drawing/2014/main" id="{8A4188B5-2042-F80F-37FF-1F163F58477A}"/>
                  </a:ext>
                </a:extLst>
              </p:cNvPr>
              <p:cNvSpPr/>
              <p:nvPr/>
            </p:nvSpPr>
            <p:spPr>
              <a:xfrm>
                <a:off x="2571698" y="458367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5" name="Freeform 4765">
                <a:extLst>
                  <a:ext uri="{FF2B5EF4-FFF2-40B4-BE49-F238E27FC236}">
                    <a16:creationId xmlns:a16="http://schemas.microsoft.com/office/drawing/2014/main" id="{3D42F43B-EBA9-14DA-7144-577AEB5E922B}"/>
                  </a:ext>
                </a:extLst>
              </p:cNvPr>
              <p:cNvSpPr/>
              <p:nvPr/>
            </p:nvSpPr>
            <p:spPr>
              <a:xfrm>
                <a:off x="2571698" y="4637329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9C5E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6" name="Freeform 4766">
                <a:extLst>
                  <a:ext uri="{FF2B5EF4-FFF2-40B4-BE49-F238E27FC236}">
                    <a16:creationId xmlns:a16="http://schemas.microsoft.com/office/drawing/2014/main" id="{4DF1F86E-54BA-E035-4BE7-1BDCB2A5E6A6}"/>
                  </a:ext>
                </a:extLst>
              </p:cNvPr>
              <p:cNvSpPr/>
              <p:nvPr/>
            </p:nvSpPr>
            <p:spPr>
              <a:xfrm>
                <a:off x="2571698" y="4690854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F3F7F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7" name="Freeform 4767">
                <a:extLst>
                  <a:ext uri="{FF2B5EF4-FFF2-40B4-BE49-F238E27FC236}">
                    <a16:creationId xmlns:a16="http://schemas.microsoft.com/office/drawing/2014/main" id="{D710B28B-851F-7078-8BE2-2A1407964DBB}"/>
                  </a:ext>
                </a:extLst>
              </p:cNvPr>
              <p:cNvSpPr/>
              <p:nvPr/>
            </p:nvSpPr>
            <p:spPr>
              <a:xfrm>
                <a:off x="2571698" y="474450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8" name="Freeform 4768">
                <a:extLst>
                  <a:ext uri="{FF2B5EF4-FFF2-40B4-BE49-F238E27FC236}">
                    <a16:creationId xmlns:a16="http://schemas.microsoft.com/office/drawing/2014/main" id="{3FF78776-F122-B6B3-9A3C-68657BA9C962}"/>
                  </a:ext>
                </a:extLst>
              </p:cNvPr>
              <p:cNvSpPr/>
              <p:nvPr/>
            </p:nvSpPr>
            <p:spPr>
              <a:xfrm>
                <a:off x="2571698" y="4798031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AA6D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79" name="Freeform 4769">
                <a:extLst>
                  <a:ext uri="{FF2B5EF4-FFF2-40B4-BE49-F238E27FC236}">
                    <a16:creationId xmlns:a16="http://schemas.microsoft.com/office/drawing/2014/main" id="{ED758F11-E9CC-7677-B7D3-1CD7B4E7FF90}"/>
                  </a:ext>
                </a:extLst>
              </p:cNvPr>
              <p:cNvSpPr/>
              <p:nvPr/>
            </p:nvSpPr>
            <p:spPr>
              <a:xfrm>
                <a:off x="2571698" y="4851556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0" name="Freeform 4770">
                <a:extLst>
                  <a:ext uri="{FF2B5EF4-FFF2-40B4-BE49-F238E27FC236}">
                    <a16:creationId xmlns:a16="http://schemas.microsoft.com/office/drawing/2014/main" id="{9AFB213D-DC1C-BFA3-ED81-4675064F310F}"/>
                  </a:ext>
                </a:extLst>
              </p:cNvPr>
              <p:cNvSpPr/>
              <p:nvPr/>
            </p:nvSpPr>
            <p:spPr>
              <a:xfrm>
                <a:off x="2571698" y="4905207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1" name="Freeform 4771">
                <a:extLst>
                  <a:ext uri="{FF2B5EF4-FFF2-40B4-BE49-F238E27FC236}">
                    <a16:creationId xmlns:a16="http://schemas.microsoft.com/office/drawing/2014/main" id="{25DA9F37-DC53-4592-2736-A819A58FDF11}"/>
                  </a:ext>
                </a:extLst>
              </p:cNvPr>
              <p:cNvSpPr/>
              <p:nvPr/>
            </p:nvSpPr>
            <p:spPr>
              <a:xfrm>
                <a:off x="2571698" y="4958732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2" name="Freeform 4772">
                <a:extLst>
                  <a:ext uri="{FF2B5EF4-FFF2-40B4-BE49-F238E27FC236}">
                    <a16:creationId xmlns:a16="http://schemas.microsoft.com/office/drawing/2014/main" id="{97A43404-1531-C901-EEC5-FB67699EFD59}"/>
                  </a:ext>
                </a:extLst>
              </p:cNvPr>
              <p:cNvSpPr/>
              <p:nvPr/>
            </p:nvSpPr>
            <p:spPr>
              <a:xfrm>
                <a:off x="2571698" y="501238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3" name="Freeform 4773">
                <a:extLst>
                  <a:ext uri="{FF2B5EF4-FFF2-40B4-BE49-F238E27FC236}">
                    <a16:creationId xmlns:a16="http://schemas.microsoft.com/office/drawing/2014/main" id="{3ACAE38A-3900-009C-762A-B052E9FCD3CD}"/>
                  </a:ext>
                </a:extLst>
              </p:cNvPr>
              <p:cNvSpPr/>
              <p:nvPr/>
            </p:nvSpPr>
            <p:spPr>
              <a:xfrm>
                <a:off x="2571698" y="5065908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4" name="Freeform 4774">
                <a:extLst>
                  <a:ext uri="{FF2B5EF4-FFF2-40B4-BE49-F238E27FC236}">
                    <a16:creationId xmlns:a16="http://schemas.microsoft.com/office/drawing/2014/main" id="{57837408-B148-2F9E-96D5-C51DC7EDB2EB}"/>
                  </a:ext>
                </a:extLst>
              </p:cNvPr>
              <p:cNvSpPr/>
              <p:nvPr/>
            </p:nvSpPr>
            <p:spPr>
              <a:xfrm>
                <a:off x="2571698" y="5119433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085" name="Freeform 4775">
                <a:extLst>
                  <a:ext uri="{FF2B5EF4-FFF2-40B4-BE49-F238E27FC236}">
                    <a16:creationId xmlns:a16="http://schemas.microsoft.com/office/drawing/2014/main" id="{ABC66EA8-CDB6-7AC5-7939-6D0AF0E02881}"/>
                  </a:ext>
                </a:extLst>
              </p:cNvPr>
              <p:cNvSpPr/>
              <p:nvPr/>
            </p:nvSpPr>
            <p:spPr>
              <a:xfrm>
                <a:off x="2571698" y="5173085"/>
                <a:ext cx="1130173" cy="53524"/>
              </a:xfrm>
              <a:custGeom>
                <a:avLst/>
                <a:gdLst>
                  <a:gd name="csX0" fmla="*/ 0 w 1130173"/>
                  <a:gd name="csY0" fmla="*/ 0 h 53524"/>
                  <a:gd name="csX1" fmla="*/ 1130173 w 1130173"/>
                  <a:gd name="csY1" fmla="*/ 0 h 53524"/>
                  <a:gd name="csX2" fmla="*/ 1130173 w 1130173"/>
                  <a:gd name="csY2" fmla="*/ 53525 h 53524"/>
                  <a:gd name="csX3" fmla="*/ 0 w 1130173"/>
                  <a:gd name="csY3" fmla="*/ 53525 h 535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30173" h="53524">
                    <a:moveTo>
                      <a:pt x="0" y="0"/>
                    </a:moveTo>
                    <a:lnTo>
                      <a:pt x="1130173" y="0"/>
                    </a:lnTo>
                    <a:lnTo>
                      <a:pt x="1130173" y="53525"/>
                    </a:lnTo>
                    <a:lnTo>
                      <a:pt x="0" y="53525"/>
                    </a:lnTo>
                    <a:close/>
                  </a:path>
                </a:pathLst>
              </a:cu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</p:grpSp>
        <p:grpSp>
          <p:nvGrpSpPr>
            <p:cNvPr id="4424" name="Group 4423">
              <a:extLst>
                <a:ext uri="{FF2B5EF4-FFF2-40B4-BE49-F238E27FC236}">
                  <a16:creationId xmlns:a16="http://schemas.microsoft.com/office/drawing/2014/main" id="{D6016652-BDEA-8F79-8146-DCD659C0F807}"/>
                </a:ext>
              </a:extLst>
            </p:cNvPr>
            <p:cNvGrpSpPr/>
            <p:nvPr/>
          </p:nvGrpSpPr>
          <p:grpSpPr>
            <a:xfrm>
              <a:off x="206245" y="5379871"/>
              <a:ext cx="5325042" cy="957314"/>
              <a:chOff x="-50428" y="5377547"/>
              <a:chExt cx="5635516" cy="1013131"/>
            </a:xfrm>
          </p:grpSpPr>
          <p:sp>
            <p:nvSpPr>
              <p:cNvPr id="4446" name="TextBox 4445">
                <a:extLst>
                  <a:ext uri="{FF2B5EF4-FFF2-40B4-BE49-F238E27FC236}">
                    <a16:creationId xmlns:a16="http://schemas.microsoft.com/office/drawing/2014/main" id="{3DD3AB82-FE27-F59E-F288-1751EC965EA0}"/>
                  </a:ext>
                </a:extLst>
              </p:cNvPr>
              <p:cNvSpPr txBox="1"/>
              <p:nvPr/>
            </p:nvSpPr>
            <p:spPr>
              <a:xfrm rot="16200000">
                <a:off x="-277755" y="5605738"/>
                <a:ext cx="69080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ldlrp8-like</a:t>
                </a:r>
              </a:p>
            </p:txBody>
          </p:sp>
          <p:sp>
            <p:nvSpPr>
              <p:cNvPr id="4447" name="TextBox 4446">
                <a:extLst>
                  <a:ext uri="{FF2B5EF4-FFF2-40B4-BE49-F238E27FC236}">
                    <a16:creationId xmlns:a16="http://schemas.microsoft.com/office/drawing/2014/main" id="{EB6B646E-CEC2-7F33-0FD1-CA8B5E98495F}"/>
                  </a:ext>
                </a:extLst>
              </p:cNvPr>
              <p:cNvSpPr txBox="1"/>
              <p:nvPr/>
            </p:nvSpPr>
            <p:spPr>
              <a:xfrm rot="16200000">
                <a:off x="-49838" y="5491675"/>
                <a:ext cx="44651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chgb</a:t>
                </a:r>
                <a:endPara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4448" name="TextBox 4447">
                <a:extLst>
                  <a:ext uri="{FF2B5EF4-FFF2-40B4-BE49-F238E27FC236}">
                    <a16:creationId xmlns:a16="http://schemas.microsoft.com/office/drawing/2014/main" id="{F15F2879-2DDD-6932-D4B8-D9786E483C55}"/>
                  </a:ext>
                </a:extLst>
              </p:cNvPr>
              <p:cNvSpPr txBox="1"/>
              <p:nvPr/>
            </p:nvSpPr>
            <p:spPr>
              <a:xfrm rot="16200000">
                <a:off x="-50098" y="5589709"/>
                <a:ext cx="658568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cd87-like</a:t>
                </a:r>
              </a:p>
            </p:txBody>
          </p:sp>
          <p:sp>
            <p:nvSpPr>
              <p:cNvPr id="4449" name="TextBox 4448">
                <a:extLst>
                  <a:ext uri="{FF2B5EF4-FFF2-40B4-BE49-F238E27FC236}">
                    <a16:creationId xmlns:a16="http://schemas.microsoft.com/office/drawing/2014/main" id="{C9AC9232-CAF4-6F44-6367-C27AC02B8A3F}"/>
                  </a:ext>
                </a:extLst>
              </p:cNvPr>
              <p:cNvSpPr txBox="1"/>
              <p:nvPr/>
            </p:nvSpPr>
            <p:spPr>
              <a:xfrm rot="16200000">
                <a:off x="120392" y="5525588"/>
                <a:ext cx="52963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picalm</a:t>
                </a:r>
                <a:endPara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4450" name="TextBox 4449">
                <a:extLst>
                  <a:ext uri="{FF2B5EF4-FFF2-40B4-BE49-F238E27FC236}">
                    <a16:creationId xmlns:a16="http://schemas.microsoft.com/office/drawing/2014/main" id="{1FE8CC44-861E-F15A-BC6A-7EAE7807B8C3}"/>
                  </a:ext>
                </a:extLst>
              </p:cNvPr>
              <p:cNvSpPr txBox="1"/>
              <p:nvPr/>
            </p:nvSpPr>
            <p:spPr>
              <a:xfrm rot="16200000">
                <a:off x="228710" y="5522383"/>
                <a:ext cx="52454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grm5a</a:t>
                </a:r>
              </a:p>
            </p:txBody>
          </p:sp>
          <p:sp>
            <p:nvSpPr>
              <p:cNvPr id="4451" name="TextBox 4450">
                <a:extLst>
                  <a:ext uri="{FF2B5EF4-FFF2-40B4-BE49-F238E27FC236}">
                    <a16:creationId xmlns:a16="http://schemas.microsoft.com/office/drawing/2014/main" id="{46704607-14C2-4B94-6DFD-90EE4F3BAB60}"/>
                  </a:ext>
                </a:extLst>
              </p:cNvPr>
              <p:cNvSpPr txBox="1"/>
              <p:nvPr/>
            </p:nvSpPr>
            <p:spPr>
              <a:xfrm rot="16200000">
                <a:off x="415313" y="5442232"/>
                <a:ext cx="36338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pgr</a:t>
                </a:r>
                <a:endPara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4452" name="TextBox 4451">
                <a:extLst>
                  <a:ext uri="{FF2B5EF4-FFF2-40B4-BE49-F238E27FC236}">
                    <a16:creationId xmlns:a16="http://schemas.microsoft.com/office/drawing/2014/main" id="{BC497ED2-19C0-40C7-2E52-0873A4174506}"/>
                  </a:ext>
                </a:extLst>
              </p:cNvPr>
              <p:cNvSpPr txBox="1"/>
              <p:nvPr/>
            </p:nvSpPr>
            <p:spPr>
              <a:xfrm rot="16200000">
                <a:off x="411658" y="5551236"/>
                <a:ext cx="58222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ptprz1a</a:t>
                </a:r>
              </a:p>
            </p:txBody>
          </p:sp>
          <p:sp>
            <p:nvSpPr>
              <p:cNvPr id="4453" name="TextBox 4452">
                <a:extLst>
                  <a:ext uri="{FF2B5EF4-FFF2-40B4-BE49-F238E27FC236}">
                    <a16:creationId xmlns:a16="http://schemas.microsoft.com/office/drawing/2014/main" id="{645002A9-140E-FFDD-B736-6ACAF5716DE0}"/>
                  </a:ext>
                </a:extLst>
              </p:cNvPr>
              <p:cNvSpPr txBox="1"/>
              <p:nvPr/>
            </p:nvSpPr>
            <p:spPr>
              <a:xfrm rot="16200000">
                <a:off x="588687" y="5480703"/>
                <a:ext cx="43972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sdc2</a:t>
                </a:r>
              </a:p>
            </p:txBody>
          </p:sp>
          <p:sp>
            <p:nvSpPr>
              <p:cNvPr id="4454" name="TextBox 4453">
                <a:extLst>
                  <a:ext uri="{FF2B5EF4-FFF2-40B4-BE49-F238E27FC236}">
                    <a16:creationId xmlns:a16="http://schemas.microsoft.com/office/drawing/2014/main" id="{DAC155B0-625A-F84D-AF7D-EDB5F0B35DBE}"/>
                  </a:ext>
                </a:extLst>
              </p:cNvPr>
              <p:cNvSpPr txBox="1"/>
              <p:nvPr/>
            </p:nvSpPr>
            <p:spPr>
              <a:xfrm rot="16200000">
                <a:off x="598007" y="5576884"/>
                <a:ext cx="63312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rgs9-like</a:t>
                </a:r>
              </a:p>
            </p:txBody>
          </p:sp>
          <p:sp>
            <p:nvSpPr>
              <p:cNvPr id="4455" name="TextBox 4454">
                <a:extLst>
                  <a:ext uri="{FF2B5EF4-FFF2-40B4-BE49-F238E27FC236}">
                    <a16:creationId xmlns:a16="http://schemas.microsoft.com/office/drawing/2014/main" id="{210FDEC2-78DA-FA3C-8BCD-8970CA353BBC}"/>
                  </a:ext>
                </a:extLst>
              </p:cNvPr>
              <p:cNvSpPr txBox="1"/>
              <p:nvPr/>
            </p:nvSpPr>
            <p:spPr>
              <a:xfrm rot="16200000">
                <a:off x="635921" y="5644210"/>
                <a:ext cx="76883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frmpd4-like</a:t>
                </a:r>
              </a:p>
            </p:txBody>
          </p:sp>
          <p:sp>
            <p:nvSpPr>
              <p:cNvPr id="4456" name="TextBox 4455">
                <a:extLst>
                  <a:ext uri="{FF2B5EF4-FFF2-40B4-BE49-F238E27FC236}">
                    <a16:creationId xmlns:a16="http://schemas.microsoft.com/office/drawing/2014/main" id="{0B4BA80D-06EA-E36D-A49F-4352ED9EE9E4}"/>
                  </a:ext>
                </a:extLst>
              </p:cNvPr>
              <p:cNvSpPr txBox="1"/>
              <p:nvPr/>
            </p:nvSpPr>
            <p:spPr>
              <a:xfrm rot="16200000">
                <a:off x="710561" y="5676270"/>
                <a:ext cx="83160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shisal2a-like</a:t>
                </a:r>
              </a:p>
            </p:txBody>
          </p:sp>
          <p:sp>
            <p:nvSpPr>
              <p:cNvPr id="4457" name="TextBox 4456">
                <a:extLst>
                  <a:ext uri="{FF2B5EF4-FFF2-40B4-BE49-F238E27FC236}">
                    <a16:creationId xmlns:a16="http://schemas.microsoft.com/office/drawing/2014/main" id="{CDD5C88F-BA1D-2C1D-59A8-DAB0EA475492}"/>
                  </a:ext>
                </a:extLst>
              </p:cNvPr>
              <p:cNvSpPr txBox="1"/>
              <p:nvPr/>
            </p:nvSpPr>
            <p:spPr>
              <a:xfrm rot="16200000">
                <a:off x="983435" y="5509558"/>
                <a:ext cx="49740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wdfy2</a:t>
                </a:r>
              </a:p>
            </p:txBody>
          </p:sp>
          <p:sp>
            <p:nvSpPr>
              <p:cNvPr id="4458" name="TextBox 4457">
                <a:extLst>
                  <a:ext uri="{FF2B5EF4-FFF2-40B4-BE49-F238E27FC236}">
                    <a16:creationId xmlns:a16="http://schemas.microsoft.com/office/drawing/2014/main" id="{C1739835-3D4D-CE42-4393-92EEBC5A81E6}"/>
                  </a:ext>
                </a:extLst>
              </p:cNvPr>
              <p:cNvSpPr txBox="1"/>
              <p:nvPr/>
            </p:nvSpPr>
            <p:spPr>
              <a:xfrm rot="16200000">
                <a:off x="1040857" y="5557648"/>
                <a:ext cx="59410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dse</a:t>
                </a:r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-like</a:t>
                </a:r>
              </a:p>
            </p:txBody>
          </p:sp>
          <p:sp>
            <p:nvSpPr>
              <p:cNvPr id="4459" name="TextBox 4458">
                <a:extLst>
                  <a:ext uri="{FF2B5EF4-FFF2-40B4-BE49-F238E27FC236}">
                    <a16:creationId xmlns:a16="http://schemas.microsoft.com/office/drawing/2014/main" id="{1479F778-C878-33B8-C084-ECF4D4B6627C}"/>
                  </a:ext>
                </a:extLst>
              </p:cNvPr>
              <p:cNvSpPr txBox="1"/>
              <p:nvPr/>
            </p:nvSpPr>
            <p:spPr>
              <a:xfrm rot="16200000">
                <a:off x="961115" y="5745200"/>
                <a:ext cx="96562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	gpcr22-like</a:t>
                </a:r>
              </a:p>
            </p:txBody>
          </p:sp>
          <p:sp>
            <p:nvSpPr>
              <p:cNvPr id="4460" name="TextBox 4459">
                <a:extLst>
                  <a:ext uri="{FF2B5EF4-FFF2-40B4-BE49-F238E27FC236}">
                    <a16:creationId xmlns:a16="http://schemas.microsoft.com/office/drawing/2014/main" id="{207886FA-4296-146E-C3D9-FDAB67537188}"/>
                  </a:ext>
                </a:extLst>
              </p:cNvPr>
              <p:cNvSpPr txBox="1"/>
              <p:nvPr/>
            </p:nvSpPr>
            <p:spPr>
              <a:xfrm rot="16200000">
                <a:off x="1310331" y="5499940"/>
                <a:ext cx="47874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cntn4</a:t>
                </a:r>
              </a:p>
            </p:txBody>
          </p:sp>
          <p:sp>
            <p:nvSpPr>
              <p:cNvPr id="4461" name="TextBox 4460">
                <a:extLst>
                  <a:ext uri="{FF2B5EF4-FFF2-40B4-BE49-F238E27FC236}">
                    <a16:creationId xmlns:a16="http://schemas.microsoft.com/office/drawing/2014/main" id="{96272535-69EE-E9CB-5264-3BDE359E0DC6}"/>
                  </a:ext>
                </a:extLst>
              </p:cNvPr>
              <p:cNvSpPr txBox="1"/>
              <p:nvPr/>
            </p:nvSpPr>
            <p:spPr>
              <a:xfrm rot="16200000">
                <a:off x="1409566" y="5506352"/>
                <a:ext cx="49231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ptprfa</a:t>
                </a:r>
              </a:p>
            </p:txBody>
          </p:sp>
          <p:sp>
            <p:nvSpPr>
              <p:cNvPr id="4462" name="TextBox 4461">
                <a:extLst>
                  <a:ext uri="{FF2B5EF4-FFF2-40B4-BE49-F238E27FC236}">
                    <a16:creationId xmlns:a16="http://schemas.microsoft.com/office/drawing/2014/main" id="{F63D9E8C-C303-DBFB-5A0B-06818F4CB863}"/>
                  </a:ext>
                </a:extLst>
              </p:cNvPr>
              <p:cNvSpPr txBox="1"/>
              <p:nvPr/>
            </p:nvSpPr>
            <p:spPr>
              <a:xfrm rot="16200000">
                <a:off x="1506009" y="5515971"/>
                <a:ext cx="51097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ca16b</a:t>
                </a:r>
              </a:p>
            </p:txBody>
          </p:sp>
          <p:sp>
            <p:nvSpPr>
              <p:cNvPr id="4463" name="TextBox 4462">
                <a:extLst>
                  <a:ext uri="{FF2B5EF4-FFF2-40B4-BE49-F238E27FC236}">
                    <a16:creationId xmlns:a16="http://schemas.microsoft.com/office/drawing/2014/main" id="{D8B18180-4EE0-3B14-1F95-475FFDF0DC9E}"/>
                  </a:ext>
                </a:extLst>
              </p:cNvPr>
              <p:cNvSpPr txBox="1"/>
              <p:nvPr/>
            </p:nvSpPr>
            <p:spPr>
              <a:xfrm rot="16200000">
                <a:off x="1505749" y="5621769"/>
                <a:ext cx="72303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nxph1-like</a:t>
                </a:r>
              </a:p>
            </p:txBody>
          </p:sp>
          <p:sp>
            <p:nvSpPr>
              <p:cNvPr id="4464" name="TextBox 4463">
                <a:extLst>
                  <a:ext uri="{FF2B5EF4-FFF2-40B4-BE49-F238E27FC236}">
                    <a16:creationId xmlns:a16="http://schemas.microsoft.com/office/drawing/2014/main" id="{B90B278E-B5FC-69B8-8137-B11155E9FEE3}"/>
                  </a:ext>
                </a:extLst>
              </p:cNvPr>
              <p:cNvSpPr txBox="1"/>
              <p:nvPr/>
            </p:nvSpPr>
            <p:spPr>
              <a:xfrm rot="16200000">
                <a:off x="1730525" y="5503145"/>
                <a:ext cx="4855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rgs5b</a:t>
                </a:r>
              </a:p>
            </p:txBody>
          </p:sp>
          <p:sp>
            <p:nvSpPr>
              <p:cNvPr id="4465" name="TextBox 4464">
                <a:extLst>
                  <a:ext uri="{FF2B5EF4-FFF2-40B4-BE49-F238E27FC236}">
                    <a16:creationId xmlns:a16="http://schemas.microsoft.com/office/drawing/2014/main" id="{F1D4B82B-4824-7316-22D9-AF4D1B307586}"/>
                  </a:ext>
                </a:extLst>
              </p:cNvPr>
              <p:cNvSpPr txBox="1"/>
              <p:nvPr/>
            </p:nvSpPr>
            <p:spPr>
              <a:xfrm rot="16200000">
                <a:off x="1717543" y="5621769"/>
                <a:ext cx="72303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capn1-like</a:t>
                </a:r>
              </a:p>
            </p:txBody>
          </p:sp>
          <p:sp>
            <p:nvSpPr>
              <p:cNvPr id="4466" name="TextBox 4465">
                <a:extLst>
                  <a:ext uri="{FF2B5EF4-FFF2-40B4-BE49-F238E27FC236}">
                    <a16:creationId xmlns:a16="http://schemas.microsoft.com/office/drawing/2014/main" id="{C9FE9214-0B16-4689-A10B-E2697ACFE30E}"/>
                  </a:ext>
                </a:extLst>
              </p:cNvPr>
              <p:cNvSpPr txBox="1"/>
              <p:nvPr/>
            </p:nvSpPr>
            <p:spPr>
              <a:xfrm rot="16200000">
                <a:off x="1765883" y="5679477"/>
                <a:ext cx="83839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znf385C-like</a:t>
                </a:r>
              </a:p>
            </p:txBody>
          </p:sp>
          <p:sp>
            <p:nvSpPr>
              <p:cNvPr id="4467" name="TextBox 4466">
                <a:extLst>
                  <a:ext uri="{FF2B5EF4-FFF2-40B4-BE49-F238E27FC236}">
                    <a16:creationId xmlns:a16="http://schemas.microsoft.com/office/drawing/2014/main" id="{4AAFAECC-129F-D5E8-D9C3-81C85A0C43F2}"/>
                  </a:ext>
                </a:extLst>
              </p:cNvPr>
              <p:cNvSpPr txBox="1"/>
              <p:nvPr/>
            </p:nvSpPr>
            <p:spPr>
              <a:xfrm rot="16200000">
                <a:off x="1925942" y="5624976"/>
                <a:ext cx="72982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tenm3-like</a:t>
                </a:r>
              </a:p>
            </p:txBody>
          </p:sp>
          <p:sp>
            <p:nvSpPr>
              <p:cNvPr id="4468" name="TextBox 4467">
                <a:extLst>
                  <a:ext uri="{FF2B5EF4-FFF2-40B4-BE49-F238E27FC236}">
                    <a16:creationId xmlns:a16="http://schemas.microsoft.com/office/drawing/2014/main" id="{EB7D4D2C-4BB6-10D6-FA2C-476095F64B0F}"/>
                  </a:ext>
                </a:extLst>
              </p:cNvPr>
              <p:cNvSpPr txBox="1"/>
              <p:nvPr/>
            </p:nvSpPr>
            <p:spPr>
              <a:xfrm rot="16200000">
                <a:off x="2051225" y="5605739"/>
                <a:ext cx="69080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gsta1-like</a:t>
                </a:r>
              </a:p>
            </p:txBody>
          </p:sp>
          <p:sp>
            <p:nvSpPr>
              <p:cNvPr id="4469" name="TextBox 4468">
                <a:extLst>
                  <a:ext uri="{FF2B5EF4-FFF2-40B4-BE49-F238E27FC236}">
                    <a16:creationId xmlns:a16="http://schemas.microsoft.com/office/drawing/2014/main" id="{CA4AA7AD-4C6D-5FC9-2A75-351664BD4EB3}"/>
                  </a:ext>
                </a:extLst>
              </p:cNvPr>
              <p:cNvSpPr txBox="1"/>
              <p:nvPr/>
            </p:nvSpPr>
            <p:spPr>
              <a:xfrm rot="16200000">
                <a:off x="2247162" y="5548030"/>
                <a:ext cx="51097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ar</a:t>
                </a:r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-like</a:t>
                </a:r>
              </a:p>
            </p:txBody>
          </p:sp>
          <p:sp>
            <p:nvSpPr>
              <p:cNvPr id="4470" name="TextBox 4469">
                <a:extLst>
                  <a:ext uri="{FF2B5EF4-FFF2-40B4-BE49-F238E27FC236}">
                    <a16:creationId xmlns:a16="http://schemas.microsoft.com/office/drawing/2014/main" id="{AC6CD19F-2273-9941-ED9E-6C9B457E9850}"/>
                  </a:ext>
                </a:extLst>
              </p:cNvPr>
              <p:cNvSpPr txBox="1"/>
              <p:nvPr/>
            </p:nvSpPr>
            <p:spPr>
              <a:xfrm rot="16200000">
                <a:off x="2282530" y="5586503"/>
                <a:ext cx="65178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kcn4-like</a:t>
                </a:r>
              </a:p>
            </p:txBody>
          </p:sp>
          <p:sp>
            <p:nvSpPr>
              <p:cNvPr id="4471" name="TextBox 4470">
                <a:extLst>
                  <a:ext uri="{FF2B5EF4-FFF2-40B4-BE49-F238E27FC236}">
                    <a16:creationId xmlns:a16="http://schemas.microsoft.com/office/drawing/2014/main" id="{1B49B0AE-15C0-C8D0-B676-5AC93F7983D6}"/>
                  </a:ext>
                </a:extLst>
              </p:cNvPr>
              <p:cNvSpPr txBox="1"/>
              <p:nvPr/>
            </p:nvSpPr>
            <p:spPr>
              <a:xfrm rot="16200000">
                <a:off x="2500518" y="5474292"/>
                <a:ext cx="42785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drd3</a:t>
                </a:r>
              </a:p>
            </p:txBody>
          </p:sp>
          <p:sp>
            <p:nvSpPr>
              <p:cNvPr id="4472" name="TextBox 4471">
                <a:extLst>
                  <a:ext uri="{FF2B5EF4-FFF2-40B4-BE49-F238E27FC236}">
                    <a16:creationId xmlns:a16="http://schemas.microsoft.com/office/drawing/2014/main" id="{97BEF39B-2BB0-E5F6-14CD-DEE0F0F11548}"/>
                  </a:ext>
                </a:extLst>
              </p:cNvPr>
              <p:cNvSpPr txBox="1"/>
              <p:nvPr/>
            </p:nvSpPr>
            <p:spPr>
              <a:xfrm rot="16200000">
                <a:off x="2313648" y="5766039"/>
                <a:ext cx="10131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LOC111575683</a:t>
                </a:r>
              </a:p>
            </p:txBody>
          </p:sp>
          <p:sp>
            <p:nvSpPr>
              <p:cNvPr id="4473" name="TextBox 4472">
                <a:extLst>
                  <a:ext uri="{FF2B5EF4-FFF2-40B4-BE49-F238E27FC236}">
                    <a16:creationId xmlns:a16="http://schemas.microsoft.com/office/drawing/2014/main" id="{5A465BE0-2BD4-C2F4-5DAF-C2C0E6C31863}"/>
                  </a:ext>
                </a:extLst>
              </p:cNvPr>
              <p:cNvSpPr txBox="1"/>
              <p:nvPr/>
            </p:nvSpPr>
            <p:spPr>
              <a:xfrm rot="16200000">
                <a:off x="2465229" y="5723559"/>
                <a:ext cx="92152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	neurl1-like</a:t>
                </a:r>
              </a:p>
            </p:txBody>
          </p:sp>
          <p:sp>
            <p:nvSpPr>
              <p:cNvPr id="4474" name="TextBox 4473">
                <a:extLst>
                  <a:ext uri="{FF2B5EF4-FFF2-40B4-BE49-F238E27FC236}">
                    <a16:creationId xmlns:a16="http://schemas.microsoft.com/office/drawing/2014/main" id="{EF97AE84-4D7D-27DF-B3F4-5415B851A46A}"/>
                  </a:ext>
                </a:extLst>
              </p:cNvPr>
              <p:cNvSpPr txBox="1"/>
              <p:nvPr/>
            </p:nvSpPr>
            <p:spPr>
              <a:xfrm rot="16200000">
                <a:off x="2808753" y="5483911"/>
                <a:ext cx="44651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pim3</a:t>
                </a:r>
              </a:p>
            </p:txBody>
          </p:sp>
          <p:sp>
            <p:nvSpPr>
              <p:cNvPr id="4475" name="TextBox 4474">
                <a:extLst>
                  <a:ext uri="{FF2B5EF4-FFF2-40B4-BE49-F238E27FC236}">
                    <a16:creationId xmlns:a16="http://schemas.microsoft.com/office/drawing/2014/main" id="{25930B96-CE5E-2462-9180-B07C4F073687}"/>
                  </a:ext>
                </a:extLst>
              </p:cNvPr>
              <p:cNvSpPr txBox="1"/>
              <p:nvPr/>
            </p:nvSpPr>
            <p:spPr>
              <a:xfrm rot="16200000">
                <a:off x="2917918" y="5480704"/>
                <a:ext cx="43972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mxi1</a:t>
                </a:r>
              </a:p>
            </p:txBody>
          </p:sp>
          <p:sp>
            <p:nvSpPr>
              <p:cNvPr id="4476" name="TextBox 4475">
                <a:extLst>
                  <a:ext uri="{FF2B5EF4-FFF2-40B4-BE49-F238E27FC236}">
                    <a16:creationId xmlns:a16="http://schemas.microsoft.com/office/drawing/2014/main" id="{592C30C8-DEC1-C80D-CE9B-0BFBE19F4E0E}"/>
                  </a:ext>
                </a:extLst>
              </p:cNvPr>
              <p:cNvSpPr txBox="1"/>
              <p:nvPr/>
            </p:nvSpPr>
            <p:spPr>
              <a:xfrm rot="16200000">
                <a:off x="2830542" y="5673064"/>
                <a:ext cx="82652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lmbrd2b-like</a:t>
                </a:r>
              </a:p>
            </p:txBody>
          </p:sp>
          <p:sp>
            <p:nvSpPr>
              <p:cNvPr id="4477" name="TextBox 4476">
                <a:extLst>
                  <a:ext uri="{FF2B5EF4-FFF2-40B4-BE49-F238E27FC236}">
                    <a16:creationId xmlns:a16="http://schemas.microsoft.com/office/drawing/2014/main" id="{4B92790C-29BE-65DE-2588-E33E86819EF2}"/>
                  </a:ext>
                </a:extLst>
              </p:cNvPr>
              <p:cNvSpPr txBox="1"/>
              <p:nvPr/>
            </p:nvSpPr>
            <p:spPr>
              <a:xfrm rot="16200000">
                <a:off x="2962611" y="5647416"/>
                <a:ext cx="77392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sinhcaf</a:t>
                </a:r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-like</a:t>
                </a:r>
              </a:p>
            </p:txBody>
          </p:sp>
          <p:sp>
            <p:nvSpPr>
              <p:cNvPr id="4478" name="TextBox 4477">
                <a:extLst>
                  <a:ext uri="{FF2B5EF4-FFF2-40B4-BE49-F238E27FC236}">
                    <a16:creationId xmlns:a16="http://schemas.microsoft.com/office/drawing/2014/main" id="{6554359E-EBD8-5E68-1C42-DA84024158EE}"/>
                  </a:ext>
                </a:extLst>
              </p:cNvPr>
              <p:cNvSpPr txBox="1"/>
              <p:nvPr/>
            </p:nvSpPr>
            <p:spPr>
              <a:xfrm rot="16200000">
                <a:off x="3122666" y="5592915"/>
                <a:ext cx="66535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camk2g2</a:t>
                </a:r>
              </a:p>
            </p:txBody>
          </p:sp>
          <p:sp>
            <p:nvSpPr>
              <p:cNvPr id="4479" name="TextBox 4478">
                <a:extLst>
                  <a:ext uri="{FF2B5EF4-FFF2-40B4-BE49-F238E27FC236}">
                    <a16:creationId xmlns:a16="http://schemas.microsoft.com/office/drawing/2014/main" id="{44861A89-DFC8-5594-611E-B8B2EFCAC09F}"/>
                  </a:ext>
                </a:extLst>
              </p:cNvPr>
              <p:cNvSpPr txBox="1"/>
              <p:nvPr/>
            </p:nvSpPr>
            <p:spPr>
              <a:xfrm rot="16200000">
                <a:off x="3054800" y="5766038"/>
                <a:ext cx="10131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LOC111565841</a:t>
                </a:r>
              </a:p>
            </p:txBody>
          </p:sp>
          <p:sp>
            <p:nvSpPr>
              <p:cNvPr id="4736" name="TextBox 4735">
                <a:extLst>
                  <a:ext uri="{FF2B5EF4-FFF2-40B4-BE49-F238E27FC236}">
                    <a16:creationId xmlns:a16="http://schemas.microsoft.com/office/drawing/2014/main" id="{86C51A94-B598-B089-ABF3-B70C9A36DE82}"/>
                  </a:ext>
                </a:extLst>
              </p:cNvPr>
              <p:cNvSpPr txBox="1"/>
              <p:nvPr/>
            </p:nvSpPr>
            <p:spPr>
              <a:xfrm rot="16200000">
                <a:off x="3379418" y="5548031"/>
                <a:ext cx="57544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pde1cb</a:t>
                </a:r>
              </a:p>
            </p:txBody>
          </p:sp>
          <p:sp>
            <p:nvSpPr>
              <p:cNvPr id="4737" name="TextBox 4736">
                <a:extLst>
                  <a:ext uri="{FF2B5EF4-FFF2-40B4-BE49-F238E27FC236}">
                    <a16:creationId xmlns:a16="http://schemas.microsoft.com/office/drawing/2014/main" id="{4420F75F-E216-18E5-3426-9B9C09F28D8E}"/>
                  </a:ext>
                </a:extLst>
              </p:cNvPr>
              <p:cNvSpPr txBox="1"/>
              <p:nvPr/>
            </p:nvSpPr>
            <p:spPr>
              <a:xfrm rot="16200000">
                <a:off x="3494771" y="5538413"/>
                <a:ext cx="55678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gabra3</a:t>
                </a:r>
              </a:p>
            </p:txBody>
          </p:sp>
          <p:sp>
            <p:nvSpPr>
              <p:cNvPr id="4738" name="TextBox 4737">
                <a:extLst>
                  <a:ext uri="{FF2B5EF4-FFF2-40B4-BE49-F238E27FC236}">
                    <a16:creationId xmlns:a16="http://schemas.microsoft.com/office/drawing/2014/main" id="{0B82517A-0670-7B2B-68F8-D4A882002E16}"/>
                  </a:ext>
                </a:extLst>
              </p:cNvPr>
              <p:cNvSpPr txBox="1"/>
              <p:nvPr/>
            </p:nvSpPr>
            <p:spPr>
              <a:xfrm rot="16200000">
                <a:off x="3610721" y="5528795"/>
                <a:ext cx="53642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stxbp6</a:t>
                </a:r>
              </a:p>
            </p:txBody>
          </p:sp>
          <p:sp>
            <p:nvSpPr>
              <p:cNvPr id="4739" name="TextBox 4738">
                <a:extLst>
                  <a:ext uri="{FF2B5EF4-FFF2-40B4-BE49-F238E27FC236}">
                    <a16:creationId xmlns:a16="http://schemas.microsoft.com/office/drawing/2014/main" id="{FF8D79B4-155C-F29F-B9F6-2AF49716C4CB}"/>
                  </a:ext>
                </a:extLst>
              </p:cNvPr>
              <p:cNvSpPr txBox="1"/>
              <p:nvPr/>
            </p:nvSpPr>
            <p:spPr>
              <a:xfrm rot="16200000">
                <a:off x="3829311" y="5416585"/>
                <a:ext cx="310794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ell</a:t>
                </a:r>
              </a:p>
            </p:txBody>
          </p:sp>
          <p:sp>
            <p:nvSpPr>
              <p:cNvPr id="4740" name="TextBox 4739">
                <a:extLst>
                  <a:ext uri="{FF2B5EF4-FFF2-40B4-BE49-F238E27FC236}">
                    <a16:creationId xmlns:a16="http://schemas.microsoft.com/office/drawing/2014/main" id="{06C8E862-FD2E-395A-0874-1BA9B144C93D}"/>
                  </a:ext>
                </a:extLst>
              </p:cNvPr>
              <p:cNvSpPr txBox="1"/>
              <p:nvPr/>
            </p:nvSpPr>
            <p:spPr>
              <a:xfrm rot="16200000">
                <a:off x="3860682" y="5490322"/>
                <a:ext cx="46008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nmbr</a:t>
                </a:r>
              </a:p>
            </p:txBody>
          </p:sp>
          <p:sp>
            <p:nvSpPr>
              <p:cNvPr id="4741" name="TextBox 4740">
                <a:extLst>
                  <a:ext uri="{FF2B5EF4-FFF2-40B4-BE49-F238E27FC236}">
                    <a16:creationId xmlns:a16="http://schemas.microsoft.com/office/drawing/2014/main" id="{32F745F6-9E78-43B3-DEA2-56CA58A3DA93}"/>
                  </a:ext>
                </a:extLst>
              </p:cNvPr>
              <p:cNvSpPr txBox="1"/>
              <p:nvPr/>
            </p:nvSpPr>
            <p:spPr>
              <a:xfrm rot="16200000">
                <a:off x="3953738" y="5503147"/>
                <a:ext cx="4855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npy7r</a:t>
                </a:r>
              </a:p>
            </p:txBody>
          </p:sp>
          <p:sp>
            <p:nvSpPr>
              <p:cNvPr id="4742" name="TextBox 4741">
                <a:extLst>
                  <a:ext uri="{FF2B5EF4-FFF2-40B4-BE49-F238E27FC236}">
                    <a16:creationId xmlns:a16="http://schemas.microsoft.com/office/drawing/2014/main" id="{533AE768-F3BE-CC9D-E22A-455C3E5E27F6}"/>
                  </a:ext>
                </a:extLst>
              </p:cNvPr>
              <p:cNvSpPr txBox="1"/>
              <p:nvPr/>
            </p:nvSpPr>
            <p:spPr>
              <a:xfrm rot="16200000">
                <a:off x="3899438" y="5663446"/>
                <a:ext cx="80616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slc25a1-like</a:t>
                </a:r>
              </a:p>
            </p:txBody>
          </p:sp>
          <p:sp>
            <p:nvSpPr>
              <p:cNvPr id="4743" name="TextBox 4742">
                <a:extLst>
                  <a:ext uri="{FF2B5EF4-FFF2-40B4-BE49-F238E27FC236}">
                    <a16:creationId xmlns:a16="http://schemas.microsoft.com/office/drawing/2014/main" id="{8A0F214E-DA03-6DB9-352C-C566C78C65FA}"/>
                  </a:ext>
                </a:extLst>
              </p:cNvPr>
              <p:cNvSpPr txBox="1"/>
              <p:nvPr/>
            </p:nvSpPr>
            <p:spPr>
              <a:xfrm rot="16200000">
                <a:off x="4034047" y="5634593"/>
                <a:ext cx="74848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myo1c-like</a:t>
                </a:r>
              </a:p>
            </p:txBody>
          </p:sp>
          <p:sp>
            <p:nvSpPr>
              <p:cNvPr id="4744" name="TextBox 4743">
                <a:extLst>
                  <a:ext uri="{FF2B5EF4-FFF2-40B4-BE49-F238E27FC236}">
                    <a16:creationId xmlns:a16="http://schemas.microsoft.com/office/drawing/2014/main" id="{9725ADF3-2455-5C34-60CC-E63C4C5FB69B}"/>
                  </a:ext>
                </a:extLst>
              </p:cNvPr>
              <p:cNvSpPr txBox="1"/>
              <p:nvPr/>
            </p:nvSpPr>
            <p:spPr>
              <a:xfrm rot="16200000">
                <a:off x="4239068" y="5535206"/>
                <a:ext cx="54999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nudt4a</a:t>
                </a:r>
              </a:p>
            </p:txBody>
          </p:sp>
          <p:sp>
            <p:nvSpPr>
              <p:cNvPr id="4745" name="TextBox 4744">
                <a:extLst>
                  <a:ext uri="{FF2B5EF4-FFF2-40B4-BE49-F238E27FC236}">
                    <a16:creationId xmlns:a16="http://schemas.microsoft.com/office/drawing/2014/main" id="{039B67BE-AB52-0BD7-53E4-F133E92A2A66}"/>
                  </a:ext>
                </a:extLst>
              </p:cNvPr>
              <p:cNvSpPr txBox="1"/>
              <p:nvPr/>
            </p:nvSpPr>
            <p:spPr>
              <a:xfrm rot="16200000">
                <a:off x="4261965" y="5618563"/>
                <a:ext cx="71624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kcnd3-like</a:t>
                </a:r>
              </a:p>
            </p:txBody>
          </p:sp>
          <p:sp>
            <p:nvSpPr>
              <p:cNvPr id="4746" name="TextBox 4745">
                <a:extLst>
                  <a:ext uri="{FF2B5EF4-FFF2-40B4-BE49-F238E27FC236}">
                    <a16:creationId xmlns:a16="http://schemas.microsoft.com/office/drawing/2014/main" id="{971CC038-CB13-F78D-5EF0-B47AD5007F67}"/>
                  </a:ext>
                </a:extLst>
              </p:cNvPr>
              <p:cNvSpPr txBox="1"/>
              <p:nvPr/>
            </p:nvSpPr>
            <p:spPr>
              <a:xfrm rot="16200000">
                <a:off x="4502605" y="5483911"/>
                <a:ext cx="446511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bcan</a:t>
                </a:r>
              </a:p>
            </p:txBody>
          </p:sp>
          <p:sp>
            <p:nvSpPr>
              <p:cNvPr id="4747" name="TextBox 4746">
                <a:extLst>
                  <a:ext uri="{FF2B5EF4-FFF2-40B4-BE49-F238E27FC236}">
                    <a16:creationId xmlns:a16="http://schemas.microsoft.com/office/drawing/2014/main" id="{EA629DB5-C1BA-5FAB-AD66-7DEDD0C9E1F9}"/>
                  </a:ext>
                </a:extLst>
              </p:cNvPr>
              <p:cNvSpPr txBox="1"/>
              <p:nvPr/>
            </p:nvSpPr>
            <p:spPr>
              <a:xfrm rot="16200000">
                <a:off x="4502596" y="5589709"/>
                <a:ext cx="65856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ca10-like</a:t>
                </a:r>
              </a:p>
            </p:txBody>
          </p:sp>
          <p:sp>
            <p:nvSpPr>
              <p:cNvPr id="4748" name="TextBox 4747">
                <a:extLst>
                  <a:ext uri="{FF2B5EF4-FFF2-40B4-BE49-F238E27FC236}">
                    <a16:creationId xmlns:a16="http://schemas.microsoft.com/office/drawing/2014/main" id="{C88B8D79-F34E-4CF5-ED9B-911582B498F3}"/>
                  </a:ext>
                </a:extLst>
              </p:cNvPr>
              <p:cNvSpPr txBox="1"/>
              <p:nvPr/>
            </p:nvSpPr>
            <p:spPr>
              <a:xfrm rot="16200000">
                <a:off x="4678770" y="5519177"/>
                <a:ext cx="51776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tacr3a</a:t>
                </a:r>
              </a:p>
            </p:txBody>
          </p:sp>
          <p:sp>
            <p:nvSpPr>
              <p:cNvPr id="4749" name="TextBox 4748">
                <a:extLst>
                  <a:ext uri="{FF2B5EF4-FFF2-40B4-BE49-F238E27FC236}">
                    <a16:creationId xmlns:a16="http://schemas.microsoft.com/office/drawing/2014/main" id="{74D9A268-3373-5A46-BAB1-98F54827ABC8}"/>
                  </a:ext>
                </a:extLst>
              </p:cNvPr>
              <p:cNvSpPr txBox="1"/>
              <p:nvPr/>
            </p:nvSpPr>
            <p:spPr>
              <a:xfrm rot="16200000">
                <a:off x="4617442" y="5685889"/>
                <a:ext cx="85196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cntnap4-like </a:t>
                </a:r>
              </a:p>
            </p:txBody>
          </p:sp>
          <p:sp>
            <p:nvSpPr>
              <p:cNvPr id="4750" name="TextBox 4749">
                <a:extLst>
                  <a:ext uri="{FF2B5EF4-FFF2-40B4-BE49-F238E27FC236}">
                    <a16:creationId xmlns:a16="http://schemas.microsoft.com/office/drawing/2014/main" id="{90667E9D-37DF-31C4-6335-23F81EFBC2C6}"/>
                  </a:ext>
                </a:extLst>
              </p:cNvPr>
              <p:cNvSpPr txBox="1"/>
              <p:nvPr/>
            </p:nvSpPr>
            <p:spPr>
              <a:xfrm rot="16200000">
                <a:off x="4893957" y="5515970"/>
                <a:ext cx="510977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nova2</a:t>
                </a:r>
              </a:p>
            </p:txBody>
          </p:sp>
          <p:sp>
            <p:nvSpPr>
              <p:cNvPr id="4751" name="TextBox 4750">
                <a:extLst>
                  <a:ext uri="{FF2B5EF4-FFF2-40B4-BE49-F238E27FC236}">
                    <a16:creationId xmlns:a16="http://schemas.microsoft.com/office/drawing/2014/main" id="{2ED2CD06-444D-17B6-CFB5-B17B44EC250C}"/>
                  </a:ext>
                </a:extLst>
              </p:cNvPr>
              <p:cNvSpPr txBox="1"/>
              <p:nvPr/>
            </p:nvSpPr>
            <p:spPr>
              <a:xfrm rot="16200000">
                <a:off x="4935266" y="5580091"/>
                <a:ext cx="639908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pcdh10b</a:t>
                </a:r>
              </a:p>
            </p:txBody>
          </p:sp>
          <p:sp>
            <p:nvSpPr>
              <p:cNvPr id="4752" name="TextBox 4751">
                <a:extLst>
                  <a:ext uri="{FF2B5EF4-FFF2-40B4-BE49-F238E27FC236}">
                    <a16:creationId xmlns:a16="http://schemas.microsoft.com/office/drawing/2014/main" id="{282306EA-83F1-2499-91F1-AFAF7963154C}"/>
                  </a:ext>
                </a:extLst>
              </p:cNvPr>
              <p:cNvSpPr txBox="1"/>
              <p:nvPr/>
            </p:nvSpPr>
            <p:spPr>
              <a:xfrm rot="16200000">
                <a:off x="4854674" y="5766039"/>
                <a:ext cx="1013130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LOC118470193</a:t>
                </a:r>
              </a:p>
            </p:txBody>
          </p:sp>
          <p:sp>
            <p:nvSpPr>
              <p:cNvPr id="4753" name="TextBox 4752">
                <a:extLst>
                  <a:ext uri="{FF2B5EF4-FFF2-40B4-BE49-F238E27FC236}">
                    <a16:creationId xmlns:a16="http://schemas.microsoft.com/office/drawing/2014/main" id="{9AD606EE-B131-DDF1-A05E-5E4588223A1D}"/>
                  </a:ext>
                </a:extLst>
              </p:cNvPr>
              <p:cNvSpPr txBox="1"/>
              <p:nvPr/>
            </p:nvSpPr>
            <p:spPr>
              <a:xfrm rot="16200000">
                <a:off x="5236972" y="5490322"/>
                <a:ext cx="460083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85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gfra3</a:t>
                </a:r>
              </a:p>
            </p:txBody>
          </p:sp>
        </p:grpSp>
        <p:grpSp>
          <p:nvGrpSpPr>
            <p:cNvPr id="4427" name="Group 4426">
              <a:extLst>
                <a:ext uri="{FF2B5EF4-FFF2-40B4-BE49-F238E27FC236}">
                  <a16:creationId xmlns:a16="http://schemas.microsoft.com/office/drawing/2014/main" id="{AF243B83-8CFF-5DCA-D707-E81C2EA95AA6}"/>
                </a:ext>
              </a:extLst>
            </p:cNvPr>
            <p:cNvGrpSpPr/>
            <p:nvPr/>
          </p:nvGrpSpPr>
          <p:grpSpPr>
            <a:xfrm>
              <a:off x="743582" y="5252646"/>
              <a:ext cx="4592091" cy="266868"/>
              <a:chOff x="1084657" y="5860116"/>
              <a:chExt cx="4859832" cy="282428"/>
            </a:xfrm>
          </p:grpSpPr>
          <p:sp>
            <p:nvSpPr>
              <p:cNvPr id="4428" name="TextBox 4427">
                <a:extLst>
                  <a:ext uri="{FF2B5EF4-FFF2-40B4-BE49-F238E27FC236}">
                    <a16:creationId xmlns:a16="http://schemas.microsoft.com/office/drawing/2014/main" id="{CEA2A4A4-8371-9400-6641-4A1BE4BF9916}"/>
                  </a:ext>
                </a:extLst>
              </p:cNvPr>
              <p:cNvSpPr txBox="1"/>
              <p:nvPr/>
            </p:nvSpPr>
            <p:spPr>
              <a:xfrm>
                <a:off x="5706049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29" name="TextBox 4428">
                <a:extLst>
                  <a:ext uri="{FF2B5EF4-FFF2-40B4-BE49-F238E27FC236}">
                    <a16:creationId xmlns:a16="http://schemas.microsoft.com/office/drawing/2014/main" id="{DEB2A337-2E4E-7F20-7FBC-1E10B8F2C95C}"/>
                  </a:ext>
                </a:extLst>
              </p:cNvPr>
              <p:cNvSpPr txBox="1"/>
              <p:nvPr/>
            </p:nvSpPr>
            <p:spPr>
              <a:xfrm>
                <a:off x="5180986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0" name="TextBox 4429">
                <a:extLst>
                  <a:ext uri="{FF2B5EF4-FFF2-40B4-BE49-F238E27FC236}">
                    <a16:creationId xmlns:a16="http://schemas.microsoft.com/office/drawing/2014/main" id="{30D11E51-6C29-D2AB-B33E-396BBACFEDB2}"/>
                  </a:ext>
                </a:extLst>
              </p:cNvPr>
              <p:cNvSpPr txBox="1"/>
              <p:nvPr/>
            </p:nvSpPr>
            <p:spPr>
              <a:xfrm>
                <a:off x="2003586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1" name="TextBox 4430">
                <a:extLst>
                  <a:ext uri="{FF2B5EF4-FFF2-40B4-BE49-F238E27FC236}">
                    <a16:creationId xmlns:a16="http://schemas.microsoft.com/office/drawing/2014/main" id="{102ABC88-B31E-26A3-885C-D1D2ACE6E7DF}"/>
                  </a:ext>
                </a:extLst>
              </p:cNvPr>
              <p:cNvSpPr txBox="1"/>
              <p:nvPr/>
            </p:nvSpPr>
            <p:spPr>
              <a:xfrm>
                <a:off x="1256883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2" name="TextBox 4431">
                <a:extLst>
                  <a:ext uri="{FF2B5EF4-FFF2-40B4-BE49-F238E27FC236}">
                    <a16:creationId xmlns:a16="http://schemas.microsoft.com/office/drawing/2014/main" id="{20FDE9D1-D6DA-D316-76F2-AB28E4A1CAF0}"/>
                  </a:ext>
                </a:extLst>
              </p:cNvPr>
              <p:cNvSpPr txBox="1"/>
              <p:nvPr/>
            </p:nvSpPr>
            <p:spPr>
              <a:xfrm>
                <a:off x="2318859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3" name="TextBox 4432">
                <a:extLst>
                  <a:ext uri="{FF2B5EF4-FFF2-40B4-BE49-F238E27FC236}">
                    <a16:creationId xmlns:a16="http://schemas.microsoft.com/office/drawing/2014/main" id="{BFBB15F3-28C4-863A-179E-AAC3AD17FA2E}"/>
                  </a:ext>
                </a:extLst>
              </p:cNvPr>
              <p:cNvSpPr txBox="1"/>
              <p:nvPr/>
            </p:nvSpPr>
            <p:spPr>
              <a:xfrm>
                <a:off x="5494217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4" name="TextBox 4433">
                <a:extLst>
                  <a:ext uri="{FF2B5EF4-FFF2-40B4-BE49-F238E27FC236}">
                    <a16:creationId xmlns:a16="http://schemas.microsoft.com/office/drawing/2014/main" id="{DF8B3699-7A75-CC50-19E5-716340E11B4B}"/>
                  </a:ext>
                </a:extLst>
              </p:cNvPr>
              <p:cNvSpPr txBox="1"/>
              <p:nvPr/>
            </p:nvSpPr>
            <p:spPr>
              <a:xfrm>
                <a:off x="1790311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134" dirty="0"/>
              </a:p>
            </p:txBody>
          </p:sp>
          <p:sp>
            <p:nvSpPr>
              <p:cNvPr id="4435" name="TextBox 4434">
                <a:extLst>
                  <a:ext uri="{FF2B5EF4-FFF2-40B4-BE49-F238E27FC236}">
                    <a16:creationId xmlns:a16="http://schemas.microsoft.com/office/drawing/2014/main" id="{204A1BD6-08FC-1567-58A8-501FAF9B454D}"/>
                  </a:ext>
                </a:extLst>
              </p:cNvPr>
              <p:cNvSpPr txBox="1"/>
              <p:nvPr/>
            </p:nvSpPr>
            <p:spPr>
              <a:xfrm>
                <a:off x="5419225" y="5860116"/>
                <a:ext cx="177719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 dirty="0"/>
              </a:p>
            </p:txBody>
          </p:sp>
          <p:sp>
            <p:nvSpPr>
              <p:cNvPr id="4436" name="TextBox 4435">
                <a:extLst>
                  <a:ext uri="{FF2B5EF4-FFF2-40B4-BE49-F238E27FC236}">
                    <a16:creationId xmlns:a16="http://schemas.microsoft.com/office/drawing/2014/main" id="{3EB0B8BF-223B-2D3D-8164-25990AE6C1E8}"/>
                  </a:ext>
                </a:extLst>
              </p:cNvPr>
              <p:cNvSpPr txBox="1"/>
              <p:nvPr/>
            </p:nvSpPr>
            <p:spPr>
              <a:xfrm>
                <a:off x="4676511" y="5860116"/>
                <a:ext cx="177719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/>
              </a:p>
            </p:txBody>
          </p:sp>
          <p:sp>
            <p:nvSpPr>
              <p:cNvPr id="4437" name="TextBox 4436">
                <a:extLst>
                  <a:ext uri="{FF2B5EF4-FFF2-40B4-BE49-F238E27FC236}">
                    <a16:creationId xmlns:a16="http://schemas.microsoft.com/office/drawing/2014/main" id="{0DE9D261-54CF-E162-7895-523FC349718E}"/>
                  </a:ext>
                </a:extLst>
              </p:cNvPr>
              <p:cNvSpPr txBox="1"/>
              <p:nvPr/>
            </p:nvSpPr>
            <p:spPr>
              <a:xfrm>
                <a:off x="3191216" y="5860116"/>
                <a:ext cx="177719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/>
              </a:p>
            </p:txBody>
          </p:sp>
          <p:sp>
            <p:nvSpPr>
              <p:cNvPr id="4438" name="TextBox 4437">
                <a:extLst>
                  <a:ext uri="{FF2B5EF4-FFF2-40B4-BE49-F238E27FC236}">
                    <a16:creationId xmlns:a16="http://schemas.microsoft.com/office/drawing/2014/main" id="{1F749345-0C44-91DE-12EA-A4E8470488F6}"/>
                  </a:ext>
                </a:extLst>
              </p:cNvPr>
              <p:cNvSpPr txBox="1"/>
              <p:nvPr/>
            </p:nvSpPr>
            <p:spPr>
              <a:xfrm>
                <a:off x="1084657" y="5860116"/>
                <a:ext cx="177719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 dirty="0"/>
              </a:p>
            </p:txBody>
          </p:sp>
          <p:sp>
            <p:nvSpPr>
              <p:cNvPr id="4439" name="TextBox 4438">
                <a:extLst>
                  <a:ext uri="{FF2B5EF4-FFF2-40B4-BE49-F238E27FC236}">
                    <a16:creationId xmlns:a16="http://schemas.microsoft.com/office/drawing/2014/main" id="{3B1CB0B2-F612-609F-AE58-E8869626D594}"/>
                  </a:ext>
                </a:extLst>
              </p:cNvPr>
              <p:cNvSpPr txBox="1"/>
              <p:nvPr/>
            </p:nvSpPr>
            <p:spPr>
              <a:xfrm>
                <a:off x="2986477" y="5860116"/>
                <a:ext cx="177719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 dirty="0"/>
              </a:p>
            </p:txBody>
          </p:sp>
          <p:sp>
            <p:nvSpPr>
              <p:cNvPr id="4445" name="TextBox 4444">
                <a:extLst>
                  <a:ext uri="{FF2B5EF4-FFF2-40B4-BE49-F238E27FC236}">
                    <a16:creationId xmlns:a16="http://schemas.microsoft.com/office/drawing/2014/main" id="{6D9B9D33-2143-A2DF-C3DA-BA332D62E641}"/>
                  </a:ext>
                </a:extLst>
              </p:cNvPr>
              <p:cNvSpPr txBox="1"/>
              <p:nvPr/>
            </p:nvSpPr>
            <p:spPr>
              <a:xfrm>
                <a:off x="4541187" y="5860116"/>
                <a:ext cx="238440" cy="282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34" dirty="0">
                    <a:solidFill>
                      <a:srgbClr val="202122"/>
                    </a:solidFill>
                    <a:latin typeface="Arial" panose="020B0604020202020204" pitchFamily="34" charset="0"/>
                  </a:rPr>
                  <a:t>§</a:t>
                </a:r>
                <a:endParaRPr lang="en-US" sz="1134" dirty="0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C3DCA2E-CF4C-5790-75DD-2D32FA2776D2}"/>
                </a:ext>
              </a:extLst>
            </p:cNvPr>
            <p:cNvGrpSpPr/>
            <p:nvPr/>
          </p:nvGrpSpPr>
          <p:grpSpPr>
            <a:xfrm>
              <a:off x="5370158" y="3902376"/>
              <a:ext cx="1442313" cy="2222706"/>
              <a:chOff x="5658404" y="4405630"/>
              <a:chExt cx="1526407" cy="2352300"/>
            </a:xfrm>
          </p:grpSpPr>
          <p:sp>
            <p:nvSpPr>
              <p:cNvPr id="6249" name="TextBox 6248">
                <a:extLst>
                  <a:ext uri="{FF2B5EF4-FFF2-40B4-BE49-F238E27FC236}">
                    <a16:creationId xmlns:a16="http://schemas.microsoft.com/office/drawing/2014/main" id="{200F8DC3-EFDC-FF4E-27E8-7E8BD12E47FF}"/>
                  </a:ext>
                </a:extLst>
              </p:cNvPr>
              <p:cNvSpPr txBox="1"/>
              <p:nvPr/>
            </p:nvSpPr>
            <p:spPr>
              <a:xfrm>
                <a:off x="5985216" y="4588728"/>
                <a:ext cx="1199595" cy="374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Early 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Up</a:t>
                </a:r>
              </a:p>
            </p:txBody>
          </p:sp>
          <p:sp>
            <p:nvSpPr>
              <p:cNvPr id="6251" name="Freeform 4552">
                <a:extLst>
                  <a:ext uri="{FF2B5EF4-FFF2-40B4-BE49-F238E27FC236}">
                    <a16:creationId xmlns:a16="http://schemas.microsoft.com/office/drawing/2014/main" id="{67FBE20D-4B64-1B40-8993-76D2B4094CA7}"/>
                  </a:ext>
                </a:extLst>
              </p:cNvPr>
              <p:cNvSpPr/>
              <p:nvPr/>
            </p:nvSpPr>
            <p:spPr>
              <a:xfrm>
                <a:off x="5867521" y="4673548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2" name="Freeform 4553">
                <a:extLst>
                  <a:ext uri="{FF2B5EF4-FFF2-40B4-BE49-F238E27FC236}">
                    <a16:creationId xmlns:a16="http://schemas.microsoft.com/office/drawing/2014/main" id="{65DAD099-E8D0-14D5-14FC-8E2E1EA892CA}"/>
                  </a:ext>
                </a:extLst>
              </p:cNvPr>
              <p:cNvSpPr/>
              <p:nvPr/>
            </p:nvSpPr>
            <p:spPr>
              <a:xfrm>
                <a:off x="5867521" y="4972154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7BA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3" name="Freeform 4554">
                <a:extLst>
                  <a:ext uri="{FF2B5EF4-FFF2-40B4-BE49-F238E27FC236}">
                    <a16:creationId xmlns:a16="http://schemas.microsoft.com/office/drawing/2014/main" id="{57239C8C-1B7D-4E6B-C8E9-4E4DEDE5F1E2}"/>
                  </a:ext>
                </a:extLst>
              </p:cNvPr>
              <p:cNvSpPr/>
              <p:nvPr/>
            </p:nvSpPr>
            <p:spPr>
              <a:xfrm>
                <a:off x="5867521" y="5270760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4EB26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4" name="Freeform 4555">
                <a:extLst>
                  <a:ext uri="{FF2B5EF4-FFF2-40B4-BE49-F238E27FC236}">
                    <a16:creationId xmlns:a16="http://schemas.microsoft.com/office/drawing/2014/main" id="{A54EE060-8599-C5FC-90EB-E38E75EB7D2F}"/>
                  </a:ext>
                </a:extLst>
              </p:cNvPr>
              <p:cNvSpPr/>
              <p:nvPr/>
            </p:nvSpPr>
            <p:spPr>
              <a:xfrm>
                <a:off x="5867521" y="5569366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CAE0A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5" name="Freeform 4556">
                <a:extLst>
                  <a:ext uri="{FF2B5EF4-FFF2-40B4-BE49-F238E27FC236}">
                    <a16:creationId xmlns:a16="http://schemas.microsoft.com/office/drawing/2014/main" id="{30844383-644A-3FD8-4E33-F5CF61FE4D2C}"/>
                  </a:ext>
                </a:extLst>
              </p:cNvPr>
              <p:cNvSpPr/>
              <p:nvPr/>
            </p:nvSpPr>
            <p:spPr>
              <a:xfrm>
                <a:off x="5867521" y="5867972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F7F05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6" name="Freeform 4557">
                <a:extLst>
                  <a:ext uri="{FF2B5EF4-FFF2-40B4-BE49-F238E27FC236}">
                    <a16:creationId xmlns:a16="http://schemas.microsoft.com/office/drawing/2014/main" id="{27E1C5CD-E17B-0D42-522C-B357B36F99C2}"/>
                  </a:ext>
                </a:extLst>
              </p:cNvPr>
              <p:cNvSpPr/>
              <p:nvPr/>
            </p:nvSpPr>
            <p:spPr>
              <a:xfrm>
                <a:off x="5867521" y="6166579"/>
                <a:ext cx="181990" cy="179282"/>
              </a:xfrm>
              <a:custGeom>
                <a:avLst/>
                <a:gdLst>
                  <a:gd name="csX0" fmla="*/ 0 w 181990"/>
                  <a:gd name="csY0" fmla="*/ 0 h 181326"/>
                  <a:gd name="csX1" fmla="*/ 181991 w 181990"/>
                  <a:gd name="csY1" fmla="*/ 0 h 181326"/>
                  <a:gd name="csX2" fmla="*/ 181991 w 181990"/>
                  <a:gd name="csY2" fmla="*/ 181327 h 181326"/>
                  <a:gd name="csX3" fmla="*/ 0 w 181990"/>
                  <a:gd name="csY3" fmla="*/ 181327 h 181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1990" h="181326">
                    <a:moveTo>
                      <a:pt x="0" y="0"/>
                    </a:moveTo>
                    <a:lnTo>
                      <a:pt x="181991" y="0"/>
                    </a:lnTo>
                    <a:lnTo>
                      <a:pt x="181991" y="181327"/>
                    </a:lnTo>
                    <a:lnTo>
                      <a:pt x="0" y="181327"/>
                    </a:lnTo>
                    <a:close/>
                  </a:path>
                </a:pathLst>
              </a:cu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6257" name="TextBox 6256">
                <a:extLst>
                  <a:ext uri="{FF2B5EF4-FFF2-40B4-BE49-F238E27FC236}">
                    <a16:creationId xmlns:a16="http://schemas.microsoft.com/office/drawing/2014/main" id="{FE170741-B20F-1B8E-80DB-F258FAA34420}"/>
                  </a:ext>
                </a:extLst>
              </p:cNvPr>
              <p:cNvSpPr txBox="1"/>
              <p:nvPr/>
            </p:nvSpPr>
            <p:spPr>
              <a:xfrm>
                <a:off x="5985216" y="4895234"/>
                <a:ext cx="831739" cy="374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Transiently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Up</a:t>
                </a:r>
              </a:p>
            </p:txBody>
          </p:sp>
          <p:sp>
            <p:nvSpPr>
              <p:cNvPr id="6258" name="TextBox 6257">
                <a:extLst>
                  <a:ext uri="{FF2B5EF4-FFF2-40B4-BE49-F238E27FC236}">
                    <a16:creationId xmlns:a16="http://schemas.microsoft.com/office/drawing/2014/main" id="{2C22CF28-23B9-B9D5-0719-E6195A0FDF3D}"/>
                  </a:ext>
                </a:extLst>
              </p:cNvPr>
              <p:cNvSpPr txBox="1"/>
              <p:nvPr/>
            </p:nvSpPr>
            <p:spPr>
              <a:xfrm>
                <a:off x="5985216" y="5209259"/>
                <a:ext cx="490617" cy="3745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Late 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Down</a:t>
                </a:r>
              </a:p>
            </p:txBody>
          </p:sp>
          <p:sp>
            <p:nvSpPr>
              <p:cNvPr id="6259" name="TextBox 6258">
                <a:extLst>
                  <a:ext uri="{FF2B5EF4-FFF2-40B4-BE49-F238E27FC236}">
                    <a16:creationId xmlns:a16="http://schemas.microsoft.com/office/drawing/2014/main" id="{1D451D78-6A69-AA67-5849-66C25FDE96EC}"/>
                  </a:ext>
                </a:extLst>
              </p:cNvPr>
              <p:cNvSpPr txBox="1"/>
              <p:nvPr/>
            </p:nvSpPr>
            <p:spPr>
              <a:xfrm>
                <a:off x="5985216" y="5470836"/>
                <a:ext cx="453295" cy="3745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Late 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Up</a:t>
                </a:r>
              </a:p>
            </p:txBody>
          </p:sp>
          <p:sp>
            <p:nvSpPr>
              <p:cNvPr id="6260" name="TextBox 6259">
                <a:extLst>
                  <a:ext uri="{FF2B5EF4-FFF2-40B4-BE49-F238E27FC236}">
                    <a16:creationId xmlns:a16="http://schemas.microsoft.com/office/drawing/2014/main" id="{0BDCD9D7-AB52-DE1A-ABAB-6801B9E66E6C}"/>
                  </a:ext>
                </a:extLst>
              </p:cNvPr>
              <p:cNvSpPr txBox="1"/>
              <p:nvPr/>
            </p:nvSpPr>
            <p:spPr>
              <a:xfrm>
                <a:off x="5985216" y="5761131"/>
                <a:ext cx="490617" cy="3745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Early 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Down</a:t>
                </a:r>
              </a:p>
            </p:txBody>
          </p:sp>
          <p:sp>
            <p:nvSpPr>
              <p:cNvPr id="6261" name="TextBox 6260">
                <a:extLst>
                  <a:ext uri="{FF2B5EF4-FFF2-40B4-BE49-F238E27FC236}">
                    <a16:creationId xmlns:a16="http://schemas.microsoft.com/office/drawing/2014/main" id="{4199F3A6-E105-89AC-2FF2-82F8EBCC438F}"/>
                  </a:ext>
                </a:extLst>
              </p:cNvPr>
              <p:cNvSpPr txBox="1"/>
              <p:nvPr/>
            </p:nvSpPr>
            <p:spPr>
              <a:xfrm>
                <a:off x="5985216" y="6071554"/>
                <a:ext cx="794285" cy="3745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Transiently </a:t>
                </a:r>
              </a:p>
              <a:p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Down</a:t>
                </a:r>
              </a:p>
            </p:txBody>
          </p:sp>
          <p:sp>
            <p:nvSpPr>
              <p:cNvPr id="6263" name="TextBox 6262">
                <a:extLst>
                  <a:ext uri="{FF2B5EF4-FFF2-40B4-BE49-F238E27FC236}">
                    <a16:creationId xmlns:a16="http://schemas.microsoft.com/office/drawing/2014/main" id="{FFF4F67D-640B-4098-06D8-45B7A2B82766}"/>
                  </a:ext>
                </a:extLst>
              </p:cNvPr>
              <p:cNvSpPr txBox="1"/>
              <p:nvPr/>
            </p:nvSpPr>
            <p:spPr>
              <a:xfrm>
                <a:off x="5658404" y="4405630"/>
                <a:ext cx="1199596" cy="259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92" b="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Classification</a:t>
                </a:r>
                <a:endParaRPr lang="en-US" sz="756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6760" name="Rectangle 6759">
                <a:extLst>
                  <a:ext uri="{FF2B5EF4-FFF2-40B4-BE49-F238E27FC236}">
                    <a16:creationId xmlns:a16="http://schemas.microsoft.com/office/drawing/2014/main" id="{0B855B54-EA51-E240-255C-3A5BC63B83A7}"/>
                  </a:ext>
                </a:extLst>
              </p:cNvPr>
              <p:cNvSpPr/>
              <p:nvPr/>
            </p:nvSpPr>
            <p:spPr>
              <a:xfrm>
                <a:off x="5870032" y="6477022"/>
                <a:ext cx="181648" cy="181991"/>
              </a:xfrm>
              <a:prstGeom prst="rect">
                <a:avLst/>
              </a:prstGeom>
              <a:solidFill>
                <a:srgbClr val="42150A"/>
              </a:solidFill>
              <a:ln w="9507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6762" name="TextBox 6761">
                <a:extLst>
                  <a:ext uri="{FF2B5EF4-FFF2-40B4-BE49-F238E27FC236}">
                    <a16:creationId xmlns:a16="http://schemas.microsoft.com/office/drawing/2014/main" id="{D340970A-4043-AF5C-6954-4A6763B460AA}"/>
                  </a:ext>
                </a:extLst>
              </p:cNvPr>
              <p:cNvSpPr txBox="1"/>
              <p:nvPr/>
            </p:nvSpPr>
            <p:spPr>
              <a:xfrm>
                <a:off x="5985216" y="6383351"/>
                <a:ext cx="889288" cy="3745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Progressively</a:t>
                </a:r>
              </a:p>
              <a:p>
                <a:pPr algn="l"/>
                <a:r>
                  <a:rPr lang="en-US" sz="8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Up</a:t>
                </a:r>
              </a:p>
            </p:txBody>
          </p:sp>
        </p:grp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4E8CBC1-1187-CF0E-8349-84383BD3FF05}"/>
                </a:ext>
              </a:extLst>
            </p:cNvPr>
            <p:cNvSpPr txBox="1"/>
            <p:nvPr/>
          </p:nvSpPr>
          <p:spPr>
            <a:xfrm>
              <a:off x="2125794" y="5252644"/>
              <a:ext cx="225304" cy="2668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34" dirty="0">
                  <a:solidFill>
                    <a:srgbClr val="202122"/>
                  </a:solidFill>
                  <a:latin typeface="Arial" panose="020B0604020202020204" pitchFamily="34" charset="0"/>
                </a:rPr>
                <a:t>†</a:t>
              </a:r>
              <a:endParaRPr lang="en-US" sz="1134" dirty="0"/>
            </a:p>
          </p:txBody>
        </p:sp>
      </p:grpSp>
      <p:sp>
        <p:nvSpPr>
          <p:cNvPr id="6880" name="TextBox 6879">
            <a:extLst>
              <a:ext uri="{FF2B5EF4-FFF2-40B4-BE49-F238E27FC236}">
                <a16:creationId xmlns:a16="http://schemas.microsoft.com/office/drawing/2014/main" id="{045828BE-C4C2-DF02-2EBB-5F0637071A93}"/>
              </a:ext>
            </a:extLst>
          </p:cNvPr>
          <p:cNvSpPr txBox="1"/>
          <p:nvPr/>
        </p:nvSpPr>
        <p:spPr>
          <a:xfrm>
            <a:off x="1778759" y="-2417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7036" name="TextBox 7035">
            <a:extLst>
              <a:ext uri="{FF2B5EF4-FFF2-40B4-BE49-F238E27FC236}">
                <a16:creationId xmlns:a16="http://schemas.microsoft.com/office/drawing/2014/main" id="{AC580733-B26A-4EF2-05EE-7EE747E865DF}"/>
              </a:ext>
            </a:extLst>
          </p:cNvPr>
          <p:cNvSpPr txBox="1"/>
          <p:nvPr/>
        </p:nvSpPr>
        <p:spPr>
          <a:xfrm>
            <a:off x="3202828" y="-24177"/>
            <a:ext cx="324127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7037" name="TextBox 7036">
            <a:extLst>
              <a:ext uri="{FF2B5EF4-FFF2-40B4-BE49-F238E27FC236}">
                <a16:creationId xmlns:a16="http://schemas.microsoft.com/office/drawing/2014/main" id="{7C10DA0B-EAE8-F175-DB73-BE198F58F827}"/>
              </a:ext>
            </a:extLst>
          </p:cNvPr>
          <p:cNvSpPr txBox="1"/>
          <p:nvPr/>
        </p:nvSpPr>
        <p:spPr>
          <a:xfrm>
            <a:off x="4937048" y="-2417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7039" name="TextBox 7038">
            <a:extLst>
              <a:ext uri="{FF2B5EF4-FFF2-40B4-BE49-F238E27FC236}">
                <a16:creationId xmlns:a16="http://schemas.microsoft.com/office/drawing/2014/main" id="{523A02BE-A0DF-0151-BD93-A0F80F653388}"/>
              </a:ext>
            </a:extLst>
          </p:cNvPr>
          <p:cNvSpPr txBox="1"/>
          <p:nvPr/>
        </p:nvSpPr>
        <p:spPr>
          <a:xfrm>
            <a:off x="13842" y="4421196"/>
            <a:ext cx="30328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5219" name="TextBox 5218">
            <a:extLst>
              <a:ext uri="{FF2B5EF4-FFF2-40B4-BE49-F238E27FC236}">
                <a16:creationId xmlns:a16="http://schemas.microsoft.com/office/drawing/2014/main" id="{618274BD-7E20-9165-53D5-37D862FEDDDE}"/>
              </a:ext>
            </a:extLst>
          </p:cNvPr>
          <p:cNvSpPr txBox="1"/>
          <p:nvPr/>
        </p:nvSpPr>
        <p:spPr>
          <a:xfrm>
            <a:off x="2620" y="2008581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grpSp>
        <p:nvGrpSpPr>
          <p:cNvPr id="501" name="Graphic 17">
            <a:extLst>
              <a:ext uri="{FF2B5EF4-FFF2-40B4-BE49-F238E27FC236}">
                <a16:creationId xmlns:a16="http://schemas.microsoft.com/office/drawing/2014/main" id="{1A69F694-895E-7FC9-06DC-DAB7BD95046E}"/>
              </a:ext>
            </a:extLst>
          </p:cNvPr>
          <p:cNvGrpSpPr/>
          <p:nvPr/>
        </p:nvGrpSpPr>
        <p:grpSpPr>
          <a:xfrm>
            <a:off x="3190441" y="4566"/>
            <a:ext cx="1839523" cy="1836670"/>
            <a:chOff x="7190651" y="2552812"/>
            <a:chExt cx="1839523" cy="1836670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08B39865-1701-6A00-832F-EB5722C97608}"/>
                </a:ext>
              </a:extLst>
            </p:cNvPr>
            <p:cNvSpPr/>
            <p:nvPr/>
          </p:nvSpPr>
          <p:spPr>
            <a:xfrm>
              <a:off x="7190651" y="2560682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250" name="Rectangle 6249">
              <a:extLst>
                <a:ext uri="{FF2B5EF4-FFF2-40B4-BE49-F238E27FC236}">
                  <a16:creationId xmlns:a16="http://schemas.microsoft.com/office/drawing/2014/main" id="{151B16C0-1EF1-3C94-6CA8-565D78839CDD}"/>
                </a:ext>
              </a:extLst>
            </p:cNvPr>
            <p:cNvSpPr/>
            <p:nvPr/>
          </p:nvSpPr>
          <p:spPr>
            <a:xfrm>
              <a:off x="7190651" y="2560682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6262" name="Graphic 17">
              <a:extLst>
                <a:ext uri="{FF2B5EF4-FFF2-40B4-BE49-F238E27FC236}">
                  <a16:creationId xmlns:a16="http://schemas.microsoft.com/office/drawing/2014/main" id="{B3AAD58B-E352-F363-5682-A0E1EAC297BC}"/>
                </a:ext>
              </a:extLst>
            </p:cNvPr>
            <p:cNvGrpSpPr/>
            <p:nvPr/>
          </p:nvGrpSpPr>
          <p:grpSpPr>
            <a:xfrm>
              <a:off x="7704493" y="2855068"/>
              <a:ext cx="1245489" cy="1134490"/>
              <a:chOff x="7704493" y="2855068"/>
              <a:chExt cx="1245489" cy="1134490"/>
            </a:xfrm>
          </p:grpSpPr>
          <p:sp>
            <p:nvSpPr>
              <p:cNvPr id="6264" name="Rectangle 6263">
                <a:extLst>
                  <a:ext uri="{FF2B5EF4-FFF2-40B4-BE49-F238E27FC236}">
                    <a16:creationId xmlns:a16="http://schemas.microsoft.com/office/drawing/2014/main" id="{2ED5636B-64BA-F0BE-FBC9-9545272051D0}"/>
                  </a:ext>
                </a:extLst>
              </p:cNvPr>
              <p:cNvSpPr/>
              <p:nvPr/>
            </p:nvSpPr>
            <p:spPr>
              <a:xfrm>
                <a:off x="7704493" y="2855068"/>
                <a:ext cx="124548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65" name="Freeform 6264">
                <a:extLst>
                  <a:ext uri="{FF2B5EF4-FFF2-40B4-BE49-F238E27FC236}">
                    <a16:creationId xmlns:a16="http://schemas.microsoft.com/office/drawing/2014/main" id="{8C4AEFF2-5769-ED1B-82A2-9094B60CCBD7}"/>
                  </a:ext>
                </a:extLst>
              </p:cNvPr>
              <p:cNvSpPr/>
              <p:nvPr/>
            </p:nvSpPr>
            <p:spPr>
              <a:xfrm>
                <a:off x="7848130" y="3570713"/>
                <a:ext cx="12700" cy="59435"/>
              </a:xfrm>
              <a:custGeom>
                <a:avLst/>
                <a:gdLst>
                  <a:gd name="csX0" fmla="*/ 0 w 12700"/>
                  <a:gd name="csY0" fmla="*/ 59436 h 59435"/>
                  <a:gd name="csX1" fmla="*/ 0 w 12700"/>
                  <a:gd name="csY1" fmla="*/ 0 h 594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9435">
                    <a:moveTo>
                      <a:pt x="0" y="59436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66" name="Freeform 6265">
                <a:extLst>
                  <a:ext uri="{FF2B5EF4-FFF2-40B4-BE49-F238E27FC236}">
                    <a16:creationId xmlns:a16="http://schemas.microsoft.com/office/drawing/2014/main" id="{39F2D53D-41B4-A1CA-8638-9F17CF987179}"/>
                  </a:ext>
                </a:extLst>
              </p:cNvPr>
              <p:cNvSpPr/>
              <p:nvPr/>
            </p:nvSpPr>
            <p:spPr>
              <a:xfrm>
                <a:off x="7848130" y="3793344"/>
                <a:ext cx="12700" cy="94868"/>
              </a:xfrm>
              <a:custGeom>
                <a:avLst/>
                <a:gdLst>
                  <a:gd name="csX0" fmla="*/ 0 w 12700"/>
                  <a:gd name="csY0" fmla="*/ 0 h 94868"/>
                  <a:gd name="csX1" fmla="*/ 0 w 12700"/>
                  <a:gd name="csY1" fmla="*/ 94869 h 948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4868">
                    <a:moveTo>
                      <a:pt x="0" y="0"/>
                    </a:moveTo>
                    <a:lnTo>
                      <a:pt x="0" y="94869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67" name="Freeform 6266">
                <a:extLst>
                  <a:ext uri="{FF2B5EF4-FFF2-40B4-BE49-F238E27FC236}">
                    <a16:creationId xmlns:a16="http://schemas.microsoft.com/office/drawing/2014/main" id="{6DDFB266-C70F-045E-BDF4-4DE63240DEB5}"/>
                  </a:ext>
                </a:extLst>
              </p:cNvPr>
              <p:cNvSpPr/>
              <p:nvPr/>
            </p:nvSpPr>
            <p:spPr>
              <a:xfrm>
                <a:off x="7776248" y="3630148"/>
                <a:ext cx="143763" cy="163194"/>
              </a:xfrm>
              <a:custGeom>
                <a:avLst/>
                <a:gdLst>
                  <a:gd name="csX0" fmla="*/ 0 w 143763"/>
                  <a:gd name="csY0" fmla="*/ 0 h 163194"/>
                  <a:gd name="csX1" fmla="*/ 0 w 143763"/>
                  <a:gd name="csY1" fmla="*/ 163195 h 163194"/>
                  <a:gd name="csX2" fmla="*/ 143764 w 143763"/>
                  <a:gd name="csY2" fmla="*/ 163195 h 163194"/>
                  <a:gd name="csX3" fmla="*/ 143764 w 143763"/>
                  <a:gd name="csY3" fmla="*/ 0 h 163194"/>
                  <a:gd name="csX4" fmla="*/ 0 w 143763"/>
                  <a:gd name="csY4" fmla="*/ 0 h 1631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63194">
                    <a:moveTo>
                      <a:pt x="0" y="0"/>
                    </a:moveTo>
                    <a:lnTo>
                      <a:pt x="0" y="163195"/>
                    </a:lnTo>
                    <a:lnTo>
                      <a:pt x="143764" y="163195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68" name="Freeform 6267">
                <a:extLst>
                  <a:ext uri="{FF2B5EF4-FFF2-40B4-BE49-F238E27FC236}">
                    <a16:creationId xmlns:a16="http://schemas.microsoft.com/office/drawing/2014/main" id="{CC78231F-3DCE-9C38-0673-4122048D0CD3}"/>
                  </a:ext>
                </a:extLst>
              </p:cNvPr>
              <p:cNvSpPr/>
              <p:nvPr/>
            </p:nvSpPr>
            <p:spPr>
              <a:xfrm>
                <a:off x="7776248" y="3707111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69" name="Freeform 6268">
                <a:extLst>
                  <a:ext uri="{FF2B5EF4-FFF2-40B4-BE49-F238E27FC236}">
                    <a16:creationId xmlns:a16="http://schemas.microsoft.com/office/drawing/2014/main" id="{A387F78A-0EFD-6777-F80C-BFB68CC3CE8F}"/>
                  </a:ext>
                </a:extLst>
              </p:cNvPr>
              <p:cNvSpPr/>
              <p:nvPr/>
            </p:nvSpPr>
            <p:spPr>
              <a:xfrm>
                <a:off x="8087652" y="3308839"/>
                <a:ext cx="12700" cy="104267"/>
              </a:xfrm>
              <a:custGeom>
                <a:avLst/>
                <a:gdLst>
                  <a:gd name="csX0" fmla="*/ 0 w 12700"/>
                  <a:gd name="csY0" fmla="*/ 104267 h 104267"/>
                  <a:gd name="csX1" fmla="*/ 0 w 12700"/>
                  <a:gd name="csY1" fmla="*/ 0 h 1042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4267">
                    <a:moveTo>
                      <a:pt x="0" y="104267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70" name="Freeform 6269">
                <a:extLst>
                  <a:ext uri="{FF2B5EF4-FFF2-40B4-BE49-F238E27FC236}">
                    <a16:creationId xmlns:a16="http://schemas.microsoft.com/office/drawing/2014/main" id="{2C98EB44-0C2A-BFA3-7BBB-E56867D97551}"/>
                  </a:ext>
                </a:extLst>
              </p:cNvPr>
              <p:cNvSpPr/>
              <p:nvPr/>
            </p:nvSpPr>
            <p:spPr>
              <a:xfrm>
                <a:off x="8087652" y="3521183"/>
                <a:ext cx="12700" cy="103505"/>
              </a:xfrm>
              <a:custGeom>
                <a:avLst/>
                <a:gdLst>
                  <a:gd name="csX0" fmla="*/ 0 w 12700"/>
                  <a:gd name="csY0" fmla="*/ 0 h 103505"/>
                  <a:gd name="csX1" fmla="*/ 0 w 12700"/>
                  <a:gd name="csY1" fmla="*/ 103505 h 1035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3505">
                    <a:moveTo>
                      <a:pt x="0" y="0"/>
                    </a:moveTo>
                    <a:lnTo>
                      <a:pt x="0" y="103505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271" name="Freeform 6270">
                <a:extLst>
                  <a:ext uri="{FF2B5EF4-FFF2-40B4-BE49-F238E27FC236}">
                    <a16:creationId xmlns:a16="http://schemas.microsoft.com/office/drawing/2014/main" id="{495EC386-47BB-E6B3-9C45-00E5BD1348B1}"/>
                  </a:ext>
                </a:extLst>
              </p:cNvPr>
              <p:cNvSpPr/>
              <p:nvPr/>
            </p:nvSpPr>
            <p:spPr>
              <a:xfrm>
                <a:off x="8015770" y="3413106"/>
                <a:ext cx="143763" cy="108076"/>
              </a:xfrm>
              <a:custGeom>
                <a:avLst/>
                <a:gdLst>
                  <a:gd name="csX0" fmla="*/ 0 w 143763"/>
                  <a:gd name="csY0" fmla="*/ 0 h 108076"/>
                  <a:gd name="csX1" fmla="*/ 0 w 143763"/>
                  <a:gd name="csY1" fmla="*/ 108077 h 108076"/>
                  <a:gd name="csX2" fmla="*/ 143764 w 143763"/>
                  <a:gd name="csY2" fmla="*/ 108077 h 108076"/>
                  <a:gd name="csX3" fmla="*/ 143764 w 143763"/>
                  <a:gd name="csY3" fmla="*/ 0 h 108076"/>
                  <a:gd name="csX4" fmla="*/ 0 w 143763"/>
                  <a:gd name="csY4" fmla="*/ 0 h 1080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08076">
                    <a:moveTo>
                      <a:pt x="0" y="0"/>
                    </a:moveTo>
                    <a:lnTo>
                      <a:pt x="0" y="108077"/>
                    </a:lnTo>
                    <a:lnTo>
                      <a:pt x="143764" y="108077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2" name="Freeform 4351">
                <a:extLst>
                  <a:ext uri="{FF2B5EF4-FFF2-40B4-BE49-F238E27FC236}">
                    <a16:creationId xmlns:a16="http://schemas.microsoft.com/office/drawing/2014/main" id="{793ADD91-B1EE-3D40-74A8-5C6C555A6511}"/>
                  </a:ext>
                </a:extLst>
              </p:cNvPr>
              <p:cNvSpPr/>
              <p:nvPr/>
            </p:nvSpPr>
            <p:spPr>
              <a:xfrm>
                <a:off x="8015770" y="3486131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3" name="Freeform 4352">
                <a:extLst>
                  <a:ext uri="{FF2B5EF4-FFF2-40B4-BE49-F238E27FC236}">
                    <a16:creationId xmlns:a16="http://schemas.microsoft.com/office/drawing/2014/main" id="{B5205E39-1BAA-A7F2-612E-AE6A0681D725}"/>
                  </a:ext>
                </a:extLst>
              </p:cNvPr>
              <p:cNvSpPr/>
              <p:nvPr/>
            </p:nvSpPr>
            <p:spPr>
              <a:xfrm>
                <a:off x="8327174" y="3526517"/>
                <a:ext cx="12700" cy="76200"/>
              </a:xfrm>
              <a:custGeom>
                <a:avLst/>
                <a:gdLst>
                  <a:gd name="csX0" fmla="*/ 0 w 12700"/>
                  <a:gd name="csY0" fmla="*/ 76200 h 76200"/>
                  <a:gd name="csX1" fmla="*/ 0 w 12700"/>
                  <a:gd name="csY1" fmla="*/ 0 h 762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6200">
                    <a:moveTo>
                      <a:pt x="0" y="76200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4" name="Freeform 4353">
                <a:extLst>
                  <a:ext uri="{FF2B5EF4-FFF2-40B4-BE49-F238E27FC236}">
                    <a16:creationId xmlns:a16="http://schemas.microsoft.com/office/drawing/2014/main" id="{C978E7DD-6E49-CD1B-6A60-0709BD171AFE}"/>
                  </a:ext>
                </a:extLst>
              </p:cNvPr>
              <p:cNvSpPr/>
              <p:nvPr/>
            </p:nvSpPr>
            <p:spPr>
              <a:xfrm>
                <a:off x="8327174" y="3754863"/>
                <a:ext cx="12700" cy="76200"/>
              </a:xfrm>
              <a:custGeom>
                <a:avLst/>
                <a:gdLst>
                  <a:gd name="csX0" fmla="*/ 0 w 12700"/>
                  <a:gd name="csY0" fmla="*/ 0 h 76200"/>
                  <a:gd name="csX1" fmla="*/ 0 w 12700"/>
                  <a:gd name="csY1" fmla="*/ 76200 h 762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5" name="Freeform 4354">
                <a:extLst>
                  <a:ext uri="{FF2B5EF4-FFF2-40B4-BE49-F238E27FC236}">
                    <a16:creationId xmlns:a16="http://schemas.microsoft.com/office/drawing/2014/main" id="{9A486E0B-EC54-6C6B-5ECC-92F8F6DA7AF2}"/>
                  </a:ext>
                </a:extLst>
              </p:cNvPr>
              <p:cNvSpPr/>
              <p:nvPr/>
            </p:nvSpPr>
            <p:spPr>
              <a:xfrm>
                <a:off x="8255292" y="3602717"/>
                <a:ext cx="143763" cy="152145"/>
              </a:xfrm>
              <a:custGeom>
                <a:avLst/>
                <a:gdLst>
                  <a:gd name="csX0" fmla="*/ 0 w 143763"/>
                  <a:gd name="csY0" fmla="*/ 0 h 152145"/>
                  <a:gd name="csX1" fmla="*/ 0 w 143763"/>
                  <a:gd name="csY1" fmla="*/ 152146 h 152145"/>
                  <a:gd name="csX2" fmla="*/ 143764 w 143763"/>
                  <a:gd name="csY2" fmla="*/ 152146 h 152145"/>
                  <a:gd name="csX3" fmla="*/ 143764 w 143763"/>
                  <a:gd name="csY3" fmla="*/ 0 h 152145"/>
                  <a:gd name="csX4" fmla="*/ 0 w 143763"/>
                  <a:gd name="csY4" fmla="*/ 0 h 152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52145">
                    <a:moveTo>
                      <a:pt x="0" y="0"/>
                    </a:moveTo>
                    <a:lnTo>
                      <a:pt x="0" y="152146"/>
                    </a:lnTo>
                    <a:lnTo>
                      <a:pt x="143764" y="152146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6" name="Freeform 4355">
                <a:extLst>
                  <a:ext uri="{FF2B5EF4-FFF2-40B4-BE49-F238E27FC236}">
                    <a16:creationId xmlns:a16="http://schemas.microsoft.com/office/drawing/2014/main" id="{A0F100C9-D050-282C-7D4F-117EB7E3B496}"/>
                  </a:ext>
                </a:extLst>
              </p:cNvPr>
              <p:cNvSpPr/>
              <p:nvPr/>
            </p:nvSpPr>
            <p:spPr>
              <a:xfrm>
                <a:off x="8255292" y="3678790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7" name="Freeform 4356">
                <a:extLst>
                  <a:ext uri="{FF2B5EF4-FFF2-40B4-BE49-F238E27FC236}">
                    <a16:creationId xmlns:a16="http://schemas.microsoft.com/office/drawing/2014/main" id="{F41434CB-99DF-3907-DA6B-2203E178779E}"/>
                  </a:ext>
                </a:extLst>
              </p:cNvPr>
              <p:cNvSpPr/>
              <p:nvPr/>
            </p:nvSpPr>
            <p:spPr>
              <a:xfrm>
                <a:off x="8806218" y="3584429"/>
                <a:ext cx="12700" cy="100965"/>
              </a:xfrm>
              <a:custGeom>
                <a:avLst/>
                <a:gdLst>
                  <a:gd name="csX0" fmla="*/ 0 w 12700"/>
                  <a:gd name="csY0" fmla="*/ 100965 h 100965"/>
                  <a:gd name="csX1" fmla="*/ 0 w 12700"/>
                  <a:gd name="csY1" fmla="*/ 0 h 1009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0965">
                    <a:moveTo>
                      <a:pt x="0" y="100965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8" name="Freeform 4357">
                <a:extLst>
                  <a:ext uri="{FF2B5EF4-FFF2-40B4-BE49-F238E27FC236}">
                    <a16:creationId xmlns:a16="http://schemas.microsoft.com/office/drawing/2014/main" id="{BE87E681-BBD1-DB3F-6C70-EDBA5DDD2A7F}"/>
                  </a:ext>
                </a:extLst>
              </p:cNvPr>
              <p:cNvSpPr/>
              <p:nvPr/>
            </p:nvSpPr>
            <p:spPr>
              <a:xfrm>
                <a:off x="8806218" y="3819633"/>
                <a:ext cx="12700" cy="101727"/>
              </a:xfrm>
              <a:custGeom>
                <a:avLst/>
                <a:gdLst>
                  <a:gd name="csX0" fmla="*/ 0 w 12700"/>
                  <a:gd name="csY0" fmla="*/ 0 h 101727"/>
                  <a:gd name="csX1" fmla="*/ 0 w 12700"/>
                  <a:gd name="csY1" fmla="*/ 101727 h 1017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1727">
                    <a:moveTo>
                      <a:pt x="0" y="0"/>
                    </a:moveTo>
                    <a:lnTo>
                      <a:pt x="0" y="101727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59" name="Freeform 4358">
                <a:extLst>
                  <a:ext uri="{FF2B5EF4-FFF2-40B4-BE49-F238E27FC236}">
                    <a16:creationId xmlns:a16="http://schemas.microsoft.com/office/drawing/2014/main" id="{6C590689-6069-0EAD-B578-8997702260B9}"/>
                  </a:ext>
                </a:extLst>
              </p:cNvPr>
              <p:cNvSpPr/>
              <p:nvPr/>
            </p:nvSpPr>
            <p:spPr>
              <a:xfrm>
                <a:off x="8734336" y="3685393"/>
                <a:ext cx="143636" cy="134238"/>
              </a:xfrm>
              <a:custGeom>
                <a:avLst/>
                <a:gdLst>
                  <a:gd name="csX0" fmla="*/ 0 w 143636"/>
                  <a:gd name="csY0" fmla="*/ 0 h 134238"/>
                  <a:gd name="csX1" fmla="*/ 0 w 143636"/>
                  <a:gd name="csY1" fmla="*/ 134239 h 134238"/>
                  <a:gd name="csX2" fmla="*/ 143637 w 143636"/>
                  <a:gd name="csY2" fmla="*/ 134239 h 134238"/>
                  <a:gd name="csX3" fmla="*/ 143637 w 143636"/>
                  <a:gd name="csY3" fmla="*/ 0 h 134238"/>
                  <a:gd name="csX4" fmla="*/ 0 w 143636"/>
                  <a:gd name="csY4" fmla="*/ 0 h 1342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636" h="134238">
                    <a:moveTo>
                      <a:pt x="0" y="0"/>
                    </a:moveTo>
                    <a:lnTo>
                      <a:pt x="0" y="134239"/>
                    </a:lnTo>
                    <a:lnTo>
                      <a:pt x="143637" y="134239"/>
                    </a:lnTo>
                    <a:lnTo>
                      <a:pt x="1436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0" name="Freeform 4359">
                <a:extLst>
                  <a:ext uri="{FF2B5EF4-FFF2-40B4-BE49-F238E27FC236}">
                    <a16:creationId xmlns:a16="http://schemas.microsoft.com/office/drawing/2014/main" id="{95140658-8F47-091C-F4E3-E774A6F6EDAB}"/>
                  </a:ext>
                </a:extLst>
              </p:cNvPr>
              <p:cNvSpPr/>
              <p:nvPr/>
            </p:nvSpPr>
            <p:spPr>
              <a:xfrm>
                <a:off x="8734336" y="3763499"/>
                <a:ext cx="143637" cy="12700"/>
              </a:xfrm>
              <a:custGeom>
                <a:avLst/>
                <a:gdLst>
                  <a:gd name="csX0" fmla="*/ 0 w 143637"/>
                  <a:gd name="csY0" fmla="*/ 0 h 12700"/>
                  <a:gd name="csX1" fmla="*/ 143637 w 14363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637" h="12700">
                    <a:moveTo>
                      <a:pt x="0" y="0"/>
                    </a:moveTo>
                    <a:lnTo>
                      <a:pt x="143637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1" name="Oval 4360">
                <a:extLst>
                  <a:ext uri="{FF2B5EF4-FFF2-40B4-BE49-F238E27FC236}">
                    <a16:creationId xmlns:a16="http://schemas.microsoft.com/office/drawing/2014/main" id="{6C325F7A-C321-B0F4-2A60-8A3F5F4C4BDB}"/>
                  </a:ext>
                </a:extLst>
              </p:cNvPr>
              <p:cNvSpPr/>
              <p:nvPr/>
            </p:nvSpPr>
            <p:spPr>
              <a:xfrm>
                <a:off x="8328952" y="381061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2" name="Oval 4361">
                <a:extLst>
                  <a:ext uri="{FF2B5EF4-FFF2-40B4-BE49-F238E27FC236}">
                    <a16:creationId xmlns:a16="http://schemas.microsoft.com/office/drawing/2014/main" id="{3BA2430E-F9AB-3A4D-E705-C6F84C464E45}"/>
                  </a:ext>
                </a:extLst>
              </p:cNvPr>
              <p:cNvSpPr/>
              <p:nvPr/>
            </p:nvSpPr>
            <p:spPr>
              <a:xfrm>
                <a:off x="8090573" y="347800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3" name="Oval 4362">
                <a:extLst>
                  <a:ext uri="{FF2B5EF4-FFF2-40B4-BE49-F238E27FC236}">
                    <a16:creationId xmlns:a16="http://schemas.microsoft.com/office/drawing/2014/main" id="{1DFDC70A-02A2-B31C-7EEF-D3D8D21DC088}"/>
                  </a:ext>
                </a:extLst>
              </p:cNvPr>
              <p:cNvSpPr/>
              <p:nvPr/>
            </p:nvSpPr>
            <p:spPr>
              <a:xfrm>
                <a:off x="8059331" y="329283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4" name="Oval 4363">
                <a:extLst>
                  <a:ext uri="{FF2B5EF4-FFF2-40B4-BE49-F238E27FC236}">
                    <a16:creationId xmlns:a16="http://schemas.microsoft.com/office/drawing/2014/main" id="{8D7923C2-2540-6E3D-6568-0FB525ADA9AC}"/>
                  </a:ext>
                </a:extLst>
              </p:cNvPr>
              <p:cNvSpPr/>
              <p:nvPr/>
            </p:nvSpPr>
            <p:spPr>
              <a:xfrm>
                <a:off x="8803932" y="3654660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5" name="Oval 4364">
                <a:extLst>
                  <a:ext uri="{FF2B5EF4-FFF2-40B4-BE49-F238E27FC236}">
                    <a16:creationId xmlns:a16="http://schemas.microsoft.com/office/drawing/2014/main" id="{A414216D-03E3-F016-5FDF-C5EBEC424668}"/>
                  </a:ext>
                </a:extLst>
              </p:cNvPr>
              <p:cNvSpPr/>
              <p:nvPr/>
            </p:nvSpPr>
            <p:spPr>
              <a:xfrm>
                <a:off x="7836954" y="366164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6" name="Oval 4365">
                <a:extLst>
                  <a:ext uri="{FF2B5EF4-FFF2-40B4-BE49-F238E27FC236}">
                    <a16:creationId xmlns:a16="http://schemas.microsoft.com/office/drawing/2014/main" id="{4CC09492-61E6-2B09-8D00-9DF091230437}"/>
                  </a:ext>
                </a:extLst>
              </p:cNvPr>
              <p:cNvSpPr/>
              <p:nvPr/>
            </p:nvSpPr>
            <p:spPr>
              <a:xfrm>
                <a:off x="8789073" y="378356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7" name="Oval 4366">
                <a:extLst>
                  <a:ext uri="{FF2B5EF4-FFF2-40B4-BE49-F238E27FC236}">
                    <a16:creationId xmlns:a16="http://schemas.microsoft.com/office/drawing/2014/main" id="{51A8A3FB-9A6C-7BD7-C222-235CCEC88D71}"/>
                  </a:ext>
                </a:extLst>
              </p:cNvPr>
              <p:cNvSpPr/>
              <p:nvPr/>
            </p:nvSpPr>
            <p:spPr>
              <a:xfrm>
                <a:off x="7841399" y="359611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8" name="Oval 4367">
                <a:extLst>
                  <a:ext uri="{FF2B5EF4-FFF2-40B4-BE49-F238E27FC236}">
                    <a16:creationId xmlns:a16="http://schemas.microsoft.com/office/drawing/2014/main" id="{291DDD68-5CFE-A6CB-E7FE-B589B9AE6BEC}"/>
                  </a:ext>
                </a:extLst>
              </p:cNvPr>
              <p:cNvSpPr/>
              <p:nvPr/>
            </p:nvSpPr>
            <p:spPr>
              <a:xfrm>
                <a:off x="8770658" y="390167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69" name="Oval 4368">
                <a:extLst>
                  <a:ext uri="{FF2B5EF4-FFF2-40B4-BE49-F238E27FC236}">
                    <a16:creationId xmlns:a16="http://schemas.microsoft.com/office/drawing/2014/main" id="{3E1D1004-DA55-52FB-11E4-3D6449DC9714}"/>
                  </a:ext>
                </a:extLst>
              </p:cNvPr>
              <p:cNvSpPr/>
              <p:nvPr/>
            </p:nvSpPr>
            <p:spPr>
              <a:xfrm>
                <a:off x="7837589" y="386903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0" name="Oval 4369">
                <a:extLst>
                  <a:ext uri="{FF2B5EF4-FFF2-40B4-BE49-F238E27FC236}">
                    <a16:creationId xmlns:a16="http://schemas.microsoft.com/office/drawing/2014/main" id="{D104ADC0-118C-D877-62AC-41D286668522}"/>
                  </a:ext>
                </a:extLst>
              </p:cNvPr>
              <p:cNvSpPr/>
              <p:nvPr/>
            </p:nvSpPr>
            <p:spPr>
              <a:xfrm>
                <a:off x="8797963" y="380540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1" name="Oval 4370">
                <a:extLst>
                  <a:ext uri="{FF2B5EF4-FFF2-40B4-BE49-F238E27FC236}">
                    <a16:creationId xmlns:a16="http://schemas.microsoft.com/office/drawing/2014/main" id="{55B27341-5C17-3343-F1E6-8F97D0F4747E}"/>
                  </a:ext>
                </a:extLst>
              </p:cNvPr>
              <p:cNvSpPr/>
              <p:nvPr/>
            </p:nvSpPr>
            <p:spPr>
              <a:xfrm>
                <a:off x="7828064" y="355318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2" name="Oval 4371">
                <a:extLst>
                  <a:ext uri="{FF2B5EF4-FFF2-40B4-BE49-F238E27FC236}">
                    <a16:creationId xmlns:a16="http://schemas.microsoft.com/office/drawing/2014/main" id="{04AA6F0B-8A40-1D31-3DCF-9886C58734E7}"/>
                  </a:ext>
                </a:extLst>
              </p:cNvPr>
              <p:cNvSpPr/>
              <p:nvPr/>
            </p:nvSpPr>
            <p:spPr>
              <a:xfrm>
                <a:off x="8798598" y="370457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3" name="Oval 4372">
                <a:extLst>
                  <a:ext uri="{FF2B5EF4-FFF2-40B4-BE49-F238E27FC236}">
                    <a16:creationId xmlns:a16="http://schemas.microsoft.com/office/drawing/2014/main" id="{CEEC7A10-6DB7-6659-1626-D7AA2CCD876B}"/>
                  </a:ext>
                </a:extLst>
              </p:cNvPr>
              <p:cNvSpPr/>
              <p:nvPr/>
            </p:nvSpPr>
            <p:spPr>
              <a:xfrm>
                <a:off x="7850924" y="379715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4" name="Oval 4373">
                <a:extLst>
                  <a:ext uri="{FF2B5EF4-FFF2-40B4-BE49-F238E27FC236}">
                    <a16:creationId xmlns:a16="http://schemas.microsoft.com/office/drawing/2014/main" id="{9D154822-5244-E370-1160-877D2FCC6932}"/>
                  </a:ext>
                </a:extLst>
              </p:cNvPr>
              <p:cNvSpPr/>
              <p:nvPr/>
            </p:nvSpPr>
            <p:spPr>
              <a:xfrm>
                <a:off x="8057934" y="352461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5" name="Oval 4374">
                <a:extLst>
                  <a:ext uri="{FF2B5EF4-FFF2-40B4-BE49-F238E27FC236}">
                    <a16:creationId xmlns:a16="http://schemas.microsoft.com/office/drawing/2014/main" id="{F0A02D70-3886-9A62-F15C-2B92D4766B5E}"/>
                  </a:ext>
                </a:extLst>
              </p:cNvPr>
              <p:cNvSpPr/>
              <p:nvPr/>
            </p:nvSpPr>
            <p:spPr>
              <a:xfrm>
                <a:off x="8786279" y="3568808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6" name="Oval 4375">
                <a:extLst>
                  <a:ext uri="{FF2B5EF4-FFF2-40B4-BE49-F238E27FC236}">
                    <a16:creationId xmlns:a16="http://schemas.microsoft.com/office/drawing/2014/main" id="{F227A42A-7A8A-DD2E-CD00-D69B6728B1AF}"/>
                  </a:ext>
                </a:extLst>
              </p:cNvPr>
              <p:cNvSpPr/>
              <p:nvPr/>
            </p:nvSpPr>
            <p:spPr>
              <a:xfrm>
                <a:off x="7851178" y="371841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7" name="Oval 4376">
                <a:extLst>
                  <a:ext uri="{FF2B5EF4-FFF2-40B4-BE49-F238E27FC236}">
                    <a16:creationId xmlns:a16="http://schemas.microsoft.com/office/drawing/2014/main" id="{BBF83CF9-79A1-CF3E-BB67-B2C5135F6EF1}"/>
                  </a:ext>
                </a:extLst>
              </p:cNvPr>
              <p:cNvSpPr/>
              <p:nvPr/>
            </p:nvSpPr>
            <p:spPr>
              <a:xfrm>
                <a:off x="8332000" y="350657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8" name="Oval 4377">
                <a:extLst>
                  <a:ext uri="{FF2B5EF4-FFF2-40B4-BE49-F238E27FC236}">
                    <a16:creationId xmlns:a16="http://schemas.microsoft.com/office/drawing/2014/main" id="{1443A0E6-BD0E-28A5-2030-7DE225F0E199}"/>
                  </a:ext>
                </a:extLst>
              </p:cNvPr>
              <p:cNvSpPr/>
              <p:nvPr/>
            </p:nvSpPr>
            <p:spPr>
              <a:xfrm>
                <a:off x="8051330" y="3339827"/>
                <a:ext cx="36068" cy="36067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79" name="Oval 4378">
                <a:extLst>
                  <a:ext uri="{FF2B5EF4-FFF2-40B4-BE49-F238E27FC236}">
                    <a16:creationId xmlns:a16="http://schemas.microsoft.com/office/drawing/2014/main" id="{8037F373-04BB-0500-3BB4-E887FF07CB76}"/>
                  </a:ext>
                </a:extLst>
              </p:cNvPr>
              <p:cNvSpPr/>
              <p:nvPr/>
            </p:nvSpPr>
            <p:spPr>
              <a:xfrm>
                <a:off x="8068348" y="345031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0" name="Oval 4379">
                <a:extLst>
                  <a:ext uri="{FF2B5EF4-FFF2-40B4-BE49-F238E27FC236}">
                    <a16:creationId xmlns:a16="http://schemas.microsoft.com/office/drawing/2014/main" id="{7AFA9C52-D52D-EE16-3A65-03B20A0795A8}"/>
                  </a:ext>
                </a:extLst>
              </p:cNvPr>
              <p:cNvSpPr/>
              <p:nvPr/>
            </p:nvSpPr>
            <p:spPr>
              <a:xfrm>
                <a:off x="8551456" y="354251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1" name="Oval 4380">
                <a:extLst>
                  <a:ext uri="{FF2B5EF4-FFF2-40B4-BE49-F238E27FC236}">
                    <a16:creationId xmlns:a16="http://schemas.microsoft.com/office/drawing/2014/main" id="{069020BD-AAA0-04DA-8C5E-66300941F3A0}"/>
                  </a:ext>
                </a:extLst>
              </p:cNvPr>
              <p:cNvSpPr/>
              <p:nvPr/>
            </p:nvSpPr>
            <p:spPr>
              <a:xfrm>
                <a:off x="8088922" y="360894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2" name="Oval 4381">
                <a:extLst>
                  <a:ext uri="{FF2B5EF4-FFF2-40B4-BE49-F238E27FC236}">
                    <a16:creationId xmlns:a16="http://schemas.microsoft.com/office/drawing/2014/main" id="{03BCB67E-CF1D-50C4-108F-4FC61F75EB9F}"/>
                  </a:ext>
                </a:extLst>
              </p:cNvPr>
              <p:cNvSpPr/>
              <p:nvPr/>
            </p:nvSpPr>
            <p:spPr>
              <a:xfrm>
                <a:off x="8052346" y="346581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3" name="TextBox 4382">
                <a:extLst>
                  <a:ext uri="{FF2B5EF4-FFF2-40B4-BE49-F238E27FC236}">
                    <a16:creationId xmlns:a16="http://schemas.microsoft.com/office/drawing/2014/main" id="{C8C581B9-7BE1-4AE3-347D-B1E905F89D8C}"/>
                  </a:ext>
                </a:extLst>
              </p:cNvPr>
              <p:cNvSpPr txBox="1"/>
              <p:nvPr/>
            </p:nvSpPr>
            <p:spPr>
              <a:xfrm>
                <a:off x="7773851" y="2995237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4384" name="Freeform 4383">
                <a:extLst>
                  <a:ext uri="{FF2B5EF4-FFF2-40B4-BE49-F238E27FC236}">
                    <a16:creationId xmlns:a16="http://schemas.microsoft.com/office/drawing/2014/main" id="{A054BFC6-A212-A05F-E165-6871C03B0A94}"/>
                  </a:ext>
                </a:extLst>
              </p:cNvPr>
              <p:cNvSpPr/>
              <p:nvPr/>
            </p:nvSpPr>
            <p:spPr>
              <a:xfrm>
                <a:off x="7848130" y="3172695"/>
                <a:ext cx="215518" cy="12700"/>
              </a:xfrm>
              <a:custGeom>
                <a:avLst/>
                <a:gdLst>
                  <a:gd name="csX0" fmla="*/ 0 w 215518"/>
                  <a:gd name="csY0" fmla="*/ 0 h 12700"/>
                  <a:gd name="csX1" fmla="*/ 215519 w 21551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5518" h="12700">
                    <a:moveTo>
                      <a:pt x="0" y="0"/>
                    </a:moveTo>
                    <a:lnTo>
                      <a:pt x="215519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5" name="TextBox 4384">
                <a:extLst>
                  <a:ext uri="{FF2B5EF4-FFF2-40B4-BE49-F238E27FC236}">
                    <a16:creationId xmlns:a16="http://schemas.microsoft.com/office/drawing/2014/main" id="{5B98ECAF-4775-197B-6F20-12350BFF7916}"/>
                  </a:ext>
                </a:extLst>
              </p:cNvPr>
              <p:cNvSpPr txBox="1"/>
              <p:nvPr/>
            </p:nvSpPr>
            <p:spPr>
              <a:xfrm>
                <a:off x="8231888" y="2995237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4386" name="Freeform 4385">
                <a:extLst>
                  <a:ext uri="{FF2B5EF4-FFF2-40B4-BE49-F238E27FC236}">
                    <a16:creationId xmlns:a16="http://schemas.microsoft.com/office/drawing/2014/main" id="{076EF6AF-A42B-B29E-86E5-C8BD886AF954}"/>
                  </a:ext>
                </a:extLst>
              </p:cNvPr>
              <p:cNvSpPr/>
              <p:nvPr/>
            </p:nvSpPr>
            <p:spPr>
              <a:xfrm>
                <a:off x="8111655" y="3172695"/>
                <a:ext cx="694563" cy="12700"/>
              </a:xfrm>
              <a:custGeom>
                <a:avLst/>
                <a:gdLst>
                  <a:gd name="csX0" fmla="*/ 0 w 694563"/>
                  <a:gd name="csY0" fmla="*/ 0 h 12700"/>
                  <a:gd name="csX1" fmla="*/ 694563 w 69456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4563" h="12700">
                    <a:moveTo>
                      <a:pt x="0" y="0"/>
                    </a:moveTo>
                    <a:lnTo>
                      <a:pt x="69456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87" name="TextBox 4386">
                <a:extLst>
                  <a:ext uri="{FF2B5EF4-FFF2-40B4-BE49-F238E27FC236}">
                    <a16:creationId xmlns:a16="http://schemas.microsoft.com/office/drawing/2014/main" id="{FE9E9464-268E-FB37-E01D-A1403DF1C652}"/>
                  </a:ext>
                </a:extLst>
              </p:cNvPr>
              <p:cNvSpPr txBox="1"/>
              <p:nvPr/>
            </p:nvSpPr>
            <p:spPr>
              <a:xfrm>
                <a:off x="8072937" y="2895321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0.400</a:t>
                </a:r>
              </a:p>
            </p:txBody>
          </p:sp>
          <p:sp>
            <p:nvSpPr>
              <p:cNvPr id="4388" name="Freeform 4387">
                <a:extLst>
                  <a:ext uri="{FF2B5EF4-FFF2-40B4-BE49-F238E27FC236}">
                    <a16:creationId xmlns:a16="http://schemas.microsoft.com/office/drawing/2014/main" id="{1FE8752A-3EEF-E636-2425-E7CA5C0D5DB1}"/>
                  </a:ext>
                </a:extLst>
              </p:cNvPr>
              <p:cNvSpPr/>
              <p:nvPr/>
            </p:nvSpPr>
            <p:spPr>
              <a:xfrm>
                <a:off x="7848130" y="3036551"/>
                <a:ext cx="958088" cy="12700"/>
              </a:xfrm>
              <a:custGeom>
                <a:avLst/>
                <a:gdLst>
                  <a:gd name="csX0" fmla="*/ 0 w 958088"/>
                  <a:gd name="csY0" fmla="*/ 0 h 12700"/>
                  <a:gd name="csX1" fmla="*/ 958088 w 95808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8088" h="12700">
                    <a:moveTo>
                      <a:pt x="0" y="0"/>
                    </a:moveTo>
                    <a:lnTo>
                      <a:pt x="95808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4389" name="Graphic 17">
              <a:extLst>
                <a:ext uri="{FF2B5EF4-FFF2-40B4-BE49-F238E27FC236}">
                  <a16:creationId xmlns:a16="http://schemas.microsoft.com/office/drawing/2014/main" id="{1E30EA9F-69E0-2945-37F1-EB8C62341AB9}"/>
                </a:ext>
              </a:extLst>
            </p:cNvPr>
            <p:cNvGrpSpPr/>
            <p:nvPr/>
          </p:nvGrpSpPr>
          <p:grpSpPr>
            <a:xfrm>
              <a:off x="7236283" y="2552812"/>
              <a:ext cx="1793891" cy="1663306"/>
              <a:chOff x="7236283" y="2552812"/>
              <a:chExt cx="1793891" cy="1663306"/>
            </a:xfrm>
          </p:grpSpPr>
          <p:sp>
            <p:nvSpPr>
              <p:cNvPr id="4390" name="Freeform 4389">
                <a:extLst>
                  <a:ext uri="{FF2B5EF4-FFF2-40B4-BE49-F238E27FC236}">
                    <a16:creationId xmlns:a16="http://schemas.microsoft.com/office/drawing/2014/main" id="{9EF317EC-B4BC-8875-1884-C2F3AEB96EB0}"/>
                  </a:ext>
                </a:extLst>
              </p:cNvPr>
              <p:cNvSpPr/>
              <p:nvPr/>
            </p:nvSpPr>
            <p:spPr>
              <a:xfrm>
                <a:off x="7704492" y="2855068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91" name="TextBox 4390">
                <a:extLst>
                  <a:ext uri="{FF2B5EF4-FFF2-40B4-BE49-F238E27FC236}">
                    <a16:creationId xmlns:a16="http://schemas.microsoft.com/office/drawing/2014/main" id="{A90427B4-EE79-324B-0513-00ED976DB042}"/>
                  </a:ext>
                </a:extLst>
              </p:cNvPr>
              <p:cNvSpPr txBox="1"/>
              <p:nvPr/>
            </p:nvSpPr>
            <p:spPr>
              <a:xfrm>
                <a:off x="7328453" y="3792373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0.07</a:t>
                </a:r>
              </a:p>
            </p:txBody>
          </p:sp>
          <p:sp>
            <p:nvSpPr>
              <p:cNvPr id="4392" name="TextBox 4391">
                <a:extLst>
                  <a:ext uri="{FF2B5EF4-FFF2-40B4-BE49-F238E27FC236}">
                    <a16:creationId xmlns:a16="http://schemas.microsoft.com/office/drawing/2014/main" id="{54584DAD-0A6D-6478-3A20-281175D44234}"/>
                  </a:ext>
                </a:extLst>
              </p:cNvPr>
              <p:cNvSpPr txBox="1"/>
              <p:nvPr/>
            </p:nvSpPr>
            <p:spPr>
              <a:xfrm>
                <a:off x="7328453" y="3458744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0.08</a:t>
                </a:r>
              </a:p>
            </p:txBody>
          </p:sp>
          <p:sp>
            <p:nvSpPr>
              <p:cNvPr id="4393" name="TextBox 4392">
                <a:extLst>
                  <a:ext uri="{FF2B5EF4-FFF2-40B4-BE49-F238E27FC236}">
                    <a16:creationId xmlns:a16="http://schemas.microsoft.com/office/drawing/2014/main" id="{87C76EA8-A17D-7D2F-969B-445696E3B143}"/>
                  </a:ext>
                </a:extLst>
              </p:cNvPr>
              <p:cNvSpPr txBox="1"/>
              <p:nvPr/>
            </p:nvSpPr>
            <p:spPr>
              <a:xfrm>
                <a:off x="7328453" y="3125242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0.09</a:t>
                </a:r>
              </a:p>
            </p:txBody>
          </p:sp>
          <p:sp>
            <p:nvSpPr>
              <p:cNvPr id="4394" name="TextBox 4393">
                <a:extLst>
                  <a:ext uri="{FF2B5EF4-FFF2-40B4-BE49-F238E27FC236}">
                    <a16:creationId xmlns:a16="http://schemas.microsoft.com/office/drawing/2014/main" id="{6B1E26F5-9D51-1B92-535A-4ECD910D327A}"/>
                  </a:ext>
                </a:extLst>
              </p:cNvPr>
              <p:cNvSpPr txBox="1"/>
              <p:nvPr/>
            </p:nvSpPr>
            <p:spPr>
              <a:xfrm>
                <a:off x="7328453" y="2791613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0.10</a:t>
                </a:r>
              </a:p>
            </p:txBody>
          </p:sp>
          <p:sp>
            <p:nvSpPr>
              <p:cNvPr id="4395" name="Freeform 4394">
                <a:extLst>
                  <a:ext uri="{FF2B5EF4-FFF2-40B4-BE49-F238E27FC236}">
                    <a16:creationId xmlns:a16="http://schemas.microsoft.com/office/drawing/2014/main" id="{4F27AC60-B933-7EB1-3C0F-9D5F244DA7CC}"/>
                  </a:ext>
                </a:extLst>
              </p:cNvPr>
              <p:cNvSpPr/>
              <p:nvPr/>
            </p:nvSpPr>
            <p:spPr>
              <a:xfrm>
                <a:off x="7669695" y="389926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96" name="Freeform 4395">
                <a:extLst>
                  <a:ext uri="{FF2B5EF4-FFF2-40B4-BE49-F238E27FC236}">
                    <a16:creationId xmlns:a16="http://schemas.microsoft.com/office/drawing/2014/main" id="{D003F2DE-7EE2-AE33-DE90-2D23ED00EC64}"/>
                  </a:ext>
                </a:extLst>
              </p:cNvPr>
              <p:cNvSpPr/>
              <p:nvPr/>
            </p:nvSpPr>
            <p:spPr>
              <a:xfrm>
                <a:off x="7669695" y="356563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97" name="Freeform 4396">
                <a:extLst>
                  <a:ext uri="{FF2B5EF4-FFF2-40B4-BE49-F238E27FC236}">
                    <a16:creationId xmlns:a16="http://schemas.microsoft.com/office/drawing/2014/main" id="{04533762-FB09-B403-BFEE-0BAFE24D3C4A}"/>
                  </a:ext>
                </a:extLst>
              </p:cNvPr>
              <p:cNvSpPr/>
              <p:nvPr/>
            </p:nvSpPr>
            <p:spPr>
              <a:xfrm>
                <a:off x="7669695" y="3232130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98" name="Freeform 4397">
                <a:extLst>
                  <a:ext uri="{FF2B5EF4-FFF2-40B4-BE49-F238E27FC236}">
                    <a16:creationId xmlns:a16="http://schemas.microsoft.com/office/drawing/2014/main" id="{E6C9B35C-9CEB-01EA-0139-E036901C3F6D}"/>
                  </a:ext>
                </a:extLst>
              </p:cNvPr>
              <p:cNvSpPr/>
              <p:nvPr/>
            </p:nvSpPr>
            <p:spPr>
              <a:xfrm>
                <a:off x="7669695" y="289850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399" name="Freeform 4398">
                <a:extLst>
                  <a:ext uri="{FF2B5EF4-FFF2-40B4-BE49-F238E27FC236}">
                    <a16:creationId xmlns:a16="http://schemas.microsoft.com/office/drawing/2014/main" id="{F0B6B7DE-93AA-6CC6-7F7E-5319C3A0374F}"/>
                  </a:ext>
                </a:extLst>
              </p:cNvPr>
              <p:cNvSpPr/>
              <p:nvPr/>
            </p:nvSpPr>
            <p:spPr>
              <a:xfrm>
                <a:off x="7704492" y="3989432"/>
                <a:ext cx="1245362" cy="12700"/>
              </a:xfrm>
              <a:custGeom>
                <a:avLst/>
                <a:gdLst>
                  <a:gd name="csX0" fmla="*/ 0 w 1245362"/>
                  <a:gd name="csY0" fmla="*/ 0 h 12700"/>
                  <a:gd name="csX1" fmla="*/ 1245362 w 124536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5362" h="12700">
                    <a:moveTo>
                      <a:pt x="0" y="0"/>
                    </a:moveTo>
                    <a:lnTo>
                      <a:pt x="124536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0" name="Freeform 4399">
                <a:extLst>
                  <a:ext uri="{FF2B5EF4-FFF2-40B4-BE49-F238E27FC236}">
                    <a16:creationId xmlns:a16="http://schemas.microsoft.com/office/drawing/2014/main" id="{834BE86B-70C0-143B-C9C9-A78F2C7C3AC9}"/>
                  </a:ext>
                </a:extLst>
              </p:cNvPr>
              <p:cNvSpPr/>
              <p:nvPr/>
            </p:nvSpPr>
            <p:spPr>
              <a:xfrm>
                <a:off x="7848130" y="398943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1" name="Freeform 4400">
                <a:extLst>
                  <a:ext uri="{FF2B5EF4-FFF2-40B4-BE49-F238E27FC236}">
                    <a16:creationId xmlns:a16="http://schemas.microsoft.com/office/drawing/2014/main" id="{A3A7F953-06D4-99A0-5034-19D56F2BB781}"/>
                  </a:ext>
                </a:extLst>
              </p:cNvPr>
              <p:cNvSpPr/>
              <p:nvPr/>
            </p:nvSpPr>
            <p:spPr>
              <a:xfrm>
                <a:off x="8087651" y="398943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2" name="Freeform 4401">
                <a:extLst>
                  <a:ext uri="{FF2B5EF4-FFF2-40B4-BE49-F238E27FC236}">
                    <a16:creationId xmlns:a16="http://schemas.microsoft.com/office/drawing/2014/main" id="{15E3D74E-EEA5-1063-6C50-EF076A13EFBF}"/>
                  </a:ext>
                </a:extLst>
              </p:cNvPr>
              <p:cNvSpPr/>
              <p:nvPr/>
            </p:nvSpPr>
            <p:spPr>
              <a:xfrm>
                <a:off x="8327173" y="398943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3" name="Freeform 4402">
                <a:extLst>
                  <a:ext uri="{FF2B5EF4-FFF2-40B4-BE49-F238E27FC236}">
                    <a16:creationId xmlns:a16="http://schemas.microsoft.com/office/drawing/2014/main" id="{19388BD6-0FF5-05A2-AB74-1A2E1777E73A}"/>
                  </a:ext>
                </a:extLst>
              </p:cNvPr>
              <p:cNvSpPr/>
              <p:nvPr/>
            </p:nvSpPr>
            <p:spPr>
              <a:xfrm>
                <a:off x="8566695" y="398943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4" name="Freeform 4403">
                <a:extLst>
                  <a:ext uri="{FF2B5EF4-FFF2-40B4-BE49-F238E27FC236}">
                    <a16:creationId xmlns:a16="http://schemas.microsoft.com/office/drawing/2014/main" id="{FFC4B19C-51B0-3DCE-D378-F378F3B1C921}"/>
                  </a:ext>
                </a:extLst>
              </p:cNvPr>
              <p:cNvSpPr/>
              <p:nvPr/>
            </p:nvSpPr>
            <p:spPr>
              <a:xfrm>
                <a:off x="8806217" y="398943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405" name="TextBox 4404">
                <a:extLst>
                  <a:ext uri="{FF2B5EF4-FFF2-40B4-BE49-F238E27FC236}">
                    <a16:creationId xmlns:a16="http://schemas.microsoft.com/office/drawing/2014/main" id="{33DE9A60-6FAF-7229-A2C5-3EF87615F6AB}"/>
                  </a:ext>
                </a:extLst>
              </p:cNvPr>
              <p:cNvSpPr txBox="1"/>
              <p:nvPr/>
            </p:nvSpPr>
            <p:spPr>
              <a:xfrm>
                <a:off x="7707706" y="3985286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4416" name="TextBox 4415">
                <a:extLst>
                  <a:ext uri="{FF2B5EF4-FFF2-40B4-BE49-F238E27FC236}">
                    <a16:creationId xmlns:a16="http://schemas.microsoft.com/office/drawing/2014/main" id="{C9499DFC-C824-046C-BDFA-CA7E1CC3C1B7}"/>
                  </a:ext>
                </a:extLst>
              </p:cNvPr>
              <p:cNvSpPr txBox="1"/>
              <p:nvPr/>
            </p:nvSpPr>
            <p:spPr>
              <a:xfrm>
                <a:off x="7979288" y="3985286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4418" name="TextBox 4417">
                <a:extLst>
                  <a:ext uri="{FF2B5EF4-FFF2-40B4-BE49-F238E27FC236}">
                    <a16:creationId xmlns:a16="http://schemas.microsoft.com/office/drawing/2014/main" id="{CE22FA60-D709-49C6-B746-7FAA60A61C68}"/>
                  </a:ext>
                </a:extLst>
              </p:cNvPr>
              <p:cNvSpPr txBox="1"/>
              <p:nvPr/>
            </p:nvSpPr>
            <p:spPr>
              <a:xfrm>
                <a:off x="8186750" y="3985286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4425" name="TextBox 4424">
                <a:extLst>
                  <a:ext uri="{FF2B5EF4-FFF2-40B4-BE49-F238E27FC236}">
                    <a16:creationId xmlns:a16="http://schemas.microsoft.com/office/drawing/2014/main" id="{D649E71E-CC90-BD98-EDC7-CCD8E317FFA0}"/>
                  </a:ext>
                </a:extLst>
              </p:cNvPr>
              <p:cNvSpPr txBox="1"/>
              <p:nvPr/>
            </p:nvSpPr>
            <p:spPr>
              <a:xfrm>
                <a:off x="8397418" y="3985286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4426" name="TextBox 4425">
                <a:extLst>
                  <a:ext uri="{FF2B5EF4-FFF2-40B4-BE49-F238E27FC236}">
                    <a16:creationId xmlns:a16="http://schemas.microsoft.com/office/drawing/2014/main" id="{31914EB9-8B30-AF46-240E-F01F2E3283E0}"/>
                  </a:ext>
                </a:extLst>
              </p:cNvPr>
              <p:cNvSpPr txBox="1"/>
              <p:nvPr/>
            </p:nvSpPr>
            <p:spPr>
              <a:xfrm>
                <a:off x="8678618" y="3985286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4441" name="TextBox 4440">
                <a:extLst>
                  <a:ext uri="{FF2B5EF4-FFF2-40B4-BE49-F238E27FC236}">
                    <a16:creationId xmlns:a16="http://schemas.microsoft.com/office/drawing/2014/main" id="{3750BA45-20A8-F41B-B047-91C19411647A}"/>
                  </a:ext>
                </a:extLst>
              </p:cNvPr>
              <p:cNvSpPr txBox="1"/>
              <p:nvPr/>
            </p:nvSpPr>
            <p:spPr>
              <a:xfrm rot="16200000">
                <a:off x="6947261" y="3299140"/>
                <a:ext cx="824265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AUC </a:t>
                </a:r>
                <a:r>
                  <a:rPr lang="en-US" sz="100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</a:t>
                </a:r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core</a:t>
                </a:r>
              </a:p>
            </p:txBody>
          </p:sp>
          <p:sp>
            <p:nvSpPr>
              <p:cNvPr id="4442" name="TextBox 4441">
                <a:extLst>
                  <a:ext uri="{FF2B5EF4-FFF2-40B4-BE49-F238E27FC236}">
                    <a16:creationId xmlns:a16="http://schemas.microsoft.com/office/drawing/2014/main" id="{5A1EA62D-6D97-122E-EA82-E8E75074505A}"/>
                  </a:ext>
                </a:extLst>
              </p:cNvPr>
              <p:cNvSpPr txBox="1"/>
              <p:nvPr/>
            </p:nvSpPr>
            <p:spPr>
              <a:xfrm>
                <a:off x="7733023" y="2552812"/>
                <a:ext cx="129715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brain development</a:t>
                </a:r>
              </a:p>
            </p:txBody>
          </p:sp>
        </p:grpSp>
      </p:grpSp>
      <p:grpSp>
        <p:nvGrpSpPr>
          <p:cNvPr id="4443" name="Graphic 161">
            <a:extLst>
              <a:ext uri="{FF2B5EF4-FFF2-40B4-BE49-F238E27FC236}">
                <a16:creationId xmlns:a16="http://schemas.microsoft.com/office/drawing/2014/main" id="{B5C3C3B0-F164-2789-9AEB-EAFDCF14008E}"/>
              </a:ext>
            </a:extLst>
          </p:cNvPr>
          <p:cNvGrpSpPr/>
          <p:nvPr/>
        </p:nvGrpSpPr>
        <p:grpSpPr>
          <a:xfrm>
            <a:off x="4860364" y="12436"/>
            <a:ext cx="1621529" cy="1663306"/>
            <a:chOff x="6873330" y="292978"/>
            <a:chExt cx="1621529" cy="1663306"/>
          </a:xfrm>
        </p:grpSpPr>
        <p:grpSp>
          <p:nvGrpSpPr>
            <p:cNvPr id="4778" name="Graphic 161">
              <a:extLst>
                <a:ext uri="{FF2B5EF4-FFF2-40B4-BE49-F238E27FC236}">
                  <a16:creationId xmlns:a16="http://schemas.microsoft.com/office/drawing/2014/main" id="{8373F3D0-C531-AA48-5A3E-13D2D28684C6}"/>
                </a:ext>
              </a:extLst>
            </p:cNvPr>
            <p:cNvGrpSpPr/>
            <p:nvPr/>
          </p:nvGrpSpPr>
          <p:grpSpPr>
            <a:xfrm>
              <a:off x="7249370" y="595234"/>
              <a:ext cx="1245489" cy="1134490"/>
              <a:chOff x="7249370" y="595234"/>
              <a:chExt cx="1245489" cy="1134490"/>
            </a:xfrm>
          </p:grpSpPr>
          <p:sp>
            <p:nvSpPr>
              <p:cNvPr id="4779" name="Rectangle 4778">
                <a:extLst>
                  <a:ext uri="{FF2B5EF4-FFF2-40B4-BE49-F238E27FC236}">
                    <a16:creationId xmlns:a16="http://schemas.microsoft.com/office/drawing/2014/main" id="{8BB5EAB3-0F59-082C-6CC7-7FF2F73E10F1}"/>
                  </a:ext>
                </a:extLst>
              </p:cNvPr>
              <p:cNvSpPr/>
              <p:nvPr/>
            </p:nvSpPr>
            <p:spPr>
              <a:xfrm>
                <a:off x="7249370" y="595234"/>
                <a:ext cx="124548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0" name="Freeform 4779">
                <a:extLst>
                  <a:ext uri="{FF2B5EF4-FFF2-40B4-BE49-F238E27FC236}">
                    <a16:creationId xmlns:a16="http://schemas.microsoft.com/office/drawing/2014/main" id="{6275E5F1-3412-03D2-D808-37EFBF821F98}"/>
                  </a:ext>
                </a:extLst>
              </p:cNvPr>
              <p:cNvSpPr/>
              <p:nvPr/>
            </p:nvSpPr>
            <p:spPr>
              <a:xfrm>
                <a:off x="7393007" y="1267318"/>
                <a:ext cx="12700" cy="24892"/>
              </a:xfrm>
              <a:custGeom>
                <a:avLst/>
                <a:gdLst>
                  <a:gd name="csX0" fmla="*/ 0 w 12700"/>
                  <a:gd name="csY0" fmla="*/ 24892 h 24892"/>
                  <a:gd name="csX1" fmla="*/ 0 w 12700"/>
                  <a:gd name="csY1" fmla="*/ 0 h 248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4892">
                    <a:moveTo>
                      <a:pt x="0" y="24892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1" name="Freeform 4780">
                <a:extLst>
                  <a:ext uri="{FF2B5EF4-FFF2-40B4-BE49-F238E27FC236}">
                    <a16:creationId xmlns:a16="http://schemas.microsoft.com/office/drawing/2014/main" id="{81DE0AE2-1966-D203-D23A-3A65AF9382FA}"/>
                  </a:ext>
                </a:extLst>
              </p:cNvPr>
              <p:cNvSpPr/>
              <p:nvPr/>
            </p:nvSpPr>
            <p:spPr>
              <a:xfrm>
                <a:off x="7393007" y="1560815"/>
                <a:ext cx="12700" cy="100711"/>
              </a:xfrm>
              <a:custGeom>
                <a:avLst/>
                <a:gdLst>
                  <a:gd name="csX0" fmla="*/ 0 w 12700"/>
                  <a:gd name="csY0" fmla="*/ 0 h 100711"/>
                  <a:gd name="csX1" fmla="*/ 0 w 12700"/>
                  <a:gd name="csY1" fmla="*/ 100711 h 1007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0711">
                    <a:moveTo>
                      <a:pt x="0" y="0"/>
                    </a:moveTo>
                    <a:lnTo>
                      <a:pt x="0" y="100711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2" name="Freeform 4781">
                <a:extLst>
                  <a:ext uri="{FF2B5EF4-FFF2-40B4-BE49-F238E27FC236}">
                    <a16:creationId xmlns:a16="http://schemas.microsoft.com/office/drawing/2014/main" id="{DD1786D0-B106-1974-387F-607207EDDF57}"/>
                  </a:ext>
                </a:extLst>
              </p:cNvPr>
              <p:cNvSpPr/>
              <p:nvPr/>
            </p:nvSpPr>
            <p:spPr>
              <a:xfrm>
                <a:off x="7321125" y="1292209"/>
                <a:ext cx="143763" cy="268605"/>
              </a:xfrm>
              <a:custGeom>
                <a:avLst/>
                <a:gdLst>
                  <a:gd name="csX0" fmla="*/ 0 w 143763"/>
                  <a:gd name="csY0" fmla="*/ 0 h 268605"/>
                  <a:gd name="csX1" fmla="*/ 0 w 143763"/>
                  <a:gd name="csY1" fmla="*/ 268605 h 268605"/>
                  <a:gd name="csX2" fmla="*/ 143764 w 143763"/>
                  <a:gd name="csY2" fmla="*/ 268605 h 268605"/>
                  <a:gd name="csX3" fmla="*/ 143764 w 143763"/>
                  <a:gd name="csY3" fmla="*/ 0 h 268605"/>
                  <a:gd name="csX4" fmla="*/ 0 w 143763"/>
                  <a:gd name="csY4" fmla="*/ 0 h 268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268605">
                    <a:moveTo>
                      <a:pt x="0" y="0"/>
                    </a:moveTo>
                    <a:lnTo>
                      <a:pt x="0" y="268605"/>
                    </a:lnTo>
                    <a:lnTo>
                      <a:pt x="143764" y="268605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3" name="Freeform 4782">
                <a:extLst>
                  <a:ext uri="{FF2B5EF4-FFF2-40B4-BE49-F238E27FC236}">
                    <a16:creationId xmlns:a16="http://schemas.microsoft.com/office/drawing/2014/main" id="{CCD67A95-4FB7-9F3B-D545-81BAB6CB6CCF}"/>
                  </a:ext>
                </a:extLst>
              </p:cNvPr>
              <p:cNvSpPr/>
              <p:nvPr/>
            </p:nvSpPr>
            <p:spPr>
              <a:xfrm>
                <a:off x="7321125" y="1345804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4" name="Freeform 4783">
                <a:extLst>
                  <a:ext uri="{FF2B5EF4-FFF2-40B4-BE49-F238E27FC236}">
                    <a16:creationId xmlns:a16="http://schemas.microsoft.com/office/drawing/2014/main" id="{3E3C2CAD-ECB7-D9A4-10C6-75B4F6088C3E}"/>
                  </a:ext>
                </a:extLst>
              </p:cNvPr>
              <p:cNvSpPr/>
              <p:nvPr/>
            </p:nvSpPr>
            <p:spPr>
              <a:xfrm>
                <a:off x="7632529" y="1049005"/>
                <a:ext cx="12700" cy="46482"/>
              </a:xfrm>
              <a:custGeom>
                <a:avLst/>
                <a:gdLst>
                  <a:gd name="csX0" fmla="*/ 0 w 12700"/>
                  <a:gd name="csY0" fmla="*/ 46482 h 46482"/>
                  <a:gd name="csX1" fmla="*/ 0 w 12700"/>
                  <a:gd name="csY1" fmla="*/ 0 h 464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6482">
                    <a:moveTo>
                      <a:pt x="0" y="46482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5" name="Freeform 4784">
                <a:extLst>
                  <a:ext uri="{FF2B5EF4-FFF2-40B4-BE49-F238E27FC236}">
                    <a16:creationId xmlns:a16="http://schemas.microsoft.com/office/drawing/2014/main" id="{A81C4559-A3A8-4495-16E9-F822E256E0A7}"/>
                  </a:ext>
                </a:extLst>
              </p:cNvPr>
              <p:cNvSpPr/>
              <p:nvPr/>
            </p:nvSpPr>
            <p:spPr>
              <a:xfrm>
                <a:off x="7632529" y="1249284"/>
                <a:ext cx="12700" cy="13461"/>
              </a:xfrm>
              <a:custGeom>
                <a:avLst/>
                <a:gdLst>
                  <a:gd name="csX0" fmla="*/ 0 w 12700"/>
                  <a:gd name="csY0" fmla="*/ 0 h 13461"/>
                  <a:gd name="csX1" fmla="*/ 0 w 12700"/>
                  <a:gd name="csY1" fmla="*/ 13462 h 134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461">
                    <a:moveTo>
                      <a:pt x="0" y="0"/>
                    </a:moveTo>
                    <a:lnTo>
                      <a:pt x="0" y="13462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6" name="Freeform 4785">
                <a:extLst>
                  <a:ext uri="{FF2B5EF4-FFF2-40B4-BE49-F238E27FC236}">
                    <a16:creationId xmlns:a16="http://schemas.microsoft.com/office/drawing/2014/main" id="{D4426CF4-4318-A201-ED64-F5A9ED079728}"/>
                  </a:ext>
                </a:extLst>
              </p:cNvPr>
              <p:cNvSpPr/>
              <p:nvPr/>
            </p:nvSpPr>
            <p:spPr>
              <a:xfrm>
                <a:off x="7560647" y="1095486"/>
                <a:ext cx="143763" cy="153797"/>
              </a:xfrm>
              <a:custGeom>
                <a:avLst/>
                <a:gdLst>
                  <a:gd name="csX0" fmla="*/ 0 w 143763"/>
                  <a:gd name="csY0" fmla="*/ 0 h 153797"/>
                  <a:gd name="csX1" fmla="*/ 0 w 143763"/>
                  <a:gd name="csY1" fmla="*/ 153797 h 153797"/>
                  <a:gd name="csX2" fmla="*/ 143764 w 143763"/>
                  <a:gd name="csY2" fmla="*/ 153797 h 153797"/>
                  <a:gd name="csX3" fmla="*/ 143764 w 143763"/>
                  <a:gd name="csY3" fmla="*/ 0 h 153797"/>
                  <a:gd name="csX4" fmla="*/ 0 w 143763"/>
                  <a:gd name="csY4" fmla="*/ 0 h 153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53797">
                    <a:moveTo>
                      <a:pt x="0" y="0"/>
                    </a:moveTo>
                    <a:lnTo>
                      <a:pt x="0" y="153797"/>
                    </a:lnTo>
                    <a:lnTo>
                      <a:pt x="143764" y="153797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7" name="Freeform 4786">
                <a:extLst>
                  <a:ext uri="{FF2B5EF4-FFF2-40B4-BE49-F238E27FC236}">
                    <a16:creationId xmlns:a16="http://schemas.microsoft.com/office/drawing/2014/main" id="{E7A3331A-B9B0-1C03-D257-155A916608AF}"/>
                  </a:ext>
                </a:extLst>
              </p:cNvPr>
              <p:cNvSpPr/>
              <p:nvPr/>
            </p:nvSpPr>
            <p:spPr>
              <a:xfrm>
                <a:off x="7560647" y="1113902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8" name="Freeform 4787">
                <a:extLst>
                  <a:ext uri="{FF2B5EF4-FFF2-40B4-BE49-F238E27FC236}">
                    <a16:creationId xmlns:a16="http://schemas.microsoft.com/office/drawing/2014/main" id="{972F93F5-6509-59BA-D7A3-43C9E3D4CA64}"/>
                  </a:ext>
                </a:extLst>
              </p:cNvPr>
              <p:cNvSpPr/>
              <p:nvPr/>
            </p:nvSpPr>
            <p:spPr>
              <a:xfrm>
                <a:off x="7872051" y="1202548"/>
                <a:ext cx="12700" cy="86233"/>
              </a:xfrm>
              <a:custGeom>
                <a:avLst/>
                <a:gdLst>
                  <a:gd name="csX0" fmla="*/ 0 w 12700"/>
                  <a:gd name="csY0" fmla="*/ 86233 h 86233"/>
                  <a:gd name="csX1" fmla="*/ 0 w 12700"/>
                  <a:gd name="csY1" fmla="*/ 0 h 862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6233">
                    <a:moveTo>
                      <a:pt x="0" y="86233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89" name="Freeform 4788">
                <a:extLst>
                  <a:ext uri="{FF2B5EF4-FFF2-40B4-BE49-F238E27FC236}">
                    <a16:creationId xmlns:a16="http://schemas.microsoft.com/office/drawing/2014/main" id="{0032C684-91ED-62AB-1EDD-93E6FFF1E6D5}"/>
                  </a:ext>
                </a:extLst>
              </p:cNvPr>
              <p:cNvSpPr/>
              <p:nvPr/>
            </p:nvSpPr>
            <p:spPr>
              <a:xfrm>
                <a:off x="7872051" y="1461374"/>
                <a:ext cx="12700" cy="86233"/>
              </a:xfrm>
              <a:custGeom>
                <a:avLst/>
                <a:gdLst>
                  <a:gd name="csX0" fmla="*/ 0 w 12700"/>
                  <a:gd name="csY0" fmla="*/ 0 h 86233"/>
                  <a:gd name="csX1" fmla="*/ 0 w 12700"/>
                  <a:gd name="csY1" fmla="*/ 86233 h 862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6233">
                    <a:moveTo>
                      <a:pt x="0" y="0"/>
                    </a:moveTo>
                    <a:lnTo>
                      <a:pt x="0" y="86233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0" name="Freeform 4789">
                <a:extLst>
                  <a:ext uri="{FF2B5EF4-FFF2-40B4-BE49-F238E27FC236}">
                    <a16:creationId xmlns:a16="http://schemas.microsoft.com/office/drawing/2014/main" id="{EB2376F3-AB55-B0C5-45DD-141D9FB8611A}"/>
                  </a:ext>
                </a:extLst>
              </p:cNvPr>
              <p:cNvSpPr/>
              <p:nvPr/>
            </p:nvSpPr>
            <p:spPr>
              <a:xfrm>
                <a:off x="7800169" y="1288781"/>
                <a:ext cx="143763" cy="172592"/>
              </a:xfrm>
              <a:custGeom>
                <a:avLst/>
                <a:gdLst>
                  <a:gd name="csX0" fmla="*/ 0 w 143763"/>
                  <a:gd name="csY0" fmla="*/ 0 h 172592"/>
                  <a:gd name="csX1" fmla="*/ 0 w 143763"/>
                  <a:gd name="csY1" fmla="*/ 172593 h 172592"/>
                  <a:gd name="csX2" fmla="*/ 143764 w 143763"/>
                  <a:gd name="csY2" fmla="*/ 172593 h 172592"/>
                  <a:gd name="csX3" fmla="*/ 143764 w 143763"/>
                  <a:gd name="csY3" fmla="*/ 0 h 172592"/>
                  <a:gd name="csX4" fmla="*/ 0 w 143763"/>
                  <a:gd name="csY4" fmla="*/ 0 h 1725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72592">
                    <a:moveTo>
                      <a:pt x="0" y="0"/>
                    </a:moveTo>
                    <a:lnTo>
                      <a:pt x="0" y="172593"/>
                    </a:lnTo>
                    <a:lnTo>
                      <a:pt x="143764" y="172593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1" name="Freeform 4790">
                <a:extLst>
                  <a:ext uri="{FF2B5EF4-FFF2-40B4-BE49-F238E27FC236}">
                    <a16:creationId xmlns:a16="http://schemas.microsoft.com/office/drawing/2014/main" id="{3D4BCF60-DA8F-6A19-C056-660C44CB9891}"/>
                  </a:ext>
                </a:extLst>
              </p:cNvPr>
              <p:cNvSpPr/>
              <p:nvPr/>
            </p:nvSpPr>
            <p:spPr>
              <a:xfrm>
                <a:off x="7800169" y="1375014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2" name="Freeform 4791">
                <a:extLst>
                  <a:ext uri="{FF2B5EF4-FFF2-40B4-BE49-F238E27FC236}">
                    <a16:creationId xmlns:a16="http://schemas.microsoft.com/office/drawing/2014/main" id="{554E27C9-D1E6-F108-3B94-5FFF33A668B5}"/>
                  </a:ext>
                </a:extLst>
              </p:cNvPr>
              <p:cNvSpPr/>
              <p:nvPr/>
            </p:nvSpPr>
            <p:spPr>
              <a:xfrm>
                <a:off x="8351095" y="1182355"/>
                <a:ext cx="12700" cy="102997"/>
              </a:xfrm>
              <a:custGeom>
                <a:avLst/>
                <a:gdLst>
                  <a:gd name="csX0" fmla="*/ 0 w 12700"/>
                  <a:gd name="csY0" fmla="*/ 102997 h 102997"/>
                  <a:gd name="csX1" fmla="*/ 0 w 12700"/>
                  <a:gd name="csY1" fmla="*/ 0 h 102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2997">
                    <a:moveTo>
                      <a:pt x="0" y="102997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3" name="Freeform 4792">
                <a:extLst>
                  <a:ext uri="{FF2B5EF4-FFF2-40B4-BE49-F238E27FC236}">
                    <a16:creationId xmlns:a16="http://schemas.microsoft.com/office/drawing/2014/main" id="{6FE2A53E-E15A-955E-86E3-C8C912381120}"/>
                  </a:ext>
                </a:extLst>
              </p:cNvPr>
              <p:cNvSpPr/>
              <p:nvPr/>
            </p:nvSpPr>
            <p:spPr>
              <a:xfrm>
                <a:off x="8351095" y="1403843"/>
                <a:ext cx="12700" cy="156210"/>
              </a:xfrm>
              <a:custGeom>
                <a:avLst/>
                <a:gdLst>
                  <a:gd name="csX0" fmla="*/ 0 w 12700"/>
                  <a:gd name="csY0" fmla="*/ 0 h 156210"/>
                  <a:gd name="csX1" fmla="*/ 0 w 12700"/>
                  <a:gd name="csY1" fmla="*/ 156210 h 1562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56210">
                    <a:moveTo>
                      <a:pt x="0" y="0"/>
                    </a:moveTo>
                    <a:lnTo>
                      <a:pt x="0" y="15621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4" name="Freeform 4793">
                <a:extLst>
                  <a:ext uri="{FF2B5EF4-FFF2-40B4-BE49-F238E27FC236}">
                    <a16:creationId xmlns:a16="http://schemas.microsoft.com/office/drawing/2014/main" id="{E80D6AD9-01AA-AD79-CD48-9F52048CB596}"/>
                  </a:ext>
                </a:extLst>
              </p:cNvPr>
              <p:cNvSpPr/>
              <p:nvPr/>
            </p:nvSpPr>
            <p:spPr>
              <a:xfrm>
                <a:off x="8279213" y="1285351"/>
                <a:ext cx="143636" cy="118491"/>
              </a:xfrm>
              <a:custGeom>
                <a:avLst/>
                <a:gdLst>
                  <a:gd name="csX0" fmla="*/ 0 w 143636"/>
                  <a:gd name="csY0" fmla="*/ 0 h 118491"/>
                  <a:gd name="csX1" fmla="*/ 0 w 143636"/>
                  <a:gd name="csY1" fmla="*/ 118491 h 118491"/>
                  <a:gd name="csX2" fmla="*/ 143637 w 143636"/>
                  <a:gd name="csY2" fmla="*/ 118491 h 118491"/>
                  <a:gd name="csX3" fmla="*/ 143637 w 143636"/>
                  <a:gd name="csY3" fmla="*/ 0 h 118491"/>
                  <a:gd name="csX4" fmla="*/ 0 w 143636"/>
                  <a:gd name="csY4" fmla="*/ 0 h 1184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636" h="118491">
                    <a:moveTo>
                      <a:pt x="0" y="0"/>
                    </a:moveTo>
                    <a:lnTo>
                      <a:pt x="0" y="118491"/>
                    </a:lnTo>
                    <a:lnTo>
                      <a:pt x="143637" y="118491"/>
                    </a:lnTo>
                    <a:lnTo>
                      <a:pt x="1436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5" name="Freeform 4794">
                <a:extLst>
                  <a:ext uri="{FF2B5EF4-FFF2-40B4-BE49-F238E27FC236}">
                    <a16:creationId xmlns:a16="http://schemas.microsoft.com/office/drawing/2014/main" id="{A5EA7B07-C78C-A2DC-1DE5-CD2CDEFA17DF}"/>
                  </a:ext>
                </a:extLst>
              </p:cNvPr>
              <p:cNvSpPr/>
              <p:nvPr/>
            </p:nvSpPr>
            <p:spPr>
              <a:xfrm>
                <a:off x="8279213" y="1355964"/>
                <a:ext cx="143637" cy="12700"/>
              </a:xfrm>
              <a:custGeom>
                <a:avLst/>
                <a:gdLst>
                  <a:gd name="csX0" fmla="*/ 0 w 143637"/>
                  <a:gd name="csY0" fmla="*/ 0 h 12700"/>
                  <a:gd name="csX1" fmla="*/ 143637 w 14363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637" h="12700">
                    <a:moveTo>
                      <a:pt x="0" y="0"/>
                    </a:moveTo>
                    <a:lnTo>
                      <a:pt x="143637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6" name="Oval 4795">
                <a:extLst>
                  <a:ext uri="{FF2B5EF4-FFF2-40B4-BE49-F238E27FC236}">
                    <a16:creationId xmlns:a16="http://schemas.microsoft.com/office/drawing/2014/main" id="{C18D5DFD-5659-F262-3E68-3C08558B54DB}"/>
                  </a:ext>
                </a:extLst>
              </p:cNvPr>
              <p:cNvSpPr/>
              <p:nvPr/>
            </p:nvSpPr>
            <p:spPr>
              <a:xfrm>
                <a:off x="7873829" y="152893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7" name="Oval 4796">
                <a:extLst>
                  <a:ext uri="{FF2B5EF4-FFF2-40B4-BE49-F238E27FC236}">
                    <a16:creationId xmlns:a16="http://schemas.microsoft.com/office/drawing/2014/main" id="{48AE7292-17E0-AAA6-50C1-DBAF9014D2A1}"/>
                  </a:ext>
                </a:extLst>
              </p:cNvPr>
              <p:cNvSpPr/>
              <p:nvPr/>
            </p:nvSpPr>
            <p:spPr>
              <a:xfrm>
                <a:off x="7635450" y="123442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8" name="Oval 4797">
                <a:extLst>
                  <a:ext uri="{FF2B5EF4-FFF2-40B4-BE49-F238E27FC236}">
                    <a16:creationId xmlns:a16="http://schemas.microsoft.com/office/drawing/2014/main" id="{91657738-9C17-8560-7414-571CF235164B}"/>
                  </a:ext>
                </a:extLst>
              </p:cNvPr>
              <p:cNvSpPr/>
              <p:nvPr/>
            </p:nvSpPr>
            <p:spPr>
              <a:xfrm>
                <a:off x="7604208" y="124522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799" name="Oval 4798">
                <a:extLst>
                  <a:ext uri="{FF2B5EF4-FFF2-40B4-BE49-F238E27FC236}">
                    <a16:creationId xmlns:a16="http://schemas.microsoft.com/office/drawing/2014/main" id="{84C0E137-B4B6-52D0-BE05-1963703AD2CE}"/>
                  </a:ext>
                </a:extLst>
              </p:cNvPr>
              <p:cNvSpPr/>
              <p:nvPr/>
            </p:nvSpPr>
            <p:spPr>
              <a:xfrm>
                <a:off x="8348809" y="125576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0" name="Oval 6719">
                <a:extLst>
                  <a:ext uri="{FF2B5EF4-FFF2-40B4-BE49-F238E27FC236}">
                    <a16:creationId xmlns:a16="http://schemas.microsoft.com/office/drawing/2014/main" id="{73C1FF5E-C072-23DD-9AD5-F24451C59886}"/>
                  </a:ext>
                </a:extLst>
              </p:cNvPr>
              <p:cNvSpPr/>
              <p:nvPr/>
            </p:nvSpPr>
            <p:spPr>
              <a:xfrm>
                <a:off x="7381831" y="161364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1" name="Oval 6720">
                <a:extLst>
                  <a:ext uri="{FF2B5EF4-FFF2-40B4-BE49-F238E27FC236}">
                    <a16:creationId xmlns:a16="http://schemas.microsoft.com/office/drawing/2014/main" id="{65A903AF-FA7B-C228-E973-637FB1583BFB}"/>
                  </a:ext>
                </a:extLst>
              </p:cNvPr>
              <p:cNvSpPr/>
              <p:nvPr/>
            </p:nvSpPr>
            <p:spPr>
              <a:xfrm>
                <a:off x="8333950" y="1389365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2" name="Oval 6721">
                <a:extLst>
                  <a:ext uri="{FF2B5EF4-FFF2-40B4-BE49-F238E27FC236}">
                    <a16:creationId xmlns:a16="http://schemas.microsoft.com/office/drawing/2014/main" id="{D16D83F5-AF57-430B-74E8-C204F41945E7}"/>
                  </a:ext>
                </a:extLst>
              </p:cNvPr>
              <p:cNvSpPr/>
              <p:nvPr/>
            </p:nvSpPr>
            <p:spPr>
              <a:xfrm>
                <a:off x="7386276" y="132497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3" name="Oval 6722">
                <a:extLst>
                  <a:ext uri="{FF2B5EF4-FFF2-40B4-BE49-F238E27FC236}">
                    <a16:creationId xmlns:a16="http://schemas.microsoft.com/office/drawing/2014/main" id="{96714E42-41EF-1A90-F9FF-428AAAEA883B}"/>
                  </a:ext>
                </a:extLst>
              </p:cNvPr>
              <p:cNvSpPr/>
              <p:nvPr/>
            </p:nvSpPr>
            <p:spPr>
              <a:xfrm>
                <a:off x="8315535" y="154163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4" name="Oval 6723">
                <a:extLst>
                  <a:ext uri="{FF2B5EF4-FFF2-40B4-BE49-F238E27FC236}">
                    <a16:creationId xmlns:a16="http://schemas.microsoft.com/office/drawing/2014/main" id="{4F538B17-FC7C-EFD3-124C-37A39F903B2F}"/>
                  </a:ext>
                </a:extLst>
              </p:cNvPr>
              <p:cNvSpPr/>
              <p:nvPr/>
            </p:nvSpPr>
            <p:spPr>
              <a:xfrm>
                <a:off x="7382466" y="164323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5" name="Oval 6724">
                <a:extLst>
                  <a:ext uri="{FF2B5EF4-FFF2-40B4-BE49-F238E27FC236}">
                    <a16:creationId xmlns:a16="http://schemas.microsoft.com/office/drawing/2014/main" id="{D97B629D-08B2-ACC9-3B17-380E9A19C904}"/>
                  </a:ext>
                </a:extLst>
              </p:cNvPr>
              <p:cNvSpPr/>
              <p:nvPr/>
            </p:nvSpPr>
            <p:spPr>
              <a:xfrm>
                <a:off x="8342840" y="116394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6" name="Oval 6725">
                <a:extLst>
                  <a:ext uri="{FF2B5EF4-FFF2-40B4-BE49-F238E27FC236}">
                    <a16:creationId xmlns:a16="http://schemas.microsoft.com/office/drawing/2014/main" id="{CFF729F2-58B8-E45F-DBB2-18FA9232695E}"/>
                  </a:ext>
                </a:extLst>
              </p:cNvPr>
              <p:cNvSpPr/>
              <p:nvPr/>
            </p:nvSpPr>
            <p:spPr>
              <a:xfrm>
                <a:off x="7372941" y="124941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7" name="Oval 6726">
                <a:extLst>
                  <a:ext uri="{FF2B5EF4-FFF2-40B4-BE49-F238E27FC236}">
                    <a16:creationId xmlns:a16="http://schemas.microsoft.com/office/drawing/2014/main" id="{5E923EA8-1313-0303-0216-059FA6422763}"/>
                  </a:ext>
                </a:extLst>
              </p:cNvPr>
              <p:cNvSpPr/>
              <p:nvPr/>
            </p:nvSpPr>
            <p:spPr>
              <a:xfrm>
                <a:off x="8343475" y="1373617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8" name="Oval 6727">
                <a:extLst>
                  <a:ext uri="{FF2B5EF4-FFF2-40B4-BE49-F238E27FC236}">
                    <a16:creationId xmlns:a16="http://schemas.microsoft.com/office/drawing/2014/main" id="{C5092BB3-F526-6B01-AFF8-15D2BDFC7DAF}"/>
                  </a:ext>
                </a:extLst>
              </p:cNvPr>
              <p:cNvSpPr/>
              <p:nvPr/>
            </p:nvSpPr>
            <p:spPr>
              <a:xfrm>
                <a:off x="7395801" y="133119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29" name="Oval 6728">
                <a:extLst>
                  <a:ext uri="{FF2B5EF4-FFF2-40B4-BE49-F238E27FC236}">
                    <a16:creationId xmlns:a16="http://schemas.microsoft.com/office/drawing/2014/main" id="{F26B3B89-08D4-DE0F-65CF-7927F8A69AB6}"/>
                  </a:ext>
                </a:extLst>
              </p:cNvPr>
              <p:cNvSpPr/>
              <p:nvPr/>
            </p:nvSpPr>
            <p:spPr>
              <a:xfrm>
                <a:off x="7602811" y="10305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0" name="Oval 6729">
                <a:extLst>
                  <a:ext uri="{FF2B5EF4-FFF2-40B4-BE49-F238E27FC236}">
                    <a16:creationId xmlns:a16="http://schemas.microsoft.com/office/drawing/2014/main" id="{A2E6DA40-F9B7-C0E5-5873-317B02E5B9E2}"/>
                  </a:ext>
                </a:extLst>
              </p:cNvPr>
              <p:cNvSpPr/>
              <p:nvPr/>
            </p:nvSpPr>
            <p:spPr>
              <a:xfrm>
                <a:off x="8331156" y="1302497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1" name="Oval 6730">
                <a:extLst>
                  <a:ext uri="{FF2B5EF4-FFF2-40B4-BE49-F238E27FC236}">
                    <a16:creationId xmlns:a16="http://schemas.microsoft.com/office/drawing/2014/main" id="{39EFBD4D-18EF-7DED-2977-800F8F2085D2}"/>
                  </a:ext>
                </a:extLst>
              </p:cNvPr>
              <p:cNvSpPr/>
              <p:nvPr/>
            </p:nvSpPr>
            <p:spPr>
              <a:xfrm>
                <a:off x="7396055" y="125766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2" name="Oval 6731">
                <a:extLst>
                  <a:ext uri="{FF2B5EF4-FFF2-40B4-BE49-F238E27FC236}">
                    <a16:creationId xmlns:a16="http://schemas.microsoft.com/office/drawing/2014/main" id="{BFB0C6AB-6B78-8112-B28B-6F0CB2960DAD}"/>
                  </a:ext>
                </a:extLst>
              </p:cNvPr>
              <p:cNvSpPr/>
              <p:nvPr/>
            </p:nvSpPr>
            <p:spPr>
              <a:xfrm>
                <a:off x="7876877" y="118400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3" name="Oval 6732">
                <a:extLst>
                  <a:ext uri="{FF2B5EF4-FFF2-40B4-BE49-F238E27FC236}">
                    <a16:creationId xmlns:a16="http://schemas.microsoft.com/office/drawing/2014/main" id="{14549BAD-4DE1-AEF7-C039-502A8938946D}"/>
                  </a:ext>
                </a:extLst>
              </p:cNvPr>
              <p:cNvSpPr/>
              <p:nvPr/>
            </p:nvSpPr>
            <p:spPr>
              <a:xfrm>
                <a:off x="7596207" y="109574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4" name="Oval 6733">
                <a:extLst>
                  <a:ext uri="{FF2B5EF4-FFF2-40B4-BE49-F238E27FC236}">
                    <a16:creationId xmlns:a16="http://schemas.microsoft.com/office/drawing/2014/main" id="{A7810D5D-2D98-C474-E54A-7810F4072CE3}"/>
                  </a:ext>
                </a:extLst>
              </p:cNvPr>
              <p:cNvSpPr/>
              <p:nvPr/>
            </p:nvSpPr>
            <p:spPr>
              <a:xfrm>
                <a:off x="7613225" y="122782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5" name="Oval 6734">
                <a:extLst>
                  <a:ext uri="{FF2B5EF4-FFF2-40B4-BE49-F238E27FC236}">
                    <a16:creationId xmlns:a16="http://schemas.microsoft.com/office/drawing/2014/main" id="{BA48086D-E490-2018-ACCB-717397AB21C0}"/>
                  </a:ext>
                </a:extLst>
              </p:cNvPr>
              <p:cNvSpPr/>
              <p:nvPr/>
            </p:nvSpPr>
            <p:spPr>
              <a:xfrm>
                <a:off x="8096333" y="120877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6" name="Oval 6735">
                <a:extLst>
                  <a:ext uri="{FF2B5EF4-FFF2-40B4-BE49-F238E27FC236}">
                    <a16:creationId xmlns:a16="http://schemas.microsoft.com/office/drawing/2014/main" id="{27D4318C-885A-B626-AE87-D3BEEDB73458}"/>
                  </a:ext>
                </a:extLst>
              </p:cNvPr>
              <p:cNvSpPr/>
              <p:nvPr/>
            </p:nvSpPr>
            <p:spPr>
              <a:xfrm>
                <a:off x="7633799" y="107250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7" name="Oval 6736">
                <a:extLst>
                  <a:ext uri="{FF2B5EF4-FFF2-40B4-BE49-F238E27FC236}">
                    <a16:creationId xmlns:a16="http://schemas.microsoft.com/office/drawing/2014/main" id="{614BD3FB-738C-6B0C-E4D4-08A9A8646834}"/>
                  </a:ext>
                </a:extLst>
              </p:cNvPr>
              <p:cNvSpPr/>
              <p:nvPr/>
            </p:nvSpPr>
            <p:spPr>
              <a:xfrm>
                <a:off x="7597223" y="1082406"/>
                <a:ext cx="36068" cy="36067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38" name="TextBox 6737">
                <a:extLst>
                  <a:ext uri="{FF2B5EF4-FFF2-40B4-BE49-F238E27FC236}">
                    <a16:creationId xmlns:a16="http://schemas.microsoft.com/office/drawing/2014/main" id="{4F84485D-7B0F-8B11-CECA-FCF37B9984CF}"/>
                  </a:ext>
                </a:extLst>
              </p:cNvPr>
              <p:cNvSpPr txBox="1"/>
              <p:nvPr/>
            </p:nvSpPr>
            <p:spPr>
              <a:xfrm>
                <a:off x="7318728" y="735403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6739" name="Freeform 6738">
                <a:extLst>
                  <a:ext uri="{FF2B5EF4-FFF2-40B4-BE49-F238E27FC236}">
                    <a16:creationId xmlns:a16="http://schemas.microsoft.com/office/drawing/2014/main" id="{679DCA12-8F58-6A2B-AFE5-F172FBF98270}"/>
                  </a:ext>
                </a:extLst>
              </p:cNvPr>
              <p:cNvSpPr/>
              <p:nvPr/>
            </p:nvSpPr>
            <p:spPr>
              <a:xfrm>
                <a:off x="7393007" y="912861"/>
                <a:ext cx="215518" cy="12700"/>
              </a:xfrm>
              <a:custGeom>
                <a:avLst/>
                <a:gdLst>
                  <a:gd name="csX0" fmla="*/ 0 w 215518"/>
                  <a:gd name="csY0" fmla="*/ 0 h 12700"/>
                  <a:gd name="csX1" fmla="*/ 215519 w 21551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5518" h="12700">
                    <a:moveTo>
                      <a:pt x="0" y="0"/>
                    </a:moveTo>
                    <a:lnTo>
                      <a:pt x="215519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40" name="TextBox 6739">
                <a:extLst>
                  <a:ext uri="{FF2B5EF4-FFF2-40B4-BE49-F238E27FC236}">
                    <a16:creationId xmlns:a16="http://schemas.microsoft.com/office/drawing/2014/main" id="{0E751CAB-DB83-312F-BFC7-E5BFD1900957}"/>
                  </a:ext>
                </a:extLst>
              </p:cNvPr>
              <p:cNvSpPr txBox="1"/>
              <p:nvPr/>
            </p:nvSpPr>
            <p:spPr>
              <a:xfrm>
                <a:off x="7866533" y="735403"/>
                <a:ext cx="274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6741" name="Freeform 6740">
                <a:extLst>
                  <a:ext uri="{FF2B5EF4-FFF2-40B4-BE49-F238E27FC236}">
                    <a16:creationId xmlns:a16="http://schemas.microsoft.com/office/drawing/2014/main" id="{CD8FE91D-6AC9-D0F7-862D-CE360A16C342}"/>
                  </a:ext>
                </a:extLst>
              </p:cNvPr>
              <p:cNvSpPr/>
              <p:nvPr/>
            </p:nvSpPr>
            <p:spPr>
              <a:xfrm>
                <a:off x="7656532" y="912861"/>
                <a:ext cx="694563" cy="12700"/>
              </a:xfrm>
              <a:custGeom>
                <a:avLst/>
                <a:gdLst>
                  <a:gd name="csX0" fmla="*/ 0 w 694563"/>
                  <a:gd name="csY0" fmla="*/ 0 h 12700"/>
                  <a:gd name="csX1" fmla="*/ 694563 w 69456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4563" h="12700">
                    <a:moveTo>
                      <a:pt x="0" y="0"/>
                    </a:moveTo>
                    <a:lnTo>
                      <a:pt x="69456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42" name="TextBox 6741">
                <a:extLst>
                  <a:ext uri="{FF2B5EF4-FFF2-40B4-BE49-F238E27FC236}">
                    <a16:creationId xmlns:a16="http://schemas.microsoft.com/office/drawing/2014/main" id="{3CD6C672-E974-04C0-9349-A65A656D523B}"/>
                  </a:ext>
                </a:extLst>
              </p:cNvPr>
              <p:cNvSpPr txBox="1"/>
              <p:nvPr/>
            </p:nvSpPr>
            <p:spPr>
              <a:xfrm>
                <a:off x="7617814" y="635487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0.494</a:t>
                </a:r>
              </a:p>
            </p:txBody>
          </p:sp>
          <p:sp>
            <p:nvSpPr>
              <p:cNvPr id="6743" name="Freeform 6742">
                <a:extLst>
                  <a:ext uri="{FF2B5EF4-FFF2-40B4-BE49-F238E27FC236}">
                    <a16:creationId xmlns:a16="http://schemas.microsoft.com/office/drawing/2014/main" id="{473C9920-FDBA-BB9A-624A-482583D70FE9}"/>
                  </a:ext>
                </a:extLst>
              </p:cNvPr>
              <p:cNvSpPr/>
              <p:nvPr/>
            </p:nvSpPr>
            <p:spPr>
              <a:xfrm>
                <a:off x="7393007" y="776717"/>
                <a:ext cx="958088" cy="12700"/>
              </a:xfrm>
              <a:custGeom>
                <a:avLst/>
                <a:gdLst>
                  <a:gd name="csX0" fmla="*/ 0 w 958088"/>
                  <a:gd name="csY0" fmla="*/ 0 h 12700"/>
                  <a:gd name="csX1" fmla="*/ 958088 w 95808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8088" h="12700">
                    <a:moveTo>
                      <a:pt x="0" y="0"/>
                    </a:moveTo>
                    <a:lnTo>
                      <a:pt x="95808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6744" name="Graphic 161">
              <a:extLst>
                <a:ext uri="{FF2B5EF4-FFF2-40B4-BE49-F238E27FC236}">
                  <a16:creationId xmlns:a16="http://schemas.microsoft.com/office/drawing/2014/main" id="{DDD1E7C1-AC2B-E399-B5A8-28F968F2FB32}"/>
                </a:ext>
              </a:extLst>
            </p:cNvPr>
            <p:cNvGrpSpPr/>
            <p:nvPr/>
          </p:nvGrpSpPr>
          <p:grpSpPr>
            <a:xfrm>
              <a:off x="6873330" y="292978"/>
              <a:ext cx="1621401" cy="1663306"/>
              <a:chOff x="6873330" y="292978"/>
              <a:chExt cx="1621401" cy="1663306"/>
            </a:xfrm>
          </p:grpSpPr>
          <p:sp>
            <p:nvSpPr>
              <p:cNvPr id="6745" name="Freeform 6744">
                <a:extLst>
                  <a:ext uri="{FF2B5EF4-FFF2-40B4-BE49-F238E27FC236}">
                    <a16:creationId xmlns:a16="http://schemas.microsoft.com/office/drawing/2014/main" id="{9A08FD7B-AEFD-E3A9-E802-2AF8770311CF}"/>
                  </a:ext>
                </a:extLst>
              </p:cNvPr>
              <p:cNvSpPr/>
              <p:nvPr/>
            </p:nvSpPr>
            <p:spPr>
              <a:xfrm>
                <a:off x="7249369" y="595234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46" name="TextBox 6745">
                <a:extLst>
                  <a:ext uri="{FF2B5EF4-FFF2-40B4-BE49-F238E27FC236}">
                    <a16:creationId xmlns:a16="http://schemas.microsoft.com/office/drawing/2014/main" id="{2289F72E-DDC7-7897-E324-82E8CF0B79D2}"/>
                  </a:ext>
                </a:extLst>
              </p:cNvPr>
              <p:cNvSpPr txBox="1"/>
              <p:nvPr/>
            </p:nvSpPr>
            <p:spPr>
              <a:xfrm>
                <a:off x="6873330" y="1535841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0.12</a:t>
                </a:r>
              </a:p>
            </p:txBody>
          </p:sp>
          <p:sp>
            <p:nvSpPr>
              <p:cNvPr id="6747" name="TextBox 6746">
                <a:extLst>
                  <a:ext uri="{FF2B5EF4-FFF2-40B4-BE49-F238E27FC236}">
                    <a16:creationId xmlns:a16="http://schemas.microsoft.com/office/drawing/2014/main" id="{46229494-C825-978F-297E-737895E57F39}"/>
                  </a:ext>
                </a:extLst>
              </p:cNvPr>
              <p:cNvSpPr txBox="1"/>
              <p:nvPr/>
            </p:nvSpPr>
            <p:spPr>
              <a:xfrm>
                <a:off x="6873330" y="1273840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0.14</a:t>
                </a:r>
              </a:p>
            </p:txBody>
          </p:sp>
          <p:sp>
            <p:nvSpPr>
              <p:cNvPr id="6748" name="TextBox 6747">
                <a:extLst>
                  <a:ext uri="{FF2B5EF4-FFF2-40B4-BE49-F238E27FC236}">
                    <a16:creationId xmlns:a16="http://schemas.microsoft.com/office/drawing/2014/main" id="{845BDBCF-2B6E-713D-78F7-6EC417304FD2}"/>
                  </a:ext>
                </a:extLst>
              </p:cNvPr>
              <p:cNvSpPr txBox="1"/>
              <p:nvPr/>
            </p:nvSpPr>
            <p:spPr>
              <a:xfrm>
                <a:off x="6873330" y="1011966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0.16</a:t>
                </a:r>
              </a:p>
            </p:txBody>
          </p:sp>
          <p:sp>
            <p:nvSpPr>
              <p:cNvPr id="6749" name="TextBox 6748">
                <a:extLst>
                  <a:ext uri="{FF2B5EF4-FFF2-40B4-BE49-F238E27FC236}">
                    <a16:creationId xmlns:a16="http://schemas.microsoft.com/office/drawing/2014/main" id="{D88CAFEE-DA41-59FE-9818-424B77888631}"/>
                  </a:ext>
                </a:extLst>
              </p:cNvPr>
              <p:cNvSpPr txBox="1"/>
              <p:nvPr/>
            </p:nvSpPr>
            <p:spPr>
              <a:xfrm>
                <a:off x="6873330" y="749965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0.18</a:t>
                </a:r>
              </a:p>
            </p:txBody>
          </p:sp>
          <p:sp>
            <p:nvSpPr>
              <p:cNvPr id="6750" name="Freeform 6749">
                <a:extLst>
                  <a:ext uri="{FF2B5EF4-FFF2-40B4-BE49-F238E27FC236}">
                    <a16:creationId xmlns:a16="http://schemas.microsoft.com/office/drawing/2014/main" id="{4351C7F8-4952-B190-3BFA-E1D008FCB156}"/>
                  </a:ext>
                </a:extLst>
              </p:cNvPr>
              <p:cNvSpPr/>
              <p:nvPr/>
            </p:nvSpPr>
            <p:spPr>
              <a:xfrm>
                <a:off x="7214572" y="1642730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1" name="Freeform 6750">
                <a:extLst>
                  <a:ext uri="{FF2B5EF4-FFF2-40B4-BE49-F238E27FC236}">
                    <a16:creationId xmlns:a16="http://schemas.microsoft.com/office/drawing/2014/main" id="{86C2DB5C-1FAA-8575-BCD8-3E504C2E3F87}"/>
                  </a:ext>
                </a:extLst>
              </p:cNvPr>
              <p:cNvSpPr/>
              <p:nvPr/>
            </p:nvSpPr>
            <p:spPr>
              <a:xfrm>
                <a:off x="7214572" y="138072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2" name="Freeform 6751">
                <a:extLst>
                  <a:ext uri="{FF2B5EF4-FFF2-40B4-BE49-F238E27FC236}">
                    <a16:creationId xmlns:a16="http://schemas.microsoft.com/office/drawing/2014/main" id="{E769C211-9C61-8E18-52EA-637D61FF71EC}"/>
                  </a:ext>
                </a:extLst>
              </p:cNvPr>
              <p:cNvSpPr/>
              <p:nvPr/>
            </p:nvSpPr>
            <p:spPr>
              <a:xfrm>
                <a:off x="7214572" y="1118855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3" name="Freeform 6752">
                <a:extLst>
                  <a:ext uri="{FF2B5EF4-FFF2-40B4-BE49-F238E27FC236}">
                    <a16:creationId xmlns:a16="http://schemas.microsoft.com/office/drawing/2014/main" id="{3AEB305B-96F8-5AF3-4F17-16D57FCDDAB3}"/>
                  </a:ext>
                </a:extLst>
              </p:cNvPr>
              <p:cNvSpPr/>
              <p:nvPr/>
            </p:nvSpPr>
            <p:spPr>
              <a:xfrm>
                <a:off x="7214572" y="856853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4" name="Freeform 6753">
                <a:extLst>
                  <a:ext uri="{FF2B5EF4-FFF2-40B4-BE49-F238E27FC236}">
                    <a16:creationId xmlns:a16="http://schemas.microsoft.com/office/drawing/2014/main" id="{B94B2FB1-419F-9C2F-EA31-3CA373C31CA0}"/>
                  </a:ext>
                </a:extLst>
              </p:cNvPr>
              <p:cNvSpPr/>
              <p:nvPr/>
            </p:nvSpPr>
            <p:spPr>
              <a:xfrm>
                <a:off x="7249369" y="1729598"/>
                <a:ext cx="1245362" cy="12700"/>
              </a:xfrm>
              <a:custGeom>
                <a:avLst/>
                <a:gdLst>
                  <a:gd name="csX0" fmla="*/ 0 w 1245362"/>
                  <a:gd name="csY0" fmla="*/ 0 h 12700"/>
                  <a:gd name="csX1" fmla="*/ 1245362 w 124536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5362" h="12700">
                    <a:moveTo>
                      <a:pt x="0" y="0"/>
                    </a:moveTo>
                    <a:lnTo>
                      <a:pt x="124536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5" name="Freeform 6754">
                <a:extLst>
                  <a:ext uri="{FF2B5EF4-FFF2-40B4-BE49-F238E27FC236}">
                    <a16:creationId xmlns:a16="http://schemas.microsoft.com/office/drawing/2014/main" id="{091081C9-854B-F70F-B389-9562A75AAB88}"/>
                  </a:ext>
                </a:extLst>
              </p:cNvPr>
              <p:cNvSpPr/>
              <p:nvPr/>
            </p:nvSpPr>
            <p:spPr>
              <a:xfrm>
                <a:off x="7393007" y="172959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6" name="Freeform 6755">
                <a:extLst>
                  <a:ext uri="{FF2B5EF4-FFF2-40B4-BE49-F238E27FC236}">
                    <a16:creationId xmlns:a16="http://schemas.microsoft.com/office/drawing/2014/main" id="{140E5870-B225-F4F5-16A4-0DE4C8A22FEF}"/>
                  </a:ext>
                </a:extLst>
              </p:cNvPr>
              <p:cNvSpPr/>
              <p:nvPr/>
            </p:nvSpPr>
            <p:spPr>
              <a:xfrm>
                <a:off x="7632528" y="172959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7" name="Freeform 6756">
                <a:extLst>
                  <a:ext uri="{FF2B5EF4-FFF2-40B4-BE49-F238E27FC236}">
                    <a16:creationId xmlns:a16="http://schemas.microsoft.com/office/drawing/2014/main" id="{81DA5F7E-FA08-0828-41C2-F769D0FB8045}"/>
                  </a:ext>
                </a:extLst>
              </p:cNvPr>
              <p:cNvSpPr/>
              <p:nvPr/>
            </p:nvSpPr>
            <p:spPr>
              <a:xfrm>
                <a:off x="7872050" y="172959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8" name="Freeform 6757">
                <a:extLst>
                  <a:ext uri="{FF2B5EF4-FFF2-40B4-BE49-F238E27FC236}">
                    <a16:creationId xmlns:a16="http://schemas.microsoft.com/office/drawing/2014/main" id="{683EE125-E2BA-CA9D-4683-1870559D388A}"/>
                  </a:ext>
                </a:extLst>
              </p:cNvPr>
              <p:cNvSpPr/>
              <p:nvPr/>
            </p:nvSpPr>
            <p:spPr>
              <a:xfrm>
                <a:off x="8111572" y="172959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59" name="Freeform 6758">
                <a:extLst>
                  <a:ext uri="{FF2B5EF4-FFF2-40B4-BE49-F238E27FC236}">
                    <a16:creationId xmlns:a16="http://schemas.microsoft.com/office/drawing/2014/main" id="{BDE04A5F-428B-43F9-5B8D-9A8BF4B3CFC3}"/>
                  </a:ext>
                </a:extLst>
              </p:cNvPr>
              <p:cNvSpPr/>
              <p:nvPr/>
            </p:nvSpPr>
            <p:spPr>
              <a:xfrm>
                <a:off x="8351094" y="172959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61" name="TextBox 6760">
                <a:extLst>
                  <a:ext uri="{FF2B5EF4-FFF2-40B4-BE49-F238E27FC236}">
                    <a16:creationId xmlns:a16="http://schemas.microsoft.com/office/drawing/2014/main" id="{E9304F43-57E7-AF88-0A97-B6EF766EA211}"/>
                  </a:ext>
                </a:extLst>
              </p:cNvPr>
              <p:cNvSpPr txBox="1"/>
              <p:nvPr/>
            </p:nvSpPr>
            <p:spPr>
              <a:xfrm>
                <a:off x="7252583" y="1725452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6763" name="TextBox 6762">
                <a:extLst>
                  <a:ext uri="{FF2B5EF4-FFF2-40B4-BE49-F238E27FC236}">
                    <a16:creationId xmlns:a16="http://schemas.microsoft.com/office/drawing/2014/main" id="{E2EBA4EC-DADA-EE4D-0491-08F1FBD82624}"/>
                  </a:ext>
                </a:extLst>
              </p:cNvPr>
              <p:cNvSpPr txBox="1"/>
              <p:nvPr/>
            </p:nvSpPr>
            <p:spPr>
              <a:xfrm>
                <a:off x="7524165" y="1725452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6780" name="TextBox 6779">
                <a:extLst>
                  <a:ext uri="{FF2B5EF4-FFF2-40B4-BE49-F238E27FC236}">
                    <a16:creationId xmlns:a16="http://schemas.microsoft.com/office/drawing/2014/main" id="{3AEE5DF1-27A9-7287-1A15-AC5D8A9386B0}"/>
                  </a:ext>
                </a:extLst>
              </p:cNvPr>
              <p:cNvSpPr txBox="1"/>
              <p:nvPr/>
            </p:nvSpPr>
            <p:spPr>
              <a:xfrm>
                <a:off x="7731627" y="1725452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6782" name="TextBox 6781">
                <a:extLst>
                  <a:ext uri="{FF2B5EF4-FFF2-40B4-BE49-F238E27FC236}">
                    <a16:creationId xmlns:a16="http://schemas.microsoft.com/office/drawing/2014/main" id="{C7BBF9E1-6788-4168-399E-070D41DFF69D}"/>
                  </a:ext>
                </a:extLst>
              </p:cNvPr>
              <p:cNvSpPr txBox="1"/>
              <p:nvPr/>
            </p:nvSpPr>
            <p:spPr>
              <a:xfrm>
                <a:off x="7942295" y="1725452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6787" name="TextBox 6786">
                <a:extLst>
                  <a:ext uri="{FF2B5EF4-FFF2-40B4-BE49-F238E27FC236}">
                    <a16:creationId xmlns:a16="http://schemas.microsoft.com/office/drawing/2014/main" id="{59A5E0FC-5D42-062C-DE36-BF74DF30F474}"/>
                  </a:ext>
                </a:extLst>
              </p:cNvPr>
              <p:cNvSpPr txBox="1"/>
              <p:nvPr/>
            </p:nvSpPr>
            <p:spPr>
              <a:xfrm>
                <a:off x="8223495" y="1725452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6790" name="TextBox 6789">
                <a:extLst>
                  <a:ext uri="{FF2B5EF4-FFF2-40B4-BE49-F238E27FC236}">
                    <a16:creationId xmlns:a16="http://schemas.microsoft.com/office/drawing/2014/main" id="{7368F78C-44B6-FC4C-B164-9F1564C9F58E}"/>
                  </a:ext>
                </a:extLst>
              </p:cNvPr>
              <p:cNvSpPr txBox="1"/>
              <p:nvPr/>
            </p:nvSpPr>
            <p:spPr>
              <a:xfrm>
                <a:off x="7262291" y="292978"/>
                <a:ext cx="123085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axon guidance</a:t>
                </a:r>
              </a:p>
            </p:txBody>
          </p:sp>
        </p:grpSp>
      </p:grpSp>
      <p:grpSp>
        <p:nvGrpSpPr>
          <p:cNvPr id="6791" name="Graphic 163">
            <a:extLst>
              <a:ext uri="{FF2B5EF4-FFF2-40B4-BE49-F238E27FC236}">
                <a16:creationId xmlns:a16="http://schemas.microsoft.com/office/drawing/2014/main" id="{54436486-2DF2-71E1-4069-0B2726D8478D}"/>
              </a:ext>
            </a:extLst>
          </p:cNvPr>
          <p:cNvGrpSpPr/>
          <p:nvPr/>
        </p:nvGrpSpPr>
        <p:grpSpPr>
          <a:xfrm>
            <a:off x="4100825" y="4532618"/>
            <a:ext cx="1830670" cy="1836670"/>
            <a:chOff x="6263559" y="5072552"/>
            <a:chExt cx="1830670" cy="1836670"/>
          </a:xfrm>
        </p:grpSpPr>
        <p:sp>
          <p:nvSpPr>
            <p:cNvPr id="6792" name="Rectangle 6791">
              <a:extLst>
                <a:ext uri="{FF2B5EF4-FFF2-40B4-BE49-F238E27FC236}">
                  <a16:creationId xmlns:a16="http://schemas.microsoft.com/office/drawing/2014/main" id="{6DF37179-B640-77CF-B812-A7CCDFB27E57}"/>
                </a:ext>
              </a:extLst>
            </p:cNvPr>
            <p:cNvSpPr/>
            <p:nvPr/>
          </p:nvSpPr>
          <p:spPr>
            <a:xfrm>
              <a:off x="6265429" y="5080422"/>
              <a:ext cx="18288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793" name="Rectangle 6792">
              <a:extLst>
                <a:ext uri="{FF2B5EF4-FFF2-40B4-BE49-F238E27FC236}">
                  <a16:creationId xmlns:a16="http://schemas.microsoft.com/office/drawing/2014/main" id="{4A50ADA5-130D-899A-D6E3-047E2AD5A68F}"/>
                </a:ext>
              </a:extLst>
            </p:cNvPr>
            <p:cNvSpPr/>
            <p:nvPr/>
          </p:nvSpPr>
          <p:spPr>
            <a:xfrm>
              <a:off x="6265429" y="5080422"/>
              <a:ext cx="1828800" cy="1828800"/>
            </a:xfrm>
            <a:prstGeom prst="rect">
              <a:avLst/>
            </a:prstGeom>
            <a:solidFill>
              <a:srgbClr val="FFFFFF"/>
            </a:solidFill>
            <a:ln w="13589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grpSp>
          <p:nvGrpSpPr>
            <p:cNvPr id="6794" name="Graphic 163">
              <a:extLst>
                <a:ext uri="{FF2B5EF4-FFF2-40B4-BE49-F238E27FC236}">
                  <a16:creationId xmlns:a16="http://schemas.microsoft.com/office/drawing/2014/main" id="{8D4C96FA-4636-A45E-51DA-93CCCEBFEBE1}"/>
                </a:ext>
              </a:extLst>
            </p:cNvPr>
            <p:cNvGrpSpPr/>
            <p:nvPr/>
          </p:nvGrpSpPr>
          <p:grpSpPr>
            <a:xfrm>
              <a:off x="6776494" y="5374808"/>
              <a:ext cx="1248266" cy="1134490"/>
              <a:chOff x="6776494" y="5374808"/>
              <a:chExt cx="1248266" cy="1134490"/>
            </a:xfrm>
          </p:grpSpPr>
          <p:sp>
            <p:nvSpPr>
              <p:cNvPr id="6795" name="Rectangle 6794">
                <a:extLst>
                  <a:ext uri="{FF2B5EF4-FFF2-40B4-BE49-F238E27FC236}">
                    <a16:creationId xmlns:a16="http://schemas.microsoft.com/office/drawing/2014/main" id="{9D0DD3FD-0424-8D11-051E-9D3172713029}"/>
                  </a:ext>
                </a:extLst>
              </p:cNvPr>
              <p:cNvSpPr/>
              <p:nvPr/>
            </p:nvSpPr>
            <p:spPr>
              <a:xfrm>
                <a:off x="6779271" y="5374808"/>
                <a:ext cx="1245489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96" name="Freeform 6795">
                <a:extLst>
                  <a:ext uri="{FF2B5EF4-FFF2-40B4-BE49-F238E27FC236}">
                    <a16:creationId xmlns:a16="http://schemas.microsoft.com/office/drawing/2014/main" id="{F23AAA91-8EA6-499B-CA34-1A6A3DFB0F13}"/>
                  </a:ext>
                </a:extLst>
              </p:cNvPr>
              <p:cNvSpPr/>
              <p:nvPr/>
            </p:nvSpPr>
            <p:spPr>
              <a:xfrm>
                <a:off x="6922908" y="5945673"/>
                <a:ext cx="12700" cy="119761"/>
              </a:xfrm>
              <a:custGeom>
                <a:avLst/>
                <a:gdLst>
                  <a:gd name="csX0" fmla="*/ 0 w 12700"/>
                  <a:gd name="csY0" fmla="*/ 119761 h 119761"/>
                  <a:gd name="csX1" fmla="*/ 0 w 12700"/>
                  <a:gd name="csY1" fmla="*/ 0 h 1197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9761">
                    <a:moveTo>
                      <a:pt x="0" y="119761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97" name="Freeform 6796">
                <a:extLst>
                  <a:ext uri="{FF2B5EF4-FFF2-40B4-BE49-F238E27FC236}">
                    <a16:creationId xmlns:a16="http://schemas.microsoft.com/office/drawing/2014/main" id="{9308957C-E5D0-0E97-B125-2294094FCA95}"/>
                  </a:ext>
                </a:extLst>
              </p:cNvPr>
              <p:cNvSpPr/>
              <p:nvPr/>
            </p:nvSpPr>
            <p:spPr>
              <a:xfrm>
                <a:off x="6922908" y="6164494"/>
                <a:ext cx="12700" cy="24384"/>
              </a:xfrm>
              <a:custGeom>
                <a:avLst/>
                <a:gdLst>
                  <a:gd name="csX0" fmla="*/ 0 w 12700"/>
                  <a:gd name="csY0" fmla="*/ 0 h 24384"/>
                  <a:gd name="csX1" fmla="*/ 0 w 12700"/>
                  <a:gd name="csY1" fmla="*/ 24384 h 24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4384">
                    <a:moveTo>
                      <a:pt x="0" y="0"/>
                    </a:moveTo>
                    <a:lnTo>
                      <a:pt x="0" y="2438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98" name="Freeform 6797">
                <a:extLst>
                  <a:ext uri="{FF2B5EF4-FFF2-40B4-BE49-F238E27FC236}">
                    <a16:creationId xmlns:a16="http://schemas.microsoft.com/office/drawing/2014/main" id="{D865BE95-C3B9-39AE-7828-2C7EE7CD6F47}"/>
                  </a:ext>
                </a:extLst>
              </p:cNvPr>
              <p:cNvSpPr/>
              <p:nvPr/>
            </p:nvSpPr>
            <p:spPr>
              <a:xfrm>
                <a:off x="6851026" y="6065433"/>
                <a:ext cx="143763" cy="99060"/>
              </a:xfrm>
              <a:custGeom>
                <a:avLst/>
                <a:gdLst>
                  <a:gd name="csX0" fmla="*/ 0 w 143763"/>
                  <a:gd name="csY0" fmla="*/ 0 h 99060"/>
                  <a:gd name="csX1" fmla="*/ 0 w 143763"/>
                  <a:gd name="csY1" fmla="*/ 99060 h 99060"/>
                  <a:gd name="csX2" fmla="*/ 143764 w 143763"/>
                  <a:gd name="csY2" fmla="*/ 99060 h 99060"/>
                  <a:gd name="csX3" fmla="*/ 143764 w 143763"/>
                  <a:gd name="csY3" fmla="*/ 0 h 99060"/>
                  <a:gd name="csX4" fmla="*/ 0 w 143763"/>
                  <a:gd name="csY4" fmla="*/ 0 h 99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99060">
                    <a:moveTo>
                      <a:pt x="0" y="0"/>
                    </a:moveTo>
                    <a:lnTo>
                      <a:pt x="0" y="99060"/>
                    </a:lnTo>
                    <a:lnTo>
                      <a:pt x="143764" y="99060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799" name="Freeform 6798">
                <a:extLst>
                  <a:ext uri="{FF2B5EF4-FFF2-40B4-BE49-F238E27FC236}">
                    <a16:creationId xmlns:a16="http://schemas.microsoft.com/office/drawing/2014/main" id="{59B1DDB4-6118-EE57-296D-3ED30AD4AFFF}"/>
                  </a:ext>
                </a:extLst>
              </p:cNvPr>
              <p:cNvSpPr/>
              <p:nvPr/>
            </p:nvSpPr>
            <p:spPr>
              <a:xfrm>
                <a:off x="6851026" y="6118139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0" name="Freeform 6799">
                <a:extLst>
                  <a:ext uri="{FF2B5EF4-FFF2-40B4-BE49-F238E27FC236}">
                    <a16:creationId xmlns:a16="http://schemas.microsoft.com/office/drawing/2014/main" id="{6F53D297-E72C-E99E-80D2-A6F2E39F6B8E}"/>
                  </a:ext>
                </a:extLst>
              </p:cNvPr>
              <p:cNvSpPr/>
              <p:nvPr/>
            </p:nvSpPr>
            <p:spPr>
              <a:xfrm>
                <a:off x="7162430" y="5828579"/>
                <a:ext cx="12700" cy="89534"/>
              </a:xfrm>
              <a:custGeom>
                <a:avLst/>
                <a:gdLst>
                  <a:gd name="csX0" fmla="*/ 0 w 12700"/>
                  <a:gd name="csY0" fmla="*/ 89535 h 89534"/>
                  <a:gd name="csX1" fmla="*/ 0 w 12700"/>
                  <a:gd name="csY1" fmla="*/ 0 h 895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9534">
                    <a:moveTo>
                      <a:pt x="0" y="89535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1" name="Freeform 6800">
                <a:extLst>
                  <a:ext uri="{FF2B5EF4-FFF2-40B4-BE49-F238E27FC236}">
                    <a16:creationId xmlns:a16="http://schemas.microsoft.com/office/drawing/2014/main" id="{57DD3E57-2D28-4495-5ACC-F48B91A28513}"/>
                  </a:ext>
                </a:extLst>
              </p:cNvPr>
              <p:cNvSpPr/>
              <p:nvPr/>
            </p:nvSpPr>
            <p:spPr>
              <a:xfrm>
                <a:off x="7162430" y="6107979"/>
                <a:ext cx="12700" cy="41909"/>
              </a:xfrm>
              <a:custGeom>
                <a:avLst/>
                <a:gdLst>
                  <a:gd name="csX0" fmla="*/ 0 w 12700"/>
                  <a:gd name="csY0" fmla="*/ 0 h 41909"/>
                  <a:gd name="csX1" fmla="*/ 0 w 12700"/>
                  <a:gd name="csY1" fmla="*/ 41910 h 419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1909">
                    <a:moveTo>
                      <a:pt x="0" y="0"/>
                    </a:moveTo>
                    <a:lnTo>
                      <a:pt x="0" y="4191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2" name="Freeform 6801">
                <a:extLst>
                  <a:ext uri="{FF2B5EF4-FFF2-40B4-BE49-F238E27FC236}">
                    <a16:creationId xmlns:a16="http://schemas.microsoft.com/office/drawing/2014/main" id="{C28264A8-50BF-CA3C-1B46-A0FA524A3AAF}"/>
                  </a:ext>
                </a:extLst>
              </p:cNvPr>
              <p:cNvSpPr/>
              <p:nvPr/>
            </p:nvSpPr>
            <p:spPr>
              <a:xfrm>
                <a:off x="7090548" y="5918113"/>
                <a:ext cx="143763" cy="189865"/>
              </a:xfrm>
              <a:custGeom>
                <a:avLst/>
                <a:gdLst>
                  <a:gd name="csX0" fmla="*/ 0 w 143763"/>
                  <a:gd name="csY0" fmla="*/ 0 h 189865"/>
                  <a:gd name="csX1" fmla="*/ 0 w 143763"/>
                  <a:gd name="csY1" fmla="*/ 189865 h 189865"/>
                  <a:gd name="csX2" fmla="*/ 143764 w 143763"/>
                  <a:gd name="csY2" fmla="*/ 189865 h 189865"/>
                  <a:gd name="csX3" fmla="*/ 143764 w 143763"/>
                  <a:gd name="csY3" fmla="*/ 0 h 189865"/>
                  <a:gd name="csX4" fmla="*/ 0 w 143763"/>
                  <a:gd name="csY4" fmla="*/ 0 h 1898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189865">
                    <a:moveTo>
                      <a:pt x="0" y="0"/>
                    </a:moveTo>
                    <a:lnTo>
                      <a:pt x="0" y="189865"/>
                    </a:lnTo>
                    <a:lnTo>
                      <a:pt x="143764" y="189865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3" name="Freeform 6802">
                <a:extLst>
                  <a:ext uri="{FF2B5EF4-FFF2-40B4-BE49-F238E27FC236}">
                    <a16:creationId xmlns:a16="http://schemas.microsoft.com/office/drawing/2014/main" id="{D5D47096-A425-9A66-42F0-AB966AE4A467}"/>
                  </a:ext>
                </a:extLst>
              </p:cNvPr>
              <p:cNvSpPr/>
              <p:nvPr/>
            </p:nvSpPr>
            <p:spPr>
              <a:xfrm>
                <a:off x="7090548" y="5969803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4" name="Freeform 6803">
                <a:extLst>
                  <a:ext uri="{FF2B5EF4-FFF2-40B4-BE49-F238E27FC236}">
                    <a16:creationId xmlns:a16="http://schemas.microsoft.com/office/drawing/2014/main" id="{EC786232-77FB-60BF-5C73-69B334243C67}"/>
                  </a:ext>
                </a:extLst>
              </p:cNvPr>
              <p:cNvSpPr/>
              <p:nvPr/>
            </p:nvSpPr>
            <p:spPr>
              <a:xfrm>
                <a:off x="7401952" y="5869600"/>
                <a:ext cx="12700" cy="142875"/>
              </a:xfrm>
              <a:custGeom>
                <a:avLst/>
                <a:gdLst>
                  <a:gd name="csX0" fmla="*/ 0 w 12700"/>
                  <a:gd name="csY0" fmla="*/ 142875 h 142875"/>
                  <a:gd name="csX1" fmla="*/ 0 w 12700"/>
                  <a:gd name="csY1" fmla="*/ 0 h 1428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2875">
                    <a:moveTo>
                      <a:pt x="0" y="142875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5" name="Freeform 6804">
                <a:extLst>
                  <a:ext uri="{FF2B5EF4-FFF2-40B4-BE49-F238E27FC236}">
                    <a16:creationId xmlns:a16="http://schemas.microsoft.com/office/drawing/2014/main" id="{1C1CFC18-4487-13C3-2C53-123B8825A401}"/>
                  </a:ext>
                </a:extLst>
              </p:cNvPr>
              <p:cNvSpPr/>
              <p:nvPr/>
            </p:nvSpPr>
            <p:spPr>
              <a:xfrm>
                <a:off x="7401952" y="6298225"/>
                <a:ext cx="12700" cy="142875"/>
              </a:xfrm>
              <a:custGeom>
                <a:avLst/>
                <a:gdLst>
                  <a:gd name="csX0" fmla="*/ 0 w 12700"/>
                  <a:gd name="csY0" fmla="*/ 0 h 142875"/>
                  <a:gd name="csX1" fmla="*/ 0 w 12700"/>
                  <a:gd name="csY1" fmla="*/ 142875 h 1428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2875">
                    <a:moveTo>
                      <a:pt x="0" y="0"/>
                    </a:moveTo>
                    <a:lnTo>
                      <a:pt x="0" y="142875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6" name="Freeform 6805">
                <a:extLst>
                  <a:ext uri="{FF2B5EF4-FFF2-40B4-BE49-F238E27FC236}">
                    <a16:creationId xmlns:a16="http://schemas.microsoft.com/office/drawing/2014/main" id="{520E1362-7562-31FE-8698-AD6BAD7B2E51}"/>
                  </a:ext>
                </a:extLst>
              </p:cNvPr>
              <p:cNvSpPr/>
              <p:nvPr/>
            </p:nvSpPr>
            <p:spPr>
              <a:xfrm>
                <a:off x="7330070" y="6012474"/>
                <a:ext cx="143763" cy="285750"/>
              </a:xfrm>
              <a:custGeom>
                <a:avLst/>
                <a:gdLst>
                  <a:gd name="csX0" fmla="*/ 0 w 143763"/>
                  <a:gd name="csY0" fmla="*/ 0 h 285750"/>
                  <a:gd name="csX1" fmla="*/ 0 w 143763"/>
                  <a:gd name="csY1" fmla="*/ 285750 h 285750"/>
                  <a:gd name="csX2" fmla="*/ 143764 w 143763"/>
                  <a:gd name="csY2" fmla="*/ 285750 h 285750"/>
                  <a:gd name="csX3" fmla="*/ 143764 w 143763"/>
                  <a:gd name="csY3" fmla="*/ 0 h 285750"/>
                  <a:gd name="csX4" fmla="*/ 0 w 143763"/>
                  <a:gd name="csY4" fmla="*/ 0 h 2857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763" h="285750">
                    <a:moveTo>
                      <a:pt x="0" y="0"/>
                    </a:moveTo>
                    <a:lnTo>
                      <a:pt x="0" y="285750"/>
                    </a:lnTo>
                    <a:lnTo>
                      <a:pt x="143764" y="285750"/>
                    </a:lnTo>
                    <a:lnTo>
                      <a:pt x="1437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7" name="Freeform 6806">
                <a:extLst>
                  <a:ext uri="{FF2B5EF4-FFF2-40B4-BE49-F238E27FC236}">
                    <a16:creationId xmlns:a16="http://schemas.microsoft.com/office/drawing/2014/main" id="{36BF92FD-9060-7D22-743E-7ABA4BE68396}"/>
                  </a:ext>
                </a:extLst>
              </p:cNvPr>
              <p:cNvSpPr/>
              <p:nvPr/>
            </p:nvSpPr>
            <p:spPr>
              <a:xfrm>
                <a:off x="7330070" y="6155350"/>
                <a:ext cx="143764" cy="12700"/>
              </a:xfrm>
              <a:custGeom>
                <a:avLst/>
                <a:gdLst>
                  <a:gd name="csX0" fmla="*/ 0 w 143764"/>
                  <a:gd name="csY0" fmla="*/ 0 h 12700"/>
                  <a:gd name="csX1" fmla="*/ 143764 w 14376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764" h="12700">
                    <a:moveTo>
                      <a:pt x="0" y="0"/>
                    </a:moveTo>
                    <a:lnTo>
                      <a:pt x="143764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8" name="Freeform 6807">
                <a:extLst>
                  <a:ext uri="{FF2B5EF4-FFF2-40B4-BE49-F238E27FC236}">
                    <a16:creationId xmlns:a16="http://schemas.microsoft.com/office/drawing/2014/main" id="{1AFC617B-7B94-F6F5-261D-928B45B7327E}"/>
                  </a:ext>
                </a:extLst>
              </p:cNvPr>
              <p:cNvSpPr/>
              <p:nvPr/>
            </p:nvSpPr>
            <p:spPr>
              <a:xfrm>
                <a:off x="7880996" y="6052988"/>
                <a:ext cx="12700" cy="98043"/>
              </a:xfrm>
              <a:custGeom>
                <a:avLst/>
                <a:gdLst>
                  <a:gd name="csX0" fmla="*/ 0 w 12700"/>
                  <a:gd name="csY0" fmla="*/ 98044 h 98043"/>
                  <a:gd name="csX1" fmla="*/ 0 w 12700"/>
                  <a:gd name="csY1" fmla="*/ 0 h 980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8043">
                    <a:moveTo>
                      <a:pt x="0" y="98044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09" name="Freeform 6808">
                <a:extLst>
                  <a:ext uri="{FF2B5EF4-FFF2-40B4-BE49-F238E27FC236}">
                    <a16:creationId xmlns:a16="http://schemas.microsoft.com/office/drawing/2014/main" id="{F7984AF2-69C5-6569-AB51-0A6B8B715E2C}"/>
                  </a:ext>
                </a:extLst>
              </p:cNvPr>
              <p:cNvSpPr/>
              <p:nvPr/>
            </p:nvSpPr>
            <p:spPr>
              <a:xfrm>
                <a:off x="7880996" y="6297463"/>
                <a:ext cx="12700" cy="65405"/>
              </a:xfrm>
              <a:custGeom>
                <a:avLst/>
                <a:gdLst>
                  <a:gd name="csX0" fmla="*/ 0 w 12700"/>
                  <a:gd name="csY0" fmla="*/ 0 h 65405"/>
                  <a:gd name="csX1" fmla="*/ 0 w 12700"/>
                  <a:gd name="csY1" fmla="*/ 65405 h 654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5405">
                    <a:moveTo>
                      <a:pt x="0" y="0"/>
                    </a:moveTo>
                    <a:lnTo>
                      <a:pt x="0" y="65405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0" name="Freeform 6809">
                <a:extLst>
                  <a:ext uri="{FF2B5EF4-FFF2-40B4-BE49-F238E27FC236}">
                    <a16:creationId xmlns:a16="http://schemas.microsoft.com/office/drawing/2014/main" id="{9778F680-529A-2A0C-2A00-16539DF84B32}"/>
                  </a:ext>
                </a:extLst>
              </p:cNvPr>
              <p:cNvSpPr/>
              <p:nvPr/>
            </p:nvSpPr>
            <p:spPr>
              <a:xfrm>
                <a:off x="7809114" y="6151032"/>
                <a:ext cx="143636" cy="146430"/>
              </a:xfrm>
              <a:custGeom>
                <a:avLst/>
                <a:gdLst>
                  <a:gd name="csX0" fmla="*/ 0 w 143636"/>
                  <a:gd name="csY0" fmla="*/ 0 h 146430"/>
                  <a:gd name="csX1" fmla="*/ 0 w 143636"/>
                  <a:gd name="csY1" fmla="*/ 146431 h 146430"/>
                  <a:gd name="csX2" fmla="*/ 143637 w 143636"/>
                  <a:gd name="csY2" fmla="*/ 146431 h 146430"/>
                  <a:gd name="csX3" fmla="*/ 143637 w 143636"/>
                  <a:gd name="csY3" fmla="*/ 0 h 146430"/>
                  <a:gd name="csX4" fmla="*/ 0 w 143636"/>
                  <a:gd name="csY4" fmla="*/ 0 h 1464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3636" h="146430">
                    <a:moveTo>
                      <a:pt x="0" y="0"/>
                    </a:moveTo>
                    <a:lnTo>
                      <a:pt x="0" y="146431"/>
                    </a:lnTo>
                    <a:lnTo>
                      <a:pt x="143637" y="146431"/>
                    </a:lnTo>
                    <a:lnTo>
                      <a:pt x="14363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1" name="Freeform 6810">
                <a:extLst>
                  <a:ext uri="{FF2B5EF4-FFF2-40B4-BE49-F238E27FC236}">
                    <a16:creationId xmlns:a16="http://schemas.microsoft.com/office/drawing/2014/main" id="{138E2237-F303-B1DA-46B6-0BC36EFC342C}"/>
                  </a:ext>
                </a:extLst>
              </p:cNvPr>
              <p:cNvSpPr/>
              <p:nvPr/>
            </p:nvSpPr>
            <p:spPr>
              <a:xfrm>
                <a:off x="7809114" y="6246790"/>
                <a:ext cx="143637" cy="12700"/>
              </a:xfrm>
              <a:custGeom>
                <a:avLst/>
                <a:gdLst>
                  <a:gd name="csX0" fmla="*/ 0 w 143637"/>
                  <a:gd name="csY0" fmla="*/ 0 h 12700"/>
                  <a:gd name="csX1" fmla="*/ 143637 w 14363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637" h="12700">
                    <a:moveTo>
                      <a:pt x="0" y="0"/>
                    </a:moveTo>
                    <a:lnTo>
                      <a:pt x="143637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2" name="Oval 6811">
                <a:extLst>
                  <a:ext uri="{FF2B5EF4-FFF2-40B4-BE49-F238E27FC236}">
                    <a16:creationId xmlns:a16="http://schemas.microsoft.com/office/drawing/2014/main" id="{7582C7AB-DC51-6718-3026-93E08B238073}"/>
                  </a:ext>
                </a:extLst>
              </p:cNvPr>
              <p:cNvSpPr/>
              <p:nvPr/>
            </p:nvSpPr>
            <p:spPr>
              <a:xfrm>
                <a:off x="7403730" y="642293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3" name="Oval 6812">
                <a:extLst>
                  <a:ext uri="{FF2B5EF4-FFF2-40B4-BE49-F238E27FC236}">
                    <a16:creationId xmlns:a16="http://schemas.microsoft.com/office/drawing/2014/main" id="{F4D7B3BF-93CD-86F9-7D4A-D6A357BAEC01}"/>
                  </a:ext>
                </a:extLst>
              </p:cNvPr>
              <p:cNvSpPr/>
              <p:nvPr/>
            </p:nvSpPr>
            <p:spPr>
              <a:xfrm>
                <a:off x="7165351" y="587277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4" name="Oval 6813">
                <a:extLst>
                  <a:ext uri="{FF2B5EF4-FFF2-40B4-BE49-F238E27FC236}">
                    <a16:creationId xmlns:a16="http://schemas.microsoft.com/office/drawing/2014/main" id="{3BB964D4-C879-FB49-3591-98933ECD0FCA}"/>
                  </a:ext>
                </a:extLst>
              </p:cNvPr>
              <p:cNvSpPr/>
              <p:nvPr/>
            </p:nvSpPr>
            <p:spPr>
              <a:xfrm>
                <a:off x="7134109" y="581067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5" name="Oval 6814">
                <a:extLst>
                  <a:ext uri="{FF2B5EF4-FFF2-40B4-BE49-F238E27FC236}">
                    <a16:creationId xmlns:a16="http://schemas.microsoft.com/office/drawing/2014/main" id="{06A4F40E-2FEF-3214-8DCC-F43CF98FFE4E}"/>
                  </a:ext>
                </a:extLst>
              </p:cNvPr>
              <p:cNvSpPr/>
              <p:nvPr/>
            </p:nvSpPr>
            <p:spPr>
              <a:xfrm>
                <a:off x="7878710" y="6109503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6" name="Oval 6815">
                <a:extLst>
                  <a:ext uri="{FF2B5EF4-FFF2-40B4-BE49-F238E27FC236}">
                    <a16:creationId xmlns:a16="http://schemas.microsoft.com/office/drawing/2014/main" id="{21783D34-A23C-3E6E-C6C4-B07F1B633D7C}"/>
                  </a:ext>
                </a:extLst>
              </p:cNvPr>
              <p:cNvSpPr/>
              <p:nvPr/>
            </p:nvSpPr>
            <p:spPr>
              <a:xfrm>
                <a:off x="6911732" y="617084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7" name="Oval 6816">
                <a:extLst>
                  <a:ext uri="{FF2B5EF4-FFF2-40B4-BE49-F238E27FC236}">
                    <a16:creationId xmlns:a16="http://schemas.microsoft.com/office/drawing/2014/main" id="{A04A4E46-62B5-1CF1-D79E-63BC35ED1E3A}"/>
                  </a:ext>
                </a:extLst>
              </p:cNvPr>
              <p:cNvSpPr/>
              <p:nvPr/>
            </p:nvSpPr>
            <p:spPr>
              <a:xfrm>
                <a:off x="7863851" y="6287938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8" name="Oval 6817">
                <a:extLst>
                  <a:ext uri="{FF2B5EF4-FFF2-40B4-BE49-F238E27FC236}">
                    <a16:creationId xmlns:a16="http://schemas.microsoft.com/office/drawing/2014/main" id="{C6E33772-06E2-55EE-308A-9DBE506613AD}"/>
                  </a:ext>
                </a:extLst>
              </p:cNvPr>
              <p:cNvSpPr/>
              <p:nvPr/>
            </p:nvSpPr>
            <p:spPr>
              <a:xfrm>
                <a:off x="6916177" y="592763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19" name="Oval 6818">
                <a:extLst>
                  <a:ext uri="{FF2B5EF4-FFF2-40B4-BE49-F238E27FC236}">
                    <a16:creationId xmlns:a16="http://schemas.microsoft.com/office/drawing/2014/main" id="{AEE2B890-5DD0-0069-97BC-6A6004A9996B}"/>
                  </a:ext>
                </a:extLst>
              </p:cNvPr>
              <p:cNvSpPr/>
              <p:nvPr/>
            </p:nvSpPr>
            <p:spPr>
              <a:xfrm>
                <a:off x="7845436" y="634470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0" name="Oval 6819">
                <a:extLst>
                  <a:ext uri="{FF2B5EF4-FFF2-40B4-BE49-F238E27FC236}">
                    <a16:creationId xmlns:a16="http://schemas.microsoft.com/office/drawing/2014/main" id="{BB3C712C-B500-03B0-FDB4-63FC23073FBD}"/>
                  </a:ext>
                </a:extLst>
              </p:cNvPr>
              <p:cNvSpPr/>
              <p:nvPr/>
            </p:nvSpPr>
            <p:spPr>
              <a:xfrm>
                <a:off x="6912367" y="613985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1" name="Oval 6820">
                <a:extLst>
                  <a:ext uri="{FF2B5EF4-FFF2-40B4-BE49-F238E27FC236}">
                    <a16:creationId xmlns:a16="http://schemas.microsoft.com/office/drawing/2014/main" id="{08C67265-ED85-AE74-340F-E15C4558E206}"/>
                  </a:ext>
                </a:extLst>
              </p:cNvPr>
              <p:cNvSpPr/>
              <p:nvPr/>
            </p:nvSpPr>
            <p:spPr>
              <a:xfrm>
                <a:off x="7872741" y="625352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2" name="Oval 6821">
                <a:extLst>
                  <a:ext uri="{FF2B5EF4-FFF2-40B4-BE49-F238E27FC236}">
                    <a16:creationId xmlns:a16="http://schemas.microsoft.com/office/drawing/2014/main" id="{DB19A6F9-A56F-52C5-BDD8-3E7A7D5E89FD}"/>
                  </a:ext>
                </a:extLst>
              </p:cNvPr>
              <p:cNvSpPr/>
              <p:nvPr/>
            </p:nvSpPr>
            <p:spPr>
              <a:xfrm>
                <a:off x="6902842" y="604308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3" name="Oval 6822">
                <a:extLst>
                  <a:ext uri="{FF2B5EF4-FFF2-40B4-BE49-F238E27FC236}">
                    <a16:creationId xmlns:a16="http://schemas.microsoft.com/office/drawing/2014/main" id="{C0127DF6-5FE0-3FDB-0322-EC931FEDA8DC}"/>
                  </a:ext>
                </a:extLst>
              </p:cNvPr>
              <p:cNvSpPr/>
              <p:nvPr/>
            </p:nvSpPr>
            <p:spPr>
              <a:xfrm>
                <a:off x="7873376" y="6203737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4" name="Oval 6823">
                <a:extLst>
                  <a:ext uri="{FF2B5EF4-FFF2-40B4-BE49-F238E27FC236}">
                    <a16:creationId xmlns:a16="http://schemas.microsoft.com/office/drawing/2014/main" id="{2B8E12DB-126B-FC58-A9A1-1D9E84E06B2C}"/>
                  </a:ext>
                </a:extLst>
              </p:cNvPr>
              <p:cNvSpPr/>
              <p:nvPr/>
            </p:nvSpPr>
            <p:spPr>
              <a:xfrm>
                <a:off x="6925702" y="614874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5" name="Oval 6824">
                <a:extLst>
                  <a:ext uri="{FF2B5EF4-FFF2-40B4-BE49-F238E27FC236}">
                    <a16:creationId xmlns:a16="http://schemas.microsoft.com/office/drawing/2014/main" id="{89009A1A-5003-3A8A-3DAB-C108B55DB46C}"/>
                  </a:ext>
                </a:extLst>
              </p:cNvPr>
              <p:cNvSpPr/>
              <p:nvPr/>
            </p:nvSpPr>
            <p:spPr>
              <a:xfrm>
                <a:off x="7132712" y="595176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6" name="Oval 6825">
                <a:extLst>
                  <a:ext uri="{FF2B5EF4-FFF2-40B4-BE49-F238E27FC236}">
                    <a16:creationId xmlns:a16="http://schemas.microsoft.com/office/drawing/2014/main" id="{D75A5783-AF86-0CE8-5652-A1C68FE5F038}"/>
                  </a:ext>
                </a:extLst>
              </p:cNvPr>
              <p:cNvSpPr/>
              <p:nvPr/>
            </p:nvSpPr>
            <p:spPr>
              <a:xfrm>
                <a:off x="7861057" y="603508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7" name="Oval 6826">
                <a:extLst>
                  <a:ext uri="{FF2B5EF4-FFF2-40B4-BE49-F238E27FC236}">
                    <a16:creationId xmlns:a16="http://schemas.microsoft.com/office/drawing/2014/main" id="{8D64C8A0-DB53-DBAD-8029-C0E3A7E00685}"/>
                  </a:ext>
                </a:extLst>
              </p:cNvPr>
              <p:cNvSpPr/>
              <p:nvPr/>
            </p:nvSpPr>
            <p:spPr>
              <a:xfrm>
                <a:off x="6925956" y="606035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8" name="Oval 6827">
                <a:extLst>
                  <a:ext uri="{FF2B5EF4-FFF2-40B4-BE49-F238E27FC236}">
                    <a16:creationId xmlns:a16="http://schemas.microsoft.com/office/drawing/2014/main" id="{FA1CD2C4-DEC8-0B8C-FA2C-4F3C58AA6CBB}"/>
                  </a:ext>
                </a:extLst>
              </p:cNvPr>
              <p:cNvSpPr/>
              <p:nvPr/>
            </p:nvSpPr>
            <p:spPr>
              <a:xfrm>
                <a:off x="7406778" y="585143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29" name="Oval 6828">
                <a:extLst>
                  <a:ext uri="{FF2B5EF4-FFF2-40B4-BE49-F238E27FC236}">
                    <a16:creationId xmlns:a16="http://schemas.microsoft.com/office/drawing/2014/main" id="{4A81A680-4797-CB9B-C4AE-7136DB2602C3}"/>
                  </a:ext>
                </a:extLst>
              </p:cNvPr>
              <p:cNvSpPr/>
              <p:nvPr/>
            </p:nvSpPr>
            <p:spPr>
              <a:xfrm>
                <a:off x="7126108" y="613172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0" name="Oval 6829">
                <a:extLst>
                  <a:ext uri="{FF2B5EF4-FFF2-40B4-BE49-F238E27FC236}">
                    <a16:creationId xmlns:a16="http://schemas.microsoft.com/office/drawing/2014/main" id="{F1844C89-21DE-D42C-EAB5-A85F93854873}"/>
                  </a:ext>
                </a:extLst>
              </p:cNvPr>
              <p:cNvSpPr/>
              <p:nvPr/>
            </p:nvSpPr>
            <p:spPr>
              <a:xfrm>
                <a:off x="7143126" y="592725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1" name="Oval 6830">
                <a:extLst>
                  <a:ext uri="{FF2B5EF4-FFF2-40B4-BE49-F238E27FC236}">
                    <a16:creationId xmlns:a16="http://schemas.microsoft.com/office/drawing/2014/main" id="{B37DC4F0-0AFD-5A47-3166-17F0E08A2721}"/>
                  </a:ext>
                </a:extLst>
              </p:cNvPr>
              <p:cNvSpPr/>
              <p:nvPr/>
            </p:nvSpPr>
            <p:spPr>
              <a:xfrm>
                <a:off x="7626234" y="613401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2" name="Oval 6831">
                <a:extLst>
                  <a:ext uri="{FF2B5EF4-FFF2-40B4-BE49-F238E27FC236}">
                    <a16:creationId xmlns:a16="http://schemas.microsoft.com/office/drawing/2014/main" id="{3873D8E9-D5BF-1E94-D1DD-17B50A769937}"/>
                  </a:ext>
                </a:extLst>
              </p:cNvPr>
              <p:cNvSpPr/>
              <p:nvPr/>
            </p:nvSpPr>
            <p:spPr>
              <a:xfrm>
                <a:off x="7163700" y="606835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3" name="Oval 6832">
                <a:extLst>
                  <a:ext uri="{FF2B5EF4-FFF2-40B4-BE49-F238E27FC236}">
                    <a16:creationId xmlns:a16="http://schemas.microsoft.com/office/drawing/2014/main" id="{129E72F7-264C-E56F-9CAE-50BEEA4D76C9}"/>
                  </a:ext>
                </a:extLst>
              </p:cNvPr>
              <p:cNvSpPr/>
              <p:nvPr/>
            </p:nvSpPr>
            <p:spPr>
              <a:xfrm>
                <a:off x="7127124" y="611166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4" name="TextBox 6833">
                <a:extLst>
                  <a:ext uri="{FF2B5EF4-FFF2-40B4-BE49-F238E27FC236}">
                    <a16:creationId xmlns:a16="http://schemas.microsoft.com/office/drawing/2014/main" id="{CE1A7837-CC18-251D-3171-B75F2060E565}"/>
                  </a:ext>
                </a:extLst>
              </p:cNvPr>
              <p:cNvSpPr txBox="1"/>
              <p:nvPr/>
            </p:nvSpPr>
            <p:spPr>
              <a:xfrm>
                <a:off x="6776494" y="5549213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0.142</a:t>
                </a:r>
              </a:p>
            </p:txBody>
          </p:sp>
          <p:sp>
            <p:nvSpPr>
              <p:cNvPr id="6835" name="Freeform 6834">
                <a:extLst>
                  <a:ext uri="{FF2B5EF4-FFF2-40B4-BE49-F238E27FC236}">
                    <a16:creationId xmlns:a16="http://schemas.microsoft.com/office/drawing/2014/main" id="{FEAFE500-BBEF-E2A3-D896-45FBD38E95A1}"/>
                  </a:ext>
                </a:extLst>
              </p:cNvPr>
              <p:cNvSpPr/>
              <p:nvPr/>
            </p:nvSpPr>
            <p:spPr>
              <a:xfrm>
                <a:off x="6922908" y="5692435"/>
                <a:ext cx="215518" cy="12700"/>
              </a:xfrm>
              <a:custGeom>
                <a:avLst/>
                <a:gdLst>
                  <a:gd name="csX0" fmla="*/ 0 w 215518"/>
                  <a:gd name="csY0" fmla="*/ 0 h 12700"/>
                  <a:gd name="csX1" fmla="*/ 215519 w 21551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5518" h="12700">
                    <a:moveTo>
                      <a:pt x="0" y="0"/>
                    </a:moveTo>
                    <a:lnTo>
                      <a:pt x="215519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6" name="TextBox 6835">
                <a:extLst>
                  <a:ext uri="{FF2B5EF4-FFF2-40B4-BE49-F238E27FC236}">
                    <a16:creationId xmlns:a16="http://schemas.microsoft.com/office/drawing/2014/main" id="{3D8EBDCC-4AAB-B5D5-7160-82988EBA705F}"/>
                  </a:ext>
                </a:extLst>
              </p:cNvPr>
              <p:cNvSpPr txBox="1"/>
              <p:nvPr/>
            </p:nvSpPr>
            <p:spPr>
              <a:xfrm>
                <a:off x="7351549" y="5514977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6837" name="Freeform 6836">
                <a:extLst>
                  <a:ext uri="{FF2B5EF4-FFF2-40B4-BE49-F238E27FC236}">
                    <a16:creationId xmlns:a16="http://schemas.microsoft.com/office/drawing/2014/main" id="{314C9BF0-7F7D-552A-BE2A-DFDEA9F49D83}"/>
                  </a:ext>
                </a:extLst>
              </p:cNvPr>
              <p:cNvSpPr/>
              <p:nvPr/>
            </p:nvSpPr>
            <p:spPr>
              <a:xfrm>
                <a:off x="7186433" y="5692435"/>
                <a:ext cx="694563" cy="12700"/>
              </a:xfrm>
              <a:custGeom>
                <a:avLst/>
                <a:gdLst>
                  <a:gd name="csX0" fmla="*/ 0 w 694563"/>
                  <a:gd name="csY0" fmla="*/ 0 h 12700"/>
                  <a:gd name="csX1" fmla="*/ 694563 w 69456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4563" h="12700">
                    <a:moveTo>
                      <a:pt x="0" y="0"/>
                    </a:moveTo>
                    <a:lnTo>
                      <a:pt x="69456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38" name="TextBox 6837">
                <a:extLst>
                  <a:ext uri="{FF2B5EF4-FFF2-40B4-BE49-F238E27FC236}">
                    <a16:creationId xmlns:a16="http://schemas.microsoft.com/office/drawing/2014/main" id="{2BCB4C77-B074-2B9F-5318-5BD53A4D5B08}"/>
                  </a:ext>
                </a:extLst>
              </p:cNvPr>
              <p:cNvSpPr txBox="1"/>
              <p:nvPr/>
            </p:nvSpPr>
            <p:spPr>
              <a:xfrm>
                <a:off x="7147715" y="5413069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0.094</a:t>
                </a:r>
              </a:p>
            </p:txBody>
          </p:sp>
          <p:sp>
            <p:nvSpPr>
              <p:cNvPr id="6839" name="Freeform 6838">
                <a:extLst>
                  <a:ext uri="{FF2B5EF4-FFF2-40B4-BE49-F238E27FC236}">
                    <a16:creationId xmlns:a16="http://schemas.microsoft.com/office/drawing/2014/main" id="{07A573DC-1391-284B-A31C-8EB68BFC2995}"/>
                  </a:ext>
                </a:extLst>
              </p:cNvPr>
              <p:cNvSpPr/>
              <p:nvPr/>
            </p:nvSpPr>
            <p:spPr>
              <a:xfrm>
                <a:off x="6922908" y="5556291"/>
                <a:ext cx="958088" cy="12700"/>
              </a:xfrm>
              <a:custGeom>
                <a:avLst/>
                <a:gdLst>
                  <a:gd name="csX0" fmla="*/ 0 w 958088"/>
                  <a:gd name="csY0" fmla="*/ 0 h 12700"/>
                  <a:gd name="csX1" fmla="*/ 958088 w 95808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8088" h="12700">
                    <a:moveTo>
                      <a:pt x="0" y="0"/>
                    </a:moveTo>
                    <a:lnTo>
                      <a:pt x="95808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6840" name="Graphic 163">
              <a:extLst>
                <a:ext uri="{FF2B5EF4-FFF2-40B4-BE49-F238E27FC236}">
                  <a16:creationId xmlns:a16="http://schemas.microsoft.com/office/drawing/2014/main" id="{A18EACF1-6E98-19B2-7C96-DD355A587857}"/>
                </a:ext>
              </a:extLst>
            </p:cNvPr>
            <p:cNvGrpSpPr/>
            <p:nvPr/>
          </p:nvGrpSpPr>
          <p:grpSpPr>
            <a:xfrm>
              <a:off x="6263559" y="5072552"/>
              <a:ext cx="1785210" cy="1811644"/>
              <a:chOff x="6263559" y="5072552"/>
              <a:chExt cx="1785210" cy="1811644"/>
            </a:xfrm>
          </p:grpSpPr>
          <p:sp>
            <p:nvSpPr>
              <p:cNvPr id="6841" name="Freeform 6840">
                <a:extLst>
                  <a:ext uri="{FF2B5EF4-FFF2-40B4-BE49-F238E27FC236}">
                    <a16:creationId xmlns:a16="http://schemas.microsoft.com/office/drawing/2014/main" id="{AC381078-6D5A-E6CF-A5CA-CECC1BC848F2}"/>
                  </a:ext>
                </a:extLst>
              </p:cNvPr>
              <p:cNvSpPr/>
              <p:nvPr/>
            </p:nvSpPr>
            <p:spPr>
              <a:xfrm>
                <a:off x="6779270" y="5374808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42" name="TextBox 6841">
                <a:extLst>
                  <a:ext uri="{FF2B5EF4-FFF2-40B4-BE49-F238E27FC236}">
                    <a16:creationId xmlns:a16="http://schemas.microsoft.com/office/drawing/2014/main" id="{F01AABFF-B338-EF2D-A873-4CFFB8293F01}"/>
                  </a:ext>
                </a:extLst>
              </p:cNvPr>
              <p:cNvSpPr txBox="1"/>
              <p:nvPr/>
            </p:nvSpPr>
            <p:spPr>
              <a:xfrm>
                <a:off x="6407379" y="6352880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0.11</a:t>
                </a:r>
              </a:p>
            </p:txBody>
          </p:sp>
          <p:sp>
            <p:nvSpPr>
              <p:cNvPr id="6843" name="TextBox 6842">
                <a:extLst>
                  <a:ext uri="{FF2B5EF4-FFF2-40B4-BE49-F238E27FC236}">
                    <a16:creationId xmlns:a16="http://schemas.microsoft.com/office/drawing/2014/main" id="{77C690A8-A129-523E-B441-5E9AFF14A651}"/>
                  </a:ext>
                </a:extLst>
              </p:cNvPr>
              <p:cNvSpPr txBox="1"/>
              <p:nvPr/>
            </p:nvSpPr>
            <p:spPr>
              <a:xfrm>
                <a:off x="6403231" y="6138631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0.12</a:t>
                </a:r>
              </a:p>
            </p:txBody>
          </p:sp>
          <p:sp>
            <p:nvSpPr>
              <p:cNvPr id="6844" name="TextBox 6843">
                <a:extLst>
                  <a:ext uri="{FF2B5EF4-FFF2-40B4-BE49-F238E27FC236}">
                    <a16:creationId xmlns:a16="http://schemas.microsoft.com/office/drawing/2014/main" id="{AC2F219E-214C-D9AA-D468-8FB00A873DF2}"/>
                  </a:ext>
                </a:extLst>
              </p:cNvPr>
              <p:cNvSpPr txBox="1"/>
              <p:nvPr/>
            </p:nvSpPr>
            <p:spPr>
              <a:xfrm>
                <a:off x="6403231" y="5924382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0.13</a:t>
                </a:r>
              </a:p>
            </p:txBody>
          </p:sp>
          <p:sp>
            <p:nvSpPr>
              <p:cNvPr id="6845" name="TextBox 6844">
                <a:extLst>
                  <a:ext uri="{FF2B5EF4-FFF2-40B4-BE49-F238E27FC236}">
                    <a16:creationId xmlns:a16="http://schemas.microsoft.com/office/drawing/2014/main" id="{AF05B6F3-F0AB-79A2-E3AE-618F23ACA454}"/>
                  </a:ext>
                </a:extLst>
              </p:cNvPr>
              <p:cNvSpPr txBox="1"/>
              <p:nvPr/>
            </p:nvSpPr>
            <p:spPr>
              <a:xfrm>
                <a:off x="6403231" y="5710260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0.14</a:t>
                </a:r>
              </a:p>
            </p:txBody>
          </p:sp>
          <p:sp>
            <p:nvSpPr>
              <p:cNvPr id="6846" name="TextBox 6845">
                <a:extLst>
                  <a:ext uri="{FF2B5EF4-FFF2-40B4-BE49-F238E27FC236}">
                    <a16:creationId xmlns:a16="http://schemas.microsoft.com/office/drawing/2014/main" id="{9A294EAB-7810-67C2-B2A3-D7CB666E4BBC}"/>
                  </a:ext>
                </a:extLst>
              </p:cNvPr>
              <p:cNvSpPr txBox="1"/>
              <p:nvPr/>
            </p:nvSpPr>
            <p:spPr>
              <a:xfrm>
                <a:off x="6403231" y="5496011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0.15</a:t>
                </a:r>
              </a:p>
            </p:txBody>
          </p:sp>
          <p:sp>
            <p:nvSpPr>
              <p:cNvPr id="6847" name="TextBox 6846">
                <a:extLst>
                  <a:ext uri="{FF2B5EF4-FFF2-40B4-BE49-F238E27FC236}">
                    <a16:creationId xmlns:a16="http://schemas.microsoft.com/office/drawing/2014/main" id="{F1C5CB84-77C0-72A7-F626-3E15A1AA55F0}"/>
                  </a:ext>
                </a:extLst>
              </p:cNvPr>
              <p:cNvSpPr txBox="1"/>
              <p:nvPr/>
            </p:nvSpPr>
            <p:spPr>
              <a:xfrm>
                <a:off x="6403231" y="5281889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0.16</a:t>
                </a:r>
              </a:p>
            </p:txBody>
          </p:sp>
          <p:sp>
            <p:nvSpPr>
              <p:cNvPr id="6848" name="Freeform 6847">
                <a:extLst>
                  <a:ext uri="{FF2B5EF4-FFF2-40B4-BE49-F238E27FC236}">
                    <a16:creationId xmlns:a16="http://schemas.microsoft.com/office/drawing/2014/main" id="{FDFE9B80-F9F3-3397-40BE-33CA892B3DBC}"/>
                  </a:ext>
                </a:extLst>
              </p:cNvPr>
              <p:cNvSpPr/>
              <p:nvPr/>
            </p:nvSpPr>
            <p:spPr>
              <a:xfrm>
                <a:off x="6744473" y="645976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49" name="Freeform 6848">
                <a:extLst>
                  <a:ext uri="{FF2B5EF4-FFF2-40B4-BE49-F238E27FC236}">
                    <a16:creationId xmlns:a16="http://schemas.microsoft.com/office/drawing/2014/main" id="{6A9CBE88-24A2-347D-0149-EDF65823F007}"/>
                  </a:ext>
                </a:extLst>
              </p:cNvPr>
              <p:cNvSpPr/>
              <p:nvPr/>
            </p:nvSpPr>
            <p:spPr>
              <a:xfrm>
                <a:off x="6744473" y="624551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0" name="Freeform 6849">
                <a:extLst>
                  <a:ext uri="{FF2B5EF4-FFF2-40B4-BE49-F238E27FC236}">
                    <a16:creationId xmlns:a16="http://schemas.microsoft.com/office/drawing/2014/main" id="{63FA94D0-789F-1832-52E8-8AC37462AB14}"/>
                  </a:ext>
                </a:extLst>
              </p:cNvPr>
              <p:cNvSpPr/>
              <p:nvPr/>
            </p:nvSpPr>
            <p:spPr>
              <a:xfrm>
                <a:off x="6744473" y="6031271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1" name="Freeform 6850">
                <a:extLst>
                  <a:ext uri="{FF2B5EF4-FFF2-40B4-BE49-F238E27FC236}">
                    <a16:creationId xmlns:a16="http://schemas.microsoft.com/office/drawing/2014/main" id="{3213DB07-08F2-CA21-2F88-87E09BFA3D6B}"/>
                  </a:ext>
                </a:extLst>
              </p:cNvPr>
              <p:cNvSpPr/>
              <p:nvPr/>
            </p:nvSpPr>
            <p:spPr>
              <a:xfrm>
                <a:off x="6744473" y="581714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2" name="Freeform 6851">
                <a:extLst>
                  <a:ext uri="{FF2B5EF4-FFF2-40B4-BE49-F238E27FC236}">
                    <a16:creationId xmlns:a16="http://schemas.microsoft.com/office/drawing/2014/main" id="{5F028D4F-FBE5-D05D-0EA5-0BBE8E583B84}"/>
                  </a:ext>
                </a:extLst>
              </p:cNvPr>
              <p:cNvSpPr/>
              <p:nvPr/>
            </p:nvSpPr>
            <p:spPr>
              <a:xfrm>
                <a:off x="6744473" y="560289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3" name="Freeform 6852">
                <a:extLst>
                  <a:ext uri="{FF2B5EF4-FFF2-40B4-BE49-F238E27FC236}">
                    <a16:creationId xmlns:a16="http://schemas.microsoft.com/office/drawing/2014/main" id="{C01EE057-BC76-D484-A4AE-71E1A5C19BF4}"/>
                  </a:ext>
                </a:extLst>
              </p:cNvPr>
              <p:cNvSpPr/>
              <p:nvPr/>
            </p:nvSpPr>
            <p:spPr>
              <a:xfrm>
                <a:off x="6744473" y="5388778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4" name="Freeform 6853">
                <a:extLst>
                  <a:ext uri="{FF2B5EF4-FFF2-40B4-BE49-F238E27FC236}">
                    <a16:creationId xmlns:a16="http://schemas.microsoft.com/office/drawing/2014/main" id="{E0E7F522-6310-AB2B-C3E8-ACE03F946215}"/>
                  </a:ext>
                </a:extLst>
              </p:cNvPr>
              <p:cNvSpPr/>
              <p:nvPr/>
            </p:nvSpPr>
            <p:spPr>
              <a:xfrm>
                <a:off x="6779270" y="6509172"/>
                <a:ext cx="1245362" cy="12700"/>
              </a:xfrm>
              <a:custGeom>
                <a:avLst/>
                <a:gdLst>
                  <a:gd name="csX0" fmla="*/ 0 w 1245362"/>
                  <a:gd name="csY0" fmla="*/ 0 h 12700"/>
                  <a:gd name="csX1" fmla="*/ 1245362 w 124536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45362" h="12700">
                    <a:moveTo>
                      <a:pt x="0" y="0"/>
                    </a:moveTo>
                    <a:lnTo>
                      <a:pt x="124536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5" name="Freeform 6854">
                <a:extLst>
                  <a:ext uri="{FF2B5EF4-FFF2-40B4-BE49-F238E27FC236}">
                    <a16:creationId xmlns:a16="http://schemas.microsoft.com/office/drawing/2014/main" id="{E577CE22-6453-6A71-8476-2D2FFB8153D3}"/>
                  </a:ext>
                </a:extLst>
              </p:cNvPr>
              <p:cNvSpPr/>
              <p:nvPr/>
            </p:nvSpPr>
            <p:spPr>
              <a:xfrm>
                <a:off x="6922908" y="650917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6" name="Freeform 6855">
                <a:extLst>
                  <a:ext uri="{FF2B5EF4-FFF2-40B4-BE49-F238E27FC236}">
                    <a16:creationId xmlns:a16="http://schemas.microsoft.com/office/drawing/2014/main" id="{D0A492EB-4CB4-01B2-CC57-FFC687E56626}"/>
                  </a:ext>
                </a:extLst>
              </p:cNvPr>
              <p:cNvSpPr/>
              <p:nvPr/>
            </p:nvSpPr>
            <p:spPr>
              <a:xfrm>
                <a:off x="7162429" y="650917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7" name="Freeform 6856">
                <a:extLst>
                  <a:ext uri="{FF2B5EF4-FFF2-40B4-BE49-F238E27FC236}">
                    <a16:creationId xmlns:a16="http://schemas.microsoft.com/office/drawing/2014/main" id="{DFFC78AC-5E3F-9DFF-37E0-578B3D7A5C1C}"/>
                  </a:ext>
                </a:extLst>
              </p:cNvPr>
              <p:cNvSpPr/>
              <p:nvPr/>
            </p:nvSpPr>
            <p:spPr>
              <a:xfrm>
                <a:off x="7401951" y="650917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8" name="Freeform 6857">
                <a:extLst>
                  <a:ext uri="{FF2B5EF4-FFF2-40B4-BE49-F238E27FC236}">
                    <a16:creationId xmlns:a16="http://schemas.microsoft.com/office/drawing/2014/main" id="{F30A1BFB-F860-CD91-DC7C-31547905CD9C}"/>
                  </a:ext>
                </a:extLst>
              </p:cNvPr>
              <p:cNvSpPr/>
              <p:nvPr/>
            </p:nvSpPr>
            <p:spPr>
              <a:xfrm>
                <a:off x="7641473" y="650917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59" name="Freeform 6858">
                <a:extLst>
                  <a:ext uri="{FF2B5EF4-FFF2-40B4-BE49-F238E27FC236}">
                    <a16:creationId xmlns:a16="http://schemas.microsoft.com/office/drawing/2014/main" id="{6BCBDE14-67BF-EEB7-5DE3-AB641B35B0B9}"/>
                  </a:ext>
                </a:extLst>
              </p:cNvPr>
              <p:cNvSpPr/>
              <p:nvPr/>
            </p:nvSpPr>
            <p:spPr>
              <a:xfrm>
                <a:off x="7880995" y="6509172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860" name="TextBox 6859">
                <a:extLst>
                  <a:ext uri="{FF2B5EF4-FFF2-40B4-BE49-F238E27FC236}">
                    <a16:creationId xmlns:a16="http://schemas.microsoft.com/office/drawing/2014/main" id="{EEEA9896-CCDF-AE5D-3534-9F8D8A9C1D53}"/>
                  </a:ext>
                </a:extLst>
              </p:cNvPr>
              <p:cNvSpPr txBox="1"/>
              <p:nvPr/>
            </p:nvSpPr>
            <p:spPr>
              <a:xfrm>
                <a:off x="6782484" y="6505026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6861" name="TextBox 6860">
                <a:extLst>
                  <a:ext uri="{FF2B5EF4-FFF2-40B4-BE49-F238E27FC236}">
                    <a16:creationId xmlns:a16="http://schemas.microsoft.com/office/drawing/2014/main" id="{C73FF305-3B88-19E1-3EDC-99FE50303DF2}"/>
                  </a:ext>
                </a:extLst>
              </p:cNvPr>
              <p:cNvSpPr txBox="1"/>
              <p:nvPr/>
            </p:nvSpPr>
            <p:spPr>
              <a:xfrm>
                <a:off x="7054066" y="6505026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6862" name="TextBox 6861">
                <a:extLst>
                  <a:ext uri="{FF2B5EF4-FFF2-40B4-BE49-F238E27FC236}">
                    <a16:creationId xmlns:a16="http://schemas.microsoft.com/office/drawing/2014/main" id="{92C15483-465F-9D3C-B492-6E42E30DDFA9}"/>
                  </a:ext>
                </a:extLst>
              </p:cNvPr>
              <p:cNvSpPr txBox="1"/>
              <p:nvPr/>
            </p:nvSpPr>
            <p:spPr>
              <a:xfrm>
                <a:off x="7261528" y="6505026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6863" name="TextBox 6862">
                <a:extLst>
                  <a:ext uri="{FF2B5EF4-FFF2-40B4-BE49-F238E27FC236}">
                    <a16:creationId xmlns:a16="http://schemas.microsoft.com/office/drawing/2014/main" id="{C415ADBB-83C7-5660-21AE-0543F8948E86}"/>
                  </a:ext>
                </a:extLst>
              </p:cNvPr>
              <p:cNvSpPr txBox="1"/>
              <p:nvPr/>
            </p:nvSpPr>
            <p:spPr>
              <a:xfrm>
                <a:off x="7472196" y="6505026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6865" name="TextBox 6864">
                <a:extLst>
                  <a:ext uri="{FF2B5EF4-FFF2-40B4-BE49-F238E27FC236}">
                    <a16:creationId xmlns:a16="http://schemas.microsoft.com/office/drawing/2014/main" id="{362B2E40-09CB-E2B3-87F8-90F6D1A35D97}"/>
                  </a:ext>
                </a:extLst>
              </p:cNvPr>
              <p:cNvSpPr txBox="1"/>
              <p:nvPr/>
            </p:nvSpPr>
            <p:spPr>
              <a:xfrm>
                <a:off x="7753396" y="6505026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6866" name="TextBox 6865">
                <a:extLst>
                  <a:ext uri="{FF2B5EF4-FFF2-40B4-BE49-F238E27FC236}">
                    <a16:creationId xmlns:a16="http://schemas.microsoft.com/office/drawing/2014/main" id="{34F5A0E0-E97D-0601-058A-AC651F115E5A}"/>
                  </a:ext>
                </a:extLst>
              </p:cNvPr>
              <p:cNvSpPr txBox="1"/>
              <p:nvPr/>
            </p:nvSpPr>
            <p:spPr>
              <a:xfrm>
                <a:off x="7129280" y="6637975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6867" name="TextBox 6866">
                <a:extLst>
                  <a:ext uri="{FF2B5EF4-FFF2-40B4-BE49-F238E27FC236}">
                    <a16:creationId xmlns:a16="http://schemas.microsoft.com/office/drawing/2014/main" id="{28D90A11-9D55-4898-2C00-66EB61F54F5C}"/>
                  </a:ext>
                </a:extLst>
              </p:cNvPr>
              <p:cNvSpPr txBox="1"/>
              <p:nvPr/>
            </p:nvSpPr>
            <p:spPr>
              <a:xfrm rot="16200000">
                <a:off x="5974537" y="5818880"/>
                <a:ext cx="824265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AUC </a:t>
                </a:r>
                <a:r>
                  <a:rPr lang="en-US" sz="100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</a:t>
                </a:r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core</a:t>
                </a:r>
              </a:p>
            </p:txBody>
          </p:sp>
          <p:sp>
            <p:nvSpPr>
              <p:cNvPr id="6868" name="TextBox 6867">
                <a:extLst>
                  <a:ext uri="{FF2B5EF4-FFF2-40B4-BE49-F238E27FC236}">
                    <a16:creationId xmlns:a16="http://schemas.microsoft.com/office/drawing/2014/main" id="{F87081AE-EE8F-9D9F-FA15-B1AE1D01400E}"/>
                  </a:ext>
                </a:extLst>
              </p:cNvPr>
              <p:cNvSpPr txBox="1"/>
              <p:nvPr/>
            </p:nvSpPr>
            <p:spPr>
              <a:xfrm>
                <a:off x="6814137" y="5072552"/>
                <a:ext cx="1234632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regulation of </a:t>
                </a:r>
              </a:p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synaptic plasticity</a:t>
                </a:r>
              </a:p>
            </p:txBody>
          </p:sp>
        </p:grpSp>
      </p:grpSp>
      <p:grpSp>
        <p:nvGrpSpPr>
          <p:cNvPr id="5877" name="Graphic 14">
            <a:extLst>
              <a:ext uri="{FF2B5EF4-FFF2-40B4-BE49-F238E27FC236}">
                <a16:creationId xmlns:a16="http://schemas.microsoft.com/office/drawing/2014/main" id="{A203E853-14D5-8C60-B6A7-4B6D77818703}"/>
              </a:ext>
            </a:extLst>
          </p:cNvPr>
          <p:cNvGrpSpPr/>
          <p:nvPr/>
        </p:nvGrpSpPr>
        <p:grpSpPr>
          <a:xfrm>
            <a:off x="1579513" y="12436"/>
            <a:ext cx="1727211" cy="1811644"/>
            <a:chOff x="-1872575" y="2071360"/>
            <a:chExt cx="1727211" cy="1811644"/>
          </a:xfrm>
        </p:grpSpPr>
        <p:grpSp>
          <p:nvGrpSpPr>
            <p:cNvPr id="5880" name="Graphic 14">
              <a:extLst>
                <a:ext uri="{FF2B5EF4-FFF2-40B4-BE49-F238E27FC236}">
                  <a16:creationId xmlns:a16="http://schemas.microsoft.com/office/drawing/2014/main" id="{BAA278F3-635D-719D-0DA4-3155B71B1BFD}"/>
                </a:ext>
              </a:extLst>
            </p:cNvPr>
            <p:cNvGrpSpPr/>
            <p:nvPr/>
          </p:nvGrpSpPr>
          <p:grpSpPr>
            <a:xfrm>
              <a:off x="-1452957" y="2373616"/>
              <a:ext cx="1307591" cy="1134490"/>
              <a:chOff x="-1452957" y="2373616"/>
              <a:chExt cx="1307591" cy="1134490"/>
            </a:xfrm>
          </p:grpSpPr>
          <p:sp>
            <p:nvSpPr>
              <p:cNvPr id="5975" name="Rectangle 5974">
                <a:extLst>
                  <a:ext uri="{FF2B5EF4-FFF2-40B4-BE49-F238E27FC236}">
                    <a16:creationId xmlns:a16="http://schemas.microsoft.com/office/drawing/2014/main" id="{D3619F9F-BB69-5AD5-F584-C936A7EE64D0}"/>
                  </a:ext>
                </a:extLst>
              </p:cNvPr>
              <p:cNvSpPr/>
              <p:nvPr/>
            </p:nvSpPr>
            <p:spPr>
              <a:xfrm>
                <a:off x="-1452957" y="2373616"/>
                <a:ext cx="1307591" cy="1134490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76" name="Freeform 5975">
                <a:extLst>
                  <a:ext uri="{FF2B5EF4-FFF2-40B4-BE49-F238E27FC236}">
                    <a16:creationId xmlns:a16="http://schemas.microsoft.com/office/drawing/2014/main" id="{D6DBA8FB-7B9B-C939-F151-9CB2597A27F8}"/>
                  </a:ext>
                </a:extLst>
              </p:cNvPr>
              <p:cNvSpPr/>
              <p:nvPr/>
            </p:nvSpPr>
            <p:spPr>
              <a:xfrm>
                <a:off x="-1302081" y="3009886"/>
                <a:ext cx="12700" cy="26415"/>
              </a:xfrm>
              <a:custGeom>
                <a:avLst/>
                <a:gdLst>
                  <a:gd name="csX0" fmla="*/ 0 w 12700"/>
                  <a:gd name="csY0" fmla="*/ 26416 h 26415"/>
                  <a:gd name="csX1" fmla="*/ 0 w 12700"/>
                  <a:gd name="csY1" fmla="*/ 0 h 264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6415">
                    <a:moveTo>
                      <a:pt x="0" y="26416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77" name="Freeform 5976">
                <a:extLst>
                  <a:ext uri="{FF2B5EF4-FFF2-40B4-BE49-F238E27FC236}">
                    <a16:creationId xmlns:a16="http://schemas.microsoft.com/office/drawing/2014/main" id="{32598BD0-6CB7-D4A9-7E60-9854EF944A6C}"/>
                  </a:ext>
                </a:extLst>
              </p:cNvPr>
              <p:cNvSpPr/>
              <p:nvPr/>
            </p:nvSpPr>
            <p:spPr>
              <a:xfrm>
                <a:off x="-1302081" y="3135997"/>
                <a:ext cx="12700" cy="16002"/>
              </a:xfrm>
              <a:custGeom>
                <a:avLst/>
                <a:gdLst>
                  <a:gd name="csX0" fmla="*/ 0 w 12700"/>
                  <a:gd name="csY0" fmla="*/ 0 h 16002"/>
                  <a:gd name="csX1" fmla="*/ 0 w 12700"/>
                  <a:gd name="csY1" fmla="*/ 16002 h 16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6002">
                    <a:moveTo>
                      <a:pt x="0" y="0"/>
                    </a:moveTo>
                    <a:lnTo>
                      <a:pt x="0" y="16002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78" name="Freeform 5977">
                <a:extLst>
                  <a:ext uri="{FF2B5EF4-FFF2-40B4-BE49-F238E27FC236}">
                    <a16:creationId xmlns:a16="http://schemas.microsoft.com/office/drawing/2014/main" id="{0C1BB99A-22B0-9A78-BF11-0DE9D894D638}"/>
                  </a:ext>
                </a:extLst>
              </p:cNvPr>
              <p:cNvSpPr/>
              <p:nvPr/>
            </p:nvSpPr>
            <p:spPr>
              <a:xfrm>
                <a:off x="-1377519" y="3036302"/>
                <a:ext cx="150876" cy="99694"/>
              </a:xfrm>
              <a:custGeom>
                <a:avLst/>
                <a:gdLst>
                  <a:gd name="csX0" fmla="*/ 0 w 150876"/>
                  <a:gd name="csY0" fmla="*/ 0 h 99694"/>
                  <a:gd name="csX1" fmla="*/ 0 w 150876"/>
                  <a:gd name="csY1" fmla="*/ 99695 h 99694"/>
                  <a:gd name="csX2" fmla="*/ 150876 w 150876"/>
                  <a:gd name="csY2" fmla="*/ 99695 h 99694"/>
                  <a:gd name="csX3" fmla="*/ 150876 w 150876"/>
                  <a:gd name="csY3" fmla="*/ 0 h 99694"/>
                  <a:gd name="csX4" fmla="*/ 0 w 150876"/>
                  <a:gd name="csY4" fmla="*/ 0 h 996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99694">
                    <a:moveTo>
                      <a:pt x="0" y="0"/>
                    </a:moveTo>
                    <a:lnTo>
                      <a:pt x="0" y="99695"/>
                    </a:lnTo>
                    <a:lnTo>
                      <a:pt x="150876" y="99695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79" name="Freeform 5978">
                <a:extLst>
                  <a:ext uri="{FF2B5EF4-FFF2-40B4-BE49-F238E27FC236}">
                    <a16:creationId xmlns:a16="http://schemas.microsoft.com/office/drawing/2014/main" id="{6961CF96-2638-C189-A5E8-146D464892FF}"/>
                  </a:ext>
                </a:extLst>
              </p:cNvPr>
              <p:cNvSpPr/>
              <p:nvPr/>
            </p:nvSpPr>
            <p:spPr>
              <a:xfrm>
                <a:off x="-1377519" y="3066528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0" name="Freeform 5979">
                <a:extLst>
                  <a:ext uri="{FF2B5EF4-FFF2-40B4-BE49-F238E27FC236}">
                    <a16:creationId xmlns:a16="http://schemas.microsoft.com/office/drawing/2014/main" id="{4F0A2C59-07E1-AAAB-3CE8-5F9A5E60D1B6}"/>
                  </a:ext>
                </a:extLst>
              </p:cNvPr>
              <p:cNvSpPr/>
              <p:nvPr/>
            </p:nvSpPr>
            <p:spPr>
              <a:xfrm>
                <a:off x="-1050621" y="2827387"/>
                <a:ext cx="12700" cy="118109"/>
              </a:xfrm>
              <a:custGeom>
                <a:avLst/>
                <a:gdLst>
                  <a:gd name="csX0" fmla="*/ 0 w 12700"/>
                  <a:gd name="csY0" fmla="*/ 118110 h 118109"/>
                  <a:gd name="csX1" fmla="*/ 0 w 12700"/>
                  <a:gd name="csY1" fmla="*/ 0 h 118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8109">
                    <a:moveTo>
                      <a:pt x="0" y="118110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1" name="Freeform 5980">
                <a:extLst>
                  <a:ext uri="{FF2B5EF4-FFF2-40B4-BE49-F238E27FC236}">
                    <a16:creationId xmlns:a16="http://schemas.microsoft.com/office/drawing/2014/main" id="{4C5EDFFD-BE37-127F-9D24-F1570888B824}"/>
                  </a:ext>
                </a:extLst>
              </p:cNvPr>
              <p:cNvSpPr/>
              <p:nvPr/>
            </p:nvSpPr>
            <p:spPr>
              <a:xfrm>
                <a:off x="-1050621" y="3027666"/>
                <a:ext cx="12700" cy="105409"/>
              </a:xfrm>
              <a:custGeom>
                <a:avLst/>
                <a:gdLst>
                  <a:gd name="csX0" fmla="*/ 0 w 12700"/>
                  <a:gd name="csY0" fmla="*/ 0 h 105409"/>
                  <a:gd name="csX1" fmla="*/ 0 w 12700"/>
                  <a:gd name="csY1" fmla="*/ 105410 h 1054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5409">
                    <a:moveTo>
                      <a:pt x="0" y="0"/>
                    </a:moveTo>
                    <a:lnTo>
                      <a:pt x="0" y="10541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2" name="Freeform 5981">
                <a:extLst>
                  <a:ext uri="{FF2B5EF4-FFF2-40B4-BE49-F238E27FC236}">
                    <a16:creationId xmlns:a16="http://schemas.microsoft.com/office/drawing/2014/main" id="{E01D1563-F7AA-11CD-A12C-41592F9BB0B9}"/>
                  </a:ext>
                </a:extLst>
              </p:cNvPr>
              <p:cNvSpPr/>
              <p:nvPr/>
            </p:nvSpPr>
            <p:spPr>
              <a:xfrm>
                <a:off x="-1126059" y="2945496"/>
                <a:ext cx="150876" cy="82169"/>
              </a:xfrm>
              <a:custGeom>
                <a:avLst/>
                <a:gdLst>
                  <a:gd name="csX0" fmla="*/ 0 w 150876"/>
                  <a:gd name="csY0" fmla="*/ 0 h 82169"/>
                  <a:gd name="csX1" fmla="*/ 0 w 150876"/>
                  <a:gd name="csY1" fmla="*/ 82169 h 82169"/>
                  <a:gd name="csX2" fmla="*/ 150876 w 150876"/>
                  <a:gd name="csY2" fmla="*/ 82169 h 82169"/>
                  <a:gd name="csX3" fmla="*/ 150876 w 150876"/>
                  <a:gd name="csY3" fmla="*/ 0 h 82169"/>
                  <a:gd name="csX4" fmla="*/ 0 w 150876"/>
                  <a:gd name="csY4" fmla="*/ 0 h 821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82169">
                    <a:moveTo>
                      <a:pt x="0" y="0"/>
                    </a:moveTo>
                    <a:lnTo>
                      <a:pt x="0" y="82169"/>
                    </a:lnTo>
                    <a:lnTo>
                      <a:pt x="150876" y="82169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3" name="Freeform 5982">
                <a:extLst>
                  <a:ext uri="{FF2B5EF4-FFF2-40B4-BE49-F238E27FC236}">
                    <a16:creationId xmlns:a16="http://schemas.microsoft.com/office/drawing/2014/main" id="{1901E4D2-29B8-CAAD-92B2-E52815A6B35C}"/>
                  </a:ext>
                </a:extLst>
              </p:cNvPr>
              <p:cNvSpPr/>
              <p:nvPr/>
            </p:nvSpPr>
            <p:spPr>
              <a:xfrm>
                <a:off x="-1126059" y="2983597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4" name="Freeform 5983">
                <a:extLst>
                  <a:ext uri="{FF2B5EF4-FFF2-40B4-BE49-F238E27FC236}">
                    <a16:creationId xmlns:a16="http://schemas.microsoft.com/office/drawing/2014/main" id="{044110D9-56C8-CF3B-1FF8-9A46A1473D63}"/>
                  </a:ext>
                </a:extLst>
              </p:cNvPr>
              <p:cNvSpPr/>
              <p:nvPr/>
            </p:nvSpPr>
            <p:spPr>
              <a:xfrm>
                <a:off x="-799161" y="2977247"/>
                <a:ext cx="12700" cy="102108"/>
              </a:xfrm>
              <a:custGeom>
                <a:avLst/>
                <a:gdLst>
                  <a:gd name="csX0" fmla="*/ 0 w 12700"/>
                  <a:gd name="csY0" fmla="*/ 102108 h 102108"/>
                  <a:gd name="csX1" fmla="*/ 0 w 12700"/>
                  <a:gd name="csY1" fmla="*/ 0 h 102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2108">
                    <a:moveTo>
                      <a:pt x="0" y="102108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5" name="Freeform 5984">
                <a:extLst>
                  <a:ext uri="{FF2B5EF4-FFF2-40B4-BE49-F238E27FC236}">
                    <a16:creationId xmlns:a16="http://schemas.microsoft.com/office/drawing/2014/main" id="{576A1F77-08D9-52F5-0616-3A762F2E70CC}"/>
                  </a:ext>
                </a:extLst>
              </p:cNvPr>
              <p:cNvSpPr/>
              <p:nvPr/>
            </p:nvSpPr>
            <p:spPr>
              <a:xfrm>
                <a:off x="-799161" y="3283444"/>
                <a:ext cx="12700" cy="102108"/>
              </a:xfrm>
              <a:custGeom>
                <a:avLst/>
                <a:gdLst>
                  <a:gd name="csX0" fmla="*/ 0 w 12700"/>
                  <a:gd name="csY0" fmla="*/ 0 h 102108"/>
                  <a:gd name="csX1" fmla="*/ 0 w 12700"/>
                  <a:gd name="csY1" fmla="*/ 102108 h 102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2108">
                    <a:moveTo>
                      <a:pt x="0" y="0"/>
                    </a:moveTo>
                    <a:lnTo>
                      <a:pt x="0" y="102108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6" name="Freeform 5985">
                <a:extLst>
                  <a:ext uri="{FF2B5EF4-FFF2-40B4-BE49-F238E27FC236}">
                    <a16:creationId xmlns:a16="http://schemas.microsoft.com/office/drawing/2014/main" id="{C1A93A36-C452-C8FE-B919-FFAEDA970BCA}"/>
                  </a:ext>
                </a:extLst>
              </p:cNvPr>
              <p:cNvSpPr/>
              <p:nvPr/>
            </p:nvSpPr>
            <p:spPr>
              <a:xfrm>
                <a:off x="-874599" y="3079355"/>
                <a:ext cx="150876" cy="204088"/>
              </a:xfrm>
              <a:custGeom>
                <a:avLst/>
                <a:gdLst>
                  <a:gd name="csX0" fmla="*/ 0 w 150876"/>
                  <a:gd name="csY0" fmla="*/ 0 h 204088"/>
                  <a:gd name="csX1" fmla="*/ 0 w 150876"/>
                  <a:gd name="csY1" fmla="*/ 204089 h 204088"/>
                  <a:gd name="csX2" fmla="*/ 150876 w 150876"/>
                  <a:gd name="csY2" fmla="*/ 204089 h 204088"/>
                  <a:gd name="csX3" fmla="*/ 150876 w 150876"/>
                  <a:gd name="csY3" fmla="*/ 0 h 204088"/>
                  <a:gd name="csX4" fmla="*/ 0 w 150876"/>
                  <a:gd name="csY4" fmla="*/ 0 h 2040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204088">
                    <a:moveTo>
                      <a:pt x="0" y="0"/>
                    </a:moveTo>
                    <a:lnTo>
                      <a:pt x="0" y="204089"/>
                    </a:lnTo>
                    <a:lnTo>
                      <a:pt x="150876" y="204089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7" name="Freeform 5986">
                <a:extLst>
                  <a:ext uri="{FF2B5EF4-FFF2-40B4-BE49-F238E27FC236}">
                    <a16:creationId xmlns:a16="http://schemas.microsoft.com/office/drawing/2014/main" id="{FABA6EB3-B115-F86E-5EB3-85EE2EB2D48A}"/>
                  </a:ext>
                </a:extLst>
              </p:cNvPr>
              <p:cNvSpPr/>
              <p:nvPr/>
            </p:nvSpPr>
            <p:spPr>
              <a:xfrm>
                <a:off x="-874599" y="3181336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8" name="Freeform 5987">
                <a:extLst>
                  <a:ext uri="{FF2B5EF4-FFF2-40B4-BE49-F238E27FC236}">
                    <a16:creationId xmlns:a16="http://schemas.microsoft.com/office/drawing/2014/main" id="{CAD0F91C-A8FA-7109-EF6F-2A08E4DAB37D}"/>
                  </a:ext>
                </a:extLst>
              </p:cNvPr>
              <p:cNvSpPr/>
              <p:nvPr/>
            </p:nvSpPr>
            <p:spPr>
              <a:xfrm>
                <a:off x="-296241" y="3052812"/>
                <a:ext cx="12700" cy="20065"/>
              </a:xfrm>
              <a:custGeom>
                <a:avLst/>
                <a:gdLst>
                  <a:gd name="csX0" fmla="*/ 0 w 12700"/>
                  <a:gd name="csY0" fmla="*/ 20066 h 20065"/>
                  <a:gd name="csX1" fmla="*/ 0 w 12700"/>
                  <a:gd name="csY1" fmla="*/ 0 h 200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0065">
                    <a:moveTo>
                      <a:pt x="0" y="20066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89" name="Freeform 5988">
                <a:extLst>
                  <a:ext uri="{FF2B5EF4-FFF2-40B4-BE49-F238E27FC236}">
                    <a16:creationId xmlns:a16="http://schemas.microsoft.com/office/drawing/2014/main" id="{3D2CA521-3A8A-6973-D485-188536804EE8}"/>
                  </a:ext>
                </a:extLst>
              </p:cNvPr>
              <p:cNvSpPr/>
              <p:nvPr/>
            </p:nvSpPr>
            <p:spPr>
              <a:xfrm>
                <a:off x="-296241" y="3332085"/>
                <a:ext cx="12700" cy="107822"/>
              </a:xfrm>
              <a:custGeom>
                <a:avLst/>
                <a:gdLst>
                  <a:gd name="csX0" fmla="*/ 0 w 12700"/>
                  <a:gd name="csY0" fmla="*/ 0 h 107822"/>
                  <a:gd name="csX1" fmla="*/ 0 w 12700"/>
                  <a:gd name="csY1" fmla="*/ 107823 h 1078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7822">
                    <a:moveTo>
                      <a:pt x="0" y="0"/>
                    </a:moveTo>
                    <a:lnTo>
                      <a:pt x="0" y="107823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0" name="Freeform 5989">
                <a:extLst>
                  <a:ext uri="{FF2B5EF4-FFF2-40B4-BE49-F238E27FC236}">
                    <a16:creationId xmlns:a16="http://schemas.microsoft.com/office/drawing/2014/main" id="{55574612-EC28-9FDE-04AD-9863E2D81A80}"/>
                  </a:ext>
                </a:extLst>
              </p:cNvPr>
              <p:cNvSpPr/>
              <p:nvPr/>
            </p:nvSpPr>
            <p:spPr>
              <a:xfrm>
                <a:off x="-371679" y="3072877"/>
                <a:ext cx="150876" cy="259207"/>
              </a:xfrm>
              <a:custGeom>
                <a:avLst/>
                <a:gdLst>
                  <a:gd name="csX0" fmla="*/ 0 w 150876"/>
                  <a:gd name="csY0" fmla="*/ 0 h 259207"/>
                  <a:gd name="csX1" fmla="*/ 0 w 150876"/>
                  <a:gd name="csY1" fmla="*/ 259207 h 259207"/>
                  <a:gd name="csX2" fmla="*/ 150876 w 150876"/>
                  <a:gd name="csY2" fmla="*/ 259207 h 259207"/>
                  <a:gd name="csX3" fmla="*/ 150876 w 150876"/>
                  <a:gd name="csY3" fmla="*/ 0 h 259207"/>
                  <a:gd name="csX4" fmla="*/ 0 w 150876"/>
                  <a:gd name="csY4" fmla="*/ 0 h 2592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259207">
                    <a:moveTo>
                      <a:pt x="0" y="0"/>
                    </a:moveTo>
                    <a:lnTo>
                      <a:pt x="0" y="259207"/>
                    </a:lnTo>
                    <a:lnTo>
                      <a:pt x="150876" y="259207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1" name="Freeform 5990">
                <a:extLst>
                  <a:ext uri="{FF2B5EF4-FFF2-40B4-BE49-F238E27FC236}">
                    <a16:creationId xmlns:a16="http://schemas.microsoft.com/office/drawing/2014/main" id="{950172EA-AC07-9077-2185-8CDF43E7AB6D}"/>
                  </a:ext>
                </a:extLst>
              </p:cNvPr>
              <p:cNvSpPr/>
              <p:nvPr/>
            </p:nvSpPr>
            <p:spPr>
              <a:xfrm>
                <a:off x="-371679" y="3145649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2" name="Oval 5991">
                <a:extLst>
                  <a:ext uri="{FF2B5EF4-FFF2-40B4-BE49-F238E27FC236}">
                    <a16:creationId xmlns:a16="http://schemas.microsoft.com/office/drawing/2014/main" id="{7AE7FFA1-1A88-4B01-EF06-04E781381F12}"/>
                  </a:ext>
                </a:extLst>
              </p:cNvPr>
              <p:cNvSpPr/>
              <p:nvPr/>
            </p:nvSpPr>
            <p:spPr>
              <a:xfrm>
                <a:off x="-1047700" y="302309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3" name="Oval 5992">
                <a:extLst>
                  <a:ext uri="{FF2B5EF4-FFF2-40B4-BE49-F238E27FC236}">
                    <a16:creationId xmlns:a16="http://schemas.microsoft.com/office/drawing/2014/main" id="{09743C4F-43C3-C3A6-AE18-E9A8488E9C97}"/>
                  </a:ext>
                </a:extLst>
              </p:cNvPr>
              <p:cNvSpPr/>
              <p:nvPr/>
            </p:nvSpPr>
            <p:spPr>
              <a:xfrm>
                <a:off x="-1046684" y="299591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4" name="Oval 5993">
                <a:extLst>
                  <a:ext uri="{FF2B5EF4-FFF2-40B4-BE49-F238E27FC236}">
                    <a16:creationId xmlns:a16="http://schemas.microsoft.com/office/drawing/2014/main" id="{76C02F7B-2BBA-3996-6C28-74CA5951AADC}"/>
                  </a:ext>
                </a:extLst>
              </p:cNvPr>
              <p:cNvSpPr/>
              <p:nvPr/>
            </p:nvSpPr>
            <p:spPr>
              <a:xfrm>
                <a:off x="-325070" y="303490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5" name="Oval 5994">
                <a:extLst>
                  <a:ext uri="{FF2B5EF4-FFF2-40B4-BE49-F238E27FC236}">
                    <a16:creationId xmlns:a16="http://schemas.microsoft.com/office/drawing/2014/main" id="{425641E6-FE9D-54AF-FF19-F621A2FADE1C}"/>
                  </a:ext>
                </a:extLst>
              </p:cNvPr>
              <p:cNvSpPr/>
              <p:nvPr/>
            </p:nvSpPr>
            <p:spPr>
              <a:xfrm>
                <a:off x="-1303478" y="299185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6" name="Oval 5995">
                <a:extLst>
                  <a:ext uri="{FF2B5EF4-FFF2-40B4-BE49-F238E27FC236}">
                    <a16:creationId xmlns:a16="http://schemas.microsoft.com/office/drawing/2014/main" id="{029E934F-EFFD-706C-ADF9-3E24D10DB94C}"/>
                  </a:ext>
                </a:extLst>
              </p:cNvPr>
              <p:cNvSpPr/>
              <p:nvPr/>
            </p:nvSpPr>
            <p:spPr>
              <a:xfrm>
                <a:off x="-307163" y="336789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7" name="Oval 5996">
                <a:extLst>
                  <a:ext uri="{FF2B5EF4-FFF2-40B4-BE49-F238E27FC236}">
                    <a16:creationId xmlns:a16="http://schemas.microsoft.com/office/drawing/2014/main" id="{59B1F92C-3214-802C-92F0-55331B6860D0}"/>
                  </a:ext>
                </a:extLst>
              </p:cNvPr>
              <p:cNvSpPr/>
              <p:nvPr/>
            </p:nvSpPr>
            <p:spPr>
              <a:xfrm>
                <a:off x="-1319099" y="301522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8" name="Oval 5997">
                <a:extLst>
                  <a:ext uri="{FF2B5EF4-FFF2-40B4-BE49-F238E27FC236}">
                    <a16:creationId xmlns:a16="http://schemas.microsoft.com/office/drawing/2014/main" id="{AD31453F-98CF-D633-82DF-FC6AE90B533E}"/>
                  </a:ext>
                </a:extLst>
              </p:cNvPr>
              <p:cNvSpPr/>
              <p:nvPr/>
            </p:nvSpPr>
            <p:spPr>
              <a:xfrm>
                <a:off x="-302337" y="342200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99" name="Oval 5998">
                <a:extLst>
                  <a:ext uri="{FF2B5EF4-FFF2-40B4-BE49-F238E27FC236}">
                    <a16:creationId xmlns:a16="http://schemas.microsoft.com/office/drawing/2014/main" id="{D40E6E1C-45B6-85A6-9420-8CC7AE2D332C}"/>
                  </a:ext>
                </a:extLst>
              </p:cNvPr>
              <p:cNvSpPr/>
              <p:nvPr/>
            </p:nvSpPr>
            <p:spPr>
              <a:xfrm>
                <a:off x="-1338403" y="313383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0" name="Oval 5999">
                <a:extLst>
                  <a:ext uri="{FF2B5EF4-FFF2-40B4-BE49-F238E27FC236}">
                    <a16:creationId xmlns:a16="http://schemas.microsoft.com/office/drawing/2014/main" id="{05F47D13-0489-20D1-54C0-9EF1A582524F}"/>
                  </a:ext>
                </a:extLst>
              </p:cNvPr>
              <p:cNvSpPr/>
              <p:nvPr/>
            </p:nvSpPr>
            <p:spPr>
              <a:xfrm>
                <a:off x="-306401" y="310259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1" name="Oval 6000">
                <a:extLst>
                  <a:ext uri="{FF2B5EF4-FFF2-40B4-BE49-F238E27FC236}">
                    <a16:creationId xmlns:a16="http://schemas.microsoft.com/office/drawing/2014/main" id="{BE797E3D-6961-D293-3115-CAFD52918CFA}"/>
                  </a:ext>
                </a:extLst>
              </p:cNvPr>
              <p:cNvSpPr/>
              <p:nvPr/>
            </p:nvSpPr>
            <p:spPr>
              <a:xfrm>
                <a:off x="-1309701" y="306970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2" name="Oval 6001">
                <a:extLst>
                  <a:ext uri="{FF2B5EF4-FFF2-40B4-BE49-F238E27FC236}">
                    <a16:creationId xmlns:a16="http://schemas.microsoft.com/office/drawing/2014/main" id="{DE35B3E5-E5B6-2C03-F2BC-E68F04CCE44D}"/>
                  </a:ext>
                </a:extLst>
              </p:cNvPr>
              <p:cNvSpPr/>
              <p:nvPr/>
            </p:nvSpPr>
            <p:spPr>
              <a:xfrm>
                <a:off x="-316434" y="315250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3" name="Oval 6002">
                <a:extLst>
                  <a:ext uri="{FF2B5EF4-FFF2-40B4-BE49-F238E27FC236}">
                    <a16:creationId xmlns:a16="http://schemas.microsoft.com/office/drawing/2014/main" id="{4BD0126A-8D79-311B-C631-62185AA719CE}"/>
                  </a:ext>
                </a:extLst>
              </p:cNvPr>
              <p:cNvSpPr/>
              <p:nvPr/>
            </p:nvSpPr>
            <p:spPr>
              <a:xfrm>
                <a:off x="-1309066" y="33874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4" name="Oval 6003">
                <a:extLst>
                  <a:ext uri="{FF2B5EF4-FFF2-40B4-BE49-F238E27FC236}">
                    <a16:creationId xmlns:a16="http://schemas.microsoft.com/office/drawing/2014/main" id="{05A2FB4F-EE5D-6515-27FA-3CB5363FF0D1}"/>
                  </a:ext>
                </a:extLst>
              </p:cNvPr>
              <p:cNvSpPr/>
              <p:nvPr/>
            </p:nvSpPr>
            <p:spPr>
              <a:xfrm>
                <a:off x="-1046811" y="29656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5" name="Oval 6004">
                <a:extLst>
                  <a:ext uri="{FF2B5EF4-FFF2-40B4-BE49-F238E27FC236}">
                    <a16:creationId xmlns:a16="http://schemas.microsoft.com/office/drawing/2014/main" id="{E2CBD55C-67B0-F57F-5DDF-14EC2EF57CF1}"/>
                  </a:ext>
                </a:extLst>
              </p:cNvPr>
              <p:cNvSpPr/>
              <p:nvPr/>
            </p:nvSpPr>
            <p:spPr>
              <a:xfrm>
                <a:off x="-326594" y="303884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6" name="Oval 6005">
                <a:extLst>
                  <a:ext uri="{FF2B5EF4-FFF2-40B4-BE49-F238E27FC236}">
                    <a16:creationId xmlns:a16="http://schemas.microsoft.com/office/drawing/2014/main" id="{DFC8F43A-F539-DA8D-E1D7-3082425E8FE3}"/>
                  </a:ext>
                </a:extLst>
              </p:cNvPr>
              <p:cNvSpPr/>
              <p:nvPr/>
            </p:nvSpPr>
            <p:spPr>
              <a:xfrm>
                <a:off x="-1322020" y="302728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7" name="Oval 6006">
                <a:extLst>
                  <a:ext uri="{FF2B5EF4-FFF2-40B4-BE49-F238E27FC236}">
                    <a16:creationId xmlns:a16="http://schemas.microsoft.com/office/drawing/2014/main" id="{F791D148-DDFA-0800-4B4A-ACB621127ED1}"/>
                  </a:ext>
                </a:extLst>
              </p:cNvPr>
              <p:cNvSpPr/>
              <p:nvPr/>
            </p:nvSpPr>
            <p:spPr>
              <a:xfrm>
                <a:off x="-1046430" y="294435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8" name="Oval 6007">
                <a:extLst>
                  <a:ext uri="{FF2B5EF4-FFF2-40B4-BE49-F238E27FC236}">
                    <a16:creationId xmlns:a16="http://schemas.microsoft.com/office/drawing/2014/main" id="{4308AA44-FD27-00F0-1671-7F49FB864F7A}"/>
                  </a:ext>
                </a:extLst>
              </p:cNvPr>
              <p:cNvSpPr/>
              <p:nvPr/>
            </p:nvSpPr>
            <p:spPr>
              <a:xfrm>
                <a:off x="-1044525" y="291044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09" name="Oval 6008">
                <a:extLst>
                  <a:ext uri="{FF2B5EF4-FFF2-40B4-BE49-F238E27FC236}">
                    <a16:creationId xmlns:a16="http://schemas.microsoft.com/office/drawing/2014/main" id="{3EA71E70-CBE8-F48D-3C02-96BF6C64EA87}"/>
                  </a:ext>
                </a:extLst>
              </p:cNvPr>
              <p:cNvSpPr/>
              <p:nvPr/>
            </p:nvSpPr>
            <p:spPr>
              <a:xfrm>
                <a:off x="-1087832" y="311491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10" name="Oval 6009">
                <a:extLst>
                  <a:ext uri="{FF2B5EF4-FFF2-40B4-BE49-F238E27FC236}">
                    <a16:creationId xmlns:a16="http://schemas.microsoft.com/office/drawing/2014/main" id="{D16BB22E-4352-214E-76CF-274AAE7811FE}"/>
                  </a:ext>
                </a:extLst>
              </p:cNvPr>
              <p:cNvSpPr/>
              <p:nvPr/>
            </p:nvSpPr>
            <p:spPr>
              <a:xfrm>
                <a:off x="-1069925" y="280935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11" name="Oval 6010">
                <a:extLst>
                  <a:ext uri="{FF2B5EF4-FFF2-40B4-BE49-F238E27FC236}">
                    <a16:creationId xmlns:a16="http://schemas.microsoft.com/office/drawing/2014/main" id="{2111E4A3-F242-6CDB-E5C0-0A52E2387EC5}"/>
                  </a:ext>
                </a:extLst>
              </p:cNvPr>
              <p:cNvSpPr/>
              <p:nvPr/>
            </p:nvSpPr>
            <p:spPr>
              <a:xfrm>
                <a:off x="-814147" y="336751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12" name="Oval 6011">
                <a:extLst>
                  <a:ext uri="{FF2B5EF4-FFF2-40B4-BE49-F238E27FC236}">
                    <a16:creationId xmlns:a16="http://schemas.microsoft.com/office/drawing/2014/main" id="{9C5A959C-41FB-E475-E8C9-09CA4F97F62E}"/>
                  </a:ext>
                </a:extLst>
              </p:cNvPr>
              <p:cNvSpPr/>
              <p:nvPr/>
            </p:nvSpPr>
            <p:spPr>
              <a:xfrm>
                <a:off x="-796875" y="295934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13" name="Oval 6012">
                <a:extLst>
                  <a:ext uri="{FF2B5EF4-FFF2-40B4-BE49-F238E27FC236}">
                    <a16:creationId xmlns:a16="http://schemas.microsoft.com/office/drawing/2014/main" id="{02297C9B-81C0-6F13-9751-E54852923F9B}"/>
                  </a:ext>
                </a:extLst>
              </p:cNvPr>
              <p:cNvSpPr/>
              <p:nvPr/>
            </p:nvSpPr>
            <p:spPr>
              <a:xfrm>
                <a:off x="-583896" y="289482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6014" name="TextBox 6013">
                <a:extLst>
                  <a:ext uri="{FF2B5EF4-FFF2-40B4-BE49-F238E27FC236}">
                    <a16:creationId xmlns:a16="http://schemas.microsoft.com/office/drawing/2014/main" id="{4F83540D-E715-EF42-27CC-42CE7EE1BA34}"/>
                  </a:ext>
                </a:extLst>
              </p:cNvPr>
              <p:cNvSpPr txBox="1"/>
              <p:nvPr/>
            </p:nvSpPr>
            <p:spPr>
              <a:xfrm>
                <a:off x="-1443160" y="2542168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0.091</a:t>
                </a:r>
              </a:p>
            </p:txBody>
          </p:sp>
          <p:sp>
            <p:nvSpPr>
              <p:cNvPr id="6015" name="Freeform 6014">
                <a:extLst>
                  <a:ext uri="{FF2B5EF4-FFF2-40B4-BE49-F238E27FC236}">
                    <a16:creationId xmlns:a16="http://schemas.microsoft.com/office/drawing/2014/main" id="{11D95649-261D-F13F-1B58-396A0CF85329}"/>
                  </a:ext>
                </a:extLst>
              </p:cNvPr>
              <p:cNvSpPr/>
              <p:nvPr/>
            </p:nvSpPr>
            <p:spPr>
              <a:xfrm>
                <a:off x="-1302081" y="2691243"/>
                <a:ext cx="226314" cy="12700"/>
              </a:xfrm>
              <a:custGeom>
                <a:avLst/>
                <a:gdLst>
                  <a:gd name="csX0" fmla="*/ 0 w 226314"/>
                  <a:gd name="csY0" fmla="*/ 0 h 12700"/>
                  <a:gd name="csX1" fmla="*/ 226314 w 2263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314" h="12700">
                    <a:moveTo>
                      <a:pt x="0" y="0"/>
                    </a:moveTo>
                    <a:lnTo>
                      <a:pt x="22631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97" name="TextBox 496">
                <a:extLst>
                  <a:ext uri="{FF2B5EF4-FFF2-40B4-BE49-F238E27FC236}">
                    <a16:creationId xmlns:a16="http://schemas.microsoft.com/office/drawing/2014/main" id="{CE738A12-2737-38CC-5BF2-EF89939C3AD3}"/>
                  </a:ext>
                </a:extLst>
              </p:cNvPr>
              <p:cNvSpPr txBox="1"/>
              <p:nvPr/>
            </p:nvSpPr>
            <p:spPr>
              <a:xfrm>
                <a:off x="-798074" y="2513785"/>
                <a:ext cx="274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24E4B0A8-E915-E533-40AB-77A2E43AE129}"/>
                  </a:ext>
                </a:extLst>
              </p:cNvPr>
              <p:cNvSpPr/>
              <p:nvPr/>
            </p:nvSpPr>
            <p:spPr>
              <a:xfrm>
                <a:off x="-1025475" y="2691243"/>
                <a:ext cx="729234" cy="12700"/>
              </a:xfrm>
              <a:custGeom>
                <a:avLst/>
                <a:gdLst>
                  <a:gd name="csX0" fmla="*/ 0 w 729234"/>
                  <a:gd name="csY0" fmla="*/ 0 h 12700"/>
                  <a:gd name="csX1" fmla="*/ 729234 w 72923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29234" h="12700">
                    <a:moveTo>
                      <a:pt x="0" y="0"/>
                    </a:moveTo>
                    <a:lnTo>
                      <a:pt x="72923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499" name="TextBox 498">
                <a:extLst>
                  <a:ext uri="{FF2B5EF4-FFF2-40B4-BE49-F238E27FC236}">
                    <a16:creationId xmlns:a16="http://schemas.microsoft.com/office/drawing/2014/main" id="{AAF8455D-02EA-C6CD-1B93-357782E1ECA7}"/>
                  </a:ext>
                </a:extLst>
              </p:cNvPr>
              <p:cNvSpPr txBox="1"/>
              <p:nvPr/>
            </p:nvSpPr>
            <p:spPr>
              <a:xfrm>
                <a:off x="-1053397" y="2406024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0.317</a:t>
                </a:r>
              </a:p>
            </p:txBody>
          </p:sp>
          <p:sp>
            <p:nvSpPr>
              <p:cNvPr id="500" name="Freeform 499">
                <a:extLst>
                  <a:ext uri="{FF2B5EF4-FFF2-40B4-BE49-F238E27FC236}">
                    <a16:creationId xmlns:a16="http://schemas.microsoft.com/office/drawing/2014/main" id="{1602ACB9-CB78-FB83-2087-2DEEC0CB106E}"/>
                  </a:ext>
                </a:extLst>
              </p:cNvPr>
              <p:cNvSpPr/>
              <p:nvPr/>
            </p:nvSpPr>
            <p:spPr>
              <a:xfrm>
                <a:off x="-1302081" y="2555099"/>
                <a:ext cx="1005840" cy="12700"/>
              </a:xfrm>
              <a:custGeom>
                <a:avLst/>
                <a:gdLst>
                  <a:gd name="csX0" fmla="*/ 0 w 1005840"/>
                  <a:gd name="csY0" fmla="*/ 0 h 12700"/>
                  <a:gd name="csX1" fmla="*/ 1005840 w 100584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05840" h="12700">
                    <a:moveTo>
                      <a:pt x="0" y="0"/>
                    </a:moveTo>
                    <a:lnTo>
                      <a:pt x="100584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5881" name="Graphic 14">
              <a:extLst>
                <a:ext uri="{FF2B5EF4-FFF2-40B4-BE49-F238E27FC236}">
                  <a16:creationId xmlns:a16="http://schemas.microsoft.com/office/drawing/2014/main" id="{66F78D08-9D7F-4843-7B66-4E4196664296}"/>
                </a:ext>
              </a:extLst>
            </p:cNvPr>
            <p:cNvGrpSpPr/>
            <p:nvPr/>
          </p:nvGrpSpPr>
          <p:grpSpPr>
            <a:xfrm>
              <a:off x="-1872575" y="2071360"/>
              <a:ext cx="1727211" cy="1811644"/>
              <a:chOff x="-1872575" y="2071360"/>
              <a:chExt cx="1727211" cy="1811644"/>
            </a:xfrm>
          </p:grpSpPr>
          <p:sp>
            <p:nvSpPr>
              <p:cNvPr id="5882" name="Freeform 5881">
                <a:extLst>
                  <a:ext uri="{FF2B5EF4-FFF2-40B4-BE49-F238E27FC236}">
                    <a16:creationId xmlns:a16="http://schemas.microsoft.com/office/drawing/2014/main" id="{0C1AF000-6AF6-D848-7161-6B29498C462C}"/>
                  </a:ext>
                </a:extLst>
              </p:cNvPr>
              <p:cNvSpPr/>
              <p:nvPr/>
            </p:nvSpPr>
            <p:spPr>
              <a:xfrm>
                <a:off x="-1452956" y="2373616"/>
                <a:ext cx="12700" cy="1134363"/>
              </a:xfrm>
              <a:custGeom>
                <a:avLst/>
                <a:gdLst>
                  <a:gd name="csX0" fmla="*/ 0 w 12700"/>
                  <a:gd name="csY0" fmla="*/ 1134364 h 1134363"/>
                  <a:gd name="csX1" fmla="*/ 0 w 12700"/>
                  <a:gd name="csY1" fmla="*/ 0 h 11343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34363">
                    <a:moveTo>
                      <a:pt x="0" y="11343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883" name="TextBox 5882">
                <a:extLst>
                  <a:ext uri="{FF2B5EF4-FFF2-40B4-BE49-F238E27FC236}">
                    <a16:creationId xmlns:a16="http://schemas.microsoft.com/office/drawing/2014/main" id="{A044787F-4F4D-463D-B6C0-D7597DF8CBE3}"/>
                  </a:ext>
                </a:extLst>
              </p:cNvPr>
              <p:cNvSpPr txBox="1"/>
              <p:nvPr/>
            </p:nvSpPr>
            <p:spPr>
              <a:xfrm>
                <a:off x="-1765732" y="3245897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0.4</a:t>
                </a:r>
              </a:p>
            </p:txBody>
          </p:sp>
          <p:sp>
            <p:nvSpPr>
              <p:cNvPr id="5884" name="TextBox 5883">
                <a:extLst>
                  <a:ext uri="{FF2B5EF4-FFF2-40B4-BE49-F238E27FC236}">
                    <a16:creationId xmlns:a16="http://schemas.microsoft.com/office/drawing/2014/main" id="{CC54EEE6-9F13-3A6A-C616-585231912B88}"/>
                  </a:ext>
                </a:extLst>
              </p:cNvPr>
              <p:cNvSpPr txBox="1"/>
              <p:nvPr/>
            </p:nvSpPr>
            <p:spPr>
              <a:xfrm>
                <a:off x="-1765732" y="3017043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0.5</a:t>
                </a:r>
              </a:p>
            </p:txBody>
          </p:sp>
          <p:sp>
            <p:nvSpPr>
              <p:cNvPr id="5885" name="TextBox 5884">
                <a:extLst>
                  <a:ext uri="{FF2B5EF4-FFF2-40B4-BE49-F238E27FC236}">
                    <a16:creationId xmlns:a16="http://schemas.microsoft.com/office/drawing/2014/main" id="{373A52E4-C318-1020-83A8-65089E8C14B6}"/>
                  </a:ext>
                </a:extLst>
              </p:cNvPr>
              <p:cNvSpPr txBox="1"/>
              <p:nvPr/>
            </p:nvSpPr>
            <p:spPr>
              <a:xfrm>
                <a:off x="-1765732" y="2788189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0.6</a:t>
                </a:r>
              </a:p>
            </p:txBody>
          </p:sp>
          <p:sp>
            <p:nvSpPr>
              <p:cNvPr id="5886" name="TextBox 5885">
                <a:extLst>
                  <a:ext uri="{FF2B5EF4-FFF2-40B4-BE49-F238E27FC236}">
                    <a16:creationId xmlns:a16="http://schemas.microsoft.com/office/drawing/2014/main" id="{E017F197-0244-AC53-9E63-241A72A0546D}"/>
                  </a:ext>
                </a:extLst>
              </p:cNvPr>
              <p:cNvSpPr txBox="1"/>
              <p:nvPr/>
            </p:nvSpPr>
            <p:spPr>
              <a:xfrm>
                <a:off x="-1765732" y="2559335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0.7</a:t>
                </a:r>
              </a:p>
            </p:txBody>
          </p:sp>
          <p:sp>
            <p:nvSpPr>
              <p:cNvPr id="5887" name="TextBox 5886">
                <a:extLst>
                  <a:ext uri="{FF2B5EF4-FFF2-40B4-BE49-F238E27FC236}">
                    <a16:creationId xmlns:a16="http://schemas.microsoft.com/office/drawing/2014/main" id="{8F3BD51C-28B7-88E9-F6B8-6DD920B89CBF}"/>
                  </a:ext>
                </a:extLst>
              </p:cNvPr>
              <p:cNvSpPr txBox="1"/>
              <p:nvPr/>
            </p:nvSpPr>
            <p:spPr>
              <a:xfrm>
                <a:off x="-1765732" y="2330481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0.8</a:t>
                </a:r>
              </a:p>
            </p:txBody>
          </p:sp>
          <p:sp>
            <p:nvSpPr>
              <p:cNvPr id="5888" name="Freeform 5887">
                <a:extLst>
                  <a:ext uri="{FF2B5EF4-FFF2-40B4-BE49-F238E27FC236}">
                    <a16:creationId xmlns:a16="http://schemas.microsoft.com/office/drawing/2014/main" id="{6C2F19C3-46EE-1AB4-2196-B51BD2A1CC29}"/>
                  </a:ext>
                </a:extLst>
              </p:cNvPr>
              <p:cNvSpPr/>
              <p:nvPr/>
            </p:nvSpPr>
            <p:spPr>
              <a:xfrm>
                <a:off x="-1487755" y="3352785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889" name="Freeform 5888">
                <a:extLst>
                  <a:ext uri="{FF2B5EF4-FFF2-40B4-BE49-F238E27FC236}">
                    <a16:creationId xmlns:a16="http://schemas.microsoft.com/office/drawing/2014/main" id="{425A554E-27E6-907E-6EFE-EE201A19327B}"/>
                  </a:ext>
                </a:extLst>
              </p:cNvPr>
              <p:cNvSpPr/>
              <p:nvPr/>
            </p:nvSpPr>
            <p:spPr>
              <a:xfrm>
                <a:off x="-1487755" y="3123932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57" name="Freeform 5956">
                <a:extLst>
                  <a:ext uri="{FF2B5EF4-FFF2-40B4-BE49-F238E27FC236}">
                    <a16:creationId xmlns:a16="http://schemas.microsoft.com/office/drawing/2014/main" id="{E09CCF92-92B7-CDBA-F6A9-9AB93F4B3C99}"/>
                  </a:ext>
                </a:extLst>
              </p:cNvPr>
              <p:cNvSpPr/>
              <p:nvPr/>
            </p:nvSpPr>
            <p:spPr>
              <a:xfrm>
                <a:off x="-1487755" y="289507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58" name="Freeform 5957">
                <a:extLst>
                  <a:ext uri="{FF2B5EF4-FFF2-40B4-BE49-F238E27FC236}">
                    <a16:creationId xmlns:a16="http://schemas.microsoft.com/office/drawing/2014/main" id="{58AA2D22-00B3-A8BA-6B2D-D0254474A0B5}"/>
                  </a:ext>
                </a:extLst>
              </p:cNvPr>
              <p:cNvSpPr/>
              <p:nvPr/>
            </p:nvSpPr>
            <p:spPr>
              <a:xfrm>
                <a:off x="-1487755" y="266622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0" name="Freeform 5959">
                <a:extLst>
                  <a:ext uri="{FF2B5EF4-FFF2-40B4-BE49-F238E27FC236}">
                    <a16:creationId xmlns:a16="http://schemas.microsoft.com/office/drawing/2014/main" id="{F67DDDA2-7EC3-1806-AB4E-AF798C8AD350}"/>
                  </a:ext>
                </a:extLst>
              </p:cNvPr>
              <p:cNvSpPr/>
              <p:nvPr/>
            </p:nvSpPr>
            <p:spPr>
              <a:xfrm>
                <a:off x="-1487755" y="243737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1" name="Freeform 5960">
                <a:extLst>
                  <a:ext uri="{FF2B5EF4-FFF2-40B4-BE49-F238E27FC236}">
                    <a16:creationId xmlns:a16="http://schemas.microsoft.com/office/drawing/2014/main" id="{0BCC8F35-FD7B-6C1E-4A07-16A23325CF0E}"/>
                  </a:ext>
                </a:extLst>
              </p:cNvPr>
              <p:cNvSpPr/>
              <p:nvPr/>
            </p:nvSpPr>
            <p:spPr>
              <a:xfrm>
                <a:off x="-1452956" y="3507980"/>
                <a:ext cx="1307592" cy="12700"/>
              </a:xfrm>
              <a:custGeom>
                <a:avLst/>
                <a:gdLst>
                  <a:gd name="csX0" fmla="*/ 0 w 1307592"/>
                  <a:gd name="csY0" fmla="*/ 0 h 12700"/>
                  <a:gd name="csX1" fmla="*/ 1307592 w 13075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07592" h="12700">
                    <a:moveTo>
                      <a:pt x="0" y="0"/>
                    </a:moveTo>
                    <a:lnTo>
                      <a:pt x="130759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2" name="Freeform 5961">
                <a:extLst>
                  <a:ext uri="{FF2B5EF4-FFF2-40B4-BE49-F238E27FC236}">
                    <a16:creationId xmlns:a16="http://schemas.microsoft.com/office/drawing/2014/main" id="{06A00513-906F-0792-A1AC-5E0C94934E9E}"/>
                  </a:ext>
                </a:extLst>
              </p:cNvPr>
              <p:cNvSpPr/>
              <p:nvPr/>
            </p:nvSpPr>
            <p:spPr>
              <a:xfrm>
                <a:off x="-1302081" y="350798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3" name="Freeform 5962">
                <a:extLst>
                  <a:ext uri="{FF2B5EF4-FFF2-40B4-BE49-F238E27FC236}">
                    <a16:creationId xmlns:a16="http://schemas.microsoft.com/office/drawing/2014/main" id="{851BBBF9-4C93-6BAB-B900-EF9CBC560947}"/>
                  </a:ext>
                </a:extLst>
              </p:cNvPr>
              <p:cNvSpPr/>
              <p:nvPr/>
            </p:nvSpPr>
            <p:spPr>
              <a:xfrm>
                <a:off x="-1050621" y="350798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4" name="Freeform 5963">
                <a:extLst>
                  <a:ext uri="{FF2B5EF4-FFF2-40B4-BE49-F238E27FC236}">
                    <a16:creationId xmlns:a16="http://schemas.microsoft.com/office/drawing/2014/main" id="{72C8DC27-3F4F-A337-6CA9-6826C7F38464}"/>
                  </a:ext>
                </a:extLst>
              </p:cNvPr>
              <p:cNvSpPr/>
              <p:nvPr/>
            </p:nvSpPr>
            <p:spPr>
              <a:xfrm>
                <a:off x="-799160" y="350798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5" name="Freeform 5964">
                <a:extLst>
                  <a:ext uri="{FF2B5EF4-FFF2-40B4-BE49-F238E27FC236}">
                    <a16:creationId xmlns:a16="http://schemas.microsoft.com/office/drawing/2014/main" id="{16DA6F1C-BFED-B426-8803-9678D1CCB120}"/>
                  </a:ext>
                </a:extLst>
              </p:cNvPr>
              <p:cNvSpPr/>
              <p:nvPr/>
            </p:nvSpPr>
            <p:spPr>
              <a:xfrm>
                <a:off x="-547701" y="350798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6" name="Freeform 5965">
                <a:extLst>
                  <a:ext uri="{FF2B5EF4-FFF2-40B4-BE49-F238E27FC236}">
                    <a16:creationId xmlns:a16="http://schemas.microsoft.com/office/drawing/2014/main" id="{C4DBED9B-D777-4A39-E5C9-C1C1EAF9F387}"/>
                  </a:ext>
                </a:extLst>
              </p:cNvPr>
              <p:cNvSpPr/>
              <p:nvPr/>
            </p:nvSpPr>
            <p:spPr>
              <a:xfrm>
                <a:off x="-296241" y="350798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5967" name="TextBox 5966">
                <a:extLst>
                  <a:ext uri="{FF2B5EF4-FFF2-40B4-BE49-F238E27FC236}">
                    <a16:creationId xmlns:a16="http://schemas.microsoft.com/office/drawing/2014/main" id="{E4094671-EE20-0A69-05A6-D82976FBD99D}"/>
                  </a:ext>
                </a:extLst>
              </p:cNvPr>
              <p:cNvSpPr txBox="1"/>
              <p:nvPr/>
            </p:nvSpPr>
            <p:spPr>
              <a:xfrm>
                <a:off x="-1442504" y="3503834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5968" name="TextBox 5967">
                <a:extLst>
                  <a:ext uri="{FF2B5EF4-FFF2-40B4-BE49-F238E27FC236}">
                    <a16:creationId xmlns:a16="http://schemas.microsoft.com/office/drawing/2014/main" id="{BBE645E3-74BE-CD69-42A7-D0F4103BA4C0}"/>
                  </a:ext>
                </a:extLst>
              </p:cNvPr>
              <p:cNvSpPr txBox="1"/>
              <p:nvPr/>
            </p:nvSpPr>
            <p:spPr>
              <a:xfrm>
                <a:off x="-1158984" y="3503834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5969" name="TextBox 5968">
                <a:extLst>
                  <a:ext uri="{FF2B5EF4-FFF2-40B4-BE49-F238E27FC236}">
                    <a16:creationId xmlns:a16="http://schemas.microsoft.com/office/drawing/2014/main" id="{20C86F3B-167A-D5BD-9FA4-7925DB13C95B}"/>
                  </a:ext>
                </a:extLst>
              </p:cNvPr>
              <p:cNvSpPr txBox="1"/>
              <p:nvPr/>
            </p:nvSpPr>
            <p:spPr>
              <a:xfrm>
                <a:off x="-939584" y="3503834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5970" name="TextBox 5969">
                <a:extLst>
                  <a:ext uri="{FF2B5EF4-FFF2-40B4-BE49-F238E27FC236}">
                    <a16:creationId xmlns:a16="http://schemas.microsoft.com/office/drawing/2014/main" id="{5F269652-BEC1-6E48-099A-311AAC58511F}"/>
                  </a:ext>
                </a:extLst>
              </p:cNvPr>
              <p:cNvSpPr txBox="1"/>
              <p:nvPr/>
            </p:nvSpPr>
            <p:spPr>
              <a:xfrm>
                <a:off x="-716978" y="3503834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5971" name="TextBox 5970">
                <a:extLst>
                  <a:ext uri="{FF2B5EF4-FFF2-40B4-BE49-F238E27FC236}">
                    <a16:creationId xmlns:a16="http://schemas.microsoft.com/office/drawing/2014/main" id="{53BA0622-49C7-BA9C-5422-C1AC4F008E4B}"/>
                  </a:ext>
                </a:extLst>
              </p:cNvPr>
              <p:cNvSpPr txBox="1"/>
              <p:nvPr/>
            </p:nvSpPr>
            <p:spPr>
              <a:xfrm>
                <a:off x="-423840" y="3503834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5972" name="TextBox 5971">
                <a:extLst>
                  <a:ext uri="{FF2B5EF4-FFF2-40B4-BE49-F238E27FC236}">
                    <a16:creationId xmlns:a16="http://schemas.microsoft.com/office/drawing/2014/main" id="{ADCCD7F0-105C-73FA-7E2B-6F451F5E9E2C}"/>
                  </a:ext>
                </a:extLst>
              </p:cNvPr>
              <p:cNvSpPr txBox="1"/>
              <p:nvPr/>
            </p:nvSpPr>
            <p:spPr>
              <a:xfrm>
                <a:off x="-1071832" y="3636783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5973" name="TextBox 5972">
                <a:extLst>
                  <a:ext uri="{FF2B5EF4-FFF2-40B4-BE49-F238E27FC236}">
                    <a16:creationId xmlns:a16="http://schemas.microsoft.com/office/drawing/2014/main" id="{41338B8D-3D10-91E5-7B3C-5F5B1128A585}"/>
                  </a:ext>
                </a:extLst>
              </p:cNvPr>
              <p:cNvSpPr txBox="1"/>
              <p:nvPr/>
            </p:nvSpPr>
            <p:spPr>
              <a:xfrm rot="16200000">
                <a:off x="-2190451" y="2817688"/>
                <a:ext cx="88197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CytoTRACE</a:t>
                </a:r>
                <a:endPara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5974" name="TextBox 5973">
                <a:extLst>
                  <a:ext uri="{FF2B5EF4-FFF2-40B4-BE49-F238E27FC236}">
                    <a16:creationId xmlns:a16="http://schemas.microsoft.com/office/drawing/2014/main" id="{92098B69-8078-BB16-111D-D287949E6DB9}"/>
                  </a:ext>
                </a:extLst>
              </p:cNvPr>
              <p:cNvSpPr txBox="1"/>
              <p:nvPr/>
            </p:nvSpPr>
            <p:spPr>
              <a:xfrm>
                <a:off x="-1440054" y="2071360"/>
                <a:ext cx="127535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6_POA_Mixed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65705AB-7243-C152-63B1-226AB18C26F9}"/>
              </a:ext>
            </a:extLst>
          </p:cNvPr>
          <p:cNvSpPr txBox="1"/>
          <p:nvPr/>
        </p:nvSpPr>
        <p:spPr>
          <a:xfrm>
            <a:off x="3890164" y="4403826"/>
            <a:ext cx="33534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71432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3" name="Group 2572">
            <a:extLst>
              <a:ext uri="{FF2B5EF4-FFF2-40B4-BE49-F238E27FC236}">
                <a16:creationId xmlns:a16="http://schemas.microsoft.com/office/drawing/2014/main" id="{6DBE80CC-7D08-28B4-7791-42AFCF783C9C}"/>
              </a:ext>
            </a:extLst>
          </p:cNvPr>
          <p:cNvGrpSpPr/>
          <p:nvPr/>
        </p:nvGrpSpPr>
        <p:grpSpPr>
          <a:xfrm>
            <a:off x="196652" y="20548"/>
            <a:ext cx="5639116" cy="1598416"/>
            <a:chOff x="64300" y="20548"/>
            <a:chExt cx="5639116" cy="1598416"/>
          </a:xfrm>
        </p:grpSpPr>
        <p:grpSp>
          <p:nvGrpSpPr>
            <p:cNvPr id="2561" name="Group 2560">
              <a:extLst>
                <a:ext uri="{FF2B5EF4-FFF2-40B4-BE49-F238E27FC236}">
                  <a16:creationId xmlns:a16="http://schemas.microsoft.com/office/drawing/2014/main" id="{648E202B-556D-9870-6BF3-3712692D5BF7}"/>
                </a:ext>
              </a:extLst>
            </p:cNvPr>
            <p:cNvGrpSpPr/>
            <p:nvPr/>
          </p:nvGrpSpPr>
          <p:grpSpPr>
            <a:xfrm>
              <a:off x="64300" y="135867"/>
              <a:ext cx="5639116" cy="1483097"/>
              <a:chOff x="64300" y="135867"/>
              <a:chExt cx="5639116" cy="1483097"/>
            </a:xfrm>
          </p:grpSpPr>
          <p:grpSp>
            <p:nvGrpSpPr>
              <p:cNvPr id="2550" name="Group 2549">
                <a:extLst>
                  <a:ext uri="{FF2B5EF4-FFF2-40B4-BE49-F238E27FC236}">
                    <a16:creationId xmlns:a16="http://schemas.microsoft.com/office/drawing/2014/main" id="{71EFA35E-DA70-2DC0-7F6E-671AC5D4CC51}"/>
                  </a:ext>
                </a:extLst>
              </p:cNvPr>
              <p:cNvGrpSpPr/>
              <p:nvPr/>
            </p:nvGrpSpPr>
            <p:grpSpPr>
              <a:xfrm>
                <a:off x="3808010" y="135867"/>
                <a:ext cx="1895406" cy="1394329"/>
                <a:chOff x="3808010" y="135867"/>
                <a:chExt cx="1895406" cy="1394329"/>
              </a:xfrm>
            </p:grpSpPr>
            <p:sp>
              <p:nvSpPr>
                <p:cNvPr id="1791" name="Freeform 1790">
                  <a:extLst>
                    <a:ext uri="{FF2B5EF4-FFF2-40B4-BE49-F238E27FC236}">
                      <a16:creationId xmlns:a16="http://schemas.microsoft.com/office/drawing/2014/main" id="{34FA34FA-2ECD-9072-55C9-F751E9DE0FC7}"/>
                    </a:ext>
                  </a:extLst>
                </p:cNvPr>
                <p:cNvSpPr/>
                <p:nvPr/>
              </p:nvSpPr>
              <p:spPr>
                <a:xfrm>
                  <a:off x="4477105" y="1320138"/>
                  <a:ext cx="12700" cy="115824"/>
                </a:xfrm>
                <a:custGeom>
                  <a:avLst/>
                  <a:gdLst>
                    <a:gd name="csX0" fmla="*/ 0 w 12700"/>
                    <a:gd name="csY0" fmla="*/ 0 h 115824"/>
                    <a:gd name="csX1" fmla="*/ 0 w 12700"/>
                    <a:gd name="csY1" fmla="*/ 115824 h 1158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5824">
                      <a:moveTo>
                        <a:pt x="0" y="0"/>
                      </a:moveTo>
                      <a:lnTo>
                        <a:pt x="0" y="115824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2" name="Freeform 1791">
                  <a:extLst>
                    <a:ext uri="{FF2B5EF4-FFF2-40B4-BE49-F238E27FC236}">
                      <a16:creationId xmlns:a16="http://schemas.microsoft.com/office/drawing/2014/main" id="{FF58095F-98FE-B00A-7103-CF7BDD3B062A}"/>
                    </a:ext>
                  </a:extLst>
                </p:cNvPr>
                <p:cNvSpPr/>
                <p:nvPr/>
              </p:nvSpPr>
              <p:spPr>
                <a:xfrm>
                  <a:off x="4401667" y="1159229"/>
                  <a:ext cx="150876" cy="160908"/>
                </a:xfrm>
                <a:custGeom>
                  <a:avLst/>
                  <a:gdLst>
                    <a:gd name="csX0" fmla="*/ 0 w 150876"/>
                    <a:gd name="csY0" fmla="*/ 0 h 160908"/>
                    <a:gd name="csX1" fmla="*/ 0 w 150876"/>
                    <a:gd name="csY1" fmla="*/ 160909 h 160908"/>
                    <a:gd name="csX2" fmla="*/ 150876 w 150876"/>
                    <a:gd name="csY2" fmla="*/ 160909 h 160908"/>
                    <a:gd name="csX3" fmla="*/ 150876 w 150876"/>
                    <a:gd name="csY3" fmla="*/ 0 h 160908"/>
                    <a:gd name="csX4" fmla="*/ 0 w 150876"/>
                    <a:gd name="csY4" fmla="*/ 0 h 160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60908">
                      <a:moveTo>
                        <a:pt x="0" y="0"/>
                      </a:moveTo>
                      <a:lnTo>
                        <a:pt x="0" y="160909"/>
                      </a:lnTo>
                      <a:lnTo>
                        <a:pt x="150876" y="160909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3" name="Freeform 1792">
                  <a:extLst>
                    <a:ext uri="{FF2B5EF4-FFF2-40B4-BE49-F238E27FC236}">
                      <a16:creationId xmlns:a16="http://schemas.microsoft.com/office/drawing/2014/main" id="{186973AE-F270-681F-FD2A-C32C6EB4109D}"/>
                    </a:ext>
                  </a:extLst>
                </p:cNvPr>
                <p:cNvSpPr/>
                <p:nvPr/>
              </p:nvSpPr>
              <p:spPr>
                <a:xfrm>
                  <a:off x="4401667" y="1264766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4" name="Freeform 1793">
                  <a:extLst>
                    <a:ext uri="{FF2B5EF4-FFF2-40B4-BE49-F238E27FC236}">
                      <a16:creationId xmlns:a16="http://schemas.microsoft.com/office/drawing/2014/main" id="{B1B6C4E8-7C93-6FA2-48E8-22A29B57A20A}"/>
                    </a:ext>
                  </a:extLst>
                </p:cNvPr>
                <p:cNvSpPr/>
                <p:nvPr/>
              </p:nvSpPr>
              <p:spPr>
                <a:xfrm>
                  <a:off x="4728565" y="702029"/>
                  <a:ext cx="12700" cy="251460"/>
                </a:xfrm>
                <a:custGeom>
                  <a:avLst/>
                  <a:gdLst>
                    <a:gd name="csX0" fmla="*/ 0 w 12700"/>
                    <a:gd name="csY0" fmla="*/ 251460 h 251460"/>
                    <a:gd name="csX1" fmla="*/ 0 w 12700"/>
                    <a:gd name="csY1" fmla="*/ 0 h 2514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51460">
                      <a:moveTo>
                        <a:pt x="0" y="251460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5" name="Freeform 1794">
                  <a:extLst>
                    <a:ext uri="{FF2B5EF4-FFF2-40B4-BE49-F238E27FC236}">
                      <a16:creationId xmlns:a16="http://schemas.microsoft.com/office/drawing/2014/main" id="{6AA8AABC-D329-2F52-B0AB-F70739610E10}"/>
                    </a:ext>
                  </a:extLst>
                </p:cNvPr>
                <p:cNvSpPr/>
                <p:nvPr/>
              </p:nvSpPr>
              <p:spPr>
                <a:xfrm>
                  <a:off x="4728565" y="1290928"/>
                  <a:ext cx="12700" cy="125730"/>
                </a:xfrm>
                <a:custGeom>
                  <a:avLst/>
                  <a:gdLst>
                    <a:gd name="csX0" fmla="*/ 0 w 12700"/>
                    <a:gd name="csY0" fmla="*/ 0 h 125730"/>
                    <a:gd name="csX1" fmla="*/ 0 w 12700"/>
                    <a:gd name="csY1" fmla="*/ 125730 h 1257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25730">
                      <a:moveTo>
                        <a:pt x="0" y="0"/>
                      </a:moveTo>
                      <a:lnTo>
                        <a:pt x="0" y="12573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6" name="Freeform 1795">
                  <a:extLst>
                    <a:ext uri="{FF2B5EF4-FFF2-40B4-BE49-F238E27FC236}">
                      <a16:creationId xmlns:a16="http://schemas.microsoft.com/office/drawing/2014/main" id="{F23533EB-76E5-DA49-89A8-EADB114C9334}"/>
                    </a:ext>
                  </a:extLst>
                </p:cNvPr>
                <p:cNvSpPr/>
                <p:nvPr/>
              </p:nvSpPr>
              <p:spPr>
                <a:xfrm>
                  <a:off x="4653126" y="953488"/>
                  <a:ext cx="150876" cy="337439"/>
                </a:xfrm>
                <a:custGeom>
                  <a:avLst/>
                  <a:gdLst>
                    <a:gd name="csX0" fmla="*/ 0 w 150876"/>
                    <a:gd name="csY0" fmla="*/ 0 h 337439"/>
                    <a:gd name="csX1" fmla="*/ 0 w 150876"/>
                    <a:gd name="csY1" fmla="*/ 337439 h 337439"/>
                    <a:gd name="csX2" fmla="*/ 150876 w 150876"/>
                    <a:gd name="csY2" fmla="*/ 337439 h 337439"/>
                    <a:gd name="csX3" fmla="*/ 150876 w 150876"/>
                    <a:gd name="csY3" fmla="*/ 0 h 337439"/>
                    <a:gd name="csX4" fmla="*/ 0 w 150876"/>
                    <a:gd name="csY4" fmla="*/ 0 h 3374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337439">
                      <a:moveTo>
                        <a:pt x="0" y="0"/>
                      </a:moveTo>
                      <a:lnTo>
                        <a:pt x="0" y="337439"/>
                      </a:lnTo>
                      <a:lnTo>
                        <a:pt x="150876" y="337439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7" name="Freeform 1796">
                  <a:extLst>
                    <a:ext uri="{FF2B5EF4-FFF2-40B4-BE49-F238E27FC236}">
                      <a16:creationId xmlns:a16="http://schemas.microsoft.com/office/drawing/2014/main" id="{7F6A3EB1-981E-C37B-C85B-9C178C4DCA5D}"/>
                    </a:ext>
                  </a:extLst>
                </p:cNvPr>
                <p:cNvSpPr/>
                <p:nvPr/>
              </p:nvSpPr>
              <p:spPr>
                <a:xfrm>
                  <a:off x="4653127" y="1117319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8" name="Freeform 1797">
                  <a:extLst>
                    <a:ext uri="{FF2B5EF4-FFF2-40B4-BE49-F238E27FC236}">
                      <a16:creationId xmlns:a16="http://schemas.microsoft.com/office/drawing/2014/main" id="{86C9E81C-C9ED-3664-97E7-7434B265ADB9}"/>
                    </a:ext>
                  </a:extLst>
                </p:cNvPr>
                <p:cNvSpPr/>
                <p:nvPr/>
              </p:nvSpPr>
              <p:spPr>
                <a:xfrm>
                  <a:off x="4980025" y="1052676"/>
                  <a:ext cx="12700" cy="83184"/>
                </a:xfrm>
                <a:custGeom>
                  <a:avLst/>
                  <a:gdLst>
                    <a:gd name="csX0" fmla="*/ 0 w 12700"/>
                    <a:gd name="csY0" fmla="*/ 83185 h 83184"/>
                    <a:gd name="csX1" fmla="*/ 0 w 12700"/>
                    <a:gd name="csY1" fmla="*/ 0 h 831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3184">
                      <a:moveTo>
                        <a:pt x="0" y="83185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799" name="Freeform 1798">
                  <a:extLst>
                    <a:ext uri="{FF2B5EF4-FFF2-40B4-BE49-F238E27FC236}">
                      <a16:creationId xmlns:a16="http://schemas.microsoft.com/office/drawing/2014/main" id="{4D4B98D5-B069-9F56-3F7F-E9F2485E31DD}"/>
                    </a:ext>
                  </a:extLst>
                </p:cNvPr>
                <p:cNvSpPr/>
                <p:nvPr/>
              </p:nvSpPr>
              <p:spPr>
                <a:xfrm>
                  <a:off x="4980025" y="1302358"/>
                  <a:ext cx="12700" cy="83184"/>
                </a:xfrm>
                <a:custGeom>
                  <a:avLst/>
                  <a:gdLst>
                    <a:gd name="csX0" fmla="*/ 0 w 12700"/>
                    <a:gd name="csY0" fmla="*/ 0 h 83184"/>
                    <a:gd name="csX1" fmla="*/ 0 w 12700"/>
                    <a:gd name="csY1" fmla="*/ 83185 h 831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3184">
                      <a:moveTo>
                        <a:pt x="0" y="0"/>
                      </a:moveTo>
                      <a:lnTo>
                        <a:pt x="0" y="83185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0" name="Freeform 1799">
                  <a:extLst>
                    <a:ext uri="{FF2B5EF4-FFF2-40B4-BE49-F238E27FC236}">
                      <a16:creationId xmlns:a16="http://schemas.microsoft.com/office/drawing/2014/main" id="{48D12A50-3682-5D0A-EECA-DEA2C157CA51}"/>
                    </a:ext>
                  </a:extLst>
                </p:cNvPr>
                <p:cNvSpPr/>
                <p:nvPr/>
              </p:nvSpPr>
              <p:spPr>
                <a:xfrm>
                  <a:off x="4904586" y="1135860"/>
                  <a:ext cx="150876" cy="166497"/>
                </a:xfrm>
                <a:custGeom>
                  <a:avLst/>
                  <a:gdLst>
                    <a:gd name="csX0" fmla="*/ 0 w 150876"/>
                    <a:gd name="csY0" fmla="*/ 0 h 166497"/>
                    <a:gd name="csX1" fmla="*/ 0 w 150876"/>
                    <a:gd name="csY1" fmla="*/ 166497 h 166497"/>
                    <a:gd name="csX2" fmla="*/ 150876 w 150876"/>
                    <a:gd name="csY2" fmla="*/ 166497 h 166497"/>
                    <a:gd name="csX3" fmla="*/ 150876 w 150876"/>
                    <a:gd name="csY3" fmla="*/ 0 h 166497"/>
                    <a:gd name="csX4" fmla="*/ 0 w 150876"/>
                    <a:gd name="csY4" fmla="*/ 0 h 1664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66497">
                      <a:moveTo>
                        <a:pt x="0" y="0"/>
                      </a:moveTo>
                      <a:lnTo>
                        <a:pt x="0" y="166497"/>
                      </a:lnTo>
                      <a:lnTo>
                        <a:pt x="150876" y="166497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1" name="Freeform 1800">
                  <a:extLst>
                    <a:ext uri="{FF2B5EF4-FFF2-40B4-BE49-F238E27FC236}">
                      <a16:creationId xmlns:a16="http://schemas.microsoft.com/office/drawing/2014/main" id="{A2850E05-5287-6BC7-6F92-AE133196207A}"/>
                    </a:ext>
                  </a:extLst>
                </p:cNvPr>
                <p:cNvSpPr/>
                <p:nvPr/>
              </p:nvSpPr>
              <p:spPr>
                <a:xfrm>
                  <a:off x="4904587" y="1219046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2" name="Freeform 1801">
                  <a:extLst>
                    <a:ext uri="{FF2B5EF4-FFF2-40B4-BE49-F238E27FC236}">
                      <a16:creationId xmlns:a16="http://schemas.microsoft.com/office/drawing/2014/main" id="{672B80C9-4236-19D2-799D-D5B6007DF6FB}"/>
                    </a:ext>
                  </a:extLst>
                </p:cNvPr>
                <p:cNvSpPr/>
                <p:nvPr/>
              </p:nvSpPr>
              <p:spPr>
                <a:xfrm>
                  <a:off x="5482945" y="1132051"/>
                  <a:ext cx="12700" cy="18795"/>
                </a:xfrm>
                <a:custGeom>
                  <a:avLst/>
                  <a:gdLst>
                    <a:gd name="csX0" fmla="*/ 0 w 12700"/>
                    <a:gd name="csY0" fmla="*/ 18796 h 18795"/>
                    <a:gd name="csX1" fmla="*/ 0 w 12700"/>
                    <a:gd name="csY1" fmla="*/ 0 h 1879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8795">
                      <a:moveTo>
                        <a:pt x="0" y="18796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3" name="Freeform 1802">
                  <a:extLst>
                    <a:ext uri="{FF2B5EF4-FFF2-40B4-BE49-F238E27FC236}">
                      <a16:creationId xmlns:a16="http://schemas.microsoft.com/office/drawing/2014/main" id="{0C9EE055-C1E2-33DF-1816-5896FC9817B6}"/>
                    </a:ext>
                  </a:extLst>
                </p:cNvPr>
                <p:cNvSpPr/>
                <p:nvPr/>
              </p:nvSpPr>
              <p:spPr>
                <a:xfrm>
                  <a:off x="5482945" y="1273148"/>
                  <a:ext cx="12700" cy="76707"/>
                </a:xfrm>
                <a:custGeom>
                  <a:avLst/>
                  <a:gdLst>
                    <a:gd name="csX0" fmla="*/ 0 w 12700"/>
                    <a:gd name="csY0" fmla="*/ 0 h 76707"/>
                    <a:gd name="csX1" fmla="*/ 0 w 12700"/>
                    <a:gd name="csY1" fmla="*/ 76708 h 767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76707">
                      <a:moveTo>
                        <a:pt x="0" y="0"/>
                      </a:moveTo>
                      <a:lnTo>
                        <a:pt x="0" y="7670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4" name="Freeform 1803">
                  <a:extLst>
                    <a:ext uri="{FF2B5EF4-FFF2-40B4-BE49-F238E27FC236}">
                      <a16:creationId xmlns:a16="http://schemas.microsoft.com/office/drawing/2014/main" id="{DDC64E4C-2739-8401-0742-CEF24162349D}"/>
                    </a:ext>
                  </a:extLst>
                </p:cNvPr>
                <p:cNvSpPr/>
                <p:nvPr/>
              </p:nvSpPr>
              <p:spPr>
                <a:xfrm>
                  <a:off x="5407506" y="1150846"/>
                  <a:ext cx="150876" cy="122301"/>
                </a:xfrm>
                <a:custGeom>
                  <a:avLst/>
                  <a:gdLst>
                    <a:gd name="csX0" fmla="*/ 0 w 150876"/>
                    <a:gd name="csY0" fmla="*/ 0 h 122301"/>
                    <a:gd name="csX1" fmla="*/ 0 w 150876"/>
                    <a:gd name="csY1" fmla="*/ 122301 h 122301"/>
                    <a:gd name="csX2" fmla="*/ 150876 w 150876"/>
                    <a:gd name="csY2" fmla="*/ 122301 h 122301"/>
                    <a:gd name="csX3" fmla="*/ 150876 w 150876"/>
                    <a:gd name="csY3" fmla="*/ 0 h 122301"/>
                    <a:gd name="csX4" fmla="*/ 0 w 150876"/>
                    <a:gd name="csY4" fmla="*/ 0 h 1223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22301">
                      <a:moveTo>
                        <a:pt x="0" y="0"/>
                      </a:moveTo>
                      <a:lnTo>
                        <a:pt x="0" y="122301"/>
                      </a:lnTo>
                      <a:lnTo>
                        <a:pt x="150876" y="122301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5" name="Freeform 1804">
                  <a:extLst>
                    <a:ext uri="{FF2B5EF4-FFF2-40B4-BE49-F238E27FC236}">
                      <a16:creationId xmlns:a16="http://schemas.microsoft.com/office/drawing/2014/main" id="{8E372267-D8F1-F687-E58C-B91D844CC4E8}"/>
                    </a:ext>
                  </a:extLst>
                </p:cNvPr>
                <p:cNvSpPr/>
                <p:nvPr/>
              </p:nvSpPr>
              <p:spPr>
                <a:xfrm>
                  <a:off x="5407507" y="1207870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6" name="Oval 1805">
                  <a:extLst>
                    <a:ext uri="{FF2B5EF4-FFF2-40B4-BE49-F238E27FC236}">
                      <a16:creationId xmlns:a16="http://schemas.microsoft.com/office/drawing/2014/main" id="{DBE82F07-0F96-1627-4139-88EA6195CB87}"/>
                    </a:ext>
                  </a:extLst>
                </p:cNvPr>
                <p:cNvSpPr/>
                <p:nvPr/>
              </p:nvSpPr>
              <p:spPr>
                <a:xfrm>
                  <a:off x="4982946" y="136750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7" name="Oval 1806">
                  <a:extLst>
                    <a:ext uri="{FF2B5EF4-FFF2-40B4-BE49-F238E27FC236}">
                      <a16:creationId xmlns:a16="http://schemas.microsoft.com/office/drawing/2014/main" id="{A43A1C73-DF45-A10C-2C2A-E185433F6053}"/>
                    </a:ext>
                  </a:extLst>
                </p:cNvPr>
                <p:cNvSpPr/>
                <p:nvPr/>
              </p:nvSpPr>
              <p:spPr>
                <a:xfrm>
                  <a:off x="4732502" y="128407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8" name="Oval 1807">
                  <a:extLst>
                    <a:ext uri="{FF2B5EF4-FFF2-40B4-BE49-F238E27FC236}">
                      <a16:creationId xmlns:a16="http://schemas.microsoft.com/office/drawing/2014/main" id="{054CCD56-C0EE-6133-1975-CBB511BB3AA8}"/>
                    </a:ext>
                  </a:extLst>
                </p:cNvPr>
                <p:cNvSpPr/>
                <p:nvPr/>
              </p:nvSpPr>
              <p:spPr>
                <a:xfrm>
                  <a:off x="4699863" y="92758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09" name="Oval 1808">
                  <a:extLst>
                    <a:ext uri="{FF2B5EF4-FFF2-40B4-BE49-F238E27FC236}">
                      <a16:creationId xmlns:a16="http://schemas.microsoft.com/office/drawing/2014/main" id="{44CCDD56-0914-010D-0C11-BBD8C21BD929}"/>
                    </a:ext>
                  </a:extLst>
                </p:cNvPr>
                <p:cNvSpPr/>
                <p:nvPr/>
              </p:nvSpPr>
              <p:spPr>
                <a:xfrm>
                  <a:off x="5481548" y="118564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0" name="Oval 1809">
                  <a:extLst>
                    <a:ext uri="{FF2B5EF4-FFF2-40B4-BE49-F238E27FC236}">
                      <a16:creationId xmlns:a16="http://schemas.microsoft.com/office/drawing/2014/main" id="{5B97E28E-626C-5A45-65E3-DC0CB4D5D3F3}"/>
                    </a:ext>
                  </a:extLst>
                </p:cNvPr>
                <p:cNvSpPr/>
                <p:nvPr/>
              </p:nvSpPr>
              <p:spPr>
                <a:xfrm>
                  <a:off x="4466310" y="874241"/>
                  <a:ext cx="36068" cy="36067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1" name="Oval 1810">
                  <a:extLst>
                    <a:ext uri="{FF2B5EF4-FFF2-40B4-BE49-F238E27FC236}">
                      <a16:creationId xmlns:a16="http://schemas.microsoft.com/office/drawing/2014/main" id="{3A256CC7-C8E4-FFFD-B61F-F3FC46035079}"/>
                    </a:ext>
                  </a:extLst>
                </p:cNvPr>
                <p:cNvSpPr/>
                <p:nvPr/>
              </p:nvSpPr>
              <p:spPr>
                <a:xfrm>
                  <a:off x="5465927" y="1275942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2" name="Oval 1811">
                  <a:extLst>
                    <a:ext uri="{FF2B5EF4-FFF2-40B4-BE49-F238E27FC236}">
                      <a16:creationId xmlns:a16="http://schemas.microsoft.com/office/drawing/2014/main" id="{F24AE2CF-93EE-8960-560B-9C10C90498C6}"/>
                    </a:ext>
                  </a:extLst>
                </p:cNvPr>
                <p:cNvSpPr/>
                <p:nvPr/>
              </p:nvSpPr>
              <p:spPr>
                <a:xfrm>
                  <a:off x="5476849" y="133182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3" name="Oval 1812">
                  <a:extLst>
                    <a:ext uri="{FF2B5EF4-FFF2-40B4-BE49-F238E27FC236}">
                      <a16:creationId xmlns:a16="http://schemas.microsoft.com/office/drawing/2014/main" id="{A2271B08-E5F8-B3B3-1702-CB7CB294449F}"/>
                    </a:ext>
                  </a:extLst>
                </p:cNvPr>
                <p:cNvSpPr/>
                <p:nvPr/>
              </p:nvSpPr>
              <p:spPr>
                <a:xfrm>
                  <a:off x="4440783" y="141805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4" name="Oval 1813">
                  <a:extLst>
                    <a:ext uri="{FF2B5EF4-FFF2-40B4-BE49-F238E27FC236}">
                      <a16:creationId xmlns:a16="http://schemas.microsoft.com/office/drawing/2014/main" id="{65F36732-2F92-3828-A4C0-0AD7F82E7B11}"/>
                    </a:ext>
                  </a:extLst>
                </p:cNvPr>
                <p:cNvSpPr/>
                <p:nvPr/>
              </p:nvSpPr>
              <p:spPr>
                <a:xfrm>
                  <a:off x="5472785" y="119339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5" name="Oval 1814">
                  <a:extLst>
                    <a:ext uri="{FF2B5EF4-FFF2-40B4-BE49-F238E27FC236}">
                      <a16:creationId xmlns:a16="http://schemas.microsoft.com/office/drawing/2014/main" id="{4AD9BF56-DA07-FD0F-DB25-F71BE0CA34E2}"/>
                    </a:ext>
                  </a:extLst>
                </p:cNvPr>
                <p:cNvSpPr/>
                <p:nvPr/>
              </p:nvSpPr>
              <p:spPr>
                <a:xfrm>
                  <a:off x="4469485" y="123022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6" name="Oval 1815">
                  <a:extLst>
                    <a:ext uri="{FF2B5EF4-FFF2-40B4-BE49-F238E27FC236}">
                      <a16:creationId xmlns:a16="http://schemas.microsoft.com/office/drawing/2014/main" id="{6A406696-9FFA-631B-8BCC-8524F2AB881B}"/>
                    </a:ext>
                  </a:extLst>
                </p:cNvPr>
                <p:cNvSpPr/>
                <p:nvPr/>
              </p:nvSpPr>
              <p:spPr>
                <a:xfrm>
                  <a:off x="5462752" y="111363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7" name="Oval 1816">
                  <a:extLst>
                    <a:ext uri="{FF2B5EF4-FFF2-40B4-BE49-F238E27FC236}">
                      <a16:creationId xmlns:a16="http://schemas.microsoft.com/office/drawing/2014/main" id="{16273A44-B925-E65D-EC40-D8538AD22861}"/>
                    </a:ext>
                  </a:extLst>
                </p:cNvPr>
                <p:cNvSpPr/>
                <p:nvPr/>
              </p:nvSpPr>
              <p:spPr>
                <a:xfrm>
                  <a:off x="4721580" y="96009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8" name="Oval 1817">
                  <a:extLst>
                    <a:ext uri="{FF2B5EF4-FFF2-40B4-BE49-F238E27FC236}">
                      <a16:creationId xmlns:a16="http://schemas.microsoft.com/office/drawing/2014/main" id="{C73CD0B2-6F00-A74F-21D6-4E42D1EF0372}"/>
                    </a:ext>
                  </a:extLst>
                </p:cNvPr>
                <p:cNvSpPr/>
                <p:nvPr/>
              </p:nvSpPr>
              <p:spPr>
                <a:xfrm>
                  <a:off x="5486755" y="1114779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19" name="Oval 1818">
                  <a:extLst>
                    <a:ext uri="{FF2B5EF4-FFF2-40B4-BE49-F238E27FC236}">
                      <a16:creationId xmlns:a16="http://schemas.microsoft.com/office/drawing/2014/main" id="{39725DD6-DEC7-8278-6C45-93BBF479EB41}"/>
                    </a:ext>
                  </a:extLst>
                </p:cNvPr>
                <p:cNvSpPr/>
                <p:nvPr/>
              </p:nvSpPr>
              <p:spPr>
                <a:xfrm>
                  <a:off x="4446879" y="126349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20" name="Oval 1819">
                  <a:extLst>
                    <a:ext uri="{FF2B5EF4-FFF2-40B4-BE49-F238E27FC236}">
                      <a16:creationId xmlns:a16="http://schemas.microsoft.com/office/drawing/2014/main" id="{EEE08280-6686-1E91-E94F-FEC8AAE936F1}"/>
                    </a:ext>
                  </a:extLst>
                </p:cNvPr>
                <p:cNvSpPr/>
                <p:nvPr/>
              </p:nvSpPr>
              <p:spPr>
                <a:xfrm>
                  <a:off x="4960086" y="103451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821" name="Oval 1820">
                  <a:extLst>
                    <a:ext uri="{FF2B5EF4-FFF2-40B4-BE49-F238E27FC236}">
                      <a16:creationId xmlns:a16="http://schemas.microsoft.com/office/drawing/2014/main" id="{6BE8C28A-AA85-2A09-E628-664CD2131502}"/>
                    </a:ext>
                  </a:extLst>
                </p:cNvPr>
                <p:cNvSpPr/>
                <p:nvPr/>
              </p:nvSpPr>
              <p:spPr>
                <a:xfrm>
                  <a:off x="4732756" y="123860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84" name="Oval 1983">
                  <a:extLst>
                    <a:ext uri="{FF2B5EF4-FFF2-40B4-BE49-F238E27FC236}">
                      <a16:creationId xmlns:a16="http://schemas.microsoft.com/office/drawing/2014/main" id="{104943FA-C77C-CCD0-EDB0-EBD55CF43A53}"/>
                    </a:ext>
                  </a:extLst>
                </p:cNvPr>
                <p:cNvSpPr/>
                <p:nvPr/>
              </p:nvSpPr>
              <p:spPr>
                <a:xfrm>
                  <a:off x="5237581" y="113268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85" name="Oval 1984">
                  <a:extLst>
                    <a:ext uri="{FF2B5EF4-FFF2-40B4-BE49-F238E27FC236}">
                      <a16:creationId xmlns:a16="http://schemas.microsoft.com/office/drawing/2014/main" id="{AF881F1B-53D5-3113-5306-BD6BC3A2930C}"/>
                    </a:ext>
                  </a:extLst>
                </p:cNvPr>
                <p:cNvSpPr/>
                <p:nvPr/>
              </p:nvSpPr>
              <p:spPr>
                <a:xfrm>
                  <a:off x="4691354" y="139900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86" name="Oval 1985">
                  <a:extLst>
                    <a:ext uri="{FF2B5EF4-FFF2-40B4-BE49-F238E27FC236}">
                      <a16:creationId xmlns:a16="http://schemas.microsoft.com/office/drawing/2014/main" id="{E0A57AF5-9702-1E0C-5727-0F400F23E129}"/>
                    </a:ext>
                  </a:extLst>
                </p:cNvPr>
                <p:cNvSpPr/>
                <p:nvPr/>
              </p:nvSpPr>
              <p:spPr>
                <a:xfrm>
                  <a:off x="4709261" y="68424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94" name="Freeform 1993">
                  <a:extLst>
                    <a:ext uri="{FF2B5EF4-FFF2-40B4-BE49-F238E27FC236}">
                      <a16:creationId xmlns:a16="http://schemas.microsoft.com/office/drawing/2014/main" id="{F43D13BE-055A-27CD-32F8-5853DA9F78CD}"/>
                    </a:ext>
                  </a:extLst>
                </p:cNvPr>
                <p:cNvSpPr/>
                <p:nvPr/>
              </p:nvSpPr>
              <p:spPr>
                <a:xfrm>
                  <a:off x="4326229" y="158342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95" name="TextBox 1994">
                  <a:extLst>
                    <a:ext uri="{FF2B5EF4-FFF2-40B4-BE49-F238E27FC236}">
                      <a16:creationId xmlns:a16="http://schemas.microsoft.com/office/drawing/2014/main" id="{8576A4FA-DB7E-3893-6760-8F228671E551}"/>
                    </a:ext>
                  </a:extLst>
                </p:cNvPr>
                <p:cNvSpPr txBox="1"/>
                <p:nvPr/>
              </p:nvSpPr>
              <p:spPr>
                <a:xfrm>
                  <a:off x="4013453" y="1044847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0.5</a:t>
                  </a:r>
                </a:p>
              </p:txBody>
            </p:sp>
            <p:sp>
              <p:nvSpPr>
                <p:cNvPr id="1996" name="TextBox 1995">
                  <a:extLst>
                    <a:ext uri="{FF2B5EF4-FFF2-40B4-BE49-F238E27FC236}">
                      <a16:creationId xmlns:a16="http://schemas.microsoft.com/office/drawing/2014/main" id="{444F0B0C-83AF-4878-E87A-5A6552BBCA4D}"/>
                    </a:ext>
                  </a:extLst>
                </p:cNvPr>
                <p:cNvSpPr txBox="1"/>
                <p:nvPr/>
              </p:nvSpPr>
              <p:spPr>
                <a:xfrm>
                  <a:off x="4013453" y="569994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1.0</a:t>
                  </a:r>
                </a:p>
              </p:txBody>
            </p:sp>
            <p:sp>
              <p:nvSpPr>
                <p:cNvPr id="1998" name="Freeform 1997">
                  <a:extLst>
                    <a:ext uri="{FF2B5EF4-FFF2-40B4-BE49-F238E27FC236}">
                      <a16:creationId xmlns:a16="http://schemas.microsoft.com/office/drawing/2014/main" id="{E5E9B0C8-7AFE-9395-8D64-0EF5516ADC1B}"/>
                    </a:ext>
                  </a:extLst>
                </p:cNvPr>
                <p:cNvSpPr/>
                <p:nvPr/>
              </p:nvSpPr>
              <p:spPr>
                <a:xfrm>
                  <a:off x="4291430" y="1151735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999" name="Freeform 1998">
                  <a:extLst>
                    <a:ext uri="{FF2B5EF4-FFF2-40B4-BE49-F238E27FC236}">
                      <a16:creationId xmlns:a16="http://schemas.microsoft.com/office/drawing/2014/main" id="{8B474614-E9BD-3DD0-D2D1-79568D7DEBA1}"/>
                    </a:ext>
                  </a:extLst>
                </p:cNvPr>
                <p:cNvSpPr/>
                <p:nvPr/>
              </p:nvSpPr>
              <p:spPr>
                <a:xfrm>
                  <a:off x="4291430" y="676883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01" name="Freeform 2000">
                  <a:extLst>
                    <a:ext uri="{FF2B5EF4-FFF2-40B4-BE49-F238E27FC236}">
                      <a16:creationId xmlns:a16="http://schemas.microsoft.com/office/drawing/2014/main" id="{29C1A846-861F-BFCC-E889-63236526760B}"/>
                    </a:ext>
                  </a:extLst>
                </p:cNvPr>
                <p:cNvSpPr/>
                <p:nvPr/>
              </p:nvSpPr>
              <p:spPr>
                <a:xfrm>
                  <a:off x="4326229" y="1517496"/>
                  <a:ext cx="1307592" cy="12700"/>
                </a:xfrm>
                <a:custGeom>
                  <a:avLst/>
                  <a:gdLst>
                    <a:gd name="csX0" fmla="*/ 0 w 1307592"/>
                    <a:gd name="csY0" fmla="*/ 0 h 12700"/>
                    <a:gd name="csX1" fmla="*/ 1307592 w 130759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07592" h="12700">
                      <a:moveTo>
                        <a:pt x="0" y="0"/>
                      </a:moveTo>
                      <a:lnTo>
                        <a:pt x="130759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13" name="TextBox 2012">
                  <a:extLst>
                    <a:ext uri="{FF2B5EF4-FFF2-40B4-BE49-F238E27FC236}">
                      <a16:creationId xmlns:a16="http://schemas.microsoft.com/office/drawing/2014/main" id="{7A608431-4321-4C7A-3584-F80BF96599B2}"/>
                    </a:ext>
                  </a:extLst>
                </p:cNvPr>
                <p:cNvSpPr txBox="1"/>
                <p:nvPr/>
              </p:nvSpPr>
              <p:spPr>
                <a:xfrm rot="16200000">
                  <a:off x="3490134" y="714809"/>
                  <a:ext cx="881973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 err="1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CytoTRACE</a:t>
                  </a:r>
                  <a:endPara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  <p:sp>
              <p:nvSpPr>
                <p:cNvPr id="1347" name="TextBox 1346">
                  <a:extLst>
                    <a:ext uri="{FF2B5EF4-FFF2-40B4-BE49-F238E27FC236}">
                      <a16:creationId xmlns:a16="http://schemas.microsoft.com/office/drawing/2014/main" id="{0B6C7774-B576-E359-5594-1804F6812DF1}"/>
                    </a:ext>
                  </a:extLst>
                </p:cNvPr>
                <p:cNvSpPr txBox="1"/>
                <p:nvPr/>
              </p:nvSpPr>
              <p:spPr>
                <a:xfrm>
                  <a:off x="4336471" y="135867"/>
                  <a:ext cx="1366945" cy="188911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ctr"/>
                  <a:r>
                    <a:rPr lang="en-US" sz="66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Main effect p &gt; 0.05</a:t>
                  </a:r>
                </a:p>
              </p:txBody>
            </p:sp>
          </p:grpSp>
          <p:grpSp>
            <p:nvGrpSpPr>
              <p:cNvPr id="2549" name="Group 2548">
                <a:extLst>
                  <a:ext uri="{FF2B5EF4-FFF2-40B4-BE49-F238E27FC236}">
                    <a16:creationId xmlns:a16="http://schemas.microsoft.com/office/drawing/2014/main" id="{69CEF4E7-E95D-DAE0-838D-3B9134310268}"/>
                  </a:ext>
                </a:extLst>
              </p:cNvPr>
              <p:cNvGrpSpPr/>
              <p:nvPr/>
            </p:nvGrpSpPr>
            <p:grpSpPr>
              <a:xfrm>
                <a:off x="1992799" y="135867"/>
                <a:ext cx="1761201" cy="1483097"/>
                <a:chOff x="1992799" y="186999"/>
                <a:chExt cx="1761201" cy="1483097"/>
              </a:xfrm>
            </p:grpSpPr>
            <p:sp>
              <p:nvSpPr>
                <p:cNvPr id="1288" name="Rectangle 1287">
                  <a:extLst>
                    <a:ext uri="{FF2B5EF4-FFF2-40B4-BE49-F238E27FC236}">
                      <a16:creationId xmlns:a16="http://schemas.microsoft.com/office/drawing/2014/main" id="{FE052AE1-D738-6256-7381-1A97525C4B33}"/>
                    </a:ext>
                  </a:extLst>
                </p:cNvPr>
                <p:cNvSpPr/>
                <p:nvPr/>
              </p:nvSpPr>
              <p:spPr>
                <a:xfrm>
                  <a:off x="2514861" y="186999"/>
                  <a:ext cx="1239139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289" name="Rectangle 1288">
                  <a:extLst>
                    <a:ext uri="{FF2B5EF4-FFF2-40B4-BE49-F238E27FC236}">
                      <a16:creationId xmlns:a16="http://schemas.microsoft.com/office/drawing/2014/main" id="{D6A0EB53-3BCF-F69F-676E-65C20D661290}"/>
                    </a:ext>
                  </a:extLst>
                </p:cNvPr>
                <p:cNvSpPr/>
                <p:nvPr/>
              </p:nvSpPr>
              <p:spPr>
                <a:xfrm>
                  <a:off x="2586235" y="1341048"/>
                  <a:ext cx="143001" cy="205231"/>
                </a:xfrm>
                <a:prstGeom prst="rect">
                  <a:avLst/>
                </a:prstGeom>
                <a:solidFill>
                  <a:srgbClr val="1965B0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290" name="Rectangle 1289">
                  <a:extLst>
                    <a:ext uri="{FF2B5EF4-FFF2-40B4-BE49-F238E27FC236}">
                      <a16:creationId xmlns:a16="http://schemas.microsoft.com/office/drawing/2014/main" id="{C3357063-808F-E27A-E2FA-5053BF4C8F05}"/>
                    </a:ext>
                  </a:extLst>
                </p:cNvPr>
                <p:cNvSpPr/>
                <p:nvPr/>
              </p:nvSpPr>
              <p:spPr>
                <a:xfrm>
                  <a:off x="2824614" y="1249354"/>
                  <a:ext cx="143002" cy="296925"/>
                </a:xfrm>
                <a:prstGeom prst="rect">
                  <a:avLst/>
                </a:prstGeom>
                <a:solidFill>
                  <a:srgbClr val="4EB265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291" name="Rectangle 1290">
                  <a:extLst>
                    <a:ext uri="{FF2B5EF4-FFF2-40B4-BE49-F238E27FC236}">
                      <a16:creationId xmlns:a16="http://schemas.microsoft.com/office/drawing/2014/main" id="{59281C4E-164B-E446-0E21-252D39D1C19D}"/>
                    </a:ext>
                  </a:extLst>
                </p:cNvPr>
                <p:cNvSpPr/>
                <p:nvPr/>
              </p:nvSpPr>
              <p:spPr>
                <a:xfrm>
                  <a:off x="3062866" y="1284914"/>
                  <a:ext cx="143002" cy="261238"/>
                </a:xfrm>
                <a:prstGeom prst="rect">
                  <a:avLst/>
                </a:prstGeom>
                <a:solidFill>
                  <a:srgbClr val="F7F056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0" name="Rectangle 1299">
                  <a:extLst>
                    <a:ext uri="{FF2B5EF4-FFF2-40B4-BE49-F238E27FC236}">
                      <a16:creationId xmlns:a16="http://schemas.microsoft.com/office/drawing/2014/main" id="{25104B35-4449-1ABD-49AE-2BAB46258416}"/>
                    </a:ext>
                  </a:extLst>
                </p:cNvPr>
                <p:cNvSpPr/>
                <p:nvPr/>
              </p:nvSpPr>
              <p:spPr>
                <a:xfrm>
                  <a:off x="3301118" y="1056822"/>
                  <a:ext cx="143002" cy="489331"/>
                </a:xfrm>
                <a:prstGeom prst="rect">
                  <a:avLst/>
                </a:prstGeom>
                <a:solidFill>
                  <a:srgbClr val="7BAFDE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1" name="Rectangle 1300">
                  <a:extLst>
                    <a:ext uri="{FF2B5EF4-FFF2-40B4-BE49-F238E27FC236}">
                      <a16:creationId xmlns:a16="http://schemas.microsoft.com/office/drawing/2014/main" id="{DCEB4691-8BC0-1F6B-EABF-33CFFBA32CDF}"/>
                    </a:ext>
                  </a:extLst>
                </p:cNvPr>
                <p:cNvSpPr/>
                <p:nvPr/>
              </p:nvSpPr>
              <p:spPr>
                <a:xfrm>
                  <a:off x="3539370" y="886642"/>
                  <a:ext cx="143001" cy="659511"/>
                </a:xfrm>
                <a:prstGeom prst="rect">
                  <a:avLst/>
                </a:prstGeom>
                <a:solidFill>
                  <a:srgbClr val="DC050C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616D1A22-1D0C-11E1-6EDC-7A3F3614EBCB}"/>
                    </a:ext>
                  </a:extLst>
                </p:cNvPr>
                <p:cNvSpPr/>
                <p:nvPr/>
              </p:nvSpPr>
              <p:spPr>
                <a:xfrm>
                  <a:off x="2610111" y="1258752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A8547205-8AF2-385E-7DDD-EBDA65B5E641}"/>
                    </a:ext>
                  </a:extLst>
                </p:cNvPr>
                <p:cNvSpPr/>
                <p:nvPr/>
              </p:nvSpPr>
              <p:spPr>
                <a:xfrm>
                  <a:off x="2657736" y="1258752"/>
                  <a:ext cx="12700" cy="164464"/>
                </a:xfrm>
                <a:custGeom>
                  <a:avLst/>
                  <a:gdLst>
                    <a:gd name="csX0" fmla="*/ 0 w 12700"/>
                    <a:gd name="csY0" fmla="*/ 0 h 164464"/>
                    <a:gd name="csX1" fmla="*/ 0 w 12700"/>
                    <a:gd name="csY1" fmla="*/ 164465 h 16446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4464">
                      <a:moveTo>
                        <a:pt x="0" y="0"/>
                      </a:moveTo>
                      <a:lnTo>
                        <a:pt x="0" y="164465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824C7966-C3D8-E9A3-738F-B5313A5B2B28}"/>
                    </a:ext>
                  </a:extLst>
                </p:cNvPr>
                <p:cNvSpPr/>
                <p:nvPr/>
              </p:nvSpPr>
              <p:spPr>
                <a:xfrm>
                  <a:off x="2610111" y="1423216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E633C0F4-57D3-296E-7230-6B31E0B74D75}"/>
                    </a:ext>
                  </a:extLst>
                </p:cNvPr>
                <p:cNvSpPr/>
                <p:nvPr/>
              </p:nvSpPr>
              <p:spPr>
                <a:xfrm>
                  <a:off x="2848364" y="1164010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F9C8E7DA-1726-5669-0807-B2C7C413907C}"/>
                    </a:ext>
                  </a:extLst>
                </p:cNvPr>
                <p:cNvSpPr/>
                <p:nvPr/>
              </p:nvSpPr>
              <p:spPr>
                <a:xfrm>
                  <a:off x="2896116" y="1164010"/>
                  <a:ext cx="12700" cy="170560"/>
                </a:xfrm>
                <a:custGeom>
                  <a:avLst/>
                  <a:gdLst>
                    <a:gd name="csX0" fmla="*/ 0 w 12700"/>
                    <a:gd name="csY0" fmla="*/ 0 h 170560"/>
                    <a:gd name="csX1" fmla="*/ 0 w 12700"/>
                    <a:gd name="csY1" fmla="*/ 170561 h 1705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0560">
                      <a:moveTo>
                        <a:pt x="0" y="0"/>
                      </a:moveTo>
                      <a:lnTo>
                        <a:pt x="0" y="17056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B0FA8C3E-ECA0-48A6-3D71-4500BD65D834}"/>
                    </a:ext>
                  </a:extLst>
                </p:cNvPr>
                <p:cNvSpPr/>
                <p:nvPr/>
              </p:nvSpPr>
              <p:spPr>
                <a:xfrm>
                  <a:off x="2848364" y="1334570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E6BB3D16-2322-9C9A-4E83-C92EE458032B}"/>
                    </a:ext>
                  </a:extLst>
                </p:cNvPr>
                <p:cNvSpPr/>
                <p:nvPr/>
              </p:nvSpPr>
              <p:spPr>
                <a:xfrm>
                  <a:off x="3086742" y="1268277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D3CE19AF-D04E-67D2-3BD3-3F3F3DA684D6}"/>
                    </a:ext>
                  </a:extLst>
                </p:cNvPr>
                <p:cNvSpPr/>
                <p:nvPr/>
              </p:nvSpPr>
              <p:spPr>
                <a:xfrm>
                  <a:off x="3134367" y="1268277"/>
                  <a:ext cx="12700" cy="33273"/>
                </a:xfrm>
                <a:custGeom>
                  <a:avLst/>
                  <a:gdLst>
                    <a:gd name="csX0" fmla="*/ 0 w 12700"/>
                    <a:gd name="csY0" fmla="*/ 0 h 33273"/>
                    <a:gd name="csX1" fmla="*/ 0 w 12700"/>
                    <a:gd name="csY1" fmla="*/ 33274 h 332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273">
                      <a:moveTo>
                        <a:pt x="0" y="0"/>
                      </a:moveTo>
                      <a:lnTo>
                        <a:pt x="0" y="33274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F7855612-FDDE-B148-62BE-65A920AD997A}"/>
                    </a:ext>
                  </a:extLst>
                </p:cNvPr>
                <p:cNvSpPr/>
                <p:nvPr/>
              </p:nvSpPr>
              <p:spPr>
                <a:xfrm>
                  <a:off x="3086742" y="1301550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BCD2083D-2E8E-0E3D-FA4F-1EF1EF035630}"/>
                    </a:ext>
                  </a:extLst>
                </p:cNvPr>
                <p:cNvSpPr/>
                <p:nvPr/>
              </p:nvSpPr>
              <p:spPr>
                <a:xfrm>
                  <a:off x="3563246" y="832032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616A3D0A-08BE-98E0-3E5A-55BA052C1615}"/>
                    </a:ext>
                  </a:extLst>
                </p:cNvPr>
                <p:cNvSpPr/>
                <p:nvPr/>
              </p:nvSpPr>
              <p:spPr>
                <a:xfrm>
                  <a:off x="3610871" y="832032"/>
                  <a:ext cx="12700" cy="109093"/>
                </a:xfrm>
                <a:custGeom>
                  <a:avLst/>
                  <a:gdLst>
                    <a:gd name="csX0" fmla="*/ 0 w 12700"/>
                    <a:gd name="csY0" fmla="*/ 0 h 109093"/>
                    <a:gd name="csX1" fmla="*/ 0 w 12700"/>
                    <a:gd name="csY1" fmla="*/ 109093 h 1090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09093">
                      <a:moveTo>
                        <a:pt x="0" y="0"/>
                      </a:moveTo>
                      <a:lnTo>
                        <a:pt x="0" y="109093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299C1196-B9A8-10EF-D556-903672F03CDD}"/>
                    </a:ext>
                  </a:extLst>
                </p:cNvPr>
                <p:cNvSpPr/>
                <p:nvPr/>
              </p:nvSpPr>
              <p:spPr>
                <a:xfrm>
                  <a:off x="3563246" y="941125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4" name="Oval 1313">
                  <a:extLst>
                    <a:ext uri="{FF2B5EF4-FFF2-40B4-BE49-F238E27FC236}">
                      <a16:creationId xmlns:a16="http://schemas.microsoft.com/office/drawing/2014/main" id="{E0A5619D-BBB4-3BB7-AA1B-9FCCE4376070}"/>
                    </a:ext>
                  </a:extLst>
                </p:cNvPr>
                <p:cNvSpPr/>
                <p:nvPr/>
              </p:nvSpPr>
              <p:spPr>
                <a:xfrm>
                  <a:off x="3136018" y="124859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5" name="Oval 1314">
                  <a:extLst>
                    <a:ext uri="{FF2B5EF4-FFF2-40B4-BE49-F238E27FC236}">
                      <a16:creationId xmlns:a16="http://schemas.microsoft.com/office/drawing/2014/main" id="{C3B9F07A-240F-1BAC-EA61-4CCFB40A30BE}"/>
                    </a:ext>
                  </a:extLst>
                </p:cNvPr>
                <p:cNvSpPr/>
                <p:nvPr/>
              </p:nvSpPr>
              <p:spPr>
                <a:xfrm>
                  <a:off x="2898909" y="113861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6" name="Oval 1315">
                  <a:extLst>
                    <a:ext uri="{FF2B5EF4-FFF2-40B4-BE49-F238E27FC236}">
                      <a16:creationId xmlns:a16="http://schemas.microsoft.com/office/drawing/2014/main" id="{4472E4C2-E8D2-5E01-832A-D4F39ECB77ED}"/>
                    </a:ext>
                  </a:extLst>
                </p:cNvPr>
                <p:cNvSpPr/>
                <p:nvPr/>
              </p:nvSpPr>
              <p:spPr>
                <a:xfrm>
                  <a:off x="2867794" y="79558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17" name="Oval 1316">
                  <a:extLst>
                    <a:ext uri="{FF2B5EF4-FFF2-40B4-BE49-F238E27FC236}">
                      <a16:creationId xmlns:a16="http://schemas.microsoft.com/office/drawing/2014/main" id="{274C33C9-F7E5-A19A-7E80-CAF38CB5CD28}"/>
                    </a:ext>
                  </a:extLst>
                </p:cNvPr>
                <p:cNvSpPr/>
                <p:nvPr/>
              </p:nvSpPr>
              <p:spPr>
                <a:xfrm>
                  <a:off x="3608585" y="86606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0" name="Oval 1319">
                  <a:extLst>
                    <a:ext uri="{FF2B5EF4-FFF2-40B4-BE49-F238E27FC236}">
                      <a16:creationId xmlns:a16="http://schemas.microsoft.com/office/drawing/2014/main" id="{084E1707-1F47-2B37-CC21-90F35F40B735}"/>
                    </a:ext>
                  </a:extLst>
                </p:cNvPr>
                <p:cNvSpPr/>
                <p:nvPr/>
              </p:nvSpPr>
              <p:spPr>
                <a:xfrm>
                  <a:off x="2646433" y="115334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2" name="Oval 1321">
                  <a:extLst>
                    <a:ext uri="{FF2B5EF4-FFF2-40B4-BE49-F238E27FC236}">
                      <a16:creationId xmlns:a16="http://schemas.microsoft.com/office/drawing/2014/main" id="{BD183735-86C5-2AFD-F28A-5DA30D285339}"/>
                    </a:ext>
                  </a:extLst>
                </p:cNvPr>
                <p:cNvSpPr/>
                <p:nvPr/>
              </p:nvSpPr>
              <p:spPr>
                <a:xfrm>
                  <a:off x="3593726" y="71125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3" name="Oval 1322">
                  <a:extLst>
                    <a:ext uri="{FF2B5EF4-FFF2-40B4-BE49-F238E27FC236}">
                      <a16:creationId xmlns:a16="http://schemas.microsoft.com/office/drawing/2014/main" id="{3517137B-923D-3993-4E80-73F13B2DDC30}"/>
                    </a:ext>
                  </a:extLst>
                </p:cNvPr>
                <p:cNvSpPr/>
                <p:nvPr/>
              </p:nvSpPr>
              <p:spPr>
                <a:xfrm>
                  <a:off x="3575438" y="76218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4" name="Oval 1323">
                  <a:extLst>
                    <a:ext uri="{FF2B5EF4-FFF2-40B4-BE49-F238E27FC236}">
                      <a16:creationId xmlns:a16="http://schemas.microsoft.com/office/drawing/2014/main" id="{0C5EE687-286C-EEDF-FBC6-CEB9D5DE3870}"/>
                    </a:ext>
                  </a:extLst>
                </p:cNvPr>
                <p:cNvSpPr/>
                <p:nvPr/>
              </p:nvSpPr>
              <p:spPr>
                <a:xfrm>
                  <a:off x="2647195" y="138841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5" name="Oval 1324">
                  <a:extLst>
                    <a:ext uri="{FF2B5EF4-FFF2-40B4-BE49-F238E27FC236}">
                      <a16:creationId xmlns:a16="http://schemas.microsoft.com/office/drawing/2014/main" id="{FBF3404E-B3EE-E8E5-55EF-DC94808FED57}"/>
                    </a:ext>
                  </a:extLst>
                </p:cNvPr>
                <p:cNvSpPr/>
                <p:nvPr/>
              </p:nvSpPr>
              <p:spPr>
                <a:xfrm>
                  <a:off x="3602616" y="1030660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6" name="Oval 1325">
                  <a:extLst>
                    <a:ext uri="{FF2B5EF4-FFF2-40B4-BE49-F238E27FC236}">
                      <a16:creationId xmlns:a16="http://schemas.microsoft.com/office/drawing/2014/main" id="{5095C133-C366-C278-B2C5-3810040B8D2D}"/>
                    </a:ext>
                  </a:extLst>
                </p:cNvPr>
                <p:cNvSpPr/>
                <p:nvPr/>
              </p:nvSpPr>
              <p:spPr>
                <a:xfrm>
                  <a:off x="2637670" y="103205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7" name="Oval 1326">
                  <a:extLst>
                    <a:ext uri="{FF2B5EF4-FFF2-40B4-BE49-F238E27FC236}">
                      <a16:creationId xmlns:a16="http://schemas.microsoft.com/office/drawing/2014/main" id="{25E46952-6E80-21A9-4190-514B2BF1A191}"/>
                    </a:ext>
                  </a:extLst>
                </p:cNvPr>
                <p:cNvSpPr/>
                <p:nvPr/>
              </p:nvSpPr>
              <p:spPr>
                <a:xfrm>
                  <a:off x="3603378" y="1023675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8" name="Oval 1327">
                  <a:extLst>
                    <a:ext uri="{FF2B5EF4-FFF2-40B4-BE49-F238E27FC236}">
                      <a16:creationId xmlns:a16="http://schemas.microsoft.com/office/drawing/2014/main" id="{6824C365-D1D6-3037-6B7A-214FA7CD7856}"/>
                    </a:ext>
                  </a:extLst>
                </p:cNvPr>
                <p:cNvSpPr/>
                <p:nvPr/>
              </p:nvSpPr>
              <p:spPr>
                <a:xfrm>
                  <a:off x="2866397" y="131056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29" name="Oval 1328">
                  <a:extLst>
                    <a:ext uri="{FF2B5EF4-FFF2-40B4-BE49-F238E27FC236}">
                      <a16:creationId xmlns:a16="http://schemas.microsoft.com/office/drawing/2014/main" id="{2F621070-410D-DFA1-7A5E-C59FB16B9CE6}"/>
                    </a:ext>
                  </a:extLst>
                </p:cNvPr>
                <p:cNvSpPr/>
                <p:nvPr/>
              </p:nvSpPr>
              <p:spPr>
                <a:xfrm>
                  <a:off x="3591059" y="81526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0" name="Oval 1329">
                  <a:extLst>
                    <a:ext uri="{FF2B5EF4-FFF2-40B4-BE49-F238E27FC236}">
                      <a16:creationId xmlns:a16="http://schemas.microsoft.com/office/drawing/2014/main" id="{FE6E433F-029B-E6FF-B342-D0EACD3CDAFE}"/>
                    </a:ext>
                  </a:extLst>
                </p:cNvPr>
                <p:cNvSpPr/>
                <p:nvPr/>
              </p:nvSpPr>
              <p:spPr>
                <a:xfrm>
                  <a:off x="2660657" y="130853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1" name="Oval 1330">
                  <a:extLst>
                    <a:ext uri="{FF2B5EF4-FFF2-40B4-BE49-F238E27FC236}">
                      <a16:creationId xmlns:a16="http://schemas.microsoft.com/office/drawing/2014/main" id="{212CDDED-3CA3-7CF9-029E-CBC1607E3B3A}"/>
                    </a:ext>
                  </a:extLst>
                </p:cNvPr>
                <p:cNvSpPr/>
                <p:nvPr/>
              </p:nvSpPr>
              <p:spPr>
                <a:xfrm>
                  <a:off x="3139066" y="128212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2" name="Oval 1331">
                  <a:extLst>
                    <a:ext uri="{FF2B5EF4-FFF2-40B4-BE49-F238E27FC236}">
                      <a16:creationId xmlns:a16="http://schemas.microsoft.com/office/drawing/2014/main" id="{FFB7238F-7154-0007-5887-B87A6A096A1A}"/>
                    </a:ext>
                  </a:extLst>
                </p:cNvPr>
                <p:cNvSpPr/>
                <p:nvPr/>
              </p:nvSpPr>
              <p:spPr>
                <a:xfrm>
                  <a:off x="2859793" y="12391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3" name="Oval 1332">
                  <a:extLst>
                    <a:ext uri="{FF2B5EF4-FFF2-40B4-BE49-F238E27FC236}">
                      <a16:creationId xmlns:a16="http://schemas.microsoft.com/office/drawing/2014/main" id="{4DD2C288-8B4D-33CB-EBB4-862D4E4F578D}"/>
                    </a:ext>
                  </a:extLst>
                </p:cNvPr>
                <p:cNvSpPr/>
                <p:nvPr/>
              </p:nvSpPr>
              <p:spPr>
                <a:xfrm>
                  <a:off x="3357506" y="103904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4" name="Oval 1333">
                  <a:extLst>
                    <a:ext uri="{FF2B5EF4-FFF2-40B4-BE49-F238E27FC236}">
                      <a16:creationId xmlns:a16="http://schemas.microsoft.com/office/drawing/2014/main" id="{917F60D6-7F9A-52B7-37E4-9173061D0EA3}"/>
                    </a:ext>
                  </a:extLst>
                </p:cNvPr>
                <p:cNvSpPr/>
                <p:nvPr/>
              </p:nvSpPr>
              <p:spPr>
                <a:xfrm>
                  <a:off x="2897258" y="13287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5" name="Oval 1334">
                  <a:extLst>
                    <a:ext uri="{FF2B5EF4-FFF2-40B4-BE49-F238E27FC236}">
                      <a16:creationId xmlns:a16="http://schemas.microsoft.com/office/drawing/2014/main" id="{77DABA2F-9A7D-0DFC-3C00-5229711B3DF9}"/>
                    </a:ext>
                  </a:extLst>
                </p:cNvPr>
                <p:cNvSpPr/>
                <p:nvPr/>
              </p:nvSpPr>
              <p:spPr>
                <a:xfrm>
                  <a:off x="2860809" y="127640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6" name="TextBox 1335">
                  <a:extLst>
                    <a:ext uri="{FF2B5EF4-FFF2-40B4-BE49-F238E27FC236}">
                      <a16:creationId xmlns:a16="http://schemas.microsoft.com/office/drawing/2014/main" id="{69A9E35B-464A-C0F9-46FA-FAA16F9704F9}"/>
                    </a:ext>
                  </a:extLst>
                </p:cNvPr>
                <p:cNvSpPr txBox="1"/>
                <p:nvPr/>
              </p:nvSpPr>
              <p:spPr>
                <a:xfrm>
                  <a:off x="2510815" y="422110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0.503</a:t>
                  </a: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C86C9A1B-114D-D9E3-EB3E-F84914AFFA09}"/>
                    </a:ext>
                  </a:extLst>
                </p:cNvPr>
                <p:cNvSpPr/>
                <p:nvPr/>
              </p:nvSpPr>
              <p:spPr>
                <a:xfrm>
                  <a:off x="2657736" y="567618"/>
                  <a:ext cx="214502" cy="12700"/>
                </a:xfrm>
                <a:custGeom>
                  <a:avLst/>
                  <a:gdLst>
                    <a:gd name="csX0" fmla="*/ 0 w 214502"/>
                    <a:gd name="csY0" fmla="*/ 0 h 12700"/>
                    <a:gd name="csX1" fmla="*/ 214503 w 21450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4502" h="12700">
                      <a:moveTo>
                        <a:pt x="0" y="0"/>
                      </a:moveTo>
                      <a:lnTo>
                        <a:pt x="21450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38" name="TextBox 1337">
                  <a:extLst>
                    <a:ext uri="{FF2B5EF4-FFF2-40B4-BE49-F238E27FC236}">
                      <a16:creationId xmlns:a16="http://schemas.microsoft.com/office/drawing/2014/main" id="{CDE23CA3-525C-2F49-6D2A-7AC3B986932A}"/>
                    </a:ext>
                  </a:extLst>
                </p:cNvPr>
                <p:cNvSpPr txBox="1"/>
                <p:nvPr/>
              </p:nvSpPr>
              <p:spPr>
                <a:xfrm>
                  <a:off x="3128215" y="387874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74C99065-14BE-90A8-02AC-A3D8954EAE48}"/>
                    </a:ext>
                  </a:extLst>
                </p:cNvPr>
                <p:cNvSpPr/>
                <p:nvPr/>
              </p:nvSpPr>
              <p:spPr>
                <a:xfrm>
                  <a:off x="2919864" y="567618"/>
                  <a:ext cx="691007" cy="12700"/>
                </a:xfrm>
                <a:custGeom>
                  <a:avLst/>
                  <a:gdLst>
                    <a:gd name="csX0" fmla="*/ 0 w 691007"/>
                    <a:gd name="csY0" fmla="*/ 0 h 12700"/>
                    <a:gd name="csX1" fmla="*/ 691007 w 69100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91007" h="12700">
                      <a:moveTo>
                        <a:pt x="0" y="0"/>
                      </a:moveTo>
                      <a:lnTo>
                        <a:pt x="691007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40" name="TextBox 1339">
                  <a:extLst>
                    <a:ext uri="{FF2B5EF4-FFF2-40B4-BE49-F238E27FC236}">
                      <a16:creationId xmlns:a16="http://schemas.microsoft.com/office/drawing/2014/main" id="{9C7EE603-FB17-EE35-B3C2-BC04FF6A7AB2}"/>
                    </a:ext>
                  </a:extLst>
                </p:cNvPr>
                <p:cNvSpPr txBox="1"/>
                <p:nvPr/>
              </p:nvSpPr>
              <p:spPr>
                <a:xfrm>
                  <a:off x="2952266" y="224806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39ADBA0D-A379-50A2-F546-7A5C48585DD1}"/>
                    </a:ext>
                  </a:extLst>
                </p:cNvPr>
                <p:cNvSpPr/>
                <p:nvPr/>
              </p:nvSpPr>
              <p:spPr>
                <a:xfrm>
                  <a:off x="2657736" y="404423"/>
                  <a:ext cx="953135" cy="12700"/>
                </a:xfrm>
                <a:custGeom>
                  <a:avLst/>
                  <a:gdLst>
                    <a:gd name="csX0" fmla="*/ 0 w 953135"/>
                    <a:gd name="csY0" fmla="*/ 0 h 12700"/>
                    <a:gd name="csX1" fmla="*/ 953135 w 953135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135" h="12700">
                      <a:moveTo>
                        <a:pt x="0" y="0"/>
                      </a:moveTo>
                      <a:lnTo>
                        <a:pt x="953135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A6F13CD9-C50B-4A92-8F99-36A93A950B55}"/>
                    </a:ext>
                  </a:extLst>
                </p:cNvPr>
                <p:cNvSpPr/>
                <p:nvPr/>
              </p:nvSpPr>
              <p:spPr>
                <a:xfrm>
                  <a:off x="2514861" y="186999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46" name="TextBox 1345">
                  <a:extLst>
                    <a:ext uri="{FF2B5EF4-FFF2-40B4-BE49-F238E27FC236}">
                      <a16:creationId xmlns:a16="http://schemas.microsoft.com/office/drawing/2014/main" id="{CAF90FA8-B217-099B-F4BA-E64FF9DFE9F8}"/>
                    </a:ext>
                  </a:extLst>
                </p:cNvPr>
                <p:cNvSpPr txBox="1"/>
                <p:nvPr/>
              </p:nvSpPr>
              <p:spPr>
                <a:xfrm>
                  <a:off x="2195670" y="1439264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0%</a:t>
                  </a:r>
                </a:p>
              </p:txBody>
            </p:sp>
            <p:sp>
              <p:nvSpPr>
                <p:cNvPr id="1348" name="TextBox 1347">
                  <a:extLst>
                    <a:ext uri="{FF2B5EF4-FFF2-40B4-BE49-F238E27FC236}">
                      <a16:creationId xmlns:a16="http://schemas.microsoft.com/office/drawing/2014/main" id="{48D776AC-7155-51EA-A6DF-DD5C1662C479}"/>
                    </a:ext>
                  </a:extLst>
                </p:cNvPr>
                <p:cNvSpPr txBox="1"/>
                <p:nvPr/>
              </p:nvSpPr>
              <p:spPr>
                <a:xfrm>
                  <a:off x="2195670" y="1101698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3%</a:t>
                  </a:r>
                </a:p>
              </p:txBody>
            </p:sp>
            <p:sp>
              <p:nvSpPr>
                <p:cNvPr id="1349" name="TextBox 1348">
                  <a:extLst>
                    <a:ext uri="{FF2B5EF4-FFF2-40B4-BE49-F238E27FC236}">
                      <a16:creationId xmlns:a16="http://schemas.microsoft.com/office/drawing/2014/main" id="{B8D0FF47-70CE-D120-DD3D-7EEC59D91B1E}"/>
                    </a:ext>
                  </a:extLst>
                </p:cNvPr>
                <p:cNvSpPr txBox="1"/>
                <p:nvPr/>
              </p:nvSpPr>
              <p:spPr>
                <a:xfrm>
                  <a:off x="2195670" y="764005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6%</a:t>
                  </a:r>
                </a:p>
              </p:txBody>
            </p:sp>
            <p:sp>
              <p:nvSpPr>
                <p:cNvPr id="1350" name="TextBox 1349">
                  <a:extLst>
                    <a:ext uri="{FF2B5EF4-FFF2-40B4-BE49-F238E27FC236}">
                      <a16:creationId xmlns:a16="http://schemas.microsoft.com/office/drawing/2014/main" id="{63CA0242-33C7-DB59-42F9-CE5BF3EC719D}"/>
                    </a:ext>
                  </a:extLst>
                </p:cNvPr>
                <p:cNvSpPr txBox="1"/>
                <p:nvPr/>
              </p:nvSpPr>
              <p:spPr>
                <a:xfrm>
                  <a:off x="2195670" y="426439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9%</a:t>
                  </a: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33E06F1E-2039-EC04-0C5E-F8CB5BB963F3}"/>
                    </a:ext>
                  </a:extLst>
                </p:cNvPr>
                <p:cNvSpPr/>
                <p:nvPr/>
              </p:nvSpPr>
              <p:spPr>
                <a:xfrm>
                  <a:off x="2480064" y="1546153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4E138362-7E6E-96EA-8E57-B5A3F1BC2333}"/>
                    </a:ext>
                  </a:extLst>
                </p:cNvPr>
                <p:cNvSpPr/>
                <p:nvPr/>
              </p:nvSpPr>
              <p:spPr>
                <a:xfrm>
                  <a:off x="2480064" y="1208586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6CB22438-5951-2009-6F2A-A49D00FF9800}"/>
                    </a:ext>
                  </a:extLst>
                </p:cNvPr>
                <p:cNvSpPr/>
                <p:nvPr/>
              </p:nvSpPr>
              <p:spPr>
                <a:xfrm>
                  <a:off x="2480064" y="870894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8D90E937-A401-609C-1CC2-3728AFC56EA9}"/>
                    </a:ext>
                  </a:extLst>
                </p:cNvPr>
                <p:cNvSpPr/>
                <p:nvPr/>
              </p:nvSpPr>
              <p:spPr>
                <a:xfrm>
                  <a:off x="2480064" y="533328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0C65258A-80B1-6D0B-0ABA-E18C87B606E7}"/>
                    </a:ext>
                  </a:extLst>
                </p:cNvPr>
                <p:cNvSpPr/>
                <p:nvPr/>
              </p:nvSpPr>
              <p:spPr>
                <a:xfrm>
                  <a:off x="2514861" y="1546153"/>
                  <a:ext cx="1239012" cy="12700"/>
                </a:xfrm>
                <a:custGeom>
                  <a:avLst/>
                  <a:gdLst>
                    <a:gd name="csX0" fmla="*/ 0 w 1239012"/>
                    <a:gd name="csY0" fmla="*/ 0 h 12700"/>
                    <a:gd name="csX1" fmla="*/ 1239012 w 123901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39012" h="12700">
                      <a:moveTo>
                        <a:pt x="0" y="0"/>
                      </a:moveTo>
                      <a:lnTo>
                        <a:pt x="123901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1371" name="TextBox 1370">
                  <a:extLst>
                    <a:ext uri="{FF2B5EF4-FFF2-40B4-BE49-F238E27FC236}">
                      <a16:creationId xmlns:a16="http://schemas.microsoft.com/office/drawing/2014/main" id="{F4D08813-FF74-7548-B2EE-459E45D8B325}"/>
                    </a:ext>
                  </a:extLst>
                </p:cNvPr>
                <p:cNvSpPr txBox="1"/>
                <p:nvPr/>
              </p:nvSpPr>
              <p:spPr>
                <a:xfrm rot="16200000">
                  <a:off x="1621223" y="743466"/>
                  <a:ext cx="989374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Percent </a:t>
                  </a:r>
                  <a:r>
                    <a:rPr lang="en-US" sz="1000" i="1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drd3</a:t>
                  </a:r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+</a:t>
                  </a:r>
                </a:p>
              </p:txBody>
            </p:sp>
          </p:grpSp>
          <p:grpSp>
            <p:nvGrpSpPr>
              <p:cNvPr id="2548" name="Group 2547">
                <a:extLst>
                  <a:ext uri="{FF2B5EF4-FFF2-40B4-BE49-F238E27FC236}">
                    <a16:creationId xmlns:a16="http://schemas.microsoft.com/office/drawing/2014/main" id="{3B78A7B2-9D88-7904-2CDD-8D0ABEBA2C60}"/>
                  </a:ext>
                </a:extLst>
              </p:cNvPr>
              <p:cNvGrpSpPr/>
              <p:nvPr/>
            </p:nvGrpSpPr>
            <p:grpSpPr>
              <a:xfrm>
                <a:off x="64300" y="135867"/>
                <a:ext cx="1809753" cy="1401564"/>
                <a:chOff x="64300" y="158341"/>
                <a:chExt cx="1809753" cy="1401564"/>
              </a:xfrm>
            </p:grpSpPr>
            <p:sp>
              <p:nvSpPr>
                <p:cNvPr id="2020" name="Rectangle 2019">
                  <a:extLst>
                    <a:ext uri="{FF2B5EF4-FFF2-40B4-BE49-F238E27FC236}">
                      <a16:creationId xmlns:a16="http://schemas.microsoft.com/office/drawing/2014/main" id="{63326D1D-8601-FB63-21CF-3B943385701C}"/>
                    </a:ext>
                  </a:extLst>
                </p:cNvPr>
                <p:cNvSpPr/>
                <p:nvPr/>
              </p:nvSpPr>
              <p:spPr>
                <a:xfrm>
                  <a:off x="628564" y="158341"/>
                  <a:ext cx="1245489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1" name="Freeform 2020">
                  <a:extLst>
                    <a:ext uri="{FF2B5EF4-FFF2-40B4-BE49-F238E27FC236}">
                      <a16:creationId xmlns:a16="http://schemas.microsoft.com/office/drawing/2014/main" id="{43DBBEF3-BC66-B568-EA86-49B3341E8C90}"/>
                    </a:ext>
                  </a:extLst>
                </p:cNvPr>
                <p:cNvSpPr/>
                <p:nvPr/>
              </p:nvSpPr>
              <p:spPr>
                <a:xfrm>
                  <a:off x="772201" y="1089379"/>
                  <a:ext cx="12700" cy="160781"/>
                </a:xfrm>
                <a:custGeom>
                  <a:avLst/>
                  <a:gdLst>
                    <a:gd name="csX0" fmla="*/ 0 w 12700"/>
                    <a:gd name="csY0" fmla="*/ 160782 h 160781"/>
                    <a:gd name="csX1" fmla="*/ 0 w 12700"/>
                    <a:gd name="csY1" fmla="*/ 0 h 1607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0781">
                      <a:moveTo>
                        <a:pt x="0" y="160782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2" name="Freeform 2021">
                  <a:extLst>
                    <a:ext uri="{FF2B5EF4-FFF2-40B4-BE49-F238E27FC236}">
                      <a16:creationId xmlns:a16="http://schemas.microsoft.com/office/drawing/2014/main" id="{6A5D9BDF-5470-4A47-B8DD-9E4D8F3E6EA1}"/>
                    </a:ext>
                  </a:extLst>
                </p:cNvPr>
                <p:cNvSpPr/>
                <p:nvPr/>
              </p:nvSpPr>
              <p:spPr>
                <a:xfrm>
                  <a:off x="772201" y="1402434"/>
                  <a:ext cx="12700" cy="33528"/>
                </a:xfrm>
                <a:custGeom>
                  <a:avLst/>
                  <a:gdLst>
                    <a:gd name="csX0" fmla="*/ 0 w 12700"/>
                    <a:gd name="csY0" fmla="*/ 0 h 33528"/>
                    <a:gd name="csX1" fmla="*/ 0 w 12700"/>
                    <a:gd name="csY1" fmla="*/ 33528 h 3352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528">
                      <a:moveTo>
                        <a:pt x="0" y="0"/>
                      </a:moveTo>
                      <a:lnTo>
                        <a:pt x="0" y="3352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3" name="Freeform 2022">
                  <a:extLst>
                    <a:ext uri="{FF2B5EF4-FFF2-40B4-BE49-F238E27FC236}">
                      <a16:creationId xmlns:a16="http://schemas.microsoft.com/office/drawing/2014/main" id="{64ADFB10-14F5-8B3C-44D1-F35F196ACA5D}"/>
                    </a:ext>
                  </a:extLst>
                </p:cNvPr>
                <p:cNvSpPr/>
                <p:nvPr/>
              </p:nvSpPr>
              <p:spPr>
                <a:xfrm>
                  <a:off x="700320" y="1250160"/>
                  <a:ext cx="143763" cy="152273"/>
                </a:xfrm>
                <a:custGeom>
                  <a:avLst/>
                  <a:gdLst>
                    <a:gd name="csX0" fmla="*/ 0 w 143763"/>
                    <a:gd name="csY0" fmla="*/ 0 h 152273"/>
                    <a:gd name="csX1" fmla="*/ 0 w 143763"/>
                    <a:gd name="csY1" fmla="*/ 152273 h 152273"/>
                    <a:gd name="csX2" fmla="*/ 143764 w 143763"/>
                    <a:gd name="csY2" fmla="*/ 152273 h 152273"/>
                    <a:gd name="csX3" fmla="*/ 143764 w 143763"/>
                    <a:gd name="csY3" fmla="*/ 0 h 152273"/>
                    <a:gd name="csX4" fmla="*/ 0 w 143763"/>
                    <a:gd name="csY4" fmla="*/ 0 h 1522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152273">
                      <a:moveTo>
                        <a:pt x="0" y="0"/>
                      </a:moveTo>
                      <a:lnTo>
                        <a:pt x="0" y="152273"/>
                      </a:lnTo>
                      <a:lnTo>
                        <a:pt x="143764" y="152273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4" name="Freeform 2023">
                  <a:extLst>
                    <a:ext uri="{FF2B5EF4-FFF2-40B4-BE49-F238E27FC236}">
                      <a16:creationId xmlns:a16="http://schemas.microsoft.com/office/drawing/2014/main" id="{5C0BAEC9-6CD6-811F-C1C8-64B7DE38E49D}"/>
                    </a:ext>
                  </a:extLst>
                </p:cNvPr>
                <p:cNvSpPr/>
                <p:nvPr/>
              </p:nvSpPr>
              <p:spPr>
                <a:xfrm>
                  <a:off x="700319" y="1281276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5" name="Freeform 2024">
                  <a:extLst>
                    <a:ext uri="{FF2B5EF4-FFF2-40B4-BE49-F238E27FC236}">
                      <a16:creationId xmlns:a16="http://schemas.microsoft.com/office/drawing/2014/main" id="{95C7A588-2BBA-371D-A380-532394A2B3CE}"/>
                    </a:ext>
                  </a:extLst>
                </p:cNvPr>
                <p:cNvSpPr/>
                <p:nvPr/>
              </p:nvSpPr>
              <p:spPr>
                <a:xfrm>
                  <a:off x="1011723" y="1108810"/>
                  <a:ext cx="12700" cy="63881"/>
                </a:xfrm>
                <a:custGeom>
                  <a:avLst/>
                  <a:gdLst>
                    <a:gd name="csX0" fmla="*/ 0 w 12700"/>
                    <a:gd name="csY0" fmla="*/ 63881 h 63881"/>
                    <a:gd name="csX1" fmla="*/ 0 w 12700"/>
                    <a:gd name="csY1" fmla="*/ 0 h 638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3881">
                      <a:moveTo>
                        <a:pt x="0" y="63881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6" name="Freeform 2025">
                  <a:extLst>
                    <a:ext uri="{FF2B5EF4-FFF2-40B4-BE49-F238E27FC236}">
                      <a16:creationId xmlns:a16="http://schemas.microsoft.com/office/drawing/2014/main" id="{83AD6729-6197-3466-0899-27B0F2FB8A7E}"/>
                    </a:ext>
                  </a:extLst>
                </p:cNvPr>
                <p:cNvSpPr/>
                <p:nvPr/>
              </p:nvSpPr>
              <p:spPr>
                <a:xfrm>
                  <a:off x="1011723" y="1327504"/>
                  <a:ext cx="12700" cy="108457"/>
                </a:xfrm>
                <a:custGeom>
                  <a:avLst/>
                  <a:gdLst>
                    <a:gd name="csX0" fmla="*/ 0 w 12700"/>
                    <a:gd name="csY0" fmla="*/ 0 h 108457"/>
                    <a:gd name="csX1" fmla="*/ 0 w 12700"/>
                    <a:gd name="csY1" fmla="*/ 108458 h 1084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08457">
                      <a:moveTo>
                        <a:pt x="0" y="0"/>
                      </a:moveTo>
                      <a:lnTo>
                        <a:pt x="0" y="10845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7" name="Freeform 2026">
                  <a:extLst>
                    <a:ext uri="{FF2B5EF4-FFF2-40B4-BE49-F238E27FC236}">
                      <a16:creationId xmlns:a16="http://schemas.microsoft.com/office/drawing/2014/main" id="{7113E355-E717-B5A5-51B8-A488254C2D06}"/>
                    </a:ext>
                  </a:extLst>
                </p:cNvPr>
                <p:cNvSpPr/>
                <p:nvPr/>
              </p:nvSpPr>
              <p:spPr>
                <a:xfrm>
                  <a:off x="939842" y="1172690"/>
                  <a:ext cx="143763" cy="154813"/>
                </a:xfrm>
                <a:custGeom>
                  <a:avLst/>
                  <a:gdLst>
                    <a:gd name="csX0" fmla="*/ 0 w 143763"/>
                    <a:gd name="csY0" fmla="*/ 0 h 154813"/>
                    <a:gd name="csX1" fmla="*/ 0 w 143763"/>
                    <a:gd name="csY1" fmla="*/ 154813 h 154813"/>
                    <a:gd name="csX2" fmla="*/ 143764 w 143763"/>
                    <a:gd name="csY2" fmla="*/ 154813 h 154813"/>
                    <a:gd name="csX3" fmla="*/ 143764 w 143763"/>
                    <a:gd name="csY3" fmla="*/ 0 h 154813"/>
                    <a:gd name="csX4" fmla="*/ 0 w 143763"/>
                    <a:gd name="csY4" fmla="*/ 0 h 1548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154813">
                      <a:moveTo>
                        <a:pt x="0" y="0"/>
                      </a:moveTo>
                      <a:lnTo>
                        <a:pt x="0" y="154813"/>
                      </a:lnTo>
                      <a:lnTo>
                        <a:pt x="143764" y="154813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8" name="Freeform 2027">
                  <a:extLst>
                    <a:ext uri="{FF2B5EF4-FFF2-40B4-BE49-F238E27FC236}">
                      <a16:creationId xmlns:a16="http://schemas.microsoft.com/office/drawing/2014/main" id="{371AB444-4BCA-7EC5-4B72-EEEFB6B2788A}"/>
                    </a:ext>
                  </a:extLst>
                </p:cNvPr>
                <p:cNvSpPr/>
                <p:nvPr/>
              </p:nvSpPr>
              <p:spPr>
                <a:xfrm>
                  <a:off x="939841" y="1282165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29" name="Freeform 2028">
                  <a:extLst>
                    <a:ext uri="{FF2B5EF4-FFF2-40B4-BE49-F238E27FC236}">
                      <a16:creationId xmlns:a16="http://schemas.microsoft.com/office/drawing/2014/main" id="{AA42B024-0E4E-3A3F-44B4-F47DED02C93C}"/>
                    </a:ext>
                  </a:extLst>
                </p:cNvPr>
                <p:cNvSpPr/>
                <p:nvPr/>
              </p:nvSpPr>
              <p:spPr>
                <a:xfrm>
                  <a:off x="1251245" y="1196948"/>
                  <a:ext cx="12700" cy="30987"/>
                </a:xfrm>
                <a:custGeom>
                  <a:avLst/>
                  <a:gdLst>
                    <a:gd name="csX0" fmla="*/ 0 w 12700"/>
                    <a:gd name="csY0" fmla="*/ 30988 h 30987"/>
                    <a:gd name="csX1" fmla="*/ 0 w 12700"/>
                    <a:gd name="csY1" fmla="*/ 0 h 309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0987">
                      <a:moveTo>
                        <a:pt x="0" y="30988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0" name="Freeform 2029">
                  <a:extLst>
                    <a:ext uri="{FF2B5EF4-FFF2-40B4-BE49-F238E27FC236}">
                      <a16:creationId xmlns:a16="http://schemas.microsoft.com/office/drawing/2014/main" id="{2D2091C5-CE29-B057-9845-0C8A5FAED000}"/>
                    </a:ext>
                  </a:extLst>
                </p:cNvPr>
                <p:cNvSpPr/>
                <p:nvPr/>
              </p:nvSpPr>
              <p:spPr>
                <a:xfrm>
                  <a:off x="1251245" y="1289785"/>
                  <a:ext cx="12700" cy="30988"/>
                </a:xfrm>
                <a:custGeom>
                  <a:avLst/>
                  <a:gdLst>
                    <a:gd name="csX0" fmla="*/ 0 w 12700"/>
                    <a:gd name="csY0" fmla="*/ 0 h 30988"/>
                    <a:gd name="csX1" fmla="*/ 0 w 12700"/>
                    <a:gd name="csY1" fmla="*/ 30988 h 309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0988">
                      <a:moveTo>
                        <a:pt x="0" y="0"/>
                      </a:moveTo>
                      <a:lnTo>
                        <a:pt x="0" y="3098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1" name="Freeform 2030">
                  <a:extLst>
                    <a:ext uri="{FF2B5EF4-FFF2-40B4-BE49-F238E27FC236}">
                      <a16:creationId xmlns:a16="http://schemas.microsoft.com/office/drawing/2014/main" id="{60B5B998-9400-3ADF-92AA-6F3A3980B7ED}"/>
                    </a:ext>
                  </a:extLst>
                </p:cNvPr>
                <p:cNvSpPr/>
                <p:nvPr/>
              </p:nvSpPr>
              <p:spPr>
                <a:xfrm>
                  <a:off x="1179364" y="1227935"/>
                  <a:ext cx="143763" cy="61849"/>
                </a:xfrm>
                <a:custGeom>
                  <a:avLst/>
                  <a:gdLst>
                    <a:gd name="csX0" fmla="*/ 0 w 143763"/>
                    <a:gd name="csY0" fmla="*/ 0 h 61849"/>
                    <a:gd name="csX1" fmla="*/ 0 w 143763"/>
                    <a:gd name="csY1" fmla="*/ 61849 h 61849"/>
                    <a:gd name="csX2" fmla="*/ 143764 w 143763"/>
                    <a:gd name="csY2" fmla="*/ 61849 h 61849"/>
                    <a:gd name="csX3" fmla="*/ 143764 w 143763"/>
                    <a:gd name="csY3" fmla="*/ 0 h 61849"/>
                    <a:gd name="csX4" fmla="*/ 0 w 143763"/>
                    <a:gd name="csY4" fmla="*/ 0 h 6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61849">
                      <a:moveTo>
                        <a:pt x="0" y="0"/>
                      </a:moveTo>
                      <a:lnTo>
                        <a:pt x="0" y="61849"/>
                      </a:lnTo>
                      <a:lnTo>
                        <a:pt x="143764" y="61849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2" name="Freeform 2031">
                  <a:extLst>
                    <a:ext uri="{FF2B5EF4-FFF2-40B4-BE49-F238E27FC236}">
                      <a16:creationId xmlns:a16="http://schemas.microsoft.com/office/drawing/2014/main" id="{DD866C7D-5903-729F-86AD-BD06B531E389}"/>
                    </a:ext>
                  </a:extLst>
                </p:cNvPr>
                <p:cNvSpPr/>
                <p:nvPr/>
              </p:nvSpPr>
              <p:spPr>
                <a:xfrm>
                  <a:off x="1179363" y="1258797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3" name="Freeform 2032">
                  <a:extLst>
                    <a:ext uri="{FF2B5EF4-FFF2-40B4-BE49-F238E27FC236}">
                      <a16:creationId xmlns:a16="http://schemas.microsoft.com/office/drawing/2014/main" id="{C1A1018B-A675-0BA2-C93E-66AFF8FD906E}"/>
                    </a:ext>
                  </a:extLst>
                </p:cNvPr>
                <p:cNvSpPr/>
                <p:nvPr/>
              </p:nvSpPr>
              <p:spPr>
                <a:xfrm>
                  <a:off x="1730289" y="702029"/>
                  <a:ext cx="12700" cy="111887"/>
                </a:xfrm>
                <a:custGeom>
                  <a:avLst/>
                  <a:gdLst>
                    <a:gd name="csX0" fmla="*/ 0 w 12700"/>
                    <a:gd name="csY0" fmla="*/ 111887 h 111887"/>
                    <a:gd name="csX1" fmla="*/ 0 w 12700"/>
                    <a:gd name="csY1" fmla="*/ 0 h 1118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1887">
                      <a:moveTo>
                        <a:pt x="0" y="111887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4" name="Freeform 2033">
                  <a:extLst>
                    <a:ext uri="{FF2B5EF4-FFF2-40B4-BE49-F238E27FC236}">
                      <a16:creationId xmlns:a16="http://schemas.microsoft.com/office/drawing/2014/main" id="{ADBDD2D4-96C2-6C9C-36D1-582488E40152}"/>
                    </a:ext>
                  </a:extLst>
                </p:cNvPr>
                <p:cNvSpPr/>
                <p:nvPr/>
              </p:nvSpPr>
              <p:spPr>
                <a:xfrm>
                  <a:off x="1730289" y="1088490"/>
                  <a:ext cx="12700" cy="50672"/>
                </a:xfrm>
                <a:custGeom>
                  <a:avLst/>
                  <a:gdLst>
                    <a:gd name="csX0" fmla="*/ 0 w 12700"/>
                    <a:gd name="csY0" fmla="*/ 0 h 50672"/>
                    <a:gd name="csX1" fmla="*/ 0 w 12700"/>
                    <a:gd name="csY1" fmla="*/ 50673 h 506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50672">
                      <a:moveTo>
                        <a:pt x="0" y="0"/>
                      </a:moveTo>
                      <a:lnTo>
                        <a:pt x="0" y="5067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5" name="Freeform 2034">
                  <a:extLst>
                    <a:ext uri="{FF2B5EF4-FFF2-40B4-BE49-F238E27FC236}">
                      <a16:creationId xmlns:a16="http://schemas.microsoft.com/office/drawing/2014/main" id="{D9CC24C8-EEF8-B4EA-35EF-37C132665A72}"/>
                    </a:ext>
                  </a:extLst>
                </p:cNvPr>
                <p:cNvSpPr/>
                <p:nvPr/>
              </p:nvSpPr>
              <p:spPr>
                <a:xfrm>
                  <a:off x="1658408" y="813915"/>
                  <a:ext cx="143636" cy="274574"/>
                </a:xfrm>
                <a:custGeom>
                  <a:avLst/>
                  <a:gdLst>
                    <a:gd name="csX0" fmla="*/ 0 w 143636"/>
                    <a:gd name="csY0" fmla="*/ 0 h 274574"/>
                    <a:gd name="csX1" fmla="*/ 0 w 143636"/>
                    <a:gd name="csY1" fmla="*/ 274574 h 274574"/>
                    <a:gd name="csX2" fmla="*/ 143637 w 143636"/>
                    <a:gd name="csY2" fmla="*/ 274574 h 274574"/>
                    <a:gd name="csX3" fmla="*/ 143637 w 143636"/>
                    <a:gd name="csY3" fmla="*/ 0 h 274574"/>
                    <a:gd name="csX4" fmla="*/ 0 w 143636"/>
                    <a:gd name="csY4" fmla="*/ 0 h 2745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636" h="274574">
                      <a:moveTo>
                        <a:pt x="0" y="0"/>
                      </a:moveTo>
                      <a:lnTo>
                        <a:pt x="0" y="274574"/>
                      </a:lnTo>
                      <a:lnTo>
                        <a:pt x="143637" y="274574"/>
                      </a:lnTo>
                      <a:lnTo>
                        <a:pt x="14363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6" name="Freeform 2035">
                  <a:extLst>
                    <a:ext uri="{FF2B5EF4-FFF2-40B4-BE49-F238E27FC236}">
                      <a16:creationId xmlns:a16="http://schemas.microsoft.com/office/drawing/2014/main" id="{13B8630D-5F8F-274E-61C8-9105885863EC}"/>
                    </a:ext>
                  </a:extLst>
                </p:cNvPr>
                <p:cNvSpPr/>
                <p:nvPr/>
              </p:nvSpPr>
              <p:spPr>
                <a:xfrm>
                  <a:off x="1658407" y="904848"/>
                  <a:ext cx="143637" cy="12700"/>
                </a:xfrm>
                <a:custGeom>
                  <a:avLst/>
                  <a:gdLst>
                    <a:gd name="csX0" fmla="*/ 0 w 143637"/>
                    <a:gd name="csY0" fmla="*/ 0 h 12700"/>
                    <a:gd name="csX1" fmla="*/ 143637 w 1436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637" h="12700">
                      <a:moveTo>
                        <a:pt x="0" y="0"/>
                      </a:moveTo>
                      <a:lnTo>
                        <a:pt x="143637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7" name="Oval 2036">
                  <a:extLst>
                    <a:ext uri="{FF2B5EF4-FFF2-40B4-BE49-F238E27FC236}">
                      <a16:creationId xmlns:a16="http://schemas.microsoft.com/office/drawing/2014/main" id="{CE7831D0-DAFB-6372-DD68-5ABF51DEEEC6}"/>
                    </a:ext>
                  </a:extLst>
                </p:cNvPr>
                <p:cNvSpPr/>
                <p:nvPr/>
              </p:nvSpPr>
              <p:spPr>
                <a:xfrm>
                  <a:off x="1253023" y="117675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8" name="Oval 2037">
                  <a:extLst>
                    <a:ext uri="{FF2B5EF4-FFF2-40B4-BE49-F238E27FC236}">
                      <a16:creationId xmlns:a16="http://schemas.microsoft.com/office/drawing/2014/main" id="{0AA4D613-EF31-E253-119C-635A1CF5D9DF}"/>
                    </a:ext>
                  </a:extLst>
                </p:cNvPr>
                <p:cNvSpPr/>
                <p:nvPr/>
              </p:nvSpPr>
              <p:spPr>
                <a:xfrm>
                  <a:off x="1014644" y="108874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39" name="Oval 2038">
                  <a:extLst>
                    <a:ext uri="{FF2B5EF4-FFF2-40B4-BE49-F238E27FC236}">
                      <a16:creationId xmlns:a16="http://schemas.microsoft.com/office/drawing/2014/main" id="{4309D5F2-E506-0C7E-D3C8-9BFA1E2E9047}"/>
                    </a:ext>
                  </a:extLst>
                </p:cNvPr>
                <p:cNvSpPr/>
                <p:nvPr/>
              </p:nvSpPr>
              <p:spPr>
                <a:xfrm>
                  <a:off x="983402" y="90840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0" name="Oval 2039">
                  <a:extLst>
                    <a:ext uri="{FF2B5EF4-FFF2-40B4-BE49-F238E27FC236}">
                      <a16:creationId xmlns:a16="http://schemas.microsoft.com/office/drawing/2014/main" id="{7458B4B7-7764-88DE-9BA1-47433930F450}"/>
                    </a:ext>
                  </a:extLst>
                </p:cNvPr>
                <p:cNvSpPr/>
                <p:nvPr/>
              </p:nvSpPr>
              <p:spPr>
                <a:xfrm>
                  <a:off x="1728003" y="935201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1" name="Oval 2040">
                  <a:extLst>
                    <a:ext uri="{FF2B5EF4-FFF2-40B4-BE49-F238E27FC236}">
                      <a16:creationId xmlns:a16="http://schemas.microsoft.com/office/drawing/2014/main" id="{80147190-B799-E6D7-1D13-F1A8EC1819FA}"/>
                    </a:ext>
                  </a:extLst>
                </p:cNvPr>
                <p:cNvSpPr/>
                <p:nvPr/>
              </p:nvSpPr>
              <p:spPr>
                <a:xfrm>
                  <a:off x="761025" y="122907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2" name="Oval 2041">
                  <a:extLst>
                    <a:ext uri="{FF2B5EF4-FFF2-40B4-BE49-F238E27FC236}">
                      <a16:creationId xmlns:a16="http://schemas.microsoft.com/office/drawing/2014/main" id="{47DDF7F2-758B-81C3-75A9-E63375573DC0}"/>
                    </a:ext>
                  </a:extLst>
                </p:cNvPr>
                <p:cNvSpPr/>
                <p:nvPr/>
              </p:nvSpPr>
              <p:spPr>
                <a:xfrm>
                  <a:off x="1713144" y="779880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3" name="Oval 2042">
                  <a:extLst>
                    <a:ext uri="{FF2B5EF4-FFF2-40B4-BE49-F238E27FC236}">
                      <a16:creationId xmlns:a16="http://schemas.microsoft.com/office/drawing/2014/main" id="{602C2355-C0C7-1019-DA40-56381E981709}"/>
                    </a:ext>
                  </a:extLst>
                </p:cNvPr>
                <p:cNvSpPr/>
                <p:nvPr/>
              </p:nvSpPr>
              <p:spPr>
                <a:xfrm>
                  <a:off x="765470" y="141818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4" name="Oval 2043">
                  <a:extLst>
                    <a:ext uri="{FF2B5EF4-FFF2-40B4-BE49-F238E27FC236}">
                      <a16:creationId xmlns:a16="http://schemas.microsoft.com/office/drawing/2014/main" id="{354AD59E-A12A-81FF-CB7E-2DF6DB88ACF0}"/>
                    </a:ext>
                  </a:extLst>
                </p:cNvPr>
                <p:cNvSpPr/>
                <p:nvPr/>
              </p:nvSpPr>
              <p:spPr>
                <a:xfrm>
                  <a:off x="1694729" y="68247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5" name="Oval 2044">
                  <a:extLst>
                    <a:ext uri="{FF2B5EF4-FFF2-40B4-BE49-F238E27FC236}">
                      <a16:creationId xmlns:a16="http://schemas.microsoft.com/office/drawing/2014/main" id="{54032708-BE8E-5A4F-18D4-D603B5CE97E8}"/>
                    </a:ext>
                  </a:extLst>
                </p:cNvPr>
                <p:cNvSpPr/>
                <p:nvPr/>
              </p:nvSpPr>
              <p:spPr>
                <a:xfrm>
                  <a:off x="761660" y="128280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6" name="Oval 2045">
                  <a:extLst>
                    <a:ext uri="{FF2B5EF4-FFF2-40B4-BE49-F238E27FC236}">
                      <a16:creationId xmlns:a16="http://schemas.microsoft.com/office/drawing/2014/main" id="{37C99CA8-5371-A907-EF32-CC3AB0A4C559}"/>
                    </a:ext>
                  </a:extLst>
                </p:cNvPr>
                <p:cNvSpPr/>
                <p:nvPr/>
              </p:nvSpPr>
              <p:spPr>
                <a:xfrm>
                  <a:off x="1722034" y="111414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7" name="Oval 2046">
                  <a:extLst>
                    <a:ext uri="{FF2B5EF4-FFF2-40B4-BE49-F238E27FC236}">
                      <a16:creationId xmlns:a16="http://schemas.microsoft.com/office/drawing/2014/main" id="{EC7C1539-71CA-75D2-C71F-17257C3F9A14}"/>
                    </a:ext>
                  </a:extLst>
                </p:cNvPr>
                <p:cNvSpPr/>
                <p:nvPr/>
              </p:nvSpPr>
              <p:spPr>
                <a:xfrm>
                  <a:off x="752135" y="107185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8" name="Oval 2047">
                  <a:extLst>
                    <a:ext uri="{FF2B5EF4-FFF2-40B4-BE49-F238E27FC236}">
                      <a16:creationId xmlns:a16="http://schemas.microsoft.com/office/drawing/2014/main" id="{2A6EEA49-8D24-0CBF-26E3-1D1019C65B12}"/>
                    </a:ext>
                  </a:extLst>
                </p:cNvPr>
                <p:cNvSpPr/>
                <p:nvPr/>
              </p:nvSpPr>
              <p:spPr>
                <a:xfrm>
                  <a:off x="1722669" y="1120240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49" name="Oval 2048">
                  <a:extLst>
                    <a:ext uri="{FF2B5EF4-FFF2-40B4-BE49-F238E27FC236}">
                      <a16:creationId xmlns:a16="http://schemas.microsoft.com/office/drawing/2014/main" id="{B61B19B4-AAA0-02A5-31C4-894A0F6C2770}"/>
                    </a:ext>
                  </a:extLst>
                </p:cNvPr>
                <p:cNvSpPr/>
                <p:nvPr/>
              </p:nvSpPr>
              <p:spPr>
                <a:xfrm>
                  <a:off x="774995" y="142021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0" name="Oval 2049">
                  <a:extLst>
                    <a:ext uri="{FF2B5EF4-FFF2-40B4-BE49-F238E27FC236}">
                      <a16:creationId xmlns:a16="http://schemas.microsoft.com/office/drawing/2014/main" id="{47880CD8-03FE-E3C1-4E7F-4FFCB2EDD1FF}"/>
                    </a:ext>
                  </a:extLst>
                </p:cNvPr>
                <p:cNvSpPr/>
                <p:nvPr/>
              </p:nvSpPr>
              <p:spPr>
                <a:xfrm>
                  <a:off x="982005" y="132648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1" name="Oval 2050">
                  <a:extLst>
                    <a:ext uri="{FF2B5EF4-FFF2-40B4-BE49-F238E27FC236}">
                      <a16:creationId xmlns:a16="http://schemas.microsoft.com/office/drawing/2014/main" id="{02303E66-F249-A19D-04B5-8255FFCC9CCE}"/>
                    </a:ext>
                  </a:extLst>
                </p:cNvPr>
                <p:cNvSpPr/>
                <p:nvPr/>
              </p:nvSpPr>
              <p:spPr>
                <a:xfrm>
                  <a:off x="1710350" y="840586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2" name="Oval 2051">
                  <a:extLst>
                    <a:ext uri="{FF2B5EF4-FFF2-40B4-BE49-F238E27FC236}">
                      <a16:creationId xmlns:a16="http://schemas.microsoft.com/office/drawing/2014/main" id="{A653D41F-AA6C-0CAB-9FA1-32D7ED5AAD93}"/>
                    </a:ext>
                  </a:extLst>
                </p:cNvPr>
                <p:cNvSpPr/>
                <p:nvPr/>
              </p:nvSpPr>
              <p:spPr>
                <a:xfrm>
                  <a:off x="775249" y="124406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3" name="Oval 2052">
                  <a:extLst>
                    <a:ext uri="{FF2B5EF4-FFF2-40B4-BE49-F238E27FC236}">
                      <a16:creationId xmlns:a16="http://schemas.microsoft.com/office/drawing/2014/main" id="{7F08F8C8-CDB6-1263-0721-5DA18208F27E}"/>
                    </a:ext>
                  </a:extLst>
                </p:cNvPr>
                <p:cNvSpPr/>
                <p:nvPr/>
              </p:nvSpPr>
              <p:spPr>
                <a:xfrm>
                  <a:off x="1256071" y="130083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4" name="Oval 2053">
                  <a:extLst>
                    <a:ext uri="{FF2B5EF4-FFF2-40B4-BE49-F238E27FC236}">
                      <a16:creationId xmlns:a16="http://schemas.microsoft.com/office/drawing/2014/main" id="{8DF53F47-70EE-604E-E89D-4D8406C2880F}"/>
                    </a:ext>
                  </a:extLst>
                </p:cNvPr>
                <p:cNvSpPr/>
                <p:nvPr/>
              </p:nvSpPr>
              <p:spPr>
                <a:xfrm>
                  <a:off x="975401" y="121790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5" name="Oval 2054">
                  <a:extLst>
                    <a:ext uri="{FF2B5EF4-FFF2-40B4-BE49-F238E27FC236}">
                      <a16:creationId xmlns:a16="http://schemas.microsoft.com/office/drawing/2014/main" id="{93E7D554-FF2E-DA78-71E9-EB50C4361D49}"/>
                    </a:ext>
                  </a:extLst>
                </p:cNvPr>
                <p:cNvSpPr/>
                <p:nvPr/>
              </p:nvSpPr>
              <p:spPr>
                <a:xfrm>
                  <a:off x="992419" y="141843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6" name="Oval 2055">
                  <a:extLst>
                    <a:ext uri="{FF2B5EF4-FFF2-40B4-BE49-F238E27FC236}">
                      <a16:creationId xmlns:a16="http://schemas.microsoft.com/office/drawing/2014/main" id="{053AFB01-7873-6FF3-7E96-7E7B22C795A9}"/>
                    </a:ext>
                  </a:extLst>
                </p:cNvPr>
                <p:cNvSpPr/>
                <p:nvPr/>
              </p:nvSpPr>
              <p:spPr>
                <a:xfrm>
                  <a:off x="1475527" y="113408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7" name="Oval 2056">
                  <a:extLst>
                    <a:ext uri="{FF2B5EF4-FFF2-40B4-BE49-F238E27FC236}">
                      <a16:creationId xmlns:a16="http://schemas.microsoft.com/office/drawing/2014/main" id="{2A87340F-B27A-9159-81FE-46266E1A46F5}"/>
                    </a:ext>
                  </a:extLst>
                </p:cNvPr>
                <p:cNvSpPr/>
                <p:nvPr/>
              </p:nvSpPr>
              <p:spPr>
                <a:xfrm>
                  <a:off x="1012993" y="126629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8" name="Oval 2057">
                  <a:extLst>
                    <a:ext uri="{FF2B5EF4-FFF2-40B4-BE49-F238E27FC236}">
                      <a16:creationId xmlns:a16="http://schemas.microsoft.com/office/drawing/2014/main" id="{191E8F09-BED5-8531-962B-A9583FEC67B7}"/>
                    </a:ext>
                  </a:extLst>
                </p:cNvPr>
                <p:cNvSpPr/>
                <p:nvPr/>
              </p:nvSpPr>
              <p:spPr>
                <a:xfrm>
                  <a:off x="976417" y="128876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59" name="TextBox 2058">
                  <a:extLst>
                    <a:ext uri="{FF2B5EF4-FFF2-40B4-BE49-F238E27FC236}">
                      <a16:creationId xmlns:a16="http://schemas.microsoft.com/office/drawing/2014/main" id="{F5E943F4-5A12-9CB5-058C-D80EF747E0F2}"/>
                    </a:ext>
                  </a:extLst>
                </p:cNvPr>
                <p:cNvSpPr txBox="1"/>
                <p:nvPr/>
              </p:nvSpPr>
              <p:spPr>
                <a:xfrm>
                  <a:off x="625788" y="414234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0.586</a:t>
                  </a:r>
                </a:p>
              </p:txBody>
            </p:sp>
            <p:sp>
              <p:nvSpPr>
                <p:cNvPr id="2060" name="Freeform 2059">
                  <a:extLst>
                    <a:ext uri="{FF2B5EF4-FFF2-40B4-BE49-F238E27FC236}">
                      <a16:creationId xmlns:a16="http://schemas.microsoft.com/office/drawing/2014/main" id="{D6E27391-FBF4-3D89-9534-A511C7D47EA0}"/>
                    </a:ext>
                  </a:extLst>
                </p:cNvPr>
                <p:cNvSpPr/>
                <p:nvPr/>
              </p:nvSpPr>
              <p:spPr>
                <a:xfrm>
                  <a:off x="772201" y="538961"/>
                  <a:ext cx="215518" cy="12700"/>
                </a:xfrm>
                <a:custGeom>
                  <a:avLst/>
                  <a:gdLst>
                    <a:gd name="csX0" fmla="*/ 0 w 215518"/>
                    <a:gd name="csY0" fmla="*/ 0 h 12700"/>
                    <a:gd name="csX1" fmla="*/ 215519 w 21551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5518" h="12700">
                      <a:moveTo>
                        <a:pt x="0" y="0"/>
                      </a:moveTo>
                      <a:lnTo>
                        <a:pt x="215519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61" name="TextBox 2060">
                  <a:extLst>
                    <a:ext uri="{FF2B5EF4-FFF2-40B4-BE49-F238E27FC236}">
                      <a16:creationId xmlns:a16="http://schemas.microsoft.com/office/drawing/2014/main" id="{4CFC437A-3677-0487-8ACD-3DF6DA4A29E9}"/>
                    </a:ext>
                  </a:extLst>
                </p:cNvPr>
                <p:cNvSpPr txBox="1"/>
                <p:nvPr/>
              </p:nvSpPr>
              <p:spPr>
                <a:xfrm>
                  <a:off x="1200843" y="359217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062" name="Freeform 2061">
                  <a:extLst>
                    <a:ext uri="{FF2B5EF4-FFF2-40B4-BE49-F238E27FC236}">
                      <a16:creationId xmlns:a16="http://schemas.microsoft.com/office/drawing/2014/main" id="{B149BA78-11A0-9785-4406-C70967ABB534}"/>
                    </a:ext>
                  </a:extLst>
                </p:cNvPr>
                <p:cNvSpPr/>
                <p:nvPr/>
              </p:nvSpPr>
              <p:spPr>
                <a:xfrm>
                  <a:off x="1035726" y="538961"/>
                  <a:ext cx="694563" cy="12700"/>
                </a:xfrm>
                <a:custGeom>
                  <a:avLst/>
                  <a:gdLst>
                    <a:gd name="csX0" fmla="*/ 0 w 694563"/>
                    <a:gd name="csY0" fmla="*/ 0 h 12700"/>
                    <a:gd name="csX1" fmla="*/ 694563 w 69456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94563" h="12700">
                      <a:moveTo>
                        <a:pt x="0" y="0"/>
                      </a:moveTo>
                      <a:lnTo>
                        <a:pt x="69456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63" name="TextBox 2062">
                  <a:extLst>
                    <a:ext uri="{FF2B5EF4-FFF2-40B4-BE49-F238E27FC236}">
                      <a16:creationId xmlns:a16="http://schemas.microsoft.com/office/drawing/2014/main" id="{80847AAF-F35F-8E47-4FEA-3EC5899163AA}"/>
                    </a:ext>
                  </a:extLst>
                </p:cNvPr>
                <p:cNvSpPr txBox="1"/>
                <p:nvPr/>
              </p:nvSpPr>
              <p:spPr>
                <a:xfrm>
                  <a:off x="1069144" y="196149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064" name="Freeform 2063">
                  <a:extLst>
                    <a:ext uri="{FF2B5EF4-FFF2-40B4-BE49-F238E27FC236}">
                      <a16:creationId xmlns:a16="http://schemas.microsoft.com/office/drawing/2014/main" id="{E33E315C-537C-9D21-7A0D-941FF1154934}"/>
                    </a:ext>
                  </a:extLst>
                </p:cNvPr>
                <p:cNvSpPr/>
                <p:nvPr/>
              </p:nvSpPr>
              <p:spPr>
                <a:xfrm>
                  <a:off x="772201" y="375766"/>
                  <a:ext cx="958088" cy="12700"/>
                </a:xfrm>
                <a:custGeom>
                  <a:avLst/>
                  <a:gdLst>
                    <a:gd name="csX0" fmla="*/ 0 w 958088"/>
                    <a:gd name="csY0" fmla="*/ 0 h 12700"/>
                    <a:gd name="csX1" fmla="*/ 958088 w 95808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8088" h="12700">
                      <a:moveTo>
                        <a:pt x="0" y="0"/>
                      </a:moveTo>
                      <a:lnTo>
                        <a:pt x="958088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66" name="Freeform 2065">
                  <a:extLst>
                    <a:ext uri="{FF2B5EF4-FFF2-40B4-BE49-F238E27FC236}">
                      <a16:creationId xmlns:a16="http://schemas.microsoft.com/office/drawing/2014/main" id="{B8906379-D9C5-8479-662D-9F6268EEBDEE}"/>
                    </a:ext>
                  </a:extLst>
                </p:cNvPr>
                <p:cNvSpPr/>
                <p:nvPr/>
              </p:nvSpPr>
              <p:spPr>
                <a:xfrm>
                  <a:off x="628564" y="158342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67" name="TextBox 2066">
                  <a:extLst>
                    <a:ext uri="{FF2B5EF4-FFF2-40B4-BE49-F238E27FC236}">
                      <a16:creationId xmlns:a16="http://schemas.microsoft.com/office/drawing/2014/main" id="{7A7F0DCF-2F1A-1DBE-D92E-44414A9C1ED3}"/>
                    </a:ext>
                  </a:extLst>
                </p:cNvPr>
                <p:cNvSpPr txBox="1"/>
                <p:nvPr/>
              </p:nvSpPr>
              <p:spPr>
                <a:xfrm>
                  <a:off x="252525" y="1329073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0.00</a:t>
                  </a:r>
                </a:p>
              </p:txBody>
            </p:sp>
            <p:sp>
              <p:nvSpPr>
                <p:cNvPr id="2068" name="TextBox 2067">
                  <a:extLst>
                    <a:ext uri="{FF2B5EF4-FFF2-40B4-BE49-F238E27FC236}">
                      <a16:creationId xmlns:a16="http://schemas.microsoft.com/office/drawing/2014/main" id="{A10FC3EE-C904-6AA9-D6A9-136F6CF33C86}"/>
                    </a:ext>
                  </a:extLst>
                </p:cNvPr>
                <p:cNvSpPr txBox="1"/>
                <p:nvPr/>
              </p:nvSpPr>
              <p:spPr>
                <a:xfrm>
                  <a:off x="252525" y="1072660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0.05</a:t>
                  </a:r>
                </a:p>
              </p:txBody>
            </p:sp>
            <p:sp>
              <p:nvSpPr>
                <p:cNvPr id="2069" name="TextBox 2068">
                  <a:extLst>
                    <a:ext uri="{FF2B5EF4-FFF2-40B4-BE49-F238E27FC236}">
                      <a16:creationId xmlns:a16="http://schemas.microsoft.com/office/drawing/2014/main" id="{B2FFF712-ED3B-0395-76A6-83017A0B4263}"/>
                    </a:ext>
                  </a:extLst>
                </p:cNvPr>
                <p:cNvSpPr txBox="1"/>
                <p:nvPr/>
              </p:nvSpPr>
              <p:spPr>
                <a:xfrm>
                  <a:off x="252525" y="816247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0.10</a:t>
                  </a:r>
                </a:p>
              </p:txBody>
            </p:sp>
            <p:sp>
              <p:nvSpPr>
                <p:cNvPr id="2070" name="TextBox 2069">
                  <a:extLst>
                    <a:ext uri="{FF2B5EF4-FFF2-40B4-BE49-F238E27FC236}">
                      <a16:creationId xmlns:a16="http://schemas.microsoft.com/office/drawing/2014/main" id="{51CCD3F6-3D03-578B-B8A6-C8BEF4E1AA02}"/>
                    </a:ext>
                  </a:extLst>
                </p:cNvPr>
                <p:cNvSpPr txBox="1"/>
                <p:nvPr/>
              </p:nvSpPr>
              <p:spPr>
                <a:xfrm>
                  <a:off x="252525" y="559834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0.15</a:t>
                  </a:r>
                </a:p>
              </p:txBody>
            </p:sp>
            <p:sp>
              <p:nvSpPr>
                <p:cNvPr id="2071" name="TextBox 2070">
                  <a:extLst>
                    <a:ext uri="{FF2B5EF4-FFF2-40B4-BE49-F238E27FC236}">
                      <a16:creationId xmlns:a16="http://schemas.microsoft.com/office/drawing/2014/main" id="{28CA6A38-69A4-6CA6-C632-051152891B30}"/>
                    </a:ext>
                  </a:extLst>
                </p:cNvPr>
                <p:cNvSpPr txBox="1"/>
                <p:nvPr/>
              </p:nvSpPr>
              <p:spPr>
                <a:xfrm>
                  <a:off x="252525" y="303421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0.20</a:t>
                  </a:r>
                </a:p>
              </p:txBody>
            </p:sp>
            <p:sp>
              <p:nvSpPr>
                <p:cNvPr id="2072" name="Freeform 2071">
                  <a:extLst>
                    <a:ext uri="{FF2B5EF4-FFF2-40B4-BE49-F238E27FC236}">
                      <a16:creationId xmlns:a16="http://schemas.microsoft.com/office/drawing/2014/main" id="{972A867E-A77C-1FD1-3A89-2F64DDEC630A}"/>
                    </a:ext>
                  </a:extLst>
                </p:cNvPr>
                <p:cNvSpPr/>
                <p:nvPr/>
              </p:nvSpPr>
              <p:spPr>
                <a:xfrm>
                  <a:off x="593767" y="1435962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73" name="Freeform 2072">
                  <a:extLst>
                    <a:ext uri="{FF2B5EF4-FFF2-40B4-BE49-F238E27FC236}">
                      <a16:creationId xmlns:a16="http://schemas.microsoft.com/office/drawing/2014/main" id="{03A272F5-5654-3395-B051-3F2813FF946F}"/>
                    </a:ext>
                  </a:extLst>
                </p:cNvPr>
                <p:cNvSpPr/>
                <p:nvPr/>
              </p:nvSpPr>
              <p:spPr>
                <a:xfrm>
                  <a:off x="593767" y="1179548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74" name="Freeform 2073">
                  <a:extLst>
                    <a:ext uri="{FF2B5EF4-FFF2-40B4-BE49-F238E27FC236}">
                      <a16:creationId xmlns:a16="http://schemas.microsoft.com/office/drawing/2014/main" id="{13638A36-8A02-6C65-B607-36FFF9F931A8}"/>
                    </a:ext>
                  </a:extLst>
                </p:cNvPr>
                <p:cNvSpPr/>
                <p:nvPr/>
              </p:nvSpPr>
              <p:spPr>
                <a:xfrm>
                  <a:off x="593767" y="923135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75" name="Freeform 2074">
                  <a:extLst>
                    <a:ext uri="{FF2B5EF4-FFF2-40B4-BE49-F238E27FC236}">
                      <a16:creationId xmlns:a16="http://schemas.microsoft.com/office/drawing/2014/main" id="{F00C6E1C-2435-F2DC-8EEA-7B6D3E4E0C42}"/>
                    </a:ext>
                  </a:extLst>
                </p:cNvPr>
                <p:cNvSpPr/>
                <p:nvPr/>
              </p:nvSpPr>
              <p:spPr>
                <a:xfrm>
                  <a:off x="593767" y="666722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76" name="Freeform 2075">
                  <a:extLst>
                    <a:ext uri="{FF2B5EF4-FFF2-40B4-BE49-F238E27FC236}">
                      <a16:creationId xmlns:a16="http://schemas.microsoft.com/office/drawing/2014/main" id="{7E713FB4-98BE-83E8-870C-12E9D6F00E9A}"/>
                    </a:ext>
                  </a:extLst>
                </p:cNvPr>
                <p:cNvSpPr/>
                <p:nvPr/>
              </p:nvSpPr>
              <p:spPr>
                <a:xfrm>
                  <a:off x="593767" y="410309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77" name="Freeform 2076">
                  <a:extLst>
                    <a:ext uri="{FF2B5EF4-FFF2-40B4-BE49-F238E27FC236}">
                      <a16:creationId xmlns:a16="http://schemas.microsoft.com/office/drawing/2014/main" id="{74ED2E98-B3AF-982B-FC50-62F0FE214BDF}"/>
                    </a:ext>
                  </a:extLst>
                </p:cNvPr>
                <p:cNvSpPr/>
                <p:nvPr/>
              </p:nvSpPr>
              <p:spPr>
                <a:xfrm>
                  <a:off x="628564" y="1517496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9" name="TextBox 2088">
                  <a:extLst>
                    <a:ext uri="{FF2B5EF4-FFF2-40B4-BE49-F238E27FC236}">
                      <a16:creationId xmlns:a16="http://schemas.microsoft.com/office/drawing/2014/main" id="{71CE472B-2087-848C-67C5-B1851E9A0CBD}"/>
                    </a:ext>
                  </a:extLst>
                </p:cNvPr>
                <p:cNvSpPr txBox="1"/>
                <p:nvPr/>
              </p:nvSpPr>
              <p:spPr>
                <a:xfrm rot="16200000">
                  <a:off x="-220714" y="714809"/>
                  <a:ext cx="816250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Expression</a:t>
                  </a:r>
                </a:p>
              </p:txBody>
            </p:sp>
          </p:grpSp>
        </p:grpSp>
        <p:sp>
          <p:nvSpPr>
            <p:cNvPr id="2567" name="TextBox 2566">
              <a:extLst>
                <a:ext uri="{FF2B5EF4-FFF2-40B4-BE49-F238E27FC236}">
                  <a16:creationId xmlns:a16="http://schemas.microsoft.com/office/drawing/2014/main" id="{55E25434-C1B9-9A70-60E7-BB7891F0D8B7}"/>
                </a:ext>
              </a:extLst>
            </p:cNvPr>
            <p:cNvSpPr txBox="1"/>
            <p:nvPr/>
          </p:nvSpPr>
          <p:spPr>
            <a:xfrm>
              <a:off x="626725" y="20548"/>
              <a:ext cx="5013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drd3</a:t>
              </a:r>
            </a:p>
          </p:txBody>
        </p:sp>
      </p:grpSp>
      <p:grpSp>
        <p:nvGrpSpPr>
          <p:cNvPr id="2572" name="Group 2571">
            <a:extLst>
              <a:ext uri="{FF2B5EF4-FFF2-40B4-BE49-F238E27FC236}">
                <a16:creationId xmlns:a16="http://schemas.microsoft.com/office/drawing/2014/main" id="{9D93463D-2925-B24A-DD3A-292AF1934AD4}"/>
              </a:ext>
            </a:extLst>
          </p:cNvPr>
          <p:cNvGrpSpPr/>
          <p:nvPr/>
        </p:nvGrpSpPr>
        <p:grpSpPr>
          <a:xfrm>
            <a:off x="198249" y="1562640"/>
            <a:ext cx="5637623" cy="1590626"/>
            <a:chOff x="65897" y="1467492"/>
            <a:chExt cx="5637623" cy="1590626"/>
          </a:xfrm>
        </p:grpSpPr>
        <p:grpSp>
          <p:nvGrpSpPr>
            <p:cNvPr id="2571" name="Group 2570">
              <a:extLst>
                <a:ext uri="{FF2B5EF4-FFF2-40B4-BE49-F238E27FC236}">
                  <a16:creationId xmlns:a16="http://schemas.microsoft.com/office/drawing/2014/main" id="{E5AFFF6F-B8D7-E084-7DAB-ABEE64E2410C}"/>
                </a:ext>
              </a:extLst>
            </p:cNvPr>
            <p:cNvGrpSpPr/>
            <p:nvPr/>
          </p:nvGrpSpPr>
          <p:grpSpPr>
            <a:xfrm>
              <a:off x="65897" y="1575021"/>
              <a:ext cx="5637623" cy="1483097"/>
              <a:chOff x="65897" y="1575021"/>
              <a:chExt cx="5637623" cy="1483097"/>
            </a:xfrm>
          </p:grpSpPr>
          <p:grpSp>
            <p:nvGrpSpPr>
              <p:cNvPr id="2551" name="Group 2550">
                <a:extLst>
                  <a:ext uri="{FF2B5EF4-FFF2-40B4-BE49-F238E27FC236}">
                    <a16:creationId xmlns:a16="http://schemas.microsoft.com/office/drawing/2014/main" id="{595EA3C4-C34F-DC52-97B2-2CCA4A5073B2}"/>
                  </a:ext>
                </a:extLst>
              </p:cNvPr>
              <p:cNvGrpSpPr/>
              <p:nvPr/>
            </p:nvGrpSpPr>
            <p:grpSpPr>
              <a:xfrm>
                <a:off x="65897" y="1575021"/>
                <a:ext cx="1866270" cy="1401563"/>
                <a:chOff x="-36578" y="1988105"/>
                <a:chExt cx="1866270" cy="1401563"/>
              </a:xfrm>
            </p:grpSpPr>
            <p:sp>
              <p:nvSpPr>
                <p:cNvPr id="2104" name="Rectangle 2103">
                  <a:extLst>
                    <a:ext uri="{FF2B5EF4-FFF2-40B4-BE49-F238E27FC236}">
                      <a16:creationId xmlns:a16="http://schemas.microsoft.com/office/drawing/2014/main" id="{4DAEA4CF-0DE8-30BB-8478-F5BACB15E37A}"/>
                    </a:ext>
                  </a:extLst>
                </p:cNvPr>
                <p:cNvSpPr/>
                <p:nvPr/>
              </p:nvSpPr>
              <p:spPr>
                <a:xfrm>
                  <a:off x="522100" y="1988105"/>
                  <a:ext cx="1307591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05" name="Freeform 2104">
                  <a:extLst>
                    <a:ext uri="{FF2B5EF4-FFF2-40B4-BE49-F238E27FC236}">
                      <a16:creationId xmlns:a16="http://schemas.microsoft.com/office/drawing/2014/main" id="{44F2B553-BB05-5882-F16D-D52C38E7C734}"/>
                    </a:ext>
                  </a:extLst>
                </p:cNvPr>
                <p:cNvSpPr/>
                <p:nvPr/>
              </p:nvSpPr>
              <p:spPr>
                <a:xfrm>
                  <a:off x="672976" y="2896917"/>
                  <a:ext cx="12700" cy="44576"/>
                </a:xfrm>
                <a:custGeom>
                  <a:avLst/>
                  <a:gdLst>
                    <a:gd name="csX0" fmla="*/ 0 w 12700"/>
                    <a:gd name="csY0" fmla="*/ 44577 h 44576"/>
                    <a:gd name="csX1" fmla="*/ 0 w 12700"/>
                    <a:gd name="csY1" fmla="*/ 0 h 445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4576">
                      <a:moveTo>
                        <a:pt x="0" y="44577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06" name="Freeform 2105">
                  <a:extLst>
                    <a:ext uri="{FF2B5EF4-FFF2-40B4-BE49-F238E27FC236}">
                      <a16:creationId xmlns:a16="http://schemas.microsoft.com/office/drawing/2014/main" id="{7021098E-7E97-1B5E-502E-3177407C3CCA}"/>
                    </a:ext>
                  </a:extLst>
                </p:cNvPr>
                <p:cNvSpPr/>
                <p:nvPr/>
              </p:nvSpPr>
              <p:spPr>
                <a:xfrm>
                  <a:off x="672976" y="3099863"/>
                  <a:ext cx="12700" cy="11303"/>
                </a:xfrm>
                <a:custGeom>
                  <a:avLst/>
                  <a:gdLst>
                    <a:gd name="csX0" fmla="*/ 0 w 12700"/>
                    <a:gd name="csY0" fmla="*/ 0 h 11303"/>
                    <a:gd name="csX1" fmla="*/ 0 w 12700"/>
                    <a:gd name="csY1" fmla="*/ 11303 h 113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303">
                      <a:moveTo>
                        <a:pt x="0" y="0"/>
                      </a:moveTo>
                      <a:lnTo>
                        <a:pt x="0" y="1130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07" name="Freeform 2106">
                  <a:extLst>
                    <a:ext uri="{FF2B5EF4-FFF2-40B4-BE49-F238E27FC236}">
                      <a16:creationId xmlns:a16="http://schemas.microsoft.com/office/drawing/2014/main" id="{3C8DB1C8-9DCD-2E25-3303-A7593E374F64}"/>
                    </a:ext>
                  </a:extLst>
                </p:cNvPr>
                <p:cNvSpPr/>
                <p:nvPr/>
              </p:nvSpPr>
              <p:spPr>
                <a:xfrm>
                  <a:off x="597538" y="2941494"/>
                  <a:ext cx="150876" cy="158368"/>
                </a:xfrm>
                <a:custGeom>
                  <a:avLst/>
                  <a:gdLst>
                    <a:gd name="csX0" fmla="*/ 0 w 150876"/>
                    <a:gd name="csY0" fmla="*/ 0 h 158368"/>
                    <a:gd name="csX1" fmla="*/ 0 w 150876"/>
                    <a:gd name="csY1" fmla="*/ 158369 h 158368"/>
                    <a:gd name="csX2" fmla="*/ 150876 w 150876"/>
                    <a:gd name="csY2" fmla="*/ 158369 h 158368"/>
                    <a:gd name="csX3" fmla="*/ 150876 w 150876"/>
                    <a:gd name="csY3" fmla="*/ 0 h 158368"/>
                    <a:gd name="csX4" fmla="*/ 0 w 150876"/>
                    <a:gd name="csY4" fmla="*/ 0 h 1583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58368">
                      <a:moveTo>
                        <a:pt x="0" y="0"/>
                      </a:moveTo>
                      <a:lnTo>
                        <a:pt x="0" y="158369"/>
                      </a:lnTo>
                      <a:lnTo>
                        <a:pt x="150876" y="158369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08" name="Freeform 2107">
                  <a:extLst>
                    <a:ext uri="{FF2B5EF4-FFF2-40B4-BE49-F238E27FC236}">
                      <a16:creationId xmlns:a16="http://schemas.microsoft.com/office/drawing/2014/main" id="{F034C620-7C2E-972F-0771-AE834D2AAE32}"/>
                    </a:ext>
                  </a:extLst>
                </p:cNvPr>
                <p:cNvSpPr/>
                <p:nvPr/>
              </p:nvSpPr>
              <p:spPr>
                <a:xfrm>
                  <a:off x="597538" y="3078146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09" name="Freeform 2108">
                  <a:extLst>
                    <a:ext uri="{FF2B5EF4-FFF2-40B4-BE49-F238E27FC236}">
                      <a16:creationId xmlns:a16="http://schemas.microsoft.com/office/drawing/2014/main" id="{3D091F5B-B976-3FFA-DE82-48D61DFCDDB3}"/>
                    </a:ext>
                  </a:extLst>
                </p:cNvPr>
                <p:cNvSpPr/>
                <p:nvPr/>
              </p:nvSpPr>
              <p:spPr>
                <a:xfrm>
                  <a:off x="924435" y="2660443"/>
                  <a:ext cx="12700" cy="83438"/>
                </a:xfrm>
                <a:custGeom>
                  <a:avLst/>
                  <a:gdLst>
                    <a:gd name="csX0" fmla="*/ 0 w 12700"/>
                    <a:gd name="csY0" fmla="*/ 83439 h 83438"/>
                    <a:gd name="csX1" fmla="*/ 0 w 12700"/>
                    <a:gd name="csY1" fmla="*/ 0 h 8343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3438">
                      <a:moveTo>
                        <a:pt x="0" y="83439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0" name="Freeform 2109">
                  <a:extLst>
                    <a:ext uri="{FF2B5EF4-FFF2-40B4-BE49-F238E27FC236}">
                      <a16:creationId xmlns:a16="http://schemas.microsoft.com/office/drawing/2014/main" id="{165EAFFD-267A-4E0A-DA7D-6E598F65B4D2}"/>
                    </a:ext>
                  </a:extLst>
                </p:cNvPr>
                <p:cNvSpPr/>
                <p:nvPr/>
              </p:nvSpPr>
              <p:spPr>
                <a:xfrm>
                  <a:off x="924435" y="2903394"/>
                  <a:ext cx="12700" cy="34036"/>
                </a:xfrm>
                <a:custGeom>
                  <a:avLst/>
                  <a:gdLst>
                    <a:gd name="csX0" fmla="*/ 0 w 12700"/>
                    <a:gd name="csY0" fmla="*/ 0 h 34036"/>
                    <a:gd name="csX1" fmla="*/ 0 w 12700"/>
                    <a:gd name="csY1" fmla="*/ 34036 h 340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036">
                      <a:moveTo>
                        <a:pt x="0" y="0"/>
                      </a:moveTo>
                      <a:lnTo>
                        <a:pt x="0" y="34036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1" name="Freeform 2110">
                  <a:extLst>
                    <a:ext uri="{FF2B5EF4-FFF2-40B4-BE49-F238E27FC236}">
                      <a16:creationId xmlns:a16="http://schemas.microsoft.com/office/drawing/2014/main" id="{0EF8BFE3-A200-46BB-7FC8-11148FD82E43}"/>
                    </a:ext>
                  </a:extLst>
                </p:cNvPr>
                <p:cNvSpPr/>
                <p:nvPr/>
              </p:nvSpPr>
              <p:spPr>
                <a:xfrm>
                  <a:off x="848997" y="2743881"/>
                  <a:ext cx="150876" cy="159512"/>
                </a:xfrm>
                <a:custGeom>
                  <a:avLst/>
                  <a:gdLst>
                    <a:gd name="csX0" fmla="*/ 0 w 150876"/>
                    <a:gd name="csY0" fmla="*/ 0 h 159512"/>
                    <a:gd name="csX1" fmla="*/ 0 w 150876"/>
                    <a:gd name="csY1" fmla="*/ 159512 h 159512"/>
                    <a:gd name="csX2" fmla="*/ 150876 w 150876"/>
                    <a:gd name="csY2" fmla="*/ 159512 h 159512"/>
                    <a:gd name="csX3" fmla="*/ 150876 w 150876"/>
                    <a:gd name="csY3" fmla="*/ 0 h 159512"/>
                    <a:gd name="csX4" fmla="*/ 0 w 150876"/>
                    <a:gd name="csY4" fmla="*/ 0 h 1595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59512">
                      <a:moveTo>
                        <a:pt x="0" y="0"/>
                      </a:moveTo>
                      <a:lnTo>
                        <a:pt x="0" y="159512"/>
                      </a:lnTo>
                      <a:lnTo>
                        <a:pt x="150876" y="159512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2" name="Freeform 2111">
                  <a:extLst>
                    <a:ext uri="{FF2B5EF4-FFF2-40B4-BE49-F238E27FC236}">
                      <a16:creationId xmlns:a16="http://schemas.microsoft.com/office/drawing/2014/main" id="{4478EB04-ADCE-159D-7741-4E5B0A23BA1A}"/>
                    </a:ext>
                  </a:extLst>
                </p:cNvPr>
                <p:cNvSpPr/>
                <p:nvPr/>
              </p:nvSpPr>
              <p:spPr>
                <a:xfrm>
                  <a:off x="848998" y="2816780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3" name="Freeform 2112">
                  <a:extLst>
                    <a:ext uri="{FF2B5EF4-FFF2-40B4-BE49-F238E27FC236}">
                      <a16:creationId xmlns:a16="http://schemas.microsoft.com/office/drawing/2014/main" id="{0B63C237-3C26-F3DF-75D8-2C4A6461B420}"/>
                    </a:ext>
                  </a:extLst>
                </p:cNvPr>
                <p:cNvSpPr/>
                <p:nvPr/>
              </p:nvSpPr>
              <p:spPr>
                <a:xfrm>
                  <a:off x="1175896" y="3128565"/>
                  <a:ext cx="12700" cy="25781"/>
                </a:xfrm>
                <a:custGeom>
                  <a:avLst/>
                  <a:gdLst>
                    <a:gd name="csX0" fmla="*/ 0 w 12700"/>
                    <a:gd name="csY0" fmla="*/ 25781 h 25781"/>
                    <a:gd name="csX1" fmla="*/ 0 w 12700"/>
                    <a:gd name="csY1" fmla="*/ 0 h 257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5781">
                      <a:moveTo>
                        <a:pt x="0" y="25781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4" name="Freeform 2113">
                  <a:extLst>
                    <a:ext uri="{FF2B5EF4-FFF2-40B4-BE49-F238E27FC236}">
                      <a16:creationId xmlns:a16="http://schemas.microsoft.com/office/drawing/2014/main" id="{C5CB59B5-C334-9B6C-5CB3-731105505FCB}"/>
                    </a:ext>
                  </a:extLst>
                </p:cNvPr>
                <p:cNvSpPr/>
                <p:nvPr/>
              </p:nvSpPr>
              <p:spPr>
                <a:xfrm>
                  <a:off x="1175896" y="3205908"/>
                  <a:ext cx="12700" cy="25907"/>
                </a:xfrm>
                <a:custGeom>
                  <a:avLst/>
                  <a:gdLst>
                    <a:gd name="csX0" fmla="*/ 0 w 12700"/>
                    <a:gd name="csY0" fmla="*/ 0 h 25907"/>
                    <a:gd name="csX1" fmla="*/ 0 w 12700"/>
                    <a:gd name="csY1" fmla="*/ 25908 h 259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5907">
                      <a:moveTo>
                        <a:pt x="0" y="0"/>
                      </a:moveTo>
                      <a:lnTo>
                        <a:pt x="0" y="2590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5" name="Freeform 2114">
                  <a:extLst>
                    <a:ext uri="{FF2B5EF4-FFF2-40B4-BE49-F238E27FC236}">
                      <a16:creationId xmlns:a16="http://schemas.microsoft.com/office/drawing/2014/main" id="{D6FAC4DB-7484-99C6-93F3-B9630D2B80E9}"/>
                    </a:ext>
                  </a:extLst>
                </p:cNvPr>
                <p:cNvSpPr/>
                <p:nvPr/>
              </p:nvSpPr>
              <p:spPr>
                <a:xfrm>
                  <a:off x="1100457" y="3154345"/>
                  <a:ext cx="150876" cy="51562"/>
                </a:xfrm>
                <a:custGeom>
                  <a:avLst/>
                  <a:gdLst>
                    <a:gd name="csX0" fmla="*/ 0 w 150876"/>
                    <a:gd name="csY0" fmla="*/ 0 h 51562"/>
                    <a:gd name="csX1" fmla="*/ 0 w 150876"/>
                    <a:gd name="csY1" fmla="*/ 51562 h 51562"/>
                    <a:gd name="csX2" fmla="*/ 150876 w 150876"/>
                    <a:gd name="csY2" fmla="*/ 51562 h 51562"/>
                    <a:gd name="csX3" fmla="*/ 150876 w 150876"/>
                    <a:gd name="csY3" fmla="*/ 0 h 51562"/>
                    <a:gd name="csX4" fmla="*/ 0 w 150876"/>
                    <a:gd name="csY4" fmla="*/ 0 h 515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51562">
                      <a:moveTo>
                        <a:pt x="0" y="0"/>
                      </a:moveTo>
                      <a:lnTo>
                        <a:pt x="0" y="51562"/>
                      </a:lnTo>
                      <a:lnTo>
                        <a:pt x="150876" y="51562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6" name="Freeform 2115">
                  <a:extLst>
                    <a:ext uri="{FF2B5EF4-FFF2-40B4-BE49-F238E27FC236}">
                      <a16:creationId xmlns:a16="http://schemas.microsoft.com/office/drawing/2014/main" id="{6DA8CCAB-CC1B-62D7-AA4C-16EE0EDDF402}"/>
                    </a:ext>
                  </a:extLst>
                </p:cNvPr>
                <p:cNvSpPr/>
                <p:nvPr/>
              </p:nvSpPr>
              <p:spPr>
                <a:xfrm>
                  <a:off x="1100458" y="3180127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7" name="Freeform 2116">
                  <a:extLst>
                    <a:ext uri="{FF2B5EF4-FFF2-40B4-BE49-F238E27FC236}">
                      <a16:creationId xmlns:a16="http://schemas.microsoft.com/office/drawing/2014/main" id="{41FDD2BA-FDA4-FD22-FA9E-FA636C293C3D}"/>
                    </a:ext>
                  </a:extLst>
                </p:cNvPr>
                <p:cNvSpPr/>
                <p:nvPr/>
              </p:nvSpPr>
              <p:spPr>
                <a:xfrm>
                  <a:off x="1678816" y="3045761"/>
                  <a:ext cx="12700" cy="50672"/>
                </a:xfrm>
                <a:custGeom>
                  <a:avLst/>
                  <a:gdLst>
                    <a:gd name="csX0" fmla="*/ 0 w 12700"/>
                    <a:gd name="csY0" fmla="*/ 50673 h 50672"/>
                    <a:gd name="csX1" fmla="*/ 0 w 12700"/>
                    <a:gd name="csY1" fmla="*/ 0 h 506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50672">
                      <a:moveTo>
                        <a:pt x="0" y="50673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8" name="Freeform 2117">
                  <a:extLst>
                    <a:ext uri="{FF2B5EF4-FFF2-40B4-BE49-F238E27FC236}">
                      <a16:creationId xmlns:a16="http://schemas.microsoft.com/office/drawing/2014/main" id="{D74236CF-D6C9-313E-54FF-A3DAEC0309F9}"/>
                    </a:ext>
                  </a:extLst>
                </p:cNvPr>
                <p:cNvSpPr/>
                <p:nvPr/>
              </p:nvSpPr>
              <p:spPr>
                <a:xfrm>
                  <a:off x="1678816" y="3194605"/>
                  <a:ext cx="12700" cy="24891"/>
                </a:xfrm>
                <a:custGeom>
                  <a:avLst/>
                  <a:gdLst>
                    <a:gd name="csX0" fmla="*/ 0 w 12700"/>
                    <a:gd name="csY0" fmla="*/ 0 h 24891"/>
                    <a:gd name="csX1" fmla="*/ 0 w 12700"/>
                    <a:gd name="csY1" fmla="*/ 24892 h 2489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4891">
                      <a:moveTo>
                        <a:pt x="0" y="0"/>
                      </a:moveTo>
                      <a:lnTo>
                        <a:pt x="0" y="24892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19" name="Freeform 2118">
                  <a:extLst>
                    <a:ext uri="{FF2B5EF4-FFF2-40B4-BE49-F238E27FC236}">
                      <a16:creationId xmlns:a16="http://schemas.microsoft.com/office/drawing/2014/main" id="{F42B7AD5-64C0-1EFE-4A65-402D19DE7C33}"/>
                    </a:ext>
                  </a:extLst>
                </p:cNvPr>
                <p:cNvSpPr/>
                <p:nvPr/>
              </p:nvSpPr>
              <p:spPr>
                <a:xfrm>
                  <a:off x="1603377" y="3096434"/>
                  <a:ext cx="150876" cy="98171"/>
                </a:xfrm>
                <a:custGeom>
                  <a:avLst/>
                  <a:gdLst>
                    <a:gd name="csX0" fmla="*/ 0 w 150876"/>
                    <a:gd name="csY0" fmla="*/ 0 h 98171"/>
                    <a:gd name="csX1" fmla="*/ 0 w 150876"/>
                    <a:gd name="csY1" fmla="*/ 98171 h 98171"/>
                    <a:gd name="csX2" fmla="*/ 150876 w 150876"/>
                    <a:gd name="csY2" fmla="*/ 98171 h 98171"/>
                    <a:gd name="csX3" fmla="*/ 150876 w 150876"/>
                    <a:gd name="csY3" fmla="*/ 0 h 98171"/>
                    <a:gd name="csX4" fmla="*/ 0 w 150876"/>
                    <a:gd name="csY4" fmla="*/ 0 h 981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98171">
                      <a:moveTo>
                        <a:pt x="0" y="0"/>
                      </a:moveTo>
                      <a:lnTo>
                        <a:pt x="0" y="98171"/>
                      </a:lnTo>
                      <a:lnTo>
                        <a:pt x="150876" y="98171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0" name="Freeform 2119">
                  <a:extLst>
                    <a:ext uri="{FF2B5EF4-FFF2-40B4-BE49-F238E27FC236}">
                      <a16:creationId xmlns:a16="http://schemas.microsoft.com/office/drawing/2014/main" id="{05444688-73D1-C5DB-76F8-A34506FD0F78}"/>
                    </a:ext>
                  </a:extLst>
                </p:cNvPr>
                <p:cNvSpPr/>
                <p:nvPr/>
              </p:nvSpPr>
              <p:spPr>
                <a:xfrm>
                  <a:off x="1603378" y="3141011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1" name="Oval 2120">
                  <a:extLst>
                    <a:ext uri="{FF2B5EF4-FFF2-40B4-BE49-F238E27FC236}">
                      <a16:creationId xmlns:a16="http://schemas.microsoft.com/office/drawing/2014/main" id="{DF63B785-51EB-B056-3635-07FB9EE3DEE1}"/>
                    </a:ext>
                  </a:extLst>
                </p:cNvPr>
                <p:cNvSpPr/>
                <p:nvPr/>
              </p:nvSpPr>
              <p:spPr>
                <a:xfrm>
                  <a:off x="1178817" y="321175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2" name="Oval 2121">
                  <a:extLst>
                    <a:ext uri="{FF2B5EF4-FFF2-40B4-BE49-F238E27FC236}">
                      <a16:creationId xmlns:a16="http://schemas.microsoft.com/office/drawing/2014/main" id="{029EA22E-7CDC-FE83-7076-A2A287625565}"/>
                    </a:ext>
                  </a:extLst>
                </p:cNvPr>
                <p:cNvSpPr/>
                <p:nvPr/>
              </p:nvSpPr>
              <p:spPr>
                <a:xfrm>
                  <a:off x="928373" y="264050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3" name="Oval 2122">
                  <a:extLst>
                    <a:ext uri="{FF2B5EF4-FFF2-40B4-BE49-F238E27FC236}">
                      <a16:creationId xmlns:a16="http://schemas.microsoft.com/office/drawing/2014/main" id="{98DFB673-8BFE-F548-1D64-80AA58E532A1}"/>
                    </a:ext>
                  </a:extLst>
                </p:cNvPr>
                <p:cNvSpPr/>
                <p:nvPr/>
              </p:nvSpPr>
              <p:spPr>
                <a:xfrm>
                  <a:off x="895734" y="272394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4" name="Oval 2123">
                  <a:extLst>
                    <a:ext uri="{FF2B5EF4-FFF2-40B4-BE49-F238E27FC236}">
                      <a16:creationId xmlns:a16="http://schemas.microsoft.com/office/drawing/2014/main" id="{12956AE0-E40E-34B3-CB71-8330BDC494C4}"/>
                    </a:ext>
                  </a:extLst>
                </p:cNvPr>
                <p:cNvSpPr/>
                <p:nvPr/>
              </p:nvSpPr>
              <p:spPr>
                <a:xfrm>
                  <a:off x="1677419" y="316285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5" name="Oval 2124">
                  <a:extLst>
                    <a:ext uri="{FF2B5EF4-FFF2-40B4-BE49-F238E27FC236}">
                      <a16:creationId xmlns:a16="http://schemas.microsoft.com/office/drawing/2014/main" id="{4ACB9772-F922-F9D6-F280-CA1452066EA5}"/>
                    </a:ext>
                  </a:extLst>
                </p:cNvPr>
                <p:cNvSpPr/>
                <p:nvPr/>
              </p:nvSpPr>
              <p:spPr>
                <a:xfrm>
                  <a:off x="662181" y="287926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6" name="Oval 2125">
                  <a:extLst>
                    <a:ext uri="{FF2B5EF4-FFF2-40B4-BE49-F238E27FC236}">
                      <a16:creationId xmlns:a16="http://schemas.microsoft.com/office/drawing/2014/main" id="{6081EC9E-D0B0-73C8-CE77-A716720BF263}"/>
                    </a:ext>
                  </a:extLst>
                </p:cNvPr>
                <p:cNvSpPr/>
                <p:nvPr/>
              </p:nvSpPr>
              <p:spPr>
                <a:xfrm>
                  <a:off x="1661798" y="308144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7" name="Oval 2126">
                  <a:extLst>
                    <a:ext uri="{FF2B5EF4-FFF2-40B4-BE49-F238E27FC236}">
                      <a16:creationId xmlns:a16="http://schemas.microsoft.com/office/drawing/2014/main" id="{4FE858C7-DDE4-C375-E76E-5370955373DC}"/>
                    </a:ext>
                  </a:extLst>
                </p:cNvPr>
                <p:cNvSpPr/>
                <p:nvPr/>
              </p:nvSpPr>
              <p:spPr>
                <a:xfrm>
                  <a:off x="666880" y="251401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8" name="Oval 2127">
                  <a:extLst>
                    <a:ext uri="{FF2B5EF4-FFF2-40B4-BE49-F238E27FC236}">
                      <a16:creationId xmlns:a16="http://schemas.microsoft.com/office/drawing/2014/main" id="{78B5E54A-7827-FB6F-4660-E728C44D85A7}"/>
                    </a:ext>
                  </a:extLst>
                </p:cNvPr>
                <p:cNvSpPr/>
                <p:nvPr/>
              </p:nvSpPr>
              <p:spPr>
                <a:xfrm>
                  <a:off x="1642367" y="317974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29" name="Oval 2128">
                  <a:extLst>
                    <a:ext uri="{FF2B5EF4-FFF2-40B4-BE49-F238E27FC236}">
                      <a16:creationId xmlns:a16="http://schemas.microsoft.com/office/drawing/2014/main" id="{88E5C0E1-BB4A-99FA-345D-AF030E2D4822}"/>
                    </a:ext>
                  </a:extLst>
                </p:cNvPr>
                <p:cNvSpPr/>
                <p:nvPr/>
              </p:nvSpPr>
              <p:spPr>
                <a:xfrm>
                  <a:off x="662943" y="305617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0" name="Oval 2129">
                  <a:extLst>
                    <a:ext uri="{FF2B5EF4-FFF2-40B4-BE49-F238E27FC236}">
                      <a16:creationId xmlns:a16="http://schemas.microsoft.com/office/drawing/2014/main" id="{12EF4C1A-E172-D9D5-E21C-2F64708D5127}"/>
                    </a:ext>
                  </a:extLst>
                </p:cNvPr>
                <p:cNvSpPr/>
                <p:nvPr/>
              </p:nvSpPr>
              <p:spPr>
                <a:xfrm>
                  <a:off x="1671069" y="307560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1" name="Oval 2130">
                  <a:extLst>
                    <a:ext uri="{FF2B5EF4-FFF2-40B4-BE49-F238E27FC236}">
                      <a16:creationId xmlns:a16="http://schemas.microsoft.com/office/drawing/2014/main" id="{F158F191-1753-61B4-205E-0081969D6CB3}"/>
                    </a:ext>
                  </a:extLst>
                </p:cNvPr>
                <p:cNvSpPr/>
                <p:nvPr/>
              </p:nvSpPr>
              <p:spPr>
                <a:xfrm>
                  <a:off x="652910" y="309364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2" name="Oval 2131">
                  <a:extLst>
                    <a:ext uri="{FF2B5EF4-FFF2-40B4-BE49-F238E27FC236}">
                      <a16:creationId xmlns:a16="http://schemas.microsoft.com/office/drawing/2014/main" id="{E18D1175-2428-A75F-9AEF-7AC87A567A79}"/>
                    </a:ext>
                  </a:extLst>
                </p:cNvPr>
                <p:cNvSpPr/>
                <p:nvPr/>
              </p:nvSpPr>
              <p:spPr>
                <a:xfrm>
                  <a:off x="1671831" y="320082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3" name="Oval 2132">
                  <a:extLst>
                    <a:ext uri="{FF2B5EF4-FFF2-40B4-BE49-F238E27FC236}">
                      <a16:creationId xmlns:a16="http://schemas.microsoft.com/office/drawing/2014/main" id="{E536A86B-5D44-9D4C-2906-5006B1892ED1}"/>
                    </a:ext>
                  </a:extLst>
                </p:cNvPr>
                <p:cNvSpPr/>
                <p:nvPr/>
              </p:nvSpPr>
              <p:spPr>
                <a:xfrm>
                  <a:off x="676913" y="306506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4" name="Oval 2133">
                  <a:extLst>
                    <a:ext uri="{FF2B5EF4-FFF2-40B4-BE49-F238E27FC236}">
                      <a16:creationId xmlns:a16="http://schemas.microsoft.com/office/drawing/2014/main" id="{FA18D81F-C397-B20F-15EB-036000E88291}"/>
                    </a:ext>
                  </a:extLst>
                </p:cNvPr>
                <p:cNvSpPr/>
                <p:nvPr/>
              </p:nvSpPr>
              <p:spPr>
                <a:xfrm>
                  <a:off x="894082" y="272813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5" name="Oval 2134">
                  <a:extLst>
                    <a:ext uri="{FF2B5EF4-FFF2-40B4-BE49-F238E27FC236}">
                      <a16:creationId xmlns:a16="http://schemas.microsoft.com/office/drawing/2014/main" id="{570BBABF-36C8-A966-B607-7DD5B0C14844}"/>
                    </a:ext>
                  </a:extLst>
                </p:cNvPr>
                <p:cNvSpPr/>
                <p:nvPr/>
              </p:nvSpPr>
              <p:spPr>
                <a:xfrm>
                  <a:off x="1658877" y="302975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6" name="Oval 2135">
                  <a:extLst>
                    <a:ext uri="{FF2B5EF4-FFF2-40B4-BE49-F238E27FC236}">
                      <a16:creationId xmlns:a16="http://schemas.microsoft.com/office/drawing/2014/main" id="{20D2D5C7-D9E5-6795-A06D-653C78995D0D}"/>
                    </a:ext>
                  </a:extLst>
                </p:cNvPr>
                <p:cNvSpPr/>
                <p:nvPr/>
              </p:nvSpPr>
              <p:spPr>
                <a:xfrm>
                  <a:off x="677167" y="308919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7" name="Oval 2136">
                  <a:extLst>
                    <a:ext uri="{FF2B5EF4-FFF2-40B4-BE49-F238E27FC236}">
                      <a16:creationId xmlns:a16="http://schemas.microsoft.com/office/drawing/2014/main" id="{EA53777C-669F-58A6-0711-AE47BA41EA7E}"/>
                    </a:ext>
                  </a:extLst>
                </p:cNvPr>
                <p:cNvSpPr/>
                <p:nvPr/>
              </p:nvSpPr>
              <p:spPr>
                <a:xfrm>
                  <a:off x="1181992" y="310888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8" name="Oval 2137">
                  <a:extLst>
                    <a:ext uri="{FF2B5EF4-FFF2-40B4-BE49-F238E27FC236}">
                      <a16:creationId xmlns:a16="http://schemas.microsoft.com/office/drawing/2014/main" id="{76D3C8D0-83BE-D104-DB20-EB3D9B368DF1}"/>
                    </a:ext>
                  </a:extLst>
                </p:cNvPr>
                <p:cNvSpPr/>
                <p:nvPr/>
              </p:nvSpPr>
              <p:spPr>
                <a:xfrm>
                  <a:off x="887225" y="279836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39" name="Oval 2138">
                  <a:extLst>
                    <a:ext uri="{FF2B5EF4-FFF2-40B4-BE49-F238E27FC236}">
                      <a16:creationId xmlns:a16="http://schemas.microsoft.com/office/drawing/2014/main" id="{99A6C3ED-E2A9-B21B-323D-80DEB6BDB037}"/>
                    </a:ext>
                  </a:extLst>
                </p:cNvPr>
                <p:cNvSpPr/>
                <p:nvPr/>
              </p:nvSpPr>
              <p:spPr>
                <a:xfrm>
                  <a:off x="905132" y="290085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0" name="Oval 2139">
                  <a:extLst>
                    <a:ext uri="{FF2B5EF4-FFF2-40B4-BE49-F238E27FC236}">
                      <a16:creationId xmlns:a16="http://schemas.microsoft.com/office/drawing/2014/main" id="{26643CA2-CAC0-48D8-632F-1BE66E474C38}"/>
                    </a:ext>
                  </a:extLst>
                </p:cNvPr>
                <p:cNvSpPr/>
                <p:nvPr/>
              </p:nvSpPr>
              <p:spPr>
                <a:xfrm>
                  <a:off x="1412370" y="324794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1" name="Oval 2140">
                  <a:extLst>
                    <a:ext uri="{FF2B5EF4-FFF2-40B4-BE49-F238E27FC236}">
                      <a16:creationId xmlns:a16="http://schemas.microsoft.com/office/drawing/2014/main" id="{14F9AD04-0512-E65F-92BC-7E066A6E58BA}"/>
                    </a:ext>
                  </a:extLst>
                </p:cNvPr>
                <p:cNvSpPr/>
                <p:nvPr/>
              </p:nvSpPr>
              <p:spPr>
                <a:xfrm>
                  <a:off x="926722" y="287227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2" name="Oval 2141">
                  <a:extLst>
                    <a:ext uri="{FF2B5EF4-FFF2-40B4-BE49-F238E27FC236}">
                      <a16:creationId xmlns:a16="http://schemas.microsoft.com/office/drawing/2014/main" id="{32809B82-E3DA-FB71-A981-1651CDB08CB1}"/>
                    </a:ext>
                  </a:extLst>
                </p:cNvPr>
                <p:cNvSpPr/>
                <p:nvPr/>
              </p:nvSpPr>
              <p:spPr>
                <a:xfrm>
                  <a:off x="888241" y="291749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3" name="TextBox 2142">
                  <a:extLst>
                    <a:ext uri="{FF2B5EF4-FFF2-40B4-BE49-F238E27FC236}">
                      <a16:creationId xmlns:a16="http://schemas.microsoft.com/office/drawing/2014/main" id="{71150424-3B54-621E-FF30-5BF3DCD2B4A0}"/>
                    </a:ext>
                  </a:extLst>
                </p:cNvPr>
                <p:cNvSpPr txBox="1"/>
                <p:nvPr/>
              </p:nvSpPr>
              <p:spPr>
                <a:xfrm>
                  <a:off x="531896" y="2223216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0.074</a:t>
                  </a:r>
                </a:p>
              </p:txBody>
            </p:sp>
            <p:sp>
              <p:nvSpPr>
                <p:cNvPr id="2144" name="Freeform 2143">
                  <a:extLst>
                    <a:ext uri="{FF2B5EF4-FFF2-40B4-BE49-F238E27FC236}">
                      <a16:creationId xmlns:a16="http://schemas.microsoft.com/office/drawing/2014/main" id="{03448D77-610D-6B84-09D7-AEE7BA3AEA03}"/>
                    </a:ext>
                  </a:extLst>
                </p:cNvPr>
                <p:cNvSpPr/>
                <p:nvPr/>
              </p:nvSpPr>
              <p:spPr>
                <a:xfrm>
                  <a:off x="672976" y="2368724"/>
                  <a:ext cx="226314" cy="12700"/>
                </a:xfrm>
                <a:custGeom>
                  <a:avLst/>
                  <a:gdLst>
                    <a:gd name="csX0" fmla="*/ 0 w 226314"/>
                    <a:gd name="csY0" fmla="*/ 0 h 12700"/>
                    <a:gd name="csX1" fmla="*/ 226314 w 22631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6314" h="12700">
                      <a:moveTo>
                        <a:pt x="0" y="0"/>
                      </a:moveTo>
                      <a:lnTo>
                        <a:pt x="22631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5" name="TextBox 2144">
                  <a:extLst>
                    <a:ext uri="{FF2B5EF4-FFF2-40B4-BE49-F238E27FC236}">
                      <a16:creationId xmlns:a16="http://schemas.microsoft.com/office/drawing/2014/main" id="{12C4DABC-4F98-C54D-F02E-2D38E37ACED3}"/>
                    </a:ext>
                  </a:extLst>
                </p:cNvPr>
                <p:cNvSpPr txBox="1"/>
                <p:nvPr/>
              </p:nvSpPr>
              <p:spPr>
                <a:xfrm>
                  <a:off x="1087214" y="2188980"/>
                  <a:ext cx="4539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***</a:t>
                  </a:r>
                </a:p>
              </p:txBody>
            </p:sp>
            <p:sp>
              <p:nvSpPr>
                <p:cNvPr id="2146" name="Freeform 2145">
                  <a:extLst>
                    <a:ext uri="{FF2B5EF4-FFF2-40B4-BE49-F238E27FC236}">
                      <a16:creationId xmlns:a16="http://schemas.microsoft.com/office/drawing/2014/main" id="{F86D6783-F91D-5FCE-CCD5-95E61F1432EE}"/>
                    </a:ext>
                  </a:extLst>
                </p:cNvPr>
                <p:cNvSpPr/>
                <p:nvPr/>
              </p:nvSpPr>
              <p:spPr>
                <a:xfrm>
                  <a:off x="949582" y="2368724"/>
                  <a:ext cx="729234" cy="12700"/>
                </a:xfrm>
                <a:custGeom>
                  <a:avLst/>
                  <a:gdLst>
                    <a:gd name="csX0" fmla="*/ 0 w 729234"/>
                    <a:gd name="csY0" fmla="*/ 0 h 12700"/>
                    <a:gd name="csX1" fmla="*/ 729234 w 72923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729234" h="12700">
                      <a:moveTo>
                        <a:pt x="0" y="0"/>
                      </a:moveTo>
                      <a:lnTo>
                        <a:pt x="72923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47" name="TextBox 2146">
                  <a:extLst>
                    <a:ext uri="{FF2B5EF4-FFF2-40B4-BE49-F238E27FC236}">
                      <a16:creationId xmlns:a16="http://schemas.microsoft.com/office/drawing/2014/main" id="{1288FF8C-B31B-9D7E-89CF-BD2D53DC881F}"/>
                    </a:ext>
                  </a:extLst>
                </p:cNvPr>
                <p:cNvSpPr txBox="1"/>
                <p:nvPr/>
              </p:nvSpPr>
              <p:spPr>
                <a:xfrm>
                  <a:off x="993794" y="2025912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148" name="Freeform 2147">
                  <a:extLst>
                    <a:ext uri="{FF2B5EF4-FFF2-40B4-BE49-F238E27FC236}">
                      <a16:creationId xmlns:a16="http://schemas.microsoft.com/office/drawing/2014/main" id="{7C5A657C-6AEC-DA6B-1E71-DEB1F2158BFB}"/>
                    </a:ext>
                  </a:extLst>
                </p:cNvPr>
                <p:cNvSpPr/>
                <p:nvPr/>
              </p:nvSpPr>
              <p:spPr>
                <a:xfrm>
                  <a:off x="672976" y="2205529"/>
                  <a:ext cx="1005840" cy="12700"/>
                </a:xfrm>
                <a:custGeom>
                  <a:avLst/>
                  <a:gdLst>
                    <a:gd name="csX0" fmla="*/ 0 w 1005840"/>
                    <a:gd name="csY0" fmla="*/ 0 h 12700"/>
                    <a:gd name="csX1" fmla="*/ 1005840 w 100584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05840" h="12700">
                      <a:moveTo>
                        <a:pt x="0" y="0"/>
                      </a:moveTo>
                      <a:lnTo>
                        <a:pt x="1005840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50" name="Freeform 2149">
                  <a:extLst>
                    <a:ext uri="{FF2B5EF4-FFF2-40B4-BE49-F238E27FC236}">
                      <a16:creationId xmlns:a16="http://schemas.microsoft.com/office/drawing/2014/main" id="{D111384E-0D3D-0D1A-9BC0-BE30FADC8F97}"/>
                    </a:ext>
                  </a:extLst>
                </p:cNvPr>
                <p:cNvSpPr/>
                <p:nvPr/>
              </p:nvSpPr>
              <p:spPr>
                <a:xfrm>
                  <a:off x="522100" y="1988105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8DB86A51-1564-5096-3C61-30BC9357D560}"/>
                    </a:ext>
                  </a:extLst>
                </p:cNvPr>
                <p:cNvSpPr txBox="1"/>
                <p:nvPr/>
              </p:nvSpPr>
              <p:spPr>
                <a:xfrm>
                  <a:off x="209324" y="3158836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</a:t>
                  </a:r>
                </a:p>
              </p:txBody>
            </p:sp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8F0212CC-6985-96F3-1265-D75308028499}"/>
                    </a:ext>
                  </a:extLst>
                </p:cNvPr>
                <p:cNvSpPr txBox="1"/>
                <p:nvPr/>
              </p:nvSpPr>
              <p:spPr>
                <a:xfrm>
                  <a:off x="209324" y="2742784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</a:t>
                  </a:r>
                </a:p>
              </p:txBody>
            </p:sp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06CF1B06-C80B-7C75-B77D-EFC9654D2F23}"/>
                    </a:ext>
                  </a:extLst>
                </p:cNvPr>
                <p:cNvSpPr txBox="1"/>
                <p:nvPr/>
              </p:nvSpPr>
              <p:spPr>
                <a:xfrm>
                  <a:off x="209324" y="2326732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0.4</a:t>
                  </a:r>
                </a:p>
              </p:txBody>
            </p:sp>
            <p:sp>
              <p:nvSpPr>
                <p:cNvPr id="2155" name="Freeform 2154">
                  <a:extLst>
                    <a:ext uri="{FF2B5EF4-FFF2-40B4-BE49-F238E27FC236}">
                      <a16:creationId xmlns:a16="http://schemas.microsoft.com/office/drawing/2014/main" id="{A35CBD3E-A31B-A505-3328-8772688C8044}"/>
                    </a:ext>
                  </a:extLst>
                </p:cNvPr>
                <p:cNvSpPr/>
                <p:nvPr/>
              </p:nvSpPr>
              <p:spPr>
                <a:xfrm>
                  <a:off x="487301" y="3265725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56" name="Freeform 2155">
                  <a:extLst>
                    <a:ext uri="{FF2B5EF4-FFF2-40B4-BE49-F238E27FC236}">
                      <a16:creationId xmlns:a16="http://schemas.microsoft.com/office/drawing/2014/main" id="{57E86C35-F932-26DD-5A89-28A3FC528424}"/>
                    </a:ext>
                  </a:extLst>
                </p:cNvPr>
                <p:cNvSpPr/>
                <p:nvPr/>
              </p:nvSpPr>
              <p:spPr>
                <a:xfrm>
                  <a:off x="487301" y="2849672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57" name="Freeform 2156">
                  <a:extLst>
                    <a:ext uri="{FF2B5EF4-FFF2-40B4-BE49-F238E27FC236}">
                      <a16:creationId xmlns:a16="http://schemas.microsoft.com/office/drawing/2014/main" id="{88882B5A-FF66-66B3-924C-655C9DBE80A6}"/>
                    </a:ext>
                  </a:extLst>
                </p:cNvPr>
                <p:cNvSpPr/>
                <p:nvPr/>
              </p:nvSpPr>
              <p:spPr>
                <a:xfrm>
                  <a:off x="487301" y="2433621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59" name="Freeform 2158">
                  <a:extLst>
                    <a:ext uri="{FF2B5EF4-FFF2-40B4-BE49-F238E27FC236}">
                      <a16:creationId xmlns:a16="http://schemas.microsoft.com/office/drawing/2014/main" id="{3439ECC9-A3CE-43A8-0E09-F612CB18590C}"/>
                    </a:ext>
                  </a:extLst>
                </p:cNvPr>
                <p:cNvSpPr/>
                <p:nvPr/>
              </p:nvSpPr>
              <p:spPr>
                <a:xfrm>
                  <a:off x="522100" y="3347259"/>
                  <a:ext cx="1307592" cy="12700"/>
                </a:xfrm>
                <a:custGeom>
                  <a:avLst/>
                  <a:gdLst>
                    <a:gd name="csX0" fmla="*/ 0 w 1307592"/>
                    <a:gd name="csY0" fmla="*/ 0 h 12700"/>
                    <a:gd name="csX1" fmla="*/ 1307592 w 130759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07592" h="12700">
                      <a:moveTo>
                        <a:pt x="0" y="0"/>
                      </a:moveTo>
                      <a:lnTo>
                        <a:pt x="130759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71" name="TextBox 2170">
                  <a:extLst>
                    <a:ext uri="{FF2B5EF4-FFF2-40B4-BE49-F238E27FC236}">
                      <a16:creationId xmlns:a16="http://schemas.microsoft.com/office/drawing/2014/main" id="{34928069-EA3E-4673-6597-59E648773B37}"/>
                    </a:ext>
                  </a:extLst>
                </p:cNvPr>
                <p:cNvSpPr txBox="1"/>
                <p:nvPr/>
              </p:nvSpPr>
              <p:spPr>
                <a:xfrm rot="16200000">
                  <a:off x="-321592" y="2544572"/>
                  <a:ext cx="816250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Expression</a:t>
                  </a:r>
                </a:p>
              </p:txBody>
            </p:sp>
          </p:grpSp>
          <p:grpSp>
            <p:nvGrpSpPr>
              <p:cNvPr id="2552" name="Group 2551">
                <a:extLst>
                  <a:ext uri="{FF2B5EF4-FFF2-40B4-BE49-F238E27FC236}">
                    <a16:creationId xmlns:a16="http://schemas.microsoft.com/office/drawing/2014/main" id="{224E78E4-CC24-8D02-D703-AEC7F19681A8}"/>
                  </a:ext>
                </a:extLst>
              </p:cNvPr>
              <p:cNvGrpSpPr/>
              <p:nvPr/>
            </p:nvGrpSpPr>
            <p:grpSpPr>
              <a:xfrm>
                <a:off x="1988851" y="1575021"/>
                <a:ext cx="1761201" cy="1483097"/>
                <a:chOff x="1883893" y="1988105"/>
                <a:chExt cx="1761201" cy="1483097"/>
              </a:xfrm>
            </p:grpSpPr>
            <p:sp>
              <p:nvSpPr>
                <p:cNvPr id="2176" name="Rectangle 2175">
                  <a:extLst>
                    <a:ext uri="{FF2B5EF4-FFF2-40B4-BE49-F238E27FC236}">
                      <a16:creationId xmlns:a16="http://schemas.microsoft.com/office/drawing/2014/main" id="{BE21D48A-0D6E-4721-3150-7DD224952F9E}"/>
                    </a:ext>
                  </a:extLst>
                </p:cNvPr>
                <p:cNvSpPr/>
                <p:nvPr/>
              </p:nvSpPr>
              <p:spPr>
                <a:xfrm>
                  <a:off x="2405955" y="1988105"/>
                  <a:ext cx="1239139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77" name="Rectangle 2176">
                  <a:extLst>
                    <a:ext uri="{FF2B5EF4-FFF2-40B4-BE49-F238E27FC236}">
                      <a16:creationId xmlns:a16="http://schemas.microsoft.com/office/drawing/2014/main" id="{B1E76003-C377-D2F4-766C-4BA66FDA6A39}"/>
                    </a:ext>
                  </a:extLst>
                </p:cNvPr>
                <p:cNvSpPr/>
                <p:nvPr/>
              </p:nvSpPr>
              <p:spPr>
                <a:xfrm>
                  <a:off x="2477329" y="3021250"/>
                  <a:ext cx="143001" cy="326009"/>
                </a:xfrm>
                <a:prstGeom prst="rect">
                  <a:avLst/>
                </a:prstGeom>
                <a:solidFill>
                  <a:srgbClr val="1965B0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78" name="Rectangle 2177">
                  <a:extLst>
                    <a:ext uri="{FF2B5EF4-FFF2-40B4-BE49-F238E27FC236}">
                      <a16:creationId xmlns:a16="http://schemas.microsoft.com/office/drawing/2014/main" id="{A0C9E82B-1D83-263E-26E6-B7FFC559EB4D}"/>
                    </a:ext>
                  </a:extLst>
                </p:cNvPr>
                <p:cNvSpPr/>
                <p:nvPr/>
              </p:nvSpPr>
              <p:spPr>
                <a:xfrm>
                  <a:off x="2715708" y="2850562"/>
                  <a:ext cx="143002" cy="496823"/>
                </a:xfrm>
                <a:prstGeom prst="rect">
                  <a:avLst/>
                </a:prstGeom>
                <a:solidFill>
                  <a:srgbClr val="4EB265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79" name="Rectangle 2178">
                  <a:extLst>
                    <a:ext uri="{FF2B5EF4-FFF2-40B4-BE49-F238E27FC236}">
                      <a16:creationId xmlns:a16="http://schemas.microsoft.com/office/drawing/2014/main" id="{6DCFD2F3-3D87-14F7-BC44-2D0A5E235242}"/>
                    </a:ext>
                  </a:extLst>
                </p:cNvPr>
                <p:cNvSpPr/>
                <p:nvPr/>
              </p:nvSpPr>
              <p:spPr>
                <a:xfrm>
                  <a:off x="2953960" y="3242611"/>
                  <a:ext cx="143002" cy="104647"/>
                </a:xfrm>
                <a:prstGeom prst="rect">
                  <a:avLst/>
                </a:prstGeom>
                <a:solidFill>
                  <a:srgbClr val="F7F056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0" name="Rectangle 2179">
                  <a:extLst>
                    <a:ext uri="{FF2B5EF4-FFF2-40B4-BE49-F238E27FC236}">
                      <a16:creationId xmlns:a16="http://schemas.microsoft.com/office/drawing/2014/main" id="{846B38BC-A986-BA08-B198-ACEEAC725750}"/>
                    </a:ext>
                  </a:extLst>
                </p:cNvPr>
                <p:cNvSpPr/>
                <p:nvPr/>
              </p:nvSpPr>
              <p:spPr>
                <a:xfrm>
                  <a:off x="3430464" y="3207432"/>
                  <a:ext cx="143001" cy="139827"/>
                </a:xfrm>
                <a:prstGeom prst="rect">
                  <a:avLst/>
                </a:prstGeom>
                <a:solidFill>
                  <a:srgbClr val="DC050C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1" name="Freeform 2180">
                  <a:extLst>
                    <a:ext uri="{FF2B5EF4-FFF2-40B4-BE49-F238E27FC236}">
                      <a16:creationId xmlns:a16="http://schemas.microsoft.com/office/drawing/2014/main" id="{1E78DEC4-4D44-8E05-2F26-09A0D919C03C}"/>
                    </a:ext>
                  </a:extLst>
                </p:cNvPr>
                <p:cNvSpPr/>
                <p:nvPr/>
              </p:nvSpPr>
              <p:spPr>
                <a:xfrm>
                  <a:off x="2501204" y="2918380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2" name="Freeform 2181">
                  <a:extLst>
                    <a:ext uri="{FF2B5EF4-FFF2-40B4-BE49-F238E27FC236}">
                      <a16:creationId xmlns:a16="http://schemas.microsoft.com/office/drawing/2014/main" id="{7F362B97-953D-D24B-2A85-3EEE31BC9BCA}"/>
                    </a:ext>
                  </a:extLst>
                </p:cNvPr>
                <p:cNvSpPr/>
                <p:nvPr/>
              </p:nvSpPr>
              <p:spPr>
                <a:xfrm>
                  <a:off x="2548829" y="2918380"/>
                  <a:ext cx="12700" cy="205866"/>
                </a:xfrm>
                <a:custGeom>
                  <a:avLst/>
                  <a:gdLst>
                    <a:gd name="csX0" fmla="*/ 0 w 12700"/>
                    <a:gd name="csY0" fmla="*/ 0 h 205866"/>
                    <a:gd name="csX1" fmla="*/ 0 w 12700"/>
                    <a:gd name="csY1" fmla="*/ 205867 h 20586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05866">
                      <a:moveTo>
                        <a:pt x="0" y="0"/>
                      </a:moveTo>
                      <a:lnTo>
                        <a:pt x="0" y="205867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3" name="Freeform 2182">
                  <a:extLst>
                    <a:ext uri="{FF2B5EF4-FFF2-40B4-BE49-F238E27FC236}">
                      <a16:creationId xmlns:a16="http://schemas.microsoft.com/office/drawing/2014/main" id="{92ABFF73-6733-FB61-EC9A-EF6197920BF3}"/>
                    </a:ext>
                  </a:extLst>
                </p:cNvPr>
                <p:cNvSpPr/>
                <p:nvPr/>
              </p:nvSpPr>
              <p:spPr>
                <a:xfrm>
                  <a:off x="2501204" y="3124247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4" name="Freeform 2183">
                  <a:extLst>
                    <a:ext uri="{FF2B5EF4-FFF2-40B4-BE49-F238E27FC236}">
                      <a16:creationId xmlns:a16="http://schemas.microsoft.com/office/drawing/2014/main" id="{3B6F540C-2091-4CAE-E1D4-D143F94B831A}"/>
                    </a:ext>
                  </a:extLst>
                </p:cNvPr>
                <p:cNvSpPr/>
                <p:nvPr/>
              </p:nvSpPr>
              <p:spPr>
                <a:xfrm>
                  <a:off x="2739457" y="2799889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5" name="Freeform 2184">
                  <a:extLst>
                    <a:ext uri="{FF2B5EF4-FFF2-40B4-BE49-F238E27FC236}">
                      <a16:creationId xmlns:a16="http://schemas.microsoft.com/office/drawing/2014/main" id="{0D7107A0-2044-5321-DE24-76B1999EF8F5}"/>
                    </a:ext>
                  </a:extLst>
                </p:cNvPr>
                <p:cNvSpPr/>
                <p:nvPr/>
              </p:nvSpPr>
              <p:spPr>
                <a:xfrm>
                  <a:off x="2787209" y="2799889"/>
                  <a:ext cx="12700" cy="101219"/>
                </a:xfrm>
                <a:custGeom>
                  <a:avLst/>
                  <a:gdLst>
                    <a:gd name="csX0" fmla="*/ 0 w 12700"/>
                    <a:gd name="csY0" fmla="*/ 0 h 101219"/>
                    <a:gd name="csX1" fmla="*/ 0 w 12700"/>
                    <a:gd name="csY1" fmla="*/ 101219 h 1012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01219">
                      <a:moveTo>
                        <a:pt x="0" y="0"/>
                      </a:moveTo>
                      <a:lnTo>
                        <a:pt x="0" y="101219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6" name="Freeform 2185">
                  <a:extLst>
                    <a:ext uri="{FF2B5EF4-FFF2-40B4-BE49-F238E27FC236}">
                      <a16:creationId xmlns:a16="http://schemas.microsoft.com/office/drawing/2014/main" id="{DA194B3B-781E-1C82-3B92-72776069B143}"/>
                    </a:ext>
                  </a:extLst>
                </p:cNvPr>
                <p:cNvSpPr/>
                <p:nvPr/>
              </p:nvSpPr>
              <p:spPr>
                <a:xfrm>
                  <a:off x="2739457" y="2901108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7" name="Freeform 2186">
                  <a:extLst>
                    <a:ext uri="{FF2B5EF4-FFF2-40B4-BE49-F238E27FC236}">
                      <a16:creationId xmlns:a16="http://schemas.microsoft.com/office/drawing/2014/main" id="{D8215880-23EC-416C-3417-733B2B429C3A}"/>
                    </a:ext>
                  </a:extLst>
                </p:cNvPr>
                <p:cNvSpPr/>
                <p:nvPr/>
              </p:nvSpPr>
              <p:spPr>
                <a:xfrm>
                  <a:off x="2977835" y="3184191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8" name="Freeform 2187">
                  <a:extLst>
                    <a:ext uri="{FF2B5EF4-FFF2-40B4-BE49-F238E27FC236}">
                      <a16:creationId xmlns:a16="http://schemas.microsoft.com/office/drawing/2014/main" id="{DDAC0F36-5A07-398F-509C-D838E61A6946}"/>
                    </a:ext>
                  </a:extLst>
                </p:cNvPr>
                <p:cNvSpPr/>
                <p:nvPr/>
              </p:nvSpPr>
              <p:spPr>
                <a:xfrm>
                  <a:off x="3025460" y="3184191"/>
                  <a:ext cx="12700" cy="116839"/>
                </a:xfrm>
                <a:custGeom>
                  <a:avLst/>
                  <a:gdLst>
                    <a:gd name="csX0" fmla="*/ 0 w 12700"/>
                    <a:gd name="csY0" fmla="*/ 0 h 116839"/>
                    <a:gd name="csX1" fmla="*/ 0 w 12700"/>
                    <a:gd name="csY1" fmla="*/ 116840 h 1168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6839">
                      <a:moveTo>
                        <a:pt x="0" y="0"/>
                      </a:moveTo>
                      <a:lnTo>
                        <a:pt x="0" y="11684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89" name="Freeform 2188">
                  <a:extLst>
                    <a:ext uri="{FF2B5EF4-FFF2-40B4-BE49-F238E27FC236}">
                      <a16:creationId xmlns:a16="http://schemas.microsoft.com/office/drawing/2014/main" id="{E8F9C433-A994-B93B-18AA-9B5E36B33559}"/>
                    </a:ext>
                  </a:extLst>
                </p:cNvPr>
                <p:cNvSpPr/>
                <p:nvPr/>
              </p:nvSpPr>
              <p:spPr>
                <a:xfrm>
                  <a:off x="2977835" y="3301031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0" name="Freeform 2189">
                  <a:extLst>
                    <a:ext uri="{FF2B5EF4-FFF2-40B4-BE49-F238E27FC236}">
                      <a16:creationId xmlns:a16="http://schemas.microsoft.com/office/drawing/2014/main" id="{F611E3E4-D40C-B48B-6525-0A64AB2311BD}"/>
                    </a:ext>
                  </a:extLst>
                </p:cNvPr>
                <p:cNvSpPr/>
                <p:nvPr/>
              </p:nvSpPr>
              <p:spPr>
                <a:xfrm>
                  <a:off x="3454340" y="3175300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1" name="Freeform 2190">
                  <a:extLst>
                    <a:ext uri="{FF2B5EF4-FFF2-40B4-BE49-F238E27FC236}">
                      <a16:creationId xmlns:a16="http://schemas.microsoft.com/office/drawing/2014/main" id="{ED34EACB-8E83-D491-CDB2-F513BC1207B0}"/>
                    </a:ext>
                  </a:extLst>
                </p:cNvPr>
                <p:cNvSpPr/>
                <p:nvPr/>
              </p:nvSpPr>
              <p:spPr>
                <a:xfrm>
                  <a:off x="3501965" y="3175300"/>
                  <a:ext cx="12700" cy="64261"/>
                </a:xfrm>
                <a:custGeom>
                  <a:avLst/>
                  <a:gdLst>
                    <a:gd name="csX0" fmla="*/ 0 w 12700"/>
                    <a:gd name="csY0" fmla="*/ 0 h 64261"/>
                    <a:gd name="csX1" fmla="*/ 0 w 12700"/>
                    <a:gd name="csY1" fmla="*/ 64262 h 642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4261">
                      <a:moveTo>
                        <a:pt x="0" y="0"/>
                      </a:moveTo>
                      <a:lnTo>
                        <a:pt x="0" y="64262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2" name="Freeform 2191">
                  <a:extLst>
                    <a:ext uri="{FF2B5EF4-FFF2-40B4-BE49-F238E27FC236}">
                      <a16:creationId xmlns:a16="http://schemas.microsoft.com/office/drawing/2014/main" id="{1F1DE05E-B964-10D0-A4B7-E4496F68DDB7}"/>
                    </a:ext>
                  </a:extLst>
                </p:cNvPr>
                <p:cNvSpPr/>
                <p:nvPr/>
              </p:nvSpPr>
              <p:spPr>
                <a:xfrm>
                  <a:off x="3454340" y="3239562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3" name="Oval 2192">
                  <a:extLst>
                    <a:ext uri="{FF2B5EF4-FFF2-40B4-BE49-F238E27FC236}">
                      <a16:creationId xmlns:a16="http://schemas.microsoft.com/office/drawing/2014/main" id="{EB812D91-4252-6F5E-501E-195D10FE256F}"/>
                    </a:ext>
                  </a:extLst>
                </p:cNvPr>
                <p:cNvSpPr/>
                <p:nvPr/>
              </p:nvSpPr>
              <p:spPr>
                <a:xfrm>
                  <a:off x="3027112" y="328071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4" name="Oval 2193">
                  <a:extLst>
                    <a:ext uri="{FF2B5EF4-FFF2-40B4-BE49-F238E27FC236}">
                      <a16:creationId xmlns:a16="http://schemas.microsoft.com/office/drawing/2014/main" id="{14504051-CBAC-889D-B4AF-0BD88C114668}"/>
                    </a:ext>
                  </a:extLst>
                </p:cNvPr>
                <p:cNvSpPr/>
                <p:nvPr/>
              </p:nvSpPr>
              <p:spPr>
                <a:xfrm>
                  <a:off x="2790003" y="268050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5" name="Oval 2194">
                  <a:extLst>
                    <a:ext uri="{FF2B5EF4-FFF2-40B4-BE49-F238E27FC236}">
                      <a16:creationId xmlns:a16="http://schemas.microsoft.com/office/drawing/2014/main" id="{248AAF07-0DAE-50FE-3ABA-D6E1346D202E}"/>
                    </a:ext>
                  </a:extLst>
                </p:cNvPr>
                <p:cNvSpPr/>
                <p:nvPr/>
              </p:nvSpPr>
              <p:spPr>
                <a:xfrm>
                  <a:off x="2758888" y="267873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6" name="Oval 2195">
                  <a:extLst>
                    <a:ext uri="{FF2B5EF4-FFF2-40B4-BE49-F238E27FC236}">
                      <a16:creationId xmlns:a16="http://schemas.microsoft.com/office/drawing/2014/main" id="{5967AE61-BDC0-BF04-1201-69BFFC1E71FF}"/>
                    </a:ext>
                  </a:extLst>
                </p:cNvPr>
                <p:cNvSpPr/>
                <p:nvPr/>
              </p:nvSpPr>
              <p:spPr>
                <a:xfrm>
                  <a:off x="3499679" y="3240960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7" name="Oval 2196">
                  <a:extLst>
                    <a:ext uri="{FF2B5EF4-FFF2-40B4-BE49-F238E27FC236}">
                      <a16:creationId xmlns:a16="http://schemas.microsoft.com/office/drawing/2014/main" id="{7C7FAD93-FA96-5197-F6CE-420C53548E0E}"/>
                    </a:ext>
                  </a:extLst>
                </p:cNvPr>
                <p:cNvSpPr/>
                <p:nvPr/>
              </p:nvSpPr>
              <p:spPr>
                <a:xfrm>
                  <a:off x="2537527" y="295457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8" name="Oval 2197">
                  <a:extLst>
                    <a:ext uri="{FF2B5EF4-FFF2-40B4-BE49-F238E27FC236}">
                      <a16:creationId xmlns:a16="http://schemas.microsoft.com/office/drawing/2014/main" id="{A9C5BAF9-B8FF-8257-E5D0-60321C93E4D8}"/>
                    </a:ext>
                  </a:extLst>
                </p:cNvPr>
                <p:cNvSpPr/>
                <p:nvPr/>
              </p:nvSpPr>
              <p:spPr>
                <a:xfrm>
                  <a:off x="3484820" y="316437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199" name="Oval 2198">
                  <a:extLst>
                    <a:ext uri="{FF2B5EF4-FFF2-40B4-BE49-F238E27FC236}">
                      <a16:creationId xmlns:a16="http://schemas.microsoft.com/office/drawing/2014/main" id="{6C0214B3-BD0D-8680-A2D6-18103583795A}"/>
                    </a:ext>
                  </a:extLst>
                </p:cNvPr>
                <p:cNvSpPr/>
                <p:nvPr/>
              </p:nvSpPr>
              <p:spPr>
                <a:xfrm>
                  <a:off x="2542099" y="251401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0" name="Oval 2199">
                  <a:extLst>
                    <a:ext uri="{FF2B5EF4-FFF2-40B4-BE49-F238E27FC236}">
                      <a16:creationId xmlns:a16="http://schemas.microsoft.com/office/drawing/2014/main" id="{26823710-00B3-E09B-A0CE-9F9272552BBC}"/>
                    </a:ext>
                  </a:extLst>
                </p:cNvPr>
                <p:cNvSpPr/>
                <p:nvPr/>
              </p:nvSpPr>
              <p:spPr>
                <a:xfrm>
                  <a:off x="3466532" y="325493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1" name="Oval 2200">
                  <a:extLst>
                    <a:ext uri="{FF2B5EF4-FFF2-40B4-BE49-F238E27FC236}">
                      <a16:creationId xmlns:a16="http://schemas.microsoft.com/office/drawing/2014/main" id="{DB2F0664-4FDA-D330-B88F-B13224FD7009}"/>
                    </a:ext>
                  </a:extLst>
                </p:cNvPr>
                <p:cNvSpPr/>
                <p:nvPr/>
              </p:nvSpPr>
              <p:spPr>
                <a:xfrm>
                  <a:off x="2538289" y="314291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2" name="Oval 2201">
                  <a:extLst>
                    <a:ext uri="{FF2B5EF4-FFF2-40B4-BE49-F238E27FC236}">
                      <a16:creationId xmlns:a16="http://schemas.microsoft.com/office/drawing/2014/main" id="{0DA69373-6DEC-6416-3CBA-BFB722A751EF}"/>
                    </a:ext>
                  </a:extLst>
                </p:cNvPr>
                <p:cNvSpPr/>
                <p:nvPr/>
              </p:nvSpPr>
              <p:spPr>
                <a:xfrm>
                  <a:off x="3493710" y="3107229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3" name="Oval 2202">
                  <a:extLst>
                    <a:ext uri="{FF2B5EF4-FFF2-40B4-BE49-F238E27FC236}">
                      <a16:creationId xmlns:a16="http://schemas.microsoft.com/office/drawing/2014/main" id="{34DCB1C8-2976-56DF-9DB6-D8EEF9DA3CAD}"/>
                    </a:ext>
                  </a:extLst>
                </p:cNvPr>
                <p:cNvSpPr/>
                <p:nvPr/>
              </p:nvSpPr>
              <p:spPr>
                <a:xfrm>
                  <a:off x="2528764" y="310913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4" name="Oval 2203">
                  <a:extLst>
                    <a:ext uri="{FF2B5EF4-FFF2-40B4-BE49-F238E27FC236}">
                      <a16:creationId xmlns:a16="http://schemas.microsoft.com/office/drawing/2014/main" id="{382D4020-46A7-695E-1882-CBBF2DC19AC7}"/>
                    </a:ext>
                  </a:extLst>
                </p:cNvPr>
                <p:cNvSpPr/>
                <p:nvPr/>
              </p:nvSpPr>
              <p:spPr>
                <a:xfrm>
                  <a:off x="3494472" y="3272456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5" name="Oval 2204">
                  <a:extLst>
                    <a:ext uri="{FF2B5EF4-FFF2-40B4-BE49-F238E27FC236}">
                      <a16:creationId xmlns:a16="http://schemas.microsoft.com/office/drawing/2014/main" id="{1F92B57E-5F80-4A18-111C-4841316627C8}"/>
                    </a:ext>
                  </a:extLst>
                </p:cNvPr>
                <p:cNvSpPr/>
                <p:nvPr/>
              </p:nvSpPr>
              <p:spPr>
                <a:xfrm>
                  <a:off x="2551497" y="311916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6" name="Oval 2205">
                  <a:extLst>
                    <a:ext uri="{FF2B5EF4-FFF2-40B4-BE49-F238E27FC236}">
                      <a16:creationId xmlns:a16="http://schemas.microsoft.com/office/drawing/2014/main" id="{D7E49D3A-FE7C-8FEB-C862-A8BBC92A249A}"/>
                    </a:ext>
                  </a:extLst>
                </p:cNvPr>
                <p:cNvSpPr/>
                <p:nvPr/>
              </p:nvSpPr>
              <p:spPr>
                <a:xfrm>
                  <a:off x="2757491" y="282274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7" name="Oval 2206">
                  <a:extLst>
                    <a:ext uri="{FF2B5EF4-FFF2-40B4-BE49-F238E27FC236}">
                      <a16:creationId xmlns:a16="http://schemas.microsoft.com/office/drawing/2014/main" id="{1660AB30-4ADB-0D72-2220-F503676A74E6}"/>
                    </a:ext>
                  </a:extLst>
                </p:cNvPr>
                <p:cNvSpPr/>
                <p:nvPr/>
              </p:nvSpPr>
              <p:spPr>
                <a:xfrm>
                  <a:off x="3482153" y="3093259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8" name="Oval 2207">
                  <a:extLst>
                    <a:ext uri="{FF2B5EF4-FFF2-40B4-BE49-F238E27FC236}">
                      <a16:creationId xmlns:a16="http://schemas.microsoft.com/office/drawing/2014/main" id="{42F34900-BC04-F907-AE8B-C3A69E6CB437}"/>
                    </a:ext>
                  </a:extLst>
                </p:cNvPr>
                <p:cNvSpPr/>
                <p:nvPr/>
              </p:nvSpPr>
              <p:spPr>
                <a:xfrm>
                  <a:off x="2551751" y="31834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09" name="Oval 2208">
                  <a:extLst>
                    <a:ext uri="{FF2B5EF4-FFF2-40B4-BE49-F238E27FC236}">
                      <a16:creationId xmlns:a16="http://schemas.microsoft.com/office/drawing/2014/main" id="{649272AD-052C-8D98-32FC-55C37DB6651F}"/>
                    </a:ext>
                  </a:extLst>
                </p:cNvPr>
                <p:cNvSpPr/>
                <p:nvPr/>
              </p:nvSpPr>
              <p:spPr>
                <a:xfrm>
                  <a:off x="3030160" y="316437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0" name="Oval 2209">
                  <a:extLst>
                    <a:ext uri="{FF2B5EF4-FFF2-40B4-BE49-F238E27FC236}">
                      <a16:creationId xmlns:a16="http://schemas.microsoft.com/office/drawing/2014/main" id="{2B9A90AB-A4BF-B44A-A381-6E0E724807B9}"/>
                    </a:ext>
                  </a:extLst>
                </p:cNvPr>
                <p:cNvSpPr/>
                <p:nvPr/>
              </p:nvSpPr>
              <p:spPr>
                <a:xfrm>
                  <a:off x="2750887" y="27516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1" name="Oval 2210">
                  <a:extLst>
                    <a:ext uri="{FF2B5EF4-FFF2-40B4-BE49-F238E27FC236}">
                      <a16:creationId xmlns:a16="http://schemas.microsoft.com/office/drawing/2014/main" id="{ECD1BDB8-0B20-38BF-38F6-C72FA5F04ED0}"/>
                    </a:ext>
                  </a:extLst>
                </p:cNvPr>
                <p:cNvSpPr/>
                <p:nvPr/>
              </p:nvSpPr>
              <p:spPr>
                <a:xfrm>
                  <a:off x="2767905" y="296905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2" name="Oval 2211">
                  <a:extLst>
                    <a:ext uri="{FF2B5EF4-FFF2-40B4-BE49-F238E27FC236}">
                      <a16:creationId xmlns:a16="http://schemas.microsoft.com/office/drawing/2014/main" id="{45306A52-3C70-D27F-03F8-BA39FFDDC0FD}"/>
                    </a:ext>
                  </a:extLst>
                </p:cNvPr>
                <p:cNvSpPr/>
                <p:nvPr/>
              </p:nvSpPr>
              <p:spPr>
                <a:xfrm>
                  <a:off x="2788352" y="29294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3" name="Oval 2212">
                  <a:extLst>
                    <a:ext uri="{FF2B5EF4-FFF2-40B4-BE49-F238E27FC236}">
                      <a16:creationId xmlns:a16="http://schemas.microsoft.com/office/drawing/2014/main" id="{C7003FED-897E-8D03-E75C-6F74DEDA2A00}"/>
                    </a:ext>
                  </a:extLst>
                </p:cNvPr>
                <p:cNvSpPr/>
                <p:nvPr/>
              </p:nvSpPr>
              <p:spPr>
                <a:xfrm>
                  <a:off x="2751903" y="299369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4" name="TextBox 2213">
                  <a:extLst>
                    <a:ext uri="{FF2B5EF4-FFF2-40B4-BE49-F238E27FC236}">
                      <a16:creationId xmlns:a16="http://schemas.microsoft.com/office/drawing/2014/main" id="{FF89493F-A3A3-4291-51B2-36C5DDFEFE45}"/>
                    </a:ext>
                  </a:extLst>
                </p:cNvPr>
                <p:cNvSpPr txBox="1"/>
                <p:nvPr/>
              </p:nvSpPr>
              <p:spPr>
                <a:xfrm>
                  <a:off x="2518928" y="2188980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2215" name="Freeform 2214">
                  <a:extLst>
                    <a:ext uri="{FF2B5EF4-FFF2-40B4-BE49-F238E27FC236}">
                      <a16:creationId xmlns:a16="http://schemas.microsoft.com/office/drawing/2014/main" id="{805A7671-AA1B-6D12-22AD-E013F1578873}"/>
                    </a:ext>
                  </a:extLst>
                </p:cNvPr>
                <p:cNvSpPr/>
                <p:nvPr/>
              </p:nvSpPr>
              <p:spPr>
                <a:xfrm>
                  <a:off x="2548830" y="2368724"/>
                  <a:ext cx="214502" cy="12700"/>
                </a:xfrm>
                <a:custGeom>
                  <a:avLst/>
                  <a:gdLst>
                    <a:gd name="csX0" fmla="*/ 0 w 214502"/>
                    <a:gd name="csY0" fmla="*/ 0 h 12700"/>
                    <a:gd name="csX1" fmla="*/ 214503 w 21450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4502" h="12700">
                      <a:moveTo>
                        <a:pt x="0" y="0"/>
                      </a:moveTo>
                      <a:lnTo>
                        <a:pt x="21450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6" name="TextBox 2215">
                  <a:extLst>
                    <a:ext uri="{FF2B5EF4-FFF2-40B4-BE49-F238E27FC236}">
                      <a16:creationId xmlns:a16="http://schemas.microsoft.com/office/drawing/2014/main" id="{834C6C76-A8CE-E3D4-62FB-0BAD98287F92}"/>
                    </a:ext>
                  </a:extLst>
                </p:cNvPr>
                <p:cNvSpPr txBox="1"/>
                <p:nvPr/>
              </p:nvSpPr>
              <p:spPr>
                <a:xfrm>
                  <a:off x="2929540" y="2188980"/>
                  <a:ext cx="4539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***</a:t>
                  </a:r>
                </a:p>
              </p:txBody>
            </p:sp>
            <p:sp>
              <p:nvSpPr>
                <p:cNvPr id="2217" name="Freeform 2216">
                  <a:extLst>
                    <a:ext uri="{FF2B5EF4-FFF2-40B4-BE49-F238E27FC236}">
                      <a16:creationId xmlns:a16="http://schemas.microsoft.com/office/drawing/2014/main" id="{5478D46B-550D-0827-96FE-24D430C4D2CF}"/>
                    </a:ext>
                  </a:extLst>
                </p:cNvPr>
                <p:cNvSpPr/>
                <p:nvPr/>
              </p:nvSpPr>
              <p:spPr>
                <a:xfrm>
                  <a:off x="2810958" y="2368724"/>
                  <a:ext cx="691007" cy="12700"/>
                </a:xfrm>
                <a:custGeom>
                  <a:avLst/>
                  <a:gdLst>
                    <a:gd name="csX0" fmla="*/ 0 w 691007"/>
                    <a:gd name="csY0" fmla="*/ 0 h 12700"/>
                    <a:gd name="csX1" fmla="*/ 691007 w 69100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91007" h="12700">
                      <a:moveTo>
                        <a:pt x="0" y="0"/>
                      </a:moveTo>
                      <a:lnTo>
                        <a:pt x="691007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18" name="TextBox 2217">
                  <a:extLst>
                    <a:ext uri="{FF2B5EF4-FFF2-40B4-BE49-F238E27FC236}">
                      <a16:creationId xmlns:a16="http://schemas.microsoft.com/office/drawing/2014/main" id="{58CC4E9B-ACCE-EF5D-F0E2-00A9381A1790}"/>
                    </a:ext>
                  </a:extLst>
                </p:cNvPr>
                <p:cNvSpPr txBox="1"/>
                <p:nvPr/>
              </p:nvSpPr>
              <p:spPr>
                <a:xfrm>
                  <a:off x="2843359" y="2025912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219" name="Freeform 2218">
                  <a:extLst>
                    <a:ext uri="{FF2B5EF4-FFF2-40B4-BE49-F238E27FC236}">
                      <a16:creationId xmlns:a16="http://schemas.microsoft.com/office/drawing/2014/main" id="{12992D32-BA5A-F4A6-A0FB-11B23BD271A9}"/>
                    </a:ext>
                  </a:extLst>
                </p:cNvPr>
                <p:cNvSpPr/>
                <p:nvPr/>
              </p:nvSpPr>
              <p:spPr>
                <a:xfrm>
                  <a:off x="2548830" y="2205529"/>
                  <a:ext cx="953135" cy="12700"/>
                </a:xfrm>
                <a:custGeom>
                  <a:avLst/>
                  <a:gdLst>
                    <a:gd name="csX0" fmla="*/ 0 w 953135"/>
                    <a:gd name="csY0" fmla="*/ 0 h 12700"/>
                    <a:gd name="csX1" fmla="*/ 953135 w 953135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135" h="12700">
                      <a:moveTo>
                        <a:pt x="0" y="0"/>
                      </a:moveTo>
                      <a:lnTo>
                        <a:pt x="953135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21" name="Freeform 2220">
                  <a:extLst>
                    <a:ext uri="{FF2B5EF4-FFF2-40B4-BE49-F238E27FC236}">
                      <a16:creationId xmlns:a16="http://schemas.microsoft.com/office/drawing/2014/main" id="{C8725BF6-1FAE-1531-C1E4-E9C2DA9F3F63}"/>
                    </a:ext>
                  </a:extLst>
                </p:cNvPr>
                <p:cNvSpPr/>
                <p:nvPr/>
              </p:nvSpPr>
              <p:spPr>
                <a:xfrm>
                  <a:off x="2405954" y="1988105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22" name="TextBox 2221">
                  <a:extLst>
                    <a:ext uri="{FF2B5EF4-FFF2-40B4-BE49-F238E27FC236}">
                      <a16:creationId xmlns:a16="http://schemas.microsoft.com/office/drawing/2014/main" id="{7EF3ED2D-C9E3-6E96-CE6B-75C0AB043A47}"/>
                    </a:ext>
                  </a:extLst>
                </p:cNvPr>
                <p:cNvSpPr txBox="1"/>
                <p:nvPr/>
              </p:nvSpPr>
              <p:spPr>
                <a:xfrm>
                  <a:off x="2086763" y="3240370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0%</a:t>
                  </a:r>
                </a:p>
              </p:txBody>
            </p:sp>
            <p:sp>
              <p:nvSpPr>
                <p:cNvPr id="2223" name="TextBox 2222">
                  <a:extLst>
                    <a:ext uri="{FF2B5EF4-FFF2-40B4-BE49-F238E27FC236}">
                      <a16:creationId xmlns:a16="http://schemas.microsoft.com/office/drawing/2014/main" id="{3FB39558-5AC1-F412-A5EF-B9633979DB58}"/>
                    </a:ext>
                  </a:extLst>
                </p:cNvPr>
                <p:cNvSpPr txBox="1"/>
                <p:nvPr/>
              </p:nvSpPr>
              <p:spPr>
                <a:xfrm>
                  <a:off x="2023626" y="2865339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10%</a:t>
                  </a:r>
                </a:p>
              </p:txBody>
            </p:sp>
            <p:sp>
              <p:nvSpPr>
                <p:cNvPr id="2224" name="TextBox 2223">
                  <a:extLst>
                    <a:ext uri="{FF2B5EF4-FFF2-40B4-BE49-F238E27FC236}">
                      <a16:creationId xmlns:a16="http://schemas.microsoft.com/office/drawing/2014/main" id="{F57FAAD0-7C64-EEAD-FF6C-1F7231098994}"/>
                    </a:ext>
                  </a:extLst>
                </p:cNvPr>
                <p:cNvSpPr txBox="1"/>
                <p:nvPr/>
              </p:nvSpPr>
              <p:spPr>
                <a:xfrm>
                  <a:off x="2023626" y="2490181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20%</a:t>
                  </a:r>
                </a:p>
              </p:txBody>
            </p:sp>
            <p:sp>
              <p:nvSpPr>
                <p:cNvPr id="2226" name="Freeform 2225">
                  <a:extLst>
                    <a:ext uri="{FF2B5EF4-FFF2-40B4-BE49-F238E27FC236}">
                      <a16:creationId xmlns:a16="http://schemas.microsoft.com/office/drawing/2014/main" id="{AF3C3813-AA43-131A-9913-A1D6D997166F}"/>
                    </a:ext>
                  </a:extLst>
                </p:cNvPr>
                <p:cNvSpPr/>
                <p:nvPr/>
              </p:nvSpPr>
              <p:spPr>
                <a:xfrm>
                  <a:off x="2371157" y="3347259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27" name="Freeform 2226">
                  <a:extLst>
                    <a:ext uri="{FF2B5EF4-FFF2-40B4-BE49-F238E27FC236}">
                      <a16:creationId xmlns:a16="http://schemas.microsoft.com/office/drawing/2014/main" id="{574CA2A7-178D-FD8E-66CC-C50E51E8DD94}"/>
                    </a:ext>
                  </a:extLst>
                </p:cNvPr>
                <p:cNvSpPr/>
                <p:nvPr/>
              </p:nvSpPr>
              <p:spPr>
                <a:xfrm>
                  <a:off x="2371157" y="2972228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28" name="Freeform 2227">
                  <a:extLst>
                    <a:ext uri="{FF2B5EF4-FFF2-40B4-BE49-F238E27FC236}">
                      <a16:creationId xmlns:a16="http://schemas.microsoft.com/office/drawing/2014/main" id="{7CAF4C82-5B01-18D1-A608-746EF644D2DF}"/>
                    </a:ext>
                  </a:extLst>
                </p:cNvPr>
                <p:cNvSpPr/>
                <p:nvPr/>
              </p:nvSpPr>
              <p:spPr>
                <a:xfrm>
                  <a:off x="2371157" y="2597070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30" name="Freeform 2229">
                  <a:extLst>
                    <a:ext uri="{FF2B5EF4-FFF2-40B4-BE49-F238E27FC236}">
                      <a16:creationId xmlns:a16="http://schemas.microsoft.com/office/drawing/2014/main" id="{3AD062E8-10EA-6F0F-B715-0FD3EE40C137}"/>
                    </a:ext>
                  </a:extLst>
                </p:cNvPr>
                <p:cNvSpPr/>
                <p:nvPr/>
              </p:nvSpPr>
              <p:spPr>
                <a:xfrm>
                  <a:off x="2405954" y="3347259"/>
                  <a:ext cx="1239012" cy="12700"/>
                </a:xfrm>
                <a:custGeom>
                  <a:avLst/>
                  <a:gdLst>
                    <a:gd name="csX0" fmla="*/ 0 w 1239012"/>
                    <a:gd name="csY0" fmla="*/ 0 h 12700"/>
                    <a:gd name="csX1" fmla="*/ 1239012 w 123901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39012" h="12700">
                      <a:moveTo>
                        <a:pt x="0" y="0"/>
                      </a:moveTo>
                      <a:lnTo>
                        <a:pt x="123901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242" name="TextBox 2241">
                  <a:extLst>
                    <a:ext uri="{FF2B5EF4-FFF2-40B4-BE49-F238E27FC236}">
                      <a16:creationId xmlns:a16="http://schemas.microsoft.com/office/drawing/2014/main" id="{B5C43521-CD6D-2BA7-D452-D736C860E672}"/>
                    </a:ext>
                  </a:extLst>
                </p:cNvPr>
                <p:cNvSpPr txBox="1"/>
                <p:nvPr/>
              </p:nvSpPr>
              <p:spPr>
                <a:xfrm rot="16200000">
                  <a:off x="1462624" y="2544572"/>
                  <a:ext cx="1088760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Percent </a:t>
                  </a:r>
                  <a:r>
                    <a:rPr lang="en-US" sz="1000" i="1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tacr3a</a:t>
                  </a:r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+</a:t>
                  </a:r>
                </a:p>
              </p:txBody>
            </p:sp>
          </p:grpSp>
          <p:grpSp>
            <p:nvGrpSpPr>
              <p:cNvPr id="2563" name="Group 2562">
                <a:extLst>
                  <a:ext uri="{FF2B5EF4-FFF2-40B4-BE49-F238E27FC236}">
                    <a16:creationId xmlns:a16="http://schemas.microsoft.com/office/drawing/2014/main" id="{571C7A29-65E9-4792-473C-7DF95286F3E4}"/>
                  </a:ext>
                </a:extLst>
              </p:cNvPr>
              <p:cNvGrpSpPr/>
              <p:nvPr/>
            </p:nvGrpSpPr>
            <p:grpSpPr>
              <a:xfrm>
                <a:off x="3806735" y="1575021"/>
                <a:ext cx="1896785" cy="1372226"/>
                <a:chOff x="3806735" y="1575021"/>
                <a:chExt cx="1896785" cy="1372226"/>
              </a:xfrm>
            </p:grpSpPr>
            <p:grpSp>
              <p:nvGrpSpPr>
                <p:cNvPr id="2553" name="Group 2552">
                  <a:extLst>
                    <a:ext uri="{FF2B5EF4-FFF2-40B4-BE49-F238E27FC236}">
                      <a16:creationId xmlns:a16="http://schemas.microsoft.com/office/drawing/2014/main" id="{D0C6E12E-A678-E6A3-B83B-BDFC6F0F08E0}"/>
                    </a:ext>
                  </a:extLst>
                </p:cNvPr>
                <p:cNvGrpSpPr/>
                <p:nvPr/>
              </p:nvGrpSpPr>
              <p:grpSpPr>
                <a:xfrm>
                  <a:off x="3806735" y="1575021"/>
                  <a:ext cx="1761202" cy="1372226"/>
                  <a:chOff x="3830383" y="1839922"/>
                  <a:chExt cx="1761202" cy="1372226"/>
                </a:xfrm>
              </p:grpSpPr>
              <p:sp>
                <p:nvSpPr>
                  <p:cNvPr id="2247" name="Rectangle 2246">
                    <a:extLst>
                      <a:ext uri="{FF2B5EF4-FFF2-40B4-BE49-F238E27FC236}">
                        <a16:creationId xmlns:a16="http://schemas.microsoft.com/office/drawing/2014/main" id="{436D5292-4461-3FD9-21B4-792BF3069009}"/>
                      </a:ext>
                    </a:extLst>
                  </p:cNvPr>
                  <p:cNvSpPr/>
                  <p:nvPr/>
                </p:nvSpPr>
                <p:spPr>
                  <a:xfrm>
                    <a:off x="4346096" y="1839922"/>
                    <a:ext cx="1245489" cy="1359154"/>
                  </a:xfrm>
                  <a:prstGeom prst="rect">
                    <a:avLst/>
                  </a:pr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48" name="Freeform 2247">
                    <a:extLst>
                      <a:ext uri="{FF2B5EF4-FFF2-40B4-BE49-F238E27FC236}">
                        <a16:creationId xmlns:a16="http://schemas.microsoft.com/office/drawing/2014/main" id="{29E794D9-FF06-476A-0D12-6CED2B93801C}"/>
                      </a:ext>
                    </a:extLst>
                  </p:cNvPr>
                  <p:cNvSpPr/>
                  <p:nvPr/>
                </p:nvSpPr>
                <p:spPr>
                  <a:xfrm>
                    <a:off x="4489733" y="2524706"/>
                    <a:ext cx="12700" cy="91948"/>
                  </a:xfrm>
                  <a:custGeom>
                    <a:avLst/>
                    <a:gdLst>
                      <a:gd name="csX0" fmla="*/ 0 w 12700"/>
                      <a:gd name="csY0" fmla="*/ 91948 h 91948"/>
                      <a:gd name="csX1" fmla="*/ 0 w 12700"/>
                      <a:gd name="csY1" fmla="*/ 0 h 919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91948">
                        <a:moveTo>
                          <a:pt x="0" y="91948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49" name="Freeform 2248">
                    <a:extLst>
                      <a:ext uri="{FF2B5EF4-FFF2-40B4-BE49-F238E27FC236}">
                        <a16:creationId xmlns:a16="http://schemas.microsoft.com/office/drawing/2014/main" id="{8FF09A2C-5363-D240-D8DA-C6D59E3F5179}"/>
                      </a:ext>
                    </a:extLst>
                  </p:cNvPr>
                  <p:cNvSpPr/>
                  <p:nvPr/>
                </p:nvSpPr>
                <p:spPr>
                  <a:xfrm>
                    <a:off x="4489733" y="2818076"/>
                    <a:ext cx="12700" cy="299466"/>
                  </a:xfrm>
                  <a:custGeom>
                    <a:avLst/>
                    <a:gdLst>
                      <a:gd name="csX0" fmla="*/ 0 w 12700"/>
                      <a:gd name="csY0" fmla="*/ 0 h 299466"/>
                      <a:gd name="csX1" fmla="*/ 0 w 12700"/>
                      <a:gd name="csY1" fmla="*/ 299466 h 2994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99466">
                        <a:moveTo>
                          <a:pt x="0" y="0"/>
                        </a:moveTo>
                        <a:lnTo>
                          <a:pt x="0" y="299466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0" name="Freeform 2249">
                    <a:extLst>
                      <a:ext uri="{FF2B5EF4-FFF2-40B4-BE49-F238E27FC236}">
                        <a16:creationId xmlns:a16="http://schemas.microsoft.com/office/drawing/2014/main" id="{79C7DA84-C787-60F7-8943-C0B0B78D359F}"/>
                      </a:ext>
                    </a:extLst>
                  </p:cNvPr>
                  <p:cNvSpPr/>
                  <p:nvPr/>
                </p:nvSpPr>
                <p:spPr>
                  <a:xfrm>
                    <a:off x="4417851" y="2616653"/>
                    <a:ext cx="143763" cy="201422"/>
                  </a:xfrm>
                  <a:custGeom>
                    <a:avLst/>
                    <a:gdLst>
                      <a:gd name="csX0" fmla="*/ 0 w 143763"/>
                      <a:gd name="csY0" fmla="*/ 0 h 201422"/>
                      <a:gd name="csX1" fmla="*/ 0 w 143763"/>
                      <a:gd name="csY1" fmla="*/ 201422 h 201422"/>
                      <a:gd name="csX2" fmla="*/ 143764 w 143763"/>
                      <a:gd name="csY2" fmla="*/ 201422 h 201422"/>
                      <a:gd name="csX3" fmla="*/ 143764 w 143763"/>
                      <a:gd name="csY3" fmla="*/ 0 h 201422"/>
                      <a:gd name="csX4" fmla="*/ 0 w 143763"/>
                      <a:gd name="csY4" fmla="*/ 0 h 20142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201422">
                        <a:moveTo>
                          <a:pt x="0" y="0"/>
                        </a:moveTo>
                        <a:lnTo>
                          <a:pt x="0" y="201422"/>
                        </a:lnTo>
                        <a:lnTo>
                          <a:pt x="143764" y="201422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1" name="Freeform 2250">
                    <a:extLst>
                      <a:ext uri="{FF2B5EF4-FFF2-40B4-BE49-F238E27FC236}">
                        <a16:creationId xmlns:a16="http://schemas.microsoft.com/office/drawing/2014/main" id="{C5135596-2469-932A-26B0-61022F84461A}"/>
                      </a:ext>
                    </a:extLst>
                  </p:cNvPr>
                  <p:cNvSpPr/>
                  <p:nvPr/>
                </p:nvSpPr>
                <p:spPr>
                  <a:xfrm>
                    <a:off x="4417851" y="2695140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2" name="Freeform 2251">
                    <a:extLst>
                      <a:ext uri="{FF2B5EF4-FFF2-40B4-BE49-F238E27FC236}">
                        <a16:creationId xmlns:a16="http://schemas.microsoft.com/office/drawing/2014/main" id="{BABF6801-57EC-1FC3-39B3-BA191E1A3DC6}"/>
                      </a:ext>
                    </a:extLst>
                  </p:cNvPr>
                  <p:cNvSpPr/>
                  <p:nvPr/>
                </p:nvSpPr>
                <p:spPr>
                  <a:xfrm>
                    <a:off x="4729255" y="2513403"/>
                    <a:ext cx="12700" cy="25273"/>
                  </a:xfrm>
                  <a:custGeom>
                    <a:avLst/>
                    <a:gdLst>
                      <a:gd name="csX0" fmla="*/ 0 w 12700"/>
                      <a:gd name="csY0" fmla="*/ 25273 h 25273"/>
                      <a:gd name="csX1" fmla="*/ 0 w 12700"/>
                      <a:gd name="csY1" fmla="*/ 0 h 2527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5273">
                        <a:moveTo>
                          <a:pt x="0" y="25273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3" name="Freeform 2252">
                    <a:extLst>
                      <a:ext uri="{FF2B5EF4-FFF2-40B4-BE49-F238E27FC236}">
                        <a16:creationId xmlns:a16="http://schemas.microsoft.com/office/drawing/2014/main" id="{5DBCF49A-EA0A-AA53-E65F-E8C6857E9CFF}"/>
                      </a:ext>
                    </a:extLst>
                  </p:cNvPr>
                  <p:cNvSpPr/>
                  <p:nvPr/>
                </p:nvSpPr>
                <p:spPr>
                  <a:xfrm>
                    <a:off x="4729255" y="2665803"/>
                    <a:ext cx="12700" cy="142875"/>
                  </a:xfrm>
                  <a:custGeom>
                    <a:avLst/>
                    <a:gdLst>
                      <a:gd name="csX0" fmla="*/ 0 w 12700"/>
                      <a:gd name="csY0" fmla="*/ 0 h 142875"/>
                      <a:gd name="csX1" fmla="*/ 0 w 12700"/>
                      <a:gd name="csY1" fmla="*/ 142875 h 1428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42875">
                        <a:moveTo>
                          <a:pt x="0" y="0"/>
                        </a:moveTo>
                        <a:lnTo>
                          <a:pt x="0" y="142875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4" name="Freeform 2253">
                    <a:extLst>
                      <a:ext uri="{FF2B5EF4-FFF2-40B4-BE49-F238E27FC236}">
                        <a16:creationId xmlns:a16="http://schemas.microsoft.com/office/drawing/2014/main" id="{FA2F1733-56F7-49EF-6888-3E6C9C1B461F}"/>
                      </a:ext>
                    </a:extLst>
                  </p:cNvPr>
                  <p:cNvSpPr/>
                  <p:nvPr/>
                </p:nvSpPr>
                <p:spPr>
                  <a:xfrm>
                    <a:off x="4657373" y="2538676"/>
                    <a:ext cx="143763" cy="127127"/>
                  </a:xfrm>
                  <a:custGeom>
                    <a:avLst/>
                    <a:gdLst>
                      <a:gd name="csX0" fmla="*/ 0 w 143763"/>
                      <a:gd name="csY0" fmla="*/ 0 h 127127"/>
                      <a:gd name="csX1" fmla="*/ 0 w 143763"/>
                      <a:gd name="csY1" fmla="*/ 127127 h 127127"/>
                      <a:gd name="csX2" fmla="*/ 143764 w 143763"/>
                      <a:gd name="csY2" fmla="*/ 127127 h 127127"/>
                      <a:gd name="csX3" fmla="*/ 143764 w 143763"/>
                      <a:gd name="csY3" fmla="*/ 0 h 127127"/>
                      <a:gd name="csX4" fmla="*/ 0 w 143763"/>
                      <a:gd name="csY4" fmla="*/ 0 h 12712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127127">
                        <a:moveTo>
                          <a:pt x="0" y="0"/>
                        </a:moveTo>
                        <a:lnTo>
                          <a:pt x="0" y="127127"/>
                        </a:lnTo>
                        <a:lnTo>
                          <a:pt x="143764" y="127127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5" name="Freeform 2254">
                    <a:extLst>
                      <a:ext uri="{FF2B5EF4-FFF2-40B4-BE49-F238E27FC236}">
                        <a16:creationId xmlns:a16="http://schemas.microsoft.com/office/drawing/2014/main" id="{1510D40A-6E15-E032-611A-B02AD3E9043C}"/>
                      </a:ext>
                    </a:extLst>
                  </p:cNvPr>
                  <p:cNvSpPr/>
                  <p:nvPr/>
                </p:nvSpPr>
                <p:spPr>
                  <a:xfrm>
                    <a:off x="4657373" y="2607002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6" name="Freeform 2255">
                    <a:extLst>
                      <a:ext uri="{FF2B5EF4-FFF2-40B4-BE49-F238E27FC236}">
                        <a16:creationId xmlns:a16="http://schemas.microsoft.com/office/drawing/2014/main" id="{E518299A-DECF-5061-6CAC-7FC57E95CAA8}"/>
                      </a:ext>
                    </a:extLst>
                  </p:cNvPr>
                  <p:cNvSpPr/>
                  <p:nvPr/>
                </p:nvSpPr>
                <p:spPr>
                  <a:xfrm>
                    <a:off x="4968777" y="2383609"/>
                    <a:ext cx="12700" cy="89535"/>
                  </a:xfrm>
                  <a:custGeom>
                    <a:avLst/>
                    <a:gdLst>
                      <a:gd name="csX0" fmla="*/ 0 w 12700"/>
                      <a:gd name="csY0" fmla="*/ 89535 h 89535"/>
                      <a:gd name="csX1" fmla="*/ 0 w 12700"/>
                      <a:gd name="csY1" fmla="*/ 0 h 8953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89535">
                        <a:moveTo>
                          <a:pt x="0" y="89535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7" name="Freeform 2256">
                    <a:extLst>
                      <a:ext uri="{FF2B5EF4-FFF2-40B4-BE49-F238E27FC236}">
                        <a16:creationId xmlns:a16="http://schemas.microsoft.com/office/drawing/2014/main" id="{D82F5229-119C-B701-DA04-B50AE2E90515}"/>
                      </a:ext>
                    </a:extLst>
                  </p:cNvPr>
                  <p:cNvSpPr/>
                  <p:nvPr/>
                </p:nvSpPr>
                <p:spPr>
                  <a:xfrm>
                    <a:off x="4968777" y="2652341"/>
                    <a:ext cx="12700" cy="89662"/>
                  </a:xfrm>
                  <a:custGeom>
                    <a:avLst/>
                    <a:gdLst>
                      <a:gd name="csX0" fmla="*/ 0 w 12700"/>
                      <a:gd name="csY0" fmla="*/ 0 h 89662"/>
                      <a:gd name="csX1" fmla="*/ 0 w 12700"/>
                      <a:gd name="csY1" fmla="*/ 89662 h 8966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89662">
                        <a:moveTo>
                          <a:pt x="0" y="0"/>
                        </a:moveTo>
                        <a:lnTo>
                          <a:pt x="0" y="89662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8" name="Freeform 2257">
                    <a:extLst>
                      <a:ext uri="{FF2B5EF4-FFF2-40B4-BE49-F238E27FC236}">
                        <a16:creationId xmlns:a16="http://schemas.microsoft.com/office/drawing/2014/main" id="{3E80E4D3-D774-18A3-279E-CE6B97E924D1}"/>
                      </a:ext>
                    </a:extLst>
                  </p:cNvPr>
                  <p:cNvSpPr/>
                  <p:nvPr/>
                </p:nvSpPr>
                <p:spPr>
                  <a:xfrm>
                    <a:off x="4896895" y="2473144"/>
                    <a:ext cx="143763" cy="179196"/>
                  </a:xfrm>
                  <a:custGeom>
                    <a:avLst/>
                    <a:gdLst>
                      <a:gd name="csX0" fmla="*/ 0 w 143763"/>
                      <a:gd name="csY0" fmla="*/ 0 h 179196"/>
                      <a:gd name="csX1" fmla="*/ 0 w 143763"/>
                      <a:gd name="csY1" fmla="*/ 179197 h 179196"/>
                      <a:gd name="csX2" fmla="*/ 143764 w 143763"/>
                      <a:gd name="csY2" fmla="*/ 179197 h 179196"/>
                      <a:gd name="csX3" fmla="*/ 143764 w 143763"/>
                      <a:gd name="csY3" fmla="*/ 0 h 179196"/>
                      <a:gd name="csX4" fmla="*/ 0 w 143763"/>
                      <a:gd name="csY4" fmla="*/ 0 h 1791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179196">
                        <a:moveTo>
                          <a:pt x="0" y="0"/>
                        </a:moveTo>
                        <a:lnTo>
                          <a:pt x="0" y="179197"/>
                        </a:lnTo>
                        <a:lnTo>
                          <a:pt x="143764" y="179197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59" name="Freeform 2258">
                    <a:extLst>
                      <a:ext uri="{FF2B5EF4-FFF2-40B4-BE49-F238E27FC236}">
                        <a16:creationId xmlns:a16="http://schemas.microsoft.com/office/drawing/2014/main" id="{837403CF-8DD9-FD95-B680-9B17F2049711}"/>
                      </a:ext>
                    </a:extLst>
                  </p:cNvPr>
                  <p:cNvSpPr/>
                  <p:nvPr/>
                </p:nvSpPr>
                <p:spPr>
                  <a:xfrm>
                    <a:off x="4896895" y="2562806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0" name="Freeform 2259">
                    <a:extLst>
                      <a:ext uri="{FF2B5EF4-FFF2-40B4-BE49-F238E27FC236}">
                        <a16:creationId xmlns:a16="http://schemas.microsoft.com/office/drawing/2014/main" id="{9BD6C2FC-5F29-9571-0946-9BD4C41AA26A}"/>
                      </a:ext>
                    </a:extLst>
                  </p:cNvPr>
                  <p:cNvSpPr/>
                  <p:nvPr/>
                </p:nvSpPr>
                <p:spPr>
                  <a:xfrm>
                    <a:off x="5447821" y="2498290"/>
                    <a:ext cx="12700" cy="77215"/>
                  </a:xfrm>
                  <a:custGeom>
                    <a:avLst/>
                    <a:gdLst>
                      <a:gd name="csX0" fmla="*/ 0 w 12700"/>
                      <a:gd name="csY0" fmla="*/ 77216 h 77215"/>
                      <a:gd name="csX1" fmla="*/ 0 w 12700"/>
                      <a:gd name="csY1" fmla="*/ 0 h 772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7215">
                        <a:moveTo>
                          <a:pt x="0" y="77216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1" name="Freeform 2260">
                    <a:extLst>
                      <a:ext uri="{FF2B5EF4-FFF2-40B4-BE49-F238E27FC236}">
                        <a16:creationId xmlns:a16="http://schemas.microsoft.com/office/drawing/2014/main" id="{67264472-50BE-C412-4322-5FCE7AA61A25}"/>
                      </a:ext>
                    </a:extLst>
                  </p:cNvPr>
                  <p:cNvSpPr/>
                  <p:nvPr/>
                </p:nvSpPr>
                <p:spPr>
                  <a:xfrm>
                    <a:off x="5447821" y="2879544"/>
                    <a:ext cx="12700" cy="111251"/>
                  </a:xfrm>
                  <a:custGeom>
                    <a:avLst/>
                    <a:gdLst>
                      <a:gd name="csX0" fmla="*/ 0 w 12700"/>
                      <a:gd name="csY0" fmla="*/ 0 h 111251"/>
                      <a:gd name="csX1" fmla="*/ 0 w 12700"/>
                      <a:gd name="csY1" fmla="*/ 111252 h 11125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11251">
                        <a:moveTo>
                          <a:pt x="0" y="0"/>
                        </a:moveTo>
                        <a:lnTo>
                          <a:pt x="0" y="111252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2" name="Freeform 2261">
                    <a:extLst>
                      <a:ext uri="{FF2B5EF4-FFF2-40B4-BE49-F238E27FC236}">
                        <a16:creationId xmlns:a16="http://schemas.microsoft.com/office/drawing/2014/main" id="{44C6CC9B-3EBC-67DC-60F7-6EA3A0F18D35}"/>
                      </a:ext>
                    </a:extLst>
                  </p:cNvPr>
                  <p:cNvSpPr/>
                  <p:nvPr/>
                </p:nvSpPr>
                <p:spPr>
                  <a:xfrm>
                    <a:off x="5375939" y="2575506"/>
                    <a:ext cx="143636" cy="304037"/>
                  </a:xfrm>
                  <a:custGeom>
                    <a:avLst/>
                    <a:gdLst>
                      <a:gd name="csX0" fmla="*/ 0 w 143636"/>
                      <a:gd name="csY0" fmla="*/ 0 h 304037"/>
                      <a:gd name="csX1" fmla="*/ 0 w 143636"/>
                      <a:gd name="csY1" fmla="*/ 304038 h 304037"/>
                      <a:gd name="csX2" fmla="*/ 143637 w 143636"/>
                      <a:gd name="csY2" fmla="*/ 304038 h 304037"/>
                      <a:gd name="csX3" fmla="*/ 143637 w 143636"/>
                      <a:gd name="csY3" fmla="*/ 0 h 304037"/>
                      <a:gd name="csX4" fmla="*/ 0 w 143636"/>
                      <a:gd name="csY4" fmla="*/ 0 h 3040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636" h="304037">
                        <a:moveTo>
                          <a:pt x="0" y="0"/>
                        </a:moveTo>
                        <a:lnTo>
                          <a:pt x="0" y="304038"/>
                        </a:lnTo>
                        <a:lnTo>
                          <a:pt x="143637" y="304038"/>
                        </a:lnTo>
                        <a:lnTo>
                          <a:pt x="143637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3" name="Freeform 2262">
                    <a:extLst>
                      <a:ext uri="{FF2B5EF4-FFF2-40B4-BE49-F238E27FC236}">
                        <a16:creationId xmlns:a16="http://schemas.microsoft.com/office/drawing/2014/main" id="{F22539AF-081B-8109-794F-DB6B5D1B178B}"/>
                      </a:ext>
                    </a:extLst>
                  </p:cNvPr>
                  <p:cNvSpPr/>
                  <p:nvPr/>
                </p:nvSpPr>
                <p:spPr>
                  <a:xfrm>
                    <a:off x="5375939" y="2702760"/>
                    <a:ext cx="143637" cy="12700"/>
                  </a:xfrm>
                  <a:custGeom>
                    <a:avLst/>
                    <a:gdLst>
                      <a:gd name="csX0" fmla="*/ 0 w 143637"/>
                      <a:gd name="csY0" fmla="*/ 0 h 12700"/>
                      <a:gd name="csX1" fmla="*/ 143637 w 14363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637" h="12700">
                        <a:moveTo>
                          <a:pt x="0" y="0"/>
                        </a:moveTo>
                        <a:lnTo>
                          <a:pt x="143637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4" name="Oval 2263">
                    <a:extLst>
                      <a:ext uri="{FF2B5EF4-FFF2-40B4-BE49-F238E27FC236}">
                        <a16:creationId xmlns:a16="http://schemas.microsoft.com/office/drawing/2014/main" id="{F90F4A0E-4F5C-3048-4965-0DA156861FB8}"/>
                      </a:ext>
                    </a:extLst>
                  </p:cNvPr>
                  <p:cNvSpPr/>
                  <p:nvPr/>
                </p:nvSpPr>
                <p:spPr>
                  <a:xfrm>
                    <a:off x="4970555" y="272460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5" name="Oval 2264">
                    <a:extLst>
                      <a:ext uri="{FF2B5EF4-FFF2-40B4-BE49-F238E27FC236}">
                        <a16:creationId xmlns:a16="http://schemas.microsoft.com/office/drawing/2014/main" id="{60438B52-A26D-0154-516D-65B559FAEF37}"/>
                      </a:ext>
                    </a:extLst>
                  </p:cNvPr>
                  <p:cNvSpPr/>
                  <p:nvPr/>
                </p:nvSpPr>
                <p:spPr>
                  <a:xfrm>
                    <a:off x="4732176" y="2689679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6" name="Oval 2265">
                    <a:extLst>
                      <a:ext uri="{FF2B5EF4-FFF2-40B4-BE49-F238E27FC236}">
                        <a16:creationId xmlns:a16="http://schemas.microsoft.com/office/drawing/2014/main" id="{8792BE86-21EA-CC41-E471-36E9B0A1E96B}"/>
                      </a:ext>
                    </a:extLst>
                  </p:cNvPr>
                  <p:cNvSpPr/>
                  <p:nvPr/>
                </p:nvSpPr>
                <p:spPr>
                  <a:xfrm>
                    <a:off x="4700934" y="2494607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7" name="Oval 2266">
                    <a:extLst>
                      <a:ext uri="{FF2B5EF4-FFF2-40B4-BE49-F238E27FC236}">
                        <a16:creationId xmlns:a16="http://schemas.microsoft.com/office/drawing/2014/main" id="{A42E0F26-035D-7B0E-0CFE-0AE49AFC3344}"/>
                      </a:ext>
                    </a:extLst>
                  </p:cNvPr>
                  <p:cNvSpPr/>
                  <p:nvPr/>
                </p:nvSpPr>
                <p:spPr>
                  <a:xfrm>
                    <a:off x="5445535" y="2778833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8" name="Oval 2267">
                    <a:extLst>
                      <a:ext uri="{FF2B5EF4-FFF2-40B4-BE49-F238E27FC236}">
                        <a16:creationId xmlns:a16="http://schemas.microsoft.com/office/drawing/2014/main" id="{EB952509-E0A6-6997-B0A7-0DF14920C7BC}"/>
                      </a:ext>
                    </a:extLst>
                  </p:cNvPr>
                  <p:cNvSpPr/>
                  <p:nvPr/>
                </p:nvSpPr>
                <p:spPr>
                  <a:xfrm>
                    <a:off x="4478557" y="2833570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69" name="Oval 2268">
                    <a:extLst>
                      <a:ext uri="{FF2B5EF4-FFF2-40B4-BE49-F238E27FC236}">
                        <a16:creationId xmlns:a16="http://schemas.microsoft.com/office/drawing/2014/main" id="{42A778B3-597A-3CDB-7330-52E8895F4EF5}"/>
                      </a:ext>
                    </a:extLst>
                  </p:cNvPr>
                  <p:cNvSpPr/>
                  <p:nvPr/>
                </p:nvSpPr>
                <p:spPr>
                  <a:xfrm>
                    <a:off x="5430676" y="2889577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0" name="Oval 2269">
                    <a:extLst>
                      <a:ext uri="{FF2B5EF4-FFF2-40B4-BE49-F238E27FC236}">
                        <a16:creationId xmlns:a16="http://schemas.microsoft.com/office/drawing/2014/main" id="{35D1EA5B-0D66-3D2F-B386-572957D94A31}"/>
                      </a:ext>
                    </a:extLst>
                  </p:cNvPr>
                  <p:cNvSpPr/>
                  <p:nvPr/>
                </p:nvSpPr>
                <p:spPr>
                  <a:xfrm>
                    <a:off x="4483002" y="2579189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1" name="Oval 2270">
                    <a:extLst>
                      <a:ext uri="{FF2B5EF4-FFF2-40B4-BE49-F238E27FC236}">
                        <a16:creationId xmlns:a16="http://schemas.microsoft.com/office/drawing/2014/main" id="{46F2B518-4772-4A58-61AF-477DB4110D79}"/>
                      </a:ext>
                    </a:extLst>
                  </p:cNvPr>
                  <p:cNvSpPr/>
                  <p:nvPr/>
                </p:nvSpPr>
                <p:spPr>
                  <a:xfrm>
                    <a:off x="5412261" y="2480383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2" name="Oval 2271">
                    <a:extLst>
                      <a:ext uri="{FF2B5EF4-FFF2-40B4-BE49-F238E27FC236}">
                        <a16:creationId xmlns:a16="http://schemas.microsoft.com/office/drawing/2014/main" id="{F8F67958-3A3C-0900-CF9F-6F1A210A6701}"/>
                      </a:ext>
                    </a:extLst>
                  </p:cNvPr>
                  <p:cNvSpPr/>
                  <p:nvPr/>
                </p:nvSpPr>
                <p:spPr>
                  <a:xfrm>
                    <a:off x="4479192" y="2654119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3" name="Oval 2272">
                    <a:extLst>
                      <a:ext uri="{FF2B5EF4-FFF2-40B4-BE49-F238E27FC236}">
                        <a16:creationId xmlns:a16="http://schemas.microsoft.com/office/drawing/2014/main" id="{85AC8226-9D5F-A5C7-684D-19E828343DFA}"/>
                      </a:ext>
                    </a:extLst>
                  </p:cNvPr>
                  <p:cNvSpPr/>
                  <p:nvPr/>
                </p:nvSpPr>
                <p:spPr>
                  <a:xfrm>
                    <a:off x="5439566" y="2545661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4" name="Oval 2273">
                    <a:extLst>
                      <a:ext uri="{FF2B5EF4-FFF2-40B4-BE49-F238E27FC236}">
                        <a16:creationId xmlns:a16="http://schemas.microsoft.com/office/drawing/2014/main" id="{9C718DA3-81E0-6CCE-0ABB-65EB2898DD1A}"/>
                      </a:ext>
                    </a:extLst>
                  </p:cNvPr>
                  <p:cNvSpPr/>
                  <p:nvPr/>
                </p:nvSpPr>
                <p:spPr>
                  <a:xfrm>
                    <a:off x="4469667" y="2698696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5" name="Oval 2274">
                    <a:extLst>
                      <a:ext uri="{FF2B5EF4-FFF2-40B4-BE49-F238E27FC236}">
                        <a16:creationId xmlns:a16="http://schemas.microsoft.com/office/drawing/2014/main" id="{D9D4784D-A427-5381-5AB4-D6C339DD0147}"/>
                      </a:ext>
                    </a:extLst>
                  </p:cNvPr>
                  <p:cNvSpPr/>
                  <p:nvPr/>
                </p:nvSpPr>
                <p:spPr>
                  <a:xfrm>
                    <a:off x="5440201" y="2973016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6" name="Oval 2275">
                    <a:extLst>
                      <a:ext uri="{FF2B5EF4-FFF2-40B4-BE49-F238E27FC236}">
                        <a16:creationId xmlns:a16="http://schemas.microsoft.com/office/drawing/2014/main" id="{53104A61-5D1B-4B5B-211F-53E6016E8683}"/>
                      </a:ext>
                    </a:extLst>
                  </p:cNvPr>
                  <p:cNvSpPr/>
                  <p:nvPr/>
                </p:nvSpPr>
                <p:spPr>
                  <a:xfrm>
                    <a:off x="4492527" y="2506418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7" name="Oval 2276">
                    <a:extLst>
                      <a:ext uri="{FF2B5EF4-FFF2-40B4-BE49-F238E27FC236}">
                        <a16:creationId xmlns:a16="http://schemas.microsoft.com/office/drawing/2014/main" id="{7528EB11-A489-F243-C3A5-94C2CBC866B2}"/>
                      </a:ext>
                    </a:extLst>
                  </p:cNvPr>
                  <p:cNvSpPr/>
                  <p:nvPr/>
                </p:nvSpPr>
                <p:spPr>
                  <a:xfrm>
                    <a:off x="4699537" y="258998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8" name="Oval 2277">
                    <a:extLst>
                      <a:ext uri="{FF2B5EF4-FFF2-40B4-BE49-F238E27FC236}">
                        <a16:creationId xmlns:a16="http://schemas.microsoft.com/office/drawing/2014/main" id="{F3A5C846-00E5-BA5A-0DD1-FD31C0A0AD6F}"/>
                      </a:ext>
                    </a:extLst>
                  </p:cNvPr>
                  <p:cNvSpPr/>
                  <p:nvPr/>
                </p:nvSpPr>
                <p:spPr>
                  <a:xfrm>
                    <a:off x="5427882" y="2590746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79" name="Oval 2278">
                    <a:extLst>
                      <a:ext uri="{FF2B5EF4-FFF2-40B4-BE49-F238E27FC236}">
                        <a16:creationId xmlns:a16="http://schemas.microsoft.com/office/drawing/2014/main" id="{11BF9D0C-8217-7F05-4D62-7D57CA5F2EDE}"/>
                      </a:ext>
                    </a:extLst>
                  </p:cNvPr>
                  <p:cNvSpPr/>
                  <p:nvPr/>
                </p:nvSpPr>
                <p:spPr>
                  <a:xfrm>
                    <a:off x="4492781" y="310052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80" name="Oval 2279">
                    <a:extLst>
                      <a:ext uri="{FF2B5EF4-FFF2-40B4-BE49-F238E27FC236}">
                        <a16:creationId xmlns:a16="http://schemas.microsoft.com/office/drawing/2014/main" id="{40E9E71A-1D84-AA51-CBD1-937B5A33E80D}"/>
                      </a:ext>
                    </a:extLst>
                  </p:cNvPr>
                  <p:cNvSpPr/>
                  <p:nvPr/>
                </p:nvSpPr>
                <p:spPr>
                  <a:xfrm>
                    <a:off x="4973603" y="2366083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81" name="Oval 2280">
                    <a:extLst>
                      <a:ext uri="{FF2B5EF4-FFF2-40B4-BE49-F238E27FC236}">
                        <a16:creationId xmlns:a16="http://schemas.microsoft.com/office/drawing/2014/main" id="{1003E5FF-8A6D-DDFD-593D-5CE6522659C5}"/>
                      </a:ext>
                    </a:extLst>
                  </p:cNvPr>
                  <p:cNvSpPr/>
                  <p:nvPr/>
                </p:nvSpPr>
                <p:spPr>
                  <a:xfrm>
                    <a:off x="4692933" y="2604081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82" name="Oval 2281">
                    <a:extLst>
                      <a:ext uri="{FF2B5EF4-FFF2-40B4-BE49-F238E27FC236}">
                        <a16:creationId xmlns:a16="http://schemas.microsoft.com/office/drawing/2014/main" id="{EE2515A4-20F3-2171-B5F0-3D9D634CB0EA}"/>
                      </a:ext>
                    </a:extLst>
                  </p:cNvPr>
                  <p:cNvSpPr/>
                  <p:nvPr/>
                </p:nvSpPr>
                <p:spPr>
                  <a:xfrm>
                    <a:off x="4709951" y="2514546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83" name="Oval 2282">
                    <a:extLst>
                      <a:ext uri="{FF2B5EF4-FFF2-40B4-BE49-F238E27FC236}">
                        <a16:creationId xmlns:a16="http://schemas.microsoft.com/office/drawing/2014/main" id="{B7B3A732-536C-9258-40D0-BA1CDD65AFE2}"/>
                      </a:ext>
                    </a:extLst>
                  </p:cNvPr>
                  <p:cNvSpPr/>
                  <p:nvPr/>
                </p:nvSpPr>
                <p:spPr>
                  <a:xfrm>
                    <a:off x="4714142" y="2790898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84" name="Oval 2283">
                    <a:extLst>
                      <a:ext uri="{FF2B5EF4-FFF2-40B4-BE49-F238E27FC236}">
                        <a16:creationId xmlns:a16="http://schemas.microsoft.com/office/drawing/2014/main" id="{0B60C539-5A61-0193-463A-63AE30A28A50}"/>
                      </a:ext>
                    </a:extLst>
                  </p:cNvPr>
                  <p:cNvSpPr/>
                  <p:nvPr/>
                </p:nvSpPr>
                <p:spPr>
                  <a:xfrm>
                    <a:off x="4730525" y="2526865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92" name="Freeform 2291">
                    <a:extLst>
                      <a:ext uri="{FF2B5EF4-FFF2-40B4-BE49-F238E27FC236}">
                        <a16:creationId xmlns:a16="http://schemas.microsoft.com/office/drawing/2014/main" id="{72088D20-4D91-DB4E-8218-F67DD5FB36A6}"/>
                      </a:ext>
                    </a:extLst>
                  </p:cNvPr>
                  <p:cNvSpPr/>
                  <p:nvPr/>
                </p:nvSpPr>
                <p:spPr>
                  <a:xfrm>
                    <a:off x="4346095" y="1839922"/>
                    <a:ext cx="12700" cy="1359153"/>
                  </a:xfrm>
                  <a:custGeom>
                    <a:avLst/>
                    <a:gdLst>
                      <a:gd name="csX0" fmla="*/ 0 w 12700"/>
                      <a:gd name="csY0" fmla="*/ 1359154 h 1359153"/>
                      <a:gd name="csX1" fmla="*/ 0 w 12700"/>
                      <a:gd name="csY1" fmla="*/ 0 h 135915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359153">
                        <a:moveTo>
                          <a:pt x="0" y="135915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93" name="TextBox 2292">
                    <a:extLst>
                      <a:ext uri="{FF2B5EF4-FFF2-40B4-BE49-F238E27FC236}">
                        <a16:creationId xmlns:a16="http://schemas.microsoft.com/office/drawing/2014/main" id="{58BE46EA-74B4-3906-B24D-4CC7C24FB880}"/>
                      </a:ext>
                    </a:extLst>
                  </p:cNvPr>
                  <p:cNvSpPr txBox="1"/>
                  <p:nvPr/>
                </p:nvSpPr>
                <p:spPr>
                  <a:xfrm>
                    <a:off x="3970056" y="2981316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0.25</a:t>
                    </a:r>
                  </a:p>
                </p:txBody>
              </p:sp>
              <p:sp>
                <p:nvSpPr>
                  <p:cNvPr id="2294" name="TextBox 2293">
                    <a:extLst>
                      <a:ext uri="{FF2B5EF4-FFF2-40B4-BE49-F238E27FC236}">
                        <a16:creationId xmlns:a16="http://schemas.microsoft.com/office/drawing/2014/main" id="{8D539258-BDB4-002F-1BFB-2333C455038F}"/>
                      </a:ext>
                    </a:extLst>
                  </p:cNvPr>
                  <p:cNvSpPr txBox="1"/>
                  <p:nvPr/>
                </p:nvSpPr>
                <p:spPr>
                  <a:xfrm>
                    <a:off x="3970056" y="2676262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0.50</a:t>
                    </a:r>
                  </a:p>
                </p:txBody>
              </p:sp>
              <p:sp>
                <p:nvSpPr>
                  <p:cNvPr id="2295" name="TextBox 2294">
                    <a:extLst>
                      <a:ext uri="{FF2B5EF4-FFF2-40B4-BE49-F238E27FC236}">
                        <a16:creationId xmlns:a16="http://schemas.microsoft.com/office/drawing/2014/main" id="{EDF8CFEC-71B9-EAF0-10E5-5A92A7A628BD}"/>
                      </a:ext>
                    </a:extLst>
                  </p:cNvPr>
                  <p:cNvSpPr txBox="1"/>
                  <p:nvPr/>
                </p:nvSpPr>
                <p:spPr>
                  <a:xfrm>
                    <a:off x="3970056" y="2371208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0.75</a:t>
                    </a:r>
                  </a:p>
                </p:txBody>
              </p:sp>
              <p:sp>
                <p:nvSpPr>
                  <p:cNvPr id="2296" name="TextBox 2295">
                    <a:extLst>
                      <a:ext uri="{FF2B5EF4-FFF2-40B4-BE49-F238E27FC236}">
                        <a16:creationId xmlns:a16="http://schemas.microsoft.com/office/drawing/2014/main" id="{B25758EF-E81C-D018-944E-E1391E852794}"/>
                      </a:ext>
                    </a:extLst>
                  </p:cNvPr>
                  <p:cNvSpPr txBox="1"/>
                  <p:nvPr/>
                </p:nvSpPr>
                <p:spPr>
                  <a:xfrm>
                    <a:off x="3970056" y="2066154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1.00</a:t>
                    </a:r>
                  </a:p>
                </p:txBody>
              </p:sp>
              <p:sp>
                <p:nvSpPr>
                  <p:cNvPr id="2298" name="Freeform 2297">
                    <a:extLst>
                      <a:ext uri="{FF2B5EF4-FFF2-40B4-BE49-F238E27FC236}">
                        <a16:creationId xmlns:a16="http://schemas.microsoft.com/office/drawing/2014/main" id="{E84B993D-6EA2-303F-62BC-7859702BB797}"/>
                      </a:ext>
                    </a:extLst>
                  </p:cNvPr>
                  <p:cNvSpPr/>
                  <p:nvPr/>
                </p:nvSpPr>
                <p:spPr>
                  <a:xfrm>
                    <a:off x="4311298" y="308820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299" name="Freeform 2298">
                    <a:extLst>
                      <a:ext uri="{FF2B5EF4-FFF2-40B4-BE49-F238E27FC236}">
                        <a16:creationId xmlns:a16="http://schemas.microsoft.com/office/drawing/2014/main" id="{B33D82E5-75AA-4274-814D-91239FF580F0}"/>
                      </a:ext>
                    </a:extLst>
                  </p:cNvPr>
                  <p:cNvSpPr/>
                  <p:nvPr/>
                </p:nvSpPr>
                <p:spPr>
                  <a:xfrm>
                    <a:off x="4311298" y="2783151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00" name="Freeform 2299">
                    <a:extLst>
                      <a:ext uri="{FF2B5EF4-FFF2-40B4-BE49-F238E27FC236}">
                        <a16:creationId xmlns:a16="http://schemas.microsoft.com/office/drawing/2014/main" id="{9D554639-003C-EFF9-5C6D-4B58CAEBF047}"/>
                      </a:ext>
                    </a:extLst>
                  </p:cNvPr>
                  <p:cNvSpPr/>
                  <p:nvPr/>
                </p:nvSpPr>
                <p:spPr>
                  <a:xfrm>
                    <a:off x="4311298" y="2478096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01" name="Freeform 2300">
                    <a:extLst>
                      <a:ext uri="{FF2B5EF4-FFF2-40B4-BE49-F238E27FC236}">
                        <a16:creationId xmlns:a16="http://schemas.microsoft.com/office/drawing/2014/main" id="{2FED63F2-E348-D07E-5872-415C176100E7}"/>
                      </a:ext>
                    </a:extLst>
                  </p:cNvPr>
                  <p:cNvSpPr/>
                  <p:nvPr/>
                </p:nvSpPr>
                <p:spPr>
                  <a:xfrm>
                    <a:off x="4311298" y="2173042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03" name="Freeform 2302">
                    <a:extLst>
                      <a:ext uri="{FF2B5EF4-FFF2-40B4-BE49-F238E27FC236}">
                        <a16:creationId xmlns:a16="http://schemas.microsoft.com/office/drawing/2014/main" id="{FC81D3EA-4528-F22A-22DD-FC98F54212AF}"/>
                      </a:ext>
                    </a:extLst>
                  </p:cNvPr>
                  <p:cNvSpPr/>
                  <p:nvPr/>
                </p:nvSpPr>
                <p:spPr>
                  <a:xfrm>
                    <a:off x="4346095" y="3199076"/>
                    <a:ext cx="1245362" cy="12700"/>
                  </a:xfrm>
                  <a:custGeom>
                    <a:avLst/>
                    <a:gdLst>
                      <a:gd name="csX0" fmla="*/ 0 w 1245362"/>
                      <a:gd name="csY0" fmla="*/ 0 h 12700"/>
                      <a:gd name="csX1" fmla="*/ 1245362 w 124536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45362" h="12700">
                        <a:moveTo>
                          <a:pt x="0" y="0"/>
                        </a:moveTo>
                        <a:lnTo>
                          <a:pt x="124536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15" name="TextBox 2314">
                    <a:extLst>
                      <a:ext uri="{FF2B5EF4-FFF2-40B4-BE49-F238E27FC236}">
                        <a16:creationId xmlns:a16="http://schemas.microsoft.com/office/drawing/2014/main" id="{F1257E69-CB17-77CD-263D-F97D8A39B735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3512507" y="2396389"/>
                    <a:ext cx="881973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CytoTRACE</a:t>
                    </a:r>
                  </a:p>
                </p:txBody>
              </p:sp>
            </p:grpSp>
            <p:sp>
              <p:nvSpPr>
                <p:cNvPr id="2562" name="TextBox 2561">
                  <a:extLst>
                    <a:ext uri="{FF2B5EF4-FFF2-40B4-BE49-F238E27FC236}">
                      <a16:creationId xmlns:a16="http://schemas.microsoft.com/office/drawing/2014/main" id="{C27D9201-6049-B88F-AD3D-78B5EE03301B}"/>
                    </a:ext>
                  </a:extLst>
                </p:cNvPr>
                <p:cNvSpPr txBox="1"/>
                <p:nvPr/>
              </p:nvSpPr>
              <p:spPr>
                <a:xfrm>
                  <a:off x="4336575" y="1685553"/>
                  <a:ext cx="1366945" cy="188911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ctr"/>
                  <a:r>
                    <a:rPr lang="en-US" sz="66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Main effect p &gt; 0.05</a:t>
                  </a:r>
                </a:p>
              </p:txBody>
            </p:sp>
          </p:grpSp>
        </p:grpSp>
        <p:sp>
          <p:nvSpPr>
            <p:cNvPr id="2568" name="TextBox 2567">
              <a:extLst>
                <a:ext uri="{FF2B5EF4-FFF2-40B4-BE49-F238E27FC236}">
                  <a16:creationId xmlns:a16="http://schemas.microsoft.com/office/drawing/2014/main" id="{C64EABC1-2EFE-70BA-59B8-FDA68C3167C4}"/>
                </a:ext>
              </a:extLst>
            </p:cNvPr>
            <p:cNvSpPr txBox="1"/>
            <p:nvPr/>
          </p:nvSpPr>
          <p:spPr>
            <a:xfrm>
              <a:off x="616451" y="1467492"/>
              <a:ext cx="5013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tacr3a</a:t>
              </a:r>
            </a:p>
          </p:txBody>
        </p:sp>
      </p:grpSp>
      <p:grpSp>
        <p:nvGrpSpPr>
          <p:cNvPr id="2570" name="Group 2569">
            <a:extLst>
              <a:ext uri="{FF2B5EF4-FFF2-40B4-BE49-F238E27FC236}">
                <a16:creationId xmlns:a16="http://schemas.microsoft.com/office/drawing/2014/main" id="{2FFF96B9-4408-529E-4E15-C34B143CC473}"/>
              </a:ext>
            </a:extLst>
          </p:cNvPr>
          <p:cNvGrpSpPr/>
          <p:nvPr/>
        </p:nvGrpSpPr>
        <p:grpSpPr>
          <a:xfrm>
            <a:off x="201377" y="3096942"/>
            <a:ext cx="5561214" cy="1584609"/>
            <a:chOff x="69025" y="2878676"/>
            <a:chExt cx="5561214" cy="1584609"/>
          </a:xfrm>
        </p:grpSpPr>
        <p:grpSp>
          <p:nvGrpSpPr>
            <p:cNvPr id="2566" name="Group 2565">
              <a:extLst>
                <a:ext uri="{FF2B5EF4-FFF2-40B4-BE49-F238E27FC236}">
                  <a16:creationId xmlns:a16="http://schemas.microsoft.com/office/drawing/2014/main" id="{15BC4DF9-F9FC-E472-9486-01F7D73A6AF9}"/>
                </a:ext>
              </a:extLst>
            </p:cNvPr>
            <p:cNvGrpSpPr/>
            <p:nvPr/>
          </p:nvGrpSpPr>
          <p:grpSpPr>
            <a:xfrm>
              <a:off x="69025" y="2980188"/>
              <a:ext cx="5558764" cy="1483097"/>
              <a:chOff x="69025" y="2969914"/>
              <a:chExt cx="5558764" cy="1483097"/>
            </a:xfrm>
          </p:grpSpPr>
          <p:grpSp>
            <p:nvGrpSpPr>
              <p:cNvPr id="2556" name="Group 2555">
                <a:extLst>
                  <a:ext uri="{FF2B5EF4-FFF2-40B4-BE49-F238E27FC236}">
                    <a16:creationId xmlns:a16="http://schemas.microsoft.com/office/drawing/2014/main" id="{2EB27FDD-40AE-AF2D-63C9-2175B1AB404F}"/>
                  </a:ext>
                </a:extLst>
              </p:cNvPr>
              <p:cNvGrpSpPr/>
              <p:nvPr/>
            </p:nvGrpSpPr>
            <p:grpSpPr>
              <a:xfrm>
                <a:off x="3810070" y="2982614"/>
                <a:ext cx="1817719" cy="1470397"/>
                <a:chOff x="3785622" y="3443229"/>
                <a:chExt cx="1817719" cy="1470397"/>
              </a:xfrm>
            </p:grpSpPr>
            <p:sp>
              <p:nvSpPr>
                <p:cNvPr id="2475" name="Rectangle 2474">
                  <a:extLst>
                    <a:ext uri="{FF2B5EF4-FFF2-40B4-BE49-F238E27FC236}">
                      <a16:creationId xmlns:a16="http://schemas.microsoft.com/office/drawing/2014/main" id="{86CF0D4E-4427-5E4D-744B-983FFFC05B91}"/>
                    </a:ext>
                  </a:extLst>
                </p:cNvPr>
                <p:cNvSpPr/>
                <p:nvPr/>
              </p:nvSpPr>
              <p:spPr>
                <a:xfrm>
                  <a:off x="4295749" y="3443229"/>
                  <a:ext cx="1307591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76" name="Freeform 2475">
                  <a:extLst>
                    <a:ext uri="{FF2B5EF4-FFF2-40B4-BE49-F238E27FC236}">
                      <a16:creationId xmlns:a16="http://schemas.microsoft.com/office/drawing/2014/main" id="{3BAC1DA3-79DF-236B-149C-A93A5A38164C}"/>
                    </a:ext>
                  </a:extLst>
                </p:cNvPr>
                <p:cNvSpPr/>
                <p:nvPr/>
              </p:nvSpPr>
              <p:spPr>
                <a:xfrm>
                  <a:off x="4446625" y="4177162"/>
                  <a:ext cx="12700" cy="57657"/>
                </a:xfrm>
                <a:custGeom>
                  <a:avLst/>
                  <a:gdLst>
                    <a:gd name="csX0" fmla="*/ 0 w 12700"/>
                    <a:gd name="csY0" fmla="*/ 57658 h 57657"/>
                    <a:gd name="csX1" fmla="*/ 0 w 12700"/>
                    <a:gd name="csY1" fmla="*/ 0 h 576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57657">
                      <a:moveTo>
                        <a:pt x="0" y="57658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77" name="Freeform 2476">
                  <a:extLst>
                    <a:ext uri="{FF2B5EF4-FFF2-40B4-BE49-F238E27FC236}">
                      <a16:creationId xmlns:a16="http://schemas.microsoft.com/office/drawing/2014/main" id="{A18BEF49-3C20-9F8A-3B65-AD7A59FD9522}"/>
                    </a:ext>
                  </a:extLst>
                </p:cNvPr>
                <p:cNvSpPr/>
                <p:nvPr/>
              </p:nvSpPr>
              <p:spPr>
                <a:xfrm>
                  <a:off x="4446625" y="4364614"/>
                  <a:ext cx="12700" cy="33019"/>
                </a:xfrm>
                <a:custGeom>
                  <a:avLst/>
                  <a:gdLst>
                    <a:gd name="csX0" fmla="*/ 0 w 12700"/>
                    <a:gd name="csY0" fmla="*/ 0 h 33019"/>
                    <a:gd name="csX1" fmla="*/ 0 w 12700"/>
                    <a:gd name="csY1" fmla="*/ 33020 h 330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019">
                      <a:moveTo>
                        <a:pt x="0" y="0"/>
                      </a:moveTo>
                      <a:lnTo>
                        <a:pt x="0" y="3302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78" name="Freeform 2477">
                  <a:extLst>
                    <a:ext uri="{FF2B5EF4-FFF2-40B4-BE49-F238E27FC236}">
                      <a16:creationId xmlns:a16="http://schemas.microsoft.com/office/drawing/2014/main" id="{279ABFF0-B6A5-16EE-B006-DB4E68A69B93}"/>
                    </a:ext>
                  </a:extLst>
                </p:cNvPr>
                <p:cNvSpPr/>
                <p:nvPr/>
              </p:nvSpPr>
              <p:spPr>
                <a:xfrm>
                  <a:off x="4371187" y="4234819"/>
                  <a:ext cx="150876" cy="129794"/>
                </a:xfrm>
                <a:custGeom>
                  <a:avLst/>
                  <a:gdLst>
                    <a:gd name="csX0" fmla="*/ 0 w 150876"/>
                    <a:gd name="csY0" fmla="*/ 0 h 129794"/>
                    <a:gd name="csX1" fmla="*/ 0 w 150876"/>
                    <a:gd name="csY1" fmla="*/ 129794 h 129794"/>
                    <a:gd name="csX2" fmla="*/ 150876 w 150876"/>
                    <a:gd name="csY2" fmla="*/ 129794 h 129794"/>
                    <a:gd name="csX3" fmla="*/ 150876 w 150876"/>
                    <a:gd name="csY3" fmla="*/ 0 h 129794"/>
                    <a:gd name="csX4" fmla="*/ 0 w 150876"/>
                    <a:gd name="csY4" fmla="*/ 0 h 1297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29794">
                      <a:moveTo>
                        <a:pt x="0" y="0"/>
                      </a:moveTo>
                      <a:lnTo>
                        <a:pt x="0" y="129794"/>
                      </a:lnTo>
                      <a:lnTo>
                        <a:pt x="150876" y="129794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79" name="Freeform 2478">
                  <a:extLst>
                    <a:ext uri="{FF2B5EF4-FFF2-40B4-BE49-F238E27FC236}">
                      <a16:creationId xmlns:a16="http://schemas.microsoft.com/office/drawing/2014/main" id="{66D15BC5-0455-F925-1B53-C436BBC4B4D0}"/>
                    </a:ext>
                  </a:extLst>
                </p:cNvPr>
                <p:cNvSpPr/>
                <p:nvPr/>
              </p:nvSpPr>
              <p:spPr>
                <a:xfrm>
                  <a:off x="4371187" y="4254886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0" name="Freeform 2479">
                  <a:extLst>
                    <a:ext uri="{FF2B5EF4-FFF2-40B4-BE49-F238E27FC236}">
                      <a16:creationId xmlns:a16="http://schemas.microsoft.com/office/drawing/2014/main" id="{4B5F81C4-DDD8-61A7-CEE1-029DCFE5149A}"/>
                    </a:ext>
                  </a:extLst>
                </p:cNvPr>
                <p:cNvSpPr/>
                <p:nvPr/>
              </p:nvSpPr>
              <p:spPr>
                <a:xfrm>
                  <a:off x="4698085" y="3986916"/>
                  <a:ext cx="12700" cy="169037"/>
                </a:xfrm>
                <a:custGeom>
                  <a:avLst/>
                  <a:gdLst>
                    <a:gd name="csX0" fmla="*/ 0 w 12700"/>
                    <a:gd name="csY0" fmla="*/ 169037 h 169037"/>
                    <a:gd name="csX1" fmla="*/ 0 w 12700"/>
                    <a:gd name="csY1" fmla="*/ 0 h 1690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9037">
                      <a:moveTo>
                        <a:pt x="0" y="169037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1" name="Freeform 2480">
                  <a:extLst>
                    <a:ext uri="{FF2B5EF4-FFF2-40B4-BE49-F238E27FC236}">
                      <a16:creationId xmlns:a16="http://schemas.microsoft.com/office/drawing/2014/main" id="{28497BE8-FC6A-9D9D-4F91-9733B174F5B2}"/>
                    </a:ext>
                  </a:extLst>
                </p:cNvPr>
                <p:cNvSpPr/>
                <p:nvPr/>
              </p:nvSpPr>
              <p:spPr>
                <a:xfrm>
                  <a:off x="4698085" y="4276730"/>
                  <a:ext cx="12700" cy="93980"/>
                </a:xfrm>
                <a:custGeom>
                  <a:avLst/>
                  <a:gdLst>
                    <a:gd name="csX0" fmla="*/ 0 w 12700"/>
                    <a:gd name="csY0" fmla="*/ 0 h 93980"/>
                    <a:gd name="csX1" fmla="*/ 0 w 12700"/>
                    <a:gd name="csY1" fmla="*/ 93980 h 939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93980">
                      <a:moveTo>
                        <a:pt x="0" y="0"/>
                      </a:moveTo>
                      <a:lnTo>
                        <a:pt x="0" y="9398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2" name="Freeform 2481">
                  <a:extLst>
                    <a:ext uri="{FF2B5EF4-FFF2-40B4-BE49-F238E27FC236}">
                      <a16:creationId xmlns:a16="http://schemas.microsoft.com/office/drawing/2014/main" id="{1C6C7D7F-288D-196A-F39E-8D186402F6DE}"/>
                    </a:ext>
                  </a:extLst>
                </p:cNvPr>
                <p:cNvSpPr/>
                <p:nvPr/>
              </p:nvSpPr>
              <p:spPr>
                <a:xfrm>
                  <a:off x="4622646" y="4155952"/>
                  <a:ext cx="150876" cy="120777"/>
                </a:xfrm>
                <a:custGeom>
                  <a:avLst/>
                  <a:gdLst>
                    <a:gd name="csX0" fmla="*/ 0 w 150876"/>
                    <a:gd name="csY0" fmla="*/ 0 h 120777"/>
                    <a:gd name="csX1" fmla="*/ 0 w 150876"/>
                    <a:gd name="csY1" fmla="*/ 120777 h 120777"/>
                    <a:gd name="csX2" fmla="*/ 150876 w 150876"/>
                    <a:gd name="csY2" fmla="*/ 120777 h 120777"/>
                    <a:gd name="csX3" fmla="*/ 150876 w 150876"/>
                    <a:gd name="csY3" fmla="*/ 0 h 120777"/>
                    <a:gd name="csX4" fmla="*/ 0 w 150876"/>
                    <a:gd name="csY4" fmla="*/ 0 h 1207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20777">
                      <a:moveTo>
                        <a:pt x="0" y="0"/>
                      </a:moveTo>
                      <a:lnTo>
                        <a:pt x="0" y="120777"/>
                      </a:lnTo>
                      <a:lnTo>
                        <a:pt x="150876" y="120777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3" name="Freeform 2482">
                  <a:extLst>
                    <a:ext uri="{FF2B5EF4-FFF2-40B4-BE49-F238E27FC236}">
                      <a16:creationId xmlns:a16="http://schemas.microsoft.com/office/drawing/2014/main" id="{3DCE4BA1-E152-7960-01DB-5DF0A5690F61}"/>
                    </a:ext>
                  </a:extLst>
                </p:cNvPr>
                <p:cNvSpPr/>
                <p:nvPr/>
              </p:nvSpPr>
              <p:spPr>
                <a:xfrm>
                  <a:off x="4622647" y="4222247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4" name="Freeform 2483">
                  <a:extLst>
                    <a:ext uri="{FF2B5EF4-FFF2-40B4-BE49-F238E27FC236}">
                      <a16:creationId xmlns:a16="http://schemas.microsoft.com/office/drawing/2014/main" id="{1E345AE4-38C7-6E7D-DE0B-2828BD82DA91}"/>
                    </a:ext>
                  </a:extLst>
                </p:cNvPr>
                <p:cNvSpPr/>
                <p:nvPr/>
              </p:nvSpPr>
              <p:spPr>
                <a:xfrm>
                  <a:off x="4949545" y="4312290"/>
                  <a:ext cx="12700" cy="34925"/>
                </a:xfrm>
                <a:custGeom>
                  <a:avLst/>
                  <a:gdLst>
                    <a:gd name="csX0" fmla="*/ 0 w 12700"/>
                    <a:gd name="csY0" fmla="*/ 34925 h 34925"/>
                    <a:gd name="csX1" fmla="*/ 0 w 12700"/>
                    <a:gd name="csY1" fmla="*/ 0 h 349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925">
                      <a:moveTo>
                        <a:pt x="0" y="34925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5" name="Freeform 2484">
                  <a:extLst>
                    <a:ext uri="{FF2B5EF4-FFF2-40B4-BE49-F238E27FC236}">
                      <a16:creationId xmlns:a16="http://schemas.microsoft.com/office/drawing/2014/main" id="{F55AE123-F8F0-E332-EB6C-B406D30C95C8}"/>
                    </a:ext>
                  </a:extLst>
                </p:cNvPr>
                <p:cNvSpPr/>
                <p:nvPr/>
              </p:nvSpPr>
              <p:spPr>
                <a:xfrm>
                  <a:off x="4949545" y="4417319"/>
                  <a:ext cx="12700" cy="34925"/>
                </a:xfrm>
                <a:custGeom>
                  <a:avLst/>
                  <a:gdLst>
                    <a:gd name="csX0" fmla="*/ 0 w 12700"/>
                    <a:gd name="csY0" fmla="*/ 0 h 34925"/>
                    <a:gd name="csX1" fmla="*/ 0 w 12700"/>
                    <a:gd name="csY1" fmla="*/ 34925 h 349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925">
                      <a:moveTo>
                        <a:pt x="0" y="0"/>
                      </a:moveTo>
                      <a:lnTo>
                        <a:pt x="0" y="34925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6" name="Freeform 2485">
                  <a:extLst>
                    <a:ext uri="{FF2B5EF4-FFF2-40B4-BE49-F238E27FC236}">
                      <a16:creationId xmlns:a16="http://schemas.microsoft.com/office/drawing/2014/main" id="{B47A75DA-3972-7E35-9476-AD832C3BBC4A}"/>
                    </a:ext>
                  </a:extLst>
                </p:cNvPr>
                <p:cNvSpPr/>
                <p:nvPr/>
              </p:nvSpPr>
              <p:spPr>
                <a:xfrm>
                  <a:off x="4874106" y="4347215"/>
                  <a:ext cx="150876" cy="70103"/>
                </a:xfrm>
                <a:custGeom>
                  <a:avLst/>
                  <a:gdLst>
                    <a:gd name="csX0" fmla="*/ 0 w 150876"/>
                    <a:gd name="csY0" fmla="*/ 0 h 70103"/>
                    <a:gd name="csX1" fmla="*/ 0 w 150876"/>
                    <a:gd name="csY1" fmla="*/ 70104 h 70103"/>
                    <a:gd name="csX2" fmla="*/ 150876 w 150876"/>
                    <a:gd name="csY2" fmla="*/ 70104 h 70103"/>
                    <a:gd name="csX3" fmla="*/ 150876 w 150876"/>
                    <a:gd name="csY3" fmla="*/ 0 h 70103"/>
                    <a:gd name="csX4" fmla="*/ 0 w 150876"/>
                    <a:gd name="csY4" fmla="*/ 0 h 701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70103">
                      <a:moveTo>
                        <a:pt x="0" y="0"/>
                      </a:moveTo>
                      <a:lnTo>
                        <a:pt x="0" y="70104"/>
                      </a:lnTo>
                      <a:lnTo>
                        <a:pt x="150876" y="70104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7" name="Freeform 2486">
                  <a:extLst>
                    <a:ext uri="{FF2B5EF4-FFF2-40B4-BE49-F238E27FC236}">
                      <a16:creationId xmlns:a16="http://schemas.microsoft.com/office/drawing/2014/main" id="{81B396D3-0453-7CF4-5AF7-D4523A6DA4F1}"/>
                    </a:ext>
                  </a:extLst>
                </p:cNvPr>
                <p:cNvSpPr/>
                <p:nvPr/>
              </p:nvSpPr>
              <p:spPr>
                <a:xfrm>
                  <a:off x="4874107" y="4382267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8" name="Freeform 2487">
                  <a:extLst>
                    <a:ext uri="{FF2B5EF4-FFF2-40B4-BE49-F238E27FC236}">
                      <a16:creationId xmlns:a16="http://schemas.microsoft.com/office/drawing/2014/main" id="{451A6506-28D1-E2EB-FDBC-293C10E6366C}"/>
                    </a:ext>
                  </a:extLst>
                </p:cNvPr>
                <p:cNvSpPr/>
                <p:nvPr/>
              </p:nvSpPr>
              <p:spPr>
                <a:xfrm>
                  <a:off x="5452465" y="4301114"/>
                  <a:ext cx="12700" cy="45084"/>
                </a:xfrm>
                <a:custGeom>
                  <a:avLst/>
                  <a:gdLst>
                    <a:gd name="csX0" fmla="*/ 0 w 12700"/>
                    <a:gd name="csY0" fmla="*/ 45085 h 45084"/>
                    <a:gd name="csX1" fmla="*/ 0 w 12700"/>
                    <a:gd name="csY1" fmla="*/ 0 h 450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5084">
                      <a:moveTo>
                        <a:pt x="0" y="45085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89" name="Freeform 2488">
                  <a:extLst>
                    <a:ext uri="{FF2B5EF4-FFF2-40B4-BE49-F238E27FC236}">
                      <a16:creationId xmlns:a16="http://schemas.microsoft.com/office/drawing/2014/main" id="{C284040A-5FA9-C09A-D7FD-1A18E462BA2B}"/>
                    </a:ext>
                  </a:extLst>
                </p:cNvPr>
                <p:cNvSpPr/>
                <p:nvPr/>
              </p:nvSpPr>
              <p:spPr>
                <a:xfrm>
                  <a:off x="5452465" y="4457959"/>
                  <a:ext cx="12700" cy="6731"/>
                </a:xfrm>
                <a:custGeom>
                  <a:avLst/>
                  <a:gdLst>
                    <a:gd name="csX0" fmla="*/ 0 w 12700"/>
                    <a:gd name="csY0" fmla="*/ 0 h 6731"/>
                    <a:gd name="csX1" fmla="*/ 0 w 12700"/>
                    <a:gd name="csY1" fmla="*/ 6731 h 67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731">
                      <a:moveTo>
                        <a:pt x="0" y="0"/>
                      </a:moveTo>
                      <a:lnTo>
                        <a:pt x="0" y="6731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0" name="Freeform 2489">
                  <a:extLst>
                    <a:ext uri="{FF2B5EF4-FFF2-40B4-BE49-F238E27FC236}">
                      <a16:creationId xmlns:a16="http://schemas.microsoft.com/office/drawing/2014/main" id="{4A6E076A-3B87-EA28-E724-FFEFDC5B495C}"/>
                    </a:ext>
                  </a:extLst>
                </p:cNvPr>
                <p:cNvSpPr/>
                <p:nvPr/>
              </p:nvSpPr>
              <p:spPr>
                <a:xfrm>
                  <a:off x="5377026" y="4346199"/>
                  <a:ext cx="150876" cy="111759"/>
                </a:xfrm>
                <a:custGeom>
                  <a:avLst/>
                  <a:gdLst>
                    <a:gd name="csX0" fmla="*/ 0 w 150876"/>
                    <a:gd name="csY0" fmla="*/ 0 h 111759"/>
                    <a:gd name="csX1" fmla="*/ 0 w 150876"/>
                    <a:gd name="csY1" fmla="*/ 111760 h 111759"/>
                    <a:gd name="csX2" fmla="*/ 150876 w 150876"/>
                    <a:gd name="csY2" fmla="*/ 111760 h 111759"/>
                    <a:gd name="csX3" fmla="*/ 150876 w 150876"/>
                    <a:gd name="csY3" fmla="*/ 0 h 111759"/>
                    <a:gd name="csX4" fmla="*/ 0 w 150876"/>
                    <a:gd name="csY4" fmla="*/ 0 h 1117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11759">
                      <a:moveTo>
                        <a:pt x="0" y="0"/>
                      </a:moveTo>
                      <a:lnTo>
                        <a:pt x="0" y="111760"/>
                      </a:lnTo>
                      <a:lnTo>
                        <a:pt x="150876" y="111760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1" name="Freeform 2490">
                  <a:extLst>
                    <a:ext uri="{FF2B5EF4-FFF2-40B4-BE49-F238E27FC236}">
                      <a16:creationId xmlns:a16="http://schemas.microsoft.com/office/drawing/2014/main" id="{F12A3412-A27E-D102-7EC7-4F74C761E895}"/>
                    </a:ext>
                  </a:extLst>
                </p:cNvPr>
                <p:cNvSpPr/>
                <p:nvPr/>
              </p:nvSpPr>
              <p:spPr>
                <a:xfrm>
                  <a:off x="5377027" y="4425066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2" name="Oval 2491">
                  <a:extLst>
                    <a:ext uri="{FF2B5EF4-FFF2-40B4-BE49-F238E27FC236}">
                      <a16:creationId xmlns:a16="http://schemas.microsoft.com/office/drawing/2014/main" id="{268BB9F1-9F80-3590-7835-ABA35C3EF202}"/>
                    </a:ext>
                  </a:extLst>
                </p:cNvPr>
                <p:cNvSpPr/>
                <p:nvPr/>
              </p:nvSpPr>
              <p:spPr>
                <a:xfrm>
                  <a:off x="4952466" y="443332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3" name="Oval 2492">
                  <a:extLst>
                    <a:ext uri="{FF2B5EF4-FFF2-40B4-BE49-F238E27FC236}">
                      <a16:creationId xmlns:a16="http://schemas.microsoft.com/office/drawing/2014/main" id="{77265ECD-76BF-53EE-3C7C-36878E897806}"/>
                    </a:ext>
                  </a:extLst>
                </p:cNvPr>
                <p:cNvSpPr/>
                <p:nvPr/>
              </p:nvSpPr>
              <p:spPr>
                <a:xfrm>
                  <a:off x="4702022" y="435191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4" name="Oval 2493">
                  <a:extLst>
                    <a:ext uri="{FF2B5EF4-FFF2-40B4-BE49-F238E27FC236}">
                      <a16:creationId xmlns:a16="http://schemas.microsoft.com/office/drawing/2014/main" id="{8A866639-425D-8EF1-F42D-A3FBBC8A1D34}"/>
                    </a:ext>
                  </a:extLst>
                </p:cNvPr>
                <p:cNvSpPr/>
                <p:nvPr/>
              </p:nvSpPr>
              <p:spPr>
                <a:xfrm>
                  <a:off x="4669383" y="409766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5" name="Oval 2494">
                  <a:extLst>
                    <a:ext uri="{FF2B5EF4-FFF2-40B4-BE49-F238E27FC236}">
                      <a16:creationId xmlns:a16="http://schemas.microsoft.com/office/drawing/2014/main" id="{8B66869A-52DE-972D-F50C-1A30EAF281E7}"/>
                    </a:ext>
                  </a:extLst>
                </p:cNvPr>
                <p:cNvSpPr/>
                <p:nvPr/>
              </p:nvSpPr>
              <p:spPr>
                <a:xfrm>
                  <a:off x="5451068" y="430594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6" name="Oval 2495">
                  <a:extLst>
                    <a:ext uri="{FF2B5EF4-FFF2-40B4-BE49-F238E27FC236}">
                      <a16:creationId xmlns:a16="http://schemas.microsoft.com/office/drawing/2014/main" id="{89886933-4153-B72F-65D3-F5C8ACBB304F}"/>
                    </a:ext>
                  </a:extLst>
                </p:cNvPr>
                <p:cNvSpPr/>
                <p:nvPr/>
              </p:nvSpPr>
              <p:spPr>
                <a:xfrm>
                  <a:off x="4435830" y="422631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7" name="Oval 2496">
                  <a:extLst>
                    <a:ext uri="{FF2B5EF4-FFF2-40B4-BE49-F238E27FC236}">
                      <a16:creationId xmlns:a16="http://schemas.microsoft.com/office/drawing/2014/main" id="{4B77693F-78E9-96CC-C93C-F9CCE8CE059F}"/>
                    </a:ext>
                  </a:extLst>
                </p:cNvPr>
                <p:cNvSpPr/>
                <p:nvPr/>
              </p:nvSpPr>
              <p:spPr>
                <a:xfrm>
                  <a:off x="5435447" y="4702053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8" name="Oval 2497">
                  <a:extLst>
                    <a:ext uri="{FF2B5EF4-FFF2-40B4-BE49-F238E27FC236}">
                      <a16:creationId xmlns:a16="http://schemas.microsoft.com/office/drawing/2014/main" id="{ECFAD5DB-EF9A-1005-36AA-D3E399100FBA}"/>
                    </a:ext>
                  </a:extLst>
                </p:cNvPr>
                <p:cNvSpPr/>
                <p:nvPr/>
              </p:nvSpPr>
              <p:spPr>
                <a:xfrm>
                  <a:off x="4440529" y="421373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99" name="Oval 2498">
                  <a:extLst>
                    <a:ext uri="{FF2B5EF4-FFF2-40B4-BE49-F238E27FC236}">
                      <a16:creationId xmlns:a16="http://schemas.microsoft.com/office/drawing/2014/main" id="{60817876-D9A8-FF06-5908-834171B6DAFF}"/>
                    </a:ext>
                  </a:extLst>
                </p:cNvPr>
                <p:cNvSpPr/>
                <p:nvPr/>
              </p:nvSpPr>
              <p:spPr>
                <a:xfrm>
                  <a:off x="5416016" y="444602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0" name="Oval 2499">
                  <a:extLst>
                    <a:ext uri="{FF2B5EF4-FFF2-40B4-BE49-F238E27FC236}">
                      <a16:creationId xmlns:a16="http://schemas.microsoft.com/office/drawing/2014/main" id="{7CFFC275-FBE9-845C-1A1E-6EDCCFEA4F95}"/>
                    </a:ext>
                  </a:extLst>
                </p:cNvPr>
                <p:cNvSpPr/>
                <p:nvPr/>
              </p:nvSpPr>
              <p:spPr>
                <a:xfrm>
                  <a:off x="4436592" y="4158620"/>
                  <a:ext cx="36068" cy="36067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1" name="Oval 2500">
                  <a:extLst>
                    <a:ext uri="{FF2B5EF4-FFF2-40B4-BE49-F238E27FC236}">
                      <a16:creationId xmlns:a16="http://schemas.microsoft.com/office/drawing/2014/main" id="{6550BC41-2F45-F9B2-BF06-F1F321F3EF22}"/>
                    </a:ext>
                  </a:extLst>
                </p:cNvPr>
                <p:cNvSpPr/>
                <p:nvPr/>
              </p:nvSpPr>
              <p:spPr>
                <a:xfrm>
                  <a:off x="5444718" y="428244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2" name="Oval 2501">
                  <a:extLst>
                    <a:ext uri="{FF2B5EF4-FFF2-40B4-BE49-F238E27FC236}">
                      <a16:creationId xmlns:a16="http://schemas.microsoft.com/office/drawing/2014/main" id="{E2EF2A45-EC2A-5C6D-5381-3F250C6A292D}"/>
                    </a:ext>
                  </a:extLst>
                </p:cNvPr>
                <p:cNvSpPr/>
                <p:nvPr/>
              </p:nvSpPr>
              <p:spPr>
                <a:xfrm>
                  <a:off x="4426559" y="424790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3" name="Oval 2502">
                  <a:extLst>
                    <a:ext uri="{FF2B5EF4-FFF2-40B4-BE49-F238E27FC236}">
                      <a16:creationId xmlns:a16="http://schemas.microsoft.com/office/drawing/2014/main" id="{2428A5E4-3066-8F64-6714-5919CB670EB4}"/>
                    </a:ext>
                  </a:extLst>
                </p:cNvPr>
                <p:cNvSpPr/>
                <p:nvPr/>
              </p:nvSpPr>
              <p:spPr>
                <a:xfrm>
                  <a:off x="5445480" y="439420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4" name="Oval 2503">
                  <a:extLst>
                    <a:ext uri="{FF2B5EF4-FFF2-40B4-BE49-F238E27FC236}">
                      <a16:creationId xmlns:a16="http://schemas.microsoft.com/office/drawing/2014/main" id="{2FAAF2A5-87D3-295D-1B26-3AD81CCAE817}"/>
                    </a:ext>
                  </a:extLst>
                </p:cNvPr>
                <p:cNvSpPr/>
                <p:nvPr/>
              </p:nvSpPr>
              <p:spPr>
                <a:xfrm>
                  <a:off x="4450562" y="455727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5" name="Oval 2504">
                  <a:extLst>
                    <a:ext uri="{FF2B5EF4-FFF2-40B4-BE49-F238E27FC236}">
                      <a16:creationId xmlns:a16="http://schemas.microsoft.com/office/drawing/2014/main" id="{3B55150C-C7C4-7FCB-66F5-C3FAB66320EB}"/>
                    </a:ext>
                  </a:extLst>
                </p:cNvPr>
                <p:cNvSpPr/>
                <p:nvPr/>
              </p:nvSpPr>
              <p:spPr>
                <a:xfrm>
                  <a:off x="4667732" y="421996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6" name="Oval 2505">
                  <a:extLst>
                    <a:ext uri="{FF2B5EF4-FFF2-40B4-BE49-F238E27FC236}">
                      <a16:creationId xmlns:a16="http://schemas.microsoft.com/office/drawing/2014/main" id="{8A6F89D6-C987-A1B2-6DA5-DB9B2B65F44E}"/>
                    </a:ext>
                  </a:extLst>
                </p:cNvPr>
                <p:cNvSpPr/>
                <p:nvPr/>
              </p:nvSpPr>
              <p:spPr>
                <a:xfrm>
                  <a:off x="5432526" y="44204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7" name="Oval 2506">
                  <a:extLst>
                    <a:ext uri="{FF2B5EF4-FFF2-40B4-BE49-F238E27FC236}">
                      <a16:creationId xmlns:a16="http://schemas.microsoft.com/office/drawing/2014/main" id="{6AD3E8BE-3FE2-4406-6350-7EE4C073FD07}"/>
                    </a:ext>
                  </a:extLst>
                </p:cNvPr>
                <p:cNvSpPr/>
                <p:nvPr/>
              </p:nvSpPr>
              <p:spPr>
                <a:xfrm>
                  <a:off x="4450816" y="438023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8" name="Oval 2507">
                  <a:extLst>
                    <a:ext uri="{FF2B5EF4-FFF2-40B4-BE49-F238E27FC236}">
                      <a16:creationId xmlns:a16="http://schemas.microsoft.com/office/drawing/2014/main" id="{40CE348D-1BF5-1573-BADC-20B13D171C88}"/>
                    </a:ext>
                  </a:extLst>
                </p:cNvPr>
                <p:cNvSpPr/>
                <p:nvPr/>
              </p:nvSpPr>
              <p:spPr>
                <a:xfrm>
                  <a:off x="4955641" y="42934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09" name="Oval 2508">
                  <a:extLst>
                    <a:ext uri="{FF2B5EF4-FFF2-40B4-BE49-F238E27FC236}">
                      <a16:creationId xmlns:a16="http://schemas.microsoft.com/office/drawing/2014/main" id="{0AFA50FB-E20F-FF08-755B-CFA14251789D}"/>
                    </a:ext>
                  </a:extLst>
                </p:cNvPr>
                <p:cNvSpPr/>
                <p:nvPr/>
              </p:nvSpPr>
              <p:spPr>
                <a:xfrm>
                  <a:off x="4660874" y="417881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0" name="Oval 2509">
                  <a:extLst>
                    <a:ext uri="{FF2B5EF4-FFF2-40B4-BE49-F238E27FC236}">
                      <a16:creationId xmlns:a16="http://schemas.microsoft.com/office/drawing/2014/main" id="{76871DE1-C4B2-CF9A-2CF1-5BE5599CAD1C}"/>
                    </a:ext>
                  </a:extLst>
                </p:cNvPr>
                <p:cNvSpPr/>
                <p:nvPr/>
              </p:nvSpPr>
              <p:spPr>
                <a:xfrm>
                  <a:off x="4678781" y="429692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1" name="Oval 2510">
                  <a:extLst>
                    <a:ext uri="{FF2B5EF4-FFF2-40B4-BE49-F238E27FC236}">
                      <a16:creationId xmlns:a16="http://schemas.microsoft.com/office/drawing/2014/main" id="{D1D24EBB-070B-CC65-0547-619C4A3A2DE2}"/>
                    </a:ext>
                  </a:extLst>
                </p:cNvPr>
                <p:cNvSpPr/>
                <p:nvPr/>
              </p:nvSpPr>
              <p:spPr>
                <a:xfrm>
                  <a:off x="5186019" y="410261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2" name="Oval 2511">
                  <a:extLst>
                    <a:ext uri="{FF2B5EF4-FFF2-40B4-BE49-F238E27FC236}">
                      <a16:creationId xmlns:a16="http://schemas.microsoft.com/office/drawing/2014/main" id="{5B937374-8410-681B-1FCC-0C378EE2F056}"/>
                    </a:ext>
                  </a:extLst>
                </p:cNvPr>
                <p:cNvSpPr/>
                <p:nvPr/>
              </p:nvSpPr>
              <p:spPr>
                <a:xfrm>
                  <a:off x="4700371" y="420510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3" name="Oval 2512">
                  <a:extLst>
                    <a:ext uri="{FF2B5EF4-FFF2-40B4-BE49-F238E27FC236}">
                      <a16:creationId xmlns:a16="http://schemas.microsoft.com/office/drawing/2014/main" id="{CBAC1A34-B796-0936-81C9-29398643EAA8}"/>
                    </a:ext>
                  </a:extLst>
                </p:cNvPr>
                <p:cNvSpPr/>
                <p:nvPr/>
              </p:nvSpPr>
              <p:spPr>
                <a:xfrm>
                  <a:off x="4661890" y="396799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4" name="TextBox 2513">
                  <a:extLst>
                    <a:ext uri="{FF2B5EF4-FFF2-40B4-BE49-F238E27FC236}">
                      <a16:creationId xmlns:a16="http://schemas.microsoft.com/office/drawing/2014/main" id="{9628B03D-4250-8E52-E036-3CEA313CE388}"/>
                    </a:ext>
                  </a:extLst>
                </p:cNvPr>
                <p:cNvSpPr txBox="1"/>
                <p:nvPr/>
              </p:nvSpPr>
              <p:spPr>
                <a:xfrm>
                  <a:off x="4305545" y="3678340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0.208</a:t>
                  </a:r>
                </a:p>
              </p:txBody>
            </p:sp>
            <p:sp>
              <p:nvSpPr>
                <p:cNvPr id="2515" name="Freeform 2514">
                  <a:extLst>
                    <a:ext uri="{FF2B5EF4-FFF2-40B4-BE49-F238E27FC236}">
                      <a16:creationId xmlns:a16="http://schemas.microsoft.com/office/drawing/2014/main" id="{5C074787-0A92-B288-DAAD-AC4E7C94993D}"/>
                    </a:ext>
                  </a:extLst>
                </p:cNvPr>
                <p:cNvSpPr/>
                <p:nvPr/>
              </p:nvSpPr>
              <p:spPr>
                <a:xfrm>
                  <a:off x="4446625" y="3823848"/>
                  <a:ext cx="226314" cy="12700"/>
                </a:xfrm>
                <a:custGeom>
                  <a:avLst/>
                  <a:gdLst>
                    <a:gd name="csX0" fmla="*/ 0 w 226314"/>
                    <a:gd name="csY0" fmla="*/ 0 h 12700"/>
                    <a:gd name="csX1" fmla="*/ 226314 w 22631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6314" h="12700">
                      <a:moveTo>
                        <a:pt x="0" y="0"/>
                      </a:moveTo>
                      <a:lnTo>
                        <a:pt x="22631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6" name="TextBox 2515">
                  <a:extLst>
                    <a:ext uri="{FF2B5EF4-FFF2-40B4-BE49-F238E27FC236}">
                      <a16:creationId xmlns:a16="http://schemas.microsoft.com/office/drawing/2014/main" id="{21FAB512-3FB1-166B-D937-9B744185FBE9}"/>
                    </a:ext>
                  </a:extLst>
                </p:cNvPr>
                <p:cNvSpPr txBox="1"/>
                <p:nvPr/>
              </p:nvSpPr>
              <p:spPr>
                <a:xfrm>
                  <a:off x="4905746" y="3644104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517" name="Freeform 2516">
                  <a:extLst>
                    <a:ext uri="{FF2B5EF4-FFF2-40B4-BE49-F238E27FC236}">
                      <a16:creationId xmlns:a16="http://schemas.microsoft.com/office/drawing/2014/main" id="{B73A2CC0-417F-26DF-51E1-D5667788B5C6}"/>
                    </a:ext>
                  </a:extLst>
                </p:cNvPr>
                <p:cNvSpPr/>
                <p:nvPr/>
              </p:nvSpPr>
              <p:spPr>
                <a:xfrm>
                  <a:off x="4723231" y="3823848"/>
                  <a:ext cx="729234" cy="12700"/>
                </a:xfrm>
                <a:custGeom>
                  <a:avLst/>
                  <a:gdLst>
                    <a:gd name="csX0" fmla="*/ 0 w 729234"/>
                    <a:gd name="csY0" fmla="*/ 0 h 12700"/>
                    <a:gd name="csX1" fmla="*/ 729234 w 72923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729234" h="12700">
                      <a:moveTo>
                        <a:pt x="0" y="0"/>
                      </a:moveTo>
                      <a:lnTo>
                        <a:pt x="72923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18" name="TextBox 2517">
                  <a:extLst>
                    <a:ext uri="{FF2B5EF4-FFF2-40B4-BE49-F238E27FC236}">
                      <a16:creationId xmlns:a16="http://schemas.microsoft.com/office/drawing/2014/main" id="{F8A16440-2AAB-7CB3-30F5-059B5D04F702}"/>
                    </a:ext>
                  </a:extLst>
                </p:cNvPr>
                <p:cNvSpPr txBox="1"/>
                <p:nvPr/>
              </p:nvSpPr>
              <p:spPr>
                <a:xfrm>
                  <a:off x="4695308" y="3515145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0.106</a:t>
                  </a:r>
                </a:p>
              </p:txBody>
            </p:sp>
            <p:sp>
              <p:nvSpPr>
                <p:cNvPr id="2519" name="Freeform 2518">
                  <a:extLst>
                    <a:ext uri="{FF2B5EF4-FFF2-40B4-BE49-F238E27FC236}">
                      <a16:creationId xmlns:a16="http://schemas.microsoft.com/office/drawing/2014/main" id="{B1C0641C-E7ED-9EAD-57A2-7B040ED16DFB}"/>
                    </a:ext>
                  </a:extLst>
                </p:cNvPr>
                <p:cNvSpPr/>
                <p:nvPr/>
              </p:nvSpPr>
              <p:spPr>
                <a:xfrm>
                  <a:off x="4446625" y="3660653"/>
                  <a:ext cx="1005840" cy="12700"/>
                </a:xfrm>
                <a:custGeom>
                  <a:avLst/>
                  <a:gdLst>
                    <a:gd name="csX0" fmla="*/ 0 w 1005840"/>
                    <a:gd name="csY0" fmla="*/ 0 h 12700"/>
                    <a:gd name="csX1" fmla="*/ 1005840 w 100584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05840" h="12700">
                      <a:moveTo>
                        <a:pt x="0" y="0"/>
                      </a:moveTo>
                      <a:lnTo>
                        <a:pt x="1005840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21" name="Freeform 2520">
                  <a:extLst>
                    <a:ext uri="{FF2B5EF4-FFF2-40B4-BE49-F238E27FC236}">
                      <a16:creationId xmlns:a16="http://schemas.microsoft.com/office/drawing/2014/main" id="{BAB968C6-2CAC-3A8E-9E70-DECB831FAFF0}"/>
                    </a:ext>
                  </a:extLst>
                </p:cNvPr>
                <p:cNvSpPr/>
                <p:nvPr/>
              </p:nvSpPr>
              <p:spPr>
                <a:xfrm>
                  <a:off x="4295749" y="3443229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22" name="TextBox 2521">
                  <a:extLst>
                    <a:ext uri="{FF2B5EF4-FFF2-40B4-BE49-F238E27FC236}">
                      <a16:creationId xmlns:a16="http://schemas.microsoft.com/office/drawing/2014/main" id="{96595FD2-F816-AB6A-82B8-25EEEEC1AC5C}"/>
                    </a:ext>
                  </a:extLst>
                </p:cNvPr>
                <p:cNvSpPr txBox="1"/>
                <p:nvPr/>
              </p:nvSpPr>
              <p:spPr>
                <a:xfrm>
                  <a:off x="3982973" y="4682794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</a:t>
                  </a:r>
                </a:p>
              </p:txBody>
            </p:sp>
            <p:sp>
              <p:nvSpPr>
                <p:cNvPr id="2523" name="TextBox 2522">
                  <a:extLst>
                    <a:ext uri="{FF2B5EF4-FFF2-40B4-BE49-F238E27FC236}">
                      <a16:creationId xmlns:a16="http://schemas.microsoft.com/office/drawing/2014/main" id="{71EE8D6A-3936-1811-6F3E-9BBF863A0552}"/>
                    </a:ext>
                  </a:extLst>
                </p:cNvPr>
                <p:cNvSpPr txBox="1"/>
                <p:nvPr/>
              </p:nvSpPr>
              <p:spPr>
                <a:xfrm>
                  <a:off x="3982973" y="4413935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0.4</a:t>
                  </a:r>
                </a:p>
              </p:txBody>
            </p:sp>
            <p:sp>
              <p:nvSpPr>
                <p:cNvPr id="2524" name="TextBox 2523">
                  <a:extLst>
                    <a:ext uri="{FF2B5EF4-FFF2-40B4-BE49-F238E27FC236}">
                      <a16:creationId xmlns:a16="http://schemas.microsoft.com/office/drawing/2014/main" id="{B47634AA-13BD-08E7-171C-DF9ADEB50498}"/>
                    </a:ext>
                  </a:extLst>
                </p:cNvPr>
                <p:cNvSpPr txBox="1"/>
                <p:nvPr/>
              </p:nvSpPr>
              <p:spPr>
                <a:xfrm>
                  <a:off x="3982973" y="4144949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0.6</a:t>
                  </a:r>
                </a:p>
              </p:txBody>
            </p:sp>
            <p:sp>
              <p:nvSpPr>
                <p:cNvPr id="2525" name="TextBox 2524">
                  <a:extLst>
                    <a:ext uri="{FF2B5EF4-FFF2-40B4-BE49-F238E27FC236}">
                      <a16:creationId xmlns:a16="http://schemas.microsoft.com/office/drawing/2014/main" id="{7E5A3247-2DEE-E106-E154-A43411C2B558}"/>
                    </a:ext>
                  </a:extLst>
                </p:cNvPr>
                <p:cNvSpPr txBox="1"/>
                <p:nvPr/>
              </p:nvSpPr>
              <p:spPr>
                <a:xfrm>
                  <a:off x="3982973" y="3876090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0.8</a:t>
                  </a:r>
                </a:p>
              </p:txBody>
            </p:sp>
            <p:sp>
              <p:nvSpPr>
                <p:cNvPr id="2526" name="TextBox 2525">
                  <a:extLst>
                    <a:ext uri="{FF2B5EF4-FFF2-40B4-BE49-F238E27FC236}">
                      <a16:creationId xmlns:a16="http://schemas.microsoft.com/office/drawing/2014/main" id="{1B77A372-6945-3613-3D1A-CECE7730364B}"/>
                    </a:ext>
                  </a:extLst>
                </p:cNvPr>
                <p:cNvSpPr txBox="1"/>
                <p:nvPr/>
              </p:nvSpPr>
              <p:spPr>
                <a:xfrm>
                  <a:off x="3982973" y="3607231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1.0</a:t>
                  </a:r>
                </a:p>
              </p:txBody>
            </p:sp>
            <p:sp>
              <p:nvSpPr>
                <p:cNvPr id="2528" name="Freeform 2527">
                  <a:extLst>
                    <a:ext uri="{FF2B5EF4-FFF2-40B4-BE49-F238E27FC236}">
                      <a16:creationId xmlns:a16="http://schemas.microsoft.com/office/drawing/2014/main" id="{F5E22878-0B3A-B903-247C-DB07C7529CC6}"/>
                    </a:ext>
                  </a:extLst>
                </p:cNvPr>
                <p:cNvSpPr/>
                <p:nvPr/>
              </p:nvSpPr>
              <p:spPr>
                <a:xfrm>
                  <a:off x="4260950" y="4789683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29" name="Freeform 2528">
                  <a:extLst>
                    <a:ext uri="{FF2B5EF4-FFF2-40B4-BE49-F238E27FC236}">
                      <a16:creationId xmlns:a16="http://schemas.microsoft.com/office/drawing/2014/main" id="{30C543BA-AFA8-5129-E807-0D3701B71B58}"/>
                    </a:ext>
                  </a:extLst>
                </p:cNvPr>
                <p:cNvSpPr/>
                <p:nvPr/>
              </p:nvSpPr>
              <p:spPr>
                <a:xfrm>
                  <a:off x="4260950" y="4520824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30" name="Freeform 2529">
                  <a:extLst>
                    <a:ext uri="{FF2B5EF4-FFF2-40B4-BE49-F238E27FC236}">
                      <a16:creationId xmlns:a16="http://schemas.microsoft.com/office/drawing/2014/main" id="{04254478-7E73-449D-2D7F-265D7108E389}"/>
                    </a:ext>
                  </a:extLst>
                </p:cNvPr>
                <p:cNvSpPr/>
                <p:nvPr/>
              </p:nvSpPr>
              <p:spPr>
                <a:xfrm>
                  <a:off x="4260950" y="4251838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31" name="Freeform 2530">
                  <a:extLst>
                    <a:ext uri="{FF2B5EF4-FFF2-40B4-BE49-F238E27FC236}">
                      <a16:creationId xmlns:a16="http://schemas.microsoft.com/office/drawing/2014/main" id="{A16F751C-28F8-1FB8-B7A5-7C76D8CA7116}"/>
                    </a:ext>
                  </a:extLst>
                </p:cNvPr>
                <p:cNvSpPr/>
                <p:nvPr/>
              </p:nvSpPr>
              <p:spPr>
                <a:xfrm>
                  <a:off x="4260950" y="3982978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32" name="Freeform 2531">
                  <a:extLst>
                    <a:ext uri="{FF2B5EF4-FFF2-40B4-BE49-F238E27FC236}">
                      <a16:creationId xmlns:a16="http://schemas.microsoft.com/office/drawing/2014/main" id="{31572835-97DF-7AD6-7C80-102327DBB428}"/>
                    </a:ext>
                  </a:extLst>
                </p:cNvPr>
                <p:cNvSpPr/>
                <p:nvPr/>
              </p:nvSpPr>
              <p:spPr>
                <a:xfrm>
                  <a:off x="4260950" y="3714119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34" name="Freeform 2533">
                  <a:extLst>
                    <a:ext uri="{FF2B5EF4-FFF2-40B4-BE49-F238E27FC236}">
                      <a16:creationId xmlns:a16="http://schemas.microsoft.com/office/drawing/2014/main" id="{E737CDCB-9906-64AA-D96B-6F7FC65D72D3}"/>
                    </a:ext>
                  </a:extLst>
                </p:cNvPr>
                <p:cNvSpPr/>
                <p:nvPr/>
              </p:nvSpPr>
              <p:spPr>
                <a:xfrm>
                  <a:off x="4295749" y="4802383"/>
                  <a:ext cx="1307592" cy="12700"/>
                </a:xfrm>
                <a:custGeom>
                  <a:avLst/>
                  <a:gdLst>
                    <a:gd name="csX0" fmla="*/ 0 w 1307592"/>
                    <a:gd name="csY0" fmla="*/ 0 h 12700"/>
                    <a:gd name="csX1" fmla="*/ 1307592 w 130759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07592" h="12700">
                      <a:moveTo>
                        <a:pt x="0" y="0"/>
                      </a:moveTo>
                      <a:lnTo>
                        <a:pt x="130759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546" name="TextBox 2545">
                  <a:extLst>
                    <a:ext uri="{FF2B5EF4-FFF2-40B4-BE49-F238E27FC236}">
                      <a16:creationId xmlns:a16="http://schemas.microsoft.com/office/drawing/2014/main" id="{629A1B59-45E0-7915-2FB9-B971572608CD}"/>
                    </a:ext>
                  </a:extLst>
                </p:cNvPr>
                <p:cNvSpPr txBox="1"/>
                <p:nvPr/>
              </p:nvSpPr>
              <p:spPr>
                <a:xfrm rot="16200000">
                  <a:off x="3467746" y="3999696"/>
                  <a:ext cx="881973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 err="1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CytoTRACE</a:t>
                  </a:r>
                  <a:endPara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</p:grpSp>
          <p:grpSp>
            <p:nvGrpSpPr>
              <p:cNvPr id="2555" name="Group 2554">
                <a:extLst>
                  <a:ext uri="{FF2B5EF4-FFF2-40B4-BE49-F238E27FC236}">
                    <a16:creationId xmlns:a16="http://schemas.microsoft.com/office/drawing/2014/main" id="{31F5DAA7-B6AD-744D-FCB7-657E99716133}"/>
                  </a:ext>
                </a:extLst>
              </p:cNvPr>
              <p:cNvGrpSpPr/>
              <p:nvPr/>
            </p:nvGrpSpPr>
            <p:grpSpPr>
              <a:xfrm>
                <a:off x="1988100" y="2969914"/>
                <a:ext cx="1761201" cy="1483097"/>
                <a:chOff x="1913444" y="3562962"/>
                <a:chExt cx="1761201" cy="1483097"/>
              </a:xfrm>
            </p:grpSpPr>
            <p:sp>
              <p:nvSpPr>
                <p:cNvPr id="2400" name="Rectangle 2399">
                  <a:extLst>
                    <a:ext uri="{FF2B5EF4-FFF2-40B4-BE49-F238E27FC236}">
                      <a16:creationId xmlns:a16="http://schemas.microsoft.com/office/drawing/2014/main" id="{080F4AB7-9CC2-2669-B4F7-B59EBC8F9077}"/>
                    </a:ext>
                  </a:extLst>
                </p:cNvPr>
                <p:cNvSpPr/>
                <p:nvPr/>
              </p:nvSpPr>
              <p:spPr>
                <a:xfrm>
                  <a:off x="2435506" y="3562962"/>
                  <a:ext cx="1239139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2401" name="Rectangle 2400">
                  <a:extLst>
                    <a:ext uri="{FF2B5EF4-FFF2-40B4-BE49-F238E27FC236}">
                      <a16:creationId xmlns:a16="http://schemas.microsoft.com/office/drawing/2014/main" id="{B4CCE9F9-8EDF-BCEF-D79A-3DFA99522D9A}"/>
                    </a:ext>
                  </a:extLst>
                </p:cNvPr>
                <p:cNvSpPr/>
                <p:nvPr/>
              </p:nvSpPr>
              <p:spPr>
                <a:xfrm>
                  <a:off x="2506880" y="4562452"/>
                  <a:ext cx="143001" cy="359791"/>
                </a:xfrm>
                <a:prstGeom prst="rect">
                  <a:avLst/>
                </a:prstGeom>
                <a:solidFill>
                  <a:srgbClr val="1965B0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2" name="Rectangle 2401">
                  <a:extLst>
                    <a:ext uri="{FF2B5EF4-FFF2-40B4-BE49-F238E27FC236}">
                      <a16:creationId xmlns:a16="http://schemas.microsoft.com/office/drawing/2014/main" id="{DF0C9588-9B18-E092-5EA6-1917E08B2369}"/>
                    </a:ext>
                  </a:extLst>
                </p:cNvPr>
                <p:cNvSpPr/>
                <p:nvPr/>
              </p:nvSpPr>
              <p:spPr>
                <a:xfrm>
                  <a:off x="2745259" y="4565246"/>
                  <a:ext cx="143002" cy="356997"/>
                </a:xfrm>
                <a:prstGeom prst="rect">
                  <a:avLst/>
                </a:prstGeom>
                <a:solidFill>
                  <a:srgbClr val="4EB265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3" name="Rectangle 2402">
                  <a:extLst>
                    <a:ext uri="{FF2B5EF4-FFF2-40B4-BE49-F238E27FC236}">
                      <a16:creationId xmlns:a16="http://schemas.microsoft.com/office/drawing/2014/main" id="{567C352D-589B-805E-3330-2B2150A8822E}"/>
                    </a:ext>
                  </a:extLst>
                </p:cNvPr>
                <p:cNvSpPr/>
                <p:nvPr/>
              </p:nvSpPr>
              <p:spPr>
                <a:xfrm>
                  <a:off x="2983511" y="4245206"/>
                  <a:ext cx="143002" cy="677037"/>
                </a:xfrm>
                <a:prstGeom prst="rect">
                  <a:avLst/>
                </a:prstGeom>
                <a:solidFill>
                  <a:srgbClr val="F7F056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4" name="Rectangle 2403">
                  <a:extLst>
                    <a:ext uri="{FF2B5EF4-FFF2-40B4-BE49-F238E27FC236}">
                      <a16:creationId xmlns:a16="http://schemas.microsoft.com/office/drawing/2014/main" id="{28E06551-A067-7F4A-B524-504F50AE47FD}"/>
                    </a:ext>
                  </a:extLst>
                </p:cNvPr>
                <p:cNvSpPr/>
                <p:nvPr/>
              </p:nvSpPr>
              <p:spPr>
                <a:xfrm>
                  <a:off x="3221763" y="4460217"/>
                  <a:ext cx="143002" cy="461899"/>
                </a:xfrm>
                <a:prstGeom prst="rect">
                  <a:avLst/>
                </a:prstGeom>
                <a:solidFill>
                  <a:srgbClr val="7BAFDE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5" name="Rectangle 2404">
                  <a:extLst>
                    <a:ext uri="{FF2B5EF4-FFF2-40B4-BE49-F238E27FC236}">
                      <a16:creationId xmlns:a16="http://schemas.microsoft.com/office/drawing/2014/main" id="{D5BB1FEA-97E0-C2D0-7F2D-6900C2906F28}"/>
                    </a:ext>
                  </a:extLst>
                </p:cNvPr>
                <p:cNvSpPr/>
                <p:nvPr/>
              </p:nvSpPr>
              <p:spPr>
                <a:xfrm>
                  <a:off x="3460015" y="4413100"/>
                  <a:ext cx="143001" cy="509016"/>
                </a:xfrm>
                <a:prstGeom prst="rect">
                  <a:avLst/>
                </a:prstGeom>
                <a:solidFill>
                  <a:srgbClr val="DC050C"/>
                </a:solidFill>
                <a:ln w="1358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6" name="Freeform 2405">
                  <a:extLst>
                    <a:ext uri="{FF2B5EF4-FFF2-40B4-BE49-F238E27FC236}">
                      <a16:creationId xmlns:a16="http://schemas.microsoft.com/office/drawing/2014/main" id="{B39EBAB9-EC45-5BF8-5BE2-C07344E7503E}"/>
                    </a:ext>
                  </a:extLst>
                </p:cNvPr>
                <p:cNvSpPr/>
                <p:nvPr/>
              </p:nvSpPr>
              <p:spPr>
                <a:xfrm>
                  <a:off x="2530755" y="4460724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7" name="Freeform 2406">
                  <a:extLst>
                    <a:ext uri="{FF2B5EF4-FFF2-40B4-BE49-F238E27FC236}">
                      <a16:creationId xmlns:a16="http://schemas.microsoft.com/office/drawing/2014/main" id="{7DC8B854-8CD1-ABC7-25F3-43499D592351}"/>
                    </a:ext>
                  </a:extLst>
                </p:cNvPr>
                <p:cNvSpPr/>
                <p:nvPr/>
              </p:nvSpPr>
              <p:spPr>
                <a:xfrm>
                  <a:off x="2578380" y="4460724"/>
                  <a:ext cx="12700" cy="203454"/>
                </a:xfrm>
                <a:custGeom>
                  <a:avLst/>
                  <a:gdLst>
                    <a:gd name="csX0" fmla="*/ 0 w 12700"/>
                    <a:gd name="csY0" fmla="*/ 0 h 203454"/>
                    <a:gd name="csX1" fmla="*/ 0 w 12700"/>
                    <a:gd name="csY1" fmla="*/ 203454 h 2034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03454">
                      <a:moveTo>
                        <a:pt x="0" y="0"/>
                      </a:moveTo>
                      <a:lnTo>
                        <a:pt x="0" y="203454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8" name="Freeform 2407">
                  <a:extLst>
                    <a:ext uri="{FF2B5EF4-FFF2-40B4-BE49-F238E27FC236}">
                      <a16:creationId xmlns:a16="http://schemas.microsoft.com/office/drawing/2014/main" id="{3098B8CB-5675-4D95-E067-A37B20A92C55}"/>
                    </a:ext>
                  </a:extLst>
                </p:cNvPr>
                <p:cNvSpPr/>
                <p:nvPr/>
              </p:nvSpPr>
              <p:spPr>
                <a:xfrm>
                  <a:off x="2530755" y="4664179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09" name="Freeform 2408">
                  <a:extLst>
                    <a:ext uri="{FF2B5EF4-FFF2-40B4-BE49-F238E27FC236}">
                      <a16:creationId xmlns:a16="http://schemas.microsoft.com/office/drawing/2014/main" id="{977AA718-72DA-3B21-EB39-A01F65CCBD97}"/>
                    </a:ext>
                  </a:extLst>
                </p:cNvPr>
                <p:cNvSpPr/>
                <p:nvPr/>
              </p:nvSpPr>
              <p:spPr>
                <a:xfrm>
                  <a:off x="2769008" y="4509112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0" name="Freeform 2409">
                  <a:extLst>
                    <a:ext uri="{FF2B5EF4-FFF2-40B4-BE49-F238E27FC236}">
                      <a16:creationId xmlns:a16="http://schemas.microsoft.com/office/drawing/2014/main" id="{0951280B-E65B-02F0-01BB-1BC7AE92654F}"/>
                    </a:ext>
                  </a:extLst>
                </p:cNvPr>
                <p:cNvSpPr/>
                <p:nvPr/>
              </p:nvSpPr>
              <p:spPr>
                <a:xfrm>
                  <a:off x="2816760" y="4509112"/>
                  <a:ext cx="12700" cy="112140"/>
                </a:xfrm>
                <a:custGeom>
                  <a:avLst/>
                  <a:gdLst>
                    <a:gd name="csX0" fmla="*/ 0 w 12700"/>
                    <a:gd name="csY0" fmla="*/ 0 h 112140"/>
                    <a:gd name="csX1" fmla="*/ 0 w 12700"/>
                    <a:gd name="csY1" fmla="*/ 112141 h 1121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2140">
                      <a:moveTo>
                        <a:pt x="0" y="0"/>
                      </a:moveTo>
                      <a:lnTo>
                        <a:pt x="0" y="112141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1" name="Freeform 2410">
                  <a:extLst>
                    <a:ext uri="{FF2B5EF4-FFF2-40B4-BE49-F238E27FC236}">
                      <a16:creationId xmlns:a16="http://schemas.microsoft.com/office/drawing/2014/main" id="{553081F4-6323-29C3-8269-BCB4980023BE}"/>
                    </a:ext>
                  </a:extLst>
                </p:cNvPr>
                <p:cNvSpPr/>
                <p:nvPr/>
              </p:nvSpPr>
              <p:spPr>
                <a:xfrm>
                  <a:off x="2769008" y="4621252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2" name="Freeform 2411">
                  <a:extLst>
                    <a:ext uri="{FF2B5EF4-FFF2-40B4-BE49-F238E27FC236}">
                      <a16:creationId xmlns:a16="http://schemas.microsoft.com/office/drawing/2014/main" id="{6531FB88-13F6-BFE2-786D-5F4EE078AC00}"/>
                    </a:ext>
                  </a:extLst>
                </p:cNvPr>
                <p:cNvSpPr/>
                <p:nvPr/>
              </p:nvSpPr>
              <p:spPr>
                <a:xfrm>
                  <a:off x="3007386" y="4130271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3" name="Freeform 2412">
                  <a:extLst>
                    <a:ext uri="{FF2B5EF4-FFF2-40B4-BE49-F238E27FC236}">
                      <a16:creationId xmlns:a16="http://schemas.microsoft.com/office/drawing/2014/main" id="{F4B4B23E-0483-5229-F36B-A09449A415FB}"/>
                    </a:ext>
                  </a:extLst>
                </p:cNvPr>
                <p:cNvSpPr/>
                <p:nvPr/>
              </p:nvSpPr>
              <p:spPr>
                <a:xfrm>
                  <a:off x="3055011" y="4130271"/>
                  <a:ext cx="12700" cy="229742"/>
                </a:xfrm>
                <a:custGeom>
                  <a:avLst/>
                  <a:gdLst>
                    <a:gd name="csX0" fmla="*/ 0 w 12700"/>
                    <a:gd name="csY0" fmla="*/ 0 h 229742"/>
                    <a:gd name="csX1" fmla="*/ 0 w 12700"/>
                    <a:gd name="csY1" fmla="*/ 229743 h 2297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29742">
                      <a:moveTo>
                        <a:pt x="0" y="0"/>
                      </a:moveTo>
                      <a:lnTo>
                        <a:pt x="0" y="229743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4" name="Freeform 2413">
                  <a:extLst>
                    <a:ext uri="{FF2B5EF4-FFF2-40B4-BE49-F238E27FC236}">
                      <a16:creationId xmlns:a16="http://schemas.microsoft.com/office/drawing/2014/main" id="{B87E5680-1FD4-1878-4308-339F7D6A0E5B}"/>
                    </a:ext>
                  </a:extLst>
                </p:cNvPr>
                <p:cNvSpPr/>
                <p:nvPr/>
              </p:nvSpPr>
              <p:spPr>
                <a:xfrm>
                  <a:off x="3007386" y="4360013"/>
                  <a:ext cx="95250" cy="12700"/>
                </a:xfrm>
                <a:custGeom>
                  <a:avLst/>
                  <a:gdLst>
                    <a:gd name="csX0" fmla="*/ 0 w 95250"/>
                    <a:gd name="csY0" fmla="*/ 0 h 12700"/>
                    <a:gd name="csX1" fmla="*/ 95250 w 9525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250" h="12700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5" name="Freeform 2414">
                  <a:extLst>
                    <a:ext uri="{FF2B5EF4-FFF2-40B4-BE49-F238E27FC236}">
                      <a16:creationId xmlns:a16="http://schemas.microsoft.com/office/drawing/2014/main" id="{332ADB22-5515-0FBC-EE84-78BF0C043EA6}"/>
                    </a:ext>
                  </a:extLst>
                </p:cNvPr>
                <p:cNvSpPr/>
                <p:nvPr/>
              </p:nvSpPr>
              <p:spPr>
                <a:xfrm>
                  <a:off x="3483891" y="4321913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6" name="Freeform 2415">
                  <a:extLst>
                    <a:ext uri="{FF2B5EF4-FFF2-40B4-BE49-F238E27FC236}">
                      <a16:creationId xmlns:a16="http://schemas.microsoft.com/office/drawing/2014/main" id="{8E240DE8-A99A-354D-69D6-4FA9D87CCA24}"/>
                    </a:ext>
                  </a:extLst>
                </p:cNvPr>
                <p:cNvSpPr/>
                <p:nvPr/>
              </p:nvSpPr>
              <p:spPr>
                <a:xfrm>
                  <a:off x="3531516" y="4321913"/>
                  <a:ext cx="12700" cy="182372"/>
                </a:xfrm>
                <a:custGeom>
                  <a:avLst/>
                  <a:gdLst>
                    <a:gd name="csX0" fmla="*/ 0 w 12700"/>
                    <a:gd name="csY0" fmla="*/ 0 h 182372"/>
                    <a:gd name="csX1" fmla="*/ 0 w 12700"/>
                    <a:gd name="csY1" fmla="*/ 182372 h 1823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82372">
                      <a:moveTo>
                        <a:pt x="0" y="0"/>
                      </a:moveTo>
                      <a:lnTo>
                        <a:pt x="0" y="182372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7" name="Freeform 2416">
                  <a:extLst>
                    <a:ext uri="{FF2B5EF4-FFF2-40B4-BE49-F238E27FC236}">
                      <a16:creationId xmlns:a16="http://schemas.microsoft.com/office/drawing/2014/main" id="{1DAD6884-ECBA-AB12-B227-A9E11C71234F}"/>
                    </a:ext>
                  </a:extLst>
                </p:cNvPr>
                <p:cNvSpPr/>
                <p:nvPr/>
              </p:nvSpPr>
              <p:spPr>
                <a:xfrm>
                  <a:off x="3483891" y="4504285"/>
                  <a:ext cx="95377" cy="12700"/>
                </a:xfrm>
                <a:custGeom>
                  <a:avLst/>
                  <a:gdLst>
                    <a:gd name="csX0" fmla="*/ 0 w 95377"/>
                    <a:gd name="csY0" fmla="*/ 0 h 12700"/>
                    <a:gd name="csX1" fmla="*/ 95377 w 9537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77" h="12700">
                      <a:moveTo>
                        <a:pt x="0" y="0"/>
                      </a:moveTo>
                      <a:lnTo>
                        <a:pt x="95377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8" name="Oval 2417">
                  <a:extLst>
                    <a:ext uri="{FF2B5EF4-FFF2-40B4-BE49-F238E27FC236}">
                      <a16:creationId xmlns:a16="http://schemas.microsoft.com/office/drawing/2014/main" id="{E6C81B80-3E93-C1D6-3900-61F423C945E5}"/>
                    </a:ext>
                  </a:extLst>
                </p:cNvPr>
                <p:cNvSpPr/>
                <p:nvPr/>
              </p:nvSpPr>
              <p:spPr>
                <a:xfrm>
                  <a:off x="3056663" y="434058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19" name="Oval 2418">
                  <a:extLst>
                    <a:ext uri="{FF2B5EF4-FFF2-40B4-BE49-F238E27FC236}">
                      <a16:creationId xmlns:a16="http://schemas.microsoft.com/office/drawing/2014/main" id="{836699BC-7701-29D0-E47B-F23BA1465FCC}"/>
                    </a:ext>
                  </a:extLst>
                </p:cNvPr>
                <p:cNvSpPr/>
                <p:nvPr/>
              </p:nvSpPr>
              <p:spPr>
                <a:xfrm>
                  <a:off x="2819554" y="464119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0" name="Oval 2419">
                  <a:extLst>
                    <a:ext uri="{FF2B5EF4-FFF2-40B4-BE49-F238E27FC236}">
                      <a16:creationId xmlns:a16="http://schemas.microsoft.com/office/drawing/2014/main" id="{D848B76E-F89F-BD10-6EDD-50B7D473A6AA}"/>
                    </a:ext>
                  </a:extLst>
                </p:cNvPr>
                <p:cNvSpPr/>
                <p:nvPr/>
              </p:nvSpPr>
              <p:spPr>
                <a:xfrm>
                  <a:off x="2788439" y="431137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1" name="Oval 2420">
                  <a:extLst>
                    <a:ext uri="{FF2B5EF4-FFF2-40B4-BE49-F238E27FC236}">
                      <a16:creationId xmlns:a16="http://schemas.microsoft.com/office/drawing/2014/main" id="{878A7300-E41C-5F58-8DED-79A32CB0EAAB}"/>
                    </a:ext>
                  </a:extLst>
                </p:cNvPr>
                <p:cNvSpPr/>
                <p:nvPr/>
              </p:nvSpPr>
              <p:spPr>
                <a:xfrm>
                  <a:off x="3529230" y="4154147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2" name="Oval 2421">
                  <a:extLst>
                    <a:ext uri="{FF2B5EF4-FFF2-40B4-BE49-F238E27FC236}">
                      <a16:creationId xmlns:a16="http://schemas.microsoft.com/office/drawing/2014/main" id="{B1D49049-F84A-6576-A848-FD83242DCE4B}"/>
                    </a:ext>
                  </a:extLst>
                </p:cNvPr>
                <p:cNvSpPr/>
                <p:nvPr/>
              </p:nvSpPr>
              <p:spPr>
                <a:xfrm>
                  <a:off x="2567078" y="429727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3" name="Oval 2422">
                  <a:extLst>
                    <a:ext uri="{FF2B5EF4-FFF2-40B4-BE49-F238E27FC236}">
                      <a16:creationId xmlns:a16="http://schemas.microsoft.com/office/drawing/2014/main" id="{E4F09423-3468-9415-A8AD-4D30E3E5451A}"/>
                    </a:ext>
                  </a:extLst>
                </p:cNvPr>
                <p:cNvSpPr/>
                <p:nvPr/>
              </p:nvSpPr>
              <p:spPr>
                <a:xfrm>
                  <a:off x="3514371" y="446301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4" name="Oval 2423">
                  <a:extLst>
                    <a:ext uri="{FF2B5EF4-FFF2-40B4-BE49-F238E27FC236}">
                      <a16:creationId xmlns:a16="http://schemas.microsoft.com/office/drawing/2014/main" id="{3A96B3A9-8C8A-7893-5ACD-06838D5CAB0C}"/>
                    </a:ext>
                  </a:extLst>
                </p:cNvPr>
                <p:cNvSpPr/>
                <p:nvPr/>
              </p:nvSpPr>
              <p:spPr>
                <a:xfrm>
                  <a:off x="2571650" y="424431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5" name="Oval 2424">
                  <a:extLst>
                    <a:ext uri="{FF2B5EF4-FFF2-40B4-BE49-F238E27FC236}">
                      <a16:creationId xmlns:a16="http://schemas.microsoft.com/office/drawing/2014/main" id="{CAC5A7FF-7B06-539E-5667-B9498F14D773}"/>
                    </a:ext>
                  </a:extLst>
                </p:cNvPr>
                <p:cNvSpPr/>
                <p:nvPr/>
              </p:nvSpPr>
              <p:spPr>
                <a:xfrm>
                  <a:off x="3496083" y="463789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6" name="Oval 2425">
                  <a:extLst>
                    <a:ext uri="{FF2B5EF4-FFF2-40B4-BE49-F238E27FC236}">
                      <a16:creationId xmlns:a16="http://schemas.microsoft.com/office/drawing/2014/main" id="{177A4F39-F80C-5C43-50F3-B41E86818D95}"/>
                    </a:ext>
                  </a:extLst>
                </p:cNvPr>
                <p:cNvSpPr/>
                <p:nvPr/>
              </p:nvSpPr>
              <p:spPr>
                <a:xfrm>
                  <a:off x="2567840" y="467865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7" name="Oval 2426">
                  <a:extLst>
                    <a:ext uri="{FF2B5EF4-FFF2-40B4-BE49-F238E27FC236}">
                      <a16:creationId xmlns:a16="http://schemas.microsoft.com/office/drawing/2014/main" id="{83AA1C7E-FCCF-5357-6180-13DABDD0B3AC}"/>
                    </a:ext>
                  </a:extLst>
                </p:cNvPr>
                <p:cNvSpPr/>
                <p:nvPr/>
              </p:nvSpPr>
              <p:spPr>
                <a:xfrm>
                  <a:off x="3523261" y="445678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8" name="Oval 2427">
                  <a:extLst>
                    <a:ext uri="{FF2B5EF4-FFF2-40B4-BE49-F238E27FC236}">
                      <a16:creationId xmlns:a16="http://schemas.microsoft.com/office/drawing/2014/main" id="{222F2CFC-3F9A-8637-C1A7-EC2296D58300}"/>
                    </a:ext>
                  </a:extLst>
                </p:cNvPr>
                <p:cNvSpPr/>
                <p:nvPr/>
              </p:nvSpPr>
              <p:spPr>
                <a:xfrm>
                  <a:off x="2558315" y="481518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29" name="Oval 2428">
                  <a:extLst>
                    <a:ext uri="{FF2B5EF4-FFF2-40B4-BE49-F238E27FC236}">
                      <a16:creationId xmlns:a16="http://schemas.microsoft.com/office/drawing/2014/main" id="{B7E39CB5-0AEF-0E86-8615-DBEBFC79A7B4}"/>
                    </a:ext>
                  </a:extLst>
                </p:cNvPr>
                <p:cNvSpPr/>
                <p:nvPr/>
              </p:nvSpPr>
              <p:spPr>
                <a:xfrm>
                  <a:off x="3524023" y="4088107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0" name="Oval 2429">
                  <a:extLst>
                    <a:ext uri="{FF2B5EF4-FFF2-40B4-BE49-F238E27FC236}">
                      <a16:creationId xmlns:a16="http://schemas.microsoft.com/office/drawing/2014/main" id="{D25C3B65-AC6A-5323-14B2-231EB58B9589}"/>
                    </a:ext>
                  </a:extLst>
                </p:cNvPr>
                <p:cNvSpPr/>
                <p:nvPr/>
              </p:nvSpPr>
              <p:spPr>
                <a:xfrm>
                  <a:off x="2581048" y="444739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1" name="Oval 2430">
                  <a:extLst>
                    <a:ext uri="{FF2B5EF4-FFF2-40B4-BE49-F238E27FC236}">
                      <a16:creationId xmlns:a16="http://schemas.microsoft.com/office/drawing/2014/main" id="{E9813A5D-09DA-6B5E-C00F-38BE4148DD12}"/>
                    </a:ext>
                  </a:extLst>
                </p:cNvPr>
                <p:cNvSpPr/>
                <p:nvPr/>
              </p:nvSpPr>
              <p:spPr>
                <a:xfrm>
                  <a:off x="2787042" y="466964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2" name="Oval 2431">
                  <a:extLst>
                    <a:ext uri="{FF2B5EF4-FFF2-40B4-BE49-F238E27FC236}">
                      <a16:creationId xmlns:a16="http://schemas.microsoft.com/office/drawing/2014/main" id="{D05966D2-BB8E-EDCC-2B8B-BCCDB9932FF6}"/>
                    </a:ext>
                  </a:extLst>
                </p:cNvPr>
                <p:cNvSpPr/>
                <p:nvPr/>
              </p:nvSpPr>
              <p:spPr>
                <a:xfrm>
                  <a:off x="3511704" y="4568294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3" name="Oval 2432">
                  <a:extLst>
                    <a:ext uri="{FF2B5EF4-FFF2-40B4-BE49-F238E27FC236}">
                      <a16:creationId xmlns:a16="http://schemas.microsoft.com/office/drawing/2014/main" id="{5DD97017-18FB-1A85-9485-02292512E51F}"/>
                    </a:ext>
                  </a:extLst>
                </p:cNvPr>
                <p:cNvSpPr/>
                <p:nvPr/>
              </p:nvSpPr>
              <p:spPr>
                <a:xfrm>
                  <a:off x="2581302" y="478597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4" name="Oval 2433">
                  <a:extLst>
                    <a:ext uri="{FF2B5EF4-FFF2-40B4-BE49-F238E27FC236}">
                      <a16:creationId xmlns:a16="http://schemas.microsoft.com/office/drawing/2014/main" id="{2A74C838-6629-CA78-7662-88B542AC5331}"/>
                    </a:ext>
                  </a:extLst>
                </p:cNvPr>
                <p:cNvSpPr/>
                <p:nvPr/>
              </p:nvSpPr>
              <p:spPr>
                <a:xfrm>
                  <a:off x="3059711" y="41110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5" name="Oval 2434">
                  <a:extLst>
                    <a:ext uri="{FF2B5EF4-FFF2-40B4-BE49-F238E27FC236}">
                      <a16:creationId xmlns:a16="http://schemas.microsoft.com/office/drawing/2014/main" id="{0A19C30D-D460-37A4-A9B0-6B2AA028DF8A}"/>
                    </a:ext>
                  </a:extLst>
                </p:cNvPr>
                <p:cNvSpPr/>
                <p:nvPr/>
              </p:nvSpPr>
              <p:spPr>
                <a:xfrm>
                  <a:off x="2780438" y="459242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6" name="Oval 2435">
                  <a:extLst>
                    <a:ext uri="{FF2B5EF4-FFF2-40B4-BE49-F238E27FC236}">
                      <a16:creationId xmlns:a16="http://schemas.microsoft.com/office/drawing/2014/main" id="{5DC90A5C-A292-D2B6-24B7-442DCBA4D6EF}"/>
                    </a:ext>
                  </a:extLst>
                </p:cNvPr>
                <p:cNvSpPr/>
                <p:nvPr/>
              </p:nvSpPr>
              <p:spPr>
                <a:xfrm>
                  <a:off x="2797456" y="467091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7" name="Oval 2436">
                  <a:extLst>
                    <a:ext uri="{FF2B5EF4-FFF2-40B4-BE49-F238E27FC236}">
                      <a16:creationId xmlns:a16="http://schemas.microsoft.com/office/drawing/2014/main" id="{D216327F-7172-F3DF-EDB6-4EA1514344B0}"/>
                    </a:ext>
                  </a:extLst>
                </p:cNvPr>
                <p:cNvSpPr/>
                <p:nvPr/>
              </p:nvSpPr>
              <p:spPr>
                <a:xfrm>
                  <a:off x="3278151" y="444243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8" name="Oval 2437">
                  <a:extLst>
                    <a:ext uri="{FF2B5EF4-FFF2-40B4-BE49-F238E27FC236}">
                      <a16:creationId xmlns:a16="http://schemas.microsoft.com/office/drawing/2014/main" id="{D2BD6582-3955-4FF3-F9D0-A4698081957F}"/>
                    </a:ext>
                  </a:extLst>
                </p:cNvPr>
                <p:cNvSpPr/>
                <p:nvPr/>
              </p:nvSpPr>
              <p:spPr>
                <a:xfrm>
                  <a:off x="2817903" y="458023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39" name="Oval 2438">
                  <a:extLst>
                    <a:ext uri="{FF2B5EF4-FFF2-40B4-BE49-F238E27FC236}">
                      <a16:creationId xmlns:a16="http://schemas.microsoft.com/office/drawing/2014/main" id="{842F94CF-164C-6E5F-3A22-3A5FEB837E57}"/>
                    </a:ext>
                  </a:extLst>
                </p:cNvPr>
                <p:cNvSpPr/>
                <p:nvPr/>
              </p:nvSpPr>
              <p:spPr>
                <a:xfrm>
                  <a:off x="2781454" y="436318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40" name="TextBox 2439">
                  <a:extLst>
                    <a:ext uri="{FF2B5EF4-FFF2-40B4-BE49-F238E27FC236}">
                      <a16:creationId xmlns:a16="http://schemas.microsoft.com/office/drawing/2014/main" id="{95FB353D-E4F3-9F8E-2411-5DBCEB94C446}"/>
                    </a:ext>
                  </a:extLst>
                </p:cNvPr>
                <p:cNvSpPr txBox="1"/>
                <p:nvPr/>
              </p:nvSpPr>
              <p:spPr>
                <a:xfrm>
                  <a:off x="2431459" y="3798073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0.629</a:t>
                  </a:r>
                </a:p>
              </p:txBody>
            </p:sp>
            <p:sp>
              <p:nvSpPr>
                <p:cNvPr id="2441" name="Freeform 2440">
                  <a:extLst>
                    <a:ext uri="{FF2B5EF4-FFF2-40B4-BE49-F238E27FC236}">
                      <a16:creationId xmlns:a16="http://schemas.microsoft.com/office/drawing/2014/main" id="{BC0D2DCE-9D0D-F042-9F7C-FB63687F87B1}"/>
                    </a:ext>
                  </a:extLst>
                </p:cNvPr>
                <p:cNvSpPr/>
                <p:nvPr/>
              </p:nvSpPr>
              <p:spPr>
                <a:xfrm>
                  <a:off x="2578381" y="3943581"/>
                  <a:ext cx="214502" cy="12700"/>
                </a:xfrm>
                <a:custGeom>
                  <a:avLst/>
                  <a:gdLst>
                    <a:gd name="csX0" fmla="*/ 0 w 214502"/>
                    <a:gd name="csY0" fmla="*/ 0 h 12700"/>
                    <a:gd name="csX1" fmla="*/ 214503 w 21450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4502" h="12700">
                      <a:moveTo>
                        <a:pt x="0" y="0"/>
                      </a:moveTo>
                      <a:lnTo>
                        <a:pt x="21450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42" name="TextBox 2441">
                  <a:extLst>
                    <a:ext uri="{FF2B5EF4-FFF2-40B4-BE49-F238E27FC236}">
                      <a16:creationId xmlns:a16="http://schemas.microsoft.com/office/drawing/2014/main" id="{AE9F3D7D-F9AB-31B9-89D8-21DEDB9E74B7}"/>
                    </a:ext>
                  </a:extLst>
                </p:cNvPr>
                <p:cNvSpPr txBox="1"/>
                <p:nvPr/>
              </p:nvSpPr>
              <p:spPr>
                <a:xfrm>
                  <a:off x="3048859" y="3763837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2443" name="Freeform 2442">
                  <a:extLst>
                    <a:ext uri="{FF2B5EF4-FFF2-40B4-BE49-F238E27FC236}">
                      <a16:creationId xmlns:a16="http://schemas.microsoft.com/office/drawing/2014/main" id="{A9005C93-E967-31B8-6ED2-A2FB3C591AE0}"/>
                    </a:ext>
                  </a:extLst>
                </p:cNvPr>
                <p:cNvSpPr/>
                <p:nvPr/>
              </p:nvSpPr>
              <p:spPr>
                <a:xfrm>
                  <a:off x="2840509" y="3943581"/>
                  <a:ext cx="691007" cy="12700"/>
                </a:xfrm>
                <a:custGeom>
                  <a:avLst/>
                  <a:gdLst>
                    <a:gd name="csX0" fmla="*/ 0 w 691007"/>
                    <a:gd name="csY0" fmla="*/ 0 h 12700"/>
                    <a:gd name="csX1" fmla="*/ 691007 w 69100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91007" h="12700">
                      <a:moveTo>
                        <a:pt x="0" y="0"/>
                      </a:moveTo>
                      <a:lnTo>
                        <a:pt x="691007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44" name="TextBox 2443">
                  <a:extLst>
                    <a:ext uri="{FF2B5EF4-FFF2-40B4-BE49-F238E27FC236}">
                      <a16:creationId xmlns:a16="http://schemas.microsoft.com/office/drawing/2014/main" id="{E270AC94-D4E6-5ED1-7995-68F7862118CE}"/>
                    </a:ext>
                  </a:extLst>
                </p:cNvPr>
                <p:cNvSpPr txBox="1"/>
                <p:nvPr/>
              </p:nvSpPr>
              <p:spPr>
                <a:xfrm>
                  <a:off x="2917795" y="3600769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2445" name="Freeform 2444">
                  <a:extLst>
                    <a:ext uri="{FF2B5EF4-FFF2-40B4-BE49-F238E27FC236}">
                      <a16:creationId xmlns:a16="http://schemas.microsoft.com/office/drawing/2014/main" id="{E6AD3734-4A21-4D6C-206E-B7B6F897FB1A}"/>
                    </a:ext>
                  </a:extLst>
                </p:cNvPr>
                <p:cNvSpPr/>
                <p:nvPr/>
              </p:nvSpPr>
              <p:spPr>
                <a:xfrm>
                  <a:off x="2578381" y="3780386"/>
                  <a:ext cx="953135" cy="12700"/>
                </a:xfrm>
                <a:custGeom>
                  <a:avLst/>
                  <a:gdLst>
                    <a:gd name="csX0" fmla="*/ 0 w 953135"/>
                    <a:gd name="csY0" fmla="*/ 0 h 12700"/>
                    <a:gd name="csX1" fmla="*/ 953135 w 953135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3135" h="12700">
                      <a:moveTo>
                        <a:pt x="0" y="0"/>
                      </a:moveTo>
                      <a:lnTo>
                        <a:pt x="953135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47" name="Freeform 2446">
                  <a:extLst>
                    <a:ext uri="{FF2B5EF4-FFF2-40B4-BE49-F238E27FC236}">
                      <a16:creationId xmlns:a16="http://schemas.microsoft.com/office/drawing/2014/main" id="{64054740-B452-CFE5-896F-57AEC9FAAEA3}"/>
                    </a:ext>
                  </a:extLst>
                </p:cNvPr>
                <p:cNvSpPr/>
                <p:nvPr/>
              </p:nvSpPr>
              <p:spPr>
                <a:xfrm>
                  <a:off x="2435505" y="3562962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48" name="TextBox 2447">
                  <a:extLst>
                    <a:ext uri="{FF2B5EF4-FFF2-40B4-BE49-F238E27FC236}">
                      <a16:creationId xmlns:a16="http://schemas.microsoft.com/office/drawing/2014/main" id="{E809D648-5B60-8EE8-F819-59D42B5EEFB1}"/>
                    </a:ext>
                  </a:extLst>
                </p:cNvPr>
                <p:cNvSpPr txBox="1"/>
                <p:nvPr/>
              </p:nvSpPr>
              <p:spPr>
                <a:xfrm>
                  <a:off x="2116314" y="4815227"/>
                  <a:ext cx="35137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0%</a:t>
                  </a:r>
                </a:p>
              </p:txBody>
            </p:sp>
            <p:sp>
              <p:nvSpPr>
                <p:cNvPr id="2449" name="TextBox 2448">
                  <a:extLst>
                    <a:ext uri="{FF2B5EF4-FFF2-40B4-BE49-F238E27FC236}">
                      <a16:creationId xmlns:a16="http://schemas.microsoft.com/office/drawing/2014/main" id="{70C45A95-3C51-C99A-587E-561848A1AF1A}"/>
                    </a:ext>
                  </a:extLst>
                </p:cNvPr>
                <p:cNvSpPr txBox="1"/>
                <p:nvPr/>
              </p:nvSpPr>
              <p:spPr>
                <a:xfrm>
                  <a:off x="2053177" y="4511697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10%</a:t>
                  </a:r>
                </a:p>
              </p:txBody>
            </p:sp>
            <p:sp>
              <p:nvSpPr>
                <p:cNvPr id="2450" name="TextBox 2449">
                  <a:extLst>
                    <a:ext uri="{FF2B5EF4-FFF2-40B4-BE49-F238E27FC236}">
                      <a16:creationId xmlns:a16="http://schemas.microsoft.com/office/drawing/2014/main" id="{F91C4525-D75F-020D-D5AD-529D5A41E432}"/>
                    </a:ext>
                  </a:extLst>
                </p:cNvPr>
                <p:cNvSpPr txBox="1"/>
                <p:nvPr/>
              </p:nvSpPr>
              <p:spPr>
                <a:xfrm>
                  <a:off x="2053177" y="4208167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20%</a:t>
                  </a:r>
                </a:p>
              </p:txBody>
            </p:sp>
            <p:sp>
              <p:nvSpPr>
                <p:cNvPr id="2451" name="TextBox 2450">
                  <a:extLst>
                    <a:ext uri="{FF2B5EF4-FFF2-40B4-BE49-F238E27FC236}">
                      <a16:creationId xmlns:a16="http://schemas.microsoft.com/office/drawing/2014/main" id="{E11F767A-57E1-FE3B-B1C9-DECFBC25AF36}"/>
                    </a:ext>
                  </a:extLst>
                </p:cNvPr>
                <p:cNvSpPr txBox="1"/>
                <p:nvPr/>
              </p:nvSpPr>
              <p:spPr>
                <a:xfrm>
                  <a:off x="2053177" y="3904637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30%</a:t>
                  </a:r>
                </a:p>
              </p:txBody>
            </p:sp>
            <p:sp>
              <p:nvSpPr>
                <p:cNvPr id="2453" name="Freeform 2452">
                  <a:extLst>
                    <a:ext uri="{FF2B5EF4-FFF2-40B4-BE49-F238E27FC236}">
                      <a16:creationId xmlns:a16="http://schemas.microsoft.com/office/drawing/2014/main" id="{8A2D57C7-C7A8-4EFB-F9F7-01702416789C}"/>
                    </a:ext>
                  </a:extLst>
                </p:cNvPr>
                <p:cNvSpPr/>
                <p:nvPr/>
              </p:nvSpPr>
              <p:spPr>
                <a:xfrm>
                  <a:off x="2400708" y="4922116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54" name="Freeform 2453">
                  <a:extLst>
                    <a:ext uri="{FF2B5EF4-FFF2-40B4-BE49-F238E27FC236}">
                      <a16:creationId xmlns:a16="http://schemas.microsoft.com/office/drawing/2014/main" id="{24115C87-303D-F3AC-DD2D-C927C12AD10F}"/>
                    </a:ext>
                  </a:extLst>
                </p:cNvPr>
                <p:cNvSpPr/>
                <p:nvPr/>
              </p:nvSpPr>
              <p:spPr>
                <a:xfrm>
                  <a:off x="2400708" y="4618585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55" name="Freeform 2454">
                  <a:extLst>
                    <a:ext uri="{FF2B5EF4-FFF2-40B4-BE49-F238E27FC236}">
                      <a16:creationId xmlns:a16="http://schemas.microsoft.com/office/drawing/2014/main" id="{2B99739E-12F9-6DEF-121B-FA724C517A7E}"/>
                    </a:ext>
                  </a:extLst>
                </p:cNvPr>
                <p:cNvSpPr/>
                <p:nvPr/>
              </p:nvSpPr>
              <p:spPr>
                <a:xfrm>
                  <a:off x="2400708" y="4315055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56" name="Freeform 2455">
                  <a:extLst>
                    <a:ext uri="{FF2B5EF4-FFF2-40B4-BE49-F238E27FC236}">
                      <a16:creationId xmlns:a16="http://schemas.microsoft.com/office/drawing/2014/main" id="{8BACC47C-586F-EF7A-2342-D935FFCFF08B}"/>
                    </a:ext>
                  </a:extLst>
                </p:cNvPr>
                <p:cNvSpPr/>
                <p:nvPr/>
              </p:nvSpPr>
              <p:spPr>
                <a:xfrm>
                  <a:off x="2400708" y="4011525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58" name="Freeform 2457">
                  <a:extLst>
                    <a:ext uri="{FF2B5EF4-FFF2-40B4-BE49-F238E27FC236}">
                      <a16:creationId xmlns:a16="http://schemas.microsoft.com/office/drawing/2014/main" id="{10C21CFB-88EF-E13D-0B05-30E267597165}"/>
                    </a:ext>
                  </a:extLst>
                </p:cNvPr>
                <p:cNvSpPr/>
                <p:nvPr/>
              </p:nvSpPr>
              <p:spPr>
                <a:xfrm>
                  <a:off x="2435505" y="4922116"/>
                  <a:ext cx="1239012" cy="12700"/>
                </a:xfrm>
                <a:custGeom>
                  <a:avLst/>
                  <a:gdLst>
                    <a:gd name="csX0" fmla="*/ 0 w 1239012"/>
                    <a:gd name="csY0" fmla="*/ 0 h 12700"/>
                    <a:gd name="csX1" fmla="*/ 1239012 w 123901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39012" h="12700">
                      <a:moveTo>
                        <a:pt x="0" y="0"/>
                      </a:moveTo>
                      <a:lnTo>
                        <a:pt x="123901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470" name="TextBox 2469">
                  <a:extLst>
                    <a:ext uri="{FF2B5EF4-FFF2-40B4-BE49-F238E27FC236}">
                      <a16:creationId xmlns:a16="http://schemas.microsoft.com/office/drawing/2014/main" id="{28C27BE3-B90F-070D-7922-F130FB920EC7}"/>
                    </a:ext>
                  </a:extLst>
                </p:cNvPr>
                <p:cNvSpPr txBox="1"/>
                <p:nvPr/>
              </p:nvSpPr>
              <p:spPr>
                <a:xfrm rot="16200000">
                  <a:off x="1537860" y="4119429"/>
                  <a:ext cx="997389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Percent cckb+</a:t>
                  </a:r>
                </a:p>
              </p:txBody>
            </p:sp>
          </p:grpSp>
          <p:grpSp>
            <p:nvGrpSpPr>
              <p:cNvPr id="2565" name="Group 2564">
                <a:extLst>
                  <a:ext uri="{FF2B5EF4-FFF2-40B4-BE49-F238E27FC236}">
                    <a16:creationId xmlns:a16="http://schemas.microsoft.com/office/drawing/2014/main" id="{95579CC4-AFEE-60DD-853E-C7A7F19E8296}"/>
                  </a:ext>
                </a:extLst>
              </p:cNvPr>
              <p:cNvGrpSpPr/>
              <p:nvPr/>
            </p:nvGrpSpPr>
            <p:grpSpPr>
              <a:xfrm>
                <a:off x="69025" y="2971057"/>
                <a:ext cx="1851111" cy="1481954"/>
                <a:chOff x="69025" y="2971057"/>
                <a:chExt cx="1851111" cy="1481954"/>
              </a:xfrm>
            </p:grpSpPr>
            <p:grpSp>
              <p:nvGrpSpPr>
                <p:cNvPr id="2554" name="Group 2553">
                  <a:extLst>
                    <a:ext uri="{FF2B5EF4-FFF2-40B4-BE49-F238E27FC236}">
                      <a16:creationId xmlns:a16="http://schemas.microsoft.com/office/drawing/2014/main" id="{4FCD8A0A-5DFF-D214-87A5-305E8454BFC6}"/>
                    </a:ext>
                  </a:extLst>
                </p:cNvPr>
                <p:cNvGrpSpPr/>
                <p:nvPr/>
              </p:nvGrpSpPr>
              <p:grpSpPr>
                <a:xfrm>
                  <a:off x="69025" y="2971057"/>
                  <a:ext cx="1801661" cy="1481954"/>
                  <a:chOff x="-5827" y="3668722"/>
                  <a:chExt cx="1801661" cy="1481954"/>
                </a:xfrm>
              </p:grpSpPr>
              <p:sp>
                <p:nvSpPr>
                  <p:cNvPr id="2326" name="Rectangle 2325">
                    <a:extLst>
                      <a:ext uri="{FF2B5EF4-FFF2-40B4-BE49-F238E27FC236}">
                        <a16:creationId xmlns:a16="http://schemas.microsoft.com/office/drawing/2014/main" id="{A3093900-D1AA-D553-9372-FF29F2AAF0C8}"/>
                      </a:ext>
                    </a:extLst>
                  </p:cNvPr>
                  <p:cNvSpPr/>
                  <p:nvPr/>
                </p:nvSpPr>
                <p:spPr>
                  <a:xfrm>
                    <a:off x="550345" y="3668722"/>
                    <a:ext cx="1245489" cy="1359154"/>
                  </a:xfrm>
                  <a:prstGeom prst="rect">
                    <a:avLst/>
                  </a:pr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27" name="Freeform 2326">
                    <a:extLst>
                      <a:ext uri="{FF2B5EF4-FFF2-40B4-BE49-F238E27FC236}">
                        <a16:creationId xmlns:a16="http://schemas.microsoft.com/office/drawing/2014/main" id="{798FC403-9148-E5CE-B012-1D53AC44013A}"/>
                      </a:ext>
                    </a:extLst>
                  </p:cNvPr>
                  <p:cNvSpPr/>
                  <p:nvPr/>
                </p:nvSpPr>
                <p:spPr>
                  <a:xfrm>
                    <a:off x="693982" y="4499810"/>
                    <a:ext cx="12700" cy="39496"/>
                  </a:xfrm>
                  <a:custGeom>
                    <a:avLst/>
                    <a:gdLst>
                      <a:gd name="csX0" fmla="*/ 0 w 12700"/>
                      <a:gd name="csY0" fmla="*/ 39497 h 39496"/>
                      <a:gd name="csX1" fmla="*/ 0 w 12700"/>
                      <a:gd name="csY1" fmla="*/ 0 h 394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9496">
                        <a:moveTo>
                          <a:pt x="0" y="39497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28" name="Freeform 2327">
                    <a:extLst>
                      <a:ext uri="{FF2B5EF4-FFF2-40B4-BE49-F238E27FC236}">
                        <a16:creationId xmlns:a16="http://schemas.microsoft.com/office/drawing/2014/main" id="{F249BA2B-DAB2-1A34-08B3-D0E4C9237968}"/>
                      </a:ext>
                    </a:extLst>
                  </p:cNvPr>
                  <p:cNvSpPr/>
                  <p:nvPr/>
                </p:nvSpPr>
                <p:spPr>
                  <a:xfrm>
                    <a:off x="693982" y="4866713"/>
                    <a:ext cx="12700" cy="79628"/>
                  </a:xfrm>
                  <a:custGeom>
                    <a:avLst/>
                    <a:gdLst>
                      <a:gd name="csX0" fmla="*/ 0 w 12700"/>
                      <a:gd name="csY0" fmla="*/ 0 h 79628"/>
                      <a:gd name="csX1" fmla="*/ 0 w 12700"/>
                      <a:gd name="csY1" fmla="*/ 79629 h 7962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9628">
                        <a:moveTo>
                          <a:pt x="0" y="0"/>
                        </a:moveTo>
                        <a:lnTo>
                          <a:pt x="0" y="79629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29" name="Freeform 2328">
                    <a:extLst>
                      <a:ext uri="{FF2B5EF4-FFF2-40B4-BE49-F238E27FC236}">
                        <a16:creationId xmlns:a16="http://schemas.microsoft.com/office/drawing/2014/main" id="{986D5539-40A1-0100-1C55-231B300B8C5F}"/>
                      </a:ext>
                    </a:extLst>
                  </p:cNvPr>
                  <p:cNvSpPr/>
                  <p:nvPr/>
                </p:nvSpPr>
                <p:spPr>
                  <a:xfrm>
                    <a:off x="622101" y="4539306"/>
                    <a:ext cx="143763" cy="327405"/>
                  </a:xfrm>
                  <a:custGeom>
                    <a:avLst/>
                    <a:gdLst>
                      <a:gd name="csX0" fmla="*/ 0 w 143763"/>
                      <a:gd name="csY0" fmla="*/ 0 h 327405"/>
                      <a:gd name="csX1" fmla="*/ 0 w 143763"/>
                      <a:gd name="csY1" fmla="*/ 327406 h 327405"/>
                      <a:gd name="csX2" fmla="*/ 143764 w 143763"/>
                      <a:gd name="csY2" fmla="*/ 327406 h 327405"/>
                      <a:gd name="csX3" fmla="*/ 143764 w 143763"/>
                      <a:gd name="csY3" fmla="*/ 0 h 327405"/>
                      <a:gd name="csX4" fmla="*/ 0 w 143763"/>
                      <a:gd name="csY4" fmla="*/ 0 h 3274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327405">
                        <a:moveTo>
                          <a:pt x="0" y="0"/>
                        </a:moveTo>
                        <a:lnTo>
                          <a:pt x="0" y="327406"/>
                        </a:lnTo>
                        <a:lnTo>
                          <a:pt x="143764" y="327406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0" name="Freeform 2329">
                    <a:extLst>
                      <a:ext uri="{FF2B5EF4-FFF2-40B4-BE49-F238E27FC236}">
                        <a16:creationId xmlns:a16="http://schemas.microsoft.com/office/drawing/2014/main" id="{D13BA6AF-7DCA-5EBB-F0CA-46D44A7DC205}"/>
                      </a:ext>
                    </a:extLst>
                  </p:cNvPr>
                  <p:cNvSpPr/>
                  <p:nvPr/>
                </p:nvSpPr>
                <p:spPr>
                  <a:xfrm>
                    <a:off x="622100" y="4733871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1" name="Freeform 2330">
                    <a:extLst>
                      <a:ext uri="{FF2B5EF4-FFF2-40B4-BE49-F238E27FC236}">
                        <a16:creationId xmlns:a16="http://schemas.microsoft.com/office/drawing/2014/main" id="{AC6C5FB6-BC8D-E024-48FA-D15B01917063}"/>
                      </a:ext>
                    </a:extLst>
                  </p:cNvPr>
                  <p:cNvSpPr/>
                  <p:nvPr/>
                </p:nvSpPr>
                <p:spPr>
                  <a:xfrm>
                    <a:off x="933504" y="4479363"/>
                    <a:ext cx="12700" cy="120650"/>
                  </a:xfrm>
                  <a:custGeom>
                    <a:avLst/>
                    <a:gdLst>
                      <a:gd name="csX0" fmla="*/ 0 w 12700"/>
                      <a:gd name="csY0" fmla="*/ 120650 h 120650"/>
                      <a:gd name="csX1" fmla="*/ 0 w 12700"/>
                      <a:gd name="csY1" fmla="*/ 0 h 1206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20650">
                        <a:moveTo>
                          <a:pt x="0" y="120650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2" name="Freeform 2331">
                    <a:extLst>
                      <a:ext uri="{FF2B5EF4-FFF2-40B4-BE49-F238E27FC236}">
                        <a16:creationId xmlns:a16="http://schemas.microsoft.com/office/drawing/2014/main" id="{6C66B073-7F36-8B5E-5F91-F91A5D6F8DAB}"/>
                      </a:ext>
                    </a:extLst>
                  </p:cNvPr>
                  <p:cNvSpPr/>
                  <p:nvPr/>
                </p:nvSpPr>
                <p:spPr>
                  <a:xfrm>
                    <a:off x="933504" y="4844742"/>
                    <a:ext cx="12700" cy="25781"/>
                  </a:xfrm>
                  <a:custGeom>
                    <a:avLst/>
                    <a:gdLst>
                      <a:gd name="csX0" fmla="*/ 0 w 12700"/>
                      <a:gd name="csY0" fmla="*/ 0 h 25781"/>
                      <a:gd name="csX1" fmla="*/ 0 w 12700"/>
                      <a:gd name="csY1" fmla="*/ 25781 h 257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5781">
                        <a:moveTo>
                          <a:pt x="0" y="0"/>
                        </a:moveTo>
                        <a:lnTo>
                          <a:pt x="0" y="25781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3" name="Freeform 2332">
                    <a:extLst>
                      <a:ext uri="{FF2B5EF4-FFF2-40B4-BE49-F238E27FC236}">
                        <a16:creationId xmlns:a16="http://schemas.microsoft.com/office/drawing/2014/main" id="{E71B9B5C-68A8-E2E7-C19C-F0EBB9E052DD}"/>
                      </a:ext>
                    </a:extLst>
                  </p:cNvPr>
                  <p:cNvSpPr/>
                  <p:nvPr/>
                </p:nvSpPr>
                <p:spPr>
                  <a:xfrm>
                    <a:off x="861623" y="4600012"/>
                    <a:ext cx="143763" cy="244729"/>
                  </a:xfrm>
                  <a:custGeom>
                    <a:avLst/>
                    <a:gdLst>
                      <a:gd name="csX0" fmla="*/ 0 w 143763"/>
                      <a:gd name="csY0" fmla="*/ 0 h 244729"/>
                      <a:gd name="csX1" fmla="*/ 0 w 143763"/>
                      <a:gd name="csY1" fmla="*/ 244729 h 244729"/>
                      <a:gd name="csX2" fmla="*/ 143764 w 143763"/>
                      <a:gd name="csY2" fmla="*/ 244729 h 244729"/>
                      <a:gd name="csX3" fmla="*/ 143764 w 143763"/>
                      <a:gd name="csY3" fmla="*/ 0 h 244729"/>
                      <a:gd name="csX4" fmla="*/ 0 w 143763"/>
                      <a:gd name="csY4" fmla="*/ 0 h 2447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244729">
                        <a:moveTo>
                          <a:pt x="0" y="0"/>
                        </a:moveTo>
                        <a:lnTo>
                          <a:pt x="0" y="244729"/>
                        </a:lnTo>
                        <a:lnTo>
                          <a:pt x="143764" y="244729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4" name="Freeform 2333">
                    <a:extLst>
                      <a:ext uri="{FF2B5EF4-FFF2-40B4-BE49-F238E27FC236}">
                        <a16:creationId xmlns:a16="http://schemas.microsoft.com/office/drawing/2014/main" id="{1C4CBB5B-8794-B9CE-B7AB-8527CAB3533B}"/>
                      </a:ext>
                    </a:extLst>
                  </p:cNvPr>
                  <p:cNvSpPr/>
                  <p:nvPr/>
                </p:nvSpPr>
                <p:spPr>
                  <a:xfrm>
                    <a:off x="861622" y="4746317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5" name="Freeform 2334">
                    <a:extLst>
                      <a:ext uri="{FF2B5EF4-FFF2-40B4-BE49-F238E27FC236}">
                        <a16:creationId xmlns:a16="http://schemas.microsoft.com/office/drawing/2014/main" id="{8F02D3B1-2183-2611-796C-3EB90A06928B}"/>
                      </a:ext>
                    </a:extLst>
                  </p:cNvPr>
                  <p:cNvSpPr/>
                  <p:nvPr/>
                </p:nvSpPr>
                <p:spPr>
                  <a:xfrm>
                    <a:off x="1173026" y="4429833"/>
                    <a:ext cx="12700" cy="24765"/>
                  </a:xfrm>
                  <a:custGeom>
                    <a:avLst/>
                    <a:gdLst>
                      <a:gd name="csX0" fmla="*/ 0 w 12700"/>
                      <a:gd name="csY0" fmla="*/ 24765 h 24765"/>
                      <a:gd name="csX1" fmla="*/ 0 w 12700"/>
                      <a:gd name="csY1" fmla="*/ 0 h 2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4765">
                        <a:moveTo>
                          <a:pt x="0" y="24765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6" name="Freeform 2335">
                    <a:extLst>
                      <a:ext uri="{FF2B5EF4-FFF2-40B4-BE49-F238E27FC236}">
                        <a16:creationId xmlns:a16="http://schemas.microsoft.com/office/drawing/2014/main" id="{ABC89959-4E64-6CA8-F4DB-C27D8D3B129F}"/>
                      </a:ext>
                    </a:extLst>
                  </p:cNvPr>
                  <p:cNvSpPr/>
                  <p:nvPr/>
                </p:nvSpPr>
                <p:spPr>
                  <a:xfrm>
                    <a:off x="1173026" y="4504001"/>
                    <a:ext cx="12700" cy="24765"/>
                  </a:xfrm>
                  <a:custGeom>
                    <a:avLst/>
                    <a:gdLst>
                      <a:gd name="csX0" fmla="*/ 0 w 12700"/>
                      <a:gd name="csY0" fmla="*/ 0 h 24765"/>
                      <a:gd name="csX1" fmla="*/ 0 w 12700"/>
                      <a:gd name="csY1" fmla="*/ 24765 h 2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4765">
                        <a:moveTo>
                          <a:pt x="0" y="0"/>
                        </a:moveTo>
                        <a:lnTo>
                          <a:pt x="0" y="24765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7" name="Freeform 2336">
                    <a:extLst>
                      <a:ext uri="{FF2B5EF4-FFF2-40B4-BE49-F238E27FC236}">
                        <a16:creationId xmlns:a16="http://schemas.microsoft.com/office/drawing/2014/main" id="{CF9F0707-098B-B2B5-754B-D8A5478770D6}"/>
                      </a:ext>
                    </a:extLst>
                  </p:cNvPr>
                  <p:cNvSpPr/>
                  <p:nvPr/>
                </p:nvSpPr>
                <p:spPr>
                  <a:xfrm>
                    <a:off x="1101145" y="4454598"/>
                    <a:ext cx="143763" cy="49402"/>
                  </a:xfrm>
                  <a:custGeom>
                    <a:avLst/>
                    <a:gdLst>
                      <a:gd name="csX0" fmla="*/ 0 w 143763"/>
                      <a:gd name="csY0" fmla="*/ 0 h 49402"/>
                      <a:gd name="csX1" fmla="*/ 0 w 143763"/>
                      <a:gd name="csY1" fmla="*/ 49403 h 49402"/>
                      <a:gd name="csX2" fmla="*/ 143764 w 143763"/>
                      <a:gd name="csY2" fmla="*/ 49403 h 49402"/>
                      <a:gd name="csX3" fmla="*/ 143764 w 143763"/>
                      <a:gd name="csY3" fmla="*/ 0 h 49402"/>
                      <a:gd name="csX4" fmla="*/ 0 w 143763"/>
                      <a:gd name="csY4" fmla="*/ 0 h 494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763" h="49402">
                        <a:moveTo>
                          <a:pt x="0" y="0"/>
                        </a:moveTo>
                        <a:lnTo>
                          <a:pt x="0" y="49403"/>
                        </a:lnTo>
                        <a:lnTo>
                          <a:pt x="143764" y="49403"/>
                        </a:lnTo>
                        <a:lnTo>
                          <a:pt x="143764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8" name="Freeform 2337">
                    <a:extLst>
                      <a:ext uri="{FF2B5EF4-FFF2-40B4-BE49-F238E27FC236}">
                        <a16:creationId xmlns:a16="http://schemas.microsoft.com/office/drawing/2014/main" id="{21FB77F7-A151-597B-2E5A-54E2113B4D7C}"/>
                      </a:ext>
                    </a:extLst>
                  </p:cNvPr>
                  <p:cNvSpPr/>
                  <p:nvPr/>
                </p:nvSpPr>
                <p:spPr>
                  <a:xfrm>
                    <a:off x="1101144" y="4479363"/>
                    <a:ext cx="143764" cy="12700"/>
                  </a:xfrm>
                  <a:custGeom>
                    <a:avLst/>
                    <a:gdLst>
                      <a:gd name="csX0" fmla="*/ 0 w 143764"/>
                      <a:gd name="csY0" fmla="*/ 0 h 12700"/>
                      <a:gd name="csX1" fmla="*/ 143764 w 14376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764" h="12700">
                        <a:moveTo>
                          <a:pt x="0" y="0"/>
                        </a:moveTo>
                        <a:lnTo>
                          <a:pt x="143764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39" name="Freeform 2338">
                    <a:extLst>
                      <a:ext uri="{FF2B5EF4-FFF2-40B4-BE49-F238E27FC236}">
                        <a16:creationId xmlns:a16="http://schemas.microsoft.com/office/drawing/2014/main" id="{C7AB88E7-F905-0317-B757-4E1F35C48C76}"/>
                      </a:ext>
                    </a:extLst>
                  </p:cNvPr>
                  <p:cNvSpPr/>
                  <p:nvPr/>
                </p:nvSpPr>
                <p:spPr>
                  <a:xfrm>
                    <a:off x="1652070" y="4465774"/>
                    <a:ext cx="12700" cy="37084"/>
                  </a:xfrm>
                  <a:custGeom>
                    <a:avLst/>
                    <a:gdLst>
                      <a:gd name="csX0" fmla="*/ 0 w 12700"/>
                      <a:gd name="csY0" fmla="*/ 37084 h 37084"/>
                      <a:gd name="csX1" fmla="*/ 0 w 12700"/>
                      <a:gd name="csY1" fmla="*/ 0 h 3708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7084">
                        <a:moveTo>
                          <a:pt x="0" y="37084"/>
                        </a:moveTo>
                        <a:lnTo>
                          <a:pt x="0" y="0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0" name="Freeform 2339">
                    <a:extLst>
                      <a:ext uri="{FF2B5EF4-FFF2-40B4-BE49-F238E27FC236}">
                        <a16:creationId xmlns:a16="http://schemas.microsoft.com/office/drawing/2014/main" id="{8354EB70-05C4-6C3C-63AB-B3BF84C68EB0}"/>
                      </a:ext>
                    </a:extLst>
                  </p:cNvPr>
                  <p:cNvSpPr/>
                  <p:nvPr/>
                </p:nvSpPr>
                <p:spPr>
                  <a:xfrm>
                    <a:off x="1652070" y="4668085"/>
                    <a:ext cx="12700" cy="92963"/>
                  </a:xfrm>
                  <a:custGeom>
                    <a:avLst/>
                    <a:gdLst>
                      <a:gd name="csX0" fmla="*/ 0 w 12700"/>
                      <a:gd name="csY0" fmla="*/ 0 h 92963"/>
                      <a:gd name="csX1" fmla="*/ 0 w 12700"/>
                      <a:gd name="csY1" fmla="*/ 92964 h 929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92963">
                        <a:moveTo>
                          <a:pt x="0" y="0"/>
                        </a:moveTo>
                        <a:lnTo>
                          <a:pt x="0" y="92964"/>
                        </a:lnTo>
                      </a:path>
                    </a:pathLst>
                  </a:custGeom>
                  <a:ln w="13589" cap="flat">
                    <a:solidFill>
                      <a:srgbClr val="333333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1" name="Freeform 2340">
                    <a:extLst>
                      <a:ext uri="{FF2B5EF4-FFF2-40B4-BE49-F238E27FC236}">
                        <a16:creationId xmlns:a16="http://schemas.microsoft.com/office/drawing/2014/main" id="{83D854A3-8607-CA8C-E712-90C9665C3CEF}"/>
                      </a:ext>
                    </a:extLst>
                  </p:cNvPr>
                  <p:cNvSpPr/>
                  <p:nvPr/>
                </p:nvSpPr>
                <p:spPr>
                  <a:xfrm>
                    <a:off x="1580189" y="4502858"/>
                    <a:ext cx="143636" cy="165226"/>
                  </a:xfrm>
                  <a:custGeom>
                    <a:avLst/>
                    <a:gdLst>
                      <a:gd name="csX0" fmla="*/ 0 w 143636"/>
                      <a:gd name="csY0" fmla="*/ 0 h 165226"/>
                      <a:gd name="csX1" fmla="*/ 0 w 143636"/>
                      <a:gd name="csY1" fmla="*/ 165227 h 165226"/>
                      <a:gd name="csX2" fmla="*/ 143637 w 143636"/>
                      <a:gd name="csY2" fmla="*/ 165227 h 165226"/>
                      <a:gd name="csX3" fmla="*/ 143637 w 143636"/>
                      <a:gd name="csY3" fmla="*/ 0 h 165226"/>
                      <a:gd name="csX4" fmla="*/ 0 w 143636"/>
                      <a:gd name="csY4" fmla="*/ 0 h 16522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43636" h="165226">
                        <a:moveTo>
                          <a:pt x="0" y="0"/>
                        </a:moveTo>
                        <a:lnTo>
                          <a:pt x="0" y="165227"/>
                        </a:lnTo>
                        <a:lnTo>
                          <a:pt x="143637" y="165227"/>
                        </a:lnTo>
                        <a:lnTo>
                          <a:pt x="143637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2" name="Freeform 2341">
                    <a:extLst>
                      <a:ext uri="{FF2B5EF4-FFF2-40B4-BE49-F238E27FC236}">
                        <a16:creationId xmlns:a16="http://schemas.microsoft.com/office/drawing/2014/main" id="{14FA1AFD-E9DE-F1A3-62B3-3582BC17E15E}"/>
                      </a:ext>
                    </a:extLst>
                  </p:cNvPr>
                  <p:cNvSpPr/>
                  <p:nvPr/>
                </p:nvSpPr>
                <p:spPr>
                  <a:xfrm>
                    <a:off x="1580188" y="4626556"/>
                    <a:ext cx="143637" cy="12700"/>
                  </a:xfrm>
                  <a:custGeom>
                    <a:avLst/>
                    <a:gdLst>
                      <a:gd name="csX0" fmla="*/ 0 w 143637"/>
                      <a:gd name="csY0" fmla="*/ 0 h 12700"/>
                      <a:gd name="csX1" fmla="*/ 143637 w 14363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3637" h="12700">
                        <a:moveTo>
                          <a:pt x="0" y="0"/>
                        </a:moveTo>
                        <a:lnTo>
                          <a:pt x="143637" y="0"/>
                        </a:lnTo>
                      </a:path>
                    </a:pathLst>
                  </a:custGeom>
                  <a:ln w="27051" cap="flat">
                    <a:solidFill>
                      <a:srgbClr val="333333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3" name="Oval 2342">
                    <a:extLst>
                      <a:ext uri="{FF2B5EF4-FFF2-40B4-BE49-F238E27FC236}">
                        <a16:creationId xmlns:a16="http://schemas.microsoft.com/office/drawing/2014/main" id="{6C0EAECA-0011-40F3-FB2B-A0FF8651CDE2}"/>
                      </a:ext>
                    </a:extLst>
                  </p:cNvPr>
                  <p:cNvSpPr/>
                  <p:nvPr/>
                </p:nvSpPr>
                <p:spPr>
                  <a:xfrm>
                    <a:off x="1174804" y="441116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4" name="Oval 2343">
                    <a:extLst>
                      <a:ext uri="{FF2B5EF4-FFF2-40B4-BE49-F238E27FC236}">
                        <a16:creationId xmlns:a16="http://schemas.microsoft.com/office/drawing/2014/main" id="{B738C7B8-E08A-F08E-6235-AE55C0FF5776}"/>
                      </a:ext>
                    </a:extLst>
                  </p:cNvPr>
                  <p:cNvSpPr/>
                  <p:nvPr/>
                </p:nvSpPr>
                <p:spPr>
                  <a:xfrm>
                    <a:off x="936425" y="4807658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5" name="Oval 2344">
                    <a:extLst>
                      <a:ext uri="{FF2B5EF4-FFF2-40B4-BE49-F238E27FC236}">
                        <a16:creationId xmlns:a16="http://schemas.microsoft.com/office/drawing/2014/main" id="{0C8A2886-B530-5746-64DC-6CA3E6C4F58A}"/>
                      </a:ext>
                    </a:extLst>
                  </p:cNvPr>
                  <p:cNvSpPr/>
                  <p:nvPr/>
                </p:nvSpPr>
                <p:spPr>
                  <a:xfrm>
                    <a:off x="905183" y="447212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6" name="Oval 2345">
                    <a:extLst>
                      <a:ext uri="{FF2B5EF4-FFF2-40B4-BE49-F238E27FC236}">
                        <a16:creationId xmlns:a16="http://schemas.microsoft.com/office/drawing/2014/main" id="{45554A7E-EC8D-E9F7-4565-A86D205FC60C}"/>
                      </a:ext>
                    </a:extLst>
                  </p:cNvPr>
                  <p:cNvSpPr/>
                  <p:nvPr/>
                </p:nvSpPr>
                <p:spPr>
                  <a:xfrm>
                    <a:off x="1649784" y="4447740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7" name="Oval 2346">
                    <a:extLst>
                      <a:ext uri="{FF2B5EF4-FFF2-40B4-BE49-F238E27FC236}">
                        <a16:creationId xmlns:a16="http://schemas.microsoft.com/office/drawing/2014/main" id="{99372783-EEDD-D5FA-B36C-16DBC78C52EA}"/>
                      </a:ext>
                    </a:extLst>
                  </p:cNvPr>
                  <p:cNvSpPr/>
                  <p:nvPr/>
                </p:nvSpPr>
                <p:spPr>
                  <a:xfrm>
                    <a:off x="682806" y="4495365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8" name="Oval 2347">
                    <a:extLst>
                      <a:ext uri="{FF2B5EF4-FFF2-40B4-BE49-F238E27FC236}">
                        <a16:creationId xmlns:a16="http://schemas.microsoft.com/office/drawing/2014/main" id="{6C61C3D4-625B-5393-C275-C76661E8A0C5}"/>
                      </a:ext>
                    </a:extLst>
                  </p:cNvPr>
                  <p:cNvSpPr/>
                  <p:nvPr/>
                </p:nvSpPr>
                <p:spPr>
                  <a:xfrm>
                    <a:off x="1634925" y="4620206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49" name="Oval 2348">
                    <a:extLst>
                      <a:ext uri="{FF2B5EF4-FFF2-40B4-BE49-F238E27FC236}">
                        <a16:creationId xmlns:a16="http://schemas.microsoft.com/office/drawing/2014/main" id="{5F9873A5-345F-0D5D-BC05-0DAE5E3677EC}"/>
                      </a:ext>
                    </a:extLst>
                  </p:cNvPr>
                  <p:cNvSpPr/>
                  <p:nvPr/>
                </p:nvSpPr>
                <p:spPr>
                  <a:xfrm>
                    <a:off x="687251" y="459912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0" name="Oval 2349">
                    <a:extLst>
                      <a:ext uri="{FF2B5EF4-FFF2-40B4-BE49-F238E27FC236}">
                        <a16:creationId xmlns:a16="http://schemas.microsoft.com/office/drawing/2014/main" id="{746D1685-CCD2-F8E5-759D-D8E1CA4A3D25}"/>
                      </a:ext>
                    </a:extLst>
                  </p:cNvPr>
                  <p:cNvSpPr/>
                  <p:nvPr/>
                </p:nvSpPr>
                <p:spPr>
                  <a:xfrm>
                    <a:off x="1616510" y="4742507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1" name="Oval 2350">
                    <a:extLst>
                      <a:ext uri="{FF2B5EF4-FFF2-40B4-BE49-F238E27FC236}">
                        <a16:creationId xmlns:a16="http://schemas.microsoft.com/office/drawing/2014/main" id="{043CF439-FC48-B371-7269-456D085105EC}"/>
                      </a:ext>
                    </a:extLst>
                  </p:cNvPr>
                  <p:cNvSpPr/>
                  <p:nvPr/>
                </p:nvSpPr>
                <p:spPr>
                  <a:xfrm>
                    <a:off x="683441" y="4832423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2" name="Oval 2351">
                    <a:extLst>
                      <a:ext uri="{FF2B5EF4-FFF2-40B4-BE49-F238E27FC236}">
                        <a16:creationId xmlns:a16="http://schemas.microsoft.com/office/drawing/2014/main" id="{A53F2807-1BF3-3DD4-DA4C-A1BA0C14E34F}"/>
                      </a:ext>
                    </a:extLst>
                  </p:cNvPr>
                  <p:cNvSpPr/>
                  <p:nvPr/>
                </p:nvSpPr>
                <p:spPr>
                  <a:xfrm>
                    <a:off x="1643815" y="4595949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3" name="Oval 2352">
                    <a:extLst>
                      <a:ext uri="{FF2B5EF4-FFF2-40B4-BE49-F238E27FC236}">
                        <a16:creationId xmlns:a16="http://schemas.microsoft.com/office/drawing/2014/main" id="{03935079-5C68-A574-65FD-3BF39CDDF9D5}"/>
                      </a:ext>
                    </a:extLst>
                  </p:cNvPr>
                  <p:cNvSpPr/>
                  <p:nvPr/>
                </p:nvSpPr>
                <p:spPr>
                  <a:xfrm>
                    <a:off x="673916" y="4928435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4" name="Oval 2353">
                    <a:extLst>
                      <a:ext uri="{FF2B5EF4-FFF2-40B4-BE49-F238E27FC236}">
                        <a16:creationId xmlns:a16="http://schemas.microsoft.com/office/drawing/2014/main" id="{42389A72-A0CE-C3A2-7912-668C584DD810}"/>
                      </a:ext>
                    </a:extLst>
                  </p:cNvPr>
                  <p:cNvSpPr/>
                  <p:nvPr/>
                </p:nvSpPr>
                <p:spPr>
                  <a:xfrm>
                    <a:off x="1644450" y="4194121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5" name="Oval 2354">
                    <a:extLst>
                      <a:ext uri="{FF2B5EF4-FFF2-40B4-BE49-F238E27FC236}">
                        <a16:creationId xmlns:a16="http://schemas.microsoft.com/office/drawing/2014/main" id="{40313667-A63D-218F-E7CB-D1448685A870}"/>
                      </a:ext>
                    </a:extLst>
                  </p:cNvPr>
                  <p:cNvSpPr/>
                  <p:nvPr/>
                </p:nvSpPr>
                <p:spPr>
                  <a:xfrm>
                    <a:off x="696776" y="4482411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6" name="Oval 2355">
                    <a:extLst>
                      <a:ext uri="{FF2B5EF4-FFF2-40B4-BE49-F238E27FC236}">
                        <a16:creationId xmlns:a16="http://schemas.microsoft.com/office/drawing/2014/main" id="{DC33898A-89BE-FD31-2855-15A36032CF9C}"/>
                      </a:ext>
                    </a:extLst>
                  </p:cNvPr>
                  <p:cNvSpPr/>
                  <p:nvPr/>
                </p:nvSpPr>
                <p:spPr>
                  <a:xfrm>
                    <a:off x="903786" y="4844742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7" name="Oval 2356">
                    <a:extLst>
                      <a:ext uri="{FF2B5EF4-FFF2-40B4-BE49-F238E27FC236}">
                        <a16:creationId xmlns:a16="http://schemas.microsoft.com/office/drawing/2014/main" id="{BE39C595-A33B-2B06-D1C4-ADC5FE403F54}"/>
                      </a:ext>
                    </a:extLst>
                  </p:cNvPr>
                  <p:cNvSpPr/>
                  <p:nvPr/>
                </p:nvSpPr>
                <p:spPr>
                  <a:xfrm>
                    <a:off x="1632131" y="4660465"/>
                    <a:ext cx="36067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8" name="Oval 2357">
                    <a:extLst>
                      <a:ext uri="{FF2B5EF4-FFF2-40B4-BE49-F238E27FC236}">
                        <a16:creationId xmlns:a16="http://schemas.microsoft.com/office/drawing/2014/main" id="{85B8AC10-2C93-A703-0DF4-D674F25BA24C}"/>
                      </a:ext>
                    </a:extLst>
                  </p:cNvPr>
                  <p:cNvSpPr/>
                  <p:nvPr/>
                </p:nvSpPr>
                <p:spPr>
                  <a:xfrm>
                    <a:off x="697030" y="485439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59" name="Oval 2358">
                    <a:extLst>
                      <a:ext uri="{FF2B5EF4-FFF2-40B4-BE49-F238E27FC236}">
                        <a16:creationId xmlns:a16="http://schemas.microsoft.com/office/drawing/2014/main" id="{186A8839-CC70-FE4B-8E52-C59C2CADA364}"/>
                      </a:ext>
                    </a:extLst>
                  </p:cNvPr>
                  <p:cNvSpPr/>
                  <p:nvPr/>
                </p:nvSpPr>
                <p:spPr>
                  <a:xfrm>
                    <a:off x="1177852" y="4510224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60" name="Oval 2359">
                    <a:extLst>
                      <a:ext uri="{FF2B5EF4-FFF2-40B4-BE49-F238E27FC236}">
                        <a16:creationId xmlns:a16="http://schemas.microsoft.com/office/drawing/2014/main" id="{EFD157F6-02E3-35A3-9BB0-B3D056854633}"/>
                      </a:ext>
                    </a:extLst>
                  </p:cNvPr>
                  <p:cNvSpPr/>
                  <p:nvPr/>
                </p:nvSpPr>
                <p:spPr>
                  <a:xfrm>
                    <a:off x="897182" y="4692215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61" name="Oval 2360">
                    <a:extLst>
                      <a:ext uri="{FF2B5EF4-FFF2-40B4-BE49-F238E27FC236}">
                        <a16:creationId xmlns:a16="http://schemas.microsoft.com/office/drawing/2014/main" id="{0D810D2E-05B1-8715-327D-5B3D0A8D6F4D}"/>
                      </a:ext>
                    </a:extLst>
                  </p:cNvPr>
                  <p:cNvSpPr/>
                  <p:nvPr/>
                </p:nvSpPr>
                <p:spPr>
                  <a:xfrm>
                    <a:off x="914200" y="4852616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62" name="Oval 2361">
                    <a:extLst>
                      <a:ext uri="{FF2B5EF4-FFF2-40B4-BE49-F238E27FC236}">
                        <a16:creationId xmlns:a16="http://schemas.microsoft.com/office/drawing/2014/main" id="{14DD5167-298D-484E-B4D5-28C0031BA100}"/>
                      </a:ext>
                    </a:extLst>
                  </p:cNvPr>
                  <p:cNvSpPr/>
                  <p:nvPr/>
                </p:nvSpPr>
                <p:spPr>
                  <a:xfrm>
                    <a:off x="1397308" y="4538926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63" name="Oval 2362">
                    <a:extLst>
                      <a:ext uri="{FF2B5EF4-FFF2-40B4-BE49-F238E27FC236}">
                        <a16:creationId xmlns:a16="http://schemas.microsoft.com/office/drawing/2014/main" id="{B7988057-D5E5-5C62-A3F0-33A80952EF5D}"/>
                      </a:ext>
                    </a:extLst>
                  </p:cNvPr>
                  <p:cNvSpPr/>
                  <p:nvPr/>
                </p:nvSpPr>
                <p:spPr>
                  <a:xfrm>
                    <a:off x="934774" y="4728918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64" name="Oval 2363">
                    <a:extLst>
                      <a:ext uri="{FF2B5EF4-FFF2-40B4-BE49-F238E27FC236}">
                        <a16:creationId xmlns:a16="http://schemas.microsoft.com/office/drawing/2014/main" id="{661E0920-17A7-8341-CB5E-EB7DAADF8F56}"/>
                      </a:ext>
                    </a:extLst>
                  </p:cNvPr>
                  <p:cNvSpPr/>
                  <p:nvPr/>
                </p:nvSpPr>
                <p:spPr>
                  <a:xfrm>
                    <a:off x="898198" y="4460821"/>
                    <a:ext cx="36068" cy="3606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72" name="Freeform 2371">
                    <a:extLst>
                      <a:ext uri="{FF2B5EF4-FFF2-40B4-BE49-F238E27FC236}">
                        <a16:creationId xmlns:a16="http://schemas.microsoft.com/office/drawing/2014/main" id="{E778CFEC-867B-313D-BE11-D82DA480BDB5}"/>
                      </a:ext>
                    </a:extLst>
                  </p:cNvPr>
                  <p:cNvSpPr/>
                  <p:nvPr/>
                </p:nvSpPr>
                <p:spPr>
                  <a:xfrm>
                    <a:off x="550345" y="3668722"/>
                    <a:ext cx="12700" cy="1359153"/>
                  </a:xfrm>
                  <a:custGeom>
                    <a:avLst/>
                    <a:gdLst>
                      <a:gd name="csX0" fmla="*/ 0 w 12700"/>
                      <a:gd name="csY0" fmla="*/ 1359154 h 1359153"/>
                      <a:gd name="csX1" fmla="*/ 0 w 12700"/>
                      <a:gd name="csY1" fmla="*/ 0 h 135915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359153">
                        <a:moveTo>
                          <a:pt x="0" y="135915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73" name="TextBox 2372">
                    <a:extLst>
                      <a:ext uri="{FF2B5EF4-FFF2-40B4-BE49-F238E27FC236}">
                        <a16:creationId xmlns:a16="http://schemas.microsoft.com/office/drawing/2014/main" id="{F82C5FC3-4DF8-56A0-A9D6-E8285A72D388}"/>
                      </a:ext>
                    </a:extLst>
                  </p:cNvPr>
                  <p:cNvSpPr txBox="1"/>
                  <p:nvPr/>
                </p:nvSpPr>
                <p:spPr>
                  <a:xfrm>
                    <a:off x="174306" y="4919844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0.00</a:t>
                    </a:r>
                  </a:p>
                </p:txBody>
              </p:sp>
              <p:sp>
                <p:nvSpPr>
                  <p:cNvPr id="2374" name="TextBox 2373">
                    <a:extLst>
                      <a:ext uri="{FF2B5EF4-FFF2-40B4-BE49-F238E27FC236}">
                        <a16:creationId xmlns:a16="http://schemas.microsoft.com/office/drawing/2014/main" id="{B93A6E42-E060-365C-1E86-FC02D1365790}"/>
                      </a:ext>
                    </a:extLst>
                  </p:cNvPr>
                  <p:cNvSpPr txBox="1"/>
                  <p:nvPr/>
                </p:nvSpPr>
                <p:spPr>
                  <a:xfrm>
                    <a:off x="174306" y="4595486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0.25</a:t>
                    </a:r>
                  </a:p>
                </p:txBody>
              </p:sp>
              <p:sp>
                <p:nvSpPr>
                  <p:cNvPr id="2375" name="TextBox 2374">
                    <a:extLst>
                      <a:ext uri="{FF2B5EF4-FFF2-40B4-BE49-F238E27FC236}">
                        <a16:creationId xmlns:a16="http://schemas.microsoft.com/office/drawing/2014/main" id="{ADA0785B-A329-EC44-E1BF-C521EA94348F}"/>
                      </a:ext>
                    </a:extLst>
                  </p:cNvPr>
                  <p:cNvSpPr txBox="1"/>
                  <p:nvPr/>
                </p:nvSpPr>
                <p:spPr>
                  <a:xfrm>
                    <a:off x="174306" y="4271128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0.50</a:t>
                    </a:r>
                  </a:p>
                </p:txBody>
              </p:sp>
              <p:sp>
                <p:nvSpPr>
                  <p:cNvPr id="2376" name="TextBox 2375">
                    <a:extLst>
                      <a:ext uri="{FF2B5EF4-FFF2-40B4-BE49-F238E27FC236}">
                        <a16:creationId xmlns:a16="http://schemas.microsoft.com/office/drawing/2014/main" id="{A41AD562-7935-9382-C3FF-DB6BD8927711}"/>
                      </a:ext>
                    </a:extLst>
                  </p:cNvPr>
                  <p:cNvSpPr txBox="1"/>
                  <p:nvPr/>
                </p:nvSpPr>
                <p:spPr>
                  <a:xfrm>
                    <a:off x="174306" y="3946643"/>
                    <a:ext cx="409086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0.75</a:t>
                    </a:r>
                  </a:p>
                </p:txBody>
              </p:sp>
              <p:sp>
                <p:nvSpPr>
                  <p:cNvPr id="2378" name="Freeform 2377">
                    <a:extLst>
                      <a:ext uri="{FF2B5EF4-FFF2-40B4-BE49-F238E27FC236}">
                        <a16:creationId xmlns:a16="http://schemas.microsoft.com/office/drawing/2014/main" id="{F674EFC5-4CBF-2E09-4193-FE071C04B013}"/>
                      </a:ext>
                    </a:extLst>
                  </p:cNvPr>
                  <p:cNvSpPr/>
                  <p:nvPr/>
                </p:nvSpPr>
                <p:spPr>
                  <a:xfrm>
                    <a:off x="515548" y="502673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79" name="Freeform 2378">
                    <a:extLst>
                      <a:ext uri="{FF2B5EF4-FFF2-40B4-BE49-F238E27FC236}">
                        <a16:creationId xmlns:a16="http://schemas.microsoft.com/office/drawing/2014/main" id="{E17B214E-10BC-82B7-F124-BABFE31DF099}"/>
                      </a:ext>
                    </a:extLst>
                  </p:cNvPr>
                  <p:cNvSpPr/>
                  <p:nvPr/>
                </p:nvSpPr>
                <p:spPr>
                  <a:xfrm>
                    <a:off x="515548" y="4702375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80" name="Freeform 2379">
                    <a:extLst>
                      <a:ext uri="{FF2B5EF4-FFF2-40B4-BE49-F238E27FC236}">
                        <a16:creationId xmlns:a16="http://schemas.microsoft.com/office/drawing/2014/main" id="{8B53067F-FFF0-7F42-37EB-4B4BA2807098}"/>
                      </a:ext>
                    </a:extLst>
                  </p:cNvPr>
                  <p:cNvSpPr/>
                  <p:nvPr/>
                </p:nvSpPr>
                <p:spPr>
                  <a:xfrm>
                    <a:off x="515548" y="4378017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81" name="Freeform 2380">
                    <a:extLst>
                      <a:ext uri="{FF2B5EF4-FFF2-40B4-BE49-F238E27FC236}">
                        <a16:creationId xmlns:a16="http://schemas.microsoft.com/office/drawing/2014/main" id="{C42C656A-C0F6-F613-27EA-118C5591B4A4}"/>
                      </a:ext>
                    </a:extLst>
                  </p:cNvPr>
                  <p:cNvSpPr/>
                  <p:nvPr/>
                </p:nvSpPr>
                <p:spPr>
                  <a:xfrm>
                    <a:off x="515548" y="4053531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83" name="Freeform 2382">
                    <a:extLst>
                      <a:ext uri="{FF2B5EF4-FFF2-40B4-BE49-F238E27FC236}">
                        <a16:creationId xmlns:a16="http://schemas.microsoft.com/office/drawing/2014/main" id="{3673CE87-17D7-8C3D-EC09-5783872D2DAC}"/>
                      </a:ext>
                    </a:extLst>
                  </p:cNvPr>
                  <p:cNvSpPr/>
                  <p:nvPr/>
                </p:nvSpPr>
                <p:spPr>
                  <a:xfrm>
                    <a:off x="550345" y="5027876"/>
                    <a:ext cx="1245362" cy="12700"/>
                  </a:xfrm>
                  <a:custGeom>
                    <a:avLst/>
                    <a:gdLst>
                      <a:gd name="csX0" fmla="*/ 0 w 1245362"/>
                      <a:gd name="csY0" fmla="*/ 0 h 12700"/>
                      <a:gd name="csX1" fmla="*/ 1245362 w 124536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45362" h="12700">
                        <a:moveTo>
                          <a:pt x="0" y="0"/>
                        </a:moveTo>
                        <a:lnTo>
                          <a:pt x="124536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2400"/>
                  </a:p>
                </p:txBody>
              </p:sp>
              <p:sp>
                <p:nvSpPr>
                  <p:cNvPr id="2395" name="TextBox 2394">
                    <a:extLst>
                      <a:ext uri="{FF2B5EF4-FFF2-40B4-BE49-F238E27FC236}">
                        <a16:creationId xmlns:a16="http://schemas.microsoft.com/office/drawing/2014/main" id="{620E7A32-0DAE-9F3B-96DF-DDFEA7D2F0E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-290841" y="4225189"/>
                    <a:ext cx="81625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Expression</a:t>
                    </a:r>
                  </a:p>
                </p:txBody>
              </p:sp>
            </p:grpSp>
            <p:sp>
              <p:nvSpPr>
                <p:cNvPr id="2564" name="TextBox 2563">
                  <a:extLst>
                    <a:ext uri="{FF2B5EF4-FFF2-40B4-BE49-F238E27FC236}">
                      <a16:creationId xmlns:a16="http://schemas.microsoft.com/office/drawing/2014/main" id="{3C4B7193-7EF4-755F-7127-C5BFF088ACA6}"/>
                    </a:ext>
                  </a:extLst>
                </p:cNvPr>
                <p:cNvSpPr txBox="1"/>
                <p:nvPr/>
              </p:nvSpPr>
              <p:spPr>
                <a:xfrm>
                  <a:off x="553191" y="3101675"/>
                  <a:ext cx="1366945" cy="188911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ctr"/>
                  <a:r>
                    <a:rPr lang="en-US" sz="66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Main effect q &gt; 0.05</a:t>
                  </a:r>
                </a:p>
              </p:txBody>
            </p:sp>
          </p:grpSp>
        </p:grpSp>
        <p:sp>
          <p:nvSpPr>
            <p:cNvPr id="2569" name="TextBox 2568">
              <a:extLst>
                <a:ext uri="{FF2B5EF4-FFF2-40B4-BE49-F238E27FC236}">
                  <a16:creationId xmlns:a16="http://schemas.microsoft.com/office/drawing/2014/main" id="{BD6680FA-CD23-7BBB-7318-3399945DEE43}"/>
                </a:ext>
              </a:extLst>
            </p:cNvPr>
            <p:cNvSpPr txBox="1"/>
            <p:nvPr/>
          </p:nvSpPr>
          <p:spPr>
            <a:xfrm>
              <a:off x="616451" y="2878676"/>
              <a:ext cx="5013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spc="0" baseline="0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cckb</a:t>
              </a:r>
              <a:endParaRPr lang="en-US" sz="1200" i="1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grpSp>
        <p:nvGrpSpPr>
          <p:cNvPr id="2798" name="Group 2797">
            <a:extLst>
              <a:ext uri="{FF2B5EF4-FFF2-40B4-BE49-F238E27FC236}">
                <a16:creationId xmlns:a16="http://schemas.microsoft.com/office/drawing/2014/main" id="{94C0402D-361C-051A-B7FB-3A9ED8C668C5}"/>
              </a:ext>
            </a:extLst>
          </p:cNvPr>
          <p:cNvGrpSpPr/>
          <p:nvPr/>
        </p:nvGrpSpPr>
        <p:grpSpPr>
          <a:xfrm>
            <a:off x="204855" y="4625227"/>
            <a:ext cx="5519990" cy="1555234"/>
            <a:chOff x="72503" y="4288047"/>
            <a:chExt cx="5519990" cy="1555234"/>
          </a:xfrm>
        </p:grpSpPr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8403C197-8050-3DB5-497B-28EA9BD0B32F}"/>
                </a:ext>
              </a:extLst>
            </p:cNvPr>
            <p:cNvGrpSpPr/>
            <p:nvPr/>
          </p:nvGrpSpPr>
          <p:grpSpPr>
            <a:xfrm>
              <a:off x="72503" y="4288047"/>
              <a:ext cx="1761077" cy="1555234"/>
              <a:chOff x="165831" y="4931870"/>
              <a:chExt cx="1761077" cy="1555234"/>
            </a:xfrm>
          </p:grpSpPr>
          <p:sp>
            <p:nvSpPr>
              <p:cNvPr id="2584" name="Rectangle 2583">
                <a:extLst>
                  <a:ext uri="{FF2B5EF4-FFF2-40B4-BE49-F238E27FC236}">
                    <a16:creationId xmlns:a16="http://schemas.microsoft.com/office/drawing/2014/main" id="{CD08F167-0873-D901-71C8-7190126D5E94}"/>
                  </a:ext>
                </a:extLst>
              </p:cNvPr>
              <p:cNvSpPr/>
              <p:nvPr/>
            </p:nvSpPr>
            <p:spPr>
              <a:xfrm>
                <a:off x="718630" y="5029909"/>
                <a:ext cx="1208278" cy="1359154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85" name="Freeform 2584">
                <a:extLst>
                  <a:ext uri="{FF2B5EF4-FFF2-40B4-BE49-F238E27FC236}">
                    <a16:creationId xmlns:a16="http://schemas.microsoft.com/office/drawing/2014/main" id="{6B9F6FE7-C1EB-B3D1-BCCE-8135D8C8BBA0}"/>
                  </a:ext>
                </a:extLst>
              </p:cNvPr>
              <p:cNvSpPr/>
              <p:nvPr/>
            </p:nvSpPr>
            <p:spPr>
              <a:xfrm>
                <a:off x="858076" y="5797370"/>
                <a:ext cx="12700" cy="100711"/>
              </a:xfrm>
              <a:custGeom>
                <a:avLst/>
                <a:gdLst>
                  <a:gd name="csX0" fmla="*/ 0 w 12700"/>
                  <a:gd name="csY0" fmla="*/ 100711 h 100711"/>
                  <a:gd name="csX1" fmla="*/ 0 w 12700"/>
                  <a:gd name="csY1" fmla="*/ 0 h 1007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0711">
                    <a:moveTo>
                      <a:pt x="0" y="100711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86" name="Freeform 2585">
                <a:extLst>
                  <a:ext uri="{FF2B5EF4-FFF2-40B4-BE49-F238E27FC236}">
                    <a16:creationId xmlns:a16="http://schemas.microsoft.com/office/drawing/2014/main" id="{2D62008A-8579-5078-F968-2D0BF55959D8}"/>
                  </a:ext>
                </a:extLst>
              </p:cNvPr>
              <p:cNvSpPr/>
              <p:nvPr/>
            </p:nvSpPr>
            <p:spPr>
              <a:xfrm>
                <a:off x="858076" y="6053529"/>
                <a:ext cx="12700" cy="42164"/>
              </a:xfrm>
              <a:custGeom>
                <a:avLst/>
                <a:gdLst>
                  <a:gd name="csX0" fmla="*/ 0 w 12700"/>
                  <a:gd name="csY0" fmla="*/ 0 h 42164"/>
                  <a:gd name="csX1" fmla="*/ 0 w 12700"/>
                  <a:gd name="csY1" fmla="*/ 42164 h 421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2164">
                    <a:moveTo>
                      <a:pt x="0" y="0"/>
                    </a:moveTo>
                    <a:lnTo>
                      <a:pt x="0" y="4216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87" name="Freeform 2586">
                <a:extLst>
                  <a:ext uri="{FF2B5EF4-FFF2-40B4-BE49-F238E27FC236}">
                    <a16:creationId xmlns:a16="http://schemas.microsoft.com/office/drawing/2014/main" id="{FAE56A0F-4EA7-E716-5FDF-7CA587EEDD00}"/>
                  </a:ext>
                </a:extLst>
              </p:cNvPr>
              <p:cNvSpPr/>
              <p:nvPr/>
            </p:nvSpPr>
            <p:spPr>
              <a:xfrm>
                <a:off x="788352" y="5898080"/>
                <a:ext cx="139319" cy="155448"/>
              </a:xfrm>
              <a:custGeom>
                <a:avLst/>
                <a:gdLst>
                  <a:gd name="csX0" fmla="*/ 0 w 139319"/>
                  <a:gd name="csY0" fmla="*/ 0 h 155448"/>
                  <a:gd name="csX1" fmla="*/ 0 w 139319"/>
                  <a:gd name="csY1" fmla="*/ 155448 h 155448"/>
                  <a:gd name="csX2" fmla="*/ 139319 w 139319"/>
                  <a:gd name="csY2" fmla="*/ 155448 h 155448"/>
                  <a:gd name="csX3" fmla="*/ 139319 w 139319"/>
                  <a:gd name="csY3" fmla="*/ 0 h 155448"/>
                  <a:gd name="csX4" fmla="*/ 0 w 139319"/>
                  <a:gd name="csY4" fmla="*/ 0 h 1554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9319" h="155448">
                    <a:moveTo>
                      <a:pt x="0" y="0"/>
                    </a:moveTo>
                    <a:lnTo>
                      <a:pt x="0" y="155448"/>
                    </a:lnTo>
                    <a:lnTo>
                      <a:pt x="139319" y="155448"/>
                    </a:lnTo>
                    <a:lnTo>
                      <a:pt x="13931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88" name="Freeform 2587">
                <a:extLst>
                  <a:ext uri="{FF2B5EF4-FFF2-40B4-BE49-F238E27FC236}">
                    <a16:creationId xmlns:a16="http://schemas.microsoft.com/office/drawing/2014/main" id="{632D9432-E310-8C4F-97E1-060195BE93F7}"/>
                  </a:ext>
                </a:extLst>
              </p:cNvPr>
              <p:cNvSpPr/>
              <p:nvPr/>
            </p:nvSpPr>
            <p:spPr>
              <a:xfrm>
                <a:off x="788353" y="5918528"/>
                <a:ext cx="139319" cy="12700"/>
              </a:xfrm>
              <a:custGeom>
                <a:avLst/>
                <a:gdLst>
                  <a:gd name="csX0" fmla="*/ 0 w 139319"/>
                  <a:gd name="csY0" fmla="*/ 0 h 12700"/>
                  <a:gd name="csX1" fmla="*/ 139319 w 13931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9319" h="12700">
                    <a:moveTo>
                      <a:pt x="0" y="0"/>
                    </a:moveTo>
                    <a:lnTo>
                      <a:pt x="139319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89" name="Freeform 2588">
                <a:extLst>
                  <a:ext uri="{FF2B5EF4-FFF2-40B4-BE49-F238E27FC236}">
                    <a16:creationId xmlns:a16="http://schemas.microsoft.com/office/drawing/2014/main" id="{39573392-C38B-40FC-ECBB-38FC8D8E3A2A}"/>
                  </a:ext>
                </a:extLst>
              </p:cNvPr>
              <p:cNvSpPr/>
              <p:nvPr/>
            </p:nvSpPr>
            <p:spPr>
              <a:xfrm>
                <a:off x="1090359" y="5721424"/>
                <a:ext cx="12700" cy="96011"/>
              </a:xfrm>
              <a:custGeom>
                <a:avLst/>
                <a:gdLst>
                  <a:gd name="csX0" fmla="*/ 0 w 12700"/>
                  <a:gd name="csY0" fmla="*/ 96012 h 96011"/>
                  <a:gd name="csX1" fmla="*/ 0 w 12700"/>
                  <a:gd name="csY1" fmla="*/ 0 h 960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6011">
                    <a:moveTo>
                      <a:pt x="0" y="96012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0" name="Freeform 2589">
                <a:extLst>
                  <a:ext uri="{FF2B5EF4-FFF2-40B4-BE49-F238E27FC236}">
                    <a16:creationId xmlns:a16="http://schemas.microsoft.com/office/drawing/2014/main" id="{B87D120D-36BE-94CC-0259-59AF1329108B}"/>
                  </a:ext>
                </a:extLst>
              </p:cNvPr>
              <p:cNvSpPr/>
              <p:nvPr/>
            </p:nvSpPr>
            <p:spPr>
              <a:xfrm>
                <a:off x="1090359" y="5946087"/>
                <a:ext cx="12700" cy="165353"/>
              </a:xfrm>
              <a:custGeom>
                <a:avLst/>
                <a:gdLst>
                  <a:gd name="csX0" fmla="*/ 0 w 12700"/>
                  <a:gd name="csY0" fmla="*/ 0 h 165353"/>
                  <a:gd name="csX1" fmla="*/ 0 w 12700"/>
                  <a:gd name="csY1" fmla="*/ 165354 h 165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65353">
                    <a:moveTo>
                      <a:pt x="0" y="0"/>
                    </a:moveTo>
                    <a:lnTo>
                      <a:pt x="0" y="16535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1" name="Freeform 2590">
                <a:extLst>
                  <a:ext uri="{FF2B5EF4-FFF2-40B4-BE49-F238E27FC236}">
                    <a16:creationId xmlns:a16="http://schemas.microsoft.com/office/drawing/2014/main" id="{4D9D0838-8C56-82B9-95DE-F158CAF8CE11}"/>
                  </a:ext>
                </a:extLst>
              </p:cNvPr>
              <p:cNvSpPr/>
              <p:nvPr/>
            </p:nvSpPr>
            <p:spPr>
              <a:xfrm>
                <a:off x="1020636" y="5817435"/>
                <a:ext cx="139445" cy="128651"/>
              </a:xfrm>
              <a:custGeom>
                <a:avLst/>
                <a:gdLst>
                  <a:gd name="csX0" fmla="*/ 0 w 139445"/>
                  <a:gd name="csY0" fmla="*/ 0 h 128651"/>
                  <a:gd name="csX1" fmla="*/ 0 w 139445"/>
                  <a:gd name="csY1" fmla="*/ 128651 h 128651"/>
                  <a:gd name="csX2" fmla="*/ 139446 w 139445"/>
                  <a:gd name="csY2" fmla="*/ 128651 h 128651"/>
                  <a:gd name="csX3" fmla="*/ 139446 w 139445"/>
                  <a:gd name="csY3" fmla="*/ 0 h 128651"/>
                  <a:gd name="csX4" fmla="*/ 0 w 139445"/>
                  <a:gd name="csY4" fmla="*/ 0 h 1286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9445" h="128651">
                    <a:moveTo>
                      <a:pt x="0" y="0"/>
                    </a:moveTo>
                    <a:lnTo>
                      <a:pt x="0" y="128651"/>
                    </a:lnTo>
                    <a:lnTo>
                      <a:pt x="139446" y="128651"/>
                    </a:lnTo>
                    <a:lnTo>
                      <a:pt x="13944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2" name="Freeform 2591">
                <a:extLst>
                  <a:ext uri="{FF2B5EF4-FFF2-40B4-BE49-F238E27FC236}">
                    <a16:creationId xmlns:a16="http://schemas.microsoft.com/office/drawing/2014/main" id="{762D6633-23D2-8344-542E-545C5C746495}"/>
                  </a:ext>
                </a:extLst>
              </p:cNvPr>
              <p:cNvSpPr/>
              <p:nvPr/>
            </p:nvSpPr>
            <p:spPr>
              <a:xfrm>
                <a:off x="1020636" y="5884746"/>
                <a:ext cx="139446" cy="12700"/>
              </a:xfrm>
              <a:custGeom>
                <a:avLst/>
                <a:gdLst>
                  <a:gd name="csX0" fmla="*/ 0 w 139446"/>
                  <a:gd name="csY0" fmla="*/ 0 h 12700"/>
                  <a:gd name="csX1" fmla="*/ 139446 w 13944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9446" h="12700">
                    <a:moveTo>
                      <a:pt x="0" y="0"/>
                    </a:moveTo>
                    <a:lnTo>
                      <a:pt x="13944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3" name="Freeform 2592">
                <a:extLst>
                  <a:ext uri="{FF2B5EF4-FFF2-40B4-BE49-F238E27FC236}">
                    <a16:creationId xmlns:a16="http://schemas.microsoft.com/office/drawing/2014/main" id="{4E96B37A-AED8-BC3F-165A-682B13265762}"/>
                  </a:ext>
                </a:extLst>
              </p:cNvPr>
              <p:cNvSpPr/>
              <p:nvPr/>
            </p:nvSpPr>
            <p:spPr>
              <a:xfrm>
                <a:off x="1322769" y="5634302"/>
                <a:ext cx="12700" cy="19684"/>
              </a:xfrm>
              <a:custGeom>
                <a:avLst/>
                <a:gdLst>
                  <a:gd name="csX0" fmla="*/ 0 w 12700"/>
                  <a:gd name="csY0" fmla="*/ 19685 h 19684"/>
                  <a:gd name="csX1" fmla="*/ 0 w 12700"/>
                  <a:gd name="csY1" fmla="*/ 0 h 196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684">
                    <a:moveTo>
                      <a:pt x="0" y="19685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4" name="Freeform 2593">
                <a:extLst>
                  <a:ext uri="{FF2B5EF4-FFF2-40B4-BE49-F238E27FC236}">
                    <a16:creationId xmlns:a16="http://schemas.microsoft.com/office/drawing/2014/main" id="{56CA833C-87E0-DEF5-1425-255499169582}"/>
                  </a:ext>
                </a:extLst>
              </p:cNvPr>
              <p:cNvSpPr/>
              <p:nvPr/>
            </p:nvSpPr>
            <p:spPr>
              <a:xfrm>
                <a:off x="1322769" y="5693230"/>
                <a:ext cx="12700" cy="19684"/>
              </a:xfrm>
              <a:custGeom>
                <a:avLst/>
                <a:gdLst>
                  <a:gd name="csX0" fmla="*/ 0 w 12700"/>
                  <a:gd name="csY0" fmla="*/ 0 h 19684"/>
                  <a:gd name="csX1" fmla="*/ 0 w 12700"/>
                  <a:gd name="csY1" fmla="*/ 19685 h 196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684">
                    <a:moveTo>
                      <a:pt x="0" y="0"/>
                    </a:moveTo>
                    <a:lnTo>
                      <a:pt x="0" y="19685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5" name="Freeform 2594">
                <a:extLst>
                  <a:ext uri="{FF2B5EF4-FFF2-40B4-BE49-F238E27FC236}">
                    <a16:creationId xmlns:a16="http://schemas.microsoft.com/office/drawing/2014/main" id="{302304F0-9822-2FC9-2A1B-56576A0EA828}"/>
                  </a:ext>
                </a:extLst>
              </p:cNvPr>
              <p:cNvSpPr/>
              <p:nvPr/>
            </p:nvSpPr>
            <p:spPr>
              <a:xfrm>
                <a:off x="1253045" y="5653986"/>
                <a:ext cx="139446" cy="39243"/>
              </a:xfrm>
              <a:custGeom>
                <a:avLst/>
                <a:gdLst>
                  <a:gd name="csX0" fmla="*/ 0 w 139446"/>
                  <a:gd name="csY0" fmla="*/ 0 h 39243"/>
                  <a:gd name="csX1" fmla="*/ 0 w 139446"/>
                  <a:gd name="csY1" fmla="*/ 39243 h 39243"/>
                  <a:gd name="csX2" fmla="*/ 139446 w 139446"/>
                  <a:gd name="csY2" fmla="*/ 39243 h 39243"/>
                  <a:gd name="csX3" fmla="*/ 139446 w 139446"/>
                  <a:gd name="csY3" fmla="*/ 0 h 39243"/>
                  <a:gd name="csX4" fmla="*/ 0 w 139446"/>
                  <a:gd name="csY4" fmla="*/ 0 h 392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9446" h="39243">
                    <a:moveTo>
                      <a:pt x="0" y="0"/>
                    </a:moveTo>
                    <a:lnTo>
                      <a:pt x="0" y="39243"/>
                    </a:lnTo>
                    <a:lnTo>
                      <a:pt x="139446" y="39243"/>
                    </a:lnTo>
                    <a:lnTo>
                      <a:pt x="13944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6" name="Freeform 2595">
                <a:extLst>
                  <a:ext uri="{FF2B5EF4-FFF2-40B4-BE49-F238E27FC236}">
                    <a16:creationId xmlns:a16="http://schemas.microsoft.com/office/drawing/2014/main" id="{4CC8C743-B797-27C4-445D-3146DF8824B6}"/>
                  </a:ext>
                </a:extLst>
              </p:cNvPr>
              <p:cNvSpPr/>
              <p:nvPr/>
            </p:nvSpPr>
            <p:spPr>
              <a:xfrm>
                <a:off x="1253046" y="5673672"/>
                <a:ext cx="139446" cy="12700"/>
              </a:xfrm>
              <a:custGeom>
                <a:avLst/>
                <a:gdLst>
                  <a:gd name="csX0" fmla="*/ 0 w 139446"/>
                  <a:gd name="csY0" fmla="*/ 0 h 12700"/>
                  <a:gd name="csX1" fmla="*/ 139446 w 13944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9446" h="12700">
                    <a:moveTo>
                      <a:pt x="0" y="0"/>
                    </a:moveTo>
                    <a:lnTo>
                      <a:pt x="13944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7" name="Freeform 2596">
                <a:extLst>
                  <a:ext uri="{FF2B5EF4-FFF2-40B4-BE49-F238E27FC236}">
                    <a16:creationId xmlns:a16="http://schemas.microsoft.com/office/drawing/2014/main" id="{FACDDF0B-5111-00C1-A639-A265FF8651B2}"/>
                  </a:ext>
                </a:extLst>
              </p:cNvPr>
              <p:cNvSpPr/>
              <p:nvPr/>
            </p:nvSpPr>
            <p:spPr>
              <a:xfrm>
                <a:off x="1787462" y="5573596"/>
                <a:ext cx="12700" cy="74676"/>
              </a:xfrm>
              <a:custGeom>
                <a:avLst/>
                <a:gdLst>
                  <a:gd name="csX0" fmla="*/ 0 w 12700"/>
                  <a:gd name="csY0" fmla="*/ 74676 h 74676"/>
                  <a:gd name="csX1" fmla="*/ 0 w 12700"/>
                  <a:gd name="csY1" fmla="*/ 0 h 74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4676">
                    <a:moveTo>
                      <a:pt x="0" y="74676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8" name="Freeform 2597">
                <a:extLst>
                  <a:ext uri="{FF2B5EF4-FFF2-40B4-BE49-F238E27FC236}">
                    <a16:creationId xmlns:a16="http://schemas.microsoft.com/office/drawing/2014/main" id="{25612C9E-4F91-152E-83E7-82D960DCFD30}"/>
                  </a:ext>
                </a:extLst>
              </p:cNvPr>
              <p:cNvSpPr/>
              <p:nvPr/>
            </p:nvSpPr>
            <p:spPr>
              <a:xfrm>
                <a:off x="1787462" y="5826834"/>
                <a:ext cx="12700" cy="49529"/>
              </a:xfrm>
              <a:custGeom>
                <a:avLst/>
                <a:gdLst>
                  <a:gd name="csX0" fmla="*/ 0 w 12700"/>
                  <a:gd name="csY0" fmla="*/ 0 h 49529"/>
                  <a:gd name="csX1" fmla="*/ 0 w 12700"/>
                  <a:gd name="csY1" fmla="*/ 49530 h 495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9529">
                    <a:moveTo>
                      <a:pt x="0" y="0"/>
                    </a:moveTo>
                    <a:lnTo>
                      <a:pt x="0" y="4953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599" name="Freeform 2598">
                <a:extLst>
                  <a:ext uri="{FF2B5EF4-FFF2-40B4-BE49-F238E27FC236}">
                    <a16:creationId xmlns:a16="http://schemas.microsoft.com/office/drawing/2014/main" id="{5DFF8A8E-E0D4-3076-3798-9A1371EC5905}"/>
                  </a:ext>
                </a:extLst>
              </p:cNvPr>
              <p:cNvSpPr/>
              <p:nvPr/>
            </p:nvSpPr>
            <p:spPr>
              <a:xfrm>
                <a:off x="1717739" y="5648271"/>
                <a:ext cx="139445" cy="178562"/>
              </a:xfrm>
              <a:custGeom>
                <a:avLst/>
                <a:gdLst>
                  <a:gd name="csX0" fmla="*/ 0 w 139445"/>
                  <a:gd name="csY0" fmla="*/ 0 h 178562"/>
                  <a:gd name="csX1" fmla="*/ 0 w 139445"/>
                  <a:gd name="csY1" fmla="*/ 178562 h 178562"/>
                  <a:gd name="csX2" fmla="*/ 139446 w 139445"/>
                  <a:gd name="csY2" fmla="*/ 178562 h 178562"/>
                  <a:gd name="csX3" fmla="*/ 139446 w 139445"/>
                  <a:gd name="csY3" fmla="*/ 0 h 178562"/>
                  <a:gd name="csX4" fmla="*/ 0 w 139445"/>
                  <a:gd name="csY4" fmla="*/ 0 h 178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9445" h="178562">
                    <a:moveTo>
                      <a:pt x="0" y="0"/>
                    </a:moveTo>
                    <a:lnTo>
                      <a:pt x="0" y="178562"/>
                    </a:lnTo>
                    <a:lnTo>
                      <a:pt x="139446" y="178562"/>
                    </a:lnTo>
                    <a:lnTo>
                      <a:pt x="13944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0" name="Freeform 2599">
                <a:extLst>
                  <a:ext uri="{FF2B5EF4-FFF2-40B4-BE49-F238E27FC236}">
                    <a16:creationId xmlns:a16="http://schemas.microsoft.com/office/drawing/2014/main" id="{45B2969D-AEE0-BF2C-1897-0E8E447AE3CB}"/>
                  </a:ext>
                </a:extLst>
              </p:cNvPr>
              <p:cNvSpPr/>
              <p:nvPr/>
            </p:nvSpPr>
            <p:spPr>
              <a:xfrm>
                <a:off x="1717739" y="5733616"/>
                <a:ext cx="139446" cy="12700"/>
              </a:xfrm>
              <a:custGeom>
                <a:avLst/>
                <a:gdLst>
                  <a:gd name="csX0" fmla="*/ 0 w 139446"/>
                  <a:gd name="csY0" fmla="*/ 0 h 12700"/>
                  <a:gd name="csX1" fmla="*/ 139446 w 13944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9446" h="12700">
                    <a:moveTo>
                      <a:pt x="0" y="0"/>
                    </a:moveTo>
                    <a:lnTo>
                      <a:pt x="13944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1" name="Oval 2600">
                <a:extLst>
                  <a:ext uri="{FF2B5EF4-FFF2-40B4-BE49-F238E27FC236}">
                    <a16:creationId xmlns:a16="http://schemas.microsoft.com/office/drawing/2014/main" id="{BF3CC88F-BCE5-F81E-9BCB-5D57FF3346C4}"/>
                  </a:ext>
                </a:extLst>
              </p:cNvPr>
              <p:cNvSpPr/>
              <p:nvPr/>
            </p:nvSpPr>
            <p:spPr>
              <a:xfrm>
                <a:off x="859219" y="628936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2" name="Oval 2601">
                <a:extLst>
                  <a:ext uri="{FF2B5EF4-FFF2-40B4-BE49-F238E27FC236}">
                    <a16:creationId xmlns:a16="http://schemas.microsoft.com/office/drawing/2014/main" id="{093BE7BD-6A6B-465A-CE5F-BEC5E29DA821}"/>
                  </a:ext>
                </a:extLst>
              </p:cNvPr>
              <p:cNvSpPr/>
              <p:nvPr/>
            </p:nvSpPr>
            <p:spPr>
              <a:xfrm>
                <a:off x="860235" y="589198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3" name="Oval 2602">
                <a:extLst>
                  <a:ext uri="{FF2B5EF4-FFF2-40B4-BE49-F238E27FC236}">
                    <a16:creationId xmlns:a16="http://schemas.microsoft.com/office/drawing/2014/main" id="{C72EAE73-2691-0B43-0293-E5B2DE826432}"/>
                  </a:ext>
                </a:extLst>
              </p:cNvPr>
              <p:cNvSpPr/>
              <p:nvPr/>
            </p:nvSpPr>
            <p:spPr>
              <a:xfrm>
                <a:off x="830009" y="577946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4" name="Oval 2603">
                <a:extLst>
                  <a:ext uri="{FF2B5EF4-FFF2-40B4-BE49-F238E27FC236}">
                    <a16:creationId xmlns:a16="http://schemas.microsoft.com/office/drawing/2014/main" id="{1630D113-14ED-B2B9-DE44-88C9194F3A2E}"/>
                  </a:ext>
                </a:extLst>
              </p:cNvPr>
              <p:cNvSpPr/>
              <p:nvPr/>
            </p:nvSpPr>
            <p:spPr>
              <a:xfrm>
                <a:off x="855282" y="587598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D6A812F8-F14D-CF37-4CB4-5F72F878EC3B}"/>
                  </a:ext>
                </a:extLst>
              </p:cNvPr>
              <p:cNvSpPr/>
              <p:nvPr/>
            </p:nvSpPr>
            <p:spPr>
              <a:xfrm>
                <a:off x="846519" y="590887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6" name="Oval 2605">
                <a:extLst>
                  <a:ext uri="{FF2B5EF4-FFF2-40B4-BE49-F238E27FC236}">
                    <a16:creationId xmlns:a16="http://schemas.microsoft.com/office/drawing/2014/main" id="{6B7F31A2-FAA1-B684-4B95-98DC0129B79F}"/>
                  </a:ext>
                </a:extLst>
              </p:cNvPr>
              <p:cNvSpPr/>
              <p:nvPr/>
            </p:nvSpPr>
            <p:spPr>
              <a:xfrm>
                <a:off x="840931" y="607753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7" name="Oval 2606">
                <a:extLst>
                  <a:ext uri="{FF2B5EF4-FFF2-40B4-BE49-F238E27FC236}">
                    <a16:creationId xmlns:a16="http://schemas.microsoft.com/office/drawing/2014/main" id="{90E4B1DA-6151-435A-519D-1AD9AE684FCA}"/>
                  </a:ext>
                </a:extLst>
              </p:cNvPr>
              <p:cNvSpPr/>
              <p:nvPr/>
            </p:nvSpPr>
            <p:spPr>
              <a:xfrm>
                <a:off x="1083374" y="586683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8" name="Oval 2607">
                <a:extLst>
                  <a:ext uri="{FF2B5EF4-FFF2-40B4-BE49-F238E27FC236}">
                    <a16:creationId xmlns:a16="http://schemas.microsoft.com/office/drawing/2014/main" id="{4265DADC-8E8E-A603-48BF-63896A250258}"/>
                  </a:ext>
                </a:extLst>
              </p:cNvPr>
              <p:cNvSpPr/>
              <p:nvPr/>
            </p:nvSpPr>
            <p:spPr>
              <a:xfrm>
                <a:off x="1055434" y="5749999"/>
                <a:ext cx="36068" cy="36067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09" name="Oval 2608">
                <a:extLst>
                  <a:ext uri="{FF2B5EF4-FFF2-40B4-BE49-F238E27FC236}">
                    <a16:creationId xmlns:a16="http://schemas.microsoft.com/office/drawing/2014/main" id="{24C40ABF-B492-0E2D-45E6-2F505F81B4E0}"/>
                  </a:ext>
                </a:extLst>
              </p:cNvPr>
              <p:cNvSpPr/>
              <p:nvPr/>
            </p:nvSpPr>
            <p:spPr>
              <a:xfrm>
                <a:off x="1079691" y="584855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0" name="Oval 2609">
                <a:extLst>
                  <a:ext uri="{FF2B5EF4-FFF2-40B4-BE49-F238E27FC236}">
                    <a16:creationId xmlns:a16="http://schemas.microsoft.com/office/drawing/2014/main" id="{A4E43273-D873-A546-3B29-DB650A72C68F}"/>
                  </a:ext>
                </a:extLst>
              </p:cNvPr>
              <p:cNvSpPr/>
              <p:nvPr/>
            </p:nvSpPr>
            <p:spPr>
              <a:xfrm>
                <a:off x="1081850" y="609328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1" name="Oval 2610">
                <a:extLst>
                  <a:ext uri="{FF2B5EF4-FFF2-40B4-BE49-F238E27FC236}">
                    <a16:creationId xmlns:a16="http://schemas.microsoft.com/office/drawing/2014/main" id="{A3A55B32-F5DB-6D45-A2F3-D0B6A317DEC4}"/>
                  </a:ext>
                </a:extLst>
              </p:cNvPr>
              <p:cNvSpPr/>
              <p:nvPr/>
            </p:nvSpPr>
            <p:spPr>
              <a:xfrm>
                <a:off x="1070420" y="57033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67B3EC6E-D18D-D2F4-AA6F-AF1806F406CA}"/>
                  </a:ext>
                </a:extLst>
              </p:cNvPr>
              <p:cNvSpPr/>
              <p:nvPr/>
            </p:nvSpPr>
            <p:spPr>
              <a:xfrm>
                <a:off x="1082485" y="598317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3" name="Oval 2612">
                <a:extLst>
                  <a:ext uri="{FF2B5EF4-FFF2-40B4-BE49-F238E27FC236}">
                    <a16:creationId xmlns:a16="http://schemas.microsoft.com/office/drawing/2014/main" id="{C57D8225-8A06-F16F-F95F-7E9F731F4248}"/>
                  </a:ext>
                </a:extLst>
              </p:cNvPr>
              <p:cNvSpPr/>
              <p:nvPr/>
            </p:nvSpPr>
            <p:spPr>
              <a:xfrm>
                <a:off x="1092518" y="587318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4" name="Oval 2613">
                <a:extLst>
                  <a:ext uri="{FF2B5EF4-FFF2-40B4-BE49-F238E27FC236}">
                    <a16:creationId xmlns:a16="http://schemas.microsoft.com/office/drawing/2014/main" id="{08EA9A0C-F323-8743-897F-97D7AB5B14AF}"/>
                  </a:ext>
                </a:extLst>
              </p:cNvPr>
              <p:cNvSpPr/>
              <p:nvPr/>
            </p:nvSpPr>
            <p:spPr>
              <a:xfrm>
                <a:off x="1293305" y="561614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5" name="Oval 2614">
                <a:extLst>
                  <a:ext uri="{FF2B5EF4-FFF2-40B4-BE49-F238E27FC236}">
                    <a16:creationId xmlns:a16="http://schemas.microsoft.com/office/drawing/2014/main" id="{A103EB2F-1FBF-D9F7-D8B9-C0CC40B6C5D3}"/>
                  </a:ext>
                </a:extLst>
              </p:cNvPr>
              <p:cNvSpPr/>
              <p:nvPr/>
            </p:nvSpPr>
            <p:spPr>
              <a:xfrm>
                <a:off x="1302957" y="569513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6" name="Oval 2615">
                <a:extLst>
                  <a:ext uri="{FF2B5EF4-FFF2-40B4-BE49-F238E27FC236}">
                    <a16:creationId xmlns:a16="http://schemas.microsoft.com/office/drawing/2014/main" id="{5FE95C77-E60E-0041-9A98-2F7B54E15E86}"/>
                  </a:ext>
                </a:extLst>
              </p:cNvPr>
              <p:cNvSpPr/>
              <p:nvPr/>
            </p:nvSpPr>
            <p:spPr>
              <a:xfrm>
                <a:off x="1557592" y="590366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7" name="Oval 2616">
                <a:extLst>
                  <a:ext uri="{FF2B5EF4-FFF2-40B4-BE49-F238E27FC236}">
                    <a16:creationId xmlns:a16="http://schemas.microsoft.com/office/drawing/2014/main" id="{C9CEF5F4-4E69-DB48-666D-0C2D3C96527F}"/>
                  </a:ext>
                </a:extLst>
              </p:cNvPr>
              <p:cNvSpPr/>
              <p:nvPr/>
            </p:nvSpPr>
            <p:spPr>
              <a:xfrm>
                <a:off x="1791652" y="5651066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8" name="Oval 2617">
                <a:extLst>
                  <a:ext uri="{FF2B5EF4-FFF2-40B4-BE49-F238E27FC236}">
                    <a16:creationId xmlns:a16="http://schemas.microsoft.com/office/drawing/2014/main" id="{2A911FEF-BB44-805F-80A5-37BDBEB7B7D9}"/>
                  </a:ext>
                </a:extLst>
              </p:cNvPr>
              <p:cNvSpPr/>
              <p:nvPr/>
            </p:nvSpPr>
            <p:spPr>
              <a:xfrm>
                <a:off x="1751648" y="581832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19" name="Oval 2618">
                <a:extLst>
                  <a:ext uri="{FF2B5EF4-FFF2-40B4-BE49-F238E27FC236}">
                    <a16:creationId xmlns:a16="http://schemas.microsoft.com/office/drawing/2014/main" id="{0E11036C-A631-2839-8A61-EAF5E64DE58B}"/>
                  </a:ext>
                </a:extLst>
              </p:cNvPr>
              <p:cNvSpPr/>
              <p:nvPr/>
            </p:nvSpPr>
            <p:spPr>
              <a:xfrm>
                <a:off x="1768285" y="555556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0" name="Oval 2619">
                <a:extLst>
                  <a:ext uri="{FF2B5EF4-FFF2-40B4-BE49-F238E27FC236}">
                    <a16:creationId xmlns:a16="http://schemas.microsoft.com/office/drawing/2014/main" id="{F1F9AFA8-AADE-1BE2-A0E2-E0A82D7C0F3E}"/>
                  </a:ext>
                </a:extLst>
              </p:cNvPr>
              <p:cNvSpPr/>
              <p:nvPr/>
            </p:nvSpPr>
            <p:spPr>
              <a:xfrm>
                <a:off x="1772222" y="562338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1" name="Oval 2620">
                <a:extLst>
                  <a:ext uri="{FF2B5EF4-FFF2-40B4-BE49-F238E27FC236}">
                    <a16:creationId xmlns:a16="http://schemas.microsoft.com/office/drawing/2014/main" id="{E49992EE-D799-2157-E0A4-DAE3D7AC947F}"/>
                  </a:ext>
                </a:extLst>
              </p:cNvPr>
              <p:cNvSpPr/>
              <p:nvPr/>
            </p:nvSpPr>
            <p:spPr>
              <a:xfrm>
                <a:off x="1788224" y="5858457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2" name="Oval 2621">
                <a:extLst>
                  <a:ext uri="{FF2B5EF4-FFF2-40B4-BE49-F238E27FC236}">
                    <a16:creationId xmlns:a16="http://schemas.microsoft.com/office/drawing/2014/main" id="{82DA2362-8932-489F-D5C8-FC355BDE5959}"/>
                  </a:ext>
                </a:extLst>
              </p:cNvPr>
              <p:cNvSpPr/>
              <p:nvPr/>
            </p:nvSpPr>
            <p:spPr>
              <a:xfrm>
                <a:off x="1752664" y="577959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3" name="TextBox 2622">
                <a:extLst>
                  <a:ext uri="{FF2B5EF4-FFF2-40B4-BE49-F238E27FC236}">
                    <a16:creationId xmlns:a16="http://schemas.microsoft.com/office/drawing/2014/main" id="{0A29F524-B6FE-5381-4C54-45B7E78781D1}"/>
                  </a:ext>
                </a:extLst>
              </p:cNvPr>
              <p:cNvSpPr txBox="1"/>
              <p:nvPr/>
            </p:nvSpPr>
            <p:spPr>
              <a:xfrm>
                <a:off x="708360" y="5270561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0.256</a:t>
                </a:r>
              </a:p>
            </p:txBody>
          </p:sp>
          <p:sp>
            <p:nvSpPr>
              <p:cNvPr id="2624" name="Freeform 2623">
                <a:extLst>
                  <a:ext uri="{FF2B5EF4-FFF2-40B4-BE49-F238E27FC236}">
                    <a16:creationId xmlns:a16="http://schemas.microsoft.com/office/drawing/2014/main" id="{955856FC-6E14-BD4B-55B3-753A27D2AD10}"/>
                  </a:ext>
                </a:extLst>
              </p:cNvPr>
              <p:cNvSpPr/>
              <p:nvPr/>
            </p:nvSpPr>
            <p:spPr>
              <a:xfrm>
                <a:off x="858076" y="5410528"/>
                <a:ext cx="209041" cy="12700"/>
              </a:xfrm>
              <a:custGeom>
                <a:avLst/>
                <a:gdLst>
                  <a:gd name="csX0" fmla="*/ 0 w 209041"/>
                  <a:gd name="csY0" fmla="*/ 0 h 12700"/>
                  <a:gd name="csX1" fmla="*/ 209042 w 209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041" h="12700">
                    <a:moveTo>
                      <a:pt x="0" y="0"/>
                    </a:moveTo>
                    <a:lnTo>
                      <a:pt x="20904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5" name="TextBox 2624">
                <a:extLst>
                  <a:ext uri="{FF2B5EF4-FFF2-40B4-BE49-F238E27FC236}">
                    <a16:creationId xmlns:a16="http://schemas.microsoft.com/office/drawing/2014/main" id="{34AD3168-D2EC-84FA-790F-609CCC65E6EF}"/>
                  </a:ext>
                </a:extLst>
              </p:cNvPr>
              <p:cNvSpPr txBox="1"/>
              <p:nvPr/>
            </p:nvSpPr>
            <p:spPr>
              <a:xfrm>
                <a:off x="1196294" y="5270561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0.069</a:t>
                </a:r>
              </a:p>
            </p:txBody>
          </p:sp>
          <p:sp>
            <p:nvSpPr>
              <p:cNvPr id="2626" name="Freeform 2625">
                <a:extLst>
                  <a:ext uri="{FF2B5EF4-FFF2-40B4-BE49-F238E27FC236}">
                    <a16:creationId xmlns:a16="http://schemas.microsoft.com/office/drawing/2014/main" id="{F91C8F25-69F6-01C5-CEA5-330C1411872A}"/>
                  </a:ext>
                </a:extLst>
              </p:cNvPr>
              <p:cNvSpPr/>
              <p:nvPr/>
            </p:nvSpPr>
            <p:spPr>
              <a:xfrm>
                <a:off x="1113600" y="5410528"/>
                <a:ext cx="673862" cy="12700"/>
              </a:xfrm>
              <a:custGeom>
                <a:avLst/>
                <a:gdLst>
                  <a:gd name="csX0" fmla="*/ 0 w 673862"/>
                  <a:gd name="csY0" fmla="*/ 0 h 12700"/>
                  <a:gd name="csX1" fmla="*/ 673862 w 67386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73862" h="12700">
                    <a:moveTo>
                      <a:pt x="0" y="0"/>
                    </a:moveTo>
                    <a:lnTo>
                      <a:pt x="6738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27" name="TextBox 2626">
                <a:extLst>
                  <a:ext uri="{FF2B5EF4-FFF2-40B4-BE49-F238E27FC236}">
                    <a16:creationId xmlns:a16="http://schemas.microsoft.com/office/drawing/2014/main" id="{FD518BB5-29D0-203C-69D0-156511F39E2E}"/>
                  </a:ext>
                </a:extLst>
              </p:cNvPr>
              <p:cNvSpPr txBox="1"/>
              <p:nvPr/>
            </p:nvSpPr>
            <p:spPr>
              <a:xfrm>
                <a:off x="1140667" y="5067716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628" name="Freeform 2627">
                <a:extLst>
                  <a:ext uri="{FF2B5EF4-FFF2-40B4-BE49-F238E27FC236}">
                    <a16:creationId xmlns:a16="http://schemas.microsoft.com/office/drawing/2014/main" id="{17EBA81B-C8FE-7DE0-9F1E-5E11CC011FE4}"/>
                  </a:ext>
                </a:extLst>
              </p:cNvPr>
              <p:cNvSpPr/>
              <p:nvPr/>
            </p:nvSpPr>
            <p:spPr>
              <a:xfrm>
                <a:off x="858076" y="5247333"/>
                <a:ext cx="929386" cy="12700"/>
              </a:xfrm>
              <a:custGeom>
                <a:avLst/>
                <a:gdLst>
                  <a:gd name="csX0" fmla="*/ 0 w 929386"/>
                  <a:gd name="csY0" fmla="*/ 0 h 12700"/>
                  <a:gd name="csX1" fmla="*/ 929386 w 92938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29386" h="12700">
                    <a:moveTo>
                      <a:pt x="0" y="0"/>
                    </a:moveTo>
                    <a:lnTo>
                      <a:pt x="929386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30" name="Freeform 2629">
                <a:extLst>
                  <a:ext uri="{FF2B5EF4-FFF2-40B4-BE49-F238E27FC236}">
                    <a16:creationId xmlns:a16="http://schemas.microsoft.com/office/drawing/2014/main" id="{C4E04E4E-86CE-4E4A-C915-3B85ECA60FD2}"/>
                  </a:ext>
                </a:extLst>
              </p:cNvPr>
              <p:cNvSpPr/>
              <p:nvPr/>
            </p:nvSpPr>
            <p:spPr>
              <a:xfrm>
                <a:off x="718630" y="5029909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31" name="TextBox 2630">
                <a:extLst>
                  <a:ext uri="{FF2B5EF4-FFF2-40B4-BE49-F238E27FC236}">
                    <a16:creationId xmlns:a16="http://schemas.microsoft.com/office/drawing/2014/main" id="{D09D1D64-0A40-445C-6BE3-B8EEEA52B3E0}"/>
                  </a:ext>
                </a:extLst>
              </p:cNvPr>
              <p:cNvSpPr txBox="1"/>
              <p:nvPr/>
            </p:nvSpPr>
            <p:spPr>
              <a:xfrm>
                <a:off x="304872" y="6187559"/>
                <a:ext cx="44755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-0.25</a:t>
                </a:r>
              </a:p>
            </p:txBody>
          </p:sp>
          <p:sp>
            <p:nvSpPr>
              <p:cNvPr id="2632" name="TextBox 2631">
                <a:extLst>
                  <a:ext uri="{FF2B5EF4-FFF2-40B4-BE49-F238E27FC236}">
                    <a16:creationId xmlns:a16="http://schemas.microsoft.com/office/drawing/2014/main" id="{707B7C8B-A6DE-DB9F-D2D4-34AFE4BE9123}"/>
                  </a:ext>
                </a:extLst>
              </p:cNvPr>
              <p:cNvSpPr txBox="1"/>
              <p:nvPr/>
            </p:nvSpPr>
            <p:spPr>
              <a:xfrm>
                <a:off x="342717" y="5749536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0.00</a:t>
                </a:r>
              </a:p>
            </p:txBody>
          </p:sp>
          <p:sp>
            <p:nvSpPr>
              <p:cNvPr id="2633" name="TextBox 2632">
                <a:extLst>
                  <a:ext uri="{FF2B5EF4-FFF2-40B4-BE49-F238E27FC236}">
                    <a16:creationId xmlns:a16="http://schemas.microsoft.com/office/drawing/2014/main" id="{41FF276E-7ED9-8FB9-14A5-ADDA03096A63}"/>
                  </a:ext>
                </a:extLst>
              </p:cNvPr>
              <p:cNvSpPr txBox="1"/>
              <p:nvPr/>
            </p:nvSpPr>
            <p:spPr>
              <a:xfrm>
                <a:off x="342717" y="5311386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0.25</a:t>
                </a:r>
              </a:p>
            </p:txBody>
          </p:sp>
          <p:sp>
            <p:nvSpPr>
              <p:cNvPr id="2634" name="Freeform 2633">
                <a:extLst>
                  <a:ext uri="{FF2B5EF4-FFF2-40B4-BE49-F238E27FC236}">
                    <a16:creationId xmlns:a16="http://schemas.microsoft.com/office/drawing/2014/main" id="{D9B06B34-F0AF-1954-689E-9EB2E8E563CF}"/>
                  </a:ext>
                </a:extLst>
              </p:cNvPr>
              <p:cNvSpPr/>
              <p:nvPr/>
            </p:nvSpPr>
            <p:spPr>
              <a:xfrm>
                <a:off x="683831" y="629444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35" name="Freeform 2634">
                <a:extLst>
                  <a:ext uri="{FF2B5EF4-FFF2-40B4-BE49-F238E27FC236}">
                    <a16:creationId xmlns:a16="http://schemas.microsoft.com/office/drawing/2014/main" id="{AFC9ABEC-DAF5-94DD-CB84-C065607C1187}"/>
                  </a:ext>
                </a:extLst>
              </p:cNvPr>
              <p:cNvSpPr/>
              <p:nvPr/>
            </p:nvSpPr>
            <p:spPr>
              <a:xfrm>
                <a:off x="683831" y="585642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36" name="Freeform 2635">
                <a:extLst>
                  <a:ext uri="{FF2B5EF4-FFF2-40B4-BE49-F238E27FC236}">
                    <a16:creationId xmlns:a16="http://schemas.microsoft.com/office/drawing/2014/main" id="{714F88EB-1233-8889-BE74-5B3924507B60}"/>
                  </a:ext>
                </a:extLst>
              </p:cNvPr>
              <p:cNvSpPr/>
              <p:nvPr/>
            </p:nvSpPr>
            <p:spPr>
              <a:xfrm>
                <a:off x="683831" y="5418275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37" name="Freeform 2636">
                <a:extLst>
                  <a:ext uri="{FF2B5EF4-FFF2-40B4-BE49-F238E27FC236}">
                    <a16:creationId xmlns:a16="http://schemas.microsoft.com/office/drawing/2014/main" id="{A799C2CA-8DD6-A0F8-DF71-F97502E8A5D8}"/>
                  </a:ext>
                </a:extLst>
              </p:cNvPr>
              <p:cNvSpPr/>
              <p:nvPr/>
            </p:nvSpPr>
            <p:spPr>
              <a:xfrm>
                <a:off x="718630" y="6389063"/>
                <a:ext cx="1208278" cy="12700"/>
              </a:xfrm>
              <a:custGeom>
                <a:avLst/>
                <a:gdLst>
                  <a:gd name="csX0" fmla="*/ 0 w 1208278"/>
                  <a:gd name="csY0" fmla="*/ 0 h 12700"/>
                  <a:gd name="csX1" fmla="*/ 1208278 w 120827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08278" h="12700">
                    <a:moveTo>
                      <a:pt x="0" y="0"/>
                    </a:moveTo>
                    <a:lnTo>
                      <a:pt x="1208278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649" name="TextBox 2648">
                <a:extLst>
                  <a:ext uri="{FF2B5EF4-FFF2-40B4-BE49-F238E27FC236}">
                    <a16:creationId xmlns:a16="http://schemas.microsoft.com/office/drawing/2014/main" id="{734B4B36-AAF5-1E00-30B2-16C478432654}"/>
                  </a:ext>
                </a:extLst>
              </p:cNvPr>
              <p:cNvSpPr txBox="1"/>
              <p:nvPr/>
            </p:nvSpPr>
            <p:spPr>
              <a:xfrm rot="16200000">
                <a:off x="-488675" y="5586376"/>
                <a:ext cx="155523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Receptor Expression (z)</a:t>
                </a:r>
                <a:endPara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p:grpSp>
        <p:grpSp>
          <p:nvGrpSpPr>
            <p:cNvPr id="2797" name="Group 2796">
              <a:extLst>
                <a:ext uri="{FF2B5EF4-FFF2-40B4-BE49-F238E27FC236}">
                  <a16:creationId xmlns:a16="http://schemas.microsoft.com/office/drawing/2014/main" id="{1F4FF06D-2822-71A6-77CA-4208A7F58337}"/>
                </a:ext>
              </a:extLst>
            </p:cNvPr>
            <p:cNvGrpSpPr/>
            <p:nvPr/>
          </p:nvGrpSpPr>
          <p:grpSpPr>
            <a:xfrm>
              <a:off x="2097296" y="4378858"/>
              <a:ext cx="1622036" cy="1371854"/>
              <a:chOff x="2346113" y="4969796"/>
              <a:chExt cx="1622036" cy="1371854"/>
            </a:xfrm>
          </p:grpSpPr>
          <p:sp>
            <p:nvSpPr>
              <p:cNvPr id="2701" name="TextBox 2700">
                <a:extLst>
                  <a:ext uri="{FF2B5EF4-FFF2-40B4-BE49-F238E27FC236}">
                    <a16:creationId xmlns:a16="http://schemas.microsoft.com/office/drawing/2014/main" id="{F39D4AAB-3E33-2EE8-EFFB-2EE809560465}"/>
                  </a:ext>
                </a:extLst>
              </p:cNvPr>
              <p:cNvSpPr txBox="1"/>
              <p:nvPr/>
            </p:nvSpPr>
            <p:spPr>
              <a:xfrm>
                <a:off x="2346113" y="5957901"/>
                <a:ext cx="44755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-0.25</a:t>
                </a:r>
              </a:p>
            </p:txBody>
          </p:sp>
          <p:grpSp>
            <p:nvGrpSpPr>
              <p:cNvPr id="2795" name="Group 2794">
                <a:extLst>
                  <a:ext uri="{FF2B5EF4-FFF2-40B4-BE49-F238E27FC236}">
                    <a16:creationId xmlns:a16="http://schemas.microsoft.com/office/drawing/2014/main" id="{F905263B-73FF-D2C5-C095-6D32C789DFA6}"/>
                  </a:ext>
                </a:extLst>
              </p:cNvPr>
              <p:cNvGrpSpPr/>
              <p:nvPr/>
            </p:nvGrpSpPr>
            <p:grpSpPr>
              <a:xfrm>
                <a:off x="2383958" y="4969796"/>
                <a:ext cx="1584191" cy="1371854"/>
                <a:chOff x="2383958" y="4969796"/>
                <a:chExt cx="1584191" cy="1371854"/>
              </a:xfrm>
            </p:grpSpPr>
            <p:sp>
              <p:nvSpPr>
                <p:cNvPr id="2654" name="Rectangle 2653">
                  <a:extLst>
                    <a:ext uri="{FF2B5EF4-FFF2-40B4-BE49-F238E27FC236}">
                      <a16:creationId xmlns:a16="http://schemas.microsoft.com/office/drawing/2014/main" id="{91EB1B29-8D05-DFBA-4825-CFA9063E7CBF}"/>
                    </a:ext>
                  </a:extLst>
                </p:cNvPr>
                <p:cNvSpPr/>
                <p:nvPr/>
              </p:nvSpPr>
              <p:spPr>
                <a:xfrm>
                  <a:off x="2759871" y="4969796"/>
                  <a:ext cx="1208278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55" name="Freeform 2654">
                  <a:extLst>
                    <a:ext uri="{FF2B5EF4-FFF2-40B4-BE49-F238E27FC236}">
                      <a16:creationId xmlns:a16="http://schemas.microsoft.com/office/drawing/2014/main" id="{C7BDB420-6B11-9232-F62A-29FD47F548D5}"/>
                    </a:ext>
                  </a:extLst>
                </p:cNvPr>
                <p:cNvSpPr/>
                <p:nvPr/>
              </p:nvSpPr>
              <p:spPr>
                <a:xfrm>
                  <a:off x="2899317" y="5642515"/>
                  <a:ext cx="12700" cy="33273"/>
                </a:xfrm>
                <a:custGeom>
                  <a:avLst/>
                  <a:gdLst>
                    <a:gd name="csX0" fmla="*/ 0 w 12700"/>
                    <a:gd name="csY0" fmla="*/ 33274 h 33273"/>
                    <a:gd name="csX1" fmla="*/ 0 w 12700"/>
                    <a:gd name="csY1" fmla="*/ 0 h 332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273">
                      <a:moveTo>
                        <a:pt x="0" y="33274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56" name="Freeform 2655">
                  <a:extLst>
                    <a:ext uri="{FF2B5EF4-FFF2-40B4-BE49-F238E27FC236}">
                      <a16:creationId xmlns:a16="http://schemas.microsoft.com/office/drawing/2014/main" id="{34B7E613-E31E-699C-16F7-79C2B7772F14}"/>
                    </a:ext>
                  </a:extLst>
                </p:cNvPr>
                <p:cNvSpPr/>
                <p:nvPr/>
              </p:nvSpPr>
              <p:spPr>
                <a:xfrm>
                  <a:off x="2899317" y="5857399"/>
                  <a:ext cx="12700" cy="35051"/>
                </a:xfrm>
                <a:custGeom>
                  <a:avLst/>
                  <a:gdLst>
                    <a:gd name="csX0" fmla="*/ 0 w 12700"/>
                    <a:gd name="csY0" fmla="*/ 0 h 35051"/>
                    <a:gd name="csX1" fmla="*/ 0 w 12700"/>
                    <a:gd name="csY1" fmla="*/ 35052 h 350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5051">
                      <a:moveTo>
                        <a:pt x="0" y="0"/>
                      </a:moveTo>
                      <a:lnTo>
                        <a:pt x="0" y="35052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57" name="Freeform 2656">
                  <a:extLst>
                    <a:ext uri="{FF2B5EF4-FFF2-40B4-BE49-F238E27FC236}">
                      <a16:creationId xmlns:a16="http://schemas.microsoft.com/office/drawing/2014/main" id="{DD767803-F216-C196-6F6B-7C835DCF667A}"/>
                    </a:ext>
                  </a:extLst>
                </p:cNvPr>
                <p:cNvSpPr/>
                <p:nvPr/>
              </p:nvSpPr>
              <p:spPr>
                <a:xfrm>
                  <a:off x="2829593" y="5675788"/>
                  <a:ext cx="139319" cy="181610"/>
                </a:xfrm>
                <a:custGeom>
                  <a:avLst/>
                  <a:gdLst>
                    <a:gd name="csX0" fmla="*/ 0 w 139319"/>
                    <a:gd name="csY0" fmla="*/ 0 h 181610"/>
                    <a:gd name="csX1" fmla="*/ 0 w 139319"/>
                    <a:gd name="csY1" fmla="*/ 181610 h 181610"/>
                    <a:gd name="csX2" fmla="*/ 139319 w 139319"/>
                    <a:gd name="csY2" fmla="*/ 181610 h 181610"/>
                    <a:gd name="csX3" fmla="*/ 139319 w 139319"/>
                    <a:gd name="csY3" fmla="*/ 0 h 181610"/>
                    <a:gd name="csX4" fmla="*/ 0 w 139319"/>
                    <a:gd name="csY4" fmla="*/ 0 h 18161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9319" h="181610">
                      <a:moveTo>
                        <a:pt x="0" y="0"/>
                      </a:moveTo>
                      <a:lnTo>
                        <a:pt x="0" y="181610"/>
                      </a:lnTo>
                      <a:lnTo>
                        <a:pt x="139319" y="181610"/>
                      </a:lnTo>
                      <a:lnTo>
                        <a:pt x="13931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58" name="Freeform 2657">
                  <a:extLst>
                    <a:ext uri="{FF2B5EF4-FFF2-40B4-BE49-F238E27FC236}">
                      <a16:creationId xmlns:a16="http://schemas.microsoft.com/office/drawing/2014/main" id="{784176EC-F3AA-195E-9D3E-123AB837F4A9}"/>
                    </a:ext>
                  </a:extLst>
                </p:cNvPr>
                <p:cNvSpPr/>
                <p:nvPr/>
              </p:nvSpPr>
              <p:spPr>
                <a:xfrm>
                  <a:off x="2829594" y="5748814"/>
                  <a:ext cx="139319" cy="12700"/>
                </a:xfrm>
                <a:custGeom>
                  <a:avLst/>
                  <a:gdLst>
                    <a:gd name="csX0" fmla="*/ 0 w 139319"/>
                    <a:gd name="csY0" fmla="*/ 0 h 12700"/>
                    <a:gd name="csX1" fmla="*/ 139319 w 139319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9319" h="12700">
                      <a:moveTo>
                        <a:pt x="0" y="0"/>
                      </a:moveTo>
                      <a:lnTo>
                        <a:pt x="139319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59" name="Freeform 2658">
                  <a:extLst>
                    <a:ext uri="{FF2B5EF4-FFF2-40B4-BE49-F238E27FC236}">
                      <a16:creationId xmlns:a16="http://schemas.microsoft.com/office/drawing/2014/main" id="{2DFDA32A-55BC-C3F8-095C-2BEB7350B8E9}"/>
                    </a:ext>
                  </a:extLst>
                </p:cNvPr>
                <p:cNvSpPr/>
                <p:nvPr/>
              </p:nvSpPr>
              <p:spPr>
                <a:xfrm>
                  <a:off x="3131600" y="5514626"/>
                  <a:ext cx="12700" cy="130555"/>
                </a:xfrm>
                <a:custGeom>
                  <a:avLst/>
                  <a:gdLst>
                    <a:gd name="csX0" fmla="*/ 0 w 12700"/>
                    <a:gd name="csY0" fmla="*/ 130556 h 130555"/>
                    <a:gd name="csX1" fmla="*/ 0 w 12700"/>
                    <a:gd name="csY1" fmla="*/ 0 h 13055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0555">
                      <a:moveTo>
                        <a:pt x="0" y="130556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0" name="Freeform 2659">
                  <a:extLst>
                    <a:ext uri="{FF2B5EF4-FFF2-40B4-BE49-F238E27FC236}">
                      <a16:creationId xmlns:a16="http://schemas.microsoft.com/office/drawing/2014/main" id="{CEB386A6-6B91-6DE2-5381-DC22B8AB7E8F}"/>
                    </a:ext>
                  </a:extLst>
                </p:cNvPr>
                <p:cNvSpPr/>
                <p:nvPr/>
              </p:nvSpPr>
              <p:spPr>
                <a:xfrm>
                  <a:off x="3131600" y="5793772"/>
                  <a:ext cx="12700" cy="65024"/>
                </a:xfrm>
                <a:custGeom>
                  <a:avLst/>
                  <a:gdLst>
                    <a:gd name="csX0" fmla="*/ 0 w 12700"/>
                    <a:gd name="csY0" fmla="*/ 0 h 65024"/>
                    <a:gd name="csX1" fmla="*/ 0 w 12700"/>
                    <a:gd name="csY1" fmla="*/ 65024 h 650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5024">
                      <a:moveTo>
                        <a:pt x="0" y="0"/>
                      </a:moveTo>
                      <a:lnTo>
                        <a:pt x="0" y="65024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1" name="Freeform 2660">
                  <a:extLst>
                    <a:ext uri="{FF2B5EF4-FFF2-40B4-BE49-F238E27FC236}">
                      <a16:creationId xmlns:a16="http://schemas.microsoft.com/office/drawing/2014/main" id="{72AA9C05-5083-D471-C8EE-AD326A4DA07B}"/>
                    </a:ext>
                  </a:extLst>
                </p:cNvPr>
                <p:cNvSpPr/>
                <p:nvPr/>
              </p:nvSpPr>
              <p:spPr>
                <a:xfrm>
                  <a:off x="3061877" y="5645181"/>
                  <a:ext cx="139445" cy="148590"/>
                </a:xfrm>
                <a:custGeom>
                  <a:avLst/>
                  <a:gdLst>
                    <a:gd name="csX0" fmla="*/ 0 w 139445"/>
                    <a:gd name="csY0" fmla="*/ 0 h 148590"/>
                    <a:gd name="csX1" fmla="*/ 0 w 139445"/>
                    <a:gd name="csY1" fmla="*/ 148590 h 148590"/>
                    <a:gd name="csX2" fmla="*/ 139446 w 139445"/>
                    <a:gd name="csY2" fmla="*/ 148590 h 148590"/>
                    <a:gd name="csX3" fmla="*/ 139446 w 139445"/>
                    <a:gd name="csY3" fmla="*/ 0 h 148590"/>
                    <a:gd name="csX4" fmla="*/ 0 w 139445"/>
                    <a:gd name="csY4" fmla="*/ 0 h 1485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9445" h="148590">
                      <a:moveTo>
                        <a:pt x="0" y="0"/>
                      </a:moveTo>
                      <a:lnTo>
                        <a:pt x="0" y="148590"/>
                      </a:lnTo>
                      <a:lnTo>
                        <a:pt x="139446" y="148590"/>
                      </a:lnTo>
                      <a:lnTo>
                        <a:pt x="13944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2" name="Freeform 2661">
                  <a:extLst>
                    <a:ext uri="{FF2B5EF4-FFF2-40B4-BE49-F238E27FC236}">
                      <a16:creationId xmlns:a16="http://schemas.microsoft.com/office/drawing/2014/main" id="{49CDB5C3-A247-7D6F-8036-65E1B5DC2E84}"/>
                    </a:ext>
                  </a:extLst>
                </p:cNvPr>
                <p:cNvSpPr/>
                <p:nvPr/>
              </p:nvSpPr>
              <p:spPr>
                <a:xfrm>
                  <a:off x="3061877" y="5772563"/>
                  <a:ext cx="139446" cy="12700"/>
                </a:xfrm>
                <a:custGeom>
                  <a:avLst/>
                  <a:gdLst>
                    <a:gd name="csX0" fmla="*/ 0 w 139446"/>
                    <a:gd name="csY0" fmla="*/ 0 h 12700"/>
                    <a:gd name="csX1" fmla="*/ 139446 w 13944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9446" h="12700">
                      <a:moveTo>
                        <a:pt x="0" y="0"/>
                      </a:moveTo>
                      <a:lnTo>
                        <a:pt x="13944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3" name="Freeform 2662">
                  <a:extLst>
                    <a:ext uri="{FF2B5EF4-FFF2-40B4-BE49-F238E27FC236}">
                      <a16:creationId xmlns:a16="http://schemas.microsoft.com/office/drawing/2014/main" id="{26D747E4-EACD-6FAC-2320-1CB3C19C1AD1}"/>
                    </a:ext>
                  </a:extLst>
                </p:cNvPr>
                <p:cNvSpPr/>
                <p:nvPr/>
              </p:nvSpPr>
              <p:spPr>
                <a:xfrm>
                  <a:off x="3364010" y="5614194"/>
                  <a:ext cx="12700" cy="11176"/>
                </a:xfrm>
                <a:custGeom>
                  <a:avLst/>
                  <a:gdLst>
                    <a:gd name="csX0" fmla="*/ 0 w 12700"/>
                    <a:gd name="csY0" fmla="*/ 11176 h 11176"/>
                    <a:gd name="csX1" fmla="*/ 0 w 12700"/>
                    <a:gd name="csY1" fmla="*/ 0 h 111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176">
                      <a:moveTo>
                        <a:pt x="0" y="11176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4" name="Freeform 2663">
                  <a:extLst>
                    <a:ext uri="{FF2B5EF4-FFF2-40B4-BE49-F238E27FC236}">
                      <a16:creationId xmlns:a16="http://schemas.microsoft.com/office/drawing/2014/main" id="{D7EA9C8B-3D93-EAD7-EC25-88B1ECAFFD38}"/>
                    </a:ext>
                  </a:extLst>
                </p:cNvPr>
                <p:cNvSpPr/>
                <p:nvPr/>
              </p:nvSpPr>
              <p:spPr>
                <a:xfrm>
                  <a:off x="3364010" y="5647595"/>
                  <a:ext cx="12700" cy="11048"/>
                </a:xfrm>
                <a:custGeom>
                  <a:avLst/>
                  <a:gdLst>
                    <a:gd name="csX0" fmla="*/ 0 w 12700"/>
                    <a:gd name="csY0" fmla="*/ 0 h 11048"/>
                    <a:gd name="csX1" fmla="*/ 0 w 12700"/>
                    <a:gd name="csY1" fmla="*/ 11049 h 110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048">
                      <a:moveTo>
                        <a:pt x="0" y="0"/>
                      </a:moveTo>
                      <a:lnTo>
                        <a:pt x="0" y="11049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5" name="Freeform 2664">
                  <a:extLst>
                    <a:ext uri="{FF2B5EF4-FFF2-40B4-BE49-F238E27FC236}">
                      <a16:creationId xmlns:a16="http://schemas.microsoft.com/office/drawing/2014/main" id="{C42EB029-79BE-DB78-FDC8-15E48BE03B80}"/>
                    </a:ext>
                  </a:extLst>
                </p:cNvPr>
                <p:cNvSpPr/>
                <p:nvPr/>
              </p:nvSpPr>
              <p:spPr>
                <a:xfrm>
                  <a:off x="3294286" y="5625369"/>
                  <a:ext cx="139446" cy="22225"/>
                </a:xfrm>
                <a:custGeom>
                  <a:avLst/>
                  <a:gdLst>
                    <a:gd name="csX0" fmla="*/ 0 w 139446"/>
                    <a:gd name="csY0" fmla="*/ 0 h 22225"/>
                    <a:gd name="csX1" fmla="*/ 0 w 139446"/>
                    <a:gd name="csY1" fmla="*/ 22225 h 22225"/>
                    <a:gd name="csX2" fmla="*/ 139446 w 139446"/>
                    <a:gd name="csY2" fmla="*/ 22225 h 22225"/>
                    <a:gd name="csX3" fmla="*/ 139446 w 139446"/>
                    <a:gd name="csY3" fmla="*/ 0 h 22225"/>
                    <a:gd name="csX4" fmla="*/ 0 w 139446"/>
                    <a:gd name="csY4" fmla="*/ 0 h 222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9446" h="22225">
                      <a:moveTo>
                        <a:pt x="0" y="0"/>
                      </a:moveTo>
                      <a:lnTo>
                        <a:pt x="0" y="22225"/>
                      </a:lnTo>
                      <a:lnTo>
                        <a:pt x="139446" y="22225"/>
                      </a:lnTo>
                      <a:lnTo>
                        <a:pt x="13944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6" name="Freeform 2665">
                  <a:extLst>
                    <a:ext uri="{FF2B5EF4-FFF2-40B4-BE49-F238E27FC236}">
                      <a16:creationId xmlns:a16="http://schemas.microsoft.com/office/drawing/2014/main" id="{FBC667DE-E504-38BA-808C-381777B4DC25}"/>
                    </a:ext>
                  </a:extLst>
                </p:cNvPr>
                <p:cNvSpPr/>
                <p:nvPr/>
              </p:nvSpPr>
              <p:spPr>
                <a:xfrm>
                  <a:off x="3294287" y="5636419"/>
                  <a:ext cx="139446" cy="12700"/>
                </a:xfrm>
                <a:custGeom>
                  <a:avLst/>
                  <a:gdLst>
                    <a:gd name="csX0" fmla="*/ 0 w 139446"/>
                    <a:gd name="csY0" fmla="*/ 0 h 12700"/>
                    <a:gd name="csX1" fmla="*/ 139446 w 13944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9446" h="12700">
                      <a:moveTo>
                        <a:pt x="0" y="0"/>
                      </a:moveTo>
                      <a:lnTo>
                        <a:pt x="13944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7" name="Freeform 2666">
                  <a:extLst>
                    <a:ext uri="{FF2B5EF4-FFF2-40B4-BE49-F238E27FC236}">
                      <a16:creationId xmlns:a16="http://schemas.microsoft.com/office/drawing/2014/main" id="{A8917273-A2C8-D2D6-A34D-302600C7E9C5}"/>
                    </a:ext>
                  </a:extLst>
                </p:cNvPr>
                <p:cNvSpPr/>
                <p:nvPr/>
              </p:nvSpPr>
              <p:spPr>
                <a:xfrm>
                  <a:off x="3828703" y="5645563"/>
                  <a:ext cx="12700" cy="4826"/>
                </a:xfrm>
                <a:custGeom>
                  <a:avLst/>
                  <a:gdLst>
                    <a:gd name="csX0" fmla="*/ 0 w 12700"/>
                    <a:gd name="csY0" fmla="*/ 4826 h 4826"/>
                    <a:gd name="csX1" fmla="*/ 0 w 12700"/>
                    <a:gd name="csY1" fmla="*/ 0 h 48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826">
                      <a:moveTo>
                        <a:pt x="0" y="4826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8" name="Freeform 2667">
                  <a:extLst>
                    <a:ext uri="{FF2B5EF4-FFF2-40B4-BE49-F238E27FC236}">
                      <a16:creationId xmlns:a16="http://schemas.microsoft.com/office/drawing/2014/main" id="{8232ABE8-93DD-04D7-240C-E726330E7BBB}"/>
                    </a:ext>
                  </a:extLst>
                </p:cNvPr>
                <p:cNvSpPr/>
                <p:nvPr/>
              </p:nvSpPr>
              <p:spPr>
                <a:xfrm>
                  <a:off x="3828703" y="5715794"/>
                  <a:ext cx="12700" cy="57784"/>
                </a:xfrm>
                <a:custGeom>
                  <a:avLst/>
                  <a:gdLst>
                    <a:gd name="csX0" fmla="*/ 0 w 12700"/>
                    <a:gd name="csY0" fmla="*/ 0 h 57784"/>
                    <a:gd name="csX1" fmla="*/ 0 w 12700"/>
                    <a:gd name="csY1" fmla="*/ 57785 h 577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57784">
                      <a:moveTo>
                        <a:pt x="0" y="0"/>
                      </a:moveTo>
                      <a:lnTo>
                        <a:pt x="0" y="57785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69" name="Freeform 2668">
                  <a:extLst>
                    <a:ext uri="{FF2B5EF4-FFF2-40B4-BE49-F238E27FC236}">
                      <a16:creationId xmlns:a16="http://schemas.microsoft.com/office/drawing/2014/main" id="{1EC3BD6B-D53F-4C34-C409-61E4508C314A}"/>
                    </a:ext>
                  </a:extLst>
                </p:cNvPr>
                <p:cNvSpPr/>
                <p:nvPr/>
              </p:nvSpPr>
              <p:spPr>
                <a:xfrm>
                  <a:off x="3758980" y="5650388"/>
                  <a:ext cx="139445" cy="65405"/>
                </a:xfrm>
                <a:custGeom>
                  <a:avLst/>
                  <a:gdLst>
                    <a:gd name="csX0" fmla="*/ 0 w 139445"/>
                    <a:gd name="csY0" fmla="*/ 0 h 65405"/>
                    <a:gd name="csX1" fmla="*/ 0 w 139445"/>
                    <a:gd name="csY1" fmla="*/ 65405 h 65405"/>
                    <a:gd name="csX2" fmla="*/ 139446 w 139445"/>
                    <a:gd name="csY2" fmla="*/ 65405 h 65405"/>
                    <a:gd name="csX3" fmla="*/ 139446 w 139445"/>
                    <a:gd name="csY3" fmla="*/ 0 h 65405"/>
                    <a:gd name="csX4" fmla="*/ 0 w 139445"/>
                    <a:gd name="csY4" fmla="*/ 0 h 654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9445" h="65405">
                      <a:moveTo>
                        <a:pt x="0" y="0"/>
                      </a:moveTo>
                      <a:lnTo>
                        <a:pt x="0" y="65405"/>
                      </a:lnTo>
                      <a:lnTo>
                        <a:pt x="139446" y="65405"/>
                      </a:lnTo>
                      <a:lnTo>
                        <a:pt x="13944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0" name="Freeform 2669">
                  <a:extLst>
                    <a:ext uri="{FF2B5EF4-FFF2-40B4-BE49-F238E27FC236}">
                      <a16:creationId xmlns:a16="http://schemas.microsoft.com/office/drawing/2014/main" id="{2BF84AE6-F2A5-AACD-63C2-C7A24D0B735B}"/>
                    </a:ext>
                  </a:extLst>
                </p:cNvPr>
                <p:cNvSpPr/>
                <p:nvPr/>
              </p:nvSpPr>
              <p:spPr>
                <a:xfrm>
                  <a:off x="3758980" y="5666391"/>
                  <a:ext cx="139446" cy="12700"/>
                </a:xfrm>
                <a:custGeom>
                  <a:avLst/>
                  <a:gdLst>
                    <a:gd name="csX0" fmla="*/ 0 w 139446"/>
                    <a:gd name="csY0" fmla="*/ 0 h 12700"/>
                    <a:gd name="csX1" fmla="*/ 139446 w 13944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9446" h="12700">
                      <a:moveTo>
                        <a:pt x="0" y="0"/>
                      </a:moveTo>
                      <a:lnTo>
                        <a:pt x="13944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1" name="Oval 2670">
                  <a:extLst>
                    <a:ext uri="{FF2B5EF4-FFF2-40B4-BE49-F238E27FC236}">
                      <a16:creationId xmlns:a16="http://schemas.microsoft.com/office/drawing/2014/main" id="{0B202873-E4A2-ED26-A5D2-7853C2F95286}"/>
                    </a:ext>
                  </a:extLst>
                </p:cNvPr>
                <p:cNvSpPr/>
                <p:nvPr/>
              </p:nvSpPr>
              <p:spPr>
                <a:xfrm>
                  <a:off x="2900460" y="622900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2" name="Oval 2671">
                  <a:extLst>
                    <a:ext uri="{FF2B5EF4-FFF2-40B4-BE49-F238E27FC236}">
                      <a16:creationId xmlns:a16="http://schemas.microsoft.com/office/drawing/2014/main" id="{061E1DCA-99F7-1197-C8AF-31FF0413E4AD}"/>
                    </a:ext>
                  </a:extLst>
                </p:cNvPr>
                <p:cNvSpPr/>
                <p:nvPr/>
              </p:nvSpPr>
              <p:spPr>
                <a:xfrm>
                  <a:off x="2901476" y="563426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3" name="Oval 2672">
                  <a:extLst>
                    <a:ext uri="{FF2B5EF4-FFF2-40B4-BE49-F238E27FC236}">
                      <a16:creationId xmlns:a16="http://schemas.microsoft.com/office/drawing/2014/main" id="{B92B678A-0F2E-9B2F-0DCF-5CFEEF7CF70C}"/>
                    </a:ext>
                  </a:extLst>
                </p:cNvPr>
                <p:cNvSpPr/>
                <p:nvPr/>
              </p:nvSpPr>
              <p:spPr>
                <a:xfrm>
                  <a:off x="2871250" y="562486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4" name="Oval 2673">
                  <a:extLst>
                    <a:ext uri="{FF2B5EF4-FFF2-40B4-BE49-F238E27FC236}">
                      <a16:creationId xmlns:a16="http://schemas.microsoft.com/office/drawing/2014/main" id="{7886AC9B-ECCA-1F67-656E-A0D4EE62BB8F}"/>
                    </a:ext>
                  </a:extLst>
                </p:cNvPr>
                <p:cNvSpPr/>
                <p:nvPr/>
              </p:nvSpPr>
              <p:spPr>
                <a:xfrm>
                  <a:off x="2896523" y="573433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5" name="Oval 2674">
                  <a:extLst>
                    <a:ext uri="{FF2B5EF4-FFF2-40B4-BE49-F238E27FC236}">
                      <a16:creationId xmlns:a16="http://schemas.microsoft.com/office/drawing/2014/main" id="{D0FE0C3C-3DD0-FBF1-AECE-EC9952D68AF9}"/>
                    </a:ext>
                  </a:extLst>
                </p:cNvPr>
                <p:cNvSpPr/>
                <p:nvPr/>
              </p:nvSpPr>
              <p:spPr>
                <a:xfrm>
                  <a:off x="2887760" y="572735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6" name="Oval 2675">
                  <a:extLst>
                    <a:ext uri="{FF2B5EF4-FFF2-40B4-BE49-F238E27FC236}">
                      <a16:creationId xmlns:a16="http://schemas.microsoft.com/office/drawing/2014/main" id="{8970834E-F349-29B2-8A49-415EAFE51ACC}"/>
                    </a:ext>
                  </a:extLst>
                </p:cNvPr>
                <p:cNvSpPr/>
                <p:nvPr/>
              </p:nvSpPr>
              <p:spPr>
                <a:xfrm>
                  <a:off x="2882172" y="587416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7" name="Oval 2676">
                  <a:extLst>
                    <a:ext uri="{FF2B5EF4-FFF2-40B4-BE49-F238E27FC236}">
                      <a16:creationId xmlns:a16="http://schemas.microsoft.com/office/drawing/2014/main" id="{A621A799-B297-9D6F-DE16-016A26331BC1}"/>
                    </a:ext>
                  </a:extLst>
                </p:cNvPr>
                <p:cNvSpPr/>
                <p:nvPr/>
              </p:nvSpPr>
              <p:spPr>
                <a:xfrm>
                  <a:off x="3124615" y="575465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8" name="Oval 2677">
                  <a:extLst>
                    <a:ext uri="{FF2B5EF4-FFF2-40B4-BE49-F238E27FC236}">
                      <a16:creationId xmlns:a16="http://schemas.microsoft.com/office/drawing/2014/main" id="{E86D029A-674D-F537-4584-1CD4BFB2CA1D}"/>
                    </a:ext>
                  </a:extLst>
                </p:cNvPr>
                <p:cNvSpPr/>
                <p:nvPr/>
              </p:nvSpPr>
              <p:spPr>
                <a:xfrm>
                  <a:off x="3096675" y="561775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79" name="Oval 2678">
                  <a:extLst>
                    <a:ext uri="{FF2B5EF4-FFF2-40B4-BE49-F238E27FC236}">
                      <a16:creationId xmlns:a16="http://schemas.microsoft.com/office/drawing/2014/main" id="{4078EAB3-A997-B173-A747-8EDBBCE9AF6D}"/>
                    </a:ext>
                  </a:extLst>
                </p:cNvPr>
                <p:cNvSpPr/>
                <p:nvPr/>
              </p:nvSpPr>
              <p:spPr>
                <a:xfrm>
                  <a:off x="3120932" y="576532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0" name="Oval 2679">
                  <a:extLst>
                    <a:ext uri="{FF2B5EF4-FFF2-40B4-BE49-F238E27FC236}">
                      <a16:creationId xmlns:a16="http://schemas.microsoft.com/office/drawing/2014/main" id="{65663139-52C4-C697-8872-311B1E68B9C5}"/>
                    </a:ext>
                  </a:extLst>
                </p:cNvPr>
                <p:cNvSpPr/>
                <p:nvPr/>
              </p:nvSpPr>
              <p:spPr>
                <a:xfrm>
                  <a:off x="3123091" y="584050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1" name="Oval 2680">
                  <a:extLst>
                    <a:ext uri="{FF2B5EF4-FFF2-40B4-BE49-F238E27FC236}">
                      <a16:creationId xmlns:a16="http://schemas.microsoft.com/office/drawing/2014/main" id="{209C80FA-37A4-AA28-DA5E-8ABEBA9F7115}"/>
                    </a:ext>
                  </a:extLst>
                </p:cNvPr>
                <p:cNvSpPr/>
                <p:nvPr/>
              </p:nvSpPr>
              <p:spPr>
                <a:xfrm>
                  <a:off x="3111661" y="549659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2" name="Oval 2681">
                  <a:extLst>
                    <a:ext uri="{FF2B5EF4-FFF2-40B4-BE49-F238E27FC236}">
                      <a16:creationId xmlns:a16="http://schemas.microsoft.com/office/drawing/2014/main" id="{58BA0088-AD38-FBE1-E224-3521E5C3EEC3}"/>
                    </a:ext>
                  </a:extLst>
                </p:cNvPr>
                <p:cNvSpPr/>
                <p:nvPr/>
              </p:nvSpPr>
              <p:spPr>
                <a:xfrm>
                  <a:off x="3123726" y="578589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3" name="Oval 2682">
                  <a:extLst>
                    <a:ext uri="{FF2B5EF4-FFF2-40B4-BE49-F238E27FC236}">
                      <a16:creationId xmlns:a16="http://schemas.microsoft.com/office/drawing/2014/main" id="{F485C85A-796A-53A8-AD41-DB1D4AA8475B}"/>
                    </a:ext>
                  </a:extLst>
                </p:cNvPr>
                <p:cNvSpPr/>
                <p:nvPr/>
              </p:nvSpPr>
              <p:spPr>
                <a:xfrm>
                  <a:off x="3133759" y="563680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4" name="Oval 2683">
                  <a:extLst>
                    <a:ext uri="{FF2B5EF4-FFF2-40B4-BE49-F238E27FC236}">
                      <a16:creationId xmlns:a16="http://schemas.microsoft.com/office/drawing/2014/main" id="{59914892-E1EC-9CD4-4D5C-D5379A34114D}"/>
                    </a:ext>
                  </a:extLst>
                </p:cNvPr>
                <p:cNvSpPr/>
                <p:nvPr/>
              </p:nvSpPr>
              <p:spPr>
                <a:xfrm>
                  <a:off x="3334546" y="559590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5" name="Oval 2684">
                  <a:extLst>
                    <a:ext uri="{FF2B5EF4-FFF2-40B4-BE49-F238E27FC236}">
                      <a16:creationId xmlns:a16="http://schemas.microsoft.com/office/drawing/2014/main" id="{1897E1F4-05D6-EA30-30B5-33972171000D}"/>
                    </a:ext>
                  </a:extLst>
                </p:cNvPr>
                <p:cNvSpPr/>
                <p:nvPr/>
              </p:nvSpPr>
              <p:spPr>
                <a:xfrm>
                  <a:off x="3344198" y="564099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6" name="Oval 2685">
                  <a:extLst>
                    <a:ext uri="{FF2B5EF4-FFF2-40B4-BE49-F238E27FC236}">
                      <a16:creationId xmlns:a16="http://schemas.microsoft.com/office/drawing/2014/main" id="{43704AB7-9C39-9376-B76F-0119B4553090}"/>
                    </a:ext>
                  </a:extLst>
                </p:cNvPr>
                <p:cNvSpPr/>
                <p:nvPr/>
              </p:nvSpPr>
              <p:spPr>
                <a:xfrm>
                  <a:off x="3598833" y="576100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7" name="Oval 2686">
                  <a:extLst>
                    <a:ext uri="{FF2B5EF4-FFF2-40B4-BE49-F238E27FC236}">
                      <a16:creationId xmlns:a16="http://schemas.microsoft.com/office/drawing/2014/main" id="{3949D27A-BB18-F1E6-42A9-3313603CAD88}"/>
                    </a:ext>
                  </a:extLst>
                </p:cNvPr>
                <p:cNvSpPr/>
                <p:nvPr/>
              </p:nvSpPr>
              <p:spPr>
                <a:xfrm>
                  <a:off x="3832894" y="562714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8" name="Oval 2687">
                  <a:extLst>
                    <a:ext uri="{FF2B5EF4-FFF2-40B4-BE49-F238E27FC236}">
                      <a16:creationId xmlns:a16="http://schemas.microsoft.com/office/drawing/2014/main" id="{3DE571CE-8942-7B60-E1F9-7E67FB9AB38B}"/>
                    </a:ext>
                  </a:extLst>
                </p:cNvPr>
                <p:cNvSpPr/>
                <p:nvPr/>
              </p:nvSpPr>
              <p:spPr>
                <a:xfrm>
                  <a:off x="3792889" y="571363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89" name="Oval 2688">
                  <a:extLst>
                    <a:ext uri="{FF2B5EF4-FFF2-40B4-BE49-F238E27FC236}">
                      <a16:creationId xmlns:a16="http://schemas.microsoft.com/office/drawing/2014/main" id="{40962894-3774-10A0-D200-ADD9DDD9C443}"/>
                    </a:ext>
                  </a:extLst>
                </p:cNvPr>
                <p:cNvSpPr/>
                <p:nvPr/>
              </p:nvSpPr>
              <p:spPr>
                <a:xfrm>
                  <a:off x="3809526" y="549557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0" name="Oval 2689">
                  <a:extLst>
                    <a:ext uri="{FF2B5EF4-FFF2-40B4-BE49-F238E27FC236}">
                      <a16:creationId xmlns:a16="http://schemas.microsoft.com/office/drawing/2014/main" id="{5EDD7B1C-929F-D4E5-7B4E-7818590B1002}"/>
                    </a:ext>
                  </a:extLst>
                </p:cNvPr>
                <p:cNvSpPr/>
                <p:nvPr/>
              </p:nvSpPr>
              <p:spPr>
                <a:xfrm>
                  <a:off x="3813463" y="564696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1" name="Oval 2690">
                  <a:extLst>
                    <a:ext uri="{FF2B5EF4-FFF2-40B4-BE49-F238E27FC236}">
                      <a16:creationId xmlns:a16="http://schemas.microsoft.com/office/drawing/2014/main" id="{C6FB6B96-2C2A-C554-0F0F-258A6DE4C8E6}"/>
                    </a:ext>
                  </a:extLst>
                </p:cNvPr>
                <p:cNvSpPr/>
                <p:nvPr/>
              </p:nvSpPr>
              <p:spPr>
                <a:xfrm>
                  <a:off x="3829465" y="5755926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2" name="Oval 2691">
                  <a:extLst>
                    <a:ext uri="{FF2B5EF4-FFF2-40B4-BE49-F238E27FC236}">
                      <a16:creationId xmlns:a16="http://schemas.microsoft.com/office/drawing/2014/main" id="{4DCDD529-DCDD-F35F-F4B0-7B5B695E8523}"/>
                    </a:ext>
                  </a:extLst>
                </p:cNvPr>
                <p:cNvSpPr/>
                <p:nvPr/>
              </p:nvSpPr>
              <p:spPr>
                <a:xfrm>
                  <a:off x="3793905" y="564962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3" name="TextBox 2692">
                  <a:extLst>
                    <a:ext uri="{FF2B5EF4-FFF2-40B4-BE49-F238E27FC236}">
                      <a16:creationId xmlns:a16="http://schemas.microsoft.com/office/drawing/2014/main" id="{9039F098-35B0-DB2F-8DD9-C0CB9958994B}"/>
                    </a:ext>
                  </a:extLst>
                </p:cNvPr>
                <p:cNvSpPr txBox="1"/>
                <p:nvPr/>
              </p:nvSpPr>
              <p:spPr>
                <a:xfrm>
                  <a:off x="2749601" y="5210448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0.243</a:t>
                  </a:r>
                </a:p>
              </p:txBody>
            </p:sp>
            <p:sp>
              <p:nvSpPr>
                <p:cNvPr id="2694" name="Freeform 2693">
                  <a:extLst>
                    <a:ext uri="{FF2B5EF4-FFF2-40B4-BE49-F238E27FC236}">
                      <a16:creationId xmlns:a16="http://schemas.microsoft.com/office/drawing/2014/main" id="{694F2F28-AB97-9C02-44E9-0B55F4037DE7}"/>
                    </a:ext>
                  </a:extLst>
                </p:cNvPr>
                <p:cNvSpPr/>
                <p:nvPr/>
              </p:nvSpPr>
              <p:spPr>
                <a:xfrm>
                  <a:off x="2899317" y="5350415"/>
                  <a:ext cx="209041" cy="12700"/>
                </a:xfrm>
                <a:custGeom>
                  <a:avLst/>
                  <a:gdLst>
                    <a:gd name="csX0" fmla="*/ 0 w 209041"/>
                    <a:gd name="csY0" fmla="*/ 0 h 12700"/>
                    <a:gd name="csX1" fmla="*/ 209042 w 20904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09041" h="12700">
                      <a:moveTo>
                        <a:pt x="0" y="0"/>
                      </a:moveTo>
                      <a:lnTo>
                        <a:pt x="209042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5" name="TextBox 2694">
                  <a:extLst>
                    <a:ext uri="{FF2B5EF4-FFF2-40B4-BE49-F238E27FC236}">
                      <a16:creationId xmlns:a16="http://schemas.microsoft.com/office/drawing/2014/main" id="{D35960BA-309F-A1EB-6B22-87D82AD410DE}"/>
                    </a:ext>
                  </a:extLst>
                </p:cNvPr>
                <p:cNvSpPr txBox="1"/>
                <p:nvPr/>
              </p:nvSpPr>
              <p:spPr>
                <a:xfrm>
                  <a:off x="3237535" y="5210448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0.558</a:t>
                  </a:r>
                </a:p>
              </p:txBody>
            </p:sp>
            <p:sp>
              <p:nvSpPr>
                <p:cNvPr id="2696" name="Freeform 2695">
                  <a:extLst>
                    <a:ext uri="{FF2B5EF4-FFF2-40B4-BE49-F238E27FC236}">
                      <a16:creationId xmlns:a16="http://schemas.microsoft.com/office/drawing/2014/main" id="{AEB347FF-0E07-C790-A2DC-AFF2AF118AF0}"/>
                    </a:ext>
                  </a:extLst>
                </p:cNvPr>
                <p:cNvSpPr/>
                <p:nvPr/>
              </p:nvSpPr>
              <p:spPr>
                <a:xfrm>
                  <a:off x="3154841" y="5350415"/>
                  <a:ext cx="673862" cy="12700"/>
                </a:xfrm>
                <a:custGeom>
                  <a:avLst/>
                  <a:gdLst>
                    <a:gd name="csX0" fmla="*/ 0 w 673862"/>
                    <a:gd name="csY0" fmla="*/ 0 h 12700"/>
                    <a:gd name="csX1" fmla="*/ 673862 w 6738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73862" h="12700">
                      <a:moveTo>
                        <a:pt x="0" y="0"/>
                      </a:moveTo>
                      <a:lnTo>
                        <a:pt x="673862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697" name="TextBox 2696">
                  <a:extLst>
                    <a:ext uri="{FF2B5EF4-FFF2-40B4-BE49-F238E27FC236}">
                      <a16:creationId xmlns:a16="http://schemas.microsoft.com/office/drawing/2014/main" id="{5CD07C4B-BEB4-0F63-D204-6B2DFF5738BA}"/>
                    </a:ext>
                  </a:extLst>
                </p:cNvPr>
                <p:cNvSpPr txBox="1"/>
                <p:nvPr/>
              </p:nvSpPr>
              <p:spPr>
                <a:xfrm>
                  <a:off x="3109773" y="5047253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0.100</a:t>
                  </a:r>
                </a:p>
              </p:txBody>
            </p:sp>
            <p:sp>
              <p:nvSpPr>
                <p:cNvPr id="2698" name="Freeform 2697">
                  <a:extLst>
                    <a:ext uri="{FF2B5EF4-FFF2-40B4-BE49-F238E27FC236}">
                      <a16:creationId xmlns:a16="http://schemas.microsoft.com/office/drawing/2014/main" id="{AD9FE80E-A10A-942B-2909-B48DA4E5428D}"/>
                    </a:ext>
                  </a:extLst>
                </p:cNvPr>
                <p:cNvSpPr/>
                <p:nvPr/>
              </p:nvSpPr>
              <p:spPr>
                <a:xfrm>
                  <a:off x="2899317" y="5187220"/>
                  <a:ext cx="929386" cy="12700"/>
                </a:xfrm>
                <a:custGeom>
                  <a:avLst/>
                  <a:gdLst>
                    <a:gd name="csX0" fmla="*/ 0 w 929386"/>
                    <a:gd name="csY0" fmla="*/ 0 h 12700"/>
                    <a:gd name="csX1" fmla="*/ 929386 w 92938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29386" h="12700">
                      <a:moveTo>
                        <a:pt x="0" y="0"/>
                      </a:moveTo>
                      <a:lnTo>
                        <a:pt x="929386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700" name="Freeform 2699">
                  <a:extLst>
                    <a:ext uri="{FF2B5EF4-FFF2-40B4-BE49-F238E27FC236}">
                      <a16:creationId xmlns:a16="http://schemas.microsoft.com/office/drawing/2014/main" id="{785D47E0-C81E-6C80-52B5-F5803B7922CE}"/>
                    </a:ext>
                  </a:extLst>
                </p:cNvPr>
                <p:cNvSpPr/>
                <p:nvPr/>
              </p:nvSpPr>
              <p:spPr>
                <a:xfrm>
                  <a:off x="2759871" y="4969796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702" name="TextBox 2701">
                  <a:extLst>
                    <a:ext uri="{FF2B5EF4-FFF2-40B4-BE49-F238E27FC236}">
                      <a16:creationId xmlns:a16="http://schemas.microsoft.com/office/drawing/2014/main" id="{61C16607-AF7B-9B23-3C3F-400130877888}"/>
                    </a:ext>
                  </a:extLst>
                </p:cNvPr>
                <p:cNvSpPr txBox="1"/>
                <p:nvPr/>
              </p:nvSpPr>
              <p:spPr>
                <a:xfrm>
                  <a:off x="2383958" y="5620589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0.00</a:t>
                  </a:r>
                </a:p>
              </p:txBody>
            </p:sp>
            <p:sp>
              <p:nvSpPr>
                <p:cNvPr id="2703" name="TextBox 2702">
                  <a:extLst>
                    <a:ext uri="{FF2B5EF4-FFF2-40B4-BE49-F238E27FC236}">
                      <a16:creationId xmlns:a16="http://schemas.microsoft.com/office/drawing/2014/main" id="{DA2E1F4F-8E58-85B0-0156-1CD9867FB778}"/>
                    </a:ext>
                  </a:extLst>
                </p:cNvPr>
                <p:cNvSpPr txBox="1"/>
                <p:nvPr/>
              </p:nvSpPr>
              <p:spPr>
                <a:xfrm>
                  <a:off x="2383958" y="5283404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0.25</a:t>
                  </a:r>
                </a:p>
              </p:txBody>
            </p:sp>
            <p:sp>
              <p:nvSpPr>
                <p:cNvPr id="2705" name="Freeform 2704">
                  <a:extLst>
                    <a:ext uri="{FF2B5EF4-FFF2-40B4-BE49-F238E27FC236}">
                      <a16:creationId xmlns:a16="http://schemas.microsoft.com/office/drawing/2014/main" id="{15827001-6DA2-A635-7F4C-0CDFC9180BB8}"/>
                    </a:ext>
                  </a:extLst>
                </p:cNvPr>
                <p:cNvSpPr/>
                <p:nvPr/>
              </p:nvSpPr>
              <p:spPr>
                <a:xfrm>
                  <a:off x="2725072" y="6064789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706" name="Freeform 2705">
                  <a:extLst>
                    <a:ext uri="{FF2B5EF4-FFF2-40B4-BE49-F238E27FC236}">
                      <a16:creationId xmlns:a16="http://schemas.microsoft.com/office/drawing/2014/main" id="{E61E7D65-7091-4AC5-FE75-BB25CCECB932}"/>
                    </a:ext>
                  </a:extLst>
                </p:cNvPr>
                <p:cNvSpPr/>
                <p:nvPr/>
              </p:nvSpPr>
              <p:spPr>
                <a:xfrm>
                  <a:off x="2725072" y="5727477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707" name="Freeform 2706">
                  <a:extLst>
                    <a:ext uri="{FF2B5EF4-FFF2-40B4-BE49-F238E27FC236}">
                      <a16:creationId xmlns:a16="http://schemas.microsoft.com/office/drawing/2014/main" id="{60D60D56-4DB1-3D30-AB40-02475BA81F5D}"/>
                    </a:ext>
                  </a:extLst>
                </p:cNvPr>
                <p:cNvSpPr/>
                <p:nvPr/>
              </p:nvSpPr>
              <p:spPr>
                <a:xfrm>
                  <a:off x="2725072" y="5390293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709" name="Freeform 2708">
                  <a:extLst>
                    <a:ext uri="{FF2B5EF4-FFF2-40B4-BE49-F238E27FC236}">
                      <a16:creationId xmlns:a16="http://schemas.microsoft.com/office/drawing/2014/main" id="{2051D0AC-9A8F-B4CA-2227-434DEF1997F5}"/>
                    </a:ext>
                  </a:extLst>
                </p:cNvPr>
                <p:cNvSpPr/>
                <p:nvPr/>
              </p:nvSpPr>
              <p:spPr>
                <a:xfrm>
                  <a:off x="2759871" y="6328950"/>
                  <a:ext cx="1208278" cy="12700"/>
                </a:xfrm>
                <a:custGeom>
                  <a:avLst/>
                  <a:gdLst>
                    <a:gd name="csX0" fmla="*/ 0 w 1208278"/>
                    <a:gd name="csY0" fmla="*/ 0 h 12700"/>
                    <a:gd name="csX1" fmla="*/ 1208278 w 120827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08278" h="12700">
                      <a:moveTo>
                        <a:pt x="0" y="0"/>
                      </a:moveTo>
                      <a:lnTo>
                        <a:pt x="1208278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2796" name="Group 2795">
              <a:extLst>
                <a:ext uri="{FF2B5EF4-FFF2-40B4-BE49-F238E27FC236}">
                  <a16:creationId xmlns:a16="http://schemas.microsoft.com/office/drawing/2014/main" id="{142E37A4-4250-1B55-E758-D869F89C0E6A}"/>
                </a:ext>
              </a:extLst>
            </p:cNvPr>
            <p:cNvGrpSpPr/>
            <p:nvPr/>
          </p:nvGrpSpPr>
          <p:grpSpPr>
            <a:xfrm>
              <a:off x="3971492" y="4391134"/>
              <a:ext cx="1621001" cy="1371854"/>
              <a:chOff x="4388389" y="4994643"/>
              <a:chExt cx="1621001" cy="1371854"/>
            </a:xfrm>
          </p:grpSpPr>
          <p:sp>
            <p:nvSpPr>
              <p:cNvPr id="2726" name="Rectangle 2725">
                <a:extLst>
                  <a:ext uri="{FF2B5EF4-FFF2-40B4-BE49-F238E27FC236}">
                    <a16:creationId xmlns:a16="http://schemas.microsoft.com/office/drawing/2014/main" id="{324980BD-DF2F-32A1-FDF6-5C161F088BA6}"/>
                  </a:ext>
                </a:extLst>
              </p:cNvPr>
              <p:cNvSpPr/>
              <p:nvPr/>
            </p:nvSpPr>
            <p:spPr>
              <a:xfrm>
                <a:off x="4739009" y="4994643"/>
                <a:ext cx="1270381" cy="1359154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27" name="Freeform 2726">
                <a:extLst>
                  <a:ext uri="{FF2B5EF4-FFF2-40B4-BE49-F238E27FC236}">
                    <a16:creationId xmlns:a16="http://schemas.microsoft.com/office/drawing/2014/main" id="{4959D9A9-F87A-A6BF-59D5-F1D52A301BC6}"/>
                  </a:ext>
                </a:extLst>
              </p:cNvPr>
              <p:cNvSpPr/>
              <p:nvPr/>
            </p:nvSpPr>
            <p:spPr>
              <a:xfrm>
                <a:off x="4885567" y="5689714"/>
                <a:ext cx="12700" cy="95885"/>
              </a:xfrm>
              <a:custGeom>
                <a:avLst/>
                <a:gdLst>
                  <a:gd name="csX0" fmla="*/ 0 w 12700"/>
                  <a:gd name="csY0" fmla="*/ 95885 h 95885"/>
                  <a:gd name="csX1" fmla="*/ 0 w 12700"/>
                  <a:gd name="csY1" fmla="*/ 0 h 958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5885">
                    <a:moveTo>
                      <a:pt x="0" y="95885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28" name="Freeform 2727">
                <a:extLst>
                  <a:ext uri="{FF2B5EF4-FFF2-40B4-BE49-F238E27FC236}">
                    <a16:creationId xmlns:a16="http://schemas.microsoft.com/office/drawing/2014/main" id="{A78E91C2-0882-E304-E7F8-754EC3EDA054}"/>
                  </a:ext>
                </a:extLst>
              </p:cNvPr>
              <p:cNvSpPr/>
              <p:nvPr/>
            </p:nvSpPr>
            <p:spPr>
              <a:xfrm>
                <a:off x="4885567" y="5893930"/>
                <a:ext cx="12700" cy="12953"/>
              </a:xfrm>
              <a:custGeom>
                <a:avLst/>
                <a:gdLst>
                  <a:gd name="csX0" fmla="*/ 0 w 12700"/>
                  <a:gd name="csY0" fmla="*/ 0 h 12953"/>
                  <a:gd name="csX1" fmla="*/ 0 w 12700"/>
                  <a:gd name="csY1" fmla="*/ 12954 h 129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2953">
                    <a:moveTo>
                      <a:pt x="0" y="0"/>
                    </a:moveTo>
                    <a:lnTo>
                      <a:pt x="0" y="12954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29" name="Freeform 2728">
                <a:extLst>
                  <a:ext uri="{FF2B5EF4-FFF2-40B4-BE49-F238E27FC236}">
                    <a16:creationId xmlns:a16="http://schemas.microsoft.com/office/drawing/2014/main" id="{71922A06-FCDF-2FF0-478A-2A96AE7B2407}"/>
                  </a:ext>
                </a:extLst>
              </p:cNvPr>
              <p:cNvSpPr/>
              <p:nvPr/>
            </p:nvSpPr>
            <p:spPr>
              <a:xfrm>
                <a:off x="4812287" y="5785599"/>
                <a:ext cx="146558" cy="108330"/>
              </a:xfrm>
              <a:custGeom>
                <a:avLst/>
                <a:gdLst>
                  <a:gd name="csX0" fmla="*/ 0 w 146558"/>
                  <a:gd name="csY0" fmla="*/ 0 h 108330"/>
                  <a:gd name="csX1" fmla="*/ 0 w 146558"/>
                  <a:gd name="csY1" fmla="*/ 108331 h 108330"/>
                  <a:gd name="csX2" fmla="*/ 146558 w 146558"/>
                  <a:gd name="csY2" fmla="*/ 108331 h 108330"/>
                  <a:gd name="csX3" fmla="*/ 146558 w 146558"/>
                  <a:gd name="csY3" fmla="*/ 0 h 108330"/>
                  <a:gd name="csX4" fmla="*/ 0 w 146558"/>
                  <a:gd name="csY4" fmla="*/ 0 h 1083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6558" h="108330">
                    <a:moveTo>
                      <a:pt x="0" y="0"/>
                    </a:moveTo>
                    <a:lnTo>
                      <a:pt x="0" y="108331"/>
                    </a:lnTo>
                    <a:lnTo>
                      <a:pt x="146558" y="108331"/>
                    </a:lnTo>
                    <a:lnTo>
                      <a:pt x="14655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0" name="Freeform 2729">
                <a:extLst>
                  <a:ext uri="{FF2B5EF4-FFF2-40B4-BE49-F238E27FC236}">
                    <a16:creationId xmlns:a16="http://schemas.microsoft.com/office/drawing/2014/main" id="{91E8F919-86E0-CFD8-D074-36A1A6ADA1F0}"/>
                  </a:ext>
                </a:extLst>
              </p:cNvPr>
              <p:cNvSpPr/>
              <p:nvPr/>
            </p:nvSpPr>
            <p:spPr>
              <a:xfrm>
                <a:off x="4812288" y="5823826"/>
                <a:ext cx="146558" cy="12700"/>
              </a:xfrm>
              <a:custGeom>
                <a:avLst/>
                <a:gdLst>
                  <a:gd name="csX0" fmla="*/ 0 w 146558"/>
                  <a:gd name="csY0" fmla="*/ 0 h 12700"/>
                  <a:gd name="csX1" fmla="*/ 146558 w 1465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558" h="12700">
                    <a:moveTo>
                      <a:pt x="0" y="0"/>
                    </a:moveTo>
                    <a:lnTo>
                      <a:pt x="146558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1" name="Freeform 2730">
                <a:extLst>
                  <a:ext uri="{FF2B5EF4-FFF2-40B4-BE49-F238E27FC236}">
                    <a16:creationId xmlns:a16="http://schemas.microsoft.com/office/drawing/2014/main" id="{FCACB6EE-AA1D-17E9-F7F3-F007834CCF4A}"/>
                  </a:ext>
                </a:extLst>
              </p:cNvPr>
              <p:cNvSpPr/>
              <p:nvPr/>
            </p:nvSpPr>
            <p:spPr>
              <a:xfrm>
                <a:off x="5129915" y="5674855"/>
                <a:ext cx="12700" cy="81026"/>
              </a:xfrm>
              <a:custGeom>
                <a:avLst/>
                <a:gdLst>
                  <a:gd name="csX0" fmla="*/ 0 w 12700"/>
                  <a:gd name="csY0" fmla="*/ 81026 h 81026"/>
                  <a:gd name="csX1" fmla="*/ 0 w 12700"/>
                  <a:gd name="csY1" fmla="*/ 0 h 81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1026">
                    <a:moveTo>
                      <a:pt x="0" y="81026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2" name="Freeform 2731">
                <a:extLst>
                  <a:ext uri="{FF2B5EF4-FFF2-40B4-BE49-F238E27FC236}">
                    <a16:creationId xmlns:a16="http://schemas.microsoft.com/office/drawing/2014/main" id="{1C9009DF-9D57-A10B-77A5-740493E2A5BC}"/>
                  </a:ext>
                </a:extLst>
              </p:cNvPr>
              <p:cNvSpPr/>
              <p:nvPr/>
            </p:nvSpPr>
            <p:spPr>
              <a:xfrm>
                <a:off x="5129915" y="5841479"/>
                <a:ext cx="12700" cy="104521"/>
              </a:xfrm>
              <a:custGeom>
                <a:avLst/>
                <a:gdLst>
                  <a:gd name="csX0" fmla="*/ 0 w 12700"/>
                  <a:gd name="csY0" fmla="*/ 0 h 104521"/>
                  <a:gd name="csX1" fmla="*/ 0 w 12700"/>
                  <a:gd name="csY1" fmla="*/ 104521 h 1045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4521">
                    <a:moveTo>
                      <a:pt x="0" y="0"/>
                    </a:moveTo>
                    <a:lnTo>
                      <a:pt x="0" y="104521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3" name="Freeform 2732">
                <a:extLst>
                  <a:ext uri="{FF2B5EF4-FFF2-40B4-BE49-F238E27FC236}">
                    <a16:creationId xmlns:a16="http://schemas.microsoft.com/office/drawing/2014/main" id="{9BB62378-72EF-A242-B2E7-2C7507C9245D}"/>
                  </a:ext>
                </a:extLst>
              </p:cNvPr>
              <p:cNvSpPr/>
              <p:nvPr/>
            </p:nvSpPr>
            <p:spPr>
              <a:xfrm>
                <a:off x="5056636" y="5755880"/>
                <a:ext cx="146558" cy="85598"/>
              </a:xfrm>
              <a:custGeom>
                <a:avLst/>
                <a:gdLst>
                  <a:gd name="csX0" fmla="*/ 0 w 146558"/>
                  <a:gd name="csY0" fmla="*/ 0 h 85598"/>
                  <a:gd name="csX1" fmla="*/ 0 w 146558"/>
                  <a:gd name="csY1" fmla="*/ 85598 h 85598"/>
                  <a:gd name="csX2" fmla="*/ 146558 w 146558"/>
                  <a:gd name="csY2" fmla="*/ 85598 h 85598"/>
                  <a:gd name="csX3" fmla="*/ 146558 w 146558"/>
                  <a:gd name="csY3" fmla="*/ 0 h 85598"/>
                  <a:gd name="csX4" fmla="*/ 0 w 146558"/>
                  <a:gd name="csY4" fmla="*/ 0 h 855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6558" h="85598">
                    <a:moveTo>
                      <a:pt x="0" y="0"/>
                    </a:moveTo>
                    <a:lnTo>
                      <a:pt x="0" y="85598"/>
                    </a:lnTo>
                    <a:lnTo>
                      <a:pt x="146558" y="85598"/>
                    </a:lnTo>
                    <a:lnTo>
                      <a:pt x="14655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4" name="Freeform 2733">
                <a:extLst>
                  <a:ext uri="{FF2B5EF4-FFF2-40B4-BE49-F238E27FC236}">
                    <a16:creationId xmlns:a16="http://schemas.microsoft.com/office/drawing/2014/main" id="{B9686526-6E94-433A-1686-20EA260AAB56}"/>
                  </a:ext>
                </a:extLst>
              </p:cNvPr>
              <p:cNvSpPr/>
              <p:nvPr/>
            </p:nvSpPr>
            <p:spPr>
              <a:xfrm>
                <a:off x="5056636" y="5823826"/>
                <a:ext cx="146558" cy="12700"/>
              </a:xfrm>
              <a:custGeom>
                <a:avLst/>
                <a:gdLst>
                  <a:gd name="csX0" fmla="*/ 0 w 146558"/>
                  <a:gd name="csY0" fmla="*/ 0 h 12700"/>
                  <a:gd name="csX1" fmla="*/ 146558 w 1465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558" h="12700">
                    <a:moveTo>
                      <a:pt x="0" y="0"/>
                    </a:moveTo>
                    <a:lnTo>
                      <a:pt x="146558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5" name="Freeform 2734">
                <a:extLst>
                  <a:ext uri="{FF2B5EF4-FFF2-40B4-BE49-F238E27FC236}">
                    <a16:creationId xmlns:a16="http://schemas.microsoft.com/office/drawing/2014/main" id="{698361E5-F25D-5D6A-CD16-8087A66211F1}"/>
                  </a:ext>
                </a:extLst>
              </p:cNvPr>
              <p:cNvSpPr/>
              <p:nvPr/>
            </p:nvSpPr>
            <p:spPr>
              <a:xfrm>
                <a:off x="5374136" y="5623166"/>
                <a:ext cx="12700" cy="24003"/>
              </a:xfrm>
              <a:custGeom>
                <a:avLst/>
                <a:gdLst>
                  <a:gd name="csX0" fmla="*/ 0 w 12700"/>
                  <a:gd name="csY0" fmla="*/ 24003 h 24003"/>
                  <a:gd name="csX1" fmla="*/ 0 w 12700"/>
                  <a:gd name="csY1" fmla="*/ 0 h 240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4003">
                    <a:moveTo>
                      <a:pt x="0" y="24003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6" name="Freeform 2735">
                <a:extLst>
                  <a:ext uri="{FF2B5EF4-FFF2-40B4-BE49-F238E27FC236}">
                    <a16:creationId xmlns:a16="http://schemas.microsoft.com/office/drawing/2014/main" id="{E510EB6C-AFAB-B10B-9090-7F649559031D}"/>
                  </a:ext>
                </a:extLst>
              </p:cNvPr>
              <p:cNvSpPr/>
              <p:nvPr/>
            </p:nvSpPr>
            <p:spPr>
              <a:xfrm>
                <a:off x="5374136" y="5695048"/>
                <a:ext cx="12700" cy="24003"/>
              </a:xfrm>
              <a:custGeom>
                <a:avLst/>
                <a:gdLst>
                  <a:gd name="csX0" fmla="*/ 0 w 12700"/>
                  <a:gd name="csY0" fmla="*/ 0 h 24003"/>
                  <a:gd name="csX1" fmla="*/ 0 w 12700"/>
                  <a:gd name="csY1" fmla="*/ 24003 h 240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4003">
                    <a:moveTo>
                      <a:pt x="0" y="0"/>
                    </a:moveTo>
                    <a:lnTo>
                      <a:pt x="0" y="24003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7" name="Freeform 2736">
                <a:extLst>
                  <a:ext uri="{FF2B5EF4-FFF2-40B4-BE49-F238E27FC236}">
                    <a16:creationId xmlns:a16="http://schemas.microsoft.com/office/drawing/2014/main" id="{CC6BD07B-DD86-498A-6375-F26827C8E9C7}"/>
                  </a:ext>
                </a:extLst>
              </p:cNvPr>
              <p:cNvSpPr/>
              <p:nvPr/>
            </p:nvSpPr>
            <p:spPr>
              <a:xfrm>
                <a:off x="5300857" y="5647169"/>
                <a:ext cx="146557" cy="47879"/>
              </a:xfrm>
              <a:custGeom>
                <a:avLst/>
                <a:gdLst>
                  <a:gd name="csX0" fmla="*/ 0 w 146557"/>
                  <a:gd name="csY0" fmla="*/ 0 h 47879"/>
                  <a:gd name="csX1" fmla="*/ 0 w 146557"/>
                  <a:gd name="csY1" fmla="*/ 47879 h 47879"/>
                  <a:gd name="csX2" fmla="*/ 146558 w 146557"/>
                  <a:gd name="csY2" fmla="*/ 47879 h 47879"/>
                  <a:gd name="csX3" fmla="*/ 146558 w 146557"/>
                  <a:gd name="csY3" fmla="*/ 0 h 47879"/>
                  <a:gd name="csX4" fmla="*/ 0 w 146557"/>
                  <a:gd name="csY4" fmla="*/ 0 h 478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6557" h="47879">
                    <a:moveTo>
                      <a:pt x="0" y="0"/>
                    </a:moveTo>
                    <a:lnTo>
                      <a:pt x="0" y="47879"/>
                    </a:lnTo>
                    <a:lnTo>
                      <a:pt x="146558" y="47879"/>
                    </a:lnTo>
                    <a:lnTo>
                      <a:pt x="14655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8" name="Freeform 2737">
                <a:extLst>
                  <a:ext uri="{FF2B5EF4-FFF2-40B4-BE49-F238E27FC236}">
                    <a16:creationId xmlns:a16="http://schemas.microsoft.com/office/drawing/2014/main" id="{4DC286C2-153B-2761-C6AC-70E7AE3AA807}"/>
                  </a:ext>
                </a:extLst>
              </p:cNvPr>
              <p:cNvSpPr/>
              <p:nvPr/>
            </p:nvSpPr>
            <p:spPr>
              <a:xfrm>
                <a:off x="5300857" y="5671172"/>
                <a:ext cx="146557" cy="12700"/>
              </a:xfrm>
              <a:custGeom>
                <a:avLst/>
                <a:gdLst>
                  <a:gd name="csX0" fmla="*/ 0 w 146557"/>
                  <a:gd name="csY0" fmla="*/ 0 h 12700"/>
                  <a:gd name="csX1" fmla="*/ 146558 w 14655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557" h="12700">
                    <a:moveTo>
                      <a:pt x="0" y="0"/>
                    </a:moveTo>
                    <a:lnTo>
                      <a:pt x="146558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39" name="Freeform 2738">
                <a:extLst>
                  <a:ext uri="{FF2B5EF4-FFF2-40B4-BE49-F238E27FC236}">
                    <a16:creationId xmlns:a16="http://schemas.microsoft.com/office/drawing/2014/main" id="{E567D2C4-9423-48F1-9A77-5B74683432A6}"/>
                  </a:ext>
                </a:extLst>
              </p:cNvPr>
              <p:cNvSpPr/>
              <p:nvPr/>
            </p:nvSpPr>
            <p:spPr>
              <a:xfrm>
                <a:off x="5862832" y="5538330"/>
                <a:ext cx="12700" cy="90170"/>
              </a:xfrm>
              <a:custGeom>
                <a:avLst/>
                <a:gdLst>
                  <a:gd name="csX0" fmla="*/ 0 w 12700"/>
                  <a:gd name="csY0" fmla="*/ 90170 h 90170"/>
                  <a:gd name="csX1" fmla="*/ 0 w 12700"/>
                  <a:gd name="csY1" fmla="*/ 0 h 901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0170">
                    <a:moveTo>
                      <a:pt x="0" y="90170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0" name="Freeform 2739">
                <a:extLst>
                  <a:ext uri="{FF2B5EF4-FFF2-40B4-BE49-F238E27FC236}">
                    <a16:creationId xmlns:a16="http://schemas.microsoft.com/office/drawing/2014/main" id="{5805AB22-58E1-2917-054F-38A062996F5A}"/>
                  </a:ext>
                </a:extLst>
              </p:cNvPr>
              <p:cNvSpPr/>
              <p:nvPr/>
            </p:nvSpPr>
            <p:spPr>
              <a:xfrm>
                <a:off x="5862832" y="5706478"/>
                <a:ext cx="12700" cy="38100"/>
              </a:xfrm>
              <a:custGeom>
                <a:avLst/>
                <a:gdLst>
                  <a:gd name="csX0" fmla="*/ 0 w 12700"/>
                  <a:gd name="csY0" fmla="*/ 0 h 38100"/>
                  <a:gd name="csX1" fmla="*/ 0 w 12700"/>
                  <a:gd name="csY1" fmla="*/ 38100 h 38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1" name="Freeform 2740">
                <a:extLst>
                  <a:ext uri="{FF2B5EF4-FFF2-40B4-BE49-F238E27FC236}">
                    <a16:creationId xmlns:a16="http://schemas.microsoft.com/office/drawing/2014/main" id="{43DA1C08-F589-0C48-3519-81168A79A03A}"/>
                  </a:ext>
                </a:extLst>
              </p:cNvPr>
              <p:cNvSpPr/>
              <p:nvPr/>
            </p:nvSpPr>
            <p:spPr>
              <a:xfrm>
                <a:off x="5789552" y="5628499"/>
                <a:ext cx="146558" cy="77977"/>
              </a:xfrm>
              <a:custGeom>
                <a:avLst/>
                <a:gdLst>
                  <a:gd name="csX0" fmla="*/ 0 w 146558"/>
                  <a:gd name="csY0" fmla="*/ 0 h 77977"/>
                  <a:gd name="csX1" fmla="*/ 0 w 146558"/>
                  <a:gd name="csY1" fmla="*/ 77978 h 77977"/>
                  <a:gd name="csX2" fmla="*/ 146558 w 146558"/>
                  <a:gd name="csY2" fmla="*/ 77978 h 77977"/>
                  <a:gd name="csX3" fmla="*/ 146558 w 146558"/>
                  <a:gd name="csY3" fmla="*/ 0 h 77977"/>
                  <a:gd name="csX4" fmla="*/ 0 w 146558"/>
                  <a:gd name="csY4" fmla="*/ 0 h 779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6558" h="77977">
                    <a:moveTo>
                      <a:pt x="0" y="0"/>
                    </a:moveTo>
                    <a:lnTo>
                      <a:pt x="0" y="77978"/>
                    </a:lnTo>
                    <a:lnTo>
                      <a:pt x="146558" y="77978"/>
                    </a:lnTo>
                    <a:lnTo>
                      <a:pt x="14655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2" name="Freeform 2741">
                <a:extLst>
                  <a:ext uri="{FF2B5EF4-FFF2-40B4-BE49-F238E27FC236}">
                    <a16:creationId xmlns:a16="http://schemas.microsoft.com/office/drawing/2014/main" id="{EB5FDCF1-C3DC-D5C2-9AC2-CA49DD1E5753}"/>
                  </a:ext>
                </a:extLst>
              </p:cNvPr>
              <p:cNvSpPr/>
              <p:nvPr/>
            </p:nvSpPr>
            <p:spPr>
              <a:xfrm>
                <a:off x="5789553" y="5650344"/>
                <a:ext cx="146558" cy="12700"/>
              </a:xfrm>
              <a:custGeom>
                <a:avLst/>
                <a:gdLst>
                  <a:gd name="csX0" fmla="*/ 0 w 146558"/>
                  <a:gd name="csY0" fmla="*/ 0 h 12700"/>
                  <a:gd name="csX1" fmla="*/ 146558 w 1465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558" h="12700">
                    <a:moveTo>
                      <a:pt x="0" y="0"/>
                    </a:moveTo>
                    <a:lnTo>
                      <a:pt x="146558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3" name="Oval 2742">
                <a:extLst>
                  <a:ext uri="{FF2B5EF4-FFF2-40B4-BE49-F238E27FC236}">
                    <a16:creationId xmlns:a16="http://schemas.microsoft.com/office/drawing/2014/main" id="{39F0092E-1FC7-E54B-AA9A-2D0B5BE9FBBB}"/>
                  </a:ext>
                </a:extLst>
              </p:cNvPr>
              <p:cNvSpPr/>
              <p:nvPr/>
            </p:nvSpPr>
            <p:spPr>
              <a:xfrm>
                <a:off x="4887726" y="625422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4" name="Oval 2743">
                <a:extLst>
                  <a:ext uri="{FF2B5EF4-FFF2-40B4-BE49-F238E27FC236}">
                    <a16:creationId xmlns:a16="http://schemas.microsoft.com/office/drawing/2014/main" id="{9689422F-C0AD-0E87-7A2A-696AB5CB92E3}"/>
                  </a:ext>
                </a:extLst>
              </p:cNvPr>
              <p:cNvSpPr/>
              <p:nvPr/>
            </p:nvSpPr>
            <p:spPr>
              <a:xfrm>
                <a:off x="4888869" y="577467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5" name="Oval 2744">
                <a:extLst>
                  <a:ext uri="{FF2B5EF4-FFF2-40B4-BE49-F238E27FC236}">
                    <a16:creationId xmlns:a16="http://schemas.microsoft.com/office/drawing/2014/main" id="{C81098DA-7F40-DE59-991E-18FF941C0A53}"/>
                  </a:ext>
                </a:extLst>
              </p:cNvPr>
              <p:cNvSpPr/>
              <p:nvPr/>
            </p:nvSpPr>
            <p:spPr>
              <a:xfrm>
                <a:off x="4857119" y="567168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6" name="Oval 2745">
                <a:extLst>
                  <a:ext uri="{FF2B5EF4-FFF2-40B4-BE49-F238E27FC236}">
                    <a16:creationId xmlns:a16="http://schemas.microsoft.com/office/drawing/2014/main" id="{0E2B4F24-A115-7C39-049E-5AD9D1F9B888}"/>
                  </a:ext>
                </a:extLst>
              </p:cNvPr>
              <p:cNvSpPr/>
              <p:nvPr/>
            </p:nvSpPr>
            <p:spPr>
              <a:xfrm>
                <a:off x="4883662" y="583690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7" name="Oval 2746">
                <a:extLst>
                  <a:ext uri="{FF2B5EF4-FFF2-40B4-BE49-F238E27FC236}">
                    <a16:creationId xmlns:a16="http://schemas.microsoft.com/office/drawing/2014/main" id="{6E6D3ED8-A292-4985-4253-B8F9EAD29689}"/>
                  </a:ext>
                </a:extLst>
              </p:cNvPr>
              <p:cNvSpPr/>
              <p:nvPr/>
            </p:nvSpPr>
            <p:spPr>
              <a:xfrm>
                <a:off x="4874391" y="576527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8" name="Oval 2747">
                <a:extLst>
                  <a:ext uri="{FF2B5EF4-FFF2-40B4-BE49-F238E27FC236}">
                    <a16:creationId xmlns:a16="http://schemas.microsoft.com/office/drawing/2014/main" id="{C8858E76-4C78-9491-9F53-D59D5BCF8CE9}"/>
                  </a:ext>
                </a:extLst>
              </p:cNvPr>
              <p:cNvSpPr/>
              <p:nvPr/>
            </p:nvSpPr>
            <p:spPr>
              <a:xfrm>
                <a:off x="4868422" y="588885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49" name="Oval 2748">
                <a:extLst>
                  <a:ext uri="{FF2B5EF4-FFF2-40B4-BE49-F238E27FC236}">
                    <a16:creationId xmlns:a16="http://schemas.microsoft.com/office/drawing/2014/main" id="{CE38806D-AC66-FC06-3CB3-4A992B67ADC5}"/>
                  </a:ext>
                </a:extLst>
              </p:cNvPr>
              <p:cNvSpPr/>
              <p:nvPr/>
            </p:nvSpPr>
            <p:spPr>
              <a:xfrm>
                <a:off x="5123438" y="581087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0" name="Oval 2749">
                <a:extLst>
                  <a:ext uri="{FF2B5EF4-FFF2-40B4-BE49-F238E27FC236}">
                    <a16:creationId xmlns:a16="http://schemas.microsoft.com/office/drawing/2014/main" id="{B480594A-48E1-3ABE-014E-41B855ED0D5D}"/>
                  </a:ext>
                </a:extLst>
              </p:cNvPr>
              <p:cNvSpPr/>
              <p:nvPr/>
            </p:nvSpPr>
            <p:spPr>
              <a:xfrm>
                <a:off x="5093974" y="570114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1" name="Oval 2750">
                <a:extLst>
                  <a:ext uri="{FF2B5EF4-FFF2-40B4-BE49-F238E27FC236}">
                    <a16:creationId xmlns:a16="http://schemas.microsoft.com/office/drawing/2014/main" id="{9A6BE128-87C8-9180-730A-B2E0CEDBA1E3}"/>
                  </a:ext>
                </a:extLst>
              </p:cNvPr>
              <p:cNvSpPr/>
              <p:nvPr/>
            </p:nvSpPr>
            <p:spPr>
              <a:xfrm>
                <a:off x="5119501" y="580579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2" name="Oval 2751">
                <a:extLst>
                  <a:ext uri="{FF2B5EF4-FFF2-40B4-BE49-F238E27FC236}">
                    <a16:creationId xmlns:a16="http://schemas.microsoft.com/office/drawing/2014/main" id="{996F3078-2E3E-6EA8-5575-AFC069428D54}"/>
                  </a:ext>
                </a:extLst>
              </p:cNvPr>
              <p:cNvSpPr/>
              <p:nvPr/>
            </p:nvSpPr>
            <p:spPr>
              <a:xfrm>
                <a:off x="5121914" y="583601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3" name="Oval 2752">
                <a:extLst>
                  <a:ext uri="{FF2B5EF4-FFF2-40B4-BE49-F238E27FC236}">
                    <a16:creationId xmlns:a16="http://schemas.microsoft.com/office/drawing/2014/main" id="{BCEE98CD-6845-002C-3F06-1E50DCEBD138}"/>
                  </a:ext>
                </a:extLst>
              </p:cNvPr>
              <p:cNvSpPr/>
              <p:nvPr/>
            </p:nvSpPr>
            <p:spPr>
              <a:xfrm>
                <a:off x="5109722" y="565682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4" name="Oval 2753">
                <a:extLst>
                  <a:ext uri="{FF2B5EF4-FFF2-40B4-BE49-F238E27FC236}">
                    <a16:creationId xmlns:a16="http://schemas.microsoft.com/office/drawing/2014/main" id="{B5F3F956-DDFD-822C-984B-3950ACEB215A}"/>
                  </a:ext>
                </a:extLst>
              </p:cNvPr>
              <p:cNvSpPr/>
              <p:nvPr/>
            </p:nvSpPr>
            <p:spPr>
              <a:xfrm>
                <a:off x="5122549" y="592796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5" name="Oval 2754">
                <a:extLst>
                  <a:ext uri="{FF2B5EF4-FFF2-40B4-BE49-F238E27FC236}">
                    <a16:creationId xmlns:a16="http://schemas.microsoft.com/office/drawing/2014/main" id="{F40E0FC0-38EF-D316-41D0-403E9DF97F3F}"/>
                  </a:ext>
                </a:extLst>
              </p:cNvPr>
              <p:cNvSpPr/>
              <p:nvPr/>
            </p:nvSpPr>
            <p:spPr>
              <a:xfrm>
                <a:off x="5133090" y="577467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6" name="Oval 2755">
                <a:extLst>
                  <a:ext uri="{FF2B5EF4-FFF2-40B4-BE49-F238E27FC236}">
                    <a16:creationId xmlns:a16="http://schemas.microsoft.com/office/drawing/2014/main" id="{7BD7D807-78CA-CBF0-0151-385B751A23A2}"/>
                  </a:ext>
                </a:extLst>
              </p:cNvPr>
              <p:cNvSpPr/>
              <p:nvPr/>
            </p:nvSpPr>
            <p:spPr>
              <a:xfrm>
                <a:off x="5344164" y="560513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7" name="Oval 2756">
                <a:extLst>
                  <a:ext uri="{FF2B5EF4-FFF2-40B4-BE49-F238E27FC236}">
                    <a16:creationId xmlns:a16="http://schemas.microsoft.com/office/drawing/2014/main" id="{7C9DFB69-3096-0CEF-1330-95876F638066}"/>
                  </a:ext>
                </a:extLst>
              </p:cNvPr>
              <p:cNvSpPr/>
              <p:nvPr/>
            </p:nvSpPr>
            <p:spPr>
              <a:xfrm>
                <a:off x="5354324" y="570114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8" name="Oval 2757">
                <a:extLst>
                  <a:ext uri="{FF2B5EF4-FFF2-40B4-BE49-F238E27FC236}">
                    <a16:creationId xmlns:a16="http://schemas.microsoft.com/office/drawing/2014/main" id="{DFB1C381-68DE-7EE2-4A6E-EFEE3A5E0E20}"/>
                  </a:ext>
                </a:extLst>
              </p:cNvPr>
              <p:cNvSpPr/>
              <p:nvPr/>
            </p:nvSpPr>
            <p:spPr>
              <a:xfrm>
                <a:off x="5621913" y="576566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59" name="Oval 2758">
                <a:extLst>
                  <a:ext uri="{FF2B5EF4-FFF2-40B4-BE49-F238E27FC236}">
                    <a16:creationId xmlns:a16="http://schemas.microsoft.com/office/drawing/2014/main" id="{65F09642-3A1B-89D3-EEB2-585E2DCC9B03}"/>
                  </a:ext>
                </a:extLst>
              </p:cNvPr>
              <p:cNvSpPr/>
              <p:nvPr/>
            </p:nvSpPr>
            <p:spPr>
              <a:xfrm>
                <a:off x="5868166" y="5617959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0" name="Oval 2759">
                <a:extLst>
                  <a:ext uri="{FF2B5EF4-FFF2-40B4-BE49-F238E27FC236}">
                    <a16:creationId xmlns:a16="http://schemas.microsoft.com/office/drawing/2014/main" id="{28A9CB65-F0E4-BAC2-2BEB-5BF575C8B72E}"/>
                  </a:ext>
                </a:extLst>
              </p:cNvPr>
              <p:cNvSpPr/>
              <p:nvPr/>
            </p:nvSpPr>
            <p:spPr>
              <a:xfrm>
                <a:off x="5826129" y="570254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1" name="Oval 2760">
                <a:extLst>
                  <a:ext uri="{FF2B5EF4-FFF2-40B4-BE49-F238E27FC236}">
                    <a16:creationId xmlns:a16="http://schemas.microsoft.com/office/drawing/2014/main" id="{6ED579A8-61AC-A4F5-F44A-DF64B3388CC6}"/>
                  </a:ext>
                </a:extLst>
              </p:cNvPr>
              <p:cNvSpPr/>
              <p:nvPr/>
            </p:nvSpPr>
            <p:spPr>
              <a:xfrm>
                <a:off x="5843528" y="5520296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2" name="Oval 2761">
                <a:extLst>
                  <a:ext uri="{FF2B5EF4-FFF2-40B4-BE49-F238E27FC236}">
                    <a16:creationId xmlns:a16="http://schemas.microsoft.com/office/drawing/2014/main" id="{D566DC09-3998-76AF-AEC1-454D87EE1D28}"/>
                  </a:ext>
                </a:extLst>
              </p:cNvPr>
              <p:cNvSpPr/>
              <p:nvPr/>
            </p:nvSpPr>
            <p:spPr>
              <a:xfrm>
                <a:off x="5847719" y="560792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3" name="Oval 2762">
                <a:extLst>
                  <a:ext uri="{FF2B5EF4-FFF2-40B4-BE49-F238E27FC236}">
                    <a16:creationId xmlns:a16="http://schemas.microsoft.com/office/drawing/2014/main" id="{7D6406FC-E2F2-2199-C456-FF82235B4934}"/>
                  </a:ext>
                </a:extLst>
              </p:cNvPr>
              <p:cNvSpPr/>
              <p:nvPr/>
            </p:nvSpPr>
            <p:spPr>
              <a:xfrm>
                <a:off x="5864483" y="5726671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4" name="Oval 2763">
                <a:extLst>
                  <a:ext uri="{FF2B5EF4-FFF2-40B4-BE49-F238E27FC236}">
                    <a16:creationId xmlns:a16="http://schemas.microsoft.com/office/drawing/2014/main" id="{7D36D14E-BFAF-8027-BAED-CF9346E7B474}"/>
                  </a:ext>
                </a:extLst>
              </p:cNvPr>
              <p:cNvSpPr/>
              <p:nvPr/>
            </p:nvSpPr>
            <p:spPr>
              <a:xfrm>
                <a:off x="5827145" y="564640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5" name="TextBox 2764">
                <a:extLst>
                  <a:ext uri="{FF2B5EF4-FFF2-40B4-BE49-F238E27FC236}">
                    <a16:creationId xmlns:a16="http://schemas.microsoft.com/office/drawing/2014/main" id="{7F2AEE9E-D8DF-FBD9-D0B3-22F26BC24AB8}"/>
                  </a:ext>
                </a:extLst>
              </p:cNvPr>
              <p:cNvSpPr txBox="1"/>
              <p:nvPr/>
            </p:nvSpPr>
            <p:spPr>
              <a:xfrm>
                <a:off x="4741312" y="5235295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0.310</a:t>
                </a:r>
              </a:p>
            </p:txBody>
          </p:sp>
          <p:sp>
            <p:nvSpPr>
              <p:cNvPr id="2766" name="Freeform 2765">
                <a:extLst>
                  <a:ext uri="{FF2B5EF4-FFF2-40B4-BE49-F238E27FC236}">
                    <a16:creationId xmlns:a16="http://schemas.microsoft.com/office/drawing/2014/main" id="{38E8260F-D65B-87D8-A3CC-51F3975E2ECF}"/>
                  </a:ext>
                </a:extLst>
              </p:cNvPr>
              <p:cNvSpPr/>
              <p:nvPr/>
            </p:nvSpPr>
            <p:spPr>
              <a:xfrm>
                <a:off x="4885567" y="5375262"/>
                <a:ext cx="219837" cy="12700"/>
              </a:xfrm>
              <a:custGeom>
                <a:avLst/>
                <a:gdLst>
                  <a:gd name="csX0" fmla="*/ 0 w 219837"/>
                  <a:gd name="csY0" fmla="*/ 0 h 12700"/>
                  <a:gd name="csX1" fmla="*/ 219837 w 21983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9837" h="12700">
                    <a:moveTo>
                      <a:pt x="0" y="0"/>
                    </a:moveTo>
                    <a:lnTo>
                      <a:pt x="21983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7" name="TextBox 2766">
                <a:extLst>
                  <a:ext uri="{FF2B5EF4-FFF2-40B4-BE49-F238E27FC236}">
                    <a16:creationId xmlns:a16="http://schemas.microsoft.com/office/drawing/2014/main" id="{8EAE0E9F-A048-740A-08A7-EBE6E73B503A}"/>
                  </a:ext>
                </a:extLst>
              </p:cNvPr>
              <p:cNvSpPr txBox="1"/>
              <p:nvPr/>
            </p:nvSpPr>
            <p:spPr>
              <a:xfrm>
                <a:off x="5254265" y="5235295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0.059</a:t>
                </a:r>
              </a:p>
            </p:txBody>
          </p:sp>
          <p:sp>
            <p:nvSpPr>
              <p:cNvPr id="2768" name="Freeform 2767">
                <a:extLst>
                  <a:ext uri="{FF2B5EF4-FFF2-40B4-BE49-F238E27FC236}">
                    <a16:creationId xmlns:a16="http://schemas.microsoft.com/office/drawing/2014/main" id="{A64203C3-7980-5C2D-7032-2C4CCBA57A26}"/>
                  </a:ext>
                </a:extLst>
              </p:cNvPr>
              <p:cNvSpPr/>
              <p:nvPr/>
            </p:nvSpPr>
            <p:spPr>
              <a:xfrm>
                <a:off x="5154299" y="5375262"/>
                <a:ext cx="708533" cy="12700"/>
              </a:xfrm>
              <a:custGeom>
                <a:avLst/>
                <a:gdLst>
                  <a:gd name="csX0" fmla="*/ 0 w 708533"/>
                  <a:gd name="csY0" fmla="*/ 0 h 12700"/>
                  <a:gd name="csX1" fmla="*/ 708533 w 70853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08533" h="12700">
                    <a:moveTo>
                      <a:pt x="0" y="0"/>
                    </a:moveTo>
                    <a:lnTo>
                      <a:pt x="70853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69" name="TextBox 2768">
                <a:extLst>
                  <a:ext uri="{FF2B5EF4-FFF2-40B4-BE49-F238E27FC236}">
                    <a16:creationId xmlns:a16="http://schemas.microsoft.com/office/drawing/2014/main" id="{6BE7ADCA-75B2-3771-CA1F-7FD65FAEB35B}"/>
                  </a:ext>
                </a:extLst>
              </p:cNvPr>
              <p:cNvSpPr txBox="1"/>
              <p:nvPr/>
            </p:nvSpPr>
            <p:spPr>
              <a:xfrm>
                <a:off x="5192034" y="5032450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770" name="Freeform 2769">
                <a:extLst>
                  <a:ext uri="{FF2B5EF4-FFF2-40B4-BE49-F238E27FC236}">
                    <a16:creationId xmlns:a16="http://schemas.microsoft.com/office/drawing/2014/main" id="{3F779350-4836-199B-6A60-897C69EE9EA8}"/>
                  </a:ext>
                </a:extLst>
              </p:cNvPr>
              <p:cNvSpPr/>
              <p:nvPr/>
            </p:nvSpPr>
            <p:spPr>
              <a:xfrm>
                <a:off x="4885567" y="5212067"/>
                <a:ext cx="977265" cy="12700"/>
              </a:xfrm>
              <a:custGeom>
                <a:avLst/>
                <a:gdLst>
                  <a:gd name="csX0" fmla="*/ 0 w 977265"/>
                  <a:gd name="csY0" fmla="*/ 0 h 12700"/>
                  <a:gd name="csX1" fmla="*/ 977265 w 97726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77265" h="12700">
                    <a:moveTo>
                      <a:pt x="0" y="0"/>
                    </a:moveTo>
                    <a:lnTo>
                      <a:pt x="97726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72" name="Freeform 2771">
                <a:extLst>
                  <a:ext uri="{FF2B5EF4-FFF2-40B4-BE49-F238E27FC236}">
                    <a16:creationId xmlns:a16="http://schemas.microsoft.com/office/drawing/2014/main" id="{76532359-889E-38C5-2537-35CF1B023787}"/>
                  </a:ext>
                </a:extLst>
              </p:cNvPr>
              <p:cNvSpPr/>
              <p:nvPr/>
            </p:nvSpPr>
            <p:spPr>
              <a:xfrm>
                <a:off x="4739009" y="4994643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73" name="TextBox 2772">
                <a:extLst>
                  <a:ext uri="{FF2B5EF4-FFF2-40B4-BE49-F238E27FC236}">
                    <a16:creationId xmlns:a16="http://schemas.microsoft.com/office/drawing/2014/main" id="{5E53090C-75F7-644A-FD77-A38D4B43B7C3}"/>
                  </a:ext>
                </a:extLst>
              </p:cNvPr>
              <p:cNvSpPr txBox="1"/>
              <p:nvPr/>
            </p:nvSpPr>
            <p:spPr>
              <a:xfrm>
                <a:off x="4388389" y="6033548"/>
                <a:ext cx="38343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-0.2</a:t>
                </a:r>
              </a:p>
            </p:txBody>
          </p:sp>
          <p:sp>
            <p:nvSpPr>
              <p:cNvPr id="2774" name="TextBox 2773">
                <a:extLst>
                  <a:ext uri="{FF2B5EF4-FFF2-40B4-BE49-F238E27FC236}">
                    <a16:creationId xmlns:a16="http://schemas.microsoft.com/office/drawing/2014/main" id="{5884B8B2-63D1-BB79-4A75-8C4E3D8F6DA2}"/>
                  </a:ext>
                </a:extLst>
              </p:cNvPr>
              <p:cNvSpPr txBox="1"/>
              <p:nvPr/>
            </p:nvSpPr>
            <p:spPr>
              <a:xfrm>
                <a:off x="4426233" y="5665629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</a:t>
                </a:r>
              </a:p>
            </p:txBody>
          </p:sp>
          <p:sp>
            <p:nvSpPr>
              <p:cNvPr id="2775" name="TextBox 2774">
                <a:extLst>
                  <a:ext uri="{FF2B5EF4-FFF2-40B4-BE49-F238E27FC236}">
                    <a16:creationId xmlns:a16="http://schemas.microsoft.com/office/drawing/2014/main" id="{E614D133-E49C-C2CE-4270-30D1E88F18B8}"/>
                  </a:ext>
                </a:extLst>
              </p:cNvPr>
              <p:cNvSpPr txBox="1"/>
              <p:nvPr/>
            </p:nvSpPr>
            <p:spPr>
              <a:xfrm>
                <a:off x="4426233" y="5297710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0.2</a:t>
                </a:r>
              </a:p>
            </p:txBody>
          </p:sp>
          <p:sp>
            <p:nvSpPr>
              <p:cNvPr id="2777" name="Freeform 2776">
                <a:extLst>
                  <a:ext uri="{FF2B5EF4-FFF2-40B4-BE49-F238E27FC236}">
                    <a16:creationId xmlns:a16="http://schemas.microsoft.com/office/drawing/2014/main" id="{4FE7A335-2DC3-B4D4-77B3-532A35A92260}"/>
                  </a:ext>
                </a:extLst>
              </p:cNvPr>
              <p:cNvSpPr/>
              <p:nvPr/>
            </p:nvSpPr>
            <p:spPr>
              <a:xfrm>
                <a:off x="4704211" y="6140436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78" name="Freeform 2777">
                <a:extLst>
                  <a:ext uri="{FF2B5EF4-FFF2-40B4-BE49-F238E27FC236}">
                    <a16:creationId xmlns:a16="http://schemas.microsoft.com/office/drawing/2014/main" id="{A019B5EF-7BA6-BC80-D5F1-97D77EF9537E}"/>
                  </a:ext>
                </a:extLst>
              </p:cNvPr>
              <p:cNvSpPr/>
              <p:nvPr/>
            </p:nvSpPr>
            <p:spPr>
              <a:xfrm>
                <a:off x="4704211" y="577251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79" name="Freeform 2778">
                <a:extLst>
                  <a:ext uri="{FF2B5EF4-FFF2-40B4-BE49-F238E27FC236}">
                    <a16:creationId xmlns:a16="http://schemas.microsoft.com/office/drawing/2014/main" id="{FC9322E4-9748-1585-B419-621C7BC9A594}"/>
                  </a:ext>
                </a:extLst>
              </p:cNvPr>
              <p:cNvSpPr/>
              <p:nvPr/>
            </p:nvSpPr>
            <p:spPr>
              <a:xfrm>
                <a:off x="4704211" y="540459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2781" name="Freeform 2780">
                <a:extLst>
                  <a:ext uri="{FF2B5EF4-FFF2-40B4-BE49-F238E27FC236}">
                    <a16:creationId xmlns:a16="http://schemas.microsoft.com/office/drawing/2014/main" id="{DA6C5C8F-3464-CBCB-FC29-85725B64030C}"/>
                  </a:ext>
                </a:extLst>
              </p:cNvPr>
              <p:cNvSpPr/>
              <p:nvPr/>
            </p:nvSpPr>
            <p:spPr>
              <a:xfrm>
                <a:off x="4739009" y="6353797"/>
                <a:ext cx="1270381" cy="12700"/>
              </a:xfrm>
              <a:custGeom>
                <a:avLst/>
                <a:gdLst>
                  <a:gd name="csX0" fmla="*/ 0 w 1270381"/>
                  <a:gd name="csY0" fmla="*/ 0 h 12700"/>
                  <a:gd name="csX1" fmla="*/ 1270381 w 127038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381" h="12700">
                    <a:moveTo>
                      <a:pt x="0" y="0"/>
                    </a:moveTo>
                    <a:lnTo>
                      <a:pt x="1270381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3019" name="Group 3018">
            <a:extLst>
              <a:ext uri="{FF2B5EF4-FFF2-40B4-BE49-F238E27FC236}">
                <a16:creationId xmlns:a16="http://schemas.microsoft.com/office/drawing/2014/main" id="{721D7CBC-23A6-4BBE-B299-B06664C2FEC3}"/>
              </a:ext>
            </a:extLst>
          </p:cNvPr>
          <p:cNvGrpSpPr/>
          <p:nvPr/>
        </p:nvGrpSpPr>
        <p:grpSpPr>
          <a:xfrm>
            <a:off x="202838" y="6124136"/>
            <a:ext cx="5522162" cy="1838183"/>
            <a:chOff x="70486" y="5821774"/>
            <a:chExt cx="5522162" cy="1838183"/>
          </a:xfrm>
        </p:grpSpPr>
        <p:grpSp>
          <p:nvGrpSpPr>
            <p:cNvPr id="2878" name="Graphic 2799">
              <a:extLst>
                <a:ext uri="{FF2B5EF4-FFF2-40B4-BE49-F238E27FC236}">
                  <a16:creationId xmlns:a16="http://schemas.microsoft.com/office/drawing/2014/main" id="{CC190B5B-4723-FEEB-B03A-B10E0B98FA85}"/>
                </a:ext>
              </a:extLst>
            </p:cNvPr>
            <p:cNvGrpSpPr/>
            <p:nvPr/>
          </p:nvGrpSpPr>
          <p:grpSpPr>
            <a:xfrm>
              <a:off x="70486" y="5821774"/>
              <a:ext cx="1862006" cy="1838183"/>
              <a:chOff x="64840" y="5893349"/>
              <a:chExt cx="1862006" cy="1838183"/>
            </a:xfrm>
          </p:grpSpPr>
          <p:grpSp>
            <p:nvGrpSpPr>
              <p:cNvPr id="2881" name="Graphic 2799">
                <a:extLst>
                  <a:ext uri="{FF2B5EF4-FFF2-40B4-BE49-F238E27FC236}">
                    <a16:creationId xmlns:a16="http://schemas.microsoft.com/office/drawing/2014/main" id="{F95127C7-374A-2A57-0521-4029EDB565EE}"/>
                  </a:ext>
                </a:extLst>
              </p:cNvPr>
              <p:cNvGrpSpPr/>
              <p:nvPr/>
            </p:nvGrpSpPr>
            <p:grpSpPr>
              <a:xfrm>
                <a:off x="619254" y="5997354"/>
                <a:ext cx="1307591" cy="1359154"/>
                <a:chOff x="619254" y="5997354"/>
                <a:chExt cx="1307591" cy="1359154"/>
              </a:xfrm>
            </p:grpSpPr>
            <p:sp>
              <p:nvSpPr>
                <p:cNvPr id="2882" name="Rectangle 2881">
                  <a:extLst>
                    <a:ext uri="{FF2B5EF4-FFF2-40B4-BE49-F238E27FC236}">
                      <a16:creationId xmlns:a16="http://schemas.microsoft.com/office/drawing/2014/main" id="{896427CD-A51B-1638-AA19-5D91EB702752}"/>
                    </a:ext>
                  </a:extLst>
                </p:cNvPr>
                <p:cNvSpPr/>
                <p:nvPr/>
              </p:nvSpPr>
              <p:spPr>
                <a:xfrm>
                  <a:off x="619254" y="5997354"/>
                  <a:ext cx="1307591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3" name="Freeform 2882">
                  <a:extLst>
                    <a:ext uri="{FF2B5EF4-FFF2-40B4-BE49-F238E27FC236}">
                      <a16:creationId xmlns:a16="http://schemas.microsoft.com/office/drawing/2014/main" id="{97CA69F8-220D-A861-4525-99F80D4F24EE}"/>
                    </a:ext>
                  </a:extLst>
                </p:cNvPr>
                <p:cNvSpPr/>
                <p:nvPr/>
              </p:nvSpPr>
              <p:spPr>
                <a:xfrm>
                  <a:off x="770130" y="6773070"/>
                  <a:ext cx="12700" cy="62356"/>
                </a:xfrm>
                <a:custGeom>
                  <a:avLst/>
                  <a:gdLst>
                    <a:gd name="csX0" fmla="*/ 0 w 12700"/>
                    <a:gd name="csY0" fmla="*/ 62357 h 62356"/>
                    <a:gd name="csX1" fmla="*/ 0 w 12700"/>
                    <a:gd name="csY1" fmla="*/ 0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2356">
                      <a:moveTo>
                        <a:pt x="0" y="62357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4" name="Freeform 2883">
                  <a:extLst>
                    <a:ext uri="{FF2B5EF4-FFF2-40B4-BE49-F238E27FC236}">
                      <a16:creationId xmlns:a16="http://schemas.microsoft.com/office/drawing/2014/main" id="{4DF0EE7B-9744-27CC-A0AD-8139F3B2B6B3}"/>
                    </a:ext>
                  </a:extLst>
                </p:cNvPr>
                <p:cNvSpPr/>
                <p:nvPr/>
              </p:nvSpPr>
              <p:spPr>
                <a:xfrm>
                  <a:off x="770130" y="7192043"/>
                  <a:ext cx="12700" cy="40893"/>
                </a:xfrm>
                <a:custGeom>
                  <a:avLst/>
                  <a:gdLst>
                    <a:gd name="csX0" fmla="*/ 0 w 12700"/>
                    <a:gd name="csY0" fmla="*/ 0 h 40893"/>
                    <a:gd name="csX1" fmla="*/ 0 w 12700"/>
                    <a:gd name="csY1" fmla="*/ 40894 h 408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0893">
                      <a:moveTo>
                        <a:pt x="0" y="0"/>
                      </a:moveTo>
                      <a:lnTo>
                        <a:pt x="0" y="40894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5" name="Freeform 2884">
                  <a:extLst>
                    <a:ext uri="{FF2B5EF4-FFF2-40B4-BE49-F238E27FC236}">
                      <a16:creationId xmlns:a16="http://schemas.microsoft.com/office/drawing/2014/main" id="{81CA8832-DD1A-FB3C-8268-8886B230708E}"/>
                    </a:ext>
                  </a:extLst>
                </p:cNvPr>
                <p:cNvSpPr/>
                <p:nvPr/>
              </p:nvSpPr>
              <p:spPr>
                <a:xfrm>
                  <a:off x="694692" y="6835427"/>
                  <a:ext cx="150876" cy="356616"/>
                </a:xfrm>
                <a:custGeom>
                  <a:avLst/>
                  <a:gdLst>
                    <a:gd name="csX0" fmla="*/ 0 w 150876"/>
                    <a:gd name="csY0" fmla="*/ 0 h 356616"/>
                    <a:gd name="csX1" fmla="*/ 0 w 150876"/>
                    <a:gd name="csY1" fmla="*/ 356616 h 356616"/>
                    <a:gd name="csX2" fmla="*/ 150876 w 150876"/>
                    <a:gd name="csY2" fmla="*/ 356616 h 356616"/>
                    <a:gd name="csX3" fmla="*/ 150876 w 150876"/>
                    <a:gd name="csY3" fmla="*/ 0 h 356616"/>
                    <a:gd name="csX4" fmla="*/ 0 w 150876"/>
                    <a:gd name="csY4" fmla="*/ 0 h 35661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356616">
                      <a:moveTo>
                        <a:pt x="0" y="0"/>
                      </a:moveTo>
                      <a:lnTo>
                        <a:pt x="0" y="356616"/>
                      </a:lnTo>
                      <a:lnTo>
                        <a:pt x="150876" y="356616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6" name="Freeform 2885">
                  <a:extLst>
                    <a:ext uri="{FF2B5EF4-FFF2-40B4-BE49-F238E27FC236}">
                      <a16:creationId xmlns:a16="http://schemas.microsoft.com/office/drawing/2014/main" id="{424A08D3-E73E-D375-8419-42279A47AC0E}"/>
                    </a:ext>
                  </a:extLst>
                </p:cNvPr>
                <p:cNvSpPr/>
                <p:nvPr/>
              </p:nvSpPr>
              <p:spPr>
                <a:xfrm>
                  <a:off x="694692" y="7044215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7" name="Freeform 2886">
                  <a:extLst>
                    <a:ext uri="{FF2B5EF4-FFF2-40B4-BE49-F238E27FC236}">
                      <a16:creationId xmlns:a16="http://schemas.microsoft.com/office/drawing/2014/main" id="{F671C2A4-F9D7-F0F9-7756-4F5810B0323E}"/>
                    </a:ext>
                  </a:extLst>
                </p:cNvPr>
                <p:cNvSpPr/>
                <p:nvPr/>
              </p:nvSpPr>
              <p:spPr>
                <a:xfrm>
                  <a:off x="1021589" y="6966999"/>
                  <a:ext cx="12700" cy="103505"/>
                </a:xfrm>
                <a:custGeom>
                  <a:avLst/>
                  <a:gdLst>
                    <a:gd name="csX0" fmla="*/ 0 w 12700"/>
                    <a:gd name="csY0" fmla="*/ 103505 h 103505"/>
                    <a:gd name="csX1" fmla="*/ 0 w 12700"/>
                    <a:gd name="csY1" fmla="*/ 0 h 1035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03505">
                      <a:moveTo>
                        <a:pt x="0" y="103505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8" name="Freeform 2887">
                  <a:extLst>
                    <a:ext uri="{FF2B5EF4-FFF2-40B4-BE49-F238E27FC236}">
                      <a16:creationId xmlns:a16="http://schemas.microsoft.com/office/drawing/2014/main" id="{FC5829AD-1061-BA5E-03E1-E4977A1B362E}"/>
                    </a:ext>
                  </a:extLst>
                </p:cNvPr>
                <p:cNvSpPr/>
                <p:nvPr/>
              </p:nvSpPr>
              <p:spPr>
                <a:xfrm>
                  <a:off x="1021589" y="7187471"/>
                  <a:ext cx="12700" cy="87503"/>
                </a:xfrm>
                <a:custGeom>
                  <a:avLst/>
                  <a:gdLst>
                    <a:gd name="csX0" fmla="*/ 0 w 12700"/>
                    <a:gd name="csY0" fmla="*/ 0 h 87503"/>
                    <a:gd name="csX1" fmla="*/ 0 w 12700"/>
                    <a:gd name="csY1" fmla="*/ 87503 h 875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7503">
                      <a:moveTo>
                        <a:pt x="0" y="0"/>
                      </a:moveTo>
                      <a:lnTo>
                        <a:pt x="0" y="8750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89" name="Freeform 2888">
                  <a:extLst>
                    <a:ext uri="{FF2B5EF4-FFF2-40B4-BE49-F238E27FC236}">
                      <a16:creationId xmlns:a16="http://schemas.microsoft.com/office/drawing/2014/main" id="{48BEAA0B-1530-653C-52C9-8241F73A91C2}"/>
                    </a:ext>
                  </a:extLst>
                </p:cNvPr>
                <p:cNvSpPr/>
                <p:nvPr/>
              </p:nvSpPr>
              <p:spPr>
                <a:xfrm>
                  <a:off x="946151" y="7070504"/>
                  <a:ext cx="150876" cy="116966"/>
                </a:xfrm>
                <a:custGeom>
                  <a:avLst/>
                  <a:gdLst>
                    <a:gd name="csX0" fmla="*/ 0 w 150876"/>
                    <a:gd name="csY0" fmla="*/ 0 h 116966"/>
                    <a:gd name="csX1" fmla="*/ 0 w 150876"/>
                    <a:gd name="csY1" fmla="*/ 116967 h 116966"/>
                    <a:gd name="csX2" fmla="*/ 150876 w 150876"/>
                    <a:gd name="csY2" fmla="*/ 116967 h 116966"/>
                    <a:gd name="csX3" fmla="*/ 150876 w 150876"/>
                    <a:gd name="csY3" fmla="*/ 0 h 116966"/>
                    <a:gd name="csX4" fmla="*/ 0 w 150876"/>
                    <a:gd name="csY4" fmla="*/ 0 h 11696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116966">
                      <a:moveTo>
                        <a:pt x="0" y="0"/>
                      </a:moveTo>
                      <a:lnTo>
                        <a:pt x="0" y="116967"/>
                      </a:lnTo>
                      <a:lnTo>
                        <a:pt x="150876" y="116967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0" name="Freeform 2889">
                  <a:extLst>
                    <a:ext uri="{FF2B5EF4-FFF2-40B4-BE49-F238E27FC236}">
                      <a16:creationId xmlns:a16="http://schemas.microsoft.com/office/drawing/2014/main" id="{F6A6DA42-0D30-9162-1462-7823FBB81084}"/>
                    </a:ext>
                  </a:extLst>
                </p:cNvPr>
                <p:cNvSpPr/>
                <p:nvPr/>
              </p:nvSpPr>
              <p:spPr>
                <a:xfrm>
                  <a:off x="946152" y="7169310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1" name="Freeform 2890">
                  <a:extLst>
                    <a:ext uri="{FF2B5EF4-FFF2-40B4-BE49-F238E27FC236}">
                      <a16:creationId xmlns:a16="http://schemas.microsoft.com/office/drawing/2014/main" id="{D71B3650-646F-97F0-1498-510A09DAEBD8}"/>
                    </a:ext>
                  </a:extLst>
                </p:cNvPr>
                <p:cNvSpPr/>
                <p:nvPr/>
              </p:nvSpPr>
              <p:spPr>
                <a:xfrm>
                  <a:off x="1273050" y="6874924"/>
                  <a:ext cx="12700" cy="17780"/>
                </a:xfrm>
                <a:custGeom>
                  <a:avLst/>
                  <a:gdLst>
                    <a:gd name="csX0" fmla="*/ 0 w 12700"/>
                    <a:gd name="csY0" fmla="*/ 17780 h 17780"/>
                    <a:gd name="csX1" fmla="*/ 0 w 12700"/>
                    <a:gd name="csY1" fmla="*/ 0 h 177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780">
                      <a:moveTo>
                        <a:pt x="0" y="17780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2" name="Freeform 2891">
                  <a:extLst>
                    <a:ext uri="{FF2B5EF4-FFF2-40B4-BE49-F238E27FC236}">
                      <a16:creationId xmlns:a16="http://schemas.microsoft.com/office/drawing/2014/main" id="{6FB42D87-0E86-BAEF-CD04-EA7E06AD2C55}"/>
                    </a:ext>
                  </a:extLst>
                </p:cNvPr>
                <p:cNvSpPr/>
                <p:nvPr/>
              </p:nvSpPr>
              <p:spPr>
                <a:xfrm>
                  <a:off x="1273050" y="6928137"/>
                  <a:ext cx="12700" cy="17780"/>
                </a:xfrm>
                <a:custGeom>
                  <a:avLst/>
                  <a:gdLst>
                    <a:gd name="csX0" fmla="*/ 0 w 12700"/>
                    <a:gd name="csY0" fmla="*/ 0 h 17780"/>
                    <a:gd name="csX1" fmla="*/ 0 w 12700"/>
                    <a:gd name="csY1" fmla="*/ 17780 h 177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780">
                      <a:moveTo>
                        <a:pt x="0" y="0"/>
                      </a:moveTo>
                      <a:lnTo>
                        <a:pt x="0" y="1778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3" name="Freeform 2892">
                  <a:extLst>
                    <a:ext uri="{FF2B5EF4-FFF2-40B4-BE49-F238E27FC236}">
                      <a16:creationId xmlns:a16="http://schemas.microsoft.com/office/drawing/2014/main" id="{79327D01-1F28-2459-2D09-72ACD18C822C}"/>
                    </a:ext>
                  </a:extLst>
                </p:cNvPr>
                <p:cNvSpPr/>
                <p:nvPr/>
              </p:nvSpPr>
              <p:spPr>
                <a:xfrm>
                  <a:off x="1197611" y="6892704"/>
                  <a:ext cx="150876" cy="35432"/>
                </a:xfrm>
                <a:custGeom>
                  <a:avLst/>
                  <a:gdLst>
                    <a:gd name="csX0" fmla="*/ 0 w 150876"/>
                    <a:gd name="csY0" fmla="*/ 0 h 35432"/>
                    <a:gd name="csX1" fmla="*/ 0 w 150876"/>
                    <a:gd name="csY1" fmla="*/ 35433 h 35432"/>
                    <a:gd name="csX2" fmla="*/ 150876 w 150876"/>
                    <a:gd name="csY2" fmla="*/ 35433 h 35432"/>
                    <a:gd name="csX3" fmla="*/ 150876 w 150876"/>
                    <a:gd name="csY3" fmla="*/ 0 h 35432"/>
                    <a:gd name="csX4" fmla="*/ 0 w 150876"/>
                    <a:gd name="csY4" fmla="*/ 0 h 3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35432">
                      <a:moveTo>
                        <a:pt x="0" y="0"/>
                      </a:moveTo>
                      <a:lnTo>
                        <a:pt x="0" y="35433"/>
                      </a:lnTo>
                      <a:lnTo>
                        <a:pt x="150876" y="35433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4" name="Freeform 2893">
                  <a:extLst>
                    <a:ext uri="{FF2B5EF4-FFF2-40B4-BE49-F238E27FC236}">
                      <a16:creationId xmlns:a16="http://schemas.microsoft.com/office/drawing/2014/main" id="{4EF7050E-BCE8-176C-9283-9D4861D9759B}"/>
                    </a:ext>
                  </a:extLst>
                </p:cNvPr>
                <p:cNvSpPr/>
                <p:nvPr/>
              </p:nvSpPr>
              <p:spPr>
                <a:xfrm>
                  <a:off x="1197612" y="6910484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5" name="Freeform 2894">
                  <a:extLst>
                    <a:ext uri="{FF2B5EF4-FFF2-40B4-BE49-F238E27FC236}">
                      <a16:creationId xmlns:a16="http://schemas.microsoft.com/office/drawing/2014/main" id="{FC653148-AFAF-B145-9220-49A5A77B6A16}"/>
                    </a:ext>
                  </a:extLst>
                </p:cNvPr>
                <p:cNvSpPr/>
                <p:nvPr/>
              </p:nvSpPr>
              <p:spPr>
                <a:xfrm>
                  <a:off x="1775970" y="6541041"/>
                  <a:ext cx="12700" cy="212851"/>
                </a:xfrm>
                <a:custGeom>
                  <a:avLst/>
                  <a:gdLst>
                    <a:gd name="csX0" fmla="*/ 0 w 12700"/>
                    <a:gd name="csY0" fmla="*/ 212852 h 212851"/>
                    <a:gd name="csX1" fmla="*/ 0 w 12700"/>
                    <a:gd name="csY1" fmla="*/ 0 h 2128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12851">
                      <a:moveTo>
                        <a:pt x="0" y="212852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6" name="Freeform 2895">
                  <a:extLst>
                    <a:ext uri="{FF2B5EF4-FFF2-40B4-BE49-F238E27FC236}">
                      <a16:creationId xmlns:a16="http://schemas.microsoft.com/office/drawing/2014/main" id="{7B5CDC4A-6F66-F9C2-2270-2FACD0A65D9D}"/>
                    </a:ext>
                  </a:extLst>
                </p:cNvPr>
                <p:cNvSpPr/>
                <p:nvPr/>
              </p:nvSpPr>
              <p:spPr>
                <a:xfrm>
                  <a:off x="1775970" y="6980207"/>
                  <a:ext cx="12700" cy="110616"/>
                </a:xfrm>
                <a:custGeom>
                  <a:avLst/>
                  <a:gdLst>
                    <a:gd name="csX0" fmla="*/ 0 w 12700"/>
                    <a:gd name="csY0" fmla="*/ 0 h 110616"/>
                    <a:gd name="csX1" fmla="*/ 0 w 12700"/>
                    <a:gd name="csY1" fmla="*/ 110617 h 11061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0616">
                      <a:moveTo>
                        <a:pt x="0" y="0"/>
                      </a:moveTo>
                      <a:lnTo>
                        <a:pt x="0" y="110617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7" name="Freeform 2896">
                  <a:extLst>
                    <a:ext uri="{FF2B5EF4-FFF2-40B4-BE49-F238E27FC236}">
                      <a16:creationId xmlns:a16="http://schemas.microsoft.com/office/drawing/2014/main" id="{E568CC30-045A-4EAF-76C2-07341E4857B2}"/>
                    </a:ext>
                  </a:extLst>
                </p:cNvPr>
                <p:cNvSpPr/>
                <p:nvPr/>
              </p:nvSpPr>
              <p:spPr>
                <a:xfrm>
                  <a:off x="1700531" y="6753893"/>
                  <a:ext cx="150876" cy="226313"/>
                </a:xfrm>
                <a:custGeom>
                  <a:avLst/>
                  <a:gdLst>
                    <a:gd name="csX0" fmla="*/ 0 w 150876"/>
                    <a:gd name="csY0" fmla="*/ 0 h 226313"/>
                    <a:gd name="csX1" fmla="*/ 0 w 150876"/>
                    <a:gd name="csY1" fmla="*/ 226314 h 226313"/>
                    <a:gd name="csX2" fmla="*/ 150876 w 150876"/>
                    <a:gd name="csY2" fmla="*/ 226314 h 226313"/>
                    <a:gd name="csX3" fmla="*/ 150876 w 150876"/>
                    <a:gd name="csY3" fmla="*/ 0 h 226313"/>
                    <a:gd name="csX4" fmla="*/ 0 w 150876"/>
                    <a:gd name="csY4" fmla="*/ 0 h 226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0876" h="226313">
                      <a:moveTo>
                        <a:pt x="0" y="0"/>
                      </a:moveTo>
                      <a:lnTo>
                        <a:pt x="0" y="226314"/>
                      </a:lnTo>
                      <a:lnTo>
                        <a:pt x="150876" y="226314"/>
                      </a:lnTo>
                      <a:lnTo>
                        <a:pt x="15087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8" name="Freeform 2897">
                  <a:extLst>
                    <a:ext uri="{FF2B5EF4-FFF2-40B4-BE49-F238E27FC236}">
                      <a16:creationId xmlns:a16="http://schemas.microsoft.com/office/drawing/2014/main" id="{C3F020ED-F2D5-F593-C908-48704154EDE9}"/>
                    </a:ext>
                  </a:extLst>
                </p:cNvPr>
                <p:cNvSpPr/>
                <p:nvPr/>
              </p:nvSpPr>
              <p:spPr>
                <a:xfrm>
                  <a:off x="1700532" y="6837967"/>
                  <a:ext cx="150876" cy="12700"/>
                </a:xfrm>
                <a:custGeom>
                  <a:avLst/>
                  <a:gdLst>
                    <a:gd name="csX0" fmla="*/ 0 w 150876"/>
                    <a:gd name="csY0" fmla="*/ 0 h 12700"/>
                    <a:gd name="csX1" fmla="*/ 150876 w 150876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0876" h="12700">
                      <a:moveTo>
                        <a:pt x="0" y="0"/>
                      </a:moveTo>
                      <a:lnTo>
                        <a:pt x="150876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99" name="Oval 2898">
                  <a:extLst>
                    <a:ext uri="{FF2B5EF4-FFF2-40B4-BE49-F238E27FC236}">
                      <a16:creationId xmlns:a16="http://schemas.microsoft.com/office/drawing/2014/main" id="{0FD3BD5E-3814-E5F6-8CE9-78DCEB949524}"/>
                    </a:ext>
                  </a:extLst>
                </p:cNvPr>
                <p:cNvSpPr/>
                <p:nvPr/>
              </p:nvSpPr>
              <p:spPr>
                <a:xfrm>
                  <a:off x="773051" y="71816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0" name="Oval 2899">
                  <a:extLst>
                    <a:ext uri="{FF2B5EF4-FFF2-40B4-BE49-F238E27FC236}">
                      <a16:creationId xmlns:a16="http://schemas.microsoft.com/office/drawing/2014/main" id="{84E357F2-6EDF-69BE-BD79-A675A2713D0A}"/>
                    </a:ext>
                  </a:extLst>
                </p:cNvPr>
                <p:cNvSpPr/>
                <p:nvPr/>
              </p:nvSpPr>
              <p:spPr>
                <a:xfrm>
                  <a:off x="774067" y="715000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1" name="Oval 2900">
                  <a:extLst>
                    <a:ext uri="{FF2B5EF4-FFF2-40B4-BE49-F238E27FC236}">
                      <a16:creationId xmlns:a16="http://schemas.microsoft.com/office/drawing/2014/main" id="{A2962006-59C7-DEBD-1808-593A98D0FD23}"/>
                    </a:ext>
                  </a:extLst>
                </p:cNvPr>
                <p:cNvSpPr/>
                <p:nvPr/>
              </p:nvSpPr>
              <p:spPr>
                <a:xfrm>
                  <a:off x="741428" y="675516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2" name="Oval 2901">
                  <a:extLst>
                    <a:ext uri="{FF2B5EF4-FFF2-40B4-BE49-F238E27FC236}">
                      <a16:creationId xmlns:a16="http://schemas.microsoft.com/office/drawing/2014/main" id="{2B972CED-CAAD-417C-347B-FEAF3FACF58F}"/>
                    </a:ext>
                  </a:extLst>
                </p:cNvPr>
                <p:cNvSpPr/>
                <p:nvPr/>
              </p:nvSpPr>
              <p:spPr>
                <a:xfrm>
                  <a:off x="768733" y="690197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3" name="Oval 2902">
                  <a:extLst>
                    <a:ext uri="{FF2B5EF4-FFF2-40B4-BE49-F238E27FC236}">
                      <a16:creationId xmlns:a16="http://schemas.microsoft.com/office/drawing/2014/main" id="{F0402307-8893-5799-3A60-69F5403CF6ED}"/>
                    </a:ext>
                  </a:extLst>
                </p:cNvPr>
                <p:cNvSpPr/>
                <p:nvPr/>
              </p:nvSpPr>
              <p:spPr>
                <a:xfrm>
                  <a:off x="759335" y="678932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4" name="Oval 2903">
                  <a:extLst>
                    <a:ext uri="{FF2B5EF4-FFF2-40B4-BE49-F238E27FC236}">
                      <a16:creationId xmlns:a16="http://schemas.microsoft.com/office/drawing/2014/main" id="{82A643B1-30A6-22F6-B39D-851715CD5056}"/>
                    </a:ext>
                  </a:extLst>
                </p:cNvPr>
                <p:cNvSpPr/>
                <p:nvPr/>
              </p:nvSpPr>
              <p:spPr>
                <a:xfrm>
                  <a:off x="753112" y="721477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5" name="Oval 2904">
                  <a:extLst>
                    <a:ext uri="{FF2B5EF4-FFF2-40B4-BE49-F238E27FC236}">
                      <a16:creationId xmlns:a16="http://schemas.microsoft.com/office/drawing/2014/main" id="{4131D46E-A057-521C-B2DA-939984ED4F7F}"/>
                    </a:ext>
                  </a:extLst>
                </p:cNvPr>
                <p:cNvSpPr/>
                <p:nvPr/>
              </p:nvSpPr>
              <p:spPr>
                <a:xfrm>
                  <a:off x="1015494" y="715140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6" name="Oval 2905">
                  <a:extLst>
                    <a:ext uri="{FF2B5EF4-FFF2-40B4-BE49-F238E27FC236}">
                      <a16:creationId xmlns:a16="http://schemas.microsoft.com/office/drawing/2014/main" id="{89C52B7F-5553-4FFD-CF3A-DE2224922D87}"/>
                    </a:ext>
                  </a:extLst>
                </p:cNvPr>
                <p:cNvSpPr/>
                <p:nvPr/>
              </p:nvSpPr>
              <p:spPr>
                <a:xfrm>
                  <a:off x="985268" y="707202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7" name="Oval 2906">
                  <a:extLst>
                    <a:ext uri="{FF2B5EF4-FFF2-40B4-BE49-F238E27FC236}">
                      <a16:creationId xmlns:a16="http://schemas.microsoft.com/office/drawing/2014/main" id="{B31B65ED-0C20-013F-E94A-1200E45DF653}"/>
                    </a:ext>
                  </a:extLst>
                </p:cNvPr>
                <p:cNvSpPr/>
                <p:nvPr/>
              </p:nvSpPr>
              <p:spPr>
                <a:xfrm>
                  <a:off x="1011557" y="716765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8" name="Oval 2907">
                  <a:extLst>
                    <a:ext uri="{FF2B5EF4-FFF2-40B4-BE49-F238E27FC236}">
                      <a16:creationId xmlns:a16="http://schemas.microsoft.com/office/drawing/2014/main" id="{00E3A48E-C8B5-365C-F982-B365306E94A7}"/>
                    </a:ext>
                  </a:extLst>
                </p:cNvPr>
                <p:cNvSpPr/>
                <p:nvPr/>
              </p:nvSpPr>
              <p:spPr>
                <a:xfrm>
                  <a:off x="1013970" y="717108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09" name="Oval 2908">
                  <a:extLst>
                    <a:ext uri="{FF2B5EF4-FFF2-40B4-BE49-F238E27FC236}">
                      <a16:creationId xmlns:a16="http://schemas.microsoft.com/office/drawing/2014/main" id="{797DEECD-8B76-5D9E-85DE-5A43ADFE9388}"/>
                    </a:ext>
                  </a:extLst>
                </p:cNvPr>
                <p:cNvSpPr/>
                <p:nvPr/>
              </p:nvSpPr>
              <p:spPr>
                <a:xfrm>
                  <a:off x="1001524" y="694909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0" name="Oval 2909">
                  <a:extLst>
                    <a:ext uri="{FF2B5EF4-FFF2-40B4-BE49-F238E27FC236}">
                      <a16:creationId xmlns:a16="http://schemas.microsoft.com/office/drawing/2014/main" id="{489A7AA5-966B-1B8F-6E5E-B6038F273404}"/>
                    </a:ext>
                  </a:extLst>
                </p:cNvPr>
                <p:cNvSpPr/>
                <p:nvPr/>
              </p:nvSpPr>
              <p:spPr>
                <a:xfrm>
                  <a:off x="1014605" y="703265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1" name="Oval 2910">
                  <a:extLst>
                    <a:ext uri="{FF2B5EF4-FFF2-40B4-BE49-F238E27FC236}">
                      <a16:creationId xmlns:a16="http://schemas.microsoft.com/office/drawing/2014/main" id="{8678BA03-0928-F6D5-6D08-F9313A307205}"/>
                    </a:ext>
                  </a:extLst>
                </p:cNvPr>
                <p:cNvSpPr/>
                <p:nvPr/>
              </p:nvSpPr>
              <p:spPr>
                <a:xfrm>
                  <a:off x="1025399" y="72571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2" name="Oval 2911">
                  <a:extLst>
                    <a:ext uri="{FF2B5EF4-FFF2-40B4-BE49-F238E27FC236}">
                      <a16:creationId xmlns:a16="http://schemas.microsoft.com/office/drawing/2014/main" id="{971F42F0-131A-F60E-AE54-E0F1391FCF70}"/>
                    </a:ext>
                  </a:extLst>
                </p:cNvPr>
                <p:cNvSpPr/>
                <p:nvPr/>
              </p:nvSpPr>
              <p:spPr>
                <a:xfrm>
                  <a:off x="1242697" y="685676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3" name="Oval 2912">
                  <a:extLst>
                    <a:ext uri="{FF2B5EF4-FFF2-40B4-BE49-F238E27FC236}">
                      <a16:creationId xmlns:a16="http://schemas.microsoft.com/office/drawing/2014/main" id="{6448B311-3C95-84D0-60C4-1AA68CAE9BF0}"/>
                    </a:ext>
                  </a:extLst>
                </p:cNvPr>
                <p:cNvSpPr/>
                <p:nvPr/>
              </p:nvSpPr>
              <p:spPr>
                <a:xfrm>
                  <a:off x="1253111" y="692813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4" name="Oval 2913">
                  <a:extLst>
                    <a:ext uri="{FF2B5EF4-FFF2-40B4-BE49-F238E27FC236}">
                      <a16:creationId xmlns:a16="http://schemas.microsoft.com/office/drawing/2014/main" id="{21639648-B9FA-E685-0F33-08917294A115}"/>
                    </a:ext>
                  </a:extLst>
                </p:cNvPr>
                <p:cNvSpPr/>
                <p:nvPr/>
              </p:nvSpPr>
              <p:spPr>
                <a:xfrm>
                  <a:off x="1528574" y="720614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5" name="Oval 2914">
                  <a:extLst>
                    <a:ext uri="{FF2B5EF4-FFF2-40B4-BE49-F238E27FC236}">
                      <a16:creationId xmlns:a16="http://schemas.microsoft.com/office/drawing/2014/main" id="{427863DB-EB1F-5717-F5FB-46B4A070464D}"/>
                    </a:ext>
                  </a:extLst>
                </p:cNvPr>
                <p:cNvSpPr/>
                <p:nvPr/>
              </p:nvSpPr>
              <p:spPr>
                <a:xfrm>
                  <a:off x="1781939" y="6901086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6" name="Oval 2915">
                  <a:extLst>
                    <a:ext uri="{FF2B5EF4-FFF2-40B4-BE49-F238E27FC236}">
                      <a16:creationId xmlns:a16="http://schemas.microsoft.com/office/drawing/2014/main" id="{499D6FE6-F87C-13F6-CE08-A67854302162}"/>
                    </a:ext>
                  </a:extLst>
                </p:cNvPr>
                <p:cNvSpPr/>
                <p:nvPr/>
              </p:nvSpPr>
              <p:spPr>
                <a:xfrm>
                  <a:off x="1738759" y="673852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7" name="Oval 2916">
                  <a:extLst>
                    <a:ext uri="{FF2B5EF4-FFF2-40B4-BE49-F238E27FC236}">
                      <a16:creationId xmlns:a16="http://schemas.microsoft.com/office/drawing/2014/main" id="{D7DDD93A-F0FE-8DEA-904B-EDE92BA51243}"/>
                    </a:ext>
                  </a:extLst>
                </p:cNvPr>
                <p:cNvSpPr/>
                <p:nvPr/>
              </p:nvSpPr>
              <p:spPr>
                <a:xfrm>
                  <a:off x="1756666" y="652300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8" name="Oval 2917">
                  <a:extLst>
                    <a:ext uri="{FF2B5EF4-FFF2-40B4-BE49-F238E27FC236}">
                      <a16:creationId xmlns:a16="http://schemas.microsoft.com/office/drawing/2014/main" id="{D1990040-3A30-5CF2-41D5-510EE63096A6}"/>
                    </a:ext>
                  </a:extLst>
                </p:cNvPr>
                <p:cNvSpPr/>
                <p:nvPr/>
              </p:nvSpPr>
              <p:spPr>
                <a:xfrm>
                  <a:off x="1760984" y="6734970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19" name="Oval 2918">
                  <a:extLst>
                    <a:ext uri="{FF2B5EF4-FFF2-40B4-BE49-F238E27FC236}">
                      <a16:creationId xmlns:a16="http://schemas.microsoft.com/office/drawing/2014/main" id="{507DF8B9-0C54-E5A0-22D3-0F3C573ECA4B}"/>
                    </a:ext>
                  </a:extLst>
                </p:cNvPr>
                <p:cNvSpPr/>
                <p:nvPr/>
              </p:nvSpPr>
              <p:spPr>
                <a:xfrm>
                  <a:off x="1778256" y="7073044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20" name="Oval 2919">
                  <a:extLst>
                    <a:ext uri="{FF2B5EF4-FFF2-40B4-BE49-F238E27FC236}">
                      <a16:creationId xmlns:a16="http://schemas.microsoft.com/office/drawing/2014/main" id="{D8A71198-CDEF-E5C8-2BE9-869F2C4AD4AC}"/>
                    </a:ext>
                  </a:extLst>
                </p:cNvPr>
                <p:cNvSpPr/>
                <p:nvPr/>
              </p:nvSpPr>
              <p:spPr>
                <a:xfrm>
                  <a:off x="1739775" y="698223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21" name="TextBox 2920">
                  <a:extLst>
                    <a:ext uri="{FF2B5EF4-FFF2-40B4-BE49-F238E27FC236}">
                      <a16:creationId xmlns:a16="http://schemas.microsoft.com/office/drawing/2014/main" id="{DB8823DC-4583-48DE-F015-B95293B55CE2}"/>
                    </a:ext>
                  </a:extLst>
                </p:cNvPr>
                <p:cNvSpPr txBox="1"/>
                <p:nvPr/>
              </p:nvSpPr>
              <p:spPr>
                <a:xfrm>
                  <a:off x="629050" y="6231814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0.247</a:t>
                  </a:r>
                </a:p>
              </p:txBody>
            </p:sp>
            <p:sp>
              <p:nvSpPr>
                <p:cNvPr id="2922" name="Freeform 2921">
                  <a:extLst>
                    <a:ext uri="{FF2B5EF4-FFF2-40B4-BE49-F238E27FC236}">
                      <a16:creationId xmlns:a16="http://schemas.microsoft.com/office/drawing/2014/main" id="{5A3B93FF-426F-F45C-80A3-3CF538C54E36}"/>
                    </a:ext>
                  </a:extLst>
                </p:cNvPr>
                <p:cNvSpPr/>
                <p:nvPr/>
              </p:nvSpPr>
              <p:spPr>
                <a:xfrm>
                  <a:off x="770130" y="6377973"/>
                  <a:ext cx="226314" cy="12700"/>
                </a:xfrm>
                <a:custGeom>
                  <a:avLst/>
                  <a:gdLst>
                    <a:gd name="csX0" fmla="*/ 0 w 226314"/>
                    <a:gd name="csY0" fmla="*/ 0 h 12700"/>
                    <a:gd name="csX1" fmla="*/ 226314 w 22631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6314" h="12700">
                      <a:moveTo>
                        <a:pt x="0" y="0"/>
                      </a:moveTo>
                      <a:lnTo>
                        <a:pt x="22631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23" name="TextBox 2922">
                  <a:extLst>
                    <a:ext uri="{FF2B5EF4-FFF2-40B4-BE49-F238E27FC236}">
                      <a16:creationId xmlns:a16="http://schemas.microsoft.com/office/drawing/2014/main" id="{9E9970FD-03BF-7C36-2259-2D93E7637090}"/>
                    </a:ext>
                  </a:extLst>
                </p:cNvPr>
                <p:cNvSpPr txBox="1"/>
                <p:nvPr/>
              </p:nvSpPr>
              <p:spPr>
                <a:xfrm>
                  <a:off x="1229251" y="6198229"/>
                  <a:ext cx="3642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**</a:t>
                  </a:r>
                </a:p>
              </p:txBody>
            </p:sp>
            <p:sp>
              <p:nvSpPr>
                <p:cNvPr id="2924" name="Freeform 2923">
                  <a:extLst>
                    <a:ext uri="{FF2B5EF4-FFF2-40B4-BE49-F238E27FC236}">
                      <a16:creationId xmlns:a16="http://schemas.microsoft.com/office/drawing/2014/main" id="{C7D23F45-9FFB-E2DB-8B35-F31AD797CD31}"/>
                    </a:ext>
                  </a:extLst>
                </p:cNvPr>
                <p:cNvSpPr/>
                <p:nvPr/>
              </p:nvSpPr>
              <p:spPr>
                <a:xfrm>
                  <a:off x="1046736" y="6377973"/>
                  <a:ext cx="729234" cy="12700"/>
                </a:xfrm>
                <a:custGeom>
                  <a:avLst/>
                  <a:gdLst>
                    <a:gd name="csX0" fmla="*/ 0 w 729234"/>
                    <a:gd name="csY0" fmla="*/ 0 h 12700"/>
                    <a:gd name="csX1" fmla="*/ 729234 w 72923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729234" h="12700">
                      <a:moveTo>
                        <a:pt x="0" y="0"/>
                      </a:moveTo>
                      <a:lnTo>
                        <a:pt x="729234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25" name="TextBox 2924">
                  <a:extLst>
                    <a:ext uri="{FF2B5EF4-FFF2-40B4-BE49-F238E27FC236}">
                      <a16:creationId xmlns:a16="http://schemas.microsoft.com/office/drawing/2014/main" id="{F4558D9F-1B93-67E3-88B6-34A083AC0095}"/>
                    </a:ext>
                  </a:extLst>
                </p:cNvPr>
                <p:cNvSpPr txBox="1"/>
                <p:nvPr/>
              </p:nvSpPr>
              <p:spPr>
                <a:xfrm>
                  <a:off x="1018813" y="6068619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0.102</a:t>
                  </a:r>
                </a:p>
              </p:txBody>
            </p:sp>
            <p:sp>
              <p:nvSpPr>
                <p:cNvPr id="2926" name="Freeform 2925">
                  <a:extLst>
                    <a:ext uri="{FF2B5EF4-FFF2-40B4-BE49-F238E27FC236}">
                      <a16:creationId xmlns:a16="http://schemas.microsoft.com/office/drawing/2014/main" id="{F42C4B2D-AE04-D2C0-4C6B-45B3CCF2DD74}"/>
                    </a:ext>
                  </a:extLst>
                </p:cNvPr>
                <p:cNvSpPr/>
                <p:nvPr/>
              </p:nvSpPr>
              <p:spPr>
                <a:xfrm>
                  <a:off x="770130" y="6214778"/>
                  <a:ext cx="1005840" cy="12700"/>
                </a:xfrm>
                <a:custGeom>
                  <a:avLst/>
                  <a:gdLst>
                    <a:gd name="csX0" fmla="*/ 0 w 1005840"/>
                    <a:gd name="csY0" fmla="*/ 0 h 12700"/>
                    <a:gd name="csX1" fmla="*/ 1005840 w 100584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05840" h="12700">
                      <a:moveTo>
                        <a:pt x="0" y="0"/>
                      </a:moveTo>
                      <a:lnTo>
                        <a:pt x="1005840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</p:grpSp>
          <p:grpSp>
            <p:nvGrpSpPr>
              <p:cNvPr id="2927" name="Graphic 2799">
                <a:extLst>
                  <a:ext uri="{FF2B5EF4-FFF2-40B4-BE49-F238E27FC236}">
                    <a16:creationId xmlns:a16="http://schemas.microsoft.com/office/drawing/2014/main" id="{C34C0F0A-CB99-8A37-A64D-F360E0623733}"/>
                  </a:ext>
                </a:extLst>
              </p:cNvPr>
              <p:cNvGrpSpPr/>
              <p:nvPr/>
            </p:nvGrpSpPr>
            <p:grpSpPr>
              <a:xfrm>
                <a:off x="64840" y="5893349"/>
                <a:ext cx="1862006" cy="1838183"/>
                <a:chOff x="64840" y="5893349"/>
                <a:chExt cx="1862006" cy="1838183"/>
              </a:xfrm>
            </p:grpSpPr>
            <p:sp>
              <p:nvSpPr>
                <p:cNvPr id="2928" name="Freeform 2927">
                  <a:extLst>
                    <a:ext uri="{FF2B5EF4-FFF2-40B4-BE49-F238E27FC236}">
                      <a16:creationId xmlns:a16="http://schemas.microsoft.com/office/drawing/2014/main" id="{CC3F6BAF-3828-8477-618E-9C1354DE8CBC}"/>
                    </a:ext>
                  </a:extLst>
                </p:cNvPr>
                <p:cNvSpPr/>
                <p:nvPr/>
              </p:nvSpPr>
              <p:spPr>
                <a:xfrm>
                  <a:off x="619254" y="5997354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29" name="TextBox 2928">
                  <a:extLst>
                    <a:ext uri="{FF2B5EF4-FFF2-40B4-BE49-F238E27FC236}">
                      <a16:creationId xmlns:a16="http://schemas.microsoft.com/office/drawing/2014/main" id="{BE78C409-D5D5-A7C9-5BC9-FC8DA2439478}"/>
                    </a:ext>
                  </a:extLst>
                </p:cNvPr>
                <p:cNvSpPr txBox="1"/>
                <p:nvPr/>
              </p:nvSpPr>
              <p:spPr>
                <a:xfrm>
                  <a:off x="306478" y="6899226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</a:t>
                  </a:r>
                </a:p>
              </p:txBody>
            </p:sp>
            <p:sp>
              <p:nvSpPr>
                <p:cNvPr id="2930" name="TextBox 2929">
                  <a:extLst>
                    <a:ext uri="{FF2B5EF4-FFF2-40B4-BE49-F238E27FC236}">
                      <a16:creationId xmlns:a16="http://schemas.microsoft.com/office/drawing/2014/main" id="{9899D080-4B41-9855-F569-0B474DEADDB3}"/>
                    </a:ext>
                  </a:extLst>
                </p:cNvPr>
                <p:cNvSpPr txBox="1"/>
                <p:nvPr/>
              </p:nvSpPr>
              <p:spPr>
                <a:xfrm>
                  <a:off x="306478" y="6542610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</a:t>
                  </a:r>
                </a:p>
              </p:txBody>
            </p:sp>
            <p:sp>
              <p:nvSpPr>
                <p:cNvPr id="2931" name="TextBox 2930">
                  <a:extLst>
                    <a:ext uri="{FF2B5EF4-FFF2-40B4-BE49-F238E27FC236}">
                      <a16:creationId xmlns:a16="http://schemas.microsoft.com/office/drawing/2014/main" id="{9F9A2A4F-121D-3B4E-171C-DDE8FA6F4FB0}"/>
                    </a:ext>
                  </a:extLst>
                </p:cNvPr>
                <p:cNvSpPr txBox="1"/>
                <p:nvPr/>
              </p:nvSpPr>
              <p:spPr>
                <a:xfrm>
                  <a:off x="306478" y="6185867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0.4</a:t>
                  </a:r>
                </a:p>
              </p:txBody>
            </p:sp>
            <p:sp>
              <p:nvSpPr>
                <p:cNvPr id="2932" name="Freeform 2931">
                  <a:extLst>
                    <a:ext uri="{FF2B5EF4-FFF2-40B4-BE49-F238E27FC236}">
                      <a16:creationId xmlns:a16="http://schemas.microsoft.com/office/drawing/2014/main" id="{CA3374DA-DA9A-214B-D81F-FEF85462DD4D}"/>
                    </a:ext>
                  </a:extLst>
                </p:cNvPr>
                <p:cNvSpPr/>
                <p:nvPr/>
              </p:nvSpPr>
              <p:spPr>
                <a:xfrm>
                  <a:off x="584455" y="7006115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3" name="Freeform 2932">
                  <a:extLst>
                    <a:ext uri="{FF2B5EF4-FFF2-40B4-BE49-F238E27FC236}">
                      <a16:creationId xmlns:a16="http://schemas.microsoft.com/office/drawing/2014/main" id="{C609DD93-A2F8-4C5D-706F-4CD033D6C80E}"/>
                    </a:ext>
                  </a:extLst>
                </p:cNvPr>
                <p:cNvSpPr/>
                <p:nvPr/>
              </p:nvSpPr>
              <p:spPr>
                <a:xfrm>
                  <a:off x="584455" y="6649499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4" name="Freeform 2933">
                  <a:extLst>
                    <a:ext uri="{FF2B5EF4-FFF2-40B4-BE49-F238E27FC236}">
                      <a16:creationId xmlns:a16="http://schemas.microsoft.com/office/drawing/2014/main" id="{1C0EB84D-5D39-1B35-77B0-CE46D24B39B9}"/>
                    </a:ext>
                  </a:extLst>
                </p:cNvPr>
                <p:cNvSpPr/>
                <p:nvPr/>
              </p:nvSpPr>
              <p:spPr>
                <a:xfrm>
                  <a:off x="584455" y="6292755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5" name="Freeform 2934">
                  <a:extLst>
                    <a:ext uri="{FF2B5EF4-FFF2-40B4-BE49-F238E27FC236}">
                      <a16:creationId xmlns:a16="http://schemas.microsoft.com/office/drawing/2014/main" id="{7B8504F5-0C5F-BBBB-6939-52DF350F694C}"/>
                    </a:ext>
                  </a:extLst>
                </p:cNvPr>
                <p:cNvSpPr/>
                <p:nvPr/>
              </p:nvSpPr>
              <p:spPr>
                <a:xfrm>
                  <a:off x="619254" y="7356508"/>
                  <a:ext cx="1307592" cy="12700"/>
                </a:xfrm>
                <a:custGeom>
                  <a:avLst/>
                  <a:gdLst>
                    <a:gd name="csX0" fmla="*/ 0 w 1307592"/>
                    <a:gd name="csY0" fmla="*/ 0 h 12700"/>
                    <a:gd name="csX1" fmla="*/ 1307592 w 130759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307592" h="12700">
                      <a:moveTo>
                        <a:pt x="0" y="0"/>
                      </a:moveTo>
                      <a:lnTo>
                        <a:pt x="130759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6" name="Freeform 2935">
                  <a:extLst>
                    <a:ext uri="{FF2B5EF4-FFF2-40B4-BE49-F238E27FC236}">
                      <a16:creationId xmlns:a16="http://schemas.microsoft.com/office/drawing/2014/main" id="{8AF151AF-9FBE-7B43-6011-364CBD98B2C9}"/>
                    </a:ext>
                  </a:extLst>
                </p:cNvPr>
                <p:cNvSpPr/>
                <p:nvPr/>
              </p:nvSpPr>
              <p:spPr>
                <a:xfrm>
                  <a:off x="770129" y="7356508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7" name="Freeform 2936">
                  <a:extLst>
                    <a:ext uri="{FF2B5EF4-FFF2-40B4-BE49-F238E27FC236}">
                      <a16:creationId xmlns:a16="http://schemas.microsoft.com/office/drawing/2014/main" id="{6EEA6D68-7A28-F88B-7369-14356C7284E9}"/>
                    </a:ext>
                  </a:extLst>
                </p:cNvPr>
                <p:cNvSpPr/>
                <p:nvPr/>
              </p:nvSpPr>
              <p:spPr>
                <a:xfrm>
                  <a:off x="1021589" y="7356508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8" name="Freeform 2937">
                  <a:extLst>
                    <a:ext uri="{FF2B5EF4-FFF2-40B4-BE49-F238E27FC236}">
                      <a16:creationId xmlns:a16="http://schemas.microsoft.com/office/drawing/2014/main" id="{6088FEEA-ABE2-F5BD-E58B-1CE43A2DA626}"/>
                    </a:ext>
                  </a:extLst>
                </p:cNvPr>
                <p:cNvSpPr/>
                <p:nvPr/>
              </p:nvSpPr>
              <p:spPr>
                <a:xfrm>
                  <a:off x="1273050" y="7356508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39" name="Freeform 2938">
                  <a:extLst>
                    <a:ext uri="{FF2B5EF4-FFF2-40B4-BE49-F238E27FC236}">
                      <a16:creationId xmlns:a16="http://schemas.microsoft.com/office/drawing/2014/main" id="{CA330F77-F9C9-5183-1056-027D714CD95B}"/>
                    </a:ext>
                  </a:extLst>
                </p:cNvPr>
                <p:cNvSpPr/>
                <p:nvPr/>
              </p:nvSpPr>
              <p:spPr>
                <a:xfrm>
                  <a:off x="1524509" y="7356508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40" name="Freeform 2939">
                  <a:extLst>
                    <a:ext uri="{FF2B5EF4-FFF2-40B4-BE49-F238E27FC236}">
                      <a16:creationId xmlns:a16="http://schemas.microsoft.com/office/drawing/2014/main" id="{0C7DEF6B-6021-EC48-A9E6-75896C0CAED4}"/>
                    </a:ext>
                  </a:extLst>
                </p:cNvPr>
                <p:cNvSpPr/>
                <p:nvPr/>
              </p:nvSpPr>
              <p:spPr>
                <a:xfrm>
                  <a:off x="1775969" y="7356508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41" name="TextBox 2940">
                  <a:extLst>
                    <a:ext uri="{FF2B5EF4-FFF2-40B4-BE49-F238E27FC236}">
                      <a16:creationId xmlns:a16="http://schemas.microsoft.com/office/drawing/2014/main" id="{DB7ED883-1ACA-7A53-6C23-456622AB6DDE}"/>
                    </a:ext>
                  </a:extLst>
                </p:cNvPr>
                <p:cNvSpPr txBox="1"/>
                <p:nvPr/>
              </p:nvSpPr>
              <p:spPr>
                <a:xfrm>
                  <a:off x="629706" y="7352362"/>
                  <a:ext cx="28084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2942" name="TextBox 2941">
                  <a:extLst>
                    <a:ext uri="{FF2B5EF4-FFF2-40B4-BE49-F238E27FC236}">
                      <a16:creationId xmlns:a16="http://schemas.microsoft.com/office/drawing/2014/main" id="{134B4B3D-BC7A-FBAD-5B1B-F6D4170BDBC0}"/>
                    </a:ext>
                  </a:extLst>
                </p:cNvPr>
                <p:cNvSpPr txBox="1"/>
                <p:nvPr/>
              </p:nvSpPr>
              <p:spPr>
                <a:xfrm>
                  <a:off x="913226" y="7352362"/>
                  <a:ext cx="21672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2943" name="TextBox 2942">
                  <a:extLst>
                    <a:ext uri="{FF2B5EF4-FFF2-40B4-BE49-F238E27FC236}">
                      <a16:creationId xmlns:a16="http://schemas.microsoft.com/office/drawing/2014/main" id="{D2F63B11-25F7-1E26-6402-6FC6DF2E8AC0}"/>
                    </a:ext>
                  </a:extLst>
                </p:cNvPr>
                <p:cNvSpPr txBox="1"/>
                <p:nvPr/>
              </p:nvSpPr>
              <p:spPr>
                <a:xfrm>
                  <a:off x="1132626" y="7352362"/>
                  <a:ext cx="28084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2944" name="TextBox 2943">
                  <a:extLst>
                    <a:ext uri="{FF2B5EF4-FFF2-40B4-BE49-F238E27FC236}">
                      <a16:creationId xmlns:a16="http://schemas.microsoft.com/office/drawing/2014/main" id="{8E3E5AAD-7BF5-F654-6889-C33FC7C48323}"/>
                    </a:ext>
                  </a:extLst>
                </p:cNvPr>
                <p:cNvSpPr txBox="1"/>
                <p:nvPr/>
              </p:nvSpPr>
              <p:spPr>
                <a:xfrm>
                  <a:off x="1355232" y="7352362"/>
                  <a:ext cx="33855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NF</a:t>
                  </a:r>
                </a:p>
              </p:txBody>
            </p:sp>
            <p:sp>
              <p:nvSpPr>
                <p:cNvPr id="2945" name="TextBox 2944">
                  <a:extLst>
                    <a:ext uri="{FF2B5EF4-FFF2-40B4-BE49-F238E27FC236}">
                      <a16:creationId xmlns:a16="http://schemas.microsoft.com/office/drawing/2014/main" id="{6ECDEF0C-837F-F756-8D28-EAD80FEF7903}"/>
                    </a:ext>
                  </a:extLst>
                </p:cNvPr>
                <p:cNvSpPr txBox="1"/>
                <p:nvPr/>
              </p:nvSpPr>
              <p:spPr>
                <a:xfrm>
                  <a:off x="1648370" y="7352362"/>
                  <a:ext cx="2551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</a:t>
                  </a:r>
                </a:p>
              </p:txBody>
            </p:sp>
            <p:sp>
              <p:nvSpPr>
                <p:cNvPr id="2946" name="TextBox 2945">
                  <a:extLst>
                    <a:ext uri="{FF2B5EF4-FFF2-40B4-BE49-F238E27FC236}">
                      <a16:creationId xmlns:a16="http://schemas.microsoft.com/office/drawing/2014/main" id="{CA6A9FFB-6E68-0487-79D4-9D24FA3AC672}"/>
                    </a:ext>
                  </a:extLst>
                </p:cNvPr>
                <p:cNvSpPr txBox="1"/>
                <p:nvPr/>
              </p:nvSpPr>
              <p:spPr>
                <a:xfrm>
                  <a:off x="1000378" y="7485311"/>
                  <a:ext cx="545342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Phase</a:t>
                  </a:r>
                </a:p>
              </p:txBody>
            </p:sp>
            <p:sp>
              <p:nvSpPr>
                <p:cNvPr id="2947" name="TextBox 2946">
                  <a:extLst>
                    <a:ext uri="{FF2B5EF4-FFF2-40B4-BE49-F238E27FC236}">
                      <a16:creationId xmlns:a16="http://schemas.microsoft.com/office/drawing/2014/main" id="{9F3A7108-6EF2-02A1-E2AC-BDA314A9037B}"/>
                    </a:ext>
                  </a:extLst>
                </p:cNvPr>
                <p:cNvSpPr txBox="1"/>
                <p:nvPr/>
              </p:nvSpPr>
              <p:spPr>
                <a:xfrm rot="16200000">
                  <a:off x="-622528" y="6580717"/>
                  <a:ext cx="1620958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Receptor Accessibility (z)</a:t>
                  </a:r>
                </a:p>
              </p:txBody>
            </p:sp>
          </p:grpSp>
        </p:grpSp>
        <p:grpSp>
          <p:nvGrpSpPr>
            <p:cNvPr id="2948" name="Graphic 2801">
              <a:extLst>
                <a:ext uri="{FF2B5EF4-FFF2-40B4-BE49-F238E27FC236}">
                  <a16:creationId xmlns:a16="http://schemas.microsoft.com/office/drawing/2014/main" id="{ED313A69-B452-6A79-15DD-8A3ACC063069}"/>
                </a:ext>
              </a:extLst>
            </p:cNvPr>
            <p:cNvGrpSpPr/>
            <p:nvPr/>
          </p:nvGrpSpPr>
          <p:grpSpPr>
            <a:xfrm>
              <a:off x="2129246" y="5914487"/>
              <a:ext cx="1621529" cy="1585840"/>
              <a:chOff x="2227114" y="6038662"/>
              <a:chExt cx="1621529" cy="1585840"/>
            </a:xfrm>
          </p:grpSpPr>
          <p:grpSp>
            <p:nvGrpSpPr>
              <p:cNvPr id="2951" name="Graphic 2801">
                <a:extLst>
                  <a:ext uri="{FF2B5EF4-FFF2-40B4-BE49-F238E27FC236}">
                    <a16:creationId xmlns:a16="http://schemas.microsoft.com/office/drawing/2014/main" id="{39307F1E-58A8-B101-919B-896E6B9ADD4F}"/>
                  </a:ext>
                </a:extLst>
              </p:cNvPr>
              <p:cNvGrpSpPr/>
              <p:nvPr/>
            </p:nvGrpSpPr>
            <p:grpSpPr>
              <a:xfrm>
                <a:off x="2600377" y="6038662"/>
                <a:ext cx="1248266" cy="1359154"/>
                <a:chOff x="2600377" y="6038662"/>
                <a:chExt cx="1248266" cy="1359154"/>
              </a:xfrm>
            </p:grpSpPr>
            <p:sp>
              <p:nvSpPr>
                <p:cNvPr id="2952" name="Rectangle 2951">
                  <a:extLst>
                    <a:ext uri="{FF2B5EF4-FFF2-40B4-BE49-F238E27FC236}">
                      <a16:creationId xmlns:a16="http://schemas.microsoft.com/office/drawing/2014/main" id="{0C65DF64-85F4-1C75-92DD-E9C74C2B0BE5}"/>
                    </a:ext>
                  </a:extLst>
                </p:cNvPr>
                <p:cNvSpPr/>
                <p:nvPr/>
              </p:nvSpPr>
              <p:spPr>
                <a:xfrm>
                  <a:off x="2603154" y="6038662"/>
                  <a:ext cx="1245489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3" name="Freeform 2952">
                  <a:extLst>
                    <a:ext uri="{FF2B5EF4-FFF2-40B4-BE49-F238E27FC236}">
                      <a16:creationId xmlns:a16="http://schemas.microsoft.com/office/drawing/2014/main" id="{28EF03B9-42C4-2149-E2F5-C9556435A547}"/>
                    </a:ext>
                  </a:extLst>
                </p:cNvPr>
                <p:cNvSpPr/>
                <p:nvPr/>
              </p:nvSpPr>
              <p:spPr>
                <a:xfrm>
                  <a:off x="2746791" y="6709984"/>
                  <a:ext cx="12700" cy="105028"/>
                </a:xfrm>
                <a:custGeom>
                  <a:avLst/>
                  <a:gdLst>
                    <a:gd name="csX0" fmla="*/ 0 w 12700"/>
                    <a:gd name="csY0" fmla="*/ 105029 h 105028"/>
                    <a:gd name="csX1" fmla="*/ 0 w 12700"/>
                    <a:gd name="csY1" fmla="*/ 0 h 10502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05028">
                      <a:moveTo>
                        <a:pt x="0" y="105029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4" name="Freeform 2953">
                  <a:extLst>
                    <a:ext uri="{FF2B5EF4-FFF2-40B4-BE49-F238E27FC236}">
                      <a16:creationId xmlns:a16="http://schemas.microsoft.com/office/drawing/2014/main" id="{0C9DAB21-A143-2B0A-D49E-F2E64329A6FF}"/>
                    </a:ext>
                  </a:extLst>
                </p:cNvPr>
                <p:cNvSpPr/>
                <p:nvPr/>
              </p:nvSpPr>
              <p:spPr>
                <a:xfrm>
                  <a:off x="2746791" y="7111939"/>
                  <a:ext cx="12700" cy="141732"/>
                </a:xfrm>
                <a:custGeom>
                  <a:avLst/>
                  <a:gdLst>
                    <a:gd name="csX0" fmla="*/ 0 w 12700"/>
                    <a:gd name="csY0" fmla="*/ 0 h 141732"/>
                    <a:gd name="csX1" fmla="*/ 0 w 12700"/>
                    <a:gd name="csY1" fmla="*/ 141732 h 1417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41732">
                      <a:moveTo>
                        <a:pt x="0" y="0"/>
                      </a:moveTo>
                      <a:lnTo>
                        <a:pt x="0" y="141732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5" name="Freeform 2954">
                  <a:extLst>
                    <a:ext uri="{FF2B5EF4-FFF2-40B4-BE49-F238E27FC236}">
                      <a16:creationId xmlns:a16="http://schemas.microsoft.com/office/drawing/2014/main" id="{57EBDC8F-466B-E54C-069F-CEA1A5B392FA}"/>
                    </a:ext>
                  </a:extLst>
                </p:cNvPr>
                <p:cNvSpPr/>
                <p:nvPr/>
              </p:nvSpPr>
              <p:spPr>
                <a:xfrm>
                  <a:off x="2674909" y="6815013"/>
                  <a:ext cx="143763" cy="296925"/>
                </a:xfrm>
                <a:custGeom>
                  <a:avLst/>
                  <a:gdLst>
                    <a:gd name="csX0" fmla="*/ 0 w 143763"/>
                    <a:gd name="csY0" fmla="*/ 0 h 296925"/>
                    <a:gd name="csX1" fmla="*/ 0 w 143763"/>
                    <a:gd name="csY1" fmla="*/ 296926 h 296925"/>
                    <a:gd name="csX2" fmla="*/ 143764 w 143763"/>
                    <a:gd name="csY2" fmla="*/ 296926 h 296925"/>
                    <a:gd name="csX3" fmla="*/ 143764 w 143763"/>
                    <a:gd name="csY3" fmla="*/ 0 h 296925"/>
                    <a:gd name="csX4" fmla="*/ 0 w 143763"/>
                    <a:gd name="csY4" fmla="*/ 0 h 2969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296925">
                      <a:moveTo>
                        <a:pt x="0" y="0"/>
                      </a:moveTo>
                      <a:lnTo>
                        <a:pt x="0" y="296926"/>
                      </a:lnTo>
                      <a:lnTo>
                        <a:pt x="143764" y="296926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6" name="Freeform 2955">
                  <a:extLst>
                    <a:ext uri="{FF2B5EF4-FFF2-40B4-BE49-F238E27FC236}">
                      <a16:creationId xmlns:a16="http://schemas.microsoft.com/office/drawing/2014/main" id="{59818532-C470-9C86-7C33-C265B038F37A}"/>
                    </a:ext>
                  </a:extLst>
                </p:cNvPr>
                <p:cNvSpPr/>
                <p:nvPr/>
              </p:nvSpPr>
              <p:spPr>
                <a:xfrm>
                  <a:off x="2674909" y="6978970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7" name="Freeform 2956">
                  <a:extLst>
                    <a:ext uri="{FF2B5EF4-FFF2-40B4-BE49-F238E27FC236}">
                      <a16:creationId xmlns:a16="http://schemas.microsoft.com/office/drawing/2014/main" id="{002A71BF-DE9C-6221-1F45-C5502F280DC9}"/>
                    </a:ext>
                  </a:extLst>
                </p:cNvPr>
                <p:cNvSpPr/>
                <p:nvPr/>
              </p:nvSpPr>
              <p:spPr>
                <a:xfrm>
                  <a:off x="2986313" y="6983288"/>
                  <a:ext cx="12700" cy="1269"/>
                </a:xfrm>
                <a:custGeom>
                  <a:avLst/>
                  <a:gdLst>
                    <a:gd name="csX0" fmla="*/ 0 w 12700"/>
                    <a:gd name="csY0" fmla="*/ 1270 h 1269"/>
                    <a:gd name="csX1" fmla="*/ 0 w 12700"/>
                    <a:gd name="csY1" fmla="*/ 0 h 12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269">
                      <a:moveTo>
                        <a:pt x="0" y="1270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8" name="Freeform 2957">
                  <a:extLst>
                    <a:ext uri="{FF2B5EF4-FFF2-40B4-BE49-F238E27FC236}">
                      <a16:creationId xmlns:a16="http://schemas.microsoft.com/office/drawing/2014/main" id="{FA6E4EA0-ADDB-AB83-ABB7-EAD6AD4F235E}"/>
                    </a:ext>
                  </a:extLst>
                </p:cNvPr>
                <p:cNvSpPr/>
                <p:nvPr/>
              </p:nvSpPr>
              <p:spPr>
                <a:xfrm>
                  <a:off x="2986313" y="7061012"/>
                  <a:ext cx="12700" cy="4190"/>
                </a:xfrm>
                <a:custGeom>
                  <a:avLst/>
                  <a:gdLst>
                    <a:gd name="csX0" fmla="*/ 0 w 12700"/>
                    <a:gd name="csY0" fmla="*/ 0 h 4190"/>
                    <a:gd name="csX1" fmla="*/ 0 w 12700"/>
                    <a:gd name="csY1" fmla="*/ 4191 h 41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190">
                      <a:moveTo>
                        <a:pt x="0" y="0"/>
                      </a:moveTo>
                      <a:lnTo>
                        <a:pt x="0" y="4191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59" name="Freeform 2958">
                  <a:extLst>
                    <a:ext uri="{FF2B5EF4-FFF2-40B4-BE49-F238E27FC236}">
                      <a16:creationId xmlns:a16="http://schemas.microsoft.com/office/drawing/2014/main" id="{9A84FBB9-EB2A-5FB3-F7D2-D96987E3E673}"/>
                    </a:ext>
                  </a:extLst>
                </p:cNvPr>
                <p:cNvSpPr/>
                <p:nvPr/>
              </p:nvSpPr>
              <p:spPr>
                <a:xfrm>
                  <a:off x="2914431" y="6984557"/>
                  <a:ext cx="143763" cy="76454"/>
                </a:xfrm>
                <a:custGeom>
                  <a:avLst/>
                  <a:gdLst>
                    <a:gd name="csX0" fmla="*/ 0 w 143763"/>
                    <a:gd name="csY0" fmla="*/ 0 h 76454"/>
                    <a:gd name="csX1" fmla="*/ 0 w 143763"/>
                    <a:gd name="csY1" fmla="*/ 76454 h 76454"/>
                    <a:gd name="csX2" fmla="*/ 143764 w 143763"/>
                    <a:gd name="csY2" fmla="*/ 76454 h 76454"/>
                    <a:gd name="csX3" fmla="*/ 143764 w 143763"/>
                    <a:gd name="csY3" fmla="*/ 0 h 76454"/>
                    <a:gd name="csX4" fmla="*/ 0 w 143763"/>
                    <a:gd name="csY4" fmla="*/ 0 h 764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76454">
                      <a:moveTo>
                        <a:pt x="0" y="0"/>
                      </a:moveTo>
                      <a:lnTo>
                        <a:pt x="0" y="76454"/>
                      </a:lnTo>
                      <a:lnTo>
                        <a:pt x="143764" y="76454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0" name="Freeform 2959">
                  <a:extLst>
                    <a:ext uri="{FF2B5EF4-FFF2-40B4-BE49-F238E27FC236}">
                      <a16:creationId xmlns:a16="http://schemas.microsoft.com/office/drawing/2014/main" id="{91456980-5707-4B15-DED8-F5D6AD874399}"/>
                    </a:ext>
                  </a:extLst>
                </p:cNvPr>
                <p:cNvSpPr/>
                <p:nvPr/>
              </p:nvSpPr>
              <p:spPr>
                <a:xfrm>
                  <a:off x="2914431" y="7031548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1" name="Freeform 2960">
                  <a:extLst>
                    <a:ext uri="{FF2B5EF4-FFF2-40B4-BE49-F238E27FC236}">
                      <a16:creationId xmlns:a16="http://schemas.microsoft.com/office/drawing/2014/main" id="{1910B5DC-05C4-5AAF-08FB-699804FDD4B8}"/>
                    </a:ext>
                  </a:extLst>
                </p:cNvPr>
                <p:cNvSpPr/>
                <p:nvPr/>
              </p:nvSpPr>
              <p:spPr>
                <a:xfrm>
                  <a:off x="3225835" y="6756593"/>
                  <a:ext cx="12700" cy="37084"/>
                </a:xfrm>
                <a:custGeom>
                  <a:avLst/>
                  <a:gdLst>
                    <a:gd name="csX0" fmla="*/ 0 w 12700"/>
                    <a:gd name="csY0" fmla="*/ 37084 h 37084"/>
                    <a:gd name="csX1" fmla="*/ 0 w 12700"/>
                    <a:gd name="csY1" fmla="*/ 0 h 370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7084">
                      <a:moveTo>
                        <a:pt x="0" y="37084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2" name="Freeform 2961">
                  <a:extLst>
                    <a:ext uri="{FF2B5EF4-FFF2-40B4-BE49-F238E27FC236}">
                      <a16:creationId xmlns:a16="http://schemas.microsoft.com/office/drawing/2014/main" id="{42329EBA-6439-CB89-BFD5-57A0EE5A75C2}"/>
                    </a:ext>
                  </a:extLst>
                </p:cNvPr>
                <p:cNvSpPr/>
                <p:nvPr/>
              </p:nvSpPr>
              <p:spPr>
                <a:xfrm>
                  <a:off x="3225835" y="6867718"/>
                  <a:ext cx="12700" cy="36956"/>
                </a:xfrm>
                <a:custGeom>
                  <a:avLst/>
                  <a:gdLst>
                    <a:gd name="csX0" fmla="*/ 0 w 12700"/>
                    <a:gd name="csY0" fmla="*/ 0 h 36956"/>
                    <a:gd name="csX1" fmla="*/ 0 w 12700"/>
                    <a:gd name="csY1" fmla="*/ 36957 h 369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6956">
                      <a:moveTo>
                        <a:pt x="0" y="0"/>
                      </a:moveTo>
                      <a:lnTo>
                        <a:pt x="0" y="36957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3" name="Freeform 2962">
                  <a:extLst>
                    <a:ext uri="{FF2B5EF4-FFF2-40B4-BE49-F238E27FC236}">
                      <a16:creationId xmlns:a16="http://schemas.microsoft.com/office/drawing/2014/main" id="{B5A4D3FA-AC2B-4EF4-7488-D247A8DC6E0C}"/>
                    </a:ext>
                  </a:extLst>
                </p:cNvPr>
                <p:cNvSpPr/>
                <p:nvPr/>
              </p:nvSpPr>
              <p:spPr>
                <a:xfrm>
                  <a:off x="3153953" y="6793677"/>
                  <a:ext cx="143763" cy="74041"/>
                </a:xfrm>
                <a:custGeom>
                  <a:avLst/>
                  <a:gdLst>
                    <a:gd name="csX0" fmla="*/ 0 w 143763"/>
                    <a:gd name="csY0" fmla="*/ 0 h 74041"/>
                    <a:gd name="csX1" fmla="*/ 0 w 143763"/>
                    <a:gd name="csY1" fmla="*/ 74041 h 74041"/>
                    <a:gd name="csX2" fmla="*/ 143764 w 143763"/>
                    <a:gd name="csY2" fmla="*/ 74041 h 74041"/>
                    <a:gd name="csX3" fmla="*/ 143764 w 143763"/>
                    <a:gd name="csY3" fmla="*/ 0 h 74041"/>
                    <a:gd name="csX4" fmla="*/ 0 w 143763"/>
                    <a:gd name="csY4" fmla="*/ 0 h 740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763" h="74041">
                      <a:moveTo>
                        <a:pt x="0" y="0"/>
                      </a:moveTo>
                      <a:lnTo>
                        <a:pt x="0" y="74041"/>
                      </a:lnTo>
                      <a:lnTo>
                        <a:pt x="143764" y="74041"/>
                      </a:lnTo>
                      <a:lnTo>
                        <a:pt x="14376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4" name="Freeform 2963">
                  <a:extLst>
                    <a:ext uri="{FF2B5EF4-FFF2-40B4-BE49-F238E27FC236}">
                      <a16:creationId xmlns:a16="http://schemas.microsoft.com/office/drawing/2014/main" id="{892AD2CE-F8FE-603A-A749-B36667164571}"/>
                    </a:ext>
                  </a:extLst>
                </p:cNvPr>
                <p:cNvSpPr/>
                <p:nvPr/>
              </p:nvSpPr>
              <p:spPr>
                <a:xfrm>
                  <a:off x="3153953" y="6830634"/>
                  <a:ext cx="143764" cy="12700"/>
                </a:xfrm>
                <a:custGeom>
                  <a:avLst/>
                  <a:gdLst>
                    <a:gd name="csX0" fmla="*/ 0 w 143764"/>
                    <a:gd name="csY0" fmla="*/ 0 h 12700"/>
                    <a:gd name="csX1" fmla="*/ 143764 w 143764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764" h="12700">
                      <a:moveTo>
                        <a:pt x="0" y="0"/>
                      </a:moveTo>
                      <a:lnTo>
                        <a:pt x="143764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5" name="Freeform 2964">
                  <a:extLst>
                    <a:ext uri="{FF2B5EF4-FFF2-40B4-BE49-F238E27FC236}">
                      <a16:creationId xmlns:a16="http://schemas.microsoft.com/office/drawing/2014/main" id="{EBF8384B-60BC-6818-6A6E-515CDABA7C20}"/>
                    </a:ext>
                  </a:extLst>
                </p:cNvPr>
                <p:cNvSpPr/>
                <p:nvPr/>
              </p:nvSpPr>
              <p:spPr>
                <a:xfrm>
                  <a:off x="3704879" y="6582349"/>
                  <a:ext cx="12700" cy="158369"/>
                </a:xfrm>
                <a:custGeom>
                  <a:avLst/>
                  <a:gdLst>
                    <a:gd name="csX0" fmla="*/ 0 w 12700"/>
                    <a:gd name="csY0" fmla="*/ 158369 h 158369"/>
                    <a:gd name="csX1" fmla="*/ 0 w 12700"/>
                    <a:gd name="csY1" fmla="*/ 0 h 1583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58369">
                      <a:moveTo>
                        <a:pt x="0" y="158369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6" name="Freeform 2965">
                  <a:extLst>
                    <a:ext uri="{FF2B5EF4-FFF2-40B4-BE49-F238E27FC236}">
                      <a16:creationId xmlns:a16="http://schemas.microsoft.com/office/drawing/2014/main" id="{9ADECAAC-5A2A-69F5-00FA-60FF72DE57B7}"/>
                    </a:ext>
                  </a:extLst>
                </p:cNvPr>
                <p:cNvSpPr/>
                <p:nvPr/>
              </p:nvSpPr>
              <p:spPr>
                <a:xfrm>
                  <a:off x="3704879" y="6896928"/>
                  <a:ext cx="12700" cy="160147"/>
                </a:xfrm>
                <a:custGeom>
                  <a:avLst/>
                  <a:gdLst>
                    <a:gd name="csX0" fmla="*/ 0 w 12700"/>
                    <a:gd name="csY0" fmla="*/ 0 h 160147"/>
                    <a:gd name="csX1" fmla="*/ 0 w 12700"/>
                    <a:gd name="csY1" fmla="*/ 160147 h 1601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0147">
                      <a:moveTo>
                        <a:pt x="0" y="0"/>
                      </a:moveTo>
                      <a:lnTo>
                        <a:pt x="0" y="160147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7" name="Freeform 2966">
                  <a:extLst>
                    <a:ext uri="{FF2B5EF4-FFF2-40B4-BE49-F238E27FC236}">
                      <a16:creationId xmlns:a16="http://schemas.microsoft.com/office/drawing/2014/main" id="{DF837142-2F35-2221-6229-B5BDF05D5CE4}"/>
                    </a:ext>
                  </a:extLst>
                </p:cNvPr>
                <p:cNvSpPr/>
                <p:nvPr/>
              </p:nvSpPr>
              <p:spPr>
                <a:xfrm>
                  <a:off x="3632997" y="6740717"/>
                  <a:ext cx="143636" cy="156209"/>
                </a:xfrm>
                <a:custGeom>
                  <a:avLst/>
                  <a:gdLst>
                    <a:gd name="csX0" fmla="*/ 0 w 143636"/>
                    <a:gd name="csY0" fmla="*/ 0 h 156209"/>
                    <a:gd name="csX1" fmla="*/ 0 w 143636"/>
                    <a:gd name="csY1" fmla="*/ 156210 h 156209"/>
                    <a:gd name="csX2" fmla="*/ 143637 w 143636"/>
                    <a:gd name="csY2" fmla="*/ 156210 h 156209"/>
                    <a:gd name="csX3" fmla="*/ 143637 w 143636"/>
                    <a:gd name="csY3" fmla="*/ 0 h 156209"/>
                    <a:gd name="csX4" fmla="*/ 0 w 143636"/>
                    <a:gd name="csY4" fmla="*/ 0 h 15620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3636" h="156209">
                      <a:moveTo>
                        <a:pt x="0" y="0"/>
                      </a:moveTo>
                      <a:lnTo>
                        <a:pt x="0" y="156210"/>
                      </a:lnTo>
                      <a:lnTo>
                        <a:pt x="143637" y="156210"/>
                      </a:lnTo>
                      <a:lnTo>
                        <a:pt x="14363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8" name="Freeform 2967">
                  <a:extLst>
                    <a:ext uri="{FF2B5EF4-FFF2-40B4-BE49-F238E27FC236}">
                      <a16:creationId xmlns:a16="http://schemas.microsoft.com/office/drawing/2014/main" id="{1E2DCE9A-1E03-1B07-A591-F5FD28301A63}"/>
                    </a:ext>
                  </a:extLst>
                </p:cNvPr>
                <p:cNvSpPr/>
                <p:nvPr/>
              </p:nvSpPr>
              <p:spPr>
                <a:xfrm>
                  <a:off x="3632997" y="6827586"/>
                  <a:ext cx="143637" cy="12700"/>
                </a:xfrm>
                <a:custGeom>
                  <a:avLst/>
                  <a:gdLst>
                    <a:gd name="csX0" fmla="*/ 0 w 143637"/>
                    <a:gd name="csY0" fmla="*/ 0 h 12700"/>
                    <a:gd name="csX1" fmla="*/ 143637 w 1436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3637" h="12700">
                      <a:moveTo>
                        <a:pt x="0" y="0"/>
                      </a:moveTo>
                      <a:lnTo>
                        <a:pt x="143637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69" name="Oval 2968">
                  <a:extLst>
                    <a:ext uri="{FF2B5EF4-FFF2-40B4-BE49-F238E27FC236}">
                      <a16:creationId xmlns:a16="http://schemas.microsoft.com/office/drawing/2014/main" id="{35AE828E-9190-D050-EFE9-78A1DA74E700}"/>
                    </a:ext>
                  </a:extLst>
                </p:cNvPr>
                <p:cNvSpPr/>
                <p:nvPr/>
              </p:nvSpPr>
              <p:spPr>
                <a:xfrm>
                  <a:off x="2748696" y="723551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0" name="Oval 2969">
                  <a:extLst>
                    <a:ext uri="{FF2B5EF4-FFF2-40B4-BE49-F238E27FC236}">
                      <a16:creationId xmlns:a16="http://schemas.microsoft.com/office/drawing/2014/main" id="{B6470E8B-B1CB-9367-04B4-E5B8040FCFB9}"/>
                    </a:ext>
                  </a:extLst>
                </p:cNvPr>
                <p:cNvSpPr/>
                <p:nvPr/>
              </p:nvSpPr>
              <p:spPr>
                <a:xfrm>
                  <a:off x="2749712" y="700652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1" name="Oval 2970">
                  <a:extLst>
                    <a:ext uri="{FF2B5EF4-FFF2-40B4-BE49-F238E27FC236}">
                      <a16:creationId xmlns:a16="http://schemas.microsoft.com/office/drawing/2014/main" id="{680BE376-49FF-EC25-8804-DB2A9756ACD4}"/>
                    </a:ext>
                  </a:extLst>
                </p:cNvPr>
                <p:cNvSpPr/>
                <p:nvPr/>
              </p:nvSpPr>
              <p:spPr>
                <a:xfrm>
                  <a:off x="2718470" y="669195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2" name="Oval 2971">
                  <a:extLst>
                    <a:ext uri="{FF2B5EF4-FFF2-40B4-BE49-F238E27FC236}">
                      <a16:creationId xmlns:a16="http://schemas.microsoft.com/office/drawing/2014/main" id="{315A9986-20AC-56FF-B97B-C0BF1248F998}"/>
                    </a:ext>
                  </a:extLst>
                </p:cNvPr>
                <p:cNvSpPr/>
                <p:nvPr/>
              </p:nvSpPr>
              <p:spPr>
                <a:xfrm>
                  <a:off x="2744632" y="675748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3" name="Oval 2972">
                  <a:extLst>
                    <a:ext uri="{FF2B5EF4-FFF2-40B4-BE49-F238E27FC236}">
                      <a16:creationId xmlns:a16="http://schemas.microsoft.com/office/drawing/2014/main" id="{458887AA-3C53-DD19-3F63-6248DD9F1EE8}"/>
                    </a:ext>
                  </a:extLst>
                </p:cNvPr>
                <p:cNvSpPr/>
                <p:nvPr/>
              </p:nvSpPr>
              <p:spPr>
                <a:xfrm>
                  <a:off x="2735615" y="691521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4" name="Oval 2973">
                  <a:extLst>
                    <a:ext uri="{FF2B5EF4-FFF2-40B4-BE49-F238E27FC236}">
                      <a16:creationId xmlns:a16="http://schemas.microsoft.com/office/drawing/2014/main" id="{667DE4AE-03B0-D400-A6DA-7E7982208B24}"/>
                    </a:ext>
                  </a:extLst>
                </p:cNvPr>
                <p:cNvSpPr/>
                <p:nvPr/>
              </p:nvSpPr>
              <p:spPr>
                <a:xfrm>
                  <a:off x="2729646" y="712298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5" name="Oval 2974">
                  <a:extLst>
                    <a:ext uri="{FF2B5EF4-FFF2-40B4-BE49-F238E27FC236}">
                      <a16:creationId xmlns:a16="http://schemas.microsoft.com/office/drawing/2014/main" id="{93C154B9-88E9-FFFE-416D-B053BD6C3DD1}"/>
                    </a:ext>
                  </a:extLst>
                </p:cNvPr>
                <p:cNvSpPr/>
                <p:nvPr/>
              </p:nvSpPr>
              <p:spPr>
                <a:xfrm>
                  <a:off x="2979582" y="696779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6" name="Oval 2975">
                  <a:extLst>
                    <a:ext uri="{FF2B5EF4-FFF2-40B4-BE49-F238E27FC236}">
                      <a16:creationId xmlns:a16="http://schemas.microsoft.com/office/drawing/2014/main" id="{A1D90B22-5211-F6F7-DA9C-7DDADBBDD420}"/>
                    </a:ext>
                  </a:extLst>
                </p:cNvPr>
                <p:cNvSpPr/>
                <p:nvPr/>
              </p:nvSpPr>
              <p:spPr>
                <a:xfrm>
                  <a:off x="2950753" y="681475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7" name="Oval 2976">
                  <a:extLst>
                    <a:ext uri="{FF2B5EF4-FFF2-40B4-BE49-F238E27FC236}">
                      <a16:creationId xmlns:a16="http://schemas.microsoft.com/office/drawing/2014/main" id="{FC3E5C58-5718-314A-8CA2-424311602ED3}"/>
                    </a:ext>
                  </a:extLst>
                </p:cNvPr>
                <p:cNvSpPr/>
                <p:nvPr/>
              </p:nvSpPr>
              <p:spPr>
                <a:xfrm>
                  <a:off x="2975772" y="704716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8" name="Oval 2977">
                  <a:extLst>
                    <a:ext uri="{FF2B5EF4-FFF2-40B4-BE49-F238E27FC236}">
                      <a16:creationId xmlns:a16="http://schemas.microsoft.com/office/drawing/2014/main" id="{7BCA6DF3-1ED3-2E54-2328-4BECE94083D7}"/>
                    </a:ext>
                  </a:extLst>
                </p:cNvPr>
                <p:cNvSpPr/>
                <p:nvPr/>
              </p:nvSpPr>
              <p:spPr>
                <a:xfrm>
                  <a:off x="2978058" y="7038660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79" name="Oval 2978">
                  <a:extLst>
                    <a:ext uri="{FF2B5EF4-FFF2-40B4-BE49-F238E27FC236}">
                      <a16:creationId xmlns:a16="http://schemas.microsoft.com/office/drawing/2014/main" id="{581A1148-7E2A-9BBD-B6C1-C1A24C17A645}"/>
                    </a:ext>
                  </a:extLst>
                </p:cNvPr>
                <p:cNvSpPr/>
                <p:nvPr/>
              </p:nvSpPr>
              <p:spPr>
                <a:xfrm>
                  <a:off x="2966247" y="701351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0" name="Oval 2979">
                  <a:extLst>
                    <a:ext uri="{FF2B5EF4-FFF2-40B4-BE49-F238E27FC236}">
                      <a16:creationId xmlns:a16="http://schemas.microsoft.com/office/drawing/2014/main" id="{407F16BF-6F76-35DA-0A90-2B6FB02C2DB8}"/>
                    </a:ext>
                  </a:extLst>
                </p:cNvPr>
                <p:cNvSpPr/>
                <p:nvPr/>
              </p:nvSpPr>
              <p:spPr>
                <a:xfrm>
                  <a:off x="2978820" y="696525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1" name="Oval 2980">
                  <a:extLst>
                    <a:ext uri="{FF2B5EF4-FFF2-40B4-BE49-F238E27FC236}">
                      <a16:creationId xmlns:a16="http://schemas.microsoft.com/office/drawing/2014/main" id="{4EE8B69E-5FD0-8FDD-6EE2-617E343DA460}"/>
                    </a:ext>
                  </a:extLst>
                </p:cNvPr>
                <p:cNvSpPr/>
                <p:nvPr/>
              </p:nvSpPr>
              <p:spPr>
                <a:xfrm>
                  <a:off x="2989107" y="729837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2" name="Oval 2981">
                  <a:extLst>
                    <a:ext uri="{FF2B5EF4-FFF2-40B4-BE49-F238E27FC236}">
                      <a16:creationId xmlns:a16="http://schemas.microsoft.com/office/drawing/2014/main" id="{689AF67F-49F6-A5A7-1E06-20E8B1A50190}"/>
                    </a:ext>
                  </a:extLst>
                </p:cNvPr>
                <p:cNvSpPr/>
                <p:nvPr/>
              </p:nvSpPr>
              <p:spPr>
                <a:xfrm>
                  <a:off x="3196117" y="673843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3" name="Oval 2982">
                  <a:extLst>
                    <a:ext uri="{FF2B5EF4-FFF2-40B4-BE49-F238E27FC236}">
                      <a16:creationId xmlns:a16="http://schemas.microsoft.com/office/drawing/2014/main" id="{9D7EB70C-CA77-4CC8-B72C-EB966A4B5FBE}"/>
                    </a:ext>
                  </a:extLst>
                </p:cNvPr>
                <p:cNvSpPr/>
                <p:nvPr/>
              </p:nvSpPr>
              <p:spPr>
                <a:xfrm>
                  <a:off x="3206023" y="688676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4" name="Oval 2983">
                  <a:extLst>
                    <a:ext uri="{FF2B5EF4-FFF2-40B4-BE49-F238E27FC236}">
                      <a16:creationId xmlns:a16="http://schemas.microsoft.com/office/drawing/2014/main" id="{4FEF39B4-BE15-3D07-F2C1-CC1DFA46B81A}"/>
                    </a:ext>
                  </a:extLst>
                </p:cNvPr>
                <p:cNvSpPr/>
                <p:nvPr/>
              </p:nvSpPr>
              <p:spPr>
                <a:xfrm>
                  <a:off x="3468405" y="723309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5" name="Oval 2984">
                  <a:extLst>
                    <a:ext uri="{FF2B5EF4-FFF2-40B4-BE49-F238E27FC236}">
                      <a16:creationId xmlns:a16="http://schemas.microsoft.com/office/drawing/2014/main" id="{A603CAB7-3027-DA79-CDB7-EDAA8EDBB706}"/>
                    </a:ext>
                  </a:extLst>
                </p:cNvPr>
                <p:cNvSpPr/>
                <p:nvPr/>
              </p:nvSpPr>
              <p:spPr>
                <a:xfrm>
                  <a:off x="3709705" y="6879021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6" name="Oval 2985">
                  <a:extLst>
                    <a:ext uri="{FF2B5EF4-FFF2-40B4-BE49-F238E27FC236}">
                      <a16:creationId xmlns:a16="http://schemas.microsoft.com/office/drawing/2014/main" id="{FBBEAB95-33C1-F465-37E3-C79F83D8D01C}"/>
                    </a:ext>
                  </a:extLst>
                </p:cNvPr>
                <p:cNvSpPr/>
                <p:nvPr/>
              </p:nvSpPr>
              <p:spPr>
                <a:xfrm>
                  <a:off x="3668430" y="6740464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7" name="Oval 2986">
                  <a:extLst>
                    <a:ext uri="{FF2B5EF4-FFF2-40B4-BE49-F238E27FC236}">
                      <a16:creationId xmlns:a16="http://schemas.microsoft.com/office/drawing/2014/main" id="{ABA05B6A-26AF-2B61-7DA1-ADF90E4B9304}"/>
                    </a:ext>
                  </a:extLst>
                </p:cNvPr>
                <p:cNvSpPr/>
                <p:nvPr/>
              </p:nvSpPr>
              <p:spPr>
                <a:xfrm>
                  <a:off x="3685575" y="656431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8" name="Oval 2987">
                  <a:extLst>
                    <a:ext uri="{FF2B5EF4-FFF2-40B4-BE49-F238E27FC236}">
                      <a16:creationId xmlns:a16="http://schemas.microsoft.com/office/drawing/2014/main" id="{49A2516B-3195-22DF-E3E5-01A1D795FABB}"/>
                    </a:ext>
                  </a:extLst>
                </p:cNvPr>
                <p:cNvSpPr/>
                <p:nvPr/>
              </p:nvSpPr>
              <p:spPr>
                <a:xfrm>
                  <a:off x="3689639" y="6716842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89" name="Oval 2988">
                  <a:extLst>
                    <a:ext uri="{FF2B5EF4-FFF2-40B4-BE49-F238E27FC236}">
                      <a16:creationId xmlns:a16="http://schemas.microsoft.com/office/drawing/2014/main" id="{7E68DCDD-D40C-FA98-6D01-7EB155F63508}"/>
                    </a:ext>
                  </a:extLst>
                </p:cNvPr>
                <p:cNvSpPr/>
                <p:nvPr/>
              </p:nvSpPr>
              <p:spPr>
                <a:xfrm>
                  <a:off x="3706149" y="7039168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90" name="Oval 2989">
                  <a:extLst>
                    <a:ext uri="{FF2B5EF4-FFF2-40B4-BE49-F238E27FC236}">
                      <a16:creationId xmlns:a16="http://schemas.microsoft.com/office/drawing/2014/main" id="{24D92C2F-EFE7-7C8E-D6ED-ABDBCECF2AEA}"/>
                    </a:ext>
                  </a:extLst>
                </p:cNvPr>
                <p:cNvSpPr/>
                <p:nvPr/>
              </p:nvSpPr>
              <p:spPr>
                <a:xfrm>
                  <a:off x="3669446" y="687838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91" name="TextBox 2990">
                  <a:extLst>
                    <a:ext uri="{FF2B5EF4-FFF2-40B4-BE49-F238E27FC236}">
                      <a16:creationId xmlns:a16="http://schemas.microsoft.com/office/drawing/2014/main" id="{01D6C8AE-20E6-D604-B52A-B9AC7C4ED55A}"/>
                    </a:ext>
                  </a:extLst>
                </p:cNvPr>
                <p:cNvSpPr txBox="1"/>
                <p:nvPr/>
              </p:nvSpPr>
              <p:spPr>
                <a:xfrm>
                  <a:off x="2600377" y="6273122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0.505</a:t>
                  </a:r>
                </a:p>
              </p:txBody>
            </p:sp>
            <p:sp>
              <p:nvSpPr>
                <p:cNvPr id="2992" name="Freeform 2991">
                  <a:extLst>
                    <a:ext uri="{FF2B5EF4-FFF2-40B4-BE49-F238E27FC236}">
                      <a16:creationId xmlns:a16="http://schemas.microsoft.com/office/drawing/2014/main" id="{3725586F-C271-C403-2015-C163D2320C48}"/>
                    </a:ext>
                  </a:extLst>
                </p:cNvPr>
                <p:cNvSpPr/>
                <p:nvPr/>
              </p:nvSpPr>
              <p:spPr>
                <a:xfrm>
                  <a:off x="2746791" y="6419281"/>
                  <a:ext cx="215518" cy="12700"/>
                </a:xfrm>
                <a:custGeom>
                  <a:avLst/>
                  <a:gdLst>
                    <a:gd name="csX0" fmla="*/ 0 w 215518"/>
                    <a:gd name="csY0" fmla="*/ 0 h 12700"/>
                    <a:gd name="csX1" fmla="*/ 215519 w 21551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5518" h="12700">
                      <a:moveTo>
                        <a:pt x="0" y="0"/>
                      </a:moveTo>
                      <a:lnTo>
                        <a:pt x="215519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93" name="TextBox 2992">
                  <a:extLst>
                    <a:ext uri="{FF2B5EF4-FFF2-40B4-BE49-F238E27FC236}">
                      <a16:creationId xmlns:a16="http://schemas.microsoft.com/office/drawing/2014/main" id="{7D0BCDD8-FD7A-B108-4B8C-6647BC24A4E3}"/>
                    </a:ext>
                  </a:extLst>
                </p:cNvPr>
                <p:cNvSpPr txBox="1"/>
                <p:nvPr/>
              </p:nvSpPr>
              <p:spPr>
                <a:xfrm>
                  <a:off x="3220317" y="6239537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2994" name="Freeform 2993">
                  <a:extLst>
                    <a:ext uri="{FF2B5EF4-FFF2-40B4-BE49-F238E27FC236}">
                      <a16:creationId xmlns:a16="http://schemas.microsoft.com/office/drawing/2014/main" id="{BE8E6854-B726-3AC0-89E1-F1B36A408159}"/>
                    </a:ext>
                  </a:extLst>
                </p:cNvPr>
                <p:cNvSpPr/>
                <p:nvPr/>
              </p:nvSpPr>
              <p:spPr>
                <a:xfrm>
                  <a:off x="3010316" y="6419281"/>
                  <a:ext cx="694563" cy="12700"/>
                </a:xfrm>
                <a:custGeom>
                  <a:avLst/>
                  <a:gdLst>
                    <a:gd name="csX0" fmla="*/ 0 w 694563"/>
                    <a:gd name="csY0" fmla="*/ 0 h 12700"/>
                    <a:gd name="csX1" fmla="*/ 694563 w 69456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694563" h="12700">
                      <a:moveTo>
                        <a:pt x="0" y="0"/>
                      </a:moveTo>
                      <a:lnTo>
                        <a:pt x="69456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95" name="TextBox 2994">
                  <a:extLst>
                    <a:ext uri="{FF2B5EF4-FFF2-40B4-BE49-F238E27FC236}">
                      <a16:creationId xmlns:a16="http://schemas.microsoft.com/office/drawing/2014/main" id="{EB031116-2095-1BFA-F31E-32725CD65DDA}"/>
                    </a:ext>
                  </a:extLst>
                </p:cNvPr>
                <p:cNvSpPr txBox="1"/>
                <p:nvPr/>
              </p:nvSpPr>
              <p:spPr>
                <a:xfrm>
                  <a:off x="2971598" y="6109927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0.149</a:t>
                  </a:r>
                </a:p>
              </p:txBody>
            </p:sp>
            <p:sp>
              <p:nvSpPr>
                <p:cNvPr id="2996" name="Freeform 2995">
                  <a:extLst>
                    <a:ext uri="{FF2B5EF4-FFF2-40B4-BE49-F238E27FC236}">
                      <a16:creationId xmlns:a16="http://schemas.microsoft.com/office/drawing/2014/main" id="{39DC99D4-1076-E84D-6430-E9D517670BFE}"/>
                    </a:ext>
                  </a:extLst>
                </p:cNvPr>
                <p:cNvSpPr/>
                <p:nvPr/>
              </p:nvSpPr>
              <p:spPr>
                <a:xfrm>
                  <a:off x="2746791" y="6256086"/>
                  <a:ext cx="958088" cy="12700"/>
                </a:xfrm>
                <a:custGeom>
                  <a:avLst/>
                  <a:gdLst>
                    <a:gd name="csX0" fmla="*/ 0 w 958088"/>
                    <a:gd name="csY0" fmla="*/ 0 h 12700"/>
                    <a:gd name="csX1" fmla="*/ 958088 w 95808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58088" h="12700">
                      <a:moveTo>
                        <a:pt x="0" y="0"/>
                      </a:moveTo>
                      <a:lnTo>
                        <a:pt x="958088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</p:grpSp>
          <p:grpSp>
            <p:nvGrpSpPr>
              <p:cNvPr id="2997" name="Graphic 2801">
                <a:extLst>
                  <a:ext uri="{FF2B5EF4-FFF2-40B4-BE49-F238E27FC236}">
                    <a16:creationId xmlns:a16="http://schemas.microsoft.com/office/drawing/2014/main" id="{2B727B37-BC6E-EB49-5F7A-31B5E2C9414D}"/>
                  </a:ext>
                </a:extLst>
              </p:cNvPr>
              <p:cNvGrpSpPr/>
              <p:nvPr/>
            </p:nvGrpSpPr>
            <p:grpSpPr>
              <a:xfrm>
                <a:off x="2227114" y="6038662"/>
                <a:ext cx="1621401" cy="1585840"/>
                <a:chOff x="2227114" y="6038662"/>
                <a:chExt cx="1621401" cy="1585840"/>
              </a:xfrm>
            </p:grpSpPr>
            <p:sp>
              <p:nvSpPr>
                <p:cNvPr id="2998" name="Freeform 2997">
                  <a:extLst>
                    <a:ext uri="{FF2B5EF4-FFF2-40B4-BE49-F238E27FC236}">
                      <a16:creationId xmlns:a16="http://schemas.microsoft.com/office/drawing/2014/main" id="{4C3469D7-1486-1A24-A790-8A4024298CB0}"/>
                    </a:ext>
                  </a:extLst>
                </p:cNvPr>
                <p:cNvSpPr/>
                <p:nvPr/>
              </p:nvSpPr>
              <p:spPr>
                <a:xfrm>
                  <a:off x="2603153" y="6038662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99" name="TextBox 2998">
                  <a:extLst>
                    <a:ext uri="{FF2B5EF4-FFF2-40B4-BE49-F238E27FC236}">
                      <a16:creationId xmlns:a16="http://schemas.microsoft.com/office/drawing/2014/main" id="{DA037799-A6D4-999B-B92D-33E645A9B4BB}"/>
                    </a:ext>
                  </a:extLst>
                </p:cNvPr>
                <p:cNvSpPr txBox="1"/>
                <p:nvPr/>
              </p:nvSpPr>
              <p:spPr>
                <a:xfrm>
                  <a:off x="2227114" y="6845284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0.00</a:t>
                  </a:r>
                </a:p>
              </p:txBody>
            </p:sp>
            <p:sp>
              <p:nvSpPr>
                <p:cNvPr id="3000" name="TextBox 2999">
                  <a:extLst>
                    <a:ext uri="{FF2B5EF4-FFF2-40B4-BE49-F238E27FC236}">
                      <a16:creationId xmlns:a16="http://schemas.microsoft.com/office/drawing/2014/main" id="{C62623EE-2A03-0E7D-7203-CFD126DFE46F}"/>
                    </a:ext>
                  </a:extLst>
                </p:cNvPr>
                <p:cNvSpPr txBox="1"/>
                <p:nvPr/>
              </p:nvSpPr>
              <p:spPr>
                <a:xfrm>
                  <a:off x="2227114" y="6395958"/>
                  <a:ext cx="40908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0.25</a:t>
                  </a:r>
                </a:p>
              </p:txBody>
            </p:sp>
            <p:sp>
              <p:nvSpPr>
                <p:cNvPr id="3002" name="Freeform 3001">
                  <a:extLst>
                    <a:ext uri="{FF2B5EF4-FFF2-40B4-BE49-F238E27FC236}">
                      <a16:creationId xmlns:a16="http://schemas.microsoft.com/office/drawing/2014/main" id="{3D73A8E0-F50C-E860-B127-ADD944EB8B6F}"/>
                    </a:ext>
                  </a:extLst>
                </p:cNvPr>
                <p:cNvSpPr/>
                <p:nvPr/>
              </p:nvSpPr>
              <p:spPr>
                <a:xfrm>
                  <a:off x="2568356" y="6952173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3" name="Freeform 3002">
                  <a:extLst>
                    <a:ext uri="{FF2B5EF4-FFF2-40B4-BE49-F238E27FC236}">
                      <a16:creationId xmlns:a16="http://schemas.microsoft.com/office/drawing/2014/main" id="{8DA3A111-A9DA-BD8E-9D77-78B74665E1BB}"/>
                    </a:ext>
                  </a:extLst>
                </p:cNvPr>
                <p:cNvSpPr/>
                <p:nvPr/>
              </p:nvSpPr>
              <p:spPr>
                <a:xfrm>
                  <a:off x="2568356" y="6502846"/>
                  <a:ext cx="34797" cy="12700"/>
                </a:xfrm>
                <a:custGeom>
                  <a:avLst/>
                  <a:gdLst>
                    <a:gd name="csX0" fmla="*/ 0 w 34797"/>
                    <a:gd name="csY0" fmla="*/ 0 h 12700"/>
                    <a:gd name="csX1" fmla="*/ 34798 w 3479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7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5" name="Freeform 3004">
                  <a:extLst>
                    <a:ext uri="{FF2B5EF4-FFF2-40B4-BE49-F238E27FC236}">
                      <a16:creationId xmlns:a16="http://schemas.microsoft.com/office/drawing/2014/main" id="{B49F1616-BF14-2587-ECFD-44E77D0AA6AE}"/>
                    </a:ext>
                  </a:extLst>
                </p:cNvPr>
                <p:cNvSpPr/>
                <p:nvPr/>
              </p:nvSpPr>
              <p:spPr>
                <a:xfrm>
                  <a:off x="2603153" y="7397816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6" name="Freeform 3005">
                  <a:extLst>
                    <a:ext uri="{FF2B5EF4-FFF2-40B4-BE49-F238E27FC236}">
                      <a16:creationId xmlns:a16="http://schemas.microsoft.com/office/drawing/2014/main" id="{CCA6379F-C519-1E20-3F5A-B1362BE4121E}"/>
                    </a:ext>
                  </a:extLst>
                </p:cNvPr>
                <p:cNvSpPr/>
                <p:nvPr/>
              </p:nvSpPr>
              <p:spPr>
                <a:xfrm>
                  <a:off x="2746791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7" name="Freeform 3006">
                  <a:extLst>
                    <a:ext uri="{FF2B5EF4-FFF2-40B4-BE49-F238E27FC236}">
                      <a16:creationId xmlns:a16="http://schemas.microsoft.com/office/drawing/2014/main" id="{2F2687B9-EEB2-3906-0FBC-2490090AAC9B}"/>
                    </a:ext>
                  </a:extLst>
                </p:cNvPr>
                <p:cNvSpPr/>
                <p:nvPr/>
              </p:nvSpPr>
              <p:spPr>
                <a:xfrm>
                  <a:off x="2986312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8" name="Freeform 3007">
                  <a:extLst>
                    <a:ext uri="{FF2B5EF4-FFF2-40B4-BE49-F238E27FC236}">
                      <a16:creationId xmlns:a16="http://schemas.microsoft.com/office/drawing/2014/main" id="{53CAA22A-E039-D074-D65C-1CCCCF200B9E}"/>
                    </a:ext>
                  </a:extLst>
                </p:cNvPr>
                <p:cNvSpPr/>
                <p:nvPr/>
              </p:nvSpPr>
              <p:spPr>
                <a:xfrm>
                  <a:off x="3225834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09" name="Freeform 3008">
                  <a:extLst>
                    <a:ext uri="{FF2B5EF4-FFF2-40B4-BE49-F238E27FC236}">
                      <a16:creationId xmlns:a16="http://schemas.microsoft.com/office/drawing/2014/main" id="{237A369A-33AF-A081-0619-4C61B35BAF14}"/>
                    </a:ext>
                  </a:extLst>
                </p:cNvPr>
                <p:cNvSpPr/>
                <p:nvPr/>
              </p:nvSpPr>
              <p:spPr>
                <a:xfrm>
                  <a:off x="3465356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10" name="Freeform 3009">
                  <a:extLst>
                    <a:ext uri="{FF2B5EF4-FFF2-40B4-BE49-F238E27FC236}">
                      <a16:creationId xmlns:a16="http://schemas.microsoft.com/office/drawing/2014/main" id="{3466E8CA-0EDB-00F0-B4C6-D07A268318AC}"/>
                    </a:ext>
                  </a:extLst>
                </p:cNvPr>
                <p:cNvSpPr/>
                <p:nvPr/>
              </p:nvSpPr>
              <p:spPr>
                <a:xfrm>
                  <a:off x="3704878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011" name="TextBox 3010">
                  <a:extLst>
                    <a:ext uri="{FF2B5EF4-FFF2-40B4-BE49-F238E27FC236}">
                      <a16:creationId xmlns:a16="http://schemas.microsoft.com/office/drawing/2014/main" id="{5869BBE8-AC63-11C8-B2E4-ED331BCD4D5E}"/>
                    </a:ext>
                  </a:extLst>
                </p:cNvPr>
                <p:cNvSpPr txBox="1"/>
                <p:nvPr/>
              </p:nvSpPr>
              <p:spPr>
                <a:xfrm>
                  <a:off x="2606367" y="7393670"/>
                  <a:ext cx="28084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3012" name="TextBox 3011">
                  <a:extLst>
                    <a:ext uri="{FF2B5EF4-FFF2-40B4-BE49-F238E27FC236}">
                      <a16:creationId xmlns:a16="http://schemas.microsoft.com/office/drawing/2014/main" id="{6B62DD82-F00A-5B5F-70E1-2364A9FD8F04}"/>
                    </a:ext>
                  </a:extLst>
                </p:cNvPr>
                <p:cNvSpPr txBox="1"/>
                <p:nvPr/>
              </p:nvSpPr>
              <p:spPr>
                <a:xfrm>
                  <a:off x="2877949" y="7393670"/>
                  <a:ext cx="21672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3013" name="TextBox 3012">
                  <a:extLst>
                    <a:ext uri="{FF2B5EF4-FFF2-40B4-BE49-F238E27FC236}">
                      <a16:creationId xmlns:a16="http://schemas.microsoft.com/office/drawing/2014/main" id="{6513D9D2-2EE2-4390-1061-961ECC05D3A5}"/>
                    </a:ext>
                  </a:extLst>
                </p:cNvPr>
                <p:cNvSpPr txBox="1"/>
                <p:nvPr/>
              </p:nvSpPr>
              <p:spPr>
                <a:xfrm>
                  <a:off x="3085411" y="7393670"/>
                  <a:ext cx="28084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3014" name="TextBox 3013">
                  <a:extLst>
                    <a:ext uri="{FF2B5EF4-FFF2-40B4-BE49-F238E27FC236}">
                      <a16:creationId xmlns:a16="http://schemas.microsoft.com/office/drawing/2014/main" id="{BB1CB8B2-BD2B-BE81-3FA9-EBDF024A7338}"/>
                    </a:ext>
                  </a:extLst>
                </p:cNvPr>
                <p:cNvSpPr txBox="1"/>
                <p:nvPr/>
              </p:nvSpPr>
              <p:spPr>
                <a:xfrm>
                  <a:off x="3296079" y="7393670"/>
                  <a:ext cx="33855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NF</a:t>
                  </a:r>
                </a:p>
              </p:txBody>
            </p:sp>
            <p:sp>
              <p:nvSpPr>
                <p:cNvPr id="3015" name="TextBox 3014">
                  <a:extLst>
                    <a:ext uri="{FF2B5EF4-FFF2-40B4-BE49-F238E27FC236}">
                      <a16:creationId xmlns:a16="http://schemas.microsoft.com/office/drawing/2014/main" id="{EAA6BBB6-261F-FC5E-75F2-83C9874AB902}"/>
                    </a:ext>
                  </a:extLst>
                </p:cNvPr>
                <p:cNvSpPr txBox="1"/>
                <p:nvPr/>
              </p:nvSpPr>
              <p:spPr>
                <a:xfrm>
                  <a:off x="3577279" y="7393670"/>
                  <a:ext cx="2551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</a:t>
                  </a:r>
                </a:p>
              </p:txBody>
            </p:sp>
          </p:grpSp>
        </p:grpSp>
        <p:grpSp>
          <p:nvGrpSpPr>
            <p:cNvPr id="2806" name="Graphic 2803">
              <a:extLst>
                <a:ext uri="{FF2B5EF4-FFF2-40B4-BE49-F238E27FC236}">
                  <a16:creationId xmlns:a16="http://schemas.microsoft.com/office/drawing/2014/main" id="{E2C5B549-36C1-F92C-E648-CEB184F0CF80}"/>
                </a:ext>
              </a:extLst>
            </p:cNvPr>
            <p:cNvGrpSpPr/>
            <p:nvPr/>
          </p:nvGrpSpPr>
          <p:grpSpPr>
            <a:xfrm>
              <a:off x="3971647" y="5925773"/>
              <a:ext cx="1621001" cy="1585840"/>
              <a:chOff x="4056315" y="6038662"/>
              <a:chExt cx="1621001" cy="1585840"/>
            </a:xfrm>
          </p:grpSpPr>
          <p:grpSp>
            <p:nvGrpSpPr>
              <p:cNvPr id="2809" name="Graphic 2803">
                <a:extLst>
                  <a:ext uri="{FF2B5EF4-FFF2-40B4-BE49-F238E27FC236}">
                    <a16:creationId xmlns:a16="http://schemas.microsoft.com/office/drawing/2014/main" id="{A4FE20B6-9D4E-2F7F-2DBF-C5FF274E274E}"/>
                  </a:ext>
                </a:extLst>
              </p:cNvPr>
              <p:cNvGrpSpPr/>
              <p:nvPr/>
            </p:nvGrpSpPr>
            <p:grpSpPr>
              <a:xfrm>
                <a:off x="4406935" y="6038662"/>
                <a:ext cx="1270381" cy="1359154"/>
                <a:chOff x="4406935" y="6038662"/>
                <a:chExt cx="1270381" cy="1359154"/>
              </a:xfrm>
            </p:grpSpPr>
            <p:sp>
              <p:nvSpPr>
                <p:cNvPr id="2810" name="Rectangle 2809">
                  <a:extLst>
                    <a:ext uri="{FF2B5EF4-FFF2-40B4-BE49-F238E27FC236}">
                      <a16:creationId xmlns:a16="http://schemas.microsoft.com/office/drawing/2014/main" id="{3D9A00E6-9935-3F7D-6E2A-7E6F5C996AE5}"/>
                    </a:ext>
                  </a:extLst>
                </p:cNvPr>
                <p:cNvSpPr/>
                <p:nvPr/>
              </p:nvSpPr>
              <p:spPr>
                <a:xfrm>
                  <a:off x="4406935" y="6038662"/>
                  <a:ext cx="1270381" cy="1359154"/>
                </a:xfrm>
                <a:prstGeom prst="rect">
                  <a:avLst/>
                </a:prstGeom>
                <a:solidFill>
                  <a:srgbClr val="FFFFFF"/>
                </a:solidFill>
                <a:ln w="13589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1" name="Freeform 2810">
                  <a:extLst>
                    <a:ext uri="{FF2B5EF4-FFF2-40B4-BE49-F238E27FC236}">
                      <a16:creationId xmlns:a16="http://schemas.microsoft.com/office/drawing/2014/main" id="{78434D6A-64F0-0045-B608-5AB68464D634}"/>
                    </a:ext>
                  </a:extLst>
                </p:cNvPr>
                <p:cNvSpPr/>
                <p:nvPr/>
              </p:nvSpPr>
              <p:spPr>
                <a:xfrm>
                  <a:off x="4553493" y="6783898"/>
                  <a:ext cx="12700" cy="69087"/>
                </a:xfrm>
                <a:custGeom>
                  <a:avLst/>
                  <a:gdLst>
                    <a:gd name="csX0" fmla="*/ 0 w 12700"/>
                    <a:gd name="csY0" fmla="*/ 69088 h 69087"/>
                    <a:gd name="csX1" fmla="*/ 0 w 12700"/>
                    <a:gd name="csY1" fmla="*/ 0 h 690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9087">
                      <a:moveTo>
                        <a:pt x="0" y="69088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2" name="Freeform 2811">
                  <a:extLst>
                    <a:ext uri="{FF2B5EF4-FFF2-40B4-BE49-F238E27FC236}">
                      <a16:creationId xmlns:a16="http://schemas.microsoft.com/office/drawing/2014/main" id="{B09E2FDD-C395-E6BE-6674-9B9DBE9F9937}"/>
                    </a:ext>
                  </a:extLst>
                </p:cNvPr>
                <p:cNvSpPr/>
                <p:nvPr/>
              </p:nvSpPr>
              <p:spPr>
                <a:xfrm>
                  <a:off x="4553493" y="7141276"/>
                  <a:ext cx="12700" cy="165734"/>
                </a:xfrm>
                <a:custGeom>
                  <a:avLst/>
                  <a:gdLst>
                    <a:gd name="csX0" fmla="*/ 0 w 12700"/>
                    <a:gd name="csY0" fmla="*/ 0 h 165734"/>
                    <a:gd name="csX1" fmla="*/ 0 w 12700"/>
                    <a:gd name="csY1" fmla="*/ 165735 h 16573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65734">
                      <a:moveTo>
                        <a:pt x="0" y="0"/>
                      </a:moveTo>
                      <a:lnTo>
                        <a:pt x="0" y="165735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3" name="Freeform 2812">
                  <a:extLst>
                    <a:ext uri="{FF2B5EF4-FFF2-40B4-BE49-F238E27FC236}">
                      <a16:creationId xmlns:a16="http://schemas.microsoft.com/office/drawing/2014/main" id="{F6E2B409-9850-E3B4-ED34-61352264751F}"/>
                    </a:ext>
                  </a:extLst>
                </p:cNvPr>
                <p:cNvSpPr/>
                <p:nvPr/>
              </p:nvSpPr>
              <p:spPr>
                <a:xfrm>
                  <a:off x="4480213" y="6852985"/>
                  <a:ext cx="146558" cy="288290"/>
                </a:xfrm>
                <a:custGeom>
                  <a:avLst/>
                  <a:gdLst>
                    <a:gd name="csX0" fmla="*/ 0 w 146558"/>
                    <a:gd name="csY0" fmla="*/ 0 h 288290"/>
                    <a:gd name="csX1" fmla="*/ 0 w 146558"/>
                    <a:gd name="csY1" fmla="*/ 288290 h 288290"/>
                    <a:gd name="csX2" fmla="*/ 146558 w 146558"/>
                    <a:gd name="csY2" fmla="*/ 288290 h 288290"/>
                    <a:gd name="csX3" fmla="*/ 146558 w 146558"/>
                    <a:gd name="csY3" fmla="*/ 0 h 288290"/>
                    <a:gd name="csX4" fmla="*/ 0 w 146558"/>
                    <a:gd name="csY4" fmla="*/ 0 h 2882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6558" h="288290">
                      <a:moveTo>
                        <a:pt x="0" y="0"/>
                      </a:moveTo>
                      <a:lnTo>
                        <a:pt x="0" y="288290"/>
                      </a:lnTo>
                      <a:lnTo>
                        <a:pt x="146558" y="288290"/>
                      </a:lnTo>
                      <a:lnTo>
                        <a:pt x="14655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965B0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4" name="Freeform 2813">
                  <a:extLst>
                    <a:ext uri="{FF2B5EF4-FFF2-40B4-BE49-F238E27FC236}">
                      <a16:creationId xmlns:a16="http://schemas.microsoft.com/office/drawing/2014/main" id="{41EA8891-02C1-0BB2-09C6-F5CC86FF16CD}"/>
                    </a:ext>
                  </a:extLst>
                </p:cNvPr>
                <p:cNvSpPr/>
                <p:nvPr/>
              </p:nvSpPr>
              <p:spPr>
                <a:xfrm>
                  <a:off x="4480214" y="7047677"/>
                  <a:ext cx="146558" cy="12700"/>
                </a:xfrm>
                <a:custGeom>
                  <a:avLst/>
                  <a:gdLst>
                    <a:gd name="csX0" fmla="*/ 0 w 146558"/>
                    <a:gd name="csY0" fmla="*/ 0 h 12700"/>
                    <a:gd name="csX1" fmla="*/ 146558 w 14655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6558" h="12700">
                      <a:moveTo>
                        <a:pt x="0" y="0"/>
                      </a:moveTo>
                      <a:lnTo>
                        <a:pt x="146558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5" name="Freeform 2814">
                  <a:extLst>
                    <a:ext uri="{FF2B5EF4-FFF2-40B4-BE49-F238E27FC236}">
                      <a16:creationId xmlns:a16="http://schemas.microsoft.com/office/drawing/2014/main" id="{74440D2F-4B1D-5905-4218-B6ACFA01ACA8}"/>
                    </a:ext>
                  </a:extLst>
                </p:cNvPr>
                <p:cNvSpPr/>
                <p:nvPr/>
              </p:nvSpPr>
              <p:spPr>
                <a:xfrm>
                  <a:off x="4797841" y="7049455"/>
                  <a:ext cx="12700" cy="35687"/>
                </a:xfrm>
                <a:custGeom>
                  <a:avLst/>
                  <a:gdLst>
                    <a:gd name="csX0" fmla="*/ 0 w 12700"/>
                    <a:gd name="csY0" fmla="*/ 35687 h 35687"/>
                    <a:gd name="csX1" fmla="*/ 0 w 12700"/>
                    <a:gd name="csY1" fmla="*/ 0 h 356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5687">
                      <a:moveTo>
                        <a:pt x="0" y="35687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6" name="Freeform 2815">
                  <a:extLst>
                    <a:ext uri="{FF2B5EF4-FFF2-40B4-BE49-F238E27FC236}">
                      <a16:creationId xmlns:a16="http://schemas.microsoft.com/office/drawing/2014/main" id="{67223E47-5C71-6760-1CEF-4346164C70DF}"/>
                    </a:ext>
                  </a:extLst>
                </p:cNvPr>
                <p:cNvSpPr/>
                <p:nvPr/>
              </p:nvSpPr>
              <p:spPr>
                <a:xfrm>
                  <a:off x="4797841" y="7176963"/>
                  <a:ext cx="12700" cy="44322"/>
                </a:xfrm>
                <a:custGeom>
                  <a:avLst/>
                  <a:gdLst>
                    <a:gd name="csX0" fmla="*/ 0 w 12700"/>
                    <a:gd name="csY0" fmla="*/ 0 h 44322"/>
                    <a:gd name="csX1" fmla="*/ 0 w 12700"/>
                    <a:gd name="csY1" fmla="*/ 44323 h 443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44322">
                      <a:moveTo>
                        <a:pt x="0" y="0"/>
                      </a:moveTo>
                      <a:lnTo>
                        <a:pt x="0" y="4432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7" name="Freeform 2816">
                  <a:extLst>
                    <a:ext uri="{FF2B5EF4-FFF2-40B4-BE49-F238E27FC236}">
                      <a16:creationId xmlns:a16="http://schemas.microsoft.com/office/drawing/2014/main" id="{F78F2E9F-C510-CFCC-17A0-8E640F6A89B8}"/>
                    </a:ext>
                  </a:extLst>
                </p:cNvPr>
                <p:cNvSpPr/>
                <p:nvPr/>
              </p:nvSpPr>
              <p:spPr>
                <a:xfrm>
                  <a:off x="4724562" y="7085141"/>
                  <a:ext cx="146558" cy="91821"/>
                </a:xfrm>
                <a:custGeom>
                  <a:avLst/>
                  <a:gdLst>
                    <a:gd name="csX0" fmla="*/ 0 w 146558"/>
                    <a:gd name="csY0" fmla="*/ 0 h 91821"/>
                    <a:gd name="csX1" fmla="*/ 0 w 146558"/>
                    <a:gd name="csY1" fmla="*/ 91821 h 91821"/>
                    <a:gd name="csX2" fmla="*/ 146558 w 146558"/>
                    <a:gd name="csY2" fmla="*/ 91821 h 91821"/>
                    <a:gd name="csX3" fmla="*/ 146558 w 146558"/>
                    <a:gd name="csY3" fmla="*/ 0 h 91821"/>
                    <a:gd name="csX4" fmla="*/ 0 w 146558"/>
                    <a:gd name="csY4" fmla="*/ 0 h 9182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6558" h="91821">
                      <a:moveTo>
                        <a:pt x="0" y="0"/>
                      </a:moveTo>
                      <a:lnTo>
                        <a:pt x="0" y="91821"/>
                      </a:lnTo>
                      <a:lnTo>
                        <a:pt x="146558" y="91821"/>
                      </a:lnTo>
                      <a:lnTo>
                        <a:pt x="14655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EB265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8" name="Freeform 2817">
                  <a:extLst>
                    <a:ext uri="{FF2B5EF4-FFF2-40B4-BE49-F238E27FC236}">
                      <a16:creationId xmlns:a16="http://schemas.microsoft.com/office/drawing/2014/main" id="{A1E779AB-D235-7550-5B32-8CF58997872D}"/>
                    </a:ext>
                  </a:extLst>
                </p:cNvPr>
                <p:cNvSpPr/>
                <p:nvPr/>
              </p:nvSpPr>
              <p:spPr>
                <a:xfrm>
                  <a:off x="4724562" y="7145975"/>
                  <a:ext cx="146558" cy="12700"/>
                </a:xfrm>
                <a:custGeom>
                  <a:avLst/>
                  <a:gdLst>
                    <a:gd name="csX0" fmla="*/ 0 w 146558"/>
                    <a:gd name="csY0" fmla="*/ 0 h 12700"/>
                    <a:gd name="csX1" fmla="*/ 146558 w 14655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6558" h="12700">
                      <a:moveTo>
                        <a:pt x="0" y="0"/>
                      </a:moveTo>
                      <a:lnTo>
                        <a:pt x="146558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19" name="Freeform 2818">
                  <a:extLst>
                    <a:ext uri="{FF2B5EF4-FFF2-40B4-BE49-F238E27FC236}">
                      <a16:creationId xmlns:a16="http://schemas.microsoft.com/office/drawing/2014/main" id="{27EC3193-34EA-0BEE-8542-B7CF9C9F4881}"/>
                    </a:ext>
                  </a:extLst>
                </p:cNvPr>
                <p:cNvSpPr/>
                <p:nvPr/>
              </p:nvSpPr>
              <p:spPr>
                <a:xfrm>
                  <a:off x="5042062" y="6891213"/>
                  <a:ext cx="12700" cy="3302"/>
                </a:xfrm>
                <a:custGeom>
                  <a:avLst/>
                  <a:gdLst>
                    <a:gd name="csX0" fmla="*/ 0 w 12700"/>
                    <a:gd name="csY0" fmla="*/ 3302 h 3302"/>
                    <a:gd name="csX1" fmla="*/ 0 w 12700"/>
                    <a:gd name="csY1" fmla="*/ 0 h 33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02">
                      <a:moveTo>
                        <a:pt x="0" y="3302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0" name="Freeform 2819">
                  <a:extLst>
                    <a:ext uri="{FF2B5EF4-FFF2-40B4-BE49-F238E27FC236}">
                      <a16:creationId xmlns:a16="http://schemas.microsoft.com/office/drawing/2014/main" id="{68F4F557-13C6-797A-8E5C-F87084799E22}"/>
                    </a:ext>
                  </a:extLst>
                </p:cNvPr>
                <p:cNvSpPr/>
                <p:nvPr/>
              </p:nvSpPr>
              <p:spPr>
                <a:xfrm>
                  <a:off x="5042062" y="6901373"/>
                  <a:ext cx="12700" cy="3302"/>
                </a:xfrm>
                <a:custGeom>
                  <a:avLst/>
                  <a:gdLst>
                    <a:gd name="csX0" fmla="*/ 0 w 12700"/>
                    <a:gd name="csY0" fmla="*/ 0 h 3302"/>
                    <a:gd name="csX1" fmla="*/ 0 w 12700"/>
                    <a:gd name="csY1" fmla="*/ 3302 h 33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302">
                      <a:moveTo>
                        <a:pt x="0" y="0"/>
                      </a:moveTo>
                      <a:lnTo>
                        <a:pt x="0" y="3302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1" name="Freeform 2820">
                  <a:extLst>
                    <a:ext uri="{FF2B5EF4-FFF2-40B4-BE49-F238E27FC236}">
                      <a16:creationId xmlns:a16="http://schemas.microsoft.com/office/drawing/2014/main" id="{EE580E6F-7651-5CEA-6703-5BEA423AE4A1}"/>
                    </a:ext>
                  </a:extLst>
                </p:cNvPr>
                <p:cNvSpPr/>
                <p:nvPr/>
              </p:nvSpPr>
              <p:spPr>
                <a:xfrm>
                  <a:off x="4968783" y="6894515"/>
                  <a:ext cx="146557" cy="6858"/>
                </a:xfrm>
                <a:custGeom>
                  <a:avLst/>
                  <a:gdLst>
                    <a:gd name="csX0" fmla="*/ 0 w 146557"/>
                    <a:gd name="csY0" fmla="*/ 0 h 6858"/>
                    <a:gd name="csX1" fmla="*/ 0 w 146557"/>
                    <a:gd name="csY1" fmla="*/ 6858 h 6858"/>
                    <a:gd name="csX2" fmla="*/ 146558 w 146557"/>
                    <a:gd name="csY2" fmla="*/ 6858 h 6858"/>
                    <a:gd name="csX3" fmla="*/ 146558 w 146557"/>
                    <a:gd name="csY3" fmla="*/ 0 h 6858"/>
                    <a:gd name="csX4" fmla="*/ 0 w 146557"/>
                    <a:gd name="csY4" fmla="*/ 0 h 68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6557" h="6858">
                      <a:moveTo>
                        <a:pt x="0" y="0"/>
                      </a:moveTo>
                      <a:lnTo>
                        <a:pt x="0" y="6858"/>
                      </a:lnTo>
                      <a:lnTo>
                        <a:pt x="146558" y="6858"/>
                      </a:lnTo>
                      <a:lnTo>
                        <a:pt x="14655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7F056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2" name="Freeform 2821">
                  <a:extLst>
                    <a:ext uri="{FF2B5EF4-FFF2-40B4-BE49-F238E27FC236}">
                      <a16:creationId xmlns:a16="http://schemas.microsoft.com/office/drawing/2014/main" id="{D7CACFB1-2C12-2DC5-89B0-F3C74FE9B6EA}"/>
                    </a:ext>
                  </a:extLst>
                </p:cNvPr>
                <p:cNvSpPr/>
                <p:nvPr/>
              </p:nvSpPr>
              <p:spPr>
                <a:xfrm>
                  <a:off x="4968783" y="6897944"/>
                  <a:ext cx="146557" cy="12700"/>
                </a:xfrm>
                <a:custGeom>
                  <a:avLst/>
                  <a:gdLst>
                    <a:gd name="csX0" fmla="*/ 0 w 146557"/>
                    <a:gd name="csY0" fmla="*/ 0 h 12700"/>
                    <a:gd name="csX1" fmla="*/ 146558 w 14655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6557" h="12700">
                      <a:moveTo>
                        <a:pt x="0" y="0"/>
                      </a:moveTo>
                      <a:lnTo>
                        <a:pt x="146558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3" name="Freeform 2822">
                  <a:extLst>
                    <a:ext uri="{FF2B5EF4-FFF2-40B4-BE49-F238E27FC236}">
                      <a16:creationId xmlns:a16="http://schemas.microsoft.com/office/drawing/2014/main" id="{E930871B-66E2-0A1A-C5B5-F302BC644C25}"/>
                    </a:ext>
                  </a:extLst>
                </p:cNvPr>
                <p:cNvSpPr/>
                <p:nvPr/>
              </p:nvSpPr>
              <p:spPr>
                <a:xfrm>
                  <a:off x="5530758" y="6582349"/>
                  <a:ext cx="12700" cy="233933"/>
                </a:xfrm>
                <a:custGeom>
                  <a:avLst/>
                  <a:gdLst>
                    <a:gd name="csX0" fmla="*/ 0 w 12700"/>
                    <a:gd name="csY0" fmla="*/ 233934 h 233933"/>
                    <a:gd name="csX1" fmla="*/ 0 w 12700"/>
                    <a:gd name="csY1" fmla="*/ 0 h 23393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33933">
                      <a:moveTo>
                        <a:pt x="0" y="233934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4" name="Freeform 2823">
                  <a:extLst>
                    <a:ext uri="{FF2B5EF4-FFF2-40B4-BE49-F238E27FC236}">
                      <a16:creationId xmlns:a16="http://schemas.microsoft.com/office/drawing/2014/main" id="{F1E7F646-679C-1BDF-F3CA-06DF1BF2EDE8}"/>
                    </a:ext>
                  </a:extLst>
                </p:cNvPr>
                <p:cNvSpPr/>
                <p:nvPr/>
              </p:nvSpPr>
              <p:spPr>
                <a:xfrm>
                  <a:off x="5530758" y="7058218"/>
                  <a:ext cx="12700" cy="114553"/>
                </a:xfrm>
                <a:custGeom>
                  <a:avLst/>
                  <a:gdLst>
                    <a:gd name="csX0" fmla="*/ 0 w 12700"/>
                    <a:gd name="csY0" fmla="*/ 0 h 114553"/>
                    <a:gd name="csX1" fmla="*/ 0 w 12700"/>
                    <a:gd name="csY1" fmla="*/ 114554 h 1145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4553">
                      <a:moveTo>
                        <a:pt x="0" y="0"/>
                      </a:moveTo>
                      <a:lnTo>
                        <a:pt x="0" y="114554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5" name="Freeform 2824">
                  <a:extLst>
                    <a:ext uri="{FF2B5EF4-FFF2-40B4-BE49-F238E27FC236}">
                      <a16:creationId xmlns:a16="http://schemas.microsoft.com/office/drawing/2014/main" id="{108675A3-969C-8065-A31A-A3705269256B}"/>
                    </a:ext>
                  </a:extLst>
                </p:cNvPr>
                <p:cNvSpPr/>
                <p:nvPr/>
              </p:nvSpPr>
              <p:spPr>
                <a:xfrm>
                  <a:off x="5457478" y="6816282"/>
                  <a:ext cx="146558" cy="241935"/>
                </a:xfrm>
                <a:custGeom>
                  <a:avLst/>
                  <a:gdLst>
                    <a:gd name="csX0" fmla="*/ 0 w 146558"/>
                    <a:gd name="csY0" fmla="*/ 0 h 241935"/>
                    <a:gd name="csX1" fmla="*/ 0 w 146558"/>
                    <a:gd name="csY1" fmla="*/ 241935 h 241935"/>
                    <a:gd name="csX2" fmla="*/ 146558 w 146558"/>
                    <a:gd name="csY2" fmla="*/ 241935 h 241935"/>
                    <a:gd name="csX3" fmla="*/ 146558 w 146558"/>
                    <a:gd name="csY3" fmla="*/ 0 h 241935"/>
                    <a:gd name="csX4" fmla="*/ 0 w 146558"/>
                    <a:gd name="csY4" fmla="*/ 0 h 2419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46558" h="241935">
                      <a:moveTo>
                        <a:pt x="0" y="0"/>
                      </a:moveTo>
                      <a:lnTo>
                        <a:pt x="0" y="241935"/>
                      </a:lnTo>
                      <a:lnTo>
                        <a:pt x="146558" y="241935"/>
                      </a:lnTo>
                      <a:lnTo>
                        <a:pt x="14655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C050C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6" name="Freeform 2825">
                  <a:extLst>
                    <a:ext uri="{FF2B5EF4-FFF2-40B4-BE49-F238E27FC236}">
                      <a16:creationId xmlns:a16="http://schemas.microsoft.com/office/drawing/2014/main" id="{47982800-4B21-1583-95CE-54E0160AA8D4}"/>
                    </a:ext>
                  </a:extLst>
                </p:cNvPr>
                <p:cNvSpPr/>
                <p:nvPr/>
              </p:nvSpPr>
              <p:spPr>
                <a:xfrm>
                  <a:off x="5457479" y="6837111"/>
                  <a:ext cx="146558" cy="12700"/>
                </a:xfrm>
                <a:custGeom>
                  <a:avLst/>
                  <a:gdLst>
                    <a:gd name="csX0" fmla="*/ 0 w 146558"/>
                    <a:gd name="csY0" fmla="*/ 0 h 12700"/>
                    <a:gd name="csX1" fmla="*/ 146558 w 14655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46558" h="12700">
                      <a:moveTo>
                        <a:pt x="0" y="0"/>
                      </a:moveTo>
                      <a:lnTo>
                        <a:pt x="146558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7" name="Oval 2826">
                  <a:extLst>
                    <a:ext uri="{FF2B5EF4-FFF2-40B4-BE49-F238E27FC236}">
                      <a16:creationId xmlns:a16="http://schemas.microsoft.com/office/drawing/2014/main" id="{B9B442A2-7FF0-F178-D19A-BFCDE50950F1}"/>
                    </a:ext>
                  </a:extLst>
                </p:cNvPr>
                <p:cNvSpPr/>
                <p:nvPr/>
              </p:nvSpPr>
              <p:spPr>
                <a:xfrm>
                  <a:off x="4555652" y="712616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8" name="Oval 2827">
                  <a:extLst>
                    <a:ext uri="{FF2B5EF4-FFF2-40B4-BE49-F238E27FC236}">
                      <a16:creationId xmlns:a16="http://schemas.microsoft.com/office/drawing/2014/main" id="{186D6BCB-FD51-4239-C0C8-C77C973E6CFB}"/>
                    </a:ext>
                  </a:extLst>
                </p:cNvPr>
                <p:cNvSpPr/>
                <p:nvPr/>
              </p:nvSpPr>
              <p:spPr>
                <a:xfrm>
                  <a:off x="4556795" y="711397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29" name="Oval 2828">
                  <a:extLst>
                    <a:ext uri="{FF2B5EF4-FFF2-40B4-BE49-F238E27FC236}">
                      <a16:creationId xmlns:a16="http://schemas.microsoft.com/office/drawing/2014/main" id="{83A5DBB2-89EB-F405-19A1-6D300BD76D7D}"/>
                    </a:ext>
                  </a:extLst>
                </p:cNvPr>
                <p:cNvSpPr/>
                <p:nvPr/>
              </p:nvSpPr>
              <p:spPr>
                <a:xfrm>
                  <a:off x="4525045" y="676599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0" name="Oval 2829">
                  <a:extLst>
                    <a:ext uri="{FF2B5EF4-FFF2-40B4-BE49-F238E27FC236}">
                      <a16:creationId xmlns:a16="http://schemas.microsoft.com/office/drawing/2014/main" id="{3EDD9BE7-23AB-54FA-0D88-F5C6CCD25BAE}"/>
                    </a:ext>
                  </a:extLst>
                </p:cNvPr>
                <p:cNvSpPr/>
                <p:nvPr/>
              </p:nvSpPr>
              <p:spPr>
                <a:xfrm>
                  <a:off x="4551588" y="694531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1" name="Oval 2830">
                  <a:extLst>
                    <a:ext uri="{FF2B5EF4-FFF2-40B4-BE49-F238E27FC236}">
                      <a16:creationId xmlns:a16="http://schemas.microsoft.com/office/drawing/2014/main" id="{A45D7A6A-DA8A-036B-2E32-CA30F82A287A}"/>
                    </a:ext>
                  </a:extLst>
                </p:cNvPr>
                <p:cNvSpPr/>
                <p:nvPr/>
              </p:nvSpPr>
              <p:spPr>
                <a:xfrm>
                  <a:off x="4542317" y="679812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2" name="Oval 2831">
                  <a:extLst>
                    <a:ext uri="{FF2B5EF4-FFF2-40B4-BE49-F238E27FC236}">
                      <a16:creationId xmlns:a16="http://schemas.microsoft.com/office/drawing/2014/main" id="{AAA8B925-A9F6-229A-5C51-7637F85B3400}"/>
                    </a:ext>
                  </a:extLst>
                </p:cNvPr>
                <p:cNvSpPr/>
                <p:nvPr/>
              </p:nvSpPr>
              <p:spPr>
                <a:xfrm>
                  <a:off x="4536348" y="7288977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3" name="Oval 2832">
                  <a:extLst>
                    <a:ext uri="{FF2B5EF4-FFF2-40B4-BE49-F238E27FC236}">
                      <a16:creationId xmlns:a16="http://schemas.microsoft.com/office/drawing/2014/main" id="{EC64CCB0-0FA3-963E-D911-D94A4C84EC3F}"/>
                    </a:ext>
                  </a:extLst>
                </p:cNvPr>
                <p:cNvSpPr/>
                <p:nvPr/>
              </p:nvSpPr>
              <p:spPr>
                <a:xfrm>
                  <a:off x="4791364" y="712794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4" name="Oval 2833">
                  <a:extLst>
                    <a:ext uri="{FF2B5EF4-FFF2-40B4-BE49-F238E27FC236}">
                      <a16:creationId xmlns:a16="http://schemas.microsoft.com/office/drawing/2014/main" id="{50E086A2-12CB-BF8E-6A79-9B475ED258BA}"/>
                    </a:ext>
                  </a:extLst>
                </p:cNvPr>
                <p:cNvSpPr/>
                <p:nvPr/>
              </p:nvSpPr>
              <p:spPr>
                <a:xfrm>
                  <a:off x="4761900" y="712819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5" name="Oval 2834">
                  <a:extLst>
                    <a:ext uri="{FF2B5EF4-FFF2-40B4-BE49-F238E27FC236}">
                      <a16:creationId xmlns:a16="http://schemas.microsoft.com/office/drawing/2014/main" id="{0E0552F3-EE2F-8929-8B8C-F30B7D25A039}"/>
                    </a:ext>
                  </a:extLst>
                </p:cNvPr>
                <p:cNvSpPr/>
                <p:nvPr/>
              </p:nvSpPr>
              <p:spPr>
                <a:xfrm>
                  <a:off x="4787427" y="710279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6" name="Oval 2835">
                  <a:extLst>
                    <a:ext uri="{FF2B5EF4-FFF2-40B4-BE49-F238E27FC236}">
                      <a16:creationId xmlns:a16="http://schemas.microsoft.com/office/drawing/2014/main" id="{3E9760AC-2A4C-1FF0-3CFB-F97491678EFC}"/>
                    </a:ext>
                  </a:extLst>
                </p:cNvPr>
                <p:cNvSpPr/>
                <p:nvPr/>
              </p:nvSpPr>
              <p:spPr>
                <a:xfrm>
                  <a:off x="4789840" y="7189663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7" name="Oval 2836">
                  <a:extLst>
                    <a:ext uri="{FF2B5EF4-FFF2-40B4-BE49-F238E27FC236}">
                      <a16:creationId xmlns:a16="http://schemas.microsoft.com/office/drawing/2014/main" id="{579A2D6B-6E67-7D04-EBEA-1AC527BD7255}"/>
                    </a:ext>
                  </a:extLst>
                </p:cNvPr>
                <p:cNvSpPr/>
                <p:nvPr/>
              </p:nvSpPr>
              <p:spPr>
                <a:xfrm>
                  <a:off x="4777648" y="6894896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8" name="Oval 2837">
                  <a:extLst>
                    <a:ext uri="{FF2B5EF4-FFF2-40B4-BE49-F238E27FC236}">
                      <a16:creationId xmlns:a16="http://schemas.microsoft.com/office/drawing/2014/main" id="{0A334E83-AF28-793D-132E-3D5D77DD2D4B}"/>
                    </a:ext>
                  </a:extLst>
                </p:cNvPr>
                <p:cNvSpPr/>
                <p:nvPr/>
              </p:nvSpPr>
              <p:spPr>
                <a:xfrm>
                  <a:off x="4790475" y="703142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39" name="Oval 2838">
                  <a:extLst>
                    <a:ext uri="{FF2B5EF4-FFF2-40B4-BE49-F238E27FC236}">
                      <a16:creationId xmlns:a16="http://schemas.microsoft.com/office/drawing/2014/main" id="{80C90ED2-8A09-90F3-8E81-333533159916}"/>
                    </a:ext>
                  </a:extLst>
                </p:cNvPr>
                <p:cNvSpPr/>
                <p:nvPr/>
              </p:nvSpPr>
              <p:spPr>
                <a:xfrm>
                  <a:off x="4801016" y="7203379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0" name="Oval 2839">
                  <a:extLst>
                    <a:ext uri="{FF2B5EF4-FFF2-40B4-BE49-F238E27FC236}">
                      <a16:creationId xmlns:a16="http://schemas.microsoft.com/office/drawing/2014/main" id="{3FE35FF6-6362-DD9D-166C-30DD9A584CBE}"/>
                    </a:ext>
                  </a:extLst>
                </p:cNvPr>
                <p:cNvSpPr/>
                <p:nvPr/>
              </p:nvSpPr>
              <p:spPr>
                <a:xfrm>
                  <a:off x="5012090" y="6873052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1" name="Oval 2840">
                  <a:extLst>
                    <a:ext uri="{FF2B5EF4-FFF2-40B4-BE49-F238E27FC236}">
                      <a16:creationId xmlns:a16="http://schemas.microsoft.com/office/drawing/2014/main" id="{FCE7A4CA-DC4B-C145-AF6B-085A440B375E}"/>
                    </a:ext>
                  </a:extLst>
                </p:cNvPr>
                <p:cNvSpPr/>
                <p:nvPr/>
              </p:nvSpPr>
              <p:spPr>
                <a:xfrm>
                  <a:off x="5022250" y="688676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2" name="Oval 2841">
                  <a:extLst>
                    <a:ext uri="{FF2B5EF4-FFF2-40B4-BE49-F238E27FC236}">
                      <a16:creationId xmlns:a16="http://schemas.microsoft.com/office/drawing/2014/main" id="{BAD29652-9D37-D907-4691-D6660988D0DF}"/>
                    </a:ext>
                  </a:extLst>
                </p:cNvPr>
                <p:cNvSpPr/>
                <p:nvPr/>
              </p:nvSpPr>
              <p:spPr>
                <a:xfrm>
                  <a:off x="5289839" y="7298375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3" name="Oval 2842">
                  <a:extLst>
                    <a:ext uri="{FF2B5EF4-FFF2-40B4-BE49-F238E27FC236}">
                      <a16:creationId xmlns:a16="http://schemas.microsoft.com/office/drawing/2014/main" id="{3CD598C7-2CF3-2DDD-75B2-F9C55A70AA0A}"/>
                    </a:ext>
                  </a:extLst>
                </p:cNvPr>
                <p:cNvSpPr/>
                <p:nvPr/>
              </p:nvSpPr>
              <p:spPr>
                <a:xfrm>
                  <a:off x="5536092" y="6827586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4" name="Oval 2843">
                  <a:extLst>
                    <a:ext uri="{FF2B5EF4-FFF2-40B4-BE49-F238E27FC236}">
                      <a16:creationId xmlns:a16="http://schemas.microsoft.com/office/drawing/2014/main" id="{33FFC1D4-2B12-EDDE-AC83-CCF7BBAC5FFB}"/>
                    </a:ext>
                  </a:extLst>
                </p:cNvPr>
                <p:cNvSpPr/>
                <p:nvPr/>
              </p:nvSpPr>
              <p:spPr>
                <a:xfrm>
                  <a:off x="5494055" y="679405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5" name="Oval 2844">
                  <a:extLst>
                    <a:ext uri="{FF2B5EF4-FFF2-40B4-BE49-F238E27FC236}">
                      <a16:creationId xmlns:a16="http://schemas.microsoft.com/office/drawing/2014/main" id="{9B2AA9E4-BE0C-61D1-14D8-16110B754E91}"/>
                    </a:ext>
                  </a:extLst>
                </p:cNvPr>
                <p:cNvSpPr/>
                <p:nvPr/>
              </p:nvSpPr>
              <p:spPr>
                <a:xfrm>
                  <a:off x="5511454" y="6564315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6" name="Oval 2845">
                  <a:extLst>
                    <a:ext uri="{FF2B5EF4-FFF2-40B4-BE49-F238E27FC236}">
                      <a16:creationId xmlns:a16="http://schemas.microsoft.com/office/drawing/2014/main" id="{D91DFE96-768F-7F3D-1445-2CC83FC6376E}"/>
                    </a:ext>
                  </a:extLst>
                </p:cNvPr>
                <p:cNvSpPr/>
                <p:nvPr/>
              </p:nvSpPr>
              <p:spPr>
                <a:xfrm>
                  <a:off x="5515645" y="6810568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7" name="Oval 2846">
                  <a:extLst>
                    <a:ext uri="{FF2B5EF4-FFF2-40B4-BE49-F238E27FC236}">
                      <a16:creationId xmlns:a16="http://schemas.microsoft.com/office/drawing/2014/main" id="{A1E0CD39-846D-F5B3-4390-862931BE843D}"/>
                    </a:ext>
                  </a:extLst>
                </p:cNvPr>
                <p:cNvSpPr/>
                <p:nvPr/>
              </p:nvSpPr>
              <p:spPr>
                <a:xfrm>
                  <a:off x="5532409" y="7111177"/>
                  <a:ext cx="36067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8" name="Oval 2847">
                  <a:extLst>
                    <a:ext uri="{FF2B5EF4-FFF2-40B4-BE49-F238E27FC236}">
                      <a16:creationId xmlns:a16="http://schemas.microsoft.com/office/drawing/2014/main" id="{36B669FB-264D-AB48-CD2B-F60D2076A768}"/>
                    </a:ext>
                  </a:extLst>
                </p:cNvPr>
                <p:cNvSpPr/>
                <p:nvPr/>
              </p:nvSpPr>
              <p:spPr>
                <a:xfrm>
                  <a:off x="5495071" y="7154611"/>
                  <a:ext cx="36068" cy="36068"/>
                </a:xfrm>
                <a:prstGeom prst="ellipse">
                  <a:avLst/>
                </a:prstGeom>
                <a:solidFill>
                  <a:srgbClr val="000000"/>
                </a:solidFill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49" name="TextBox 2848">
                  <a:extLst>
                    <a:ext uri="{FF2B5EF4-FFF2-40B4-BE49-F238E27FC236}">
                      <a16:creationId xmlns:a16="http://schemas.microsoft.com/office/drawing/2014/main" id="{11A8FA6E-F809-F7D2-DF54-6EAE7ACE3993}"/>
                    </a:ext>
                  </a:extLst>
                </p:cNvPr>
                <p:cNvSpPr txBox="1"/>
                <p:nvPr/>
              </p:nvSpPr>
              <p:spPr>
                <a:xfrm>
                  <a:off x="4409238" y="6273122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0.381</a:t>
                  </a:r>
                </a:p>
              </p:txBody>
            </p:sp>
            <p:sp>
              <p:nvSpPr>
                <p:cNvPr id="2850" name="Freeform 2849">
                  <a:extLst>
                    <a:ext uri="{FF2B5EF4-FFF2-40B4-BE49-F238E27FC236}">
                      <a16:creationId xmlns:a16="http://schemas.microsoft.com/office/drawing/2014/main" id="{0E845F61-B93F-C340-3E1B-E48D0970E7C0}"/>
                    </a:ext>
                  </a:extLst>
                </p:cNvPr>
                <p:cNvSpPr/>
                <p:nvPr/>
              </p:nvSpPr>
              <p:spPr>
                <a:xfrm>
                  <a:off x="4553493" y="6419281"/>
                  <a:ext cx="219837" cy="12700"/>
                </a:xfrm>
                <a:custGeom>
                  <a:avLst/>
                  <a:gdLst>
                    <a:gd name="csX0" fmla="*/ 0 w 219837"/>
                    <a:gd name="csY0" fmla="*/ 0 h 12700"/>
                    <a:gd name="csX1" fmla="*/ 219837 w 219837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19837" h="12700">
                      <a:moveTo>
                        <a:pt x="0" y="0"/>
                      </a:moveTo>
                      <a:lnTo>
                        <a:pt x="219837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51" name="TextBox 2850">
                  <a:extLst>
                    <a:ext uri="{FF2B5EF4-FFF2-40B4-BE49-F238E27FC236}">
                      <a16:creationId xmlns:a16="http://schemas.microsoft.com/office/drawing/2014/main" id="{83981DE9-CBF4-87EB-1F3D-CBA7EA2EB5CC}"/>
                    </a:ext>
                  </a:extLst>
                </p:cNvPr>
                <p:cNvSpPr txBox="1"/>
                <p:nvPr/>
              </p:nvSpPr>
              <p:spPr>
                <a:xfrm>
                  <a:off x="5039211" y="6239537"/>
                  <a:ext cx="274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*</a:t>
                  </a:r>
                </a:p>
              </p:txBody>
            </p:sp>
            <p:sp>
              <p:nvSpPr>
                <p:cNvPr id="2852" name="Freeform 2851">
                  <a:extLst>
                    <a:ext uri="{FF2B5EF4-FFF2-40B4-BE49-F238E27FC236}">
                      <a16:creationId xmlns:a16="http://schemas.microsoft.com/office/drawing/2014/main" id="{08D0C909-BF4A-BE98-CE2E-350115A6919A}"/>
                    </a:ext>
                  </a:extLst>
                </p:cNvPr>
                <p:cNvSpPr/>
                <p:nvPr/>
              </p:nvSpPr>
              <p:spPr>
                <a:xfrm>
                  <a:off x="4822225" y="6419281"/>
                  <a:ext cx="708533" cy="12700"/>
                </a:xfrm>
                <a:custGeom>
                  <a:avLst/>
                  <a:gdLst>
                    <a:gd name="csX0" fmla="*/ 0 w 708533"/>
                    <a:gd name="csY0" fmla="*/ 0 h 12700"/>
                    <a:gd name="csX1" fmla="*/ 708533 w 70853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708533" h="12700">
                      <a:moveTo>
                        <a:pt x="0" y="0"/>
                      </a:moveTo>
                      <a:lnTo>
                        <a:pt x="708533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53" name="TextBox 2852">
                  <a:extLst>
                    <a:ext uri="{FF2B5EF4-FFF2-40B4-BE49-F238E27FC236}">
                      <a16:creationId xmlns:a16="http://schemas.microsoft.com/office/drawing/2014/main" id="{C43B1142-7333-F526-E664-6ED56E1E0FB6}"/>
                    </a:ext>
                  </a:extLst>
                </p:cNvPr>
                <p:cNvSpPr txBox="1"/>
                <p:nvPr/>
              </p:nvSpPr>
              <p:spPr>
                <a:xfrm>
                  <a:off x="4787825" y="6109927"/>
                  <a:ext cx="508474" cy="184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00" spc="0" baseline="0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p = 0.232</a:t>
                  </a:r>
                </a:p>
              </p:txBody>
            </p:sp>
            <p:sp>
              <p:nvSpPr>
                <p:cNvPr id="2854" name="Freeform 2853">
                  <a:extLst>
                    <a:ext uri="{FF2B5EF4-FFF2-40B4-BE49-F238E27FC236}">
                      <a16:creationId xmlns:a16="http://schemas.microsoft.com/office/drawing/2014/main" id="{D404B889-5AD5-FEFE-AA83-41247B06342D}"/>
                    </a:ext>
                  </a:extLst>
                </p:cNvPr>
                <p:cNvSpPr/>
                <p:nvPr/>
              </p:nvSpPr>
              <p:spPr>
                <a:xfrm>
                  <a:off x="4553493" y="6256086"/>
                  <a:ext cx="977265" cy="12700"/>
                </a:xfrm>
                <a:custGeom>
                  <a:avLst/>
                  <a:gdLst>
                    <a:gd name="csX0" fmla="*/ 0 w 977265"/>
                    <a:gd name="csY0" fmla="*/ 0 h 12700"/>
                    <a:gd name="csX1" fmla="*/ 977265 w 977265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77265" h="12700">
                      <a:moveTo>
                        <a:pt x="0" y="0"/>
                      </a:moveTo>
                      <a:lnTo>
                        <a:pt x="977265" y="0"/>
                      </a:lnTo>
                    </a:path>
                  </a:pathLst>
                </a:custGeom>
                <a:ln w="13589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</p:grpSp>
          <p:grpSp>
            <p:nvGrpSpPr>
              <p:cNvPr id="2855" name="Graphic 2803">
                <a:extLst>
                  <a:ext uri="{FF2B5EF4-FFF2-40B4-BE49-F238E27FC236}">
                    <a16:creationId xmlns:a16="http://schemas.microsoft.com/office/drawing/2014/main" id="{662A2F3C-D6FC-42DE-C46D-BD865566DFAD}"/>
                  </a:ext>
                </a:extLst>
              </p:cNvPr>
              <p:cNvGrpSpPr/>
              <p:nvPr/>
            </p:nvGrpSpPr>
            <p:grpSpPr>
              <a:xfrm>
                <a:off x="4056315" y="6038662"/>
                <a:ext cx="1621001" cy="1585840"/>
                <a:chOff x="4056315" y="6038662"/>
                <a:chExt cx="1621001" cy="1585840"/>
              </a:xfrm>
            </p:grpSpPr>
            <p:sp>
              <p:nvSpPr>
                <p:cNvPr id="2856" name="Freeform 2855">
                  <a:extLst>
                    <a:ext uri="{FF2B5EF4-FFF2-40B4-BE49-F238E27FC236}">
                      <a16:creationId xmlns:a16="http://schemas.microsoft.com/office/drawing/2014/main" id="{06B5015B-A0EF-DB09-6EFC-AD2DCA53FA19}"/>
                    </a:ext>
                  </a:extLst>
                </p:cNvPr>
                <p:cNvSpPr/>
                <p:nvPr/>
              </p:nvSpPr>
              <p:spPr>
                <a:xfrm>
                  <a:off x="4406935" y="6038662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57" name="TextBox 2856">
                  <a:extLst>
                    <a:ext uri="{FF2B5EF4-FFF2-40B4-BE49-F238E27FC236}">
                      <a16:creationId xmlns:a16="http://schemas.microsoft.com/office/drawing/2014/main" id="{99D6E8DA-E3CC-0269-08D7-67CCD6C4AD9F}"/>
                    </a:ext>
                  </a:extLst>
                </p:cNvPr>
                <p:cNvSpPr txBox="1"/>
                <p:nvPr/>
              </p:nvSpPr>
              <p:spPr>
                <a:xfrm>
                  <a:off x="4056315" y="7257145"/>
                  <a:ext cx="383439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-0.2</a:t>
                  </a:r>
                </a:p>
              </p:txBody>
            </p:sp>
            <p:sp>
              <p:nvSpPr>
                <p:cNvPr id="2858" name="TextBox 2857">
                  <a:extLst>
                    <a:ext uri="{FF2B5EF4-FFF2-40B4-BE49-F238E27FC236}">
                      <a16:creationId xmlns:a16="http://schemas.microsoft.com/office/drawing/2014/main" id="{27CA777B-9121-C1BA-86BA-884772BB2051}"/>
                    </a:ext>
                  </a:extLst>
                </p:cNvPr>
                <p:cNvSpPr txBox="1"/>
                <p:nvPr/>
              </p:nvSpPr>
              <p:spPr>
                <a:xfrm>
                  <a:off x="4094159" y="6912848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0.0</a:t>
                  </a:r>
                </a:p>
              </p:txBody>
            </p:sp>
            <p:sp>
              <p:nvSpPr>
                <p:cNvPr id="2859" name="TextBox 2858">
                  <a:extLst>
                    <a:ext uri="{FF2B5EF4-FFF2-40B4-BE49-F238E27FC236}">
                      <a16:creationId xmlns:a16="http://schemas.microsoft.com/office/drawing/2014/main" id="{06E82FB8-2F6D-78D6-15CF-45776437CC86}"/>
                    </a:ext>
                  </a:extLst>
                </p:cNvPr>
                <p:cNvSpPr txBox="1"/>
                <p:nvPr/>
              </p:nvSpPr>
              <p:spPr>
                <a:xfrm>
                  <a:off x="4094159" y="6568551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</a:t>
                  </a:r>
                </a:p>
              </p:txBody>
            </p:sp>
            <p:sp>
              <p:nvSpPr>
                <p:cNvPr id="2860" name="TextBox 2859">
                  <a:extLst>
                    <a:ext uri="{FF2B5EF4-FFF2-40B4-BE49-F238E27FC236}">
                      <a16:creationId xmlns:a16="http://schemas.microsoft.com/office/drawing/2014/main" id="{E0546032-B3FD-0CAA-FB59-9CDD75617249}"/>
                    </a:ext>
                  </a:extLst>
                </p:cNvPr>
                <p:cNvSpPr txBox="1"/>
                <p:nvPr/>
              </p:nvSpPr>
              <p:spPr>
                <a:xfrm>
                  <a:off x="4094159" y="6224254"/>
                  <a:ext cx="34496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0.4</a:t>
                  </a:r>
                </a:p>
              </p:txBody>
            </p:sp>
            <p:sp>
              <p:nvSpPr>
                <p:cNvPr id="2861" name="Freeform 2860">
                  <a:extLst>
                    <a:ext uri="{FF2B5EF4-FFF2-40B4-BE49-F238E27FC236}">
                      <a16:creationId xmlns:a16="http://schemas.microsoft.com/office/drawing/2014/main" id="{64D0E05A-8875-5D75-103E-502F4CBBA7E8}"/>
                    </a:ext>
                  </a:extLst>
                </p:cNvPr>
                <p:cNvSpPr/>
                <p:nvPr/>
              </p:nvSpPr>
              <p:spPr>
                <a:xfrm>
                  <a:off x="4372137" y="7364033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2" name="Freeform 2861">
                  <a:extLst>
                    <a:ext uri="{FF2B5EF4-FFF2-40B4-BE49-F238E27FC236}">
                      <a16:creationId xmlns:a16="http://schemas.microsoft.com/office/drawing/2014/main" id="{2B6BC01A-A3B5-77C7-21D9-E0C6BADB85A3}"/>
                    </a:ext>
                  </a:extLst>
                </p:cNvPr>
                <p:cNvSpPr/>
                <p:nvPr/>
              </p:nvSpPr>
              <p:spPr>
                <a:xfrm>
                  <a:off x="4372137" y="7019737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3" name="Freeform 2862">
                  <a:extLst>
                    <a:ext uri="{FF2B5EF4-FFF2-40B4-BE49-F238E27FC236}">
                      <a16:creationId xmlns:a16="http://schemas.microsoft.com/office/drawing/2014/main" id="{C1210A52-B016-85EE-1B12-CF91739FF96B}"/>
                    </a:ext>
                  </a:extLst>
                </p:cNvPr>
                <p:cNvSpPr/>
                <p:nvPr/>
              </p:nvSpPr>
              <p:spPr>
                <a:xfrm>
                  <a:off x="4372137" y="6675439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4" name="Freeform 2863">
                  <a:extLst>
                    <a:ext uri="{FF2B5EF4-FFF2-40B4-BE49-F238E27FC236}">
                      <a16:creationId xmlns:a16="http://schemas.microsoft.com/office/drawing/2014/main" id="{BC013AEC-09A8-95F9-1530-1983DA47FF25}"/>
                    </a:ext>
                  </a:extLst>
                </p:cNvPr>
                <p:cNvSpPr/>
                <p:nvPr/>
              </p:nvSpPr>
              <p:spPr>
                <a:xfrm>
                  <a:off x="4372137" y="6331143"/>
                  <a:ext cx="34798" cy="12700"/>
                </a:xfrm>
                <a:custGeom>
                  <a:avLst/>
                  <a:gdLst>
                    <a:gd name="csX0" fmla="*/ 0 w 34798"/>
                    <a:gd name="csY0" fmla="*/ 0 h 12700"/>
                    <a:gd name="csX1" fmla="*/ 34798 w 34798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700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5" name="Freeform 2864">
                  <a:extLst>
                    <a:ext uri="{FF2B5EF4-FFF2-40B4-BE49-F238E27FC236}">
                      <a16:creationId xmlns:a16="http://schemas.microsoft.com/office/drawing/2014/main" id="{CB020BCB-8B76-0660-8AB2-F9247EC94201}"/>
                    </a:ext>
                  </a:extLst>
                </p:cNvPr>
                <p:cNvSpPr/>
                <p:nvPr/>
              </p:nvSpPr>
              <p:spPr>
                <a:xfrm>
                  <a:off x="4406935" y="7397816"/>
                  <a:ext cx="1270381" cy="12700"/>
                </a:xfrm>
                <a:custGeom>
                  <a:avLst/>
                  <a:gdLst>
                    <a:gd name="csX0" fmla="*/ 0 w 1270381"/>
                    <a:gd name="csY0" fmla="*/ 0 h 12700"/>
                    <a:gd name="csX1" fmla="*/ 1270381 w 127038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381" h="12700">
                      <a:moveTo>
                        <a:pt x="0" y="0"/>
                      </a:moveTo>
                      <a:lnTo>
                        <a:pt x="1270381" y="0"/>
                      </a:lnTo>
                    </a:path>
                  </a:pathLst>
                </a:custGeom>
                <a:noFill/>
                <a:ln w="13589" cap="sq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6" name="Freeform 2865">
                  <a:extLst>
                    <a:ext uri="{FF2B5EF4-FFF2-40B4-BE49-F238E27FC236}">
                      <a16:creationId xmlns:a16="http://schemas.microsoft.com/office/drawing/2014/main" id="{ED7EED8D-AF10-0729-2A73-CE5D56FB8C33}"/>
                    </a:ext>
                  </a:extLst>
                </p:cNvPr>
                <p:cNvSpPr/>
                <p:nvPr/>
              </p:nvSpPr>
              <p:spPr>
                <a:xfrm>
                  <a:off x="4553492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7" name="Freeform 2866">
                  <a:extLst>
                    <a:ext uri="{FF2B5EF4-FFF2-40B4-BE49-F238E27FC236}">
                      <a16:creationId xmlns:a16="http://schemas.microsoft.com/office/drawing/2014/main" id="{55AB9479-D17B-4C3A-BC5A-3C242C6DBEBF}"/>
                    </a:ext>
                  </a:extLst>
                </p:cNvPr>
                <p:cNvSpPr/>
                <p:nvPr/>
              </p:nvSpPr>
              <p:spPr>
                <a:xfrm>
                  <a:off x="4797840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8" name="Freeform 2867">
                  <a:extLst>
                    <a:ext uri="{FF2B5EF4-FFF2-40B4-BE49-F238E27FC236}">
                      <a16:creationId xmlns:a16="http://schemas.microsoft.com/office/drawing/2014/main" id="{134ECF84-3B19-E6B7-6791-605090E63DC3}"/>
                    </a:ext>
                  </a:extLst>
                </p:cNvPr>
                <p:cNvSpPr/>
                <p:nvPr/>
              </p:nvSpPr>
              <p:spPr>
                <a:xfrm>
                  <a:off x="5042062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69" name="Freeform 2868">
                  <a:extLst>
                    <a:ext uri="{FF2B5EF4-FFF2-40B4-BE49-F238E27FC236}">
                      <a16:creationId xmlns:a16="http://schemas.microsoft.com/office/drawing/2014/main" id="{15415399-DF57-9CE5-3C4F-1E4E8C2A5A36}"/>
                    </a:ext>
                  </a:extLst>
                </p:cNvPr>
                <p:cNvSpPr/>
                <p:nvPr/>
              </p:nvSpPr>
              <p:spPr>
                <a:xfrm>
                  <a:off x="5286409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70" name="Freeform 2869">
                  <a:extLst>
                    <a:ext uri="{FF2B5EF4-FFF2-40B4-BE49-F238E27FC236}">
                      <a16:creationId xmlns:a16="http://schemas.microsoft.com/office/drawing/2014/main" id="{EDB3F8D0-8CA3-31CF-8664-A15AB5FD55DA}"/>
                    </a:ext>
                  </a:extLst>
                </p:cNvPr>
                <p:cNvSpPr/>
                <p:nvPr/>
              </p:nvSpPr>
              <p:spPr>
                <a:xfrm>
                  <a:off x="5530758" y="7397816"/>
                  <a:ext cx="12700" cy="34797"/>
                </a:xfrm>
                <a:custGeom>
                  <a:avLst/>
                  <a:gdLst>
                    <a:gd name="csX0" fmla="*/ 0 w 12700"/>
                    <a:gd name="csY0" fmla="*/ 34798 h 34797"/>
                    <a:gd name="csX1" fmla="*/ 0 w 12700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871" name="TextBox 2870">
                  <a:extLst>
                    <a:ext uri="{FF2B5EF4-FFF2-40B4-BE49-F238E27FC236}">
                      <a16:creationId xmlns:a16="http://schemas.microsoft.com/office/drawing/2014/main" id="{05DE047E-3BAB-4433-A766-829C64AE4137}"/>
                    </a:ext>
                  </a:extLst>
                </p:cNvPr>
                <p:cNvSpPr txBox="1"/>
                <p:nvPr/>
              </p:nvSpPr>
              <p:spPr>
                <a:xfrm>
                  <a:off x="4413069" y="7393670"/>
                  <a:ext cx="28084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2872" name="TextBox 2871">
                  <a:extLst>
                    <a:ext uri="{FF2B5EF4-FFF2-40B4-BE49-F238E27FC236}">
                      <a16:creationId xmlns:a16="http://schemas.microsoft.com/office/drawing/2014/main" id="{FFECA202-76F2-651B-A181-FD5A9DD7A38B}"/>
                    </a:ext>
                  </a:extLst>
                </p:cNvPr>
                <p:cNvSpPr txBox="1"/>
                <p:nvPr/>
              </p:nvSpPr>
              <p:spPr>
                <a:xfrm>
                  <a:off x="4689477" y="7393670"/>
                  <a:ext cx="21672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2873" name="TextBox 2872">
                  <a:extLst>
                    <a:ext uri="{FF2B5EF4-FFF2-40B4-BE49-F238E27FC236}">
                      <a16:creationId xmlns:a16="http://schemas.microsoft.com/office/drawing/2014/main" id="{CEE1A491-2191-081F-D66D-76BA9BEBF1C1}"/>
                    </a:ext>
                  </a:extLst>
                </p:cNvPr>
                <p:cNvSpPr txBox="1"/>
                <p:nvPr/>
              </p:nvSpPr>
              <p:spPr>
                <a:xfrm>
                  <a:off x="4901638" y="7393670"/>
                  <a:ext cx="280846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2874" name="TextBox 2873">
                  <a:extLst>
                    <a:ext uri="{FF2B5EF4-FFF2-40B4-BE49-F238E27FC236}">
                      <a16:creationId xmlns:a16="http://schemas.microsoft.com/office/drawing/2014/main" id="{C92C9EB8-DA7B-82BF-B309-CB0C64AD2B26}"/>
                    </a:ext>
                  </a:extLst>
                </p:cNvPr>
                <p:cNvSpPr txBox="1"/>
                <p:nvPr/>
              </p:nvSpPr>
              <p:spPr>
                <a:xfrm>
                  <a:off x="5117132" y="7393670"/>
                  <a:ext cx="33855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NF</a:t>
                  </a:r>
                </a:p>
              </p:txBody>
            </p:sp>
            <p:sp>
              <p:nvSpPr>
                <p:cNvPr id="2875" name="TextBox 2874">
                  <a:extLst>
                    <a:ext uri="{FF2B5EF4-FFF2-40B4-BE49-F238E27FC236}">
                      <a16:creationId xmlns:a16="http://schemas.microsoft.com/office/drawing/2014/main" id="{1E7FE946-B7B4-6332-7E42-EB00405FAEEB}"/>
                    </a:ext>
                  </a:extLst>
                </p:cNvPr>
                <p:cNvSpPr txBox="1"/>
                <p:nvPr/>
              </p:nvSpPr>
              <p:spPr>
                <a:xfrm>
                  <a:off x="5403158" y="7393670"/>
                  <a:ext cx="2551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00" spc="0" baseline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</a:t>
                  </a:r>
                </a:p>
              </p:txBody>
            </p:sp>
          </p:grpSp>
        </p:grpSp>
      </p:grpSp>
      <p:sp>
        <p:nvSpPr>
          <p:cNvPr id="3020" name="TextBox 3019">
            <a:extLst>
              <a:ext uri="{FF2B5EF4-FFF2-40B4-BE49-F238E27FC236}">
                <a16:creationId xmlns:a16="http://schemas.microsoft.com/office/drawing/2014/main" id="{33402D94-45AD-CE55-B383-083662487E8C}"/>
              </a:ext>
            </a:extLst>
          </p:cNvPr>
          <p:cNvSpPr txBox="1"/>
          <p:nvPr/>
        </p:nvSpPr>
        <p:spPr>
          <a:xfrm>
            <a:off x="902700" y="4616752"/>
            <a:ext cx="9208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ESR2B</a:t>
            </a:r>
          </a:p>
        </p:txBody>
      </p:sp>
      <p:sp>
        <p:nvSpPr>
          <p:cNvPr id="3022" name="TextBox 3021">
            <a:extLst>
              <a:ext uri="{FF2B5EF4-FFF2-40B4-BE49-F238E27FC236}">
                <a16:creationId xmlns:a16="http://schemas.microsoft.com/office/drawing/2014/main" id="{43E2D289-84DB-E887-ED65-FFFB559EA7C3}"/>
              </a:ext>
            </a:extLst>
          </p:cNvPr>
          <p:cNvSpPr txBox="1"/>
          <p:nvPr/>
        </p:nvSpPr>
        <p:spPr>
          <a:xfrm>
            <a:off x="2764902" y="4616752"/>
            <a:ext cx="9208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AR</a:t>
            </a:r>
          </a:p>
        </p:txBody>
      </p:sp>
      <p:sp>
        <p:nvSpPr>
          <p:cNvPr id="3023" name="TextBox 3022">
            <a:extLst>
              <a:ext uri="{FF2B5EF4-FFF2-40B4-BE49-F238E27FC236}">
                <a16:creationId xmlns:a16="http://schemas.microsoft.com/office/drawing/2014/main" id="{FA9F4B6D-8CEF-690E-593D-9FCF56AF0EBB}"/>
              </a:ext>
            </a:extLst>
          </p:cNvPr>
          <p:cNvSpPr txBox="1"/>
          <p:nvPr/>
        </p:nvSpPr>
        <p:spPr>
          <a:xfrm>
            <a:off x="4627104" y="4616752"/>
            <a:ext cx="9208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PGR</a:t>
            </a:r>
          </a:p>
        </p:txBody>
      </p:sp>
      <p:sp>
        <p:nvSpPr>
          <p:cNvPr id="3027" name="TextBox 3026">
            <a:extLst>
              <a:ext uri="{FF2B5EF4-FFF2-40B4-BE49-F238E27FC236}">
                <a16:creationId xmlns:a16="http://schemas.microsoft.com/office/drawing/2014/main" id="{0F36B476-D63D-DFE5-5320-DAD4E703AADB}"/>
              </a:ext>
            </a:extLst>
          </p:cNvPr>
          <p:cNvSpPr txBox="1"/>
          <p:nvPr/>
        </p:nvSpPr>
        <p:spPr>
          <a:xfrm>
            <a:off x="2620" y="-2417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028" name="TextBox 3027">
            <a:extLst>
              <a:ext uri="{FF2B5EF4-FFF2-40B4-BE49-F238E27FC236}">
                <a16:creationId xmlns:a16="http://schemas.microsoft.com/office/drawing/2014/main" id="{B0B95531-D844-9B69-EFB7-D16FF4B9D178}"/>
              </a:ext>
            </a:extLst>
          </p:cNvPr>
          <p:cNvSpPr txBox="1"/>
          <p:nvPr/>
        </p:nvSpPr>
        <p:spPr>
          <a:xfrm>
            <a:off x="0" y="1710254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029" name="TextBox 3028">
            <a:extLst>
              <a:ext uri="{FF2B5EF4-FFF2-40B4-BE49-F238E27FC236}">
                <a16:creationId xmlns:a16="http://schemas.microsoft.com/office/drawing/2014/main" id="{A8E7FB85-9085-2772-E6DB-7229FDCDDA62}"/>
              </a:ext>
            </a:extLst>
          </p:cNvPr>
          <p:cNvSpPr txBox="1"/>
          <p:nvPr/>
        </p:nvSpPr>
        <p:spPr>
          <a:xfrm>
            <a:off x="1595" y="3191986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3030" name="TextBox 3029">
            <a:extLst>
              <a:ext uri="{FF2B5EF4-FFF2-40B4-BE49-F238E27FC236}">
                <a16:creationId xmlns:a16="http://schemas.microsoft.com/office/drawing/2014/main" id="{4226FEFE-C9DE-50CA-07BC-BB6FA408083E}"/>
              </a:ext>
            </a:extLst>
          </p:cNvPr>
          <p:cNvSpPr txBox="1"/>
          <p:nvPr/>
        </p:nvSpPr>
        <p:spPr>
          <a:xfrm>
            <a:off x="-1934" y="4636578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3031" name="TextBox 3030">
            <a:extLst>
              <a:ext uri="{FF2B5EF4-FFF2-40B4-BE49-F238E27FC236}">
                <a16:creationId xmlns:a16="http://schemas.microsoft.com/office/drawing/2014/main" id="{F742160C-1A3C-4B03-8BD2-B4515E60C44D}"/>
              </a:ext>
            </a:extLst>
          </p:cNvPr>
          <p:cNvSpPr txBox="1"/>
          <p:nvPr/>
        </p:nvSpPr>
        <p:spPr>
          <a:xfrm>
            <a:off x="2086695" y="4636578"/>
            <a:ext cx="30328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3032" name="TextBox 3031">
            <a:extLst>
              <a:ext uri="{FF2B5EF4-FFF2-40B4-BE49-F238E27FC236}">
                <a16:creationId xmlns:a16="http://schemas.microsoft.com/office/drawing/2014/main" id="{CFAC6DE5-A77A-ADF6-72F1-DFCF7439C9D1}"/>
              </a:ext>
            </a:extLst>
          </p:cNvPr>
          <p:cNvSpPr txBox="1"/>
          <p:nvPr/>
        </p:nvSpPr>
        <p:spPr>
          <a:xfrm>
            <a:off x="3928119" y="4636373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3033" name="TextBox 3032">
            <a:extLst>
              <a:ext uri="{FF2B5EF4-FFF2-40B4-BE49-F238E27FC236}">
                <a16:creationId xmlns:a16="http://schemas.microsoft.com/office/drawing/2014/main" id="{0971B3B4-132E-FCCC-C984-1972F466391D}"/>
              </a:ext>
            </a:extLst>
          </p:cNvPr>
          <p:cNvSpPr txBox="1"/>
          <p:nvPr/>
        </p:nvSpPr>
        <p:spPr>
          <a:xfrm>
            <a:off x="-1934" y="611831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3035" name="TextBox 3034">
            <a:extLst>
              <a:ext uri="{FF2B5EF4-FFF2-40B4-BE49-F238E27FC236}">
                <a16:creationId xmlns:a16="http://schemas.microsoft.com/office/drawing/2014/main" id="{64552795-D789-3E7E-0E70-55A0836E9FA5}"/>
              </a:ext>
            </a:extLst>
          </p:cNvPr>
          <p:cNvSpPr txBox="1"/>
          <p:nvPr/>
        </p:nvSpPr>
        <p:spPr>
          <a:xfrm>
            <a:off x="2078349" y="6118309"/>
            <a:ext cx="33534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</a:p>
        </p:txBody>
      </p:sp>
      <p:sp>
        <p:nvSpPr>
          <p:cNvPr id="3036" name="TextBox 3035">
            <a:extLst>
              <a:ext uri="{FF2B5EF4-FFF2-40B4-BE49-F238E27FC236}">
                <a16:creationId xmlns:a16="http://schemas.microsoft.com/office/drawing/2014/main" id="{1EE87D0E-0A0B-6631-91D5-C33568F937D7}"/>
              </a:ext>
            </a:extLst>
          </p:cNvPr>
          <p:cNvSpPr txBox="1"/>
          <p:nvPr/>
        </p:nvSpPr>
        <p:spPr>
          <a:xfrm>
            <a:off x="3992371" y="6124713"/>
            <a:ext cx="23916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768464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Picture 194">
            <a:extLst>
              <a:ext uri="{FF2B5EF4-FFF2-40B4-BE49-F238E27FC236}">
                <a16:creationId xmlns:a16="http://schemas.microsoft.com/office/drawing/2014/main" id="{D8739642-476D-C738-F068-F800330A2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14"/>
            <a:ext cx="6630334" cy="93522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8155B-A879-8F3A-6DA1-8B477B3902C0}"/>
              </a:ext>
            </a:extLst>
          </p:cNvPr>
          <p:cNvSpPr txBox="1"/>
          <p:nvPr/>
        </p:nvSpPr>
        <p:spPr>
          <a:xfrm>
            <a:off x="5441183" y="1451987"/>
            <a:ext cx="8189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hypothesized</a:t>
            </a:r>
          </a:p>
        </p:txBody>
      </p:sp>
    </p:spTree>
    <p:extLst>
      <p:ext uri="{BB962C8B-B14F-4D97-AF65-F5344CB8AC3E}">
        <p14:creationId xmlns:p14="http://schemas.microsoft.com/office/powerpoint/2010/main" val="3712557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0" name="Graphic 4">
            <a:extLst>
              <a:ext uri="{FF2B5EF4-FFF2-40B4-BE49-F238E27FC236}">
                <a16:creationId xmlns:a16="http://schemas.microsoft.com/office/drawing/2014/main" id="{0F3F5518-6AAA-6D6C-48B5-F64BC82368C9}"/>
              </a:ext>
            </a:extLst>
          </p:cNvPr>
          <p:cNvGrpSpPr/>
          <p:nvPr/>
        </p:nvGrpSpPr>
        <p:grpSpPr>
          <a:xfrm>
            <a:off x="3123621" y="1948396"/>
            <a:ext cx="2748918" cy="1848440"/>
            <a:chOff x="3123621" y="1948396"/>
            <a:chExt cx="2748918" cy="1848440"/>
          </a:xfrm>
        </p:grpSpPr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8C42D17A-7885-8A16-3E78-D065FFEAECA5}"/>
                </a:ext>
              </a:extLst>
            </p:cNvPr>
            <p:cNvSpPr/>
            <p:nvPr/>
          </p:nvSpPr>
          <p:spPr>
            <a:xfrm>
              <a:off x="3129339" y="1968036"/>
              <a:ext cx="27432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90DEE74E-681E-6DF2-C83D-DDE8105DB626}"/>
                </a:ext>
              </a:extLst>
            </p:cNvPr>
            <p:cNvSpPr/>
            <p:nvPr/>
          </p:nvSpPr>
          <p:spPr>
            <a:xfrm>
              <a:off x="3129339" y="1968036"/>
              <a:ext cx="2743200" cy="1828800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grpSp>
          <p:nvGrpSpPr>
            <p:cNvPr id="383" name="Graphic 4">
              <a:extLst>
                <a:ext uri="{FF2B5EF4-FFF2-40B4-BE49-F238E27FC236}">
                  <a16:creationId xmlns:a16="http://schemas.microsoft.com/office/drawing/2014/main" id="{CE3BC4D0-D25F-2C68-6A23-8AB87E7E21BF}"/>
                </a:ext>
              </a:extLst>
            </p:cNvPr>
            <p:cNvGrpSpPr/>
            <p:nvPr/>
          </p:nvGrpSpPr>
          <p:grpSpPr>
            <a:xfrm>
              <a:off x="3711633" y="1994311"/>
              <a:ext cx="2091309" cy="1402474"/>
              <a:chOff x="3711633" y="1994311"/>
              <a:chExt cx="2091309" cy="1402474"/>
            </a:xfrm>
          </p:grpSpPr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F1CF95A9-DEBE-03C8-ACEC-255E2EBC063E}"/>
                  </a:ext>
                </a:extLst>
              </p:cNvPr>
              <p:cNvSpPr/>
              <p:nvPr/>
            </p:nvSpPr>
            <p:spPr>
              <a:xfrm>
                <a:off x="3711633" y="3121703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7AE90565-6B8C-F721-A5E2-B275EDE5FD70}"/>
                  </a:ext>
                </a:extLst>
              </p:cNvPr>
              <p:cNvSpPr/>
              <p:nvPr/>
            </p:nvSpPr>
            <p:spPr>
              <a:xfrm>
                <a:off x="3711633" y="2695111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983C3993-74EC-9ADB-037E-255F641630DA}"/>
                  </a:ext>
                </a:extLst>
              </p:cNvPr>
              <p:cNvSpPr/>
              <p:nvPr/>
            </p:nvSpPr>
            <p:spPr>
              <a:xfrm>
                <a:off x="3711633" y="2268517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11C1BDFC-E1F4-F83B-3202-C2F736E11E0A}"/>
                  </a:ext>
                </a:extLst>
              </p:cNvPr>
              <p:cNvSpPr/>
              <p:nvPr/>
            </p:nvSpPr>
            <p:spPr>
              <a:xfrm>
                <a:off x="3711633" y="3335063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3FB75F3A-6101-620A-6C0D-660F4ED69873}"/>
                  </a:ext>
                </a:extLst>
              </p:cNvPr>
              <p:cNvSpPr/>
              <p:nvPr/>
            </p:nvSpPr>
            <p:spPr>
              <a:xfrm>
                <a:off x="3711633" y="2908471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4247469E-8F4F-54DD-3618-A4503C38F0C0}"/>
                  </a:ext>
                </a:extLst>
              </p:cNvPr>
              <p:cNvSpPr/>
              <p:nvPr/>
            </p:nvSpPr>
            <p:spPr>
              <a:xfrm>
                <a:off x="3711633" y="2481877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D23A664A-E227-1DC1-2E33-963461DCEBE4}"/>
                  </a:ext>
                </a:extLst>
              </p:cNvPr>
              <p:cNvSpPr/>
              <p:nvPr/>
            </p:nvSpPr>
            <p:spPr>
              <a:xfrm>
                <a:off x="3711633" y="2055284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1" name="Freeform 390">
                <a:extLst>
                  <a:ext uri="{FF2B5EF4-FFF2-40B4-BE49-F238E27FC236}">
                    <a16:creationId xmlns:a16="http://schemas.microsoft.com/office/drawing/2014/main" id="{B6D64A68-7A77-C029-9888-CDD3CDD35542}"/>
                  </a:ext>
                </a:extLst>
              </p:cNvPr>
              <p:cNvSpPr/>
              <p:nvPr/>
            </p:nvSpPr>
            <p:spPr>
              <a:xfrm>
                <a:off x="3913944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756CFEEF-F682-4311-13F5-8D97571C625F}"/>
                  </a:ext>
                </a:extLst>
              </p:cNvPr>
              <p:cNvSpPr/>
              <p:nvPr/>
            </p:nvSpPr>
            <p:spPr>
              <a:xfrm>
                <a:off x="4251256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EC71E76-488E-E519-EC2F-38E0EFCD7FDE}"/>
                  </a:ext>
                </a:extLst>
              </p:cNvPr>
              <p:cNvSpPr/>
              <p:nvPr/>
            </p:nvSpPr>
            <p:spPr>
              <a:xfrm>
                <a:off x="4588569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A406AA3E-A103-F017-DFA0-EFC547D6B49E}"/>
                  </a:ext>
                </a:extLst>
              </p:cNvPr>
              <p:cNvSpPr/>
              <p:nvPr/>
            </p:nvSpPr>
            <p:spPr>
              <a:xfrm>
                <a:off x="4925881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4DB9D766-DC1C-42BD-3434-273AC81725F5}"/>
                  </a:ext>
                </a:extLst>
              </p:cNvPr>
              <p:cNvSpPr/>
              <p:nvPr/>
            </p:nvSpPr>
            <p:spPr>
              <a:xfrm>
                <a:off x="5263193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BD41B724-1AB7-DE4B-EE2E-ACE621834BB7}"/>
                  </a:ext>
                </a:extLst>
              </p:cNvPr>
              <p:cNvSpPr/>
              <p:nvPr/>
            </p:nvSpPr>
            <p:spPr>
              <a:xfrm>
                <a:off x="5600505" y="2037632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FFD8D108-DD95-1DEB-472A-B52EAF62B654}"/>
                  </a:ext>
                </a:extLst>
              </p:cNvPr>
              <p:cNvSpPr/>
              <p:nvPr/>
            </p:nvSpPr>
            <p:spPr>
              <a:xfrm>
                <a:off x="3762180" y="3019469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0 w 303530"/>
                  <a:gd name="csY1" fmla="*/ 0 h 12700"/>
                  <a:gd name="csX2" fmla="*/ 303530 w 303530"/>
                  <a:gd name="csY2" fmla="*/ 0 h 12700"/>
                  <a:gd name="csX3" fmla="*/ 303530 w 303530"/>
                  <a:gd name="csY3" fmla="*/ 0 h 12700"/>
                  <a:gd name="csX4" fmla="*/ 0 w 30353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530" y="0"/>
                    </a:lnTo>
                    <a:lnTo>
                      <a:pt x="30353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F9D44EB0-AA3D-7F23-2196-88F68196887B}"/>
                  </a:ext>
                </a:extLst>
              </p:cNvPr>
              <p:cNvSpPr/>
              <p:nvPr/>
            </p:nvSpPr>
            <p:spPr>
              <a:xfrm>
                <a:off x="4099491" y="3253783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0 w 303530"/>
                  <a:gd name="csY1" fmla="*/ 0 h 12700"/>
                  <a:gd name="csX2" fmla="*/ 303530 w 303530"/>
                  <a:gd name="csY2" fmla="*/ 0 h 12700"/>
                  <a:gd name="csX3" fmla="*/ 303530 w 303530"/>
                  <a:gd name="csY3" fmla="*/ 0 h 12700"/>
                  <a:gd name="csX4" fmla="*/ 0 w 30353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530" y="0"/>
                    </a:lnTo>
                    <a:lnTo>
                      <a:pt x="30353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EC83FCB2-80F4-88A9-C803-4091930B2887}"/>
                  </a:ext>
                </a:extLst>
              </p:cNvPr>
              <p:cNvSpPr/>
              <p:nvPr/>
            </p:nvSpPr>
            <p:spPr>
              <a:xfrm>
                <a:off x="4436803" y="3034708"/>
                <a:ext cx="303657" cy="12700"/>
              </a:xfrm>
              <a:custGeom>
                <a:avLst/>
                <a:gdLst>
                  <a:gd name="csX0" fmla="*/ 0 w 303657"/>
                  <a:gd name="csY0" fmla="*/ 0 h 12700"/>
                  <a:gd name="csX1" fmla="*/ 0 w 303657"/>
                  <a:gd name="csY1" fmla="*/ 0 h 12700"/>
                  <a:gd name="csX2" fmla="*/ 303657 w 303657"/>
                  <a:gd name="csY2" fmla="*/ 0 h 12700"/>
                  <a:gd name="csX3" fmla="*/ 303657 w 303657"/>
                  <a:gd name="csY3" fmla="*/ 0 h 12700"/>
                  <a:gd name="csX4" fmla="*/ 0 w 303657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7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9AA13242-8FE1-378B-560A-3B1B055BAFB6}"/>
                  </a:ext>
                </a:extLst>
              </p:cNvPr>
              <p:cNvSpPr/>
              <p:nvPr/>
            </p:nvSpPr>
            <p:spPr>
              <a:xfrm>
                <a:off x="4774115" y="3253149"/>
                <a:ext cx="303657" cy="12700"/>
              </a:xfrm>
              <a:custGeom>
                <a:avLst/>
                <a:gdLst>
                  <a:gd name="csX0" fmla="*/ 0 w 303657"/>
                  <a:gd name="csY0" fmla="*/ 0 h 12700"/>
                  <a:gd name="csX1" fmla="*/ 0 w 303657"/>
                  <a:gd name="csY1" fmla="*/ 0 h 12700"/>
                  <a:gd name="csX2" fmla="*/ 303657 w 303657"/>
                  <a:gd name="csY2" fmla="*/ 0 h 12700"/>
                  <a:gd name="csX3" fmla="*/ 303657 w 303657"/>
                  <a:gd name="csY3" fmla="*/ 0 h 12700"/>
                  <a:gd name="csX4" fmla="*/ 0 w 303657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7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5" name="Freeform 404">
                <a:extLst>
                  <a:ext uri="{FF2B5EF4-FFF2-40B4-BE49-F238E27FC236}">
                    <a16:creationId xmlns:a16="http://schemas.microsoft.com/office/drawing/2014/main" id="{72E9D397-9558-B626-7914-A23F2A8292F5}"/>
                  </a:ext>
                </a:extLst>
              </p:cNvPr>
              <p:cNvSpPr/>
              <p:nvPr/>
            </p:nvSpPr>
            <p:spPr>
              <a:xfrm>
                <a:off x="5111428" y="2599606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0 w 303656"/>
                  <a:gd name="csY1" fmla="*/ 0 h 12700"/>
                  <a:gd name="csX2" fmla="*/ 303657 w 303656"/>
                  <a:gd name="csY2" fmla="*/ 0 h 12700"/>
                  <a:gd name="csX3" fmla="*/ 303657 w 303656"/>
                  <a:gd name="csY3" fmla="*/ 0 h 12700"/>
                  <a:gd name="csX4" fmla="*/ 0 w 303656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4E571A7-0C1C-8771-BFBC-1C659A60D9C3}"/>
                  </a:ext>
                </a:extLst>
              </p:cNvPr>
              <p:cNvSpPr/>
              <p:nvPr/>
            </p:nvSpPr>
            <p:spPr>
              <a:xfrm>
                <a:off x="5448740" y="3167805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0 w 303656"/>
                  <a:gd name="csY1" fmla="*/ 0 h 12700"/>
                  <a:gd name="csX2" fmla="*/ 303657 w 303656"/>
                  <a:gd name="csY2" fmla="*/ 0 h 12700"/>
                  <a:gd name="csX3" fmla="*/ 303657 w 303656"/>
                  <a:gd name="csY3" fmla="*/ 0 h 12700"/>
                  <a:gd name="csX4" fmla="*/ 0 w 303656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58189B45-A415-21B5-4BC6-091FF7180A2D}"/>
                  </a:ext>
                </a:extLst>
              </p:cNvPr>
              <p:cNvSpPr/>
              <p:nvPr/>
            </p:nvSpPr>
            <p:spPr>
              <a:xfrm>
                <a:off x="3762180" y="3019469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303530 w 30353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30353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5D0DB3C9-C768-9794-F87D-04B57C305588}"/>
                  </a:ext>
                </a:extLst>
              </p:cNvPr>
              <p:cNvSpPr/>
              <p:nvPr/>
            </p:nvSpPr>
            <p:spPr>
              <a:xfrm>
                <a:off x="4099492" y="3253784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303530 w 30353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30353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3B588E33-EDEF-EFF1-DAD6-FCC187477360}"/>
                  </a:ext>
                </a:extLst>
              </p:cNvPr>
              <p:cNvSpPr/>
              <p:nvPr/>
            </p:nvSpPr>
            <p:spPr>
              <a:xfrm>
                <a:off x="4436804" y="3034709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7E334BED-E141-FF8B-18C3-049130D5CC78}"/>
                  </a:ext>
                </a:extLst>
              </p:cNvPr>
              <p:cNvSpPr/>
              <p:nvPr/>
            </p:nvSpPr>
            <p:spPr>
              <a:xfrm>
                <a:off x="4774116" y="3253149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88B40A05-3FB4-9CAA-BBB2-129CA2DBD2F4}"/>
                  </a:ext>
                </a:extLst>
              </p:cNvPr>
              <p:cNvSpPr/>
              <p:nvPr/>
            </p:nvSpPr>
            <p:spPr>
              <a:xfrm>
                <a:off x="5111428" y="2599607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2" name="Freeform 411">
                <a:extLst>
                  <a:ext uri="{FF2B5EF4-FFF2-40B4-BE49-F238E27FC236}">
                    <a16:creationId xmlns:a16="http://schemas.microsoft.com/office/drawing/2014/main" id="{F1071C99-849B-A1E5-696E-F3FF53C38050}"/>
                  </a:ext>
                </a:extLst>
              </p:cNvPr>
              <p:cNvSpPr/>
              <p:nvPr/>
            </p:nvSpPr>
            <p:spPr>
              <a:xfrm>
                <a:off x="5448740" y="3167805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E3ED48BF-BA16-2175-50F4-AC163A31A731}"/>
                  </a:ext>
                </a:extLst>
              </p:cNvPr>
              <p:cNvSpPr/>
              <p:nvPr/>
            </p:nvSpPr>
            <p:spPr>
              <a:xfrm>
                <a:off x="3846508" y="2971589"/>
                <a:ext cx="134873" cy="12700"/>
              </a:xfrm>
              <a:custGeom>
                <a:avLst/>
                <a:gdLst>
                  <a:gd name="csX0" fmla="*/ 0 w 134873"/>
                  <a:gd name="csY0" fmla="*/ 0 h 12700"/>
                  <a:gd name="csX1" fmla="*/ 134874 w 13487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3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F8110B46-AE68-3A29-1046-792932E6A8D7}"/>
                  </a:ext>
                </a:extLst>
              </p:cNvPr>
              <p:cNvSpPr/>
              <p:nvPr/>
            </p:nvSpPr>
            <p:spPr>
              <a:xfrm>
                <a:off x="3913944" y="2971589"/>
                <a:ext cx="12700" cy="95758"/>
              </a:xfrm>
              <a:custGeom>
                <a:avLst/>
                <a:gdLst>
                  <a:gd name="csX0" fmla="*/ 0 w 12700"/>
                  <a:gd name="csY0" fmla="*/ 0 h 95758"/>
                  <a:gd name="csX1" fmla="*/ 0 w 12700"/>
                  <a:gd name="csY1" fmla="*/ 95758 h 957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5758">
                    <a:moveTo>
                      <a:pt x="0" y="0"/>
                    </a:moveTo>
                    <a:lnTo>
                      <a:pt x="0" y="9575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F89E0EC9-5090-A7AD-D30A-9DA85691CF99}"/>
                  </a:ext>
                </a:extLst>
              </p:cNvPr>
              <p:cNvSpPr/>
              <p:nvPr/>
            </p:nvSpPr>
            <p:spPr>
              <a:xfrm>
                <a:off x="3846508" y="3067347"/>
                <a:ext cx="134873" cy="12700"/>
              </a:xfrm>
              <a:custGeom>
                <a:avLst/>
                <a:gdLst>
                  <a:gd name="csX0" fmla="*/ 0 w 134873"/>
                  <a:gd name="csY0" fmla="*/ 0 h 12700"/>
                  <a:gd name="csX1" fmla="*/ 134874 w 13487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3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2D044B08-98BB-6CF9-C5AF-368E4B59C0E3}"/>
                  </a:ext>
                </a:extLst>
              </p:cNvPr>
              <p:cNvSpPr/>
              <p:nvPr/>
            </p:nvSpPr>
            <p:spPr>
              <a:xfrm>
                <a:off x="4183819" y="3219239"/>
                <a:ext cx="134874" cy="12700"/>
              </a:xfrm>
              <a:custGeom>
                <a:avLst/>
                <a:gdLst>
                  <a:gd name="csX0" fmla="*/ 0 w 134874"/>
                  <a:gd name="csY0" fmla="*/ 0 h 12700"/>
                  <a:gd name="csX1" fmla="*/ 134874 w 13487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4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5E892DA4-B050-5FFC-A66B-06785697D1A6}"/>
                  </a:ext>
                </a:extLst>
              </p:cNvPr>
              <p:cNvSpPr/>
              <p:nvPr/>
            </p:nvSpPr>
            <p:spPr>
              <a:xfrm>
                <a:off x="4251256" y="3219239"/>
                <a:ext cx="12700" cy="68961"/>
              </a:xfrm>
              <a:custGeom>
                <a:avLst/>
                <a:gdLst>
                  <a:gd name="csX0" fmla="*/ 0 w 12700"/>
                  <a:gd name="csY0" fmla="*/ 0 h 68961"/>
                  <a:gd name="csX1" fmla="*/ 0 w 12700"/>
                  <a:gd name="csY1" fmla="*/ 68961 h 689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8961">
                    <a:moveTo>
                      <a:pt x="0" y="0"/>
                    </a:moveTo>
                    <a:lnTo>
                      <a:pt x="0" y="6896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38B1422F-C24B-970D-56E7-D22318CE7ECB}"/>
                  </a:ext>
                </a:extLst>
              </p:cNvPr>
              <p:cNvSpPr/>
              <p:nvPr/>
            </p:nvSpPr>
            <p:spPr>
              <a:xfrm>
                <a:off x="4183819" y="3288200"/>
                <a:ext cx="134874" cy="12700"/>
              </a:xfrm>
              <a:custGeom>
                <a:avLst/>
                <a:gdLst>
                  <a:gd name="csX0" fmla="*/ 0 w 134874"/>
                  <a:gd name="csY0" fmla="*/ 0 h 12700"/>
                  <a:gd name="csX1" fmla="*/ 134874 w 13487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4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19" name="Freeform 418">
                <a:extLst>
                  <a:ext uri="{FF2B5EF4-FFF2-40B4-BE49-F238E27FC236}">
                    <a16:creationId xmlns:a16="http://schemas.microsoft.com/office/drawing/2014/main" id="{C4C44A28-FCDC-E4D3-135B-50FE09FC0D1D}"/>
                  </a:ext>
                </a:extLst>
              </p:cNvPr>
              <p:cNvSpPr/>
              <p:nvPr/>
            </p:nvSpPr>
            <p:spPr>
              <a:xfrm>
                <a:off x="4521131" y="2792138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0" name="Freeform 419">
                <a:extLst>
                  <a:ext uri="{FF2B5EF4-FFF2-40B4-BE49-F238E27FC236}">
                    <a16:creationId xmlns:a16="http://schemas.microsoft.com/office/drawing/2014/main" id="{77096689-312B-54F0-27DC-6B7FAE55811F}"/>
                  </a:ext>
                </a:extLst>
              </p:cNvPr>
              <p:cNvSpPr/>
              <p:nvPr/>
            </p:nvSpPr>
            <p:spPr>
              <a:xfrm>
                <a:off x="4588569" y="2792138"/>
                <a:ext cx="12700" cy="485266"/>
              </a:xfrm>
              <a:custGeom>
                <a:avLst/>
                <a:gdLst>
                  <a:gd name="csX0" fmla="*/ 0 w 12700"/>
                  <a:gd name="csY0" fmla="*/ 0 h 485266"/>
                  <a:gd name="csX1" fmla="*/ 0 w 12700"/>
                  <a:gd name="csY1" fmla="*/ 485267 h 485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85266">
                    <a:moveTo>
                      <a:pt x="0" y="0"/>
                    </a:moveTo>
                    <a:lnTo>
                      <a:pt x="0" y="48526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1" name="Freeform 420">
                <a:extLst>
                  <a:ext uri="{FF2B5EF4-FFF2-40B4-BE49-F238E27FC236}">
                    <a16:creationId xmlns:a16="http://schemas.microsoft.com/office/drawing/2014/main" id="{0470E9E9-4A71-69D7-8168-A7573C77ED2D}"/>
                  </a:ext>
                </a:extLst>
              </p:cNvPr>
              <p:cNvSpPr/>
              <p:nvPr/>
            </p:nvSpPr>
            <p:spPr>
              <a:xfrm>
                <a:off x="4521131" y="3277405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2" name="Freeform 421">
                <a:extLst>
                  <a:ext uri="{FF2B5EF4-FFF2-40B4-BE49-F238E27FC236}">
                    <a16:creationId xmlns:a16="http://schemas.microsoft.com/office/drawing/2014/main" id="{7CF72EF9-F690-05C7-6E77-507343612A06}"/>
                  </a:ext>
                </a:extLst>
              </p:cNvPr>
              <p:cNvSpPr/>
              <p:nvPr/>
            </p:nvSpPr>
            <p:spPr>
              <a:xfrm>
                <a:off x="4858443" y="3246163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3" name="Freeform 422">
                <a:extLst>
                  <a:ext uri="{FF2B5EF4-FFF2-40B4-BE49-F238E27FC236}">
                    <a16:creationId xmlns:a16="http://schemas.microsoft.com/office/drawing/2014/main" id="{070AD1D0-96F5-F3D4-6A06-E30F30CAD979}"/>
                  </a:ext>
                </a:extLst>
              </p:cNvPr>
              <p:cNvSpPr/>
              <p:nvPr/>
            </p:nvSpPr>
            <p:spPr>
              <a:xfrm>
                <a:off x="4925881" y="3246163"/>
                <a:ext cx="12700" cy="14097"/>
              </a:xfrm>
              <a:custGeom>
                <a:avLst/>
                <a:gdLst>
                  <a:gd name="csX0" fmla="*/ 0 w 12700"/>
                  <a:gd name="csY0" fmla="*/ 0 h 14097"/>
                  <a:gd name="csX1" fmla="*/ 0 w 12700"/>
                  <a:gd name="csY1" fmla="*/ 14097 h 140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097">
                    <a:moveTo>
                      <a:pt x="0" y="0"/>
                    </a:moveTo>
                    <a:lnTo>
                      <a:pt x="0" y="1409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4" name="Freeform 423">
                <a:extLst>
                  <a:ext uri="{FF2B5EF4-FFF2-40B4-BE49-F238E27FC236}">
                    <a16:creationId xmlns:a16="http://schemas.microsoft.com/office/drawing/2014/main" id="{A5F1F4BB-D8B6-FB96-4440-33B28D3C4BB2}"/>
                  </a:ext>
                </a:extLst>
              </p:cNvPr>
              <p:cNvSpPr/>
              <p:nvPr/>
            </p:nvSpPr>
            <p:spPr>
              <a:xfrm>
                <a:off x="4858443" y="3260261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5" name="Oval 424">
                <a:extLst>
                  <a:ext uri="{FF2B5EF4-FFF2-40B4-BE49-F238E27FC236}">
                    <a16:creationId xmlns:a16="http://schemas.microsoft.com/office/drawing/2014/main" id="{7E81B499-D66F-229B-2E8B-9281F6BC73DA}"/>
                  </a:ext>
                </a:extLst>
              </p:cNvPr>
              <p:cNvSpPr/>
              <p:nvPr/>
            </p:nvSpPr>
            <p:spPr>
              <a:xfrm>
                <a:off x="4595046" y="2760516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2C084EB2-8C0E-7507-F528-E1E51F5C3DBC}"/>
                  </a:ext>
                </a:extLst>
              </p:cNvPr>
              <p:cNvSpPr/>
              <p:nvPr/>
            </p:nvSpPr>
            <p:spPr>
              <a:xfrm>
                <a:off x="4850316" y="3214541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7" name="Oval 426">
                <a:extLst>
                  <a:ext uri="{FF2B5EF4-FFF2-40B4-BE49-F238E27FC236}">
                    <a16:creationId xmlns:a16="http://schemas.microsoft.com/office/drawing/2014/main" id="{E729E28D-458D-5394-78F5-42C55E4655E1}"/>
                  </a:ext>
                </a:extLst>
              </p:cNvPr>
              <p:cNvSpPr/>
              <p:nvPr/>
            </p:nvSpPr>
            <p:spPr>
              <a:xfrm>
                <a:off x="3878893" y="2947968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8" name="Oval 427">
                <a:extLst>
                  <a:ext uri="{FF2B5EF4-FFF2-40B4-BE49-F238E27FC236}">
                    <a16:creationId xmlns:a16="http://schemas.microsoft.com/office/drawing/2014/main" id="{E0D0289E-DF89-9B14-4A11-40BBCC4D608D}"/>
                  </a:ext>
                </a:extLst>
              </p:cNvPr>
              <p:cNvSpPr/>
              <p:nvPr/>
            </p:nvSpPr>
            <p:spPr>
              <a:xfrm>
                <a:off x="4189281" y="330344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29" name="Oval 428">
                <a:extLst>
                  <a:ext uri="{FF2B5EF4-FFF2-40B4-BE49-F238E27FC236}">
                    <a16:creationId xmlns:a16="http://schemas.microsoft.com/office/drawing/2014/main" id="{31D31ABE-5032-8E38-AFF6-46AE7EE01DB1}"/>
                  </a:ext>
                </a:extLst>
              </p:cNvPr>
              <p:cNvSpPr/>
              <p:nvPr/>
            </p:nvSpPr>
            <p:spPr>
              <a:xfrm>
                <a:off x="3872289" y="2869609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30" name="Oval 429">
                <a:extLst>
                  <a:ext uri="{FF2B5EF4-FFF2-40B4-BE49-F238E27FC236}">
                    <a16:creationId xmlns:a16="http://schemas.microsoft.com/office/drawing/2014/main" id="{5642EF7D-4B60-C62C-C6A4-A4C89E793ED7}"/>
                  </a:ext>
                </a:extLst>
              </p:cNvPr>
              <p:cNvSpPr/>
              <p:nvPr/>
            </p:nvSpPr>
            <p:spPr>
              <a:xfrm>
                <a:off x="4193599" y="321454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75C86526-270D-3432-4E8D-6E83BB52D0D5}"/>
                  </a:ext>
                </a:extLst>
              </p:cNvPr>
              <p:cNvSpPr/>
              <p:nvPr/>
            </p:nvSpPr>
            <p:spPr>
              <a:xfrm>
                <a:off x="3870003" y="2909614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48" name="Oval 2447">
                <a:extLst>
                  <a:ext uri="{FF2B5EF4-FFF2-40B4-BE49-F238E27FC236}">
                    <a16:creationId xmlns:a16="http://schemas.microsoft.com/office/drawing/2014/main" id="{33F4095A-EBE7-3AF2-FAB9-D19C9A21A832}"/>
                  </a:ext>
                </a:extLst>
              </p:cNvPr>
              <p:cNvSpPr/>
              <p:nvPr/>
            </p:nvSpPr>
            <p:spPr>
              <a:xfrm>
                <a:off x="4258369" y="3066459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3" name="Oval 2452">
                <a:extLst>
                  <a:ext uri="{FF2B5EF4-FFF2-40B4-BE49-F238E27FC236}">
                    <a16:creationId xmlns:a16="http://schemas.microsoft.com/office/drawing/2014/main" id="{F48C6F1E-CDBD-82D1-7937-953694806AC8}"/>
                  </a:ext>
                </a:extLst>
              </p:cNvPr>
              <p:cNvSpPr/>
              <p:nvPr/>
            </p:nvSpPr>
            <p:spPr>
              <a:xfrm>
                <a:off x="4546532" y="3245783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4" name="Oval 2453">
                <a:extLst>
                  <a:ext uri="{FF2B5EF4-FFF2-40B4-BE49-F238E27FC236}">
                    <a16:creationId xmlns:a16="http://schemas.microsoft.com/office/drawing/2014/main" id="{19C6B0CA-C226-A15F-3E6D-CCFB0AD90E68}"/>
                  </a:ext>
                </a:extLst>
              </p:cNvPr>
              <p:cNvSpPr/>
              <p:nvPr/>
            </p:nvSpPr>
            <p:spPr>
              <a:xfrm>
                <a:off x="4915975" y="3228638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5" name="Oval 2454">
                <a:extLst>
                  <a:ext uri="{FF2B5EF4-FFF2-40B4-BE49-F238E27FC236}">
                    <a16:creationId xmlns:a16="http://schemas.microsoft.com/office/drawing/2014/main" id="{4860FC50-899A-EB37-BA08-3E859E6A350D}"/>
                  </a:ext>
                </a:extLst>
              </p:cNvPr>
              <p:cNvSpPr/>
              <p:nvPr/>
            </p:nvSpPr>
            <p:spPr>
              <a:xfrm>
                <a:off x="3897816" y="3019088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6" name="Oval 2455">
                <a:extLst>
                  <a:ext uri="{FF2B5EF4-FFF2-40B4-BE49-F238E27FC236}">
                    <a16:creationId xmlns:a16="http://schemas.microsoft.com/office/drawing/2014/main" id="{773DB756-EF80-58DF-8DDA-9DD10477CA44}"/>
                  </a:ext>
                </a:extLst>
              </p:cNvPr>
              <p:cNvSpPr/>
              <p:nvPr/>
            </p:nvSpPr>
            <p:spPr>
              <a:xfrm>
                <a:off x="4185852" y="321809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7" name="Oval 2456">
                <a:extLst>
                  <a:ext uri="{FF2B5EF4-FFF2-40B4-BE49-F238E27FC236}">
                    <a16:creationId xmlns:a16="http://schemas.microsoft.com/office/drawing/2014/main" id="{732DA5D6-C868-CC90-833D-E5D0527F38F0}"/>
                  </a:ext>
                </a:extLst>
              </p:cNvPr>
              <p:cNvSpPr/>
              <p:nvPr/>
            </p:nvSpPr>
            <p:spPr>
              <a:xfrm>
                <a:off x="3914326" y="2915583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8" name="Oval 2457">
                <a:extLst>
                  <a:ext uri="{FF2B5EF4-FFF2-40B4-BE49-F238E27FC236}">
                    <a16:creationId xmlns:a16="http://schemas.microsoft.com/office/drawing/2014/main" id="{63D1E84B-5491-ADBA-76F0-3360B2091DEC}"/>
                  </a:ext>
                </a:extLst>
              </p:cNvPr>
              <p:cNvSpPr/>
              <p:nvPr/>
            </p:nvSpPr>
            <p:spPr>
              <a:xfrm>
                <a:off x="4254813" y="330344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59" name="Oval 2458">
                <a:extLst>
                  <a:ext uri="{FF2B5EF4-FFF2-40B4-BE49-F238E27FC236}">
                    <a16:creationId xmlns:a16="http://schemas.microsoft.com/office/drawing/2014/main" id="{1F4CD5B0-DE43-2B83-2627-3D89CBF598A4}"/>
                  </a:ext>
                </a:extLst>
              </p:cNvPr>
              <p:cNvSpPr/>
              <p:nvPr/>
            </p:nvSpPr>
            <p:spPr>
              <a:xfrm>
                <a:off x="5199185" y="2567984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8D5CD61F-6BAB-C6C3-F8CC-60C59A57243F}"/>
                  </a:ext>
                </a:extLst>
              </p:cNvPr>
              <p:cNvSpPr/>
              <p:nvPr/>
            </p:nvSpPr>
            <p:spPr>
              <a:xfrm>
                <a:off x="5578788" y="313618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1" name="Oval 2460">
                <a:extLst>
                  <a:ext uri="{FF2B5EF4-FFF2-40B4-BE49-F238E27FC236}">
                    <a16:creationId xmlns:a16="http://schemas.microsoft.com/office/drawing/2014/main" id="{003C3C18-0E82-9356-71B4-E6F8DDCE593D}"/>
                  </a:ext>
                </a:extLst>
              </p:cNvPr>
              <p:cNvSpPr/>
              <p:nvPr/>
            </p:nvSpPr>
            <p:spPr>
              <a:xfrm>
                <a:off x="3855017" y="300410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2" name="Oval 2461">
                <a:extLst>
                  <a:ext uri="{FF2B5EF4-FFF2-40B4-BE49-F238E27FC236}">
                    <a16:creationId xmlns:a16="http://schemas.microsoft.com/office/drawing/2014/main" id="{D96A0B01-2E2F-9295-ECC8-5F84A96C56AA}"/>
                  </a:ext>
                </a:extLst>
              </p:cNvPr>
              <p:cNvSpPr/>
              <p:nvPr/>
            </p:nvSpPr>
            <p:spPr>
              <a:xfrm>
                <a:off x="4179883" y="330344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9C27BEE0-4DCE-0209-3D5D-8A7212819560}"/>
                  </a:ext>
                </a:extLst>
              </p:cNvPr>
              <p:cNvSpPr/>
              <p:nvPr/>
            </p:nvSpPr>
            <p:spPr>
              <a:xfrm>
                <a:off x="3858192" y="3248704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4" name="Oval 2463">
                <a:extLst>
                  <a:ext uri="{FF2B5EF4-FFF2-40B4-BE49-F238E27FC236}">
                    <a16:creationId xmlns:a16="http://schemas.microsoft.com/office/drawing/2014/main" id="{BE81BFF8-DFBC-E40F-3B18-7AB92574755A}"/>
                  </a:ext>
                </a:extLst>
              </p:cNvPr>
              <p:cNvSpPr/>
              <p:nvPr/>
            </p:nvSpPr>
            <p:spPr>
              <a:xfrm>
                <a:off x="4227000" y="3145453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465" name="TextBox 2464">
                <a:extLst>
                  <a:ext uri="{FF2B5EF4-FFF2-40B4-BE49-F238E27FC236}">
                    <a16:creationId xmlns:a16="http://schemas.microsoft.com/office/drawing/2014/main" id="{98A5C5DB-79CD-E71D-CED9-13568F5C1872}"/>
                  </a:ext>
                </a:extLst>
              </p:cNvPr>
              <p:cNvSpPr txBox="1"/>
              <p:nvPr/>
            </p:nvSpPr>
            <p:spPr>
              <a:xfrm>
                <a:off x="4078774" y="1994311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466" name="TextBox 2465">
                <a:extLst>
                  <a:ext uri="{FF2B5EF4-FFF2-40B4-BE49-F238E27FC236}">
                    <a16:creationId xmlns:a16="http://schemas.microsoft.com/office/drawing/2014/main" id="{2F24FB9D-6BEC-A771-2B47-7C2D45486766}"/>
                  </a:ext>
                </a:extLst>
              </p:cNvPr>
              <p:cNvSpPr txBox="1"/>
              <p:nvPr/>
            </p:nvSpPr>
            <p:spPr>
              <a:xfrm>
                <a:off x="4737367" y="1994311"/>
                <a:ext cx="3770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467" name="TextBox 2466">
                <a:extLst>
                  <a:ext uri="{FF2B5EF4-FFF2-40B4-BE49-F238E27FC236}">
                    <a16:creationId xmlns:a16="http://schemas.microsoft.com/office/drawing/2014/main" id="{EFE41A7F-38BC-DFBF-F4DF-E3220BC5F727}"/>
                  </a:ext>
                </a:extLst>
              </p:cNvPr>
              <p:cNvSpPr txBox="1"/>
              <p:nvPr/>
            </p:nvSpPr>
            <p:spPr>
              <a:xfrm>
                <a:off x="5411991" y="1994311"/>
                <a:ext cx="3770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468" name="TextBox 2467">
                <a:extLst>
                  <a:ext uri="{FF2B5EF4-FFF2-40B4-BE49-F238E27FC236}">
                    <a16:creationId xmlns:a16="http://schemas.microsoft.com/office/drawing/2014/main" id="{102C5608-7D8E-35F3-0815-5702022517AD}"/>
                  </a:ext>
                </a:extLst>
              </p:cNvPr>
              <p:cNvSpPr txBox="1"/>
              <p:nvPr/>
            </p:nvSpPr>
            <p:spPr>
              <a:xfrm>
                <a:off x="4400055" y="1994311"/>
                <a:ext cx="3770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469" name="TextBox 2468">
                <a:extLst>
                  <a:ext uri="{FF2B5EF4-FFF2-40B4-BE49-F238E27FC236}">
                    <a16:creationId xmlns:a16="http://schemas.microsoft.com/office/drawing/2014/main" id="{48B64597-F8EC-E22A-231D-AB6F461ED17E}"/>
                  </a:ext>
                </a:extLst>
              </p:cNvPr>
              <p:cNvSpPr txBox="1"/>
              <p:nvPr/>
            </p:nvSpPr>
            <p:spPr>
              <a:xfrm>
                <a:off x="3741462" y="1994311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 </a:t>
                </a:r>
              </a:p>
            </p:txBody>
          </p:sp>
          <p:sp>
            <p:nvSpPr>
              <p:cNvPr id="2470" name="TextBox 2469">
                <a:extLst>
                  <a:ext uri="{FF2B5EF4-FFF2-40B4-BE49-F238E27FC236}">
                    <a16:creationId xmlns:a16="http://schemas.microsoft.com/office/drawing/2014/main" id="{343EF079-0E41-5200-82CE-03F2D87B871B}"/>
                  </a:ext>
                </a:extLst>
              </p:cNvPr>
              <p:cNvSpPr txBox="1"/>
              <p:nvPr/>
            </p:nvSpPr>
            <p:spPr>
              <a:xfrm>
                <a:off x="5093916" y="1994311"/>
                <a:ext cx="33855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</a:t>
                </a:r>
              </a:p>
            </p:txBody>
          </p:sp>
        </p:grpSp>
        <p:grpSp>
          <p:nvGrpSpPr>
            <p:cNvPr id="2471" name="Graphic 4">
              <a:extLst>
                <a:ext uri="{FF2B5EF4-FFF2-40B4-BE49-F238E27FC236}">
                  <a16:creationId xmlns:a16="http://schemas.microsoft.com/office/drawing/2014/main" id="{FF39C5A4-5B42-811E-AFD7-2C34E700C2E1}"/>
                </a:ext>
              </a:extLst>
            </p:cNvPr>
            <p:cNvGrpSpPr/>
            <p:nvPr/>
          </p:nvGrpSpPr>
          <p:grpSpPr>
            <a:xfrm>
              <a:off x="3123621" y="1948396"/>
              <a:ext cx="2669405" cy="1690465"/>
              <a:chOff x="3123621" y="1948396"/>
              <a:chExt cx="2669405" cy="1690465"/>
            </a:xfrm>
          </p:grpSpPr>
          <p:sp>
            <p:nvSpPr>
              <p:cNvPr id="2472" name="TextBox 2471">
                <a:extLst>
                  <a:ext uri="{FF2B5EF4-FFF2-40B4-BE49-F238E27FC236}">
                    <a16:creationId xmlns:a16="http://schemas.microsoft.com/office/drawing/2014/main" id="{0D87728E-D793-4475-603F-74975D67FAB2}"/>
                  </a:ext>
                </a:extLst>
              </p:cNvPr>
              <p:cNvSpPr txBox="1"/>
              <p:nvPr/>
            </p:nvSpPr>
            <p:spPr>
              <a:xfrm>
                <a:off x="3250937" y="3228175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100%</a:t>
                </a:r>
              </a:p>
            </p:txBody>
          </p:sp>
          <p:sp>
            <p:nvSpPr>
              <p:cNvPr id="2473" name="TextBox 2472">
                <a:extLst>
                  <a:ext uri="{FF2B5EF4-FFF2-40B4-BE49-F238E27FC236}">
                    <a16:creationId xmlns:a16="http://schemas.microsoft.com/office/drawing/2014/main" id="{FC3853EB-2DC1-CB13-6397-951A2FF3365E}"/>
                  </a:ext>
                </a:extLst>
              </p:cNvPr>
              <p:cNvSpPr txBox="1"/>
              <p:nvPr/>
            </p:nvSpPr>
            <p:spPr>
              <a:xfrm>
                <a:off x="3255085" y="2801582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110%</a:t>
                </a:r>
              </a:p>
            </p:txBody>
          </p:sp>
          <p:sp>
            <p:nvSpPr>
              <p:cNvPr id="2474" name="TextBox 2473">
                <a:extLst>
                  <a:ext uri="{FF2B5EF4-FFF2-40B4-BE49-F238E27FC236}">
                    <a16:creationId xmlns:a16="http://schemas.microsoft.com/office/drawing/2014/main" id="{93042742-7834-7D9D-0F80-CE50B469CEC0}"/>
                  </a:ext>
                </a:extLst>
              </p:cNvPr>
              <p:cNvSpPr txBox="1"/>
              <p:nvPr/>
            </p:nvSpPr>
            <p:spPr>
              <a:xfrm>
                <a:off x="3250937" y="2374989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120%</a:t>
                </a:r>
              </a:p>
            </p:txBody>
          </p:sp>
          <p:sp>
            <p:nvSpPr>
              <p:cNvPr id="2475" name="TextBox 2474">
                <a:extLst>
                  <a:ext uri="{FF2B5EF4-FFF2-40B4-BE49-F238E27FC236}">
                    <a16:creationId xmlns:a16="http://schemas.microsoft.com/office/drawing/2014/main" id="{A1913CB1-D920-9794-04D2-67894DDF9D2A}"/>
                  </a:ext>
                </a:extLst>
              </p:cNvPr>
              <p:cNvSpPr txBox="1"/>
              <p:nvPr/>
            </p:nvSpPr>
            <p:spPr>
              <a:xfrm>
                <a:off x="3250937" y="1948396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130%</a:t>
                </a:r>
              </a:p>
            </p:txBody>
          </p:sp>
          <p:sp>
            <p:nvSpPr>
              <p:cNvPr id="2476" name="TextBox 2475">
                <a:extLst>
                  <a:ext uri="{FF2B5EF4-FFF2-40B4-BE49-F238E27FC236}">
                    <a16:creationId xmlns:a16="http://schemas.microsoft.com/office/drawing/2014/main" id="{D9CF973C-57F4-4790-6D88-E6F4A2AF41F6}"/>
                  </a:ext>
                </a:extLst>
              </p:cNvPr>
              <p:cNvSpPr txBox="1"/>
              <p:nvPr/>
            </p:nvSpPr>
            <p:spPr>
              <a:xfrm>
                <a:off x="3803978" y="3392640"/>
                <a:ext cx="21993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477" name="TextBox 2476">
                <a:extLst>
                  <a:ext uri="{FF2B5EF4-FFF2-40B4-BE49-F238E27FC236}">
                    <a16:creationId xmlns:a16="http://schemas.microsoft.com/office/drawing/2014/main" id="{3CD2A6B3-DEF2-DA10-7D02-7AB5DD99C1F8}"/>
                  </a:ext>
                </a:extLst>
              </p:cNvPr>
              <p:cNvSpPr txBox="1"/>
              <p:nvPr/>
            </p:nvSpPr>
            <p:spPr>
              <a:xfrm>
                <a:off x="4098811" y="3392640"/>
                <a:ext cx="3048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478" name="TextBox 2477">
                <a:extLst>
                  <a:ext uri="{FF2B5EF4-FFF2-40B4-BE49-F238E27FC236}">
                    <a16:creationId xmlns:a16="http://schemas.microsoft.com/office/drawing/2014/main" id="{16942ABB-9663-16C0-F9C5-878A764B9560}"/>
                  </a:ext>
                </a:extLst>
              </p:cNvPr>
              <p:cNvSpPr txBox="1"/>
              <p:nvPr/>
            </p:nvSpPr>
            <p:spPr>
              <a:xfrm>
                <a:off x="4443336" y="3392640"/>
                <a:ext cx="29046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479" name="TextBox 2478">
                <a:extLst>
                  <a:ext uri="{FF2B5EF4-FFF2-40B4-BE49-F238E27FC236}">
                    <a16:creationId xmlns:a16="http://schemas.microsoft.com/office/drawing/2014/main" id="{F740FA53-CA75-1A92-0B4D-66E686C0EF41}"/>
                  </a:ext>
                </a:extLst>
              </p:cNvPr>
              <p:cNvSpPr txBox="1"/>
              <p:nvPr/>
            </p:nvSpPr>
            <p:spPr>
              <a:xfrm>
                <a:off x="4738169" y="3392640"/>
                <a:ext cx="3754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480" name="TextBox 2479">
                <a:extLst>
                  <a:ext uri="{FF2B5EF4-FFF2-40B4-BE49-F238E27FC236}">
                    <a16:creationId xmlns:a16="http://schemas.microsoft.com/office/drawing/2014/main" id="{31C2E575-394F-D568-5B71-D110C286647D}"/>
                  </a:ext>
                </a:extLst>
              </p:cNvPr>
              <p:cNvSpPr txBox="1"/>
              <p:nvPr/>
            </p:nvSpPr>
            <p:spPr>
              <a:xfrm>
                <a:off x="5085099" y="3392640"/>
                <a:ext cx="35618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481" name="TextBox 2480">
                <a:extLst>
                  <a:ext uri="{FF2B5EF4-FFF2-40B4-BE49-F238E27FC236}">
                    <a16:creationId xmlns:a16="http://schemas.microsoft.com/office/drawing/2014/main" id="{64F77B56-077D-6752-A425-E0F7DC56F3E4}"/>
                  </a:ext>
                </a:extLst>
              </p:cNvPr>
              <p:cNvSpPr txBox="1"/>
              <p:nvPr/>
            </p:nvSpPr>
            <p:spPr>
              <a:xfrm>
                <a:off x="5407984" y="3392640"/>
                <a:ext cx="3850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483" name="TextBox 2482">
                <a:extLst>
                  <a:ext uri="{FF2B5EF4-FFF2-40B4-BE49-F238E27FC236}">
                    <a16:creationId xmlns:a16="http://schemas.microsoft.com/office/drawing/2014/main" id="{7CFC0937-362D-0989-91FD-ADE93188382D}"/>
                  </a:ext>
                </a:extLst>
              </p:cNvPr>
              <p:cNvSpPr txBox="1"/>
              <p:nvPr/>
            </p:nvSpPr>
            <p:spPr>
              <a:xfrm rot="16200000">
                <a:off x="2617232" y="2590252"/>
                <a:ext cx="1266693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Change Length %</a:t>
                </a:r>
              </a:p>
            </p:txBody>
          </p:sp>
        </p:grpSp>
      </p:grpSp>
      <p:grpSp>
        <p:nvGrpSpPr>
          <p:cNvPr id="120" name="Graphic 8">
            <a:extLst>
              <a:ext uri="{FF2B5EF4-FFF2-40B4-BE49-F238E27FC236}">
                <a16:creationId xmlns:a16="http://schemas.microsoft.com/office/drawing/2014/main" id="{5F6E6455-B3E3-A9CA-59E7-6762A6B9B1C5}"/>
              </a:ext>
            </a:extLst>
          </p:cNvPr>
          <p:cNvGrpSpPr/>
          <p:nvPr/>
        </p:nvGrpSpPr>
        <p:grpSpPr>
          <a:xfrm>
            <a:off x="113855" y="1816355"/>
            <a:ext cx="2748917" cy="1828800"/>
            <a:chOff x="107549" y="1816355"/>
            <a:chExt cx="2748917" cy="1828800"/>
          </a:xfrm>
        </p:grpSpPr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6D7E2DE5-CC26-1ED9-C2F8-01890F6AD1FD}"/>
                </a:ext>
              </a:extLst>
            </p:cNvPr>
            <p:cNvSpPr/>
            <p:nvPr/>
          </p:nvSpPr>
          <p:spPr>
            <a:xfrm>
              <a:off x="113266" y="1816355"/>
              <a:ext cx="27432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5D86F6-F49A-B218-E269-92BB371C8CC1}"/>
                </a:ext>
              </a:extLst>
            </p:cNvPr>
            <p:cNvSpPr/>
            <p:nvPr/>
          </p:nvSpPr>
          <p:spPr>
            <a:xfrm>
              <a:off x="113266" y="1816355"/>
              <a:ext cx="2743200" cy="1828800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grpSp>
          <p:nvGrpSpPr>
            <p:cNvPr id="294" name="Graphic 8">
              <a:extLst>
                <a:ext uri="{FF2B5EF4-FFF2-40B4-BE49-F238E27FC236}">
                  <a16:creationId xmlns:a16="http://schemas.microsoft.com/office/drawing/2014/main" id="{3EEFE63D-90A3-141D-9BAF-32743A339B88}"/>
                </a:ext>
              </a:extLst>
            </p:cNvPr>
            <p:cNvGrpSpPr/>
            <p:nvPr/>
          </p:nvGrpSpPr>
          <p:grpSpPr>
            <a:xfrm>
              <a:off x="695560" y="1842630"/>
              <a:ext cx="2106240" cy="1402474"/>
              <a:chOff x="695560" y="1842630"/>
              <a:chExt cx="2106240" cy="1402474"/>
            </a:xfrm>
          </p:grpSpPr>
          <p:sp>
            <p:nvSpPr>
              <p:cNvPr id="295" name="Freeform 294">
                <a:extLst>
                  <a:ext uri="{FF2B5EF4-FFF2-40B4-BE49-F238E27FC236}">
                    <a16:creationId xmlns:a16="http://schemas.microsoft.com/office/drawing/2014/main" id="{BA1FFD06-6138-B951-D5D9-CBBABE7A3555}"/>
                  </a:ext>
                </a:extLst>
              </p:cNvPr>
              <p:cNvSpPr/>
              <p:nvPr/>
            </p:nvSpPr>
            <p:spPr>
              <a:xfrm>
                <a:off x="695560" y="3043682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96" name="Freeform 295">
                <a:extLst>
                  <a:ext uri="{FF2B5EF4-FFF2-40B4-BE49-F238E27FC236}">
                    <a16:creationId xmlns:a16="http://schemas.microsoft.com/office/drawing/2014/main" id="{6EAD54A6-5F73-9E13-8A76-8EEA567C1037}"/>
                  </a:ext>
                </a:extLst>
              </p:cNvPr>
              <p:cNvSpPr/>
              <p:nvPr/>
            </p:nvSpPr>
            <p:spPr>
              <a:xfrm>
                <a:off x="695560" y="2689352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97" name="Freeform 296">
                <a:extLst>
                  <a:ext uri="{FF2B5EF4-FFF2-40B4-BE49-F238E27FC236}">
                    <a16:creationId xmlns:a16="http://schemas.microsoft.com/office/drawing/2014/main" id="{879CF85D-9721-1C1B-790D-C76FB8417C70}"/>
                  </a:ext>
                </a:extLst>
              </p:cNvPr>
              <p:cNvSpPr/>
              <p:nvPr/>
            </p:nvSpPr>
            <p:spPr>
              <a:xfrm>
                <a:off x="695560" y="2334896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98" name="Freeform 297">
                <a:extLst>
                  <a:ext uri="{FF2B5EF4-FFF2-40B4-BE49-F238E27FC236}">
                    <a16:creationId xmlns:a16="http://schemas.microsoft.com/office/drawing/2014/main" id="{B868976D-11C9-E48B-A832-795720092A78}"/>
                  </a:ext>
                </a:extLst>
              </p:cNvPr>
              <p:cNvSpPr/>
              <p:nvPr/>
            </p:nvSpPr>
            <p:spPr>
              <a:xfrm>
                <a:off x="695560" y="1980439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99" name="Freeform 298">
                <a:extLst>
                  <a:ext uri="{FF2B5EF4-FFF2-40B4-BE49-F238E27FC236}">
                    <a16:creationId xmlns:a16="http://schemas.microsoft.com/office/drawing/2014/main" id="{62320CF5-6964-278C-D9A9-160E69C8D254}"/>
                  </a:ext>
                </a:extLst>
              </p:cNvPr>
              <p:cNvSpPr/>
              <p:nvPr/>
            </p:nvSpPr>
            <p:spPr>
              <a:xfrm>
                <a:off x="695560" y="3220974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0" name="Freeform 299">
                <a:extLst>
                  <a:ext uri="{FF2B5EF4-FFF2-40B4-BE49-F238E27FC236}">
                    <a16:creationId xmlns:a16="http://schemas.microsoft.com/office/drawing/2014/main" id="{95AEF7C1-C5C8-5A7F-26E7-0EDFADCE5601}"/>
                  </a:ext>
                </a:extLst>
              </p:cNvPr>
              <p:cNvSpPr/>
              <p:nvPr/>
            </p:nvSpPr>
            <p:spPr>
              <a:xfrm>
                <a:off x="695560" y="2866518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FB9131F3-2B5E-CE80-AB2C-61743AADC55D}"/>
                  </a:ext>
                </a:extLst>
              </p:cNvPr>
              <p:cNvSpPr/>
              <p:nvPr/>
            </p:nvSpPr>
            <p:spPr>
              <a:xfrm>
                <a:off x="695560" y="2512060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2" name="Freeform 301">
                <a:extLst>
                  <a:ext uri="{FF2B5EF4-FFF2-40B4-BE49-F238E27FC236}">
                    <a16:creationId xmlns:a16="http://schemas.microsoft.com/office/drawing/2014/main" id="{AB706B20-FD1B-955A-82EF-6582B0042CD5}"/>
                  </a:ext>
                </a:extLst>
              </p:cNvPr>
              <p:cNvSpPr/>
              <p:nvPr/>
            </p:nvSpPr>
            <p:spPr>
              <a:xfrm>
                <a:off x="695560" y="2157604"/>
                <a:ext cx="2091309" cy="12700"/>
              </a:xfrm>
              <a:custGeom>
                <a:avLst/>
                <a:gdLst>
                  <a:gd name="csX0" fmla="*/ 0 w 2091309"/>
                  <a:gd name="csY0" fmla="*/ 0 h 12700"/>
                  <a:gd name="csX1" fmla="*/ 2091309 w 209130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091309" h="12700">
                    <a:moveTo>
                      <a:pt x="0" y="0"/>
                    </a:moveTo>
                    <a:lnTo>
                      <a:pt x="2091309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3" name="Freeform 302">
                <a:extLst>
                  <a:ext uri="{FF2B5EF4-FFF2-40B4-BE49-F238E27FC236}">
                    <a16:creationId xmlns:a16="http://schemas.microsoft.com/office/drawing/2014/main" id="{596B45C0-7BB4-6A52-1EDA-482A7763E839}"/>
                  </a:ext>
                </a:extLst>
              </p:cNvPr>
              <p:cNvSpPr/>
              <p:nvPr/>
            </p:nvSpPr>
            <p:spPr>
              <a:xfrm>
                <a:off x="897871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97C7DD37-42B9-B54A-539A-5917F8A9D4FB}"/>
                  </a:ext>
                </a:extLst>
              </p:cNvPr>
              <p:cNvSpPr/>
              <p:nvPr/>
            </p:nvSpPr>
            <p:spPr>
              <a:xfrm>
                <a:off x="1235183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5" name="Freeform 304">
                <a:extLst>
                  <a:ext uri="{FF2B5EF4-FFF2-40B4-BE49-F238E27FC236}">
                    <a16:creationId xmlns:a16="http://schemas.microsoft.com/office/drawing/2014/main" id="{0E121270-001A-E4C1-1F55-13A8E657EFDA}"/>
                  </a:ext>
                </a:extLst>
              </p:cNvPr>
              <p:cNvSpPr/>
              <p:nvPr/>
            </p:nvSpPr>
            <p:spPr>
              <a:xfrm>
                <a:off x="1572496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6" name="Freeform 305">
                <a:extLst>
                  <a:ext uri="{FF2B5EF4-FFF2-40B4-BE49-F238E27FC236}">
                    <a16:creationId xmlns:a16="http://schemas.microsoft.com/office/drawing/2014/main" id="{EF700CE8-B1F9-D4E8-B1E4-806E0BC6F8E0}"/>
                  </a:ext>
                </a:extLst>
              </p:cNvPr>
              <p:cNvSpPr/>
              <p:nvPr/>
            </p:nvSpPr>
            <p:spPr>
              <a:xfrm>
                <a:off x="1909808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7" name="Freeform 306">
                <a:extLst>
                  <a:ext uri="{FF2B5EF4-FFF2-40B4-BE49-F238E27FC236}">
                    <a16:creationId xmlns:a16="http://schemas.microsoft.com/office/drawing/2014/main" id="{4521D9DF-4CD8-D8CA-7738-538764BF6B69}"/>
                  </a:ext>
                </a:extLst>
              </p:cNvPr>
              <p:cNvSpPr/>
              <p:nvPr/>
            </p:nvSpPr>
            <p:spPr>
              <a:xfrm>
                <a:off x="2247120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8" name="Freeform 307">
                <a:extLst>
                  <a:ext uri="{FF2B5EF4-FFF2-40B4-BE49-F238E27FC236}">
                    <a16:creationId xmlns:a16="http://schemas.microsoft.com/office/drawing/2014/main" id="{6EC545AA-CB7F-7236-FD9C-D49287ADCFB7}"/>
                  </a:ext>
                </a:extLst>
              </p:cNvPr>
              <p:cNvSpPr/>
              <p:nvPr/>
            </p:nvSpPr>
            <p:spPr>
              <a:xfrm>
                <a:off x="2584432" y="1885951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09" name="Freeform 308">
                <a:extLst>
                  <a:ext uri="{FF2B5EF4-FFF2-40B4-BE49-F238E27FC236}">
                    <a16:creationId xmlns:a16="http://schemas.microsoft.com/office/drawing/2014/main" id="{2AFAEE26-0AE8-B82D-43D3-973120626C7C}"/>
                  </a:ext>
                </a:extLst>
              </p:cNvPr>
              <p:cNvSpPr/>
              <p:nvPr/>
            </p:nvSpPr>
            <p:spPr>
              <a:xfrm>
                <a:off x="746107" y="2777871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0 w 303530"/>
                  <a:gd name="csY1" fmla="*/ 0 h 12700"/>
                  <a:gd name="csX2" fmla="*/ 303530 w 303530"/>
                  <a:gd name="csY2" fmla="*/ 0 h 12700"/>
                  <a:gd name="csX3" fmla="*/ 303530 w 303530"/>
                  <a:gd name="csY3" fmla="*/ 0 h 12700"/>
                  <a:gd name="csX4" fmla="*/ 0 w 30353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530" y="0"/>
                    </a:lnTo>
                    <a:lnTo>
                      <a:pt x="30353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0" name="Freeform 309">
                <a:extLst>
                  <a:ext uri="{FF2B5EF4-FFF2-40B4-BE49-F238E27FC236}">
                    <a16:creationId xmlns:a16="http://schemas.microsoft.com/office/drawing/2014/main" id="{18C63E38-BF06-1C89-871C-A61054703012}"/>
                  </a:ext>
                </a:extLst>
              </p:cNvPr>
              <p:cNvSpPr/>
              <p:nvPr/>
            </p:nvSpPr>
            <p:spPr>
              <a:xfrm>
                <a:off x="1083418" y="3103880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0 w 303530"/>
                  <a:gd name="csY1" fmla="*/ 0 h 12700"/>
                  <a:gd name="csX2" fmla="*/ 303530 w 303530"/>
                  <a:gd name="csY2" fmla="*/ 0 h 12700"/>
                  <a:gd name="csX3" fmla="*/ 303530 w 303530"/>
                  <a:gd name="csY3" fmla="*/ 0 h 12700"/>
                  <a:gd name="csX4" fmla="*/ 0 w 30353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530" y="0"/>
                    </a:lnTo>
                    <a:lnTo>
                      <a:pt x="30353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31AE0F7F-19AB-260A-5702-D3E56BD14696}"/>
                  </a:ext>
                </a:extLst>
              </p:cNvPr>
              <p:cNvSpPr/>
              <p:nvPr/>
            </p:nvSpPr>
            <p:spPr>
              <a:xfrm>
                <a:off x="1420730" y="2749932"/>
                <a:ext cx="303657" cy="12700"/>
              </a:xfrm>
              <a:custGeom>
                <a:avLst/>
                <a:gdLst>
                  <a:gd name="csX0" fmla="*/ 0 w 303657"/>
                  <a:gd name="csY0" fmla="*/ 0 h 12700"/>
                  <a:gd name="csX1" fmla="*/ 0 w 303657"/>
                  <a:gd name="csY1" fmla="*/ 0 h 12700"/>
                  <a:gd name="csX2" fmla="*/ 303657 w 303657"/>
                  <a:gd name="csY2" fmla="*/ 0 h 12700"/>
                  <a:gd name="csX3" fmla="*/ 303657 w 303657"/>
                  <a:gd name="csY3" fmla="*/ 0 h 12700"/>
                  <a:gd name="csX4" fmla="*/ 0 w 303657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7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CB2C7D09-6D48-E0D0-A736-00A7F8A890D1}"/>
                  </a:ext>
                </a:extLst>
              </p:cNvPr>
              <p:cNvSpPr/>
              <p:nvPr/>
            </p:nvSpPr>
            <p:spPr>
              <a:xfrm>
                <a:off x="1758042" y="3058033"/>
                <a:ext cx="303657" cy="12700"/>
              </a:xfrm>
              <a:custGeom>
                <a:avLst/>
                <a:gdLst>
                  <a:gd name="csX0" fmla="*/ 0 w 303657"/>
                  <a:gd name="csY0" fmla="*/ 0 h 12700"/>
                  <a:gd name="csX1" fmla="*/ 0 w 303657"/>
                  <a:gd name="csY1" fmla="*/ 0 h 12700"/>
                  <a:gd name="csX2" fmla="*/ 303657 w 303657"/>
                  <a:gd name="csY2" fmla="*/ 0 h 12700"/>
                  <a:gd name="csX3" fmla="*/ 303657 w 303657"/>
                  <a:gd name="csY3" fmla="*/ 0 h 12700"/>
                  <a:gd name="csX4" fmla="*/ 0 w 303657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7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3" name="Freeform 312">
                <a:extLst>
                  <a:ext uri="{FF2B5EF4-FFF2-40B4-BE49-F238E27FC236}">
                    <a16:creationId xmlns:a16="http://schemas.microsoft.com/office/drawing/2014/main" id="{5588BC45-B36B-6E3D-1520-94762C030810}"/>
                  </a:ext>
                </a:extLst>
              </p:cNvPr>
              <p:cNvSpPr/>
              <p:nvPr/>
            </p:nvSpPr>
            <p:spPr>
              <a:xfrm>
                <a:off x="2095355" y="2160143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0 w 303656"/>
                  <a:gd name="csY1" fmla="*/ 0 h 12700"/>
                  <a:gd name="csX2" fmla="*/ 303657 w 303656"/>
                  <a:gd name="csY2" fmla="*/ 0 h 12700"/>
                  <a:gd name="csX3" fmla="*/ 303657 w 303656"/>
                  <a:gd name="csY3" fmla="*/ 0 h 12700"/>
                  <a:gd name="csX4" fmla="*/ 0 w 303656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4" name="Freeform 313">
                <a:extLst>
                  <a:ext uri="{FF2B5EF4-FFF2-40B4-BE49-F238E27FC236}">
                    <a16:creationId xmlns:a16="http://schemas.microsoft.com/office/drawing/2014/main" id="{6A15826B-E731-DBAD-1B70-10F1C8FA1AD7}"/>
                  </a:ext>
                </a:extLst>
              </p:cNvPr>
              <p:cNvSpPr/>
              <p:nvPr/>
            </p:nvSpPr>
            <p:spPr>
              <a:xfrm>
                <a:off x="2432667" y="3032760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0 w 303656"/>
                  <a:gd name="csY1" fmla="*/ 0 h 12700"/>
                  <a:gd name="csX2" fmla="*/ 303657 w 303656"/>
                  <a:gd name="csY2" fmla="*/ 0 h 12700"/>
                  <a:gd name="csX3" fmla="*/ 303657 w 303656"/>
                  <a:gd name="csY3" fmla="*/ 0 h 12700"/>
                  <a:gd name="csX4" fmla="*/ 0 w 303656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03657" y="0"/>
                    </a:lnTo>
                    <a:lnTo>
                      <a:pt x="30365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5" name="Freeform 314">
                <a:extLst>
                  <a:ext uri="{FF2B5EF4-FFF2-40B4-BE49-F238E27FC236}">
                    <a16:creationId xmlns:a16="http://schemas.microsoft.com/office/drawing/2014/main" id="{9F726768-6487-E5AB-4967-F257BA41033B}"/>
                  </a:ext>
                </a:extLst>
              </p:cNvPr>
              <p:cNvSpPr/>
              <p:nvPr/>
            </p:nvSpPr>
            <p:spPr>
              <a:xfrm>
                <a:off x="746107" y="2777872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303530 w 30353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30353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6" name="Freeform 315">
                <a:extLst>
                  <a:ext uri="{FF2B5EF4-FFF2-40B4-BE49-F238E27FC236}">
                    <a16:creationId xmlns:a16="http://schemas.microsoft.com/office/drawing/2014/main" id="{AE88898F-0D3E-B576-0BE8-D604901BA6AB}"/>
                  </a:ext>
                </a:extLst>
              </p:cNvPr>
              <p:cNvSpPr/>
              <p:nvPr/>
            </p:nvSpPr>
            <p:spPr>
              <a:xfrm>
                <a:off x="1083419" y="3103881"/>
                <a:ext cx="303530" cy="12700"/>
              </a:xfrm>
              <a:custGeom>
                <a:avLst/>
                <a:gdLst>
                  <a:gd name="csX0" fmla="*/ 0 w 303530"/>
                  <a:gd name="csY0" fmla="*/ 0 h 12700"/>
                  <a:gd name="csX1" fmla="*/ 303530 w 30353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530" h="12700">
                    <a:moveTo>
                      <a:pt x="0" y="0"/>
                    </a:moveTo>
                    <a:lnTo>
                      <a:pt x="30353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7" name="Freeform 316">
                <a:extLst>
                  <a:ext uri="{FF2B5EF4-FFF2-40B4-BE49-F238E27FC236}">
                    <a16:creationId xmlns:a16="http://schemas.microsoft.com/office/drawing/2014/main" id="{F3454806-B4A3-E8F5-A8D8-AB3953AB507A}"/>
                  </a:ext>
                </a:extLst>
              </p:cNvPr>
              <p:cNvSpPr/>
              <p:nvPr/>
            </p:nvSpPr>
            <p:spPr>
              <a:xfrm>
                <a:off x="1420731" y="2749932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8" name="Freeform 317">
                <a:extLst>
                  <a:ext uri="{FF2B5EF4-FFF2-40B4-BE49-F238E27FC236}">
                    <a16:creationId xmlns:a16="http://schemas.microsoft.com/office/drawing/2014/main" id="{169EFE2C-0478-9DFD-BCBE-BDEBF2EA9459}"/>
                  </a:ext>
                </a:extLst>
              </p:cNvPr>
              <p:cNvSpPr/>
              <p:nvPr/>
            </p:nvSpPr>
            <p:spPr>
              <a:xfrm>
                <a:off x="1758043" y="3058034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19" name="Freeform 318">
                <a:extLst>
                  <a:ext uri="{FF2B5EF4-FFF2-40B4-BE49-F238E27FC236}">
                    <a16:creationId xmlns:a16="http://schemas.microsoft.com/office/drawing/2014/main" id="{C070C699-257A-03E8-3EF0-A76EF74C0474}"/>
                  </a:ext>
                </a:extLst>
              </p:cNvPr>
              <p:cNvSpPr/>
              <p:nvPr/>
            </p:nvSpPr>
            <p:spPr>
              <a:xfrm>
                <a:off x="2095355" y="2160144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0" name="Freeform 319">
                <a:extLst>
                  <a:ext uri="{FF2B5EF4-FFF2-40B4-BE49-F238E27FC236}">
                    <a16:creationId xmlns:a16="http://schemas.microsoft.com/office/drawing/2014/main" id="{084443EB-9656-48CC-3F59-229BD94F1A49}"/>
                  </a:ext>
                </a:extLst>
              </p:cNvPr>
              <p:cNvSpPr/>
              <p:nvPr/>
            </p:nvSpPr>
            <p:spPr>
              <a:xfrm>
                <a:off x="2432667" y="3032761"/>
                <a:ext cx="303656" cy="12700"/>
              </a:xfrm>
              <a:custGeom>
                <a:avLst/>
                <a:gdLst>
                  <a:gd name="csX0" fmla="*/ 0 w 303656"/>
                  <a:gd name="csY0" fmla="*/ 0 h 12700"/>
                  <a:gd name="csX1" fmla="*/ 303657 w 3036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3656" h="12700">
                    <a:moveTo>
                      <a:pt x="0" y="0"/>
                    </a:moveTo>
                    <a:lnTo>
                      <a:pt x="303657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1" name="Freeform 320">
                <a:extLst>
                  <a:ext uri="{FF2B5EF4-FFF2-40B4-BE49-F238E27FC236}">
                    <a16:creationId xmlns:a16="http://schemas.microsoft.com/office/drawing/2014/main" id="{1158B448-75B9-D122-28AC-FDC6085AEE59}"/>
                  </a:ext>
                </a:extLst>
              </p:cNvPr>
              <p:cNvSpPr/>
              <p:nvPr/>
            </p:nvSpPr>
            <p:spPr>
              <a:xfrm>
                <a:off x="830435" y="2712340"/>
                <a:ext cx="134873" cy="12700"/>
              </a:xfrm>
              <a:custGeom>
                <a:avLst/>
                <a:gdLst>
                  <a:gd name="csX0" fmla="*/ 0 w 134873"/>
                  <a:gd name="csY0" fmla="*/ 0 h 12700"/>
                  <a:gd name="csX1" fmla="*/ 134874 w 13487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3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2" name="Freeform 321">
                <a:extLst>
                  <a:ext uri="{FF2B5EF4-FFF2-40B4-BE49-F238E27FC236}">
                    <a16:creationId xmlns:a16="http://schemas.microsoft.com/office/drawing/2014/main" id="{2D9A83BC-07B7-F285-6307-F8814AE42D27}"/>
                  </a:ext>
                </a:extLst>
              </p:cNvPr>
              <p:cNvSpPr/>
              <p:nvPr/>
            </p:nvSpPr>
            <p:spPr>
              <a:xfrm>
                <a:off x="897871" y="2712340"/>
                <a:ext cx="12700" cy="130936"/>
              </a:xfrm>
              <a:custGeom>
                <a:avLst/>
                <a:gdLst>
                  <a:gd name="csX0" fmla="*/ 0 w 12700"/>
                  <a:gd name="csY0" fmla="*/ 0 h 130936"/>
                  <a:gd name="csX1" fmla="*/ 0 w 12700"/>
                  <a:gd name="csY1" fmla="*/ 130937 h 1309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0936">
                    <a:moveTo>
                      <a:pt x="0" y="0"/>
                    </a:moveTo>
                    <a:lnTo>
                      <a:pt x="0" y="13093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3" name="Freeform 322">
                <a:extLst>
                  <a:ext uri="{FF2B5EF4-FFF2-40B4-BE49-F238E27FC236}">
                    <a16:creationId xmlns:a16="http://schemas.microsoft.com/office/drawing/2014/main" id="{374441E9-8E9D-F9F6-65CD-AD7B76D4A673}"/>
                  </a:ext>
                </a:extLst>
              </p:cNvPr>
              <p:cNvSpPr/>
              <p:nvPr/>
            </p:nvSpPr>
            <p:spPr>
              <a:xfrm>
                <a:off x="830435" y="2843277"/>
                <a:ext cx="134873" cy="12700"/>
              </a:xfrm>
              <a:custGeom>
                <a:avLst/>
                <a:gdLst>
                  <a:gd name="csX0" fmla="*/ 0 w 134873"/>
                  <a:gd name="csY0" fmla="*/ 0 h 12700"/>
                  <a:gd name="csX1" fmla="*/ 134874 w 13487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3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4" name="Freeform 323">
                <a:extLst>
                  <a:ext uri="{FF2B5EF4-FFF2-40B4-BE49-F238E27FC236}">
                    <a16:creationId xmlns:a16="http://schemas.microsoft.com/office/drawing/2014/main" id="{29314DF4-1065-6836-4B61-32312A9704BE}"/>
                  </a:ext>
                </a:extLst>
              </p:cNvPr>
              <p:cNvSpPr/>
              <p:nvPr/>
            </p:nvSpPr>
            <p:spPr>
              <a:xfrm>
                <a:off x="1167746" y="3073146"/>
                <a:ext cx="134874" cy="12700"/>
              </a:xfrm>
              <a:custGeom>
                <a:avLst/>
                <a:gdLst>
                  <a:gd name="csX0" fmla="*/ 0 w 134874"/>
                  <a:gd name="csY0" fmla="*/ 0 h 12700"/>
                  <a:gd name="csX1" fmla="*/ 134874 w 13487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4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25" name="Freeform 324">
                <a:extLst>
                  <a:ext uri="{FF2B5EF4-FFF2-40B4-BE49-F238E27FC236}">
                    <a16:creationId xmlns:a16="http://schemas.microsoft.com/office/drawing/2014/main" id="{0CC975D5-F9FF-BB4F-0FFC-910BABDF6496}"/>
                  </a:ext>
                </a:extLst>
              </p:cNvPr>
              <p:cNvSpPr/>
              <p:nvPr/>
            </p:nvSpPr>
            <p:spPr>
              <a:xfrm>
                <a:off x="1235183" y="3073146"/>
                <a:ext cx="12700" cy="61468"/>
              </a:xfrm>
              <a:custGeom>
                <a:avLst/>
                <a:gdLst>
                  <a:gd name="csX0" fmla="*/ 0 w 12700"/>
                  <a:gd name="csY0" fmla="*/ 0 h 61468"/>
                  <a:gd name="csX1" fmla="*/ 0 w 12700"/>
                  <a:gd name="csY1" fmla="*/ 61468 h 614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1468">
                    <a:moveTo>
                      <a:pt x="0" y="0"/>
                    </a:moveTo>
                    <a:lnTo>
                      <a:pt x="0" y="6146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0" name="Freeform 329">
                <a:extLst>
                  <a:ext uri="{FF2B5EF4-FFF2-40B4-BE49-F238E27FC236}">
                    <a16:creationId xmlns:a16="http://schemas.microsoft.com/office/drawing/2014/main" id="{B75F8F7A-E575-9C8C-C2E0-F38C114E3FE9}"/>
                  </a:ext>
                </a:extLst>
              </p:cNvPr>
              <p:cNvSpPr/>
              <p:nvPr/>
            </p:nvSpPr>
            <p:spPr>
              <a:xfrm>
                <a:off x="1167746" y="3134615"/>
                <a:ext cx="134874" cy="12700"/>
              </a:xfrm>
              <a:custGeom>
                <a:avLst/>
                <a:gdLst>
                  <a:gd name="csX0" fmla="*/ 0 w 134874"/>
                  <a:gd name="csY0" fmla="*/ 0 h 12700"/>
                  <a:gd name="csX1" fmla="*/ 134874 w 13487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4874" h="12700">
                    <a:moveTo>
                      <a:pt x="0" y="0"/>
                    </a:moveTo>
                    <a:lnTo>
                      <a:pt x="134874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1" name="Freeform 330">
                <a:extLst>
                  <a:ext uri="{FF2B5EF4-FFF2-40B4-BE49-F238E27FC236}">
                    <a16:creationId xmlns:a16="http://schemas.microsoft.com/office/drawing/2014/main" id="{873251CA-96E3-C2E5-68D0-428CC38690E0}"/>
                  </a:ext>
                </a:extLst>
              </p:cNvPr>
              <p:cNvSpPr/>
              <p:nvPr/>
            </p:nvSpPr>
            <p:spPr>
              <a:xfrm>
                <a:off x="1505058" y="2545842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2" name="Freeform 331">
                <a:extLst>
                  <a:ext uri="{FF2B5EF4-FFF2-40B4-BE49-F238E27FC236}">
                    <a16:creationId xmlns:a16="http://schemas.microsoft.com/office/drawing/2014/main" id="{72A0BB05-F500-0BD2-8EC6-949CE7D896C6}"/>
                  </a:ext>
                </a:extLst>
              </p:cNvPr>
              <p:cNvSpPr/>
              <p:nvPr/>
            </p:nvSpPr>
            <p:spPr>
              <a:xfrm>
                <a:off x="1572496" y="2545842"/>
                <a:ext cx="12700" cy="408178"/>
              </a:xfrm>
              <a:custGeom>
                <a:avLst/>
                <a:gdLst>
                  <a:gd name="csX0" fmla="*/ 0 w 12700"/>
                  <a:gd name="csY0" fmla="*/ 0 h 408178"/>
                  <a:gd name="csX1" fmla="*/ 0 w 12700"/>
                  <a:gd name="csY1" fmla="*/ 408178 h 4081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08178">
                    <a:moveTo>
                      <a:pt x="0" y="0"/>
                    </a:moveTo>
                    <a:lnTo>
                      <a:pt x="0" y="40817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3" name="Freeform 332">
                <a:extLst>
                  <a:ext uri="{FF2B5EF4-FFF2-40B4-BE49-F238E27FC236}">
                    <a16:creationId xmlns:a16="http://schemas.microsoft.com/office/drawing/2014/main" id="{CC6533BF-56EC-3ED4-3243-31FF06FCD493}"/>
                  </a:ext>
                </a:extLst>
              </p:cNvPr>
              <p:cNvSpPr/>
              <p:nvPr/>
            </p:nvSpPr>
            <p:spPr>
              <a:xfrm>
                <a:off x="1505058" y="2954021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4" name="Freeform 333">
                <a:extLst>
                  <a:ext uri="{FF2B5EF4-FFF2-40B4-BE49-F238E27FC236}">
                    <a16:creationId xmlns:a16="http://schemas.microsoft.com/office/drawing/2014/main" id="{AAB68EAD-12AA-DD71-2BBE-274353DB8699}"/>
                  </a:ext>
                </a:extLst>
              </p:cNvPr>
              <p:cNvSpPr/>
              <p:nvPr/>
            </p:nvSpPr>
            <p:spPr>
              <a:xfrm>
                <a:off x="1842370" y="2991232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5" name="Freeform 334">
                <a:extLst>
                  <a:ext uri="{FF2B5EF4-FFF2-40B4-BE49-F238E27FC236}">
                    <a16:creationId xmlns:a16="http://schemas.microsoft.com/office/drawing/2014/main" id="{49C92C66-C247-F99E-6F00-A513F0F54D6A}"/>
                  </a:ext>
                </a:extLst>
              </p:cNvPr>
              <p:cNvSpPr/>
              <p:nvPr/>
            </p:nvSpPr>
            <p:spPr>
              <a:xfrm>
                <a:off x="1909808" y="2991232"/>
                <a:ext cx="12700" cy="133603"/>
              </a:xfrm>
              <a:custGeom>
                <a:avLst/>
                <a:gdLst>
                  <a:gd name="csX0" fmla="*/ 0 w 12700"/>
                  <a:gd name="csY0" fmla="*/ 0 h 133603"/>
                  <a:gd name="csX1" fmla="*/ 0 w 12700"/>
                  <a:gd name="csY1" fmla="*/ 133604 h 1336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3603">
                    <a:moveTo>
                      <a:pt x="0" y="0"/>
                    </a:moveTo>
                    <a:lnTo>
                      <a:pt x="0" y="13360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6" name="Freeform 335">
                <a:extLst>
                  <a:ext uri="{FF2B5EF4-FFF2-40B4-BE49-F238E27FC236}">
                    <a16:creationId xmlns:a16="http://schemas.microsoft.com/office/drawing/2014/main" id="{F91A7DF3-7F24-8B40-DC72-B4D3FB1960B5}"/>
                  </a:ext>
                </a:extLst>
              </p:cNvPr>
              <p:cNvSpPr/>
              <p:nvPr/>
            </p:nvSpPr>
            <p:spPr>
              <a:xfrm>
                <a:off x="1842370" y="3124835"/>
                <a:ext cx="135001" cy="12700"/>
              </a:xfrm>
              <a:custGeom>
                <a:avLst/>
                <a:gdLst>
                  <a:gd name="csX0" fmla="*/ 0 w 135001"/>
                  <a:gd name="csY0" fmla="*/ 0 h 12700"/>
                  <a:gd name="csX1" fmla="*/ 135001 w 13500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001" h="12700">
                    <a:moveTo>
                      <a:pt x="0" y="0"/>
                    </a:moveTo>
                    <a:lnTo>
                      <a:pt x="13500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7" name="Oval 336">
                <a:extLst>
                  <a:ext uri="{FF2B5EF4-FFF2-40B4-BE49-F238E27FC236}">
                    <a16:creationId xmlns:a16="http://schemas.microsoft.com/office/drawing/2014/main" id="{39B30262-5F14-B238-EEEA-17B380E42FBB}"/>
                  </a:ext>
                </a:extLst>
              </p:cNvPr>
              <p:cNvSpPr/>
              <p:nvPr/>
            </p:nvSpPr>
            <p:spPr>
              <a:xfrm>
                <a:off x="1513822" y="2514220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8" name="Oval 337">
                <a:extLst>
                  <a:ext uri="{FF2B5EF4-FFF2-40B4-BE49-F238E27FC236}">
                    <a16:creationId xmlns:a16="http://schemas.microsoft.com/office/drawing/2014/main" id="{CF8CF7F1-FCFA-5989-BFF0-58A64F7547B4}"/>
                  </a:ext>
                </a:extLst>
              </p:cNvPr>
              <p:cNvSpPr/>
              <p:nvPr/>
            </p:nvSpPr>
            <p:spPr>
              <a:xfrm>
                <a:off x="1880851" y="3093213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39" name="Oval 338">
                <a:extLst>
                  <a:ext uri="{FF2B5EF4-FFF2-40B4-BE49-F238E27FC236}">
                    <a16:creationId xmlns:a16="http://schemas.microsoft.com/office/drawing/2014/main" id="{418B1D61-A21F-CD89-256F-E7AED42AEA12}"/>
                  </a:ext>
                </a:extLst>
              </p:cNvPr>
              <p:cNvSpPr/>
              <p:nvPr/>
            </p:nvSpPr>
            <p:spPr>
              <a:xfrm>
                <a:off x="880599" y="2700275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0" name="Oval 339">
                <a:extLst>
                  <a:ext uri="{FF2B5EF4-FFF2-40B4-BE49-F238E27FC236}">
                    <a16:creationId xmlns:a16="http://schemas.microsoft.com/office/drawing/2014/main" id="{CC34CE60-6783-67D9-6EF2-194AE543E718}"/>
                  </a:ext>
                </a:extLst>
              </p:cNvPr>
              <p:cNvSpPr/>
              <p:nvPr/>
            </p:nvSpPr>
            <p:spPr>
              <a:xfrm>
                <a:off x="1187686" y="3099436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1" name="Oval 340">
                <a:extLst>
                  <a:ext uri="{FF2B5EF4-FFF2-40B4-BE49-F238E27FC236}">
                    <a16:creationId xmlns:a16="http://schemas.microsoft.com/office/drawing/2014/main" id="{0B34DBD7-4880-912E-694A-9C96BE2EF4A7}"/>
                  </a:ext>
                </a:extLst>
              </p:cNvPr>
              <p:cNvSpPr/>
              <p:nvPr/>
            </p:nvSpPr>
            <p:spPr>
              <a:xfrm>
                <a:off x="877424" y="2493646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076334D6-F20A-D329-5BF1-3F938D0F6D62}"/>
                  </a:ext>
                </a:extLst>
              </p:cNvPr>
              <p:cNvSpPr/>
              <p:nvPr/>
            </p:nvSpPr>
            <p:spPr>
              <a:xfrm>
                <a:off x="1177653" y="3151760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7F270ACA-EB9F-334E-A148-4C7A4CFA590E}"/>
                  </a:ext>
                </a:extLst>
              </p:cNvPr>
              <p:cNvSpPr/>
              <p:nvPr/>
            </p:nvSpPr>
            <p:spPr>
              <a:xfrm>
                <a:off x="891776" y="2676526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F72DE5DC-AEBE-DE82-9900-95A46770E30E}"/>
                  </a:ext>
                </a:extLst>
              </p:cNvPr>
              <p:cNvSpPr/>
              <p:nvPr/>
            </p:nvSpPr>
            <p:spPr>
              <a:xfrm>
                <a:off x="1220325" y="2910079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0A98DC9E-1FA0-7546-C19A-221B86C42C22}"/>
                  </a:ext>
                </a:extLst>
              </p:cNvPr>
              <p:cNvSpPr/>
              <p:nvPr/>
            </p:nvSpPr>
            <p:spPr>
              <a:xfrm>
                <a:off x="1513695" y="2922398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6" name="Oval 345">
                <a:extLst>
                  <a:ext uri="{FF2B5EF4-FFF2-40B4-BE49-F238E27FC236}">
                    <a16:creationId xmlns:a16="http://schemas.microsoft.com/office/drawing/2014/main" id="{80BE4F3C-86EC-6212-1847-BB0B6492C8AE}"/>
                  </a:ext>
                </a:extLst>
              </p:cNvPr>
              <p:cNvSpPr/>
              <p:nvPr/>
            </p:nvSpPr>
            <p:spPr>
              <a:xfrm>
                <a:off x="1836274" y="2959609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7" name="Oval 346">
                <a:extLst>
                  <a:ext uri="{FF2B5EF4-FFF2-40B4-BE49-F238E27FC236}">
                    <a16:creationId xmlns:a16="http://schemas.microsoft.com/office/drawing/2014/main" id="{FC23F76F-808E-8436-28CF-1880285615E8}"/>
                  </a:ext>
                </a:extLst>
              </p:cNvPr>
              <p:cNvSpPr/>
              <p:nvPr/>
            </p:nvSpPr>
            <p:spPr>
              <a:xfrm>
                <a:off x="884663" y="2750440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8" name="Oval 347">
                <a:extLst>
                  <a:ext uri="{FF2B5EF4-FFF2-40B4-BE49-F238E27FC236}">
                    <a16:creationId xmlns:a16="http://schemas.microsoft.com/office/drawing/2014/main" id="{CEA3CED9-C7F7-5AAE-5688-651438C2EAA5}"/>
                  </a:ext>
                </a:extLst>
              </p:cNvPr>
              <p:cNvSpPr/>
              <p:nvPr/>
            </p:nvSpPr>
            <p:spPr>
              <a:xfrm>
                <a:off x="1165969" y="3142362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49" name="Oval 348">
                <a:extLst>
                  <a:ext uri="{FF2B5EF4-FFF2-40B4-BE49-F238E27FC236}">
                    <a16:creationId xmlns:a16="http://schemas.microsoft.com/office/drawing/2014/main" id="{F1344333-746D-58FE-6237-08E62F315DF3}"/>
                  </a:ext>
                </a:extLst>
              </p:cNvPr>
              <p:cNvSpPr/>
              <p:nvPr/>
            </p:nvSpPr>
            <p:spPr>
              <a:xfrm>
                <a:off x="869805" y="2695322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0" name="Oval 349">
                <a:extLst>
                  <a:ext uri="{FF2B5EF4-FFF2-40B4-BE49-F238E27FC236}">
                    <a16:creationId xmlns:a16="http://schemas.microsoft.com/office/drawing/2014/main" id="{17E94728-7447-01C3-7509-C148BE0AA859}"/>
                  </a:ext>
                </a:extLst>
              </p:cNvPr>
              <p:cNvSpPr/>
              <p:nvPr/>
            </p:nvSpPr>
            <p:spPr>
              <a:xfrm>
                <a:off x="1241788" y="307975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1" name="Oval 350">
                <a:extLst>
                  <a:ext uri="{FF2B5EF4-FFF2-40B4-BE49-F238E27FC236}">
                    <a16:creationId xmlns:a16="http://schemas.microsoft.com/office/drawing/2014/main" id="{012D20CA-0B14-96D1-0B46-ACDE5BDCA7C5}"/>
                  </a:ext>
                </a:extLst>
              </p:cNvPr>
              <p:cNvSpPr/>
              <p:nvPr/>
            </p:nvSpPr>
            <p:spPr>
              <a:xfrm>
                <a:off x="2188954" y="2128521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2" name="Oval 351">
                <a:extLst>
                  <a:ext uri="{FF2B5EF4-FFF2-40B4-BE49-F238E27FC236}">
                    <a16:creationId xmlns:a16="http://schemas.microsoft.com/office/drawing/2014/main" id="{F2882DF2-657A-53EA-63BA-FC2964A8CAFB}"/>
                  </a:ext>
                </a:extLst>
              </p:cNvPr>
              <p:cNvSpPr/>
              <p:nvPr/>
            </p:nvSpPr>
            <p:spPr>
              <a:xfrm>
                <a:off x="2565636" y="3001138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3" name="Oval 352">
                <a:extLst>
                  <a:ext uri="{FF2B5EF4-FFF2-40B4-BE49-F238E27FC236}">
                    <a16:creationId xmlns:a16="http://schemas.microsoft.com/office/drawing/2014/main" id="{56128BAB-3F34-715D-F7EB-8A654A955229}"/>
                  </a:ext>
                </a:extLst>
              </p:cNvPr>
              <p:cNvSpPr/>
              <p:nvPr/>
            </p:nvSpPr>
            <p:spPr>
              <a:xfrm>
                <a:off x="829799" y="2851659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4" name="Oval 353">
                <a:extLst>
                  <a:ext uri="{FF2B5EF4-FFF2-40B4-BE49-F238E27FC236}">
                    <a16:creationId xmlns:a16="http://schemas.microsoft.com/office/drawing/2014/main" id="{D7E66010-E823-2918-918C-2BC18EC46E29}"/>
                  </a:ext>
                </a:extLst>
              </p:cNvPr>
              <p:cNvSpPr/>
              <p:nvPr/>
            </p:nvSpPr>
            <p:spPr>
              <a:xfrm>
                <a:off x="1184638" y="3085085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5" name="Oval 354">
                <a:extLst>
                  <a:ext uri="{FF2B5EF4-FFF2-40B4-BE49-F238E27FC236}">
                    <a16:creationId xmlns:a16="http://schemas.microsoft.com/office/drawing/2014/main" id="{A97BDAA8-4F86-18BE-9557-2EB612CD7BAC}"/>
                  </a:ext>
                </a:extLst>
              </p:cNvPr>
              <p:cNvSpPr/>
              <p:nvPr/>
            </p:nvSpPr>
            <p:spPr>
              <a:xfrm>
                <a:off x="868027" y="305562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6" name="Oval 355">
                <a:extLst>
                  <a:ext uri="{FF2B5EF4-FFF2-40B4-BE49-F238E27FC236}">
                    <a16:creationId xmlns:a16="http://schemas.microsoft.com/office/drawing/2014/main" id="{F9B1DF83-4D67-B960-84FF-B8955375051E}"/>
                  </a:ext>
                </a:extLst>
              </p:cNvPr>
              <p:cNvSpPr/>
              <p:nvPr/>
            </p:nvSpPr>
            <p:spPr>
              <a:xfrm>
                <a:off x="1163302" y="3037206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85E934B6-CA09-25FB-3C46-DEF489CFFC92}"/>
                  </a:ext>
                </a:extLst>
              </p:cNvPr>
              <p:cNvSpPr txBox="1"/>
              <p:nvPr/>
            </p:nvSpPr>
            <p:spPr>
              <a:xfrm>
                <a:off x="1046670" y="1842630"/>
                <a:ext cx="3770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 </a:t>
                </a:r>
              </a:p>
            </p:txBody>
          </p:sp>
          <p:sp>
            <p:nvSpPr>
              <p:cNvPr id="358" name="TextBox 357">
                <a:extLst>
                  <a:ext uri="{FF2B5EF4-FFF2-40B4-BE49-F238E27FC236}">
                    <a16:creationId xmlns:a16="http://schemas.microsoft.com/office/drawing/2014/main" id="{AA749A8A-FB5A-FF74-5260-31712AD9459D}"/>
                  </a:ext>
                </a:extLst>
              </p:cNvPr>
              <p:cNvSpPr txBox="1"/>
              <p:nvPr/>
            </p:nvSpPr>
            <p:spPr>
              <a:xfrm>
                <a:off x="1705265" y="1842630"/>
                <a:ext cx="40908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 </a:t>
                </a:r>
              </a:p>
            </p:txBody>
          </p:sp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05FA15E0-D08E-8BF3-C98F-E46D692B3A73}"/>
                  </a:ext>
                </a:extLst>
              </p:cNvPr>
              <p:cNvSpPr txBox="1"/>
              <p:nvPr/>
            </p:nvSpPr>
            <p:spPr>
              <a:xfrm>
                <a:off x="2367065" y="1842630"/>
                <a:ext cx="43473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 </a:t>
                </a:r>
              </a:p>
            </p:txBody>
          </p:sp>
          <p:sp>
            <p:nvSpPr>
              <p:cNvPr id="360" name="TextBox 359">
                <a:extLst>
                  <a:ext uri="{FF2B5EF4-FFF2-40B4-BE49-F238E27FC236}">
                    <a16:creationId xmlns:a16="http://schemas.microsoft.com/office/drawing/2014/main" id="{7E2AA45F-1B5B-E5C6-4049-423EF51DDA47}"/>
                  </a:ext>
                </a:extLst>
              </p:cNvPr>
              <p:cNvSpPr txBox="1"/>
              <p:nvPr/>
            </p:nvSpPr>
            <p:spPr>
              <a:xfrm>
                <a:off x="712564" y="1842630"/>
                <a:ext cx="37061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 </a:t>
                </a:r>
              </a:p>
            </p:txBody>
          </p:sp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604990C5-63DF-8EC4-0BE9-5652E738A552}"/>
                  </a:ext>
                </a:extLst>
              </p:cNvPr>
              <p:cNvSpPr txBox="1"/>
              <p:nvPr/>
            </p:nvSpPr>
            <p:spPr>
              <a:xfrm>
                <a:off x="1371158" y="1842630"/>
                <a:ext cx="40267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bc </a:t>
                </a:r>
              </a:p>
            </p:txBody>
          </p:sp>
          <p:sp>
            <p:nvSpPr>
              <p:cNvPr id="366" name="TextBox 365">
                <a:extLst>
                  <a:ext uri="{FF2B5EF4-FFF2-40B4-BE49-F238E27FC236}">
                    <a16:creationId xmlns:a16="http://schemas.microsoft.com/office/drawing/2014/main" id="{9FE88A27-DF53-351A-2183-4101644EA9D1}"/>
                  </a:ext>
                </a:extLst>
              </p:cNvPr>
              <p:cNvSpPr txBox="1"/>
              <p:nvPr/>
            </p:nvSpPr>
            <p:spPr>
              <a:xfrm>
                <a:off x="2058606" y="1842630"/>
                <a:ext cx="37702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 d</a:t>
                </a:r>
              </a:p>
            </p:txBody>
          </p:sp>
        </p:grpSp>
        <p:grpSp>
          <p:nvGrpSpPr>
            <p:cNvPr id="367" name="Graphic 8">
              <a:extLst>
                <a:ext uri="{FF2B5EF4-FFF2-40B4-BE49-F238E27FC236}">
                  <a16:creationId xmlns:a16="http://schemas.microsoft.com/office/drawing/2014/main" id="{C72E1214-5356-29CD-2331-D95A36EE8EAD}"/>
                </a:ext>
              </a:extLst>
            </p:cNvPr>
            <p:cNvGrpSpPr/>
            <p:nvPr/>
          </p:nvGrpSpPr>
          <p:grpSpPr>
            <a:xfrm>
              <a:off x="107549" y="1977868"/>
              <a:ext cx="2669404" cy="1509312"/>
              <a:chOff x="107549" y="1977868"/>
              <a:chExt cx="2669404" cy="1509312"/>
            </a:xfrm>
          </p:grpSpPr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996D5E4B-19CE-F9AC-735B-7197B8C0636F}"/>
                  </a:ext>
                </a:extLst>
              </p:cNvPr>
              <p:cNvSpPr txBox="1"/>
              <p:nvPr/>
            </p:nvSpPr>
            <p:spPr>
              <a:xfrm>
                <a:off x="301209" y="3114086"/>
                <a:ext cx="43954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90%</a:t>
                </a:r>
              </a:p>
            </p:txBody>
          </p:sp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3C38CAFD-F543-1178-45DF-2D4754AC79D3}"/>
                  </a:ext>
                </a:extLst>
              </p:cNvPr>
              <p:cNvSpPr txBox="1"/>
              <p:nvPr/>
            </p:nvSpPr>
            <p:spPr>
              <a:xfrm>
                <a:off x="234864" y="2759629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120%</a:t>
                </a:r>
              </a:p>
            </p:txBody>
          </p:sp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00FFD7BB-54EF-67F4-95FD-1CAFD4259940}"/>
                  </a:ext>
                </a:extLst>
              </p:cNvPr>
              <p:cNvSpPr txBox="1"/>
              <p:nvPr/>
            </p:nvSpPr>
            <p:spPr>
              <a:xfrm>
                <a:off x="234864" y="2405172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150%</a:t>
                </a: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A6D823A9-9C5B-40DE-5F33-0C9AD27E2D1A}"/>
                  </a:ext>
                </a:extLst>
              </p:cNvPr>
              <p:cNvSpPr txBox="1"/>
              <p:nvPr/>
            </p:nvSpPr>
            <p:spPr>
              <a:xfrm>
                <a:off x="234864" y="2050715"/>
                <a:ext cx="51007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180%</a:t>
                </a:r>
              </a:p>
            </p:txBody>
          </p:sp>
          <p:sp>
            <p:nvSpPr>
              <p:cNvPr id="372" name="TextBox 371">
                <a:extLst>
                  <a:ext uri="{FF2B5EF4-FFF2-40B4-BE49-F238E27FC236}">
                    <a16:creationId xmlns:a16="http://schemas.microsoft.com/office/drawing/2014/main" id="{A06F0373-B9FF-592A-5A36-F95F0E208617}"/>
                  </a:ext>
                </a:extLst>
              </p:cNvPr>
              <p:cNvSpPr txBox="1"/>
              <p:nvPr/>
            </p:nvSpPr>
            <p:spPr>
              <a:xfrm>
                <a:off x="787905" y="3240959"/>
                <a:ext cx="21993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373" name="TextBox 372">
                <a:extLst>
                  <a:ext uri="{FF2B5EF4-FFF2-40B4-BE49-F238E27FC236}">
                    <a16:creationId xmlns:a16="http://schemas.microsoft.com/office/drawing/2014/main" id="{DE3E82C1-1974-A749-7DB6-AC22735C2339}"/>
                  </a:ext>
                </a:extLst>
              </p:cNvPr>
              <p:cNvSpPr txBox="1"/>
              <p:nvPr/>
            </p:nvSpPr>
            <p:spPr>
              <a:xfrm>
                <a:off x="1082738" y="3240959"/>
                <a:ext cx="3048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374" name="TextBox 373">
                <a:extLst>
                  <a:ext uri="{FF2B5EF4-FFF2-40B4-BE49-F238E27FC236}">
                    <a16:creationId xmlns:a16="http://schemas.microsoft.com/office/drawing/2014/main" id="{429A81A1-8F66-FB92-2408-D9A78D8DA41B}"/>
                  </a:ext>
                </a:extLst>
              </p:cNvPr>
              <p:cNvSpPr txBox="1"/>
              <p:nvPr/>
            </p:nvSpPr>
            <p:spPr>
              <a:xfrm>
                <a:off x="1427263" y="3240959"/>
                <a:ext cx="29046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375" name="TextBox 374">
                <a:extLst>
                  <a:ext uri="{FF2B5EF4-FFF2-40B4-BE49-F238E27FC236}">
                    <a16:creationId xmlns:a16="http://schemas.microsoft.com/office/drawing/2014/main" id="{D27924A1-CAD8-88A0-41BA-E3200C43B2F4}"/>
                  </a:ext>
                </a:extLst>
              </p:cNvPr>
              <p:cNvSpPr txBox="1"/>
              <p:nvPr/>
            </p:nvSpPr>
            <p:spPr>
              <a:xfrm>
                <a:off x="1722096" y="3240959"/>
                <a:ext cx="3754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C55441B4-B5A3-6184-9FE1-E4A74D890E8B}"/>
                  </a:ext>
                </a:extLst>
              </p:cNvPr>
              <p:cNvSpPr txBox="1"/>
              <p:nvPr/>
            </p:nvSpPr>
            <p:spPr>
              <a:xfrm>
                <a:off x="2069026" y="3240959"/>
                <a:ext cx="35618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D915DAA9-0EB6-67B8-C18D-D4C25E82B717}"/>
                  </a:ext>
                </a:extLst>
              </p:cNvPr>
              <p:cNvSpPr txBox="1"/>
              <p:nvPr/>
            </p:nvSpPr>
            <p:spPr>
              <a:xfrm>
                <a:off x="2391911" y="3240959"/>
                <a:ext cx="3850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E0CBB27F-863C-9163-854B-E09845701E71}"/>
                  </a:ext>
                </a:extLst>
              </p:cNvPr>
              <p:cNvSpPr txBox="1"/>
              <p:nvPr/>
            </p:nvSpPr>
            <p:spPr>
              <a:xfrm rot="16200000">
                <a:off x="-353154" y="2438571"/>
                <a:ext cx="1175322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Change Mass %</a:t>
                </a:r>
              </a:p>
            </p:txBody>
          </p:sp>
        </p:grpSp>
      </p:grpSp>
      <p:grpSp>
        <p:nvGrpSpPr>
          <p:cNvPr id="21" name="Graphic 15">
            <a:extLst>
              <a:ext uri="{FF2B5EF4-FFF2-40B4-BE49-F238E27FC236}">
                <a16:creationId xmlns:a16="http://schemas.microsoft.com/office/drawing/2014/main" id="{347238A0-2806-9014-C620-AA655AB2BD8D}"/>
              </a:ext>
            </a:extLst>
          </p:cNvPr>
          <p:cNvGrpSpPr/>
          <p:nvPr/>
        </p:nvGrpSpPr>
        <p:grpSpPr>
          <a:xfrm>
            <a:off x="2838798" y="189064"/>
            <a:ext cx="2596387" cy="1728046"/>
            <a:chOff x="3004313" y="138534"/>
            <a:chExt cx="2747769" cy="1828799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707A60A-6004-44B1-F640-307805723849}"/>
                </a:ext>
              </a:extLst>
            </p:cNvPr>
            <p:cNvSpPr/>
            <p:nvPr/>
          </p:nvSpPr>
          <p:spPr>
            <a:xfrm>
              <a:off x="3008883" y="138534"/>
              <a:ext cx="2743199" cy="1828799"/>
            </a:xfrm>
            <a:custGeom>
              <a:avLst/>
              <a:gdLst>
                <a:gd name="csX0" fmla="*/ 0 w 2743199"/>
                <a:gd name="csY0" fmla="*/ 0 h 1828799"/>
                <a:gd name="csX1" fmla="*/ 2743199 w 2743199"/>
                <a:gd name="csY1" fmla="*/ 0 h 1828799"/>
                <a:gd name="csX2" fmla="*/ 2743199 w 2743199"/>
                <a:gd name="csY2" fmla="*/ 1828799 h 1828799"/>
                <a:gd name="csX3" fmla="*/ 0 w 2743199"/>
                <a:gd name="csY3" fmla="*/ 1828799 h 1828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43199" h="1828799">
                  <a:moveTo>
                    <a:pt x="0" y="0"/>
                  </a:moveTo>
                  <a:lnTo>
                    <a:pt x="2743199" y="0"/>
                  </a:lnTo>
                  <a:lnTo>
                    <a:pt x="2743199" y="1828799"/>
                  </a:lnTo>
                  <a:lnTo>
                    <a:pt x="0" y="1828799"/>
                  </a:lnTo>
                  <a:close/>
                </a:path>
              </a:pathLst>
            </a:custGeom>
            <a:solidFill>
              <a:srgbClr val="FFFFFF"/>
            </a:solidFill>
            <a:ln w="12656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ADFD77FD-8170-38B5-6F1E-7F8645CA09C3}"/>
                </a:ext>
              </a:extLst>
            </p:cNvPr>
            <p:cNvSpPr/>
            <p:nvPr/>
          </p:nvSpPr>
          <p:spPr>
            <a:xfrm>
              <a:off x="3008883" y="138534"/>
              <a:ext cx="2743199" cy="1828799"/>
            </a:xfrm>
            <a:custGeom>
              <a:avLst/>
              <a:gdLst>
                <a:gd name="csX0" fmla="*/ 0 w 2743199"/>
                <a:gd name="csY0" fmla="*/ 0 h 1828799"/>
                <a:gd name="csX1" fmla="*/ 2743199 w 2743199"/>
                <a:gd name="csY1" fmla="*/ 0 h 1828799"/>
                <a:gd name="csX2" fmla="*/ 2743199 w 2743199"/>
                <a:gd name="csY2" fmla="*/ 1828799 h 1828799"/>
                <a:gd name="csX3" fmla="*/ 0 w 2743199"/>
                <a:gd name="csY3" fmla="*/ 1828799 h 1828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43199" h="1828799">
                  <a:moveTo>
                    <a:pt x="0" y="0"/>
                  </a:moveTo>
                  <a:lnTo>
                    <a:pt x="2743199" y="0"/>
                  </a:lnTo>
                  <a:lnTo>
                    <a:pt x="2743199" y="1828799"/>
                  </a:lnTo>
                  <a:lnTo>
                    <a:pt x="0" y="1828799"/>
                  </a:lnTo>
                  <a:close/>
                </a:path>
              </a:pathLst>
            </a:custGeom>
            <a:solidFill>
              <a:srgbClr val="FFFFFF"/>
            </a:solidFill>
            <a:ln w="13542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268"/>
            </a:p>
          </p:txBody>
        </p:sp>
        <p:grpSp>
          <p:nvGrpSpPr>
            <p:cNvPr id="24" name="Graphic 15">
              <a:extLst>
                <a:ext uri="{FF2B5EF4-FFF2-40B4-BE49-F238E27FC236}">
                  <a16:creationId xmlns:a16="http://schemas.microsoft.com/office/drawing/2014/main" id="{B5F5C79F-0A9A-27CA-5906-25CCFC53536F}"/>
                </a:ext>
              </a:extLst>
            </p:cNvPr>
            <p:cNvGrpSpPr/>
            <p:nvPr/>
          </p:nvGrpSpPr>
          <p:grpSpPr>
            <a:xfrm>
              <a:off x="3352586" y="164809"/>
              <a:ext cx="2370165" cy="1402473"/>
              <a:chOff x="3352586" y="164809"/>
              <a:chExt cx="2370165" cy="1402473"/>
            </a:xfrm>
          </p:grpSpPr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99E2C9DF-653F-E5B0-61BD-F773CA052493}"/>
                  </a:ext>
                </a:extLst>
              </p:cNvPr>
              <p:cNvSpPr/>
              <p:nvPr/>
            </p:nvSpPr>
            <p:spPr>
              <a:xfrm>
                <a:off x="3367530" y="208129"/>
                <a:ext cx="2314955" cy="1359153"/>
              </a:xfrm>
              <a:custGeom>
                <a:avLst/>
                <a:gdLst>
                  <a:gd name="csX0" fmla="*/ 0 w 2314955"/>
                  <a:gd name="csY0" fmla="*/ 0 h 1359153"/>
                  <a:gd name="csX1" fmla="*/ 2314955 w 2314955"/>
                  <a:gd name="csY1" fmla="*/ 0 h 1359153"/>
                  <a:gd name="csX2" fmla="*/ 2314955 w 2314955"/>
                  <a:gd name="csY2" fmla="*/ 1359153 h 1359153"/>
                  <a:gd name="csX3" fmla="*/ 0 w 2314955"/>
                  <a:gd name="csY3" fmla="*/ 1359153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14955" h="1359153">
                    <a:moveTo>
                      <a:pt x="0" y="0"/>
                    </a:moveTo>
                    <a:lnTo>
                      <a:pt x="2314955" y="0"/>
                    </a:lnTo>
                    <a:lnTo>
                      <a:pt x="2314955" y="1359153"/>
                    </a:lnTo>
                    <a:lnTo>
                      <a:pt x="0" y="1359153"/>
                    </a:lnTo>
                    <a:close/>
                  </a:path>
                </a:pathLst>
              </a:custGeom>
              <a:solidFill>
                <a:srgbClr val="FFFFFF"/>
              </a:solidFill>
              <a:ln w="2695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1E84C0A9-EEEE-73DE-97E0-676EB6A018D7}"/>
                  </a:ext>
                </a:extLst>
              </p:cNvPr>
              <p:cNvSpPr/>
              <p:nvPr/>
            </p:nvSpPr>
            <p:spPr>
              <a:xfrm>
                <a:off x="3409821" y="689713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27F4D2F-4969-5638-8C27-8D674200299E}"/>
                  </a:ext>
                </a:extLst>
              </p:cNvPr>
              <p:cNvSpPr/>
              <p:nvPr/>
            </p:nvSpPr>
            <p:spPr>
              <a:xfrm>
                <a:off x="3692142" y="1204571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82C0B324-F494-C51C-51FB-B71620E91271}"/>
                  </a:ext>
                </a:extLst>
              </p:cNvPr>
              <p:cNvSpPr/>
              <p:nvPr/>
            </p:nvSpPr>
            <p:spPr>
              <a:xfrm>
                <a:off x="3974463" y="930632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27A7BF01-A73A-7E92-66C0-15B4B7561DD4}"/>
                  </a:ext>
                </a:extLst>
              </p:cNvPr>
              <p:cNvSpPr/>
              <p:nvPr/>
            </p:nvSpPr>
            <p:spPr>
              <a:xfrm>
                <a:off x="4256784" y="1272516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AE1C2B73-6EBD-F452-674D-17C4780442F9}"/>
                  </a:ext>
                </a:extLst>
              </p:cNvPr>
              <p:cNvSpPr/>
              <p:nvPr/>
            </p:nvSpPr>
            <p:spPr>
              <a:xfrm>
                <a:off x="4539105" y="885547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F8766D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D5DB9FE9-3496-BFA3-81E6-C26983D16AE0}"/>
                  </a:ext>
                </a:extLst>
              </p:cNvPr>
              <p:cNvSpPr/>
              <p:nvPr/>
            </p:nvSpPr>
            <p:spPr>
              <a:xfrm>
                <a:off x="4821426" y="1211810"/>
                <a:ext cx="254126" cy="12699"/>
              </a:xfrm>
              <a:custGeom>
                <a:avLst/>
                <a:gdLst>
                  <a:gd name="csX0" fmla="*/ 0 w 254126"/>
                  <a:gd name="csY0" fmla="*/ 0 h 12699"/>
                  <a:gd name="csX1" fmla="*/ 254127 w 254126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4126" h="12699">
                    <a:moveTo>
                      <a:pt x="0" y="0"/>
                    </a:moveTo>
                    <a:lnTo>
                      <a:pt x="254127" y="0"/>
                    </a:lnTo>
                  </a:path>
                </a:pathLst>
              </a:custGeom>
              <a:ln w="33791" cap="flat">
                <a:solidFill>
                  <a:srgbClr val="00BFC4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81323190-C290-FA6A-4A06-E259074D7957}"/>
                  </a:ext>
                </a:extLst>
              </p:cNvPr>
              <p:cNvSpPr/>
              <p:nvPr/>
            </p:nvSpPr>
            <p:spPr>
              <a:xfrm>
                <a:off x="3480433" y="625578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2297CC87-06B3-E773-30B2-FCE310256144}"/>
                  </a:ext>
                </a:extLst>
              </p:cNvPr>
              <p:cNvSpPr/>
              <p:nvPr/>
            </p:nvSpPr>
            <p:spPr>
              <a:xfrm>
                <a:off x="3536821" y="625578"/>
                <a:ext cx="12699" cy="128396"/>
              </a:xfrm>
              <a:custGeom>
                <a:avLst/>
                <a:gdLst>
                  <a:gd name="csX0" fmla="*/ 0 w 12699"/>
                  <a:gd name="csY0" fmla="*/ 0 h 128396"/>
                  <a:gd name="csX1" fmla="*/ 0 w 12699"/>
                  <a:gd name="csY1" fmla="*/ 128397 h 1283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28396">
                    <a:moveTo>
                      <a:pt x="0" y="0"/>
                    </a:moveTo>
                    <a:lnTo>
                      <a:pt x="0" y="12839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E9120FA3-CD38-CF62-270D-87DDFB324630}"/>
                  </a:ext>
                </a:extLst>
              </p:cNvPr>
              <p:cNvSpPr/>
              <p:nvPr/>
            </p:nvSpPr>
            <p:spPr>
              <a:xfrm>
                <a:off x="3480433" y="753975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4CB7A3DC-1BBA-236D-8E9E-CD9BF3095E3E}"/>
                  </a:ext>
                </a:extLst>
              </p:cNvPr>
              <p:cNvSpPr/>
              <p:nvPr/>
            </p:nvSpPr>
            <p:spPr>
              <a:xfrm>
                <a:off x="3762754" y="1140182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10E911A6-C2FA-448C-A754-49FC4619032A}"/>
                  </a:ext>
                </a:extLst>
              </p:cNvPr>
              <p:cNvSpPr/>
              <p:nvPr/>
            </p:nvSpPr>
            <p:spPr>
              <a:xfrm>
                <a:off x="3819142" y="1140182"/>
                <a:ext cx="12699" cy="128777"/>
              </a:xfrm>
              <a:custGeom>
                <a:avLst/>
                <a:gdLst>
                  <a:gd name="csX0" fmla="*/ 0 w 12699"/>
                  <a:gd name="csY0" fmla="*/ 0 h 128777"/>
                  <a:gd name="csX1" fmla="*/ 0 w 12699"/>
                  <a:gd name="csY1" fmla="*/ 128778 h 1287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28777">
                    <a:moveTo>
                      <a:pt x="0" y="0"/>
                    </a:moveTo>
                    <a:lnTo>
                      <a:pt x="0" y="128778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0F634F9-6DFD-52DB-F7B1-046265EE1CFC}"/>
                  </a:ext>
                </a:extLst>
              </p:cNvPr>
              <p:cNvSpPr/>
              <p:nvPr/>
            </p:nvSpPr>
            <p:spPr>
              <a:xfrm>
                <a:off x="3762754" y="1268960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73D8F575-C9E7-BC23-943D-A52A8A8DE402}"/>
                  </a:ext>
                </a:extLst>
              </p:cNvPr>
              <p:cNvSpPr/>
              <p:nvPr/>
            </p:nvSpPr>
            <p:spPr>
              <a:xfrm>
                <a:off x="4045075" y="876530"/>
                <a:ext cx="112903" cy="12699"/>
              </a:xfrm>
              <a:custGeom>
                <a:avLst/>
                <a:gdLst>
                  <a:gd name="csX0" fmla="*/ 0 w 112903"/>
                  <a:gd name="csY0" fmla="*/ 0 h 12699"/>
                  <a:gd name="csX1" fmla="*/ 112903 w 112903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3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4064FD99-F74D-D1B2-83A6-8FE343328FD0}"/>
                  </a:ext>
                </a:extLst>
              </p:cNvPr>
              <p:cNvSpPr/>
              <p:nvPr/>
            </p:nvSpPr>
            <p:spPr>
              <a:xfrm>
                <a:off x="4101463" y="876530"/>
                <a:ext cx="12699" cy="108203"/>
              </a:xfrm>
              <a:custGeom>
                <a:avLst/>
                <a:gdLst>
                  <a:gd name="csX0" fmla="*/ 0 w 12699"/>
                  <a:gd name="csY0" fmla="*/ 0 h 108203"/>
                  <a:gd name="csX1" fmla="*/ 0 w 12699"/>
                  <a:gd name="csY1" fmla="*/ 108204 h 1082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08203">
                    <a:moveTo>
                      <a:pt x="0" y="0"/>
                    </a:moveTo>
                    <a:lnTo>
                      <a:pt x="0" y="108204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E873C61A-D143-49D4-5728-CFBDBE53139C}"/>
                  </a:ext>
                </a:extLst>
              </p:cNvPr>
              <p:cNvSpPr/>
              <p:nvPr/>
            </p:nvSpPr>
            <p:spPr>
              <a:xfrm>
                <a:off x="4045075" y="984734"/>
                <a:ext cx="112903" cy="12699"/>
              </a:xfrm>
              <a:custGeom>
                <a:avLst/>
                <a:gdLst>
                  <a:gd name="csX0" fmla="*/ 0 w 112903"/>
                  <a:gd name="csY0" fmla="*/ 0 h 12699"/>
                  <a:gd name="csX1" fmla="*/ 112903 w 112903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3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FE3A14C5-AB87-B71D-8D33-AB677C32CCD1}"/>
                  </a:ext>
                </a:extLst>
              </p:cNvPr>
              <p:cNvSpPr/>
              <p:nvPr/>
            </p:nvSpPr>
            <p:spPr>
              <a:xfrm>
                <a:off x="4327396" y="1226542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46953779-8F75-1742-DF05-2F0B66E851FC}"/>
                  </a:ext>
                </a:extLst>
              </p:cNvPr>
              <p:cNvSpPr/>
              <p:nvPr/>
            </p:nvSpPr>
            <p:spPr>
              <a:xfrm>
                <a:off x="4383784" y="1226542"/>
                <a:ext cx="12699" cy="91820"/>
              </a:xfrm>
              <a:custGeom>
                <a:avLst/>
                <a:gdLst>
                  <a:gd name="csX0" fmla="*/ 0 w 12699"/>
                  <a:gd name="csY0" fmla="*/ 0 h 91820"/>
                  <a:gd name="csX1" fmla="*/ 0 w 12699"/>
                  <a:gd name="csY1" fmla="*/ 91821 h 918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91820">
                    <a:moveTo>
                      <a:pt x="0" y="0"/>
                    </a:moveTo>
                    <a:lnTo>
                      <a:pt x="0" y="91821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D6956CF2-6586-5053-E239-C3DA72E6F0C2}"/>
                  </a:ext>
                </a:extLst>
              </p:cNvPr>
              <p:cNvSpPr/>
              <p:nvPr/>
            </p:nvSpPr>
            <p:spPr>
              <a:xfrm>
                <a:off x="4327396" y="1318363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8CB24A1B-82B4-BEE6-3CE8-9618DEFFB592}"/>
                  </a:ext>
                </a:extLst>
              </p:cNvPr>
              <p:cNvSpPr/>
              <p:nvPr/>
            </p:nvSpPr>
            <p:spPr>
              <a:xfrm>
                <a:off x="4609717" y="744196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A5BD5341-D36C-E63E-7F46-C59624944A86}"/>
                  </a:ext>
                </a:extLst>
              </p:cNvPr>
              <p:cNvSpPr/>
              <p:nvPr/>
            </p:nvSpPr>
            <p:spPr>
              <a:xfrm>
                <a:off x="4666105" y="744196"/>
                <a:ext cx="12699" cy="282701"/>
              </a:xfrm>
              <a:custGeom>
                <a:avLst/>
                <a:gdLst>
                  <a:gd name="csX0" fmla="*/ 0 w 12699"/>
                  <a:gd name="csY0" fmla="*/ 0 h 282701"/>
                  <a:gd name="csX1" fmla="*/ 0 w 12699"/>
                  <a:gd name="csY1" fmla="*/ 282702 h 2827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282701">
                    <a:moveTo>
                      <a:pt x="0" y="0"/>
                    </a:moveTo>
                    <a:lnTo>
                      <a:pt x="0" y="282702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78147DA9-0608-DFE2-4B96-2367440EBA91}"/>
                  </a:ext>
                </a:extLst>
              </p:cNvPr>
              <p:cNvSpPr/>
              <p:nvPr/>
            </p:nvSpPr>
            <p:spPr>
              <a:xfrm>
                <a:off x="4609717" y="1026898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C4B78DA0-4A9A-620F-BC15-74AA2942B3E0}"/>
                  </a:ext>
                </a:extLst>
              </p:cNvPr>
              <p:cNvSpPr/>
              <p:nvPr/>
            </p:nvSpPr>
            <p:spPr>
              <a:xfrm>
                <a:off x="4892038" y="1114020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D2B5CEA0-AECC-AC35-BA51-32B051E199D3}"/>
                  </a:ext>
                </a:extLst>
              </p:cNvPr>
              <p:cNvSpPr/>
              <p:nvPr/>
            </p:nvSpPr>
            <p:spPr>
              <a:xfrm>
                <a:off x="4948426" y="1114020"/>
                <a:ext cx="12699" cy="195706"/>
              </a:xfrm>
              <a:custGeom>
                <a:avLst/>
                <a:gdLst>
                  <a:gd name="csX0" fmla="*/ 0 w 12699"/>
                  <a:gd name="csY0" fmla="*/ 0 h 195706"/>
                  <a:gd name="csX1" fmla="*/ 0 w 12699"/>
                  <a:gd name="csY1" fmla="*/ 195707 h 1957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95706">
                    <a:moveTo>
                      <a:pt x="0" y="0"/>
                    </a:moveTo>
                    <a:lnTo>
                      <a:pt x="0" y="19570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1BC098D4-D99D-D24B-D0CC-E4DD3EFDEC52}"/>
                  </a:ext>
                </a:extLst>
              </p:cNvPr>
              <p:cNvSpPr/>
              <p:nvPr/>
            </p:nvSpPr>
            <p:spPr>
              <a:xfrm>
                <a:off x="4892038" y="1309727"/>
                <a:ext cx="112902" cy="12699"/>
              </a:xfrm>
              <a:custGeom>
                <a:avLst/>
                <a:gdLst>
                  <a:gd name="csX0" fmla="*/ 0 w 112902"/>
                  <a:gd name="csY0" fmla="*/ 0 h 12699"/>
                  <a:gd name="csX1" fmla="*/ 112903 w 112902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902" h="12699">
                    <a:moveTo>
                      <a:pt x="0" y="0"/>
                    </a:moveTo>
                    <a:lnTo>
                      <a:pt x="112903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13EFADA7-FF52-C85F-7E45-008ACD01F517}"/>
                  </a:ext>
                </a:extLst>
              </p:cNvPr>
              <p:cNvSpPr/>
              <p:nvPr/>
            </p:nvSpPr>
            <p:spPr>
              <a:xfrm>
                <a:off x="3960366" y="208129"/>
                <a:ext cx="12699" cy="1359153"/>
              </a:xfrm>
              <a:custGeom>
                <a:avLst/>
                <a:gdLst>
                  <a:gd name="csX0" fmla="*/ 0 w 12699"/>
                  <a:gd name="csY0" fmla="*/ 1359153 h 1359153"/>
                  <a:gd name="csX1" fmla="*/ 0 w 12699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359153">
                    <a:moveTo>
                      <a:pt x="0" y="1359153"/>
                    </a:moveTo>
                    <a:lnTo>
                      <a:pt x="0" y="0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59E4F0CC-9584-D50B-1035-61F3BA1F3A02}"/>
                  </a:ext>
                </a:extLst>
              </p:cNvPr>
              <p:cNvSpPr/>
              <p:nvPr/>
            </p:nvSpPr>
            <p:spPr>
              <a:xfrm>
                <a:off x="4525008" y="208129"/>
                <a:ext cx="12699" cy="1359153"/>
              </a:xfrm>
              <a:custGeom>
                <a:avLst/>
                <a:gdLst>
                  <a:gd name="csX0" fmla="*/ 0 w 12699"/>
                  <a:gd name="csY0" fmla="*/ 1359153 h 1359153"/>
                  <a:gd name="csX1" fmla="*/ 0 w 12699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359153">
                    <a:moveTo>
                      <a:pt x="0" y="1359153"/>
                    </a:moveTo>
                    <a:lnTo>
                      <a:pt x="0" y="0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7A814E9-9C20-EACF-D5A3-F742B0CC58AF}"/>
                  </a:ext>
                </a:extLst>
              </p:cNvPr>
              <p:cNvSpPr/>
              <p:nvPr/>
            </p:nvSpPr>
            <p:spPr>
              <a:xfrm>
                <a:off x="5089650" y="208129"/>
                <a:ext cx="12699" cy="1359153"/>
              </a:xfrm>
              <a:custGeom>
                <a:avLst/>
                <a:gdLst>
                  <a:gd name="csX0" fmla="*/ 0 w 12699"/>
                  <a:gd name="csY0" fmla="*/ 1359153 h 1359153"/>
                  <a:gd name="csX1" fmla="*/ 0 w 12699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1359153">
                    <a:moveTo>
                      <a:pt x="0" y="1359153"/>
                    </a:moveTo>
                    <a:lnTo>
                      <a:pt x="0" y="0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02CFB78B-5130-6CE0-0333-2A730D1D6C7B}"/>
                  </a:ext>
                </a:extLst>
              </p:cNvPr>
              <p:cNvSpPr/>
              <p:nvPr/>
            </p:nvSpPr>
            <p:spPr>
              <a:xfrm>
                <a:off x="3678045" y="689713"/>
                <a:ext cx="12699" cy="514857"/>
              </a:xfrm>
              <a:custGeom>
                <a:avLst/>
                <a:gdLst>
                  <a:gd name="csX0" fmla="*/ 0 w 12699"/>
                  <a:gd name="csY0" fmla="*/ 0 h 514857"/>
                  <a:gd name="csX1" fmla="*/ 0 w 12699"/>
                  <a:gd name="csY1" fmla="*/ 514858 h 5148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514857">
                    <a:moveTo>
                      <a:pt x="0" y="0"/>
                    </a:moveTo>
                    <a:lnTo>
                      <a:pt x="0" y="514858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5A6E3CB4-F2AC-6C7D-ABFC-30B064DB1204}"/>
                  </a:ext>
                </a:extLst>
              </p:cNvPr>
              <p:cNvSpPr/>
              <p:nvPr/>
            </p:nvSpPr>
            <p:spPr>
              <a:xfrm>
                <a:off x="3641977" y="689713"/>
                <a:ext cx="72008" cy="62356"/>
              </a:xfrm>
              <a:custGeom>
                <a:avLst/>
                <a:gdLst>
                  <a:gd name="csX0" fmla="*/ 72009 w 72008"/>
                  <a:gd name="csY0" fmla="*/ 62357 h 62356"/>
                  <a:gd name="csX1" fmla="*/ 36068 w 72008"/>
                  <a:gd name="csY1" fmla="*/ 0 h 62356"/>
                  <a:gd name="csX2" fmla="*/ 0 w 72008"/>
                  <a:gd name="csY2" fmla="*/ 62357 h 62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6">
                    <a:moveTo>
                      <a:pt x="72009" y="62357"/>
                    </a:moveTo>
                    <a:lnTo>
                      <a:pt x="36068" y="0"/>
                    </a:lnTo>
                    <a:lnTo>
                      <a:pt x="0" y="6235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96C0F775-75E7-67E5-949D-A2C14036D3A2}"/>
                  </a:ext>
                </a:extLst>
              </p:cNvPr>
              <p:cNvSpPr/>
              <p:nvPr/>
            </p:nvSpPr>
            <p:spPr>
              <a:xfrm>
                <a:off x="3641977" y="1142214"/>
                <a:ext cx="72008" cy="62357"/>
              </a:xfrm>
              <a:custGeom>
                <a:avLst/>
                <a:gdLst>
                  <a:gd name="csX0" fmla="*/ 0 w 72008"/>
                  <a:gd name="csY0" fmla="*/ 0 h 62357"/>
                  <a:gd name="csX1" fmla="*/ 36068 w 72008"/>
                  <a:gd name="csY1" fmla="*/ 62357 h 62357"/>
                  <a:gd name="csX2" fmla="*/ 72009 w 72008"/>
                  <a:gd name="csY2" fmla="*/ 0 h 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7">
                    <a:moveTo>
                      <a:pt x="0" y="0"/>
                    </a:moveTo>
                    <a:lnTo>
                      <a:pt x="36068" y="62357"/>
                    </a:lnTo>
                    <a:lnTo>
                      <a:pt x="72009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349E24-A024-BB3F-B7C8-FFB7B0330DAB}"/>
                  </a:ext>
                </a:extLst>
              </p:cNvPr>
              <p:cNvSpPr txBox="1"/>
              <p:nvPr/>
            </p:nvSpPr>
            <p:spPr>
              <a:xfrm>
                <a:off x="3612851" y="771421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1.44x</a:t>
                </a: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41587D8E-0A2D-D047-4F47-2AA5CFD9BF58}"/>
                  </a:ext>
                </a:extLst>
              </p:cNvPr>
              <p:cNvSpPr/>
              <p:nvPr/>
            </p:nvSpPr>
            <p:spPr>
              <a:xfrm>
                <a:off x="4242687" y="930632"/>
                <a:ext cx="12699" cy="341883"/>
              </a:xfrm>
              <a:custGeom>
                <a:avLst/>
                <a:gdLst>
                  <a:gd name="csX0" fmla="*/ 0 w 12699"/>
                  <a:gd name="csY0" fmla="*/ 0 h 341883"/>
                  <a:gd name="csX1" fmla="*/ 0 w 12699"/>
                  <a:gd name="csY1" fmla="*/ 341884 h 3418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1883">
                    <a:moveTo>
                      <a:pt x="0" y="0"/>
                    </a:moveTo>
                    <a:lnTo>
                      <a:pt x="0" y="341884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092D1237-817C-5533-A4A1-07A41C498DA9}"/>
                  </a:ext>
                </a:extLst>
              </p:cNvPr>
              <p:cNvSpPr/>
              <p:nvPr/>
            </p:nvSpPr>
            <p:spPr>
              <a:xfrm>
                <a:off x="4206619" y="930632"/>
                <a:ext cx="72009" cy="62356"/>
              </a:xfrm>
              <a:custGeom>
                <a:avLst/>
                <a:gdLst>
                  <a:gd name="csX0" fmla="*/ 72009 w 72009"/>
                  <a:gd name="csY0" fmla="*/ 62357 h 62356"/>
                  <a:gd name="csX1" fmla="*/ 36068 w 72009"/>
                  <a:gd name="csY1" fmla="*/ 0 h 62356"/>
                  <a:gd name="csX2" fmla="*/ 0 w 72009"/>
                  <a:gd name="csY2" fmla="*/ 62357 h 62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9" h="62356">
                    <a:moveTo>
                      <a:pt x="72009" y="62357"/>
                    </a:moveTo>
                    <a:lnTo>
                      <a:pt x="36068" y="0"/>
                    </a:lnTo>
                    <a:lnTo>
                      <a:pt x="0" y="6235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32DFE284-DAEF-515A-B100-750AA35F6C0A}"/>
                  </a:ext>
                </a:extLst>
              </p:cNvPr>
              <p:cNvSpPr/>
              <p:nvPr/>
            </p:nvSpPr>
            <p:spPr>
              <a:xfrm>
                <a:off x="4206619" y="1210159"/>
                <a:ext cx="72009" cy="62357"/>
              </a:xfrm>
              <a:custGeom>
                <a:avLst/>
                <a:gdLst>
                  <a:gd name="csX0" fmla="*/ 0 w 72009"/>
                  <a:gd name="csY0" fmla="*/ 0 h 62357"/>
                  <a:gd name="csX1" fmla="*/ 36068 w 72009"/>
                  <a:gd name="csY1" fmla="*/ 62357 h 62357"/>
                  <a:gd name="csX2" fmla="*/ 72009 w 72009"/>
                  <a:gd name="csY2" fmla="*/ 0 h 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9" h="62357">
                    <a:moveTo>
                      <a:pt x="0" y="0"/>
                    </a:moveTo>
                    <a:lnTo>
                      <a:pt x="36068" y="62357"/>
                    </a:lnTo>
                    <a:lnTo>
                      <a:pt x="72009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4AAA51B-70AE-6E4C-9286-F59276369894}"/>
                  </a:ext>
                </a:extLst>
              </p:cNvPr>
              <p:cNvSpPr txBox="1"/>
              <p:nvPr/>
            </p:nvSpPr>
            <p:spPr>
              <a:xfrm>
                <a:off x="4177493" y="945886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1.31x</a:t>
                </a:r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6C249353-36A6-654D-870E-94A1540F6C4A}"/>
                  </a:ext>
                </a:extLst>
              </p:cNvPr>
              <p:cNvSpPr/>
              <p:nvPr/>
            </p:nvSpPr>
            <p:spPr>
              <a:xfrm>
                <a:off x="4807329" y="885547"/>
                <a:ext cx="12699" cy="326262"/>
              </a:xfrm>
              <a:custGeom>
                <a:avLst/>
                <a:gdLst>
                  <a:gd name="csX0" fmla="*/ 0 w 12699"/>
                  <a:gd name="csY0" fmla="*/ 0 h 326262"/>
                  <a:gd name="csX1" fmla="*/ 0 w 12699"/>
                  <a:gd name="csY1" fmla="*/ 326263 h 3262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26262">
                    <a:moveTo>
                      <a:pt x="0" y="0"/>
                    </a:moveTo>
                    <a:lnTo>
                      <a:pt x="0" y="326263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24" name="Freeform 123">
                <a:extLst>
                  <a:ext uri="{FF2B5EF4-FFF2-40B4-BE49-F238E27FC236}">
                    <a16:creationId xmlns:a16="http://schemas.microsoft.com/office/drawing/2014/main" id="{F588379C-FB7B-7CB9-1621-F08341BCE710}"/>
                  </a:ext>
                </a:extLst>
              </p:cNvPr>
              <p:cNvSpPr/>
              <p:nvPr/>
            </p:nvSpPr>
            <p:spPr>
              <a:xfrm>
                <a:off x="4771261" y="885547"/>
                <a:ext cx="72008" cy="62356"/>
              </a:xfrm>
              <a:custGeom>
                <a:avLst/>
                <a:gdLst>
                  <a:gd name="csX0" fmla="*/ 72009 w 72008"/>
                  <a:gd name="csY0" fmla="*/ 62357 h 62356"/>
                  <a:gd name="csX1" fmla="*/ 36068 w 72008"/>
                  <a:gd name="csY1" fmla="*/ 0 h 62356"/>
                  <a:gd name="csX2" fmla="*/ 0 w 72008"/>
                  <a:gd name="csY2" fmla="*/ 62357 h 62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6">
                    <a:moveTo>
                      <a:pt x="72009" y="62357"/>
                    </a:moveTo>
                    <a:lnTo>
                      <a:pt x="36068" y="0"/>
                    </a:lnTo>
                    <a:lnTo>
                      <a:pt x="0" y="6235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62C0E687-D3BB-3AEB-4B64-06851287768B}"/>
                  </a:ext>
                </a:extLst>
              </p:cNvPr>
              <p:cNvSpPr/>
              <p:nvPr/>
            </p:nvSpPr>
            <p:spPr>
              <a:xfrm>
                <a:off x="4771261" y="1149453"/>
                <a:ext cx="72008" cy="62357"/>
              </a:xfrm>
              <a:custGeom>
                <a:avLst/>
                <a:gdLst>
                  <a:gd name="csX0" fmla="*/ 0 w 72008"/>
                  <a:gd name="csY0" fmla="*/ 0 h 62357"/>
                  <a:gd name="csX1" fmla="*/ 36068 w 72008"/>
                  <a:gd name="csY1" fmla="*/ 62357 h 62357"/>
                  <a:gd name="csX2" fmla="*/ 72009 w 72008"/>
                  <a:gd name="csY2" fmla="*/ 0 h 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7">
                    <a:moveTo>
                      <a:pt x="0" y="0"/>
                    </a:moveTo>
                    <a:lnTo>
                      <a:pt x="36068" y="62357"/>
                    </a:lnTo>
                    <a:lnTo>
                      <a:pt x="72009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6704BF2-A836-F003-B3DE-544460622217}"/>
                  </a:ext>
                </a:extLst>
              </p:cNvPr>
              <p:cNvSpPr txBox="1"/>
              <p:nvPr/>
            </p:nvSpPr>
            <p:spPr>
              <a:xfrm>
                <a:off x="4742135" y="913216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1.28x</a:t>
                </a: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9AFF0334-CE46-847A-0FAB-058B38B1D6F1}"/>
                  </a:ext>
                </a:extLst>
              </p:cNvPr>
              <p:cNvSpPr/>
              <p:nvPr/>
            </p:nvSpPr>
            <p:spPr>
              <a:xfrm>
                <a:off x="5371971" y="896469"/>
                <a:ext cx="12699" cy="326262"/>
              </a:xfrm>
              <a:custGeom>
                <a:avLst/>
                <a:gdLst>
                  <a:gd name="csX0" fmla="*/ 0 w 12699"/>
                  <a:gd name="csY0" fmla="*/ 0 h 326262"/>
                  <a:gd name="csX1" fmla="*/ 0 w 12699"/>
                  <a:gd name="csY1" fmla="*/ 326263 h 3262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26262">
                    <a:moveTo>
                      <a:pt x="0" y="0"/>
                    </a:moveTo>
                    <a:lnTo>
                      <a:pt x="0" y="326263"/>
                    </a:lnTo>
                  </a:path>
                </a:pathLst>
              </a:custGeom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9E83F5F9-82FD-97BB-08BD-11073FFE2A06}"/>
                  </a:ext>
                </a:extLst>
              </p:cNvPr>
              <p:cNvSpPr/>
              <p:nvPr/>
            </p:nvSpPr>
            <p:spPr>
              <a:xfrm>
                <a:off x="5335903" y="896469"/>
                <a:ext cx="72008" cy="62356"/>
              </a:xfrm>
              <a:custGeom>
                <a:avLst/>
                <a:gdLst>
                  <a:gd name="csX0" fmla="*/ 72009 w 72008"/>
                  <a:gd name="csY0" fmla="*/ 62357 h 62356"/>
                  <a:gd name="csX1" fmla="*/ 36068 w 72008"/>
                  <a:gd name="csY1" fmla="*/ 0 h 62356"/>
                  <a:gd name="csX2" fmla="*/ 0 w 72008"/>
                  <a:gd name="csY2" fmla="*/ 62357 h 62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6">
                    <a:moveTo>
                      <a:pt x="72009" y="62357"/>
                    </a:moveTo>
                    <a:lnTo>
                      <a:pt x="36068" y="0"/>
                    </a:lnTo>
                    <a:lnTo>
                      <a:pt x="0" y="62357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8FE08A3C-2E6B-5CF7-CEB5-6E89A0A3F074}"/>
                  </a:ext>
                </a:extLst>
              </p:cNvPr>
              <p:cNvSpPr/>
              <p:nvPr/>
            </p:nvSpPr>
            <p:spPr>
              <a:xfrm>
                <a:off x="5335903" y="1160375"/>
                <a:ext cx="72008" cy="62357"/>
              </a:xfrm>
              <a:custGeom>
                <a:avLst/>
                <a:gdLst>
                  <a:gd name="csX0" fmla="*/ 0 w 72008"/>
                  <a:gd name="csY0" fmla="*/ 0 h 62357"/>
                  <a:gd name="csX1" fmla="*/ 36068 w 72008"/>
                  <a:gd name="csY1" fmla="*/ 62357 h 62357"/>
                  <a:gd name="csX2" fmla="*/ 72009 w 72008"/>
                  <a:gd name="csY2" fmla="*/ 0 h 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2008" h="62357">
                    <a:moveTo>
                      <a:pt x="0" y="0"/>
                    </a:moveTo>
                    <a:lnTo>
                      <a:pt x="36068" y="62357"/>
                    </a:lnTo>
                    <a:lnTo>
                      <a:pt x="72009" y="0"/>
                    </a:lnTo>
                  </a:path>
                </a:pathLst>
              </a:custGeom>
              <a:noFill/>
              <a:ln w="13542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1EF5F6FE-D873-3C1A-BAA7-82F1FE96FE7E}"/>
                  </a:ext>
                </a:extLst>
              </p:cNvPr>
              <p:cNvSpPr txBox="1"/>
              <p:nvPr/>
            </p:nvSpPr>
            <p:spPr>
              <a:xfrm>
                <a:off x="5306776" y="964459"/>
                <a:ext cx="412581" cy="205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6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1.28x</a:t>
                </a:r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4077DFCC-5F65-0BC8-C1B7-D445712CD7D1}"/>
                  </a:ext>
                </a:extLst>
              </p:cNvPr>
              <p:cNvSpPr/>
              <p:nvPr/>
            </p:nvSpPr>
            <p:spPr>
              <a:xfrm>
                <a:off x="4621909" y="995275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AE3CB5BD-0876-876D-E7ED-5EC59341760E}"/>
                  </a:ext>
                </a:extLst>
              </p:cNvPr>
              <p:cNvSpPr/>
              <p:nvPr/>
            </p:nvSpPr>
            <p:spPr>
              <a:xfrm>
                <a:off x="4921883" y="1260578"/>
                <a:ext cx="85089" cy="73787"/>
              </a:xfrm>
              <a:custGeom>
                <a:avLst/>
                <a:gdLst>
                  <a:gd name="csX0" fmla="*/ 42545 w 85089"/>
                  <a:gd name="csY0" fmla="*/ 0 h 73787"/>
                  <a:gd name="csX1" fmla="*/ 85090 w 85089"/>
                  <a:gd name="csY1" fmla="*/ 73787 h 73787"/>
                  <a:gd name="csX2" fmla="*/ 0 w 85089"/>
                  <a:gd name="csY2" fmla="*/ 73787 h 737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787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489E627F-BE16-2BB2-A2B3-08841DF29B3E}"/>
                  </a:ext>
                </a:extLst>
              </p:cNvPr>
              <p:cNvSpPr/>
              <p:nvPr/>
            </p:nvSpPr>
            <p:spPr>
              <a:xfrm>
                <a:off x="4051425" y="930124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B8882049-A39A-2FEA-7ACD-76FF5DAF177A}"/>
                  </a:ext>
                </a:extLst>
              </p:cNvPr>
              <p:cNvSpPr/>
              <p:nvPr/>
            </p:nvSpPr>
            <p:spPr>
              <a:xfrm>
                <a:off x="4334635" y="1195300"/>
                <a:ext cx="85089" cy="73786"/>
              </a:xfrm>
              <a:custGeom>
                <a:avLst/>
                <a:gdLst>
                  <a:gd name="csX0" fmla="*/ 42545 w 85089"/>
                  <a:gd name="csY0" fmla="*/ 0 h 73786"/>
                  <a:gd name="csX1" fmla="*/ 85090 w 85089"/>
                  <a:gd name="csY1" fmla="*/ 73787 h 73786"/>
                  <a:gd name="csX2" fmla="*/ 0 w 85089"/>
                  <a:gd name="csY2" fmla="*/ 73787 h 737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786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7" name="Freeform 196">
                <a:extLst>
                  <a:ext uri="{FF2B5EF4-FFF2-40B4-BE49-F238E27FC236}">
                    <a16:creationId xmlns:a16="http://schemas.microsoft.com/office/drawing/2014/main" id="{FE999B15-0912-27A1-014F-E3173A80B592}"/>
                  </a:ext>
                </a:extLst>
              </p:cNvPr>
              <p:cNvSpPr/>
              <p:nvPr/>
            </p:nvSpPr>
            <p:spPr>
              <a:xfrm>
                <a:off x="4054854" y="930124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8" name="Freeform 197">
                <a:extLst>
                  <a:ext uri="{FF2B5EF4-FFF2-40B4-BE49-F238E27FC236}">
                    <a16:creationId xmlns:a16="http://schemas.microsoft.com/office/drawing/2014/main" id="{7042EFEF-8C6A-7174-5C0E-46EF15F8E21F}"/>
                  </a:ext>
                </a:extLst>
              </p:cNvPr>
              <p:cNvSpPr/>
              <p:nvPr/>
            </p:nvSpPr>
            <p:spPr>
              <a:xfrm>
                <a:off x="4336159" y="1260578"/>
                <a:ext cx="85216" cy="73787"/>
              </a:xfrm>
              <a:custGeom>
                <a:avLst/>
                <a:gdLst>
                  <a:gd name="csX0" fmla="*/ 42545 w 85216"/>
                  <a:gd name="csY0" fmla="*/ 0 h 73787"/>
                  <a:gd name="csX1" fmla="*/ 85217 w 85216"/>
                  <a:gd name="csY1" fmla="*/ 73787 h 73787"/>
                  <a:gd name="csX2" fmla="*/ 0 w 85216"/>
                  <a:gd name="csY2" fmla="*/ 73787 h 737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216" h="73787">
                    <a:moveTo>
                      <a:pt x="42545" y="0"/>
                    </a:moveTo>
                    <a:lnTo>
                      <a:pt x="85217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199" name="Freeform 198">
                <a:extLst>
                  <a:ext uri="{FF2B5EF4-FFF2-40B4-BE49-F238E27FC236}">
                    <a16:creationId xmlns:a16="http://schemas.microsoft.com/office/drawing/2014/main" id="{52C48C64-F2EA-1174-DB18-3A3AD1E01DC0}"/>
                  </a:ext>
                </a:extLst>
              </p:cNvPr>
              <p:cNvSpPr/>
              <p:nvPr/>
            </p:nvSpPr>
            <p:spPr>
              <a:xfrm>
                <a:off x="3520946" y="625451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2E1070B4-5690-2F22-B5C9-3203E620940D}"/>
                  </a:ext>
                </a:extLst>
              </p:cNvPr>
              <p:cNvSpPr/>
              <p:nvPr/>
            </p:nvSpPr>
            <p:spPr>
              <a:xfrm>
                <a:off x="3753864" y="1238861"/>
                <a:ext cx="85089" cy="73659"/>
              </a:xfrm>
              <a:custGeom>
                <a:avLst/>
                <a:gdLst>
                  <a:gd name="csX0" fmla="*/ 42545 w 85089"/>
                  <a:gd name="csY0" fmla="*/ 0 h 73659"/>
                  <a:gd name="csX1" fmla="*/ 85090 w 85089"/>
                  <a:gd name="csY1" fmla="*/ 73660 h 73659"/>
                  <a:gd name="csX2" fmla="*/ 0 w 85089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1" name="Freeform 200">
                <a:extLst>
                  <a:ext uri="{FF2B5EF4-FFF2-40B4-BE49-F238E27FC236}">
                    <a16:creationId xmlns:a16="http://schemas.microsoft.com/office/drawing/2014/main" id="{9B6B2F7B-E1B8-DB59-C151-411C5174A711}"/>
                  </a:ext>
                </a:extLst>
              </p:cNvPr>
              <p:cNvSpPr/>
              <p:nvPr/>
            </p:nvSpPr>
            <p:spPr>
              <a:xfrm>
                <a:off x="3489704" y="625451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74FBF4F4-14C1-80E7-C7B4-C735E3C481DA}"/>
                  </a:ext>
                </a:extLst>
              </p:cNvPr>
              <p:cNvSpPr/>
              <p:nvPr/>
            </p:nvSpPr>
            <p:spPr>
              <a:xfrm>
                <a:off x="3759706" y="934315"/>
                <a:ext cx="85089" cy="73659"/>
              </a:xfrm>
              <a:custGeom>
                <a:avLst/>
                <a:gdLst>
                  <a:gd name="csX0" fmla="*/ 42545 w 85089"/>
                  <a:gd name="csY0" fmla="*/ 0 h 73659"/>
                  <a:gd name="csX1" fmla="*/ 85090 w 85089"/>
                  <a:gd name="csY1" fmla="*/ 73660 h 73659"/>
                  <a:gd name="csX2" fmla="*/ 0 w 85089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59EFE430-B0F6-8B6D-019A-C0F756303E33}"/>
                  </a:ext>
                </a:extLst>
              </p:cNvPr>
              <p:cNvSpPr/>
              <p:nvPr/>
            </p:nvSpPr>
            <p:spPr>
              <a:xfrm>
                <a:off x="3504055" y="734290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4" name="Freeform 203">
                <a:extLst>
                  <a:ext uri="{FF2B5EF4-FFF2-40B4-BE49-F238E27FC236}">
                    <a16:creationId xmlns:a16="http://schemas.microsoft.com/office/drawing/2014/main" id="{7C85F297-6207-CEAF-0169-DB88EF5150F9}"/>
                  </a:ext>
                </a:extLst>
              </p:cNvPr>
              <p:cNvSpPr/>
              <p:nvPr/>
            </p:nvSpPr>
            <p:spPr>
              <a:xfrm>
                <a:off x="3785487" y="1173583"/>
                <a:ext cx="85089" cy="73786"/>
              </a:xfrm>
              <a:custGeom>
                <a:avLst/>
                <a:gdLst>
                  <a:gd name="csX0" fmla="*/ 42545 w 85089"/>
                  <a:gd name="csY0" fmla="*/ 0 h 73786"/>
                  <a:gd name="csX1" fmla="*/ 85090 w 85089"/>
                  <a:gd name="csY1" fmla="*/ 73787 h 73786"/>
                  <a:gd name="csX2" fmla="*/ 0 w 85089"/>
                  <a:gd name="csY2" fmla="*/ 73787 h 737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786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5" name="Freeform 204">
                <a:extLst>
                  <a:ext uri="{FF2B5EF4-FFF2-40B4-BE49-F238E27FC236}">
                    <a16:creationId xmlns:a16="http://schemas.microsoft.com/office/drawing/2014/main" id="{864D4E47-AF09-EE3B-44C9-F6AD214710C6}"/>
                  </a:ext>
                </a:extLst>
              </p:cNvPr>
              <p:cNvSpPr/>
              <p:nvPr/>
            </p:nvSpPr>
            <p:spPr>
              <a:xfrm>
                <a:off x="3525645" y="429744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6" name="Freeform 205">
                <a:extLst>
                  <a:ext uri="{FF2B5EF4-FFF2-40B4-BE49-F238E27FC236}">
                    <a16:creationId xmlns:a16="http://schemas.microsoft.com/office/drawing/2014/main" id="{05ACD6B8-0EFE-C21E-D4BA-A9A009335A0F}"/>
                  </a:ext>
                </a:extLst>
              </p:cNvPr>
              <p:cNvSpPr/>
              <p:nvPr/>
            </p:nvSpPr>
            <p:spPr>
              <a:xfrm>
                <a:off x="3760976" y="1043027"/>
                <a:ext cx="85089" cy="73786"/>
              </a:xfrm>
              <a:custGeom>
                <a:avLst/>
                <a:gdLst>
                  <a:gd name="csX0" fmla="*/ 42545 w 85089"/>
                  <a:gd name="csY0" fmla="*/ 0 h 73786"/>
                  <a:gd name="csX1" fmla="*/ 85090 w 85089"/>
                  <a:gd name="csY1" fmla="*/ 73787 h 73786"/>
                  <a:gd name="csX2" fmla="*/ 0 w 85089"/>
                  <a:gd name="csY2" fmla="*/ 73787 h 737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786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7" name="Freeform 206">
                <a:extLst>
                  <a:ext uri="{FF2B5EF4-FFF2-40B4-BE49-F238E27FC236}">
                    <a16:creationId xmlns:a16="http://schemas.microsoft.com/office/drawing/2014/main" id="{80F8E9BE-245F-E333-512E-A2AC0EE90EA0}"/>
                  </a:ext>
                </a:extLst>
              </p:cNvPr>
              <p:cNvSpPr/>
              <p:nvPr/>
            </p:nvSpPr>
            <p:spPr>
              <a:xfrm>
                <a:off x="3485259" y="625451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8" name="Freeform 207">
                <a:extLst>
                  <a:ext uri="{FF2B5EF4-FFF2-40B4-BE49-F238E27FC236}">
                    <a16:creationId xmlns:a16="http://schemas.microsoft.com/office/drawing/2014/main" id="{630FC25C-4A41-821B-BECD-9C94B5D96901}"/>
                  </a:ext>
                </a:extLst>
              </p:cNvPr>
              <p:cNvSpPr/>
              <p:nvPr/>
            </p:nvSpPr>
            <p:spPr>
              <a:xfrm>
                <a:off x="3760849" y="1151866"/>
                <a:ext cx="85090" cy="73659"/>
              </a:xfrm>
              <a:custGeom>
                <a:avLst/>
                <a:gdLst>
                  <a:gd name="csX0" fmla="*/ 42545 w 85090"/>
                  <a:gd name="csY0" fmla="*/ 0 h 73659"/>
                  <a:gd name="csX1" fmla="*/ 85090 w 85090"/>
                  <a:gd name="csY1" fmla="*/ 73660 h 73659"/>
                  <a:gd name="csX2" fmla="*/ 0 w 85090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90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09" name="Freeform 208">
                <a:extLst>
                  <a:ext uri="{FF2B5EF4-FFF2-40B4-BE49-F238E27FC236}">
                    <a16:creationId xmlns:a16="http://schemas.microsoft.com/office/drawing/2014/main" id="{E7536040-6D57-99CA-1749-F13E009B7965}"/>
                  </a:ext>
                </a:extLst>
              </p:cNvPr>
              <p:cNvSpPr/>
              <p:nvPr/>
            </p:nvSpPr>
            <p:spPr>
              <a:xfrm>
                <a:off x="4047615" y="799568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F430370A-B10E-CFBB-B310-D76BE8CDD6A0}"/>
                  </a:ext>
                </a:extLst>
              </p:cNvPr>
              <p:cNvSpPr/>
              <p:nvPr/>
            </p:nvSpPr>
            <p:spPr>
              <a:xfrm>
                <a:off x="4355717" y="1086588"/>
                <a:ext cx="85089" cy="73659"/>
              </a:xfrm>
              <a:custGeom>
                <a:avLst/>
                <a:gdLst>
                  <a:gd name="csX0" fmla="*/ 42545 w 85089"/>
                  <a:gd name="csY0" fmla="*/ 0 h 73659"/>
                  <a:gd name="csX1" fmla="*/ 85090 w 85089"/>
                  <a:gd name="csY1" fmla="*/ 73660 h 73659"/>
                  <a:gd name="csX2" fmla="*/ 0 w 85089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6B050117-0470-7BB7-E830-4383DF1A7D98}"/>
                  </a:ext>
                </a:extLst>
              </p:cNvPr>
              <p:cNvSpPr/>
              <p:nvPr/>
            </p:nvSpPr>
            <p:spPr>
              <a:xfrm>
                <a:off x="3524756" y="908280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2" name="Freeform 211">
                <a:extLst>
                  <a:ext uri="{FF2B5EF4-FFF2-40B4-BE49-F238E27FC236}">
                    <a16:creationId xmlns:a16="http://schemas.microsoft.com/office/drawing/2014/main" id="{5426C570-285B-0D7E-4917-2DAE1379315F}"/>
                  </a:ext>
                </a:extLst>
              </p:cNvPr>
              <p:cNvSpPr/>
              <p:nvPr/>
            </p:nvSpPr>
            <p:spPr>
              <a:xfrm>
                <a:off x="3791202" y="1391134"/>
                <a:ext cx="85090" cy="73659"/>
              </a:xfrm>
              <a:custGeom>
                <a:avLst/>
                <a:gdLst>
                  <a:gd name="csX0" fmla="*/ 42545 w 85090"/>
                  <a:gd name="csY0" fmla="*/ 0 h 73659"/>
                  <a:gd name="csX1" fmla="*/ 85090 w 85090"/>
                  <a:gd name="csY1" fmla="*/ 73660 h 73659"/>
                  <a:gd name="csX2" fmla="*/ 0 w 85090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90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3" name="Freeform 212">
                <a:extLst>
                  <a:ext uri="{FF2B5EF4-FFF2-40B4-BE49-F238E27FC236}">
                    <a16:creationId xmlns:a16="http://schemas.microsoft.com/office/drawing/2014/main" id="{0CA507ED-6921-E92A-FA97-77560D29A1F1}"/>
                  </a:ext>
                </a:extLst>
              </p:cNvPr>
              <p:cNvSpPr/>
              <p:nvPr/>
            </p:nvSpPr>
            <p:spPr>
              <a:xfrm>
                <a:off x="4653532" y="712573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4" name="Freeform 213">
                <a:extLst>
                  <a:ext uri="{FF2B5EF4-FFF2-40B4-BE49-F238E27FC236}">
                    <a16:creationId xmlns:a16="http://schemas.microsoft.com/office/drawing/2014/main" id="{6B58D44A-B659-AC17-FA70-ACDCA2BC1883}"/>
                  </a:ext>
                </a:extLst>
              </p:cNvPr>
              <p:cNvSpPr/>
              <p:nvPr/>
            </p:nvSpPr>
            <p:spPr>
              <a:xfrm>
                <a:off x="4922010" y="1064871"/>
                <a:ext cx="85217" cy="73659"/>
              </a:xfrm>
              <a:custGeom>
                <a:avLst/>
                <a:gdLst>
                  <a:gd name="csX0" fmla="*/ 42672 w 85217"/>
                  <a:gd name="csY0" fmla="*/ 0 h 73659"/>
                  <a:gd name="csX1" fmla="*/ 85217 w 85217"/>
                  <a:gd name="csY1" fmla="*/ 73660 h 73659"/>
                  <a:gd name="csX2" fmla="*/ 0 w 85217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217" h="73659">
                    <a:moveTo>
                      <a:pt x="42672" y="0"/>
                    </a:moveTo>
                    <a:lnTo>
                      <a:pt x="85217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5" name="Freeform 214">
                <a:extLst>
                  <a:ext uri="{FF2B5EF4-FFF2-40B4-BE49-F238E27FC236}">
                    <a16:creationId xmlns:a16="http://schemas.microsoft.com/office/drawing/2014/main" id="{49D85795-BB0B-A6E6-B356-1219762518E5}"/>
                  </a:ext>
                </a:extLst>
              </p:cNvPr>
              <p:cNvSpPr/>
              <p:nvPr/>
            </p:nvSpPr>
            <p:spPr>
              <a:xfrm>
                <a:off x="4062601" y="951841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6" name="Freeform 215">
                <a:extLst>
                  <a:ext uri="{FF2B5EF4-FFF2-40B4-BE49-F238E27FC236}">
                    <a16:creationId xmlns:a16="http://schemas.microsoft.com/office/drawing/2014/main" id="{F093768E-62DC-40B6-445B-A4285BDE78C2}"/>
                  </a:ext>
                </a:extLst>
              </p:cNvPr>
              <p:cNvSpPr/>
              <p:nvPr/>
            </p:nvSpPr>
            <p:spPr>
              <a:xfrm>
                <a:off x="4339080" y="1217144"/>
                <a:ext cx="85090" cy="73659"/>
              </a:xfrm>
              <a:custGeom>
                <a:avLst/>
                <a:gdLst>
                  <a:gd name="csX0" fmla="*/ 42545 w 85090"/>
                  <a:gd name="csY0" fmla="*/ 0 h 73659"/>
                  <a:gd name="csX1" fmla="*/ 85090 w 85090"/>
                  <a:gd name="csY1" fmla="*/ 73660 h 73659"/>
                  <a:gd name="csX2" fmla="*/ 0 w 85090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90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7" name="Freeform 216">
                <a:extLst>
                  <a:ext uri="{FF2B5EF4-FFF2-40B4-BE49-F238E27FC236}">
                    <a16:creationId xmlns:a16="http://schemas.microsoft.com/office/drawing/2014/main" id="{43A6B4EB-68F1-2D3E-0BB1-9F5A26399DE5}"/>
                  </a:ext>
                </a:extLst>
              </p:cNvPr>
              <p:cNvSpPr/>
              <p:nvPr/>
            </p:nvSpPr>
            <p:spPr>
              <a:xfrm>
                <a:off x="4062347" y="1038836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8" name="Freeform 217">
                <a:extLst>
                  <a:ext uri="{FF2B5EF4-FFF2-40B4-BE49-F238E27FC236}">
                    <a16:creationId xmlns:a16="http://schemas.microsoft.com/office/drawing/2014/main" id="{EF756DBB-401E-851F-E8EB-3B45D1D18C35}"/>
                  </a:ext>
                </a:extLst>
              </p:cNvPr>
              <p:cNvSpPr/>
              <p:nvPr/>
            </p:nvSpPr>
            <p:spPr>
              <a:xfrm>
                <a:off x="4324729" y="1456412"/>
                <a:ext cx="85089" cy="73659"/>
              </a:xfrm>
              <a:custGeom>
                <a:avLst/>
                <a:gdLst>
                  <a:gd name="csX0" fmla="*/ 42545 w 85089"/>
                  <a:gd name="csY0" fmla="*/ 0 h 73659"/>
                  <a:gd name="csX1" fmla="*/ 85090 w 85089"/>
                  <a:gd name="csY1" fmla="*/ 73660 h 73659"/>
                  <a:gd name="csX2" fmla="*/ 0 w 85089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659">
                    <a:moveTo>
                      <a:pt x="42545" y="0"/>
                    </a:moveTo>
                    <a:lnTo>
                      <a:pt x="85090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517929DD-441F-AB10-519D-17EF25609504}"/>
                  </a:ext>
                </a:extLst>
              </p:cNvPr>
              <p:cNvSpPr/>
              <p:nvPr/>
            </p:nvSpPr>
            <p:spPr>
              <a:xfrm>
                <a:off x="5206490" y="864846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0" name="Freeform 219">
                <a:extLst>
                  <a:ext uri="{FF2B5EF4-FFF2-40B4-BE49-F238E27FC236}">
                    <a16:creationId xmlns:a16="http://schemas.microsoft.com/office/drawing/2014/main" id="{88522E16-D75D-5D7A-98DC-F5655C040949}"/>
                  </a:ext>
                </a:extLst>
              </p:cNvPr>
              <p:cNvSpPr/>
              <p:nvPr/>
            </p:nvSpPr>
            <p:spPr>
              <a:xfrm>
                <a:off x="5450965" y="1173583"/>
                <a:ext cx="85090" cy="73786"/>
              </a:xfrm>
              <a:custGeom>
                <a:avLst/>
                <a:gdLst>
                  <a:gd name="csX0" fmla="*/ 42545 w 85090"/>
                  <a:gd name="csY0" fmla="*/ 0 h 73786"/>
                  <a:gd name="csX1" fmla="*/ 85090 w 85090"/>
                  <a:gd name="csY1" fmla="*/ 73787 h 73786"/>
                  <a:gd name="csX2" fmla="*/ 0 w 85090"/>
                  <a:gd name="csY2" fmla="*/ 73787 h 737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90" h="73786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1" name="Freeform 220">
                <a:extLst>
                  <a:ext uri="{FF2B5EF4-FFF2-40B4-BE49-F238E27FC236}">
                    <a16:creationId xmlns:a16="http://schemas.microsoft.com/office/drawing/2014/main" id="{196B892A-ED28-83DF-89FC-99EB4BFDB23E}"/>
                  </a:ext>
                </a:extLst>
              </p:cNvPr>
              <p:cNvSpPr/>
              <p:nvPr/>
            </p:nvSpPr>
            <p:spPr>
              <a:xfrm>
                <a:off x="4067554" y="1017119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2" name="Freeform 221">
                <a:extLst>
                  <a:ext uri="{FF2B5EF4-FFF2-40B4-BE49-F238E27FC236}">
                    <a16:creationId xmlns:a16="http://schemas.microsoft.com/office/drawing/2014/main" id="{A3F1AFCD-E899-3E08-5570-C5B8257F8D2F}"/>
                  </a:ext>
                </a:extLst>
              </p:cNvPr>
              <p:cNvSpPr/>
              <p:nvPr/>
            </p:nvSpPr>
            <p:spPr>
              <a:xfrm>
                <a:off x="4342636" y="1238861"/>
                <a:ext cx="85217" cy="73659"/>
              </a:xfrm>
              <a:custGeom>
                <a:avLst/>
                <a:gdLst>
                  <a:gd name="csX0" fmla="*/ 42545 w 85217"/>
                  <a:gd name="csY0" fmla="*/ 0 h 73659"/>
                  <a:gd name="csX1" fmla="*/ 85217 w 85217"/>
                  <a:gd name="csY1" fmla="*/ 73660 h 73659"/>
                  <a:gd name="csX2" fmla="*/ 0 w 85217"/>
                  <a:gd name="csY2" fmla="*/ 73660 h 73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217" h="73659">
                    <a:moveTo>
                      <a:pt x="42545" y="0"/>
                    </a:moveTo>
                    <a:lnTo>
                      <a:pt x="85217" y="73660"/>
                    </a:lnTo>
                    <a:lnTo>
                      <a:pt x="0" y="73660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3" name="Freeform 222">
                <a:extLst>
                  <a:ext uri="{FF2B5EF4-FFF2-40B4-BE49-F238E27FC236}">
                    <a16:creationId xmlns:a16="http://schemas.microsoft.com/office/drawing/2014/main" id="{331A45B0-A2CA-3ADF-548E-5E97BD139AC4}"/>
                  </a:ext>
                </a:extLst>
              </p:cNvPr>
              <p:cNvSpPr/>
              <p:nvPr/>
            </p:nvSpPr>
            <p:spPr>
              <a:xfrm>
                <a:off x="4061839" y="625451"/>
                <a:ext cx="63245" cy="63245"/>
              </a:xfrm>
              <a:custGeom>
                <a:avLst/>
                <a:gdLst>
                  <a:gd name="csX0" fmla="*/ 63246 w 63245"/>
                  <a:gd name="csY0" fmla="*/ 31623 h 63245"/>
                  <a:gd name="csX1" fmla="*/ 31623 w 63245"/>
                  <a:gd name="csY1" fmla="*/ 63246 h 63245"/>
                  <a:gd name="csX2" fmla="*/ 0 w 63245"/>
                  <a:gd name="csY2" fmla="*/ 31623 h 63245"/>
                  <a:gd name="csX3" fmla="*/ 31623 w 63245"/>
                  <a:gd name="csY3" fmla="*/ 0 h 63245"/>
                  <a:gd name="csX4" fmla="*/ 63246 w 63245"/>
                  <a:gd name="csY4" fmla="*/ 31623 h 63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3245" h="63245">
                    <a:moveTo>
                      <a:pt x="63246" y="31623"/>
                    </a:moveTo>
                    <a:cubicBezTo>
                      <a:pt x="63246" y="49088"/>
                      <a:pt x="49088" y="63246"/>
                      <a:pt x="31623" y="63246"/>
                    </a:cubicBezTo>
                    <a:cubicBezTo>
                      <a:pt x="14158" y="63246"/>
                      <a:pt x="0" y="49088"/>
                      <a:pt x="0" y="31623"/>
                    </a:cubicBezTo>
                    <a:cubicBezTo>
                      <a:pt x="0" y="14158"/>
                      <a:pt x="14158" y="0"/>
                      <a:pt x="31623" y="0"/>
                    </a:cubicBezTo>
                    <a:cubicBezTo>
                      <a:pt x="49088" y="0"/>
                      <a:pt x="63246" y="14158"/>
                      <a:pt x="63246" y="31623"/>
                    </a:cubicBezTo>
                    <a:close/>
                  </a:path>
                </a:pathLst>
              </a:custGeom>
              <a:solidFill>
                <a:srgbClr val="F8766D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4" name="Freeform 223">
                <a:extLst>
                  <a:ext uri="{FF2B5EF4-FFF2-40B4-BE49-F238E27FC236}">
                    <a16:creationId xmlns:a16="http://schemas.microsoft.com/office/drawing/2014/main" id="{12C9768B-E1F7-F63C-C2FE-4D36A58CC0DF}"/>
                  </a:ext>
                </a:extLst>
              </p:cNvPr>
              <p:cNvSpPr/>
              <p:nvPr/>
            </p:nvSpPr>
            <p:spPr>
              <a:xfrm>
                <a:off x="4353304" y="1108305"/>
                <a:ext cx="85089" cy="73786"/>
              </a:xfrm>
              <a:custGeom>
                <a:avLst/>
                <a:gdLst>
                  <a:gd name="csX0" fmla="*/ 42545 w 85089"/>
                  <a:gd name="csY0" fmla="*/ 0 h 73786"/>
                  <a:gd name="csX1" fmla="*/ 85090 w 85089"/>
                  <a:gd name="csY1" fmla="*/ 73787 h 73786"/>
                  <a:gd name="csX2" fmla="*/ 0 w 85089"/>
                  <a:gd name="csY2" fmla="*/ 73787 h 737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85089" h="73786">
                    <a:moveTo>
                      <a:pt x="42545" y="0"/>
                    </a:moveTo>
                    <a:lnTo>
                      <a:pt x="85090" y="73787"/>
                    </a:lnTo>
                    <a:lnTo>
                      <a:pt x="0" y="73787"/>
                    </a:lnTo>
                    <a:close/>
                  </a:path>
                </a:pathLst>
              </a:custGeom>
              <a:solidFill>
                <a:srgbClr val="00BFC4"/>
              </a:solidFill>
              <a:ln w="898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EA4AB6C2-DC20-11F7-7DB0-53D896BF05E0}"/>
                  </a:ext>
                </a:extLst>
              </p:cNvPr>
              <p:cNvSpPr txBox="1"/>
              <p:nvPr/>
            </p:nvSpPr>
            <p:spPr>
              <a:xfrm>
                <a:off x="4199548" y="164809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 </a:t>
                </a: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6755BB2-C83C-D075-282D-599811BA63B4}"/>
                  </a:ext>
                </a:extLst>
              </p:cNvPr>
              <p:cNvSpPr txBox="1"/>
              <p:nvPr/>
            </p:nvSpPr>
            <p:spPr>
              <a:xfrm>
                <a:off x="5303385" y="164809"/>
                <a:ext cx="41936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 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0E4CC092-8073-9050-AEA3-123085DFD12A}"/>
                  </a:ext>
                </a:extLst>
              </p:cNvPr>
              <p:cNvSpPr txBox="1"/>
              <p:nvPr/>
            </p:nvSpPr>
            <p:spPr>
              <a:xfrm>
                <a:off x="4749769" y="164809"/>
                <a:ext cx="39731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 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37A3152B-AF4C-510C-BB40-FD4FC429507C}"/>
                  </a:ext>
                </a:extLst>
              </p:cNvPr>
              <p:cNvSpPr txBox="1"/>
              <p:nvPr/>
            </p:nvSpPr>
            <p:spPr>
              <a:xfrm>
                <a:off x="3620485" y="164809"/>
                <a:ext cx="39731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 </a:t>
                </a:r>
              </a:p>
            </p:txBody>
          </p:sp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3E4E6F99-196A-C07E-C566-F8B1A3F9CD7C}"/>
                  </a:ext>
                </a:extLst>
              </p:cNvPr>
              <p:cNvSpPr txBox="1"/>
              <p:nvPr/>
            </p:nvSpPr>
            <p:spPr>
              <a:xfrm>
                <a:off x="3920620" y="164809"/>
                <a:ext cx="36168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 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0B8A8C9F-1920-1A23-38C0-609E29463E26}"/>
                  </a:ext>
                </a:extLst>
              </p:cNvPr>
              <p:cNvSpPr txBox="1"/>
              <p:nvPr/>
            </p:nvSpPr>
            <p:spPr>
              <a:xfrm>
                <a:off x="5021063" y="164809"/>
                <a:ext cx="41936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bcd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3A609360-AD2A-20AE-632C-C3EE76EA2138}"/>
                  </a:ext>
                </a:extLst>
              </p:cNvPr>
              <p:cNvSpPr txBox="1"/>
              <p:nvPr/>
            </p:nvSpPr>
            <p:spPr>
              <a:xfrm>
                <a:off x="4470840" y="164809"/>
                <a:ext cx="39052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cd</a:t>
                </a: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3A5BC457-BB66-743D-3EAA-211DDCC1CCB5}"/>
                  </a:ext>
                </a:extLst>
              </p:cNvPr>
              <p:cNvSpPr txBox="1"/>
              <p:nvPr/>
            </p:nvSpPr>
            <p:spPr>
              <a:xfrm>
                <a:off x="3352586" y="164809"/>
                <a:ext cx="36847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 d</a:t>
                </a:r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6772CF45-A374-87A6-12E7-345409E139B0}"/>
                  </a:ext>
                </a:extLst>
              </p:cNvPr>
              <p:cNvSpPr/>
              <p:nvPr/>
            </p:nvSpPr>
            <p:spPr>
              <a:xfrm>
                <a:off x="3367530" y="208129"/>
                <a:ext cx="2314955" cy="1359153"/>
              </a:xfrm>
              <a:custGeom>
                <a:avLst/>
                <a:gdLst>
                  <a:gd name="csX0" fmla="*/ 0 w 2314955"/>
                  <a:gd name="csY0" fmla="*/ 0 h 1359153"/>
                  <a:gd name="csX1" fmla="*/ 2314955 w 2314955"/>
                  <a:gd name="csY1" fmla="*/ 0 h 1359153"/>
                  <a:gd name="csX2" fmla="*/ 2314955 w 2314955"/>
                  <a:gd name="csY2" fmla="*/ 1359153 h 1359153"/>
                  <a:gd name="csX3" fmla="*/ 0 w 2314955"/>
                  <a:gd name="csY3" fmla="*/ 1359153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14955" h="1359153">
                    <a:moveTo>
                      <a:pt x="0" y="0"/>
                    </a:moveTo>
                    <a:lnTo>
                      <a:pt x="2314955" y="0"/>
                    </a:lnTo>
                    <a:lnTo>
                      <a:pt x="2314955" y="1359153"/>
                    </a:lnTo>
                    <a:lnTo>
                      <a:pt x="0" y="1359153"/>
                    </a:lnTo>
                    <a:close/>
                  </a:path>
                </a:pathLst>
              </a:custGeom>
              <a:noFill/>
              <a:ln w="13542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</p:grpSp>
        <p:grpSp>
          <p:nvGrpSpPr>
            <p:cNvPr id="234" name="Graphic 15">
              <a:extLst>
                <a:ext uri="{FF2B5EF4-FFF2-40B4-BE49-F238E27FC236}">
                  <a16:creationId xmlns:a16="http://schemas.microsoft.com/office/drawing/2014/main" id="{A89E1792-884C-A3E1-FEFC-B37EA97D139A}"/>
                </a:ext>
              </a:extLst>
            </p:cNvPr>
            <p:cNvGrpSpPr/>
            <p:nvPr/>
          </p:nvGrpSpPr>
          <p:grpSpPr>
            <a:xfrm>
              <a:off x="3004313" y="448153"/>
              <a:ext cx="2696384" cy="1351132"/>
              <a:chOff x="3004313" y="448153"/>
              <a:chExt cx="2696384" cy="1351132"/>
            </a:xfrm>
          </p:grpSpPr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4B5FC9AC-64A0-8670-3914-104A37632A73}"/>
                  </a:ext>
                </a:extLst>
              </p:cNvPr>
              <p:cNvSpPr txBox="1"/>
              <p:nvPr/>
            </p:nvSpPr>
            <p:spPr>
              <a:xfrm>
                <a:off x="3143892" y="1398672"/>
                <a:ext cx="25989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47B5355D-5009-1E9D-7AD8-61406A183A1A}"/>
                  </a:ext>
                </a:extLst>
              </p:cNvPr>
              <p:cNvSpPr txBox="1"/>
              <p:nvPr/>
            </p:nvSpPr>
            <p:spPr>
              <a:xfrm>
                <a:off x="3143892" y="963571"/>
                <a:ext cx="25989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</a:t>
                </a: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6C25AE1D-AF1E-3936-CA54-603FE42B8EC6}"/>
                  </a:ext>
                </a:extLst>
              </p:cNvPr>
              <p:cNvSpPr txBox="1"/>
              <p:nvPr/>
            </p:nvSpPr>
            <p:spPr>
              <a:xfrm>
                <a:off x="3143892" y="528469"/>
                <a:ext cx="259899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8</a:t>
                </a:r>
              </a:p>
            </p:txBody>
          </p:sp>
          <p:sp>
            <p:nvSpPr>
              <p:cNvPr id="238" name="Freeform 237">
                <a:extLst>
                  <a:ext uri="{FF2B5EF4-FFF2-40B4-BE49-F238E27FC236}">
                    <a16:creationId xmlns:a16="http://schemas.microsoft.com/office/drawing/2014/main" id="{1D77B7FC-532B-A795-5374-B9444E8A66B3}"/>
                  </a:ext>
                </a:extLst>
              </p:cNvPr>
              <p:cNvSpPr/>
              <p:nvPr/>
            </p:nvSpPr>
            <p:spPr>
              <a:xfrm>
                <a:off x="3332732" y="1505561"/>
                <a:ext cx="34797" cy="12699"/>
              </a:xfrm>
              <a:custGeom>
                <a:avLst/>
                <a:gdLst>
                  <a:gd name="csX0" fmla="*/ 0 w 34797"/>
                  <a:gd name="csY0" fmla="*/ 0 h 12699"/>
                  <a:gd name="csX1" fmla="*/ 34798 w 34797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699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47D68EE4-1BA9-0CD6-3EA7-2A810D9CC8DF}"/>
                  </a:ext>
                </a:extLst>
              </p:cNvPr>
              <p:cNvSpPr/>
              <p:nvPr/>
            </p:nvSpPr>
            <p:spPr>
              <a:xfrm>
                <a:off x="3332732" y="1070459"/>
                <a:ext cx="34797" cy="12699"/>
              </a:xfrm>
              <a:custGeom>
                <a:avLst/>
                <a:gdLst>
                  <a:gd name="csX0" fmla="*/ 0 w 34797"/>
                  <a:gd name="csY0" fmla="*/ 0 h 12699"/>
                  <a:gd name="csX1" fmla="*/ 34798 w 34797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699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EBCAB10-9050-BB6C-7E04-453BF3EDEDBA}"/>
                  </a:ext>
                </a:extLst>
              </p:cNvPr>
              <p:cNvSpPr/>
              <p:nvPr/>
            </p:nvSpPr>
            <p:spPr>
              <a:xfrm>
                <a:off x="3332732" y="635357"/>
                <a:ext cx="34797" cy="12699"/>
              </a:xfrm>
              <a:custGeom>
                <a:avLst/>
                <a:gdLst>
                  <a:gd name="csX0" fmla="*/ 0 w 34797"/>
                  <a:gd name="csY0" fmla="*/ 0 h 12699"/>
                  <a:gd name="csX1" fmla="*/ 34798 w 34797"/>
                  <a:gd name="csY1" fmla="*/ 0 h 12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699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5C9B6AEC-CE86-941B-ACFF-A96157B304E3}"/>
                  </a:ext>
                </a:extLst>
              </p:cNvPr>
              <p:cNvSpPr/>
              <p:nvPr/>
            </p:nvSpPr>
            <p:spPr>
              <a:xfrm>
                <a:off x="3536821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6906C134-0A55-0A42-0796-B35267578072}"/>
                  </a:ext>
                </a:extLst>
              </p:cNvPr>
              <p:cNvSpPr/>
              <p:nvPr/>
            </p:nvSpPr>
            <p:spPr>
              <a:xfrm>
                <a:off x="3819142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A1C59A32-6041-8644-F358-5FADF03671E3}"/>
                  </a:ext>
                </a:extLst>
              </p:cNvPr>
              <p:cNvSpPr/>
              <p:nvPr/>
            </p:nvSpPr>
            <p:spPr>
              <a:xfrm>
                <a:off x="4101463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34A0A3F5-2468-8264-C0E0-97E93957982C}"/>
                  </a:ext>
                </a:extLst>
              </p:cNvPr>
              <p:cNvSpPr/>
              <p:nvPr/>
            </p:nvSpPr>
            <p:spPr>
              <a:xfrm>
                <a:off x="4383784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5" name="Freeform 244">
                <a:extLst>
                  <a:ext uri="{FF2B5EF4-FFF2-40B4-BE49-F238E27FC236}">
                    <a16:creationId xmlns:a16="http://schemas.microsoft.com/office/drawing/2014/main" id="{E238C562-CE96-8EC7-0BD1-D9EA128E5126}"/>
                  </a:ext>
                </a:extLst>
              </p:cNvPr>
              <p:cNvSpPr/>
              <p:nvPr/>
            </p:nvSpPr>
            <p:spPr>
              <a:xfrm>
                <a:off x="4666105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7D3292D0-BFF6-C7D7-01D4-4BA42C4A635A}"/>
                  </a:ext>
                </a:extLst>
              </p:cNvPr>
              <p:cNvSpPr/>
              <p:nvPr/>
            </p:nvSpPr>
            <p:spPr>
              <a:xfrm>
                <a:off x="4948426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B76002A-6A83-7AFF-6ADC-BF5205E04FE4}"/>
                  </a:ext>
                </a:extLst>
              </p:cNvPr>
              <p:cNvSpPr/>
              <p:nvPr/>
            </p:nvSpPr>
            <p:spPr>
              <a:xfrm>
                <a:off x="5230747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E25FAB71-D867-6399-E720-B34A22B03D2C}"/>
                  </a:ext>
                </a:extLst>
              </p:cNvPr>
              <p:cNvSpPr/>
              <p:nvPr/>
            </p:nvSpPr>
            <p:spPr>
              <a:xfrm>
                <a:off x="5513067" y="1567283"/>
                <a:ext cx="12699" cy="34797"/>
              </a:xfrm>
              <a:custGeom>
                <a:avLst/>
                <a:gdLst>
                  <a:gd name="csX0" fmla="*/ 0 w 12699"/>
                  <a:gd name="csY0" fmla="*/ 34798 h 34797"/>
                  <a:gd name="csX1" fmla="*/ 0 w 12699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99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4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61CAE3C8-FA6E-918E-7F14-142B9A03024F}"/>
                  </a:ext>
                </a:extLst>
              </p:cNvPr>
              <p:cNvSpPr txBox="1"/>
              <p:nvPr/>
            </p:nvSpPr>
            <p:spPr>
              <a:xfrm>
                <a:off x="3403478" y="1563137"/>
                <a:ext cx="266685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F8DE0A2A-5611-489F-0240-14F4867E6744}"/>
                  </a:ext>
                </a:extLst>
              </p:cNvPr>
              <p:cNvSpPr txBox="1"/>
              <p:nvPr/>
            </p:nvSpPr>
            <p:spPr>
              <a:xfrm>
                <a:off x="3673076" y="1563137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E36D4E7-A3C3-EEC6-1A28-E8C3C586E765}"/>
                  </a:ext>
                </a:extLst>
              </p:cNvPr>
              <p:cNvSpPr txBox="1"/>
              <p:nvPr/>
            </p:nvSpPr>
            <p:spPr>
              <a:xfrm>
                <a:off x="3987631" y="1563137"/>
                <a:ext cx="227666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D51B32F-483D-AD38-F052-FB2620641DA4}"/>
                  </a:ext>
                </a:extLst>
              </p:cNvPr>
              <p:cNvSpPr txBox="1"/>
              <p:nvPr/>
            </p:nvSpPr>
            <p:spPr>
              <a:xfrm>
                <a:off x="4231780" y="1563137"/>
                <a:ext cx="304006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7F9E651B-0057-BBF1-8BA8-A37C274D27F4}"/>
                  </a:ext>
                </a:extLst>
              </p:cNvPr>
              <p:cNvSpPr txBox="1"/>
              <p:nvPr/>
            </p:nvSpPr>
            <p:spPr>
              <a:xfrm>
                <a:off x="4520039" y="1563137"/>
                <a:ext cx="29213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1986E4A4-A7DE-8BFC-CE4E-5B8E6253FFAD}"/>
                  </a:ext>
                </a:extLst>
              </p:cNvPr>
              <p:cNvSpPr txBox="1"/>
              <p:nvPr/>
            </p:nvSpPr>
            <p:spPr>
              <a:xfrm>
                <a:off x="4764190" y="1563137"/>
                <a:ext cx="36847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435082C4-0EAF-091A-3FF5-6F88968C573A}"/>
                  </a:ext>
                </a:extLst>
              </p:cNvPr>
              <p:cNvSpPr txBox="1"/>
              <p:nvPr/>
            </p:nvSpPr>
            <p:spPr>
              <a:xfrm>
                <a:off x="5055841" y="1563137"/>
                <a:ext cx="349812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5435DDC6-7ABD-F91C-6D89-EFCCA4F13E19}"/>
                  </a:ext>
                </a:extLst>
              </p:cNvPr>
              <p:cNvSpPr txBox="1"/>
              <p:nvPr/>
            </p:nvSpPr>
            <p:spPr>
              <a:xfrm>
                <a:off x="5325439" y="1563137"/>
                <a:ext cx="375258" cy="23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5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1D1D5F4E-6E21-16B4-A3F0-25A45EA6B7A1}"/>
                  </a:ext>
                </a:extLst>
              </p:cNvPr>
              <p:cNvSpPr txBox="1"/>
              <p:nvPr/>
            </p:nvSpPr>
            <p:spPr>
              <a:xfrm rot="16200000">
                <a:off x="2690568" y="761898"/>
                <a:ext cx="879109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Length (cm)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F0B1EA6-7B4F-1A82-1406-7B5680ABC2D5}"/>
              </a:ext>
            </a:extLst>
          </p:cNvPr>
          <p:cNvGrpSpPr/>
          <p:nvPr/>
        </p:nvGrpSpPr>
        <p:grpSpPr>
          <a:xfrm>
            <a:off x="5411619" y="460209"/>
            <a:ext cx="1070268" cy="614062"/>
            <a:chOff x="3427368" y="303313"/>
            <a:chExt cx="1132670" cy="649865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6C0CF9E4-500A-B382-0242-262B38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4053" t="21771" r="6855" b="67280"/>
            <a:stretch>
              <a:fillRect/>
            </a:stretch>
          </p:blipFill>
          <p:spPr>
            <a:xfrm>
              <a:off x="3445840" y="303313"/>
              <a:ext cx="1114198" cy="239597"/>
            </a:xfrm>
            <a:prstGeom prst="rect">
              <a:avLst/>
            </a:prstGeom>
          </p:spPr>
        </p:pic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ECF76C1E-243D-F30E-250C-78DC05F081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7855" t="34726" r="4681" b="54631"/>
            <a:stretch>
              <a:fillRect/>
            </a:stretch>
          </p:blipFill>
          <p:spPr>
            <a:xfrm>
              <a:off x="3445840" y="539825"/>
              <a:ext cx="1051798" cy="232924"/>
            </a:xfrm>
            <a:prstGeom prst="rect">
              <a:avLst/>
            </a:prstGeom>
          </p:spPr>
        </p:pic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67F8DA-9B5B-4CB3-9D77-E50E0677B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7553" t="47870" r="3489" b="43886"/>
            <a:stretch>
              <a:fillRect/>
            </a:stretch>
          </p:blipFill>
          <p:spPr>
            <a:xfrm>
              <a:off x="3427368" y="772749"/>
              <a:ext cx="1109049" cy="180429"/>
            </a:xfrm>
            <a:prstGeom prst="rect">
              <a:avLst/>
            </a:prstGeom>
          </p:spPr>
        </p:pic>
      </p:grpSp>
      <p:sp>
        <p:nvSpPr>
          <p:cNvPr id="2450" name="TextBox 2449">
            <a:extLst>
              <a:ext uri="{FF2B5EF4-FFF2-40B4-BE49-F238E27FC236}">
                <a16:creationId xmlns:a16="http://schemas.microsoft.com/office/drawing/2014/main" id="{23E04479-750B-AC3B-D7DA-DAFC5BE481CE}"/>
              </a:ext>
            </a:extLst>
          </p:cNvPr>
          <p:cNvSpPr txBox="1"/>
          <p:nvPr/>
        </p:nvSpPr>
        <p:spPr>
          <a:xfrm>
            <a:off x="2699211" y="3380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7B94D08-61DD-123A-7A52-FAA0806F8794}"/>
              </a:ext>
            </a:extLst>
          </p:cNvPr>
          <p:cNvGrpSpPr/>
          <p:nvPr/>
        </p:nvGrpSpPr>
        <p:grpSpPr>
          <a:xfrm>
            <a:off x="29369" y="184786"/>
            <a:ext cx="2596384" cy="1732323"/>
            <a:chOff x="29369" y="458046"/>
            <a:chExt cx="2596384" cy="1732323"/>
          </a:xfrm>
        </p:grpSpPr>
        <p:grpSp>
          <p:nvGrpSpPr>
            <p:cNvPr id="259" name="Graphic 14">
              <a:extLst>
                <a:ext uri="{FF2B5EF4-FFF2-40B4-BE49-F238E27FC236}">
                  <a16:creationId xmlns:a16="http://schemas.microsoft.com/office/drawing/2014/main" id="{9134A183-525E-4E55-A84F-3A040A94E6AB}"/>
                </a:ext>
              </a:extLst>
            </p:cNvPr>
            <p:cNvGrpSpPr/>
            <p:nvPr/>
          </p:nvGrpSpPr>
          <p:grpSpPr>
            <a:xfrm>
              <a:off x="29369" y="458046"/>
              <a:ext cx="2596384" cy="1732323"/>
              <a:chOff x="31081" y="134007"/>
              <a:chExt cx="2747766" cy="1833326"/>
            </a:xfrm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69AA6392-E524-3F2C-E415-A83BA3BFD512}"/>
                  </a:ext>
                </a:extLst>
              </p:cNvPr>
              <p:cNvSpPr/>
              <p:nvPr/>
            </p:nvSpPr>
            <p:spPr>
              <a:xfrm>
                <a:off x="35648" y="138534"/>
                <a:ext cx="2743199" cy="1828799"/>
              </a:xfrm>
              <a:custGeom>
                <a:avLst/>
                <a:gdLst>
                  <a:gd name="csX0" fmla="*/ 0 w 2743199"/>
                  <a:gd name="csY0" fmla="*/ 0 h 1828799"/>
                  <a:gd name="csX1" fmla="*/ 2743199 w 2743199"/>
                  <a:gd name="csY1" fmla="*/ 0 h 1828799"/>
                  <a:gd name="csX2" fmla="*/ 2743199 w 2743199"/>
                  <a:gd name="csY2" fmla="*/ 1828799 h 1828799"/>
                  <a:gd name="csX3" fmla="*/ 0 w 2743199"/>
                  <a:gd name="csY3" fmla="*/ 1828799 h 18287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743199" h="1828799">
                    <a:moveTo>
                      <a:pt x="0" y="0"/>
                    </a:moveTo>
                    <a:lnTo>
                      <a:pt x="2743199" y="0"/>
                    </a:lnTo>
                    <a:lnTo>
                      <a:pt x="2743199" y="1828799"/>
                    </a:lnTo>
                    <a:lnTo>
                      <a:pt x="0" y="1828799"/>
                    </a:lnTo>
                    <a:close/>
                  </a:path>
                </a:pathLst>
              </a:custGeom>
              <a:solidFill>
                <a:srgbClr val="FFFFFF"/>
              </a:solidFill>
              <a:ln w="12656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FF9AAD7A-F0E3-4068-DFBD-20C7F2ADEDFA}"/>
                  </a:ext>
                </a:extLst>
              </p:cNvPr>
              <p:cNvSpPr/>
              <p:nvPr/>
            </p:nvSpPr>
            <p:spPr>
              <a:xfrm>
                <a:off x="35648" y="138534"/>
                <a:ext cx="2743199" cy="1828799"/>
              </a:xfrm>
              <a:custGeom>
                <a:avLst/>
                <a:gdLst>
                  <a:gd name="csX0" fmla="*/ 0 w 2743199"/>
                  <a:gd name="csY0" fmla="*/ 0 h 1828799"/>
                  <a:gd name="csX1" fmla="*/ 2743199 w 2743199"/>
                  <a:gd name="csY1" fmla="*/ 0 h 1828799"/>
                  <a:gd name="csX2" fmla="*/ 2743199 w 2743199"/>
                  <a:gd name="csY2" fmla="*/ 1828799 h 1828799"/>
                  <a:gd name="csX3" fmla="*/ 0 w 2743199"/>
                  <a:gd name="csY3" fmla="*/ 1828799 h 18287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743199" h="1828799">
                    <a:moveTo>
                      <a:pt x="0" y="0"/>
                    </a:moveTo>
                    <a:lnTo>
                      <a:pt x="2743199" y="0"/>
                    </a:lnTo>
                    <a:lnTo>
                      <a:pt x="2743199" y="1828799"/>
                    </a:lnTo>
                    <a:lnTo>
                      <a:pt x="0" y="1828799"/>
                    </a:lnTo>
                    <a:close/>
                  </a:path>
                </a:pathLst>
              </a:custGeom>
              <a:solidFill>
                <a:srgbClr val="FFFFFF"/>
              </a:solidFill>
              <a:ln w="13542" cap="rnd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268"/>
              </a:p>
            </p:txBody>
          </p:sp>
          <p:grpSp>
            <p:nvGrpSpPr>
              <p:cNvPr id="262" name="Graphic 14">
                <a:extLst>
                  <a:ext uri="{FF2B5EF4-FFF2-40B4-BE49-F238E27FC236}">
                    <a16:creationId xmlns:a16="http://schemas.microsoft.com/office/drawing/2014/main" id="{867D8DC8-C85B-DD30-A7CA-15342FAE41ED}"/>
                  </a:ext>
                </a:extLst>
              </p:cNvPr>
              <p:cNvGrpSpPr/>
              <p:nvPr/>
            </p:nvGrpSpPr>
            <p:grpSpPr>
              <a:xfrm>
                <a:off x="437009" y="164809"/>
                <a:ext cx="2317079" cy="1402473"/>
                <a:chOff x="437009" y="164809"/>
                <a:chExt cx="2317079" cy="1402473"/>
              </a:xfrm>
            </p:grpSpPr>
            <p:sp>
              <p:nvSpPr>
                <p:cNvPr id="263" name="Freeform 262">
                  <a:extLst>
                    <a:ext uri="{FF2B5EF4-FFF2-40B4-BE49-F238E27FC236}">
                      <a16:creationId xmlns:a16="http://schemas.microsoft.com/office/drawing/2014/main" id="{61F0EF87-B0BE-37FF-DDB7-4C3ABAE1C6F1}"/>
                    </a:ext>
                  </a:extLst>
                </p:cNvPr>
                <p:cNvSpPr/>
                <p:nvPr/>
              </p:nvSpPr>
              <p:spPr>
                <a:xfrm>
                  <a:off x="456398" y="208129"/>
                  <a:ext cx="2252852" cy="1359153"/>
                </a:xfrm>
                <a:custGeom>
                  <a:avLst/>
                  <a:gdLst>
                    <a:gd name="csX0" fmla="*/ 0 w 2252852"/>
                    <a:gd name="csY0" fmla="*/ 0 h 1359153"/>
                    <a:gd name="csX1" fmla="*/ 2252852 w 2252852"/>
                    <a:gd name="csY1" fmla="*/ 0 h 1359153"/>
                    <a:gd name="csX2" fmla="*/ 2252852 w 2252852"/>
                    <a:gd name="csY2" fmla="*/ 1359153 h 1359153"/>
                    <a:gd name="csX3" fmla="*/ 0 w 2252852"/>
                    <a:gd name="csY3" fmla="*/ 1359153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2252852" h="1359153">
                      <a:moveTo>
                        <a:pt x="0" y="0"/>
                      </a:moveTo>
                      <a:lnTo>
                        <a:pt x="2252852" y="0"/>
                      </a:lnTo>
                      <a:lnTo>
                        <a:pt x="2252852" y="1359153"/>
                      </a:lnTo>
                      <a:lnTo>
                        <a:pt x="0" y="135915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2695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4" name="Freeform 263">
                  <a:extLst>
                    <a:ext uri="{FF2B5EF4-FFF2-40B4-BE49-F238E27FC236}">
                      <a16:creationId xmlns:a16="http://schemas.microsoft.com/office/drawing/2014/main" id="{99B0DDB9-A7A8-B47B-27A9-8CA7698743D2}"/>
                    </a:ext>
                  </a:extLst>
                </p:cNvPr>
                <p:cNvSpPr/>
                <p:nvPr/>
              </p:nvSpPr>
              <p:spPr>
                <a:xfrm>
                  <a:off x="497546" y="780137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F8766D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5" name="Freeform 264">
                  <a:extLst>
                    <a:ext uri="{FF2B5EF4-FFF2-40B4-BE49-F238E27FC236}">
                      <a16:creationId xmlns:a16="http://schemas.microsoft.com/office/drawing/2014/main" id="{292ED27A-785F-E572-E717-7B70C5D66339}"/>
                    </a:ext>
                  </a:extLst>
                </p:cNvPr>
                <p:cNvSpPr/>
                <p:nvPr/>
              </p:nvSpPr>
              <p:spPr>
                <a:xfrm>
                  <a:off x="772374" y="1353923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00BFC4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6" name="Freeform 265">
                  <a:extLst>
                    <a:ext uri="{FF2B5EF4-FFF2-40B4-BE49-F238E27FC236}">
                      <a16:creationId xmlns:a16="http://schemas.microsoft.com/office/drawing/2014/main" id="{E1F4501B-A91C-9235-1A90-19F9BF6A405D}"/>
                    </a:ext>
                  </a:extLst>
                </p:cNvPr>
                <p:cNvSpPr/>
                <p:nvPr/>
              </p:nvSpPr>
              <p:spPr>
                <a:xfrm>
                  <a:off x="1047075" y="1131800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F8766D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7" name="Freeform 266">
                  <a:extLst>
                    <a:ext uri="{FF2B5EF4-FFF2-40B4-BE49-F238E27FC236}">
                      <a16:creationId xmlns:a16="http://schemas.microsoft.com/office/drawing/2014/main" id="{0509AECB-9A06-805E-E1C2-7C97715408C6}"/>
                    </a:ext>
                  </a:extLst>
                </p:cNvPr>
                <p:cNvSpPr/>
                <p:nvPr/>
              </p:nvSpPr>
              <p:spPr>
                <a:xfrm>
                  <a:off x="1321776" y="1412978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00BFC4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8" name="Freeform 267">
                  <a:extLst>
                    <a:ext uri="{FF2B5EF4-FFF2-40B4-BE49-F238E27FC236}">
                      <a16:creationId xmlns:a16="http://schemas.microsoft.com/office/drawing/2014/main" id="{E238A6AE-EDE7-95B2-EF0C-02130B3BC2CA}"/>
                    </a:ext>
                  </a:extLst>
                </p:cNvPr>
                <p:cNvSpPr/>
                <p:nvPr/>
              </p:nvSpPr>
              <p:spPr>
                <a:xfrm>
                  <a:off x="1596604" y="1073507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F8766D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69" name="Freeform 268">
                  <a:extLst>
                    <a:ext uri="{FF2B5EF4-FFF2-40B4-BE49-F238E27FC236}">
                      <a16:creationId xmlns:a16="http://schemas.microsoft.com/office/drawing/2014/main" id="{27C094E2-7EFC-077F-87F0-EA3C67F04669}"/>
                    </a:ext>
                  </a:extLst>
                </p:cNvPr>
                <p:cNvSpPr/>
                <p:nvPr/>
              </p:nvSpPr>
              <p:spPr>
                <a:xfrm>
                  <a:off x="1871305" y="1373227"/>
                  <a:ext cx="247268" cy="12699"/>
                </a:xfrm>
                <a:custGeom>
                  <a:avLst/>
                  <a:gdLst>
                    <a:gd name="csX0" fmla="*/ 0 w 247268"/>
                    <a:gd name="csY0" fmla="*/ 0 h 12699"/>
                    <a:gd name="csX1" fmla="*/ 247269 w 24726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47268" h="12699">
                      <a:moveTo>
                        <a:pt x="0" y="0"/>
                      </a:moveTo>
                      <a:lnTo>
                        <a:pt x="247269" y="0"/>
                      </a:lnTo>
                    </a:path>
                  </a:pathLst>
                </a:custGeom>
                <a:ln w="33791" cap="flat">
                  <a:solidFill>
                    <a:srgbClr val="00BFC4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0" name="Freeform 269">
                  <a:extLst>
                    <a:ext uri="{FF2B5EF4-FFF2-40B4-BE49-F238E27FC236}">
                      <a16:creationId xmlns:a16="http://schemas.microsoft.com/office/drawing/2014/main" id="{F0C685F9-2039-D796-9910-17155666EDB7}"/>
                    </a:ext>
                  </a:extLst>
                </p:cNvPr>
                <p:cNvSpPr/>
                <p:nvPr/>
              </p:nvSpPr>
              <p:spPr>
                <a:xfrm>
                  <a:off x="566253" y="680188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1" name="Freeform 270">
                  <a:extLst>
                    <a:ext uri="{FF2B5EF4-FFF2-40B4-BE49-F238E27FC236}">
                      <a16:creationId xmlns:a16="http://schemas.microsoft.com/office/drawing/2014/main" id="{13F781E6-F554-09B6-1FB8-3855AB85F586}"/>
                    </a:ext>
                  </a:extLst>
                </p:cNvPr>
                <p:cNvSpPr/>
                <p:nvPr/>
              </p:nvSpPr>
              <p:spPr>
                <a:xfrm>
                  <a:off x="621244" y="680188"/>
                  <a:ext cx="12699" cy="200024"/>
                </a:xfrm>
                <a:custGeom>
                  <a:avLst/>
                  <a:gdLst>
                    <a:gd name="csX0" fmla="*/ 0 w 12699"/>
                    <a:gd name="csY0" fmla="*/ 0 h 200024"/>
                    <a:gd name="csX1" fmla="*/ 0 w 12699"/>
                    <a:gd name="csY1" fmla="*/ 200025 h 2000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200024">
                      <a:moveTo>
                        <a:pt x="0" y="0"/>
                      </a:moveTo>
                      <a:lnTo>
                        <a:pt x="0" y="200025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2" name="Freeform 271">
                  <a:extLst>
                    <a:ext uri="{FF2B5EF4-FFF2-40B4-BE49-F238E27FC236}">
                      <a16:creationId xmlns:a16="http://schemas.microsoft.com/office/drawing/2014/main" id="{833635DE-C158-C1DA-2CBC-75E0CAEEC303}"/>
                    </a:ext>
                  </a:extLst>
                </p:cNvPr>
                <p:cNvSpPr/>
                <p:nvPr/>
              </p:nvSpPr>
              <p:spPr>
                <a:xfrm>
                  <a:off x="566253" y="880213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3" name="Freeform 272">
                  <a:extLst>
                    <a:ext uri="{FF2B5EF4-FFF2-40B4-BE49-F238E27FC236}">
                      <a16:creationId xmlns:a16="http://schemas.microsoft.com/office/drawing/2014/main" id="{35778245-762C-5A2A-227F-E67BA01A8DC6}"/>
                    </a:ext>
                  </a:extLst>
                </p:cNvPr>
                <p:cNvSpPr/>
                <p:nvPr/>
              </p:nvSpPr>
              <p:spPr>
                <a:xfrm>
                  <a:off x="840954" y="1314299"/>
                  <a:ext cx="109981" cy="12699"/>
                </a:xfrm>
                <a:custGeom>
                  <a:avLst/>
                  <a:gdLst>
                    <a:gd name="csX0" fmla="*/ 0 w 109981"/>
                    <a:gd name="csY0" fmla="*/ 0 h 12699"/>
                    <a:gd name="csX1" fmla="*/ 109982 w 109981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981" h="12699">
                      <a:moveTo>
                        <a:pt x="0" y="0"/>
                      </a:moveTo>
                      <a:lnTo>
                        <a:pt x="109982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4" name="Freeform 273">
                  <a:extLst>
                    <a:ext uri="{FF2B5EF4-FFF2-40B4-BE49-F238E27FC236}">
                      <a16:creationId xmlns:a16="http://schemas.microsoft.com/office/drawing/2014/main" id="{83900F59-0B3B-72BF-0CAB-0E920C2BF922}"/>
                    </a:ext>
                  </a:extLst>
                </p:cNvPr>
                <p:cNvSpPr/>
                <p:nvPr/>
              </p:nvSpPr>
              <p:spPr>
                <a:xfrm>
                  <a:off x="895945" y="1314299"/>
                  <a:ext cx="12699" cy="79247"/>
                </a:xfrm>
                <a:custGeom>
                  <a:avLst/>
                  <a:gdLst>
                    <a:gd name="csX0" fmla="*/ 0 w 12699"/>
                    <a:gd name="csY0" fmla="*/ 0 h 79247"/>
                    <a:gd name="csX1" fmla="*/ 0 w 12699"/>
                    <a:gd name="csY1" fmla="*/ 79248 h 792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79247">
                      <a:moveTo>
                        <a:pt x="0" y="0"/>
                      </a:moveTo>
                      <a:lnTo>
                        <a:pt x="0" y="79248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5" name="Freeform 274">
                  <a:extLst>
                    <a:ext uri="{FF2B5EF4-FFF2-40B4-BE49-F238E27FC236}">
                      <a16:creationId xmlns:a16="http://schemas.microsoft.com/office/drawing/2014/main" id="{81C14748-4FB8-8965-87BD-DBB0063260A6}"/>
                    </a:ext>
                  </a:extLst>
                </p:cNvPr>
                <p:cNvSpPr/>
                <p:nvPr/>
              </p:nvSpPr>
              <p:spPr>
                <a:xfrm>
                  <a:off x="840954" y="1393547"/>
                  <a:ext cx="109981" cy="12699"/>
                </a:xfrm>
                <a:custGeom>
                  <a:avLst/>
                  <a:gdLst>
                    <a:gd name="csX0" fmla="*/ 0 w 109981"/>
                    <a:gd name="csY0" fmla="*/ 0 h 12699"/>
                    <a:gd name="csX1" fmla="*/ 109982 w 109981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981" h="12699">
                      <a:moveTo>
                        <a:pt x="0" y="0"/>
                      </a:moveTo>
                      <a:lnTo>
                        <a:pt x="109982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6" name="Freeform 275">
                  <a:extLst>
                    <a:ext uri="{FF2B5EF4-FFF2-40B4-BE49-F238E27FC236}">
                      <a16:creationId xmlns:a16="http://schemas.microsoft.com/office/drawing/2014/main" id="{DF7E9D7C-655E-BCD1-5D9B-D77F6FFF36DE}"/>
                    </a:ext>
                  </a:extLst>
                </p:cNvPr>
                <p:cNvSpPr/>
                <p:nvPr/>
              </p:nvSpPr>
              <p:spPr>
                <a:xfrm>
                  <a:off x="1115782" y="1083794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7" name="Freeform 276">
                  <a:extLst>
                    <a:ext uri="{FF2B5EF4-FFF2-40B4-BE49-F238E27FC236}">
                      <a16:creationId xmlns:a16="http://schemas.microsoft.com/office/drawing/2014/main" id="{6F2BEE1F-3CB1-C737-782A-AE8D7090D840}"/>
                    </a:ext>
                  </a:extLst>
                </p:cNvPr>
                <p:cNvSpPr/>
                <p:nvPr/>
              </p:nvSpPr>
              <p:spPr>
                <a:xfrm>
                  <a:off x="1170646" y="1083794"/>
                  <a:ext cx="12699" cy="96011"/>
                </a:xfrm>
                <a:custGeom>
                  <a:avLst/>
                  <a:gdLst>
                    <a:gd name="csX0" fmla="*/ 0 w 12699"/>
                    <a:gd name="csY0" fmla="*/ 0 h 96011"/>
                    <a:gd name="csX1" fmla="*/ 0 w 12699"/>
                    <a:gd name="csY1" fmla="*/ 96012 h 9601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96011">
                      <a:moveTo>
                        <a:pt x="0" y="0"/>
                      </a:moveTo>
                      <a:lnTo>
                        <a:pt x="0" y="96012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8" name="Freeform 277">
                  <a:extLst>
                    <a:ext uri="{FF2B5EF4-FFF2-40B4-BE49-F238E27FC236}">
                      <a16:creationId xmlns:a16="http://schemas.microsoft.com/office/drawing/2014/main" id="{752F9E4E-8D57-1DFC-0F08-81D86524B042}"/>
                    </a:ext>
                  </a:extLst>
                </p:cNvPr>
                <p:cNvSpPr/>
                <p:nvPr/>
              </p:nvSpPr>
              <p:spPr>
                <a:xfrm>
                  <a:off x="1115782" y="1179806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79" name="Freeform 278">
                  <a:extLst>
                    <a:ext uri="{FF2B5EF4-FFF2-40B4-BE49-F238E27FC236}">
                      <a16:creationId xmlns:a16="http://schemas.microsoft.com/office/drawing/2014/main" id="{BF139656-8115-F747-A338-E8B54B8E1FB4}"/>
                    </a:ext>
                  </a:extLst>
                </p:cNvPr>
                <p:cNvSpPr/>
                <p:nvPr/>
              </p:nvSpPr>
              <p:spPr>
                <a:xfrm>
                  <a:off x="1390483" y="1393420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0" name="Freeform 279">
                  <a:extLst>
                    <a:ext uri="{FF2B5EF4-FFF2-40B4-BE49-F238E27FC236}">
                      <a16:creationId xmlns:a16="http://schemas.microsoft.com/office/drawing/2014/main" id="{2A2D51D2-538B-BFBE-D8B6-F1FEF9383C66}"/>
                    </a:ext>
                  </a:extLst>
                </p:cNvPr>
                <p:cNvSpPr/>
                <p:nvPr/>
              </p:nvSpPr>
              <p:spPr>
                <a:xfrm>
                  <a:off x="1445474" y="1393420"/>
                  <a:ext cx="12699" cy="39116"/>
                </a:xfrm>
                <a:custGeom>
                  <a:avLst/>
                  <a:gdLst>
                    <a:gd name="csX0" fmla="*/ 0 w 12699"/>
                    <a:gd name="csY0" fmla="*/ 0 h 39116"/>
                    <a:gd name="csX1" fmla="*/ 0 w 12699"/>
                    <a:gd name="csY1" fmla="*/ 39116 h 3911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9116">
                      <a:moveTo>
                        <a:pt x="0" y="0"/>
                      </a:moveTo>
                      <a:lnTo>
                        <a:pt x="0" y="39116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1" name="Freeform 280">
                  <a:extLst>
                    <a:ext uri="{FF2B5EF4-FFF2-40B4-BE49-F238E27FC236}">
                      <a16:creationId xmlns:a16="http://schemas.microsoft.com/office/drawing/2014/main" id="{981CCCD7-6E90-F7FF-35A3-4C92C62C38A7}"/>
                    </a:ext>
                  </a:extLst>
                </p:cNvPr>
                <p:cNvSpPr/>
                <p:nvPr/>
              </p:nvSpPr>
              <p:spPr>
                <a:xfrm>
                  <a:off x="1390483" y="1432536"/>
                  <a:ext cx="109854" cy="12699"/>
                </a:xfrm>
                <a:custGeom>
                  <a:avLst/>
                  <a:gdLst>
                    <a:gd name="csX0" fmla="*/ 0 w 109854"/>
                    <a:gd name="csY0" fmla="*/ 0 h 12699"/>
                    <a:gd name="csX1" fmla="*/ 109855 w 109854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4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2" name="Freeform 281">
                  <a:extLst>
                    <a:ext uri="{FF2B5EF4-FFF2-40B4-BE49-F238E27FC236}">
                      <a16:creationId xmlns:a16="http://schemas.microsoft.com/office/drawing/2014/main" id="{295C4B20-A527-DD8A-CBF4-64C21A6886CC}"/>
                    </a:ext>
                  </a:extLst>
                </p:cNvPr>
                <p:cNvSpPr/>
                <p:nvPr/>
              </p:nvSpPr>
              <p:spPr>
                <a:xfrm>
                  <a:off x="1665184" y="967462"/>
                  <a:ext cx="109982" cy="12699"/>
                </a:xfrm>
                <a:custGeom>
                  <a:avLst/>
                  <a:gdLst>
                    <a:gd name="csX0" fmla="*/ 0 w 109982"/>
                    <a:gd name="csY0" fmla="*/ 0 h 12699"/>
                    <a:gd name="csX1" fmla="*/ 109982 w 109982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982" h="12699">
                      <a:moveTo>
                        <a:pt x="0" y="0"/>
                      </a:moveTo>
                      <a:lnTo>
                        <a:pt x="109982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3" name="Freeform 282">
                  <a:extLst>
                    <a:ext uri="{FF2B5EF4-FFF2-40B4-BE49-F238E27FC236}">
                      <a16:creationId xmlns:a16="http://schemas.microsoft.com/office/drawing/2014/main" id="{8934717F-D560-68A8-8B50-13DA6B096F41}"/>
                    </a:ext>
                  </a:extLst>
                </p:cNvPr>
                <p:cNvSpPr/>
                <p:nvPr/>
              </p:nvSpPr>
              <p:spPr>
                <a:xfrm>
                  <a:off x="1720175" y="967462"/>
                  <a:ext cx="12699" cy="211962"/>
                </a:xfrm>
                <a:custGeom>
                  <a:avLst/>
                  <a:gdLst>
                    <a:gd name="csX0" fmla="*/ 0 w 12699"/>
                    <a:gd name="csY0" fmla="*/ 0 h 211962"/>
                    <a:gd name="csX1" fmla="*/ 0 w 12699"/>
                    <a:gd name="csY1" fmla="*/ 211963 h 2119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211962">
                      <a:moveTo>
                        <a:pt x="0" y="0"/>
                      </a:moveTo>
                      <a:lnTo>
                        <a:pt x="0" y="211963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4" name="Freeform 283">
                  <a:extLst>
                    <a:ext uri="{FF2B5EF4-FFF2-40B4-BE49-F238E27FC236}">
                      <a16:creationId xmlns:a16="http://schemas.microsoft.com/office/drawing/2014/main" id="{130068B5-5760-9A09-A544-C612A95B5D56}"/>
                    </a:ext>
                  </a:extLst>
                </p:cNvPr>
                <p:cNvSpPr/>
                <p:nvPr/>
              </p:nvSpPr>
              <p:spPr>
                <a:xfrm>
                  <a:off x="1665184" y="1179425"/>
                  <a:ext cx="109982" cy="12699"/>
                </a:xfrm>
                <a:custGeom>
                  <a:avLst/>
                  <a:gdLst>
                    <a:gd name="csX0" fmla="*/ 0 w 109982"/>
                    <a:gd name="csY0" fmla="*/ 0 h 12699"/>
                    <a:gd name="csX1" fmla="*/ 109982 w 109982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982" h="12699">
                      <a:moveTo>
                        <a:pt x="0" y="0"/>
                      </a:moveTo>
                      <a:lnTo>
                        <a:pt x="109982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5" name="Freeform 284">
                  <a:extLst>
                    <a:ext uri="{FF2B5EF4-FFF2-40B4-BE49-F238E27FC236}">
                      <a16:creationId xmlns:a16="http://schemas.microsoft.com/office/drawing/2014/main" id="{75DE7806-E773-CC73-3DC0-ED9253485649}"/>
                    </a:ext>
                  </a:extLst>
                </p:cNvPr>
                <p:cNvSpPr/>
                <p:nvPr/>
              </p:nvSpPr>
              <p:spPr>
                <a:xfrm>
                  <a:off x="1940012" y="1304012"/>
                  <a:ext cx="109855" cy="12699"/>
                </a:xfrm>
                <a:custGeom>
                  <a:avLst/>
                  <a:gdLst>
                    <a:gd name="csX0" fmla="*/ 0 w 109855"/>
                    <a:gd name="csY0" fmla="*/ 0 h 12699"/>
                    <a:gd name="csX1" fmla="*/ 109855 w 109855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5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6" name="Freeform 285">
                  <a:extLst>
                    <a:ext uri="{FF2B5EF4-FFF2-40B4-BE49-F238E27FC236}">
                      <a16:creationId xmlns:a16="http://schemas.microsoft.com/office/drawing/2014/main" id="{2304263A-FE99-3AB6-CF80-8000E7692A12}"/>
                    </a:ext>
                  </a:extLst>
                </p:cNvPr>
                <p:cNvSpPr/>
                <p:nvPr/>
              </p:nvSpPr>
              <p:spPr>
                <a:xfrm>
                  <a:off x="1994876" y="1304012"/>
                  <a:ext cx="12699" cy="138429"/>
                </a:xfrm>
                <a:custGeom>
                  <a:avLst/>
                  <a:gdLst>
                    <a:gd name="csX0" fmla="*/ 0 w 12699"/>
                    <a:gd name="csY0" fmla="*/ 0 h 138429"/>
                    <a:gd name="csX1" fmla="*/ 0 w 12699"/>
                    <a:gd name="csY1" fmla="*/ 138430 h 1384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138429">
                      <a:moveTo>
                        <a:pt x="0" y="0"/>
                      </a:moveTo>
                      <a:lnTo>
                        <a:pt x="0" y="13843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7" name="Freeform 286">
                  <a:extLst>
                    <a:ext uri="{FF2B5EF4-FFF2-40B4-BE49-F238E27FC236}">
                      <a16:creationId xmlns:a16="http://schemas.microsoft.com/office/drawing/2014/main" id="{83B6AD80-7511-D216-2020-E3F7191E61DD}"/>
                    </a:ext>
                  </a:extLst>
                </p:cNvPr>
                <p:cNvSpPr/>
                <p:nvPr/>
              </p:nvSpPr>
              <p:spPr>
                <a:xfrm>
                  <a:off x="1940012" y="1442442"/>
                  <a:ext cx="109855" cy="12699"/>
                </a:xfrm>
                <a:custGeom>
                  <a:avLst/>
                  <a:gdLst>
                    <a:gd name="csX0" fmla="*/ 0 w 109855"/>
                    <a:gd name="csY0" fmla="*/ 0 h 12699"/>
                    <a:gd name="csX1" fmla="*/ 109855 w 109855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09855" h="12699">
                      <a:moveTo>
                        <a:pt x="0" y="0"/>
                      </a:moveTo>
                      <a:lnTo>
                        <a:pt x="109855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8" name="Freeform 287">
                  <a:extLst>
                    <a:ext uri="{FF2B5EF4-FFF2-40B4-BE49-F238E27FC236}">
                      <a16:creationId xmlns:a16="http://schemas.microsoft.com/office/drawing/2014/main" id="{86922F69-DEA0-67E2-FF67-CB43BFE6E48F}"/>
                    </a:ext>
                  </a:extLst>
                </p:cNvPr>
                <p:cNvSpPr/>
                <p:nvPr/>
              </p:nvSpPr>
              <p:spPr>
                <a:xfrm>
                  <a:off x="1033359" y="208129"/>
                  <a:ext cx="12699" cy="1359153"/>
                </a:xfrm>
                <a:custGeom>
                  <a:avLst/>
                  <a:gdLst>
                    <a:gd name="csX0" fmla="*/ 0 w 12699"/>
                    <a:gd name="csY0" fmla="*/ 1359153 h 1359153"/>
                    <a:gd name="csX1" fmla="*/ 0 w 12699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1359153">
                      <a:moveTo>
                        <a:pt x="0" y="1359153"/>
                      </a:moveTo>
                      <a:lnTo>
                        <a:pt x="0" y="0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89" name="Freeform 288">
                  <a:extLst>
                    <a:ext uri="{FF2B5EF4-FFF2-40B4-BE49-F238E27FC236}">
                      <a16:creationId xmlns:a16="http://schemas.microsoft.com/office/drawing/2014/main" id="{6213EF0D-A81A-372C-7D12-AD544D2C8925}"/>
                    </a:ext>
                  </a:extLst>
                </p:cNvPr>
                <p:cNvSpPr/>
                <p:nvPr/>
              </p:nvSpPr>
              <p:spPr>
                <a:xfrm>
                  <a:off x="1582761" y="208129"/>
                  <a:ext cx="12699" cy="1359153"/>
                </a:xfrm>
                <a:custGeom>
                  <a:avLst/>
                  <a:gdLst>
                    <a:gd name="csX0" fmla="*/ 0 w 12699"/>
                    <a:gd name="csY0" fmla="*/ 1359153 h 1359153"/>
                    <a:gd name="csX1" fmla="*/ 0 w 12699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1359153">
                      <a:moveTo>
                        <a:pt x="0" y="1359153"/>
                      </a:moveTo>
                      <a:lnTo>
                        <a:pt x="0" y="0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90" name="Freeform 289">
                  <a:extLst>
                    <a:ext uri="{FF2B5EF4-FFF2-40B4-BE49-F238E27FC236}">
                      <a16:creationId xmlns:a16="http://schemas.microsoft.com/office/drawing/2014/main" id="{DAB5FDA6-2CA3-0288-A0D8-C48FB4FF67F8}"/>
                    </a:ext>
                  </a:extLst>
                </p:cNvPr>
                <p:cNvSpPr/>
                <p:nvPr/>
              </p:nvSpPr>
              <p:spPr>
                <a:xfrm>
                  <a:off x="2132290" y="208129"/>
                  <a:ext cx="12699" cy="1359153"/>
                </a:xfrm>
                <a:custGeom>
                  <a:avLst/>
                  <a:gdLst>
                    <a:gd name="csX0" fmla="*/ 0 w 12699"/>
                    <a:gd name="csY0" fmla="*/ 1359153 h 1359153"/>
                    <a:gd name="csX1" fmla="*/ 0 w 12699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1359153">
                      <a:moveTo>
                        <a:pt x="0" y="1359153"/>
                      </a:moveTo>
                      <a:lnTo>
                        <a:pt x="0" y="0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91" name="Freeform 290">
                  <a:extLst>
                    <a:ext uri="{FF2B5EF4-FFF2-40B4-BE49-F238E27FC236}">
                      <a16:creationId xmlns:a16="http://schemas.microsoft.com/office/drawing/2014/main" id="{32DAAB91-7C57-A7E5-D54E-1DF6C2AECB30}"/>
                    </a:ext>
                  </a:extLst>
                </p:cNvPr>
                <p:cNvSpPr/>
                <p:nvPr/>
              </p:nvSpPr>
              <p:spPr>
                <a:xfrm>
                  <a:off x="758531" y="780137"/>
                  <a:ext cx="12699" cy="573785"/>
                </a:xfrm>
                <a:custGeom>
                  <a:avLst/>
                  <a:gdLst>
                    <a:gd name="csX0" fmla="*/ 0 w 12699"/>
                    <a:gd name="csY0" fmla="*/ 0 h 573785"/>
                    <a:gd name="csX1" fmla="*/ 0 w 12699"/>
                    <a:gd name="csY1" fmla="*/ 573786 h 5737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573785">
                      <a:moveTo>
                        <a:pt x="0" y="0"/>
                      </a:moveTo>
                      <a:lnTo>
                        <a:pt x="0" y="573786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92" name="Freeform 291">
                  <a:extLst>
                    <a:ext uri="{FF2B5EF4-FFF2-40B4-BE49-F238E27FC236}">
                      <a16:creationId xmlns:a16="http://schemas.microsoft.com/office/drawing/2014/main" id="{603BA227-0CBF-8AAC-8CCC-9D6E95A7F5D1}"/>
                    </a:ext>
                  </a:extLst>
                </p:cNvPr>
                <p:cNvSpPr/>
                <p:nvPr/>
              </p:nvSpPr>
              <p:spPr>
                <a:xfrm>
                  <a:off x="722590" y="780137"/>
                  <a:ext cx="72008" cy="62356"/>
                </a:xfrm>
                <a:custGeom>
                  <a:avLst/>
                  <a:gdLst>
                    <a:gd name="csX0" fmla="*/ 72009 w 72008"/>
                    <a:gd name="csY0" fmla="*/ 62357 h 62356"/>
                    <a:gd name="csX1" fmla="*/ 35941 w 72008"/>
                    <a:gd name="csY1" fmla="*/ 0 h 62356"/>
                    <a:gd name="csX2" fmla="*/ 0 w 72008"/>
                    <a:gd name="csY2" fmla="*/ 62357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6">
                      <a:moveTo>
                        <a:pt x="72009" y="62357"/>
                      </a:moveTo>
                      <a:lnTo>
                        <a:pt x="35941" y="0"/>
                      </a:lnTo>
                      <a:lnTo>
                        <a:pt x="0" y="62357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293" name="Freeform 292">
                  <a:extLst>
                    <a:ext uri="{FF2B5EF4-FFF2-40B4-BE49-F238E27FC236}">
                      <a16:creationId xmlns:a16="http://schemas.microsoft.com/office/drawing/2014/main" id="{A6ABE13E-5753-F720-E0AA-1D753C045B46}"/>
                    </a:ext>
                  </a:extLst>
                </p:cNvPr>
                <p:cNvSpPr/>
                <p:nvPr/>
              </p:nvSpPr>
              <p:spPr>
                <a:xfrm>
                  <a:off x="722590" y="1291566"/>
                  <a:ext cx="72008" cy="62356"/>
                </a:xfrm>
                <a:custGeom>
                  <a:avLst/>
                  <a:gdLst>
                    <a:gd name="csX0" fmla="*/ 0 w 72008"/>
                    <a:gd name="csY0" fmla="*/ 0 h 62356"/>
                    <a:gd name="csX1" fmla="*/ 35941 w 72008"/>
                    <a:gd name="csY1" fmla="*/ 62357 h 62356"/>
                    <a:gd name="csX2" fmla="*/ 72009 w 72008"/>
                    <a:gd name="csY2" fmla="*/ 0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6">
                      <a:moveTo>
                        <a:pt x="0" y="0"/>
                      </a:moveTo>
                      <a:lnTo>
                        <a:pt x="35941" y="62357"/>
                      </a:lnTo>
                      <a:lnTo>
                        <a:pt x="72009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26" name="Freeform 325">
                  <a:extLst>
                    <a:ext uri="{FF2B5EF4-FFF2-40B4-BE49-F238E27FC236}">
                      <a16:creationId xmlns:a16="http://schemas.microsoft.com/office/drawing/2014/main" id="{2BA1690E-151B-577E-4B9C-14E443352446}"/>
                    </a:ext>
                  </a:extLst>
                </p:cNvPr>
                <p:cNvSpPr/>
                <p:nvPr/>
              </p:nvSpPr>
              <p:spPr>
                <a:xfrm>
                  <a:off x="1308060" y="1131800"/>
                  <a:ext cx="12699" cy="281177"/>
                </a:xfrm>
                <a:custGeom>
                  <a:avLst/>
                  <a:gdLst>
                    <a:gd name="csX0" fmla="*/ 0 w 12699"/>
                    <a:gd name="csY0" fmla="*/ 0 h 281177"/>
                    <a:gd name="csX1" fmla="*/ 0 w 12699"/>
                    <a:gd name="csY1" fmla="*/ 281178 h 2811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281177">
                      <a:moveTo>
                        <a:pt x="0" y="0"/>
                      </a:moveTo>
                      <a:lnTo>
                        <a:pt x="0" y="281178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27" name="Freeform 326">
                  <a:extLst>
                    <a:ext uri="{FF2B5EF4-FFF2-40B4-BE49-F238E27FC236}">
                      <a16:creationId xmlns:a16="http://schemas.microsoft.com/office/drawing/2014/main" id="{775CACDD-0E85-5534-0DA8-0C7C12A83790}"/>
                    </a:ext>
                  </a:extLst>
                </p:cNvPr>
                <p:cNvSpPr/>
                <p:nvPr/>
              </p:nvSpPr>
              <p:spPr>
                <a:xfrm>
                  <a:off x="1272119" y="1131800"/>
                  <a:ext cx="72008" cy="62357"/>
                </a:xfrm>
                <a:custGeom>
                  <a:avLst/>
                  <a:gdLst>
                    <a:gd name="csX0" fmla="*/ 72009 w 72008"/>
                    <a:gd name="csY0" fmla="*/ 62357 h 62357"/>
                    <a:gd name="csX1" fmla="*/ 35941 w 72008"/>
                    <a:gd name="csY1" fmla="*/ 0 h 62357"/>
                    <a:gd name="csX2" fmla="*/ 0 w 72008"/>
                    <a:gd name="csY2" fmla="*/ 62357 h 623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7">
                      <a:moveTo>
                        <a:pt x="72009" y="62357"/>
                      </a:moveTo>
                      <a:lnTo>
                        <a:pt x="35941" y="0"/>
                      </a:lnTo>
                      <a:lnTo>
                        <a:pt x="0" y="62357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28" name="Freeform 327">
                  <a:extLst>
                    <a:ext uri="{FF2B5EF4-FFF2-40B4-BE49-F238E27FC236}">
                      <a16:creationId xmlns:a16="http://schemas.microsoft.com/office/drawing/2014/main" id="{B5B3DE0C-0893-1473-A800-B116E378A283}"/>
                    </a:ext>
                  </a:extLst>
                </p:cNvPr>
                <p:cNvSpPr/>
                <p:nvPr/>
              </p:nvSpPr>
              <p:spPr>
                <a:xfrm>
                  <a:off x="1272119" y="1350621"/>
                  <a:ext cx="72008" cy="62356"/>
                </a:xfrm>
                <a:custGeom>
                  <a:avLst/>
                  <a:gdLst>
                    <a:gd name="csX0" fmla="*/ 0 w 72008"/>
                    <a:gd name="csY0" fmla="*/ 0 h 62356"/>
                    <a:gd name="csX1" fmla="*/ 35941 w 72008"/>
                    <a:gd name="csY1" fmla="*/ 62357 h 62356"/>
                    <a:gd name="csX2" fmla="*/ 72009 w 72008"/>
                    <a:gd name="csY2" fmla="*/ 0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6">
                      <a:moveTo>
                        <a:pt x="0" y="0"/>
                      </a:moveTo>
                      <a:lnTo>
                        <a:pt x="35941" y="62357"/>
                      </a:lnTo>
                      <a:lnTo>
                        <a:pt x="72009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450FC739-BC4C-C404-19E0-756808C2DDEF}"/>
                    </a:ext>
                  </a:extLst>
                </p:cNvPr>
                <p:cNvSpPr txBox="1"/>
                <p:nvPr/>
              </p:nvSpPr>
              <p:spPr>
                <a:xfrm>
                  <a:off x="1239183" y="1143709"/>
                  <a:ext cx="41258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6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2.33x</a:t>
                  </a:r>
                </a:p>
              </p:txBody>
            </p:sp>
            <p:sp>
              <p:nvSpPr>
                <p:cNvPr id="361" name="Freeform 360">
                  <a:extLst>
                    <a:ext uri="{FF2B5EF4-FFF2-40B4-BE49-F238E27FC236}">
                      <a16:creationId xmlns:a16="http://schemas.microsoft.com/office/drawing/2014/main" id="{197954B6-894B-B350-CB38-8232579F0667}"/>
                    </a:ext>
                  </a:extLst>
                </p:cNvPr>
                <p:cNvSpPr/>
                <p:nvPr/>
              </p:nvSpPr>
              <p:spPr>
                <a:xfrm>
                  <a:off x="1857589" y="1073507"/>
                  <a:ext cx="12699" cy="299719"/>
                </a:xfrm>
                <a:custGeom>
                  <a:avLst/>
                  <a:gdLst>
                    <a:gd name="csX0" fmla="*/ 0 w 12699"/>
                    <a:gd name="csY0" fmla="*/ 0 h 299719"/>
                    <a:gd name="csX1" fmla="*/ 0 w 12699"/>
                    <a:gd name="csY1" fmla="*/ 299720 h 299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299719">
                      <a:moveTo>
                        <a:pt x="0" y="0"/>
                      </a:moveTo>
                      <a:lnTo>
                        <a:pt x="0" y="299720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62" name="Freeform 361">
                  <a:extLst>
                    <a:ext uri="{FF2B5EF4-FFF2-40B4-BE49-F238E27FC236}">
                      <a16:creationId xmlns:a16="http://schemas.microsoft.com/office/drawing/2014/main" id="{87E0BCFF-8396-3FBE-8372-BCA40C67806A}"/>
                    </a:ext>
                  </a:extLst>
                </p:cNvPr>
                <p:cNvSpPr/>
                <p:nvPr/>
              </p:nvSpPr>
              <p:spPr>
                <a:xfrm>
                  <a:off x="1821521" y="1073507"/>
                  <a:ext cx="72008" cy="62356"/>
                </a:xfrm>
                <a:custGeom>
                  <a:avLst/>
                  <a:gdLst>
                    <a:gd name="csX0" fmla="*/ 72009 w 72008"/>
                    <a:gd name="csY0" fmla="*/ 62357 h 62356"/>
                    <a:gd name="csX1" fmla="*/ 36068 w 72008"/>
                    <a:gd name="csY1" fmla="*/ 0 h 62356"/>
                    <a:gd name="csX2" fmla="*/ 0 w 72008"/>
                    <a:gd name="csY2" fmla="*/ 62357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6">
                      <a:moveTo>
                        <a:pt x="72009" y="62357"/>
                      </a:moveTo>
                      <a:lnTo>
                        <a:pt x="36068" y="0"/>
                      </a:lnTo>
                      <a:lnTo>
                        <a:pt x="0" y="62357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63" name="Freeform 362">
                  <a:extLst>
                    <a:ext uri="{FF2B5EF4-FFF2-40B4-BE49-F238E27FC236}">
                      <a16:creationId xmlns:a16="http://schemas.microsoft.com/office/drawing/2014/main" id="{DD9E1EE5-A40E-44BC-CD47-301A72A97B4C}"/>
                    </a:ext>
                  </a:extLst>
                </p:cNvPr>
                <p:cNvSpPr/>
                <p:nvPr/>
              </p:nvSpPr>
              <p:spPr>
                <a:xfrm>
                  <a:off x="1821521" y="1310870"/>
                  <a:ext cx="72008" cy="62357"/>
                </a:xfrm>
                <a:custGeom>
                  <a:avLst/>
                  <a:gdLst>
                    <a:gd name="csX0" fmla="*/ 0 w 72008"/>
                    <a:gd name="csY0" fmla="*/ 0 h 62357"/>
                    <a:gd name="csX1" fmla="*/ 36068 w 72008"/>
                    <a:gd name="csY1" fmla="*/ 62357 h 62357"/>
                    <a:gd name="csX2" fmla="*/ 72009 w 72008"/>
                    <a:gd name="csY2" fmla="*/ 0 h 623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7">
                      <a:moveTo>
                        <a:pt x="0" y="0"/>
                      </a:moveTo>
                      <a:lnTo>
                        <a:pt x="36068" y="62357"/>
                      </a:lnTo>
                      <a:lnTo>
                        <a:pt x="72009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D57FF99-9326-F316-2755-5FB0CBCAF74D}"/>
                    </a:ext>
                  </a:extLst>
                </p:cNvPr>
                <p:cNvSpPr txBox="1"/>
                <p:nvPr/>
              </p:nvSpPr>
              <p:spPr>
                <a:xfrm>
                  <a:off x="1788585" y="1087839"/>
                  <a:ext cx="41258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6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2.19x</a:t>
                  </a:r>
                </a:p>
              </p:txBody>
            </p:sp>
            <p:sp>
              <p:nvSpPr>
                <p:cNvPr id="396" name="Freeform 395">
                  <a:extLst>
                    <a:ext uri="{FF2B5EF4-FFF2-40B4-BE49-F238E27FC236}">
                      <a16:creationId xmlns:a16="http://schemas.microsoft.com/office/drawing/2014/main" id="{39F22F5A-D5AD-26A3-2497-3CF3A85EF9E9}"/>
                    </a:ext>
                  </a:extLst>
                </p:cNvPr>
                <p:cNvSpPr/>
                <p:nvPr/>
              </p:nvSpPr>
              <p:spPr>
                <a:xfrm>
                  <a:off x="2406991" y="1040106"/>
                  <a:ext cx="12699" cy="352932"/>
                </a:xfrm>
                <a:custGeom>
                  <a:avLst/>
                  <a:gdLst>
                    <a:gd name="csX0" fmla="*/ 0 w 12699"/>
                    <a:gd name="csY0" fmla="*/ 0 h 352932"/>
                    <a:gd name="csX1" fmla="*/ 0 w 12699"/>
                    <a:gd name="csY1" fmla="*/ 352933 h 3529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52932">
                      <a:moveTo>
                        <a:pt x="0" y="0"/>
                      </a:moveTo>
                      <a:lnTo>
                        <a:pt x="0" y="352933"/>
                      </a:lnTo>
                    </a:path>
                  </a:pathLst>
                </a:custGeom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97" name="Freeform 396">
                  <a:extLst>
                    <a:ext uri="{FF2B5EF4-FFF2-40B4-BE49-F238E27FC236}">
                      <a16:creationId xmlns:a16="http://schemas.microsoft.com/office/drawing/2014/main" id="{95634E6D-7D17-896E-841D-B4FAC3F8B043}"/>
                    </a:ext>
                  </a:extLst>
                </p:cNvPr>
                <p:cNvSpPr/>
                <p:nvPr/>
              </p:nvSpPr>
              <p:spPr>
                <a:xfrm>
                  <a:off x="2371050" y="1040106"/>
                  <a:ext cx="72008" cy="62357"/>
                </a:xfrm>
                <a:custGeom>
                  <a:avLst/>
                  <a:gdLst>
                    <a:gd name="csX0" fmla="*/ 72009 w 72008"/>
                    <a:gd name="csY0" fmla="*/ 62357 h 62357"/>
                    <a:gd name="csX1" fmla="*/ 35941 w 72008"/>
                    <a:gd name="csY1" fmla="*/ 0 h 62357"/>
                    <a:gd name="csX2" fmla="*/ 0 w 72008"/>
                    <a:gd name="csY2" fmla="*/ 62357 h 623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7">
                      <a:moveTo>
                        <a:pt x="72009" y="62357"/>
                      </a:moveTo>
                      <a:lnTo>
                        <a:pt x="35941" y="0"/>
                      </a:lnTo>
                      <a:lnTo>
                        <a:pt x="0" y="62357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98" name="Freeform 397">
                  <a:extLst>
                    <a:ext uri="{FF2B5EF4-FFF2-40B4-BE49-F238E27FC236}">
                      <a16:creationId xmlns:a16="http://schemas.microsoft.com/office/drawing/2014/main" id="{AE7A39FF-FAAB-450D-C21F-2247BDF6CCCC}"/>
                    </a:ext>
                  </a:extLst>
                </p:cNvPr>
                <p:cNvSpPr/>
                <p:nvPr/>
              </p:nvSpPr>
              <p:spPr>
                <a:xfrm>
                  <a:off x="2371050" y="1330682"/>
                  <a:ext cx="72008" cy="62356"/>
                </a:xfrm>
                <a:custGeom>
                  <a:avLst/>
                  <a:gdLst>
                    <a:gd name="csX0" fmla="*/ 0 w 72008"/>
                    <a:gd name="csY0" fmla="*/ 0 h 62356"/>
                    <a:gd name="csX1" fmla="*/ 35941 w 72008"/>
                    <a:gd name="csY1" fmla="*/ 62357 h 62356"/>
                    <a:gd name="csX2" fmla="*/ 72009 w 72008"/>
                    <a:gd name="csY2" fmla="*/ 0 h 623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2008" h="62356">
                      <a:moveTo>
                        <a:pt x="0" y="0"/>
                      </a:moveTo>
                      <a:lnTo>
                        <a:pt x="35941" y="62357"/>
                      </a:lnTo>
                      <a:lnTo>
                        <a:pt x="72009" y="0"/>
                      </a:lnTo>
                    </a:path>
                  </a:pathLst>
                </a:custGeom>
                <a:noFill/>
                <a:ln w="13542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28E65384-6F98-56A9-85CF-A2A1C62A10DD}"/>
                    </a:ext>
                  </a:extLst>
                </p:cNvPr>
                <p:cNvSpPr txBox="1"/>
                <p:nvPr/>
              </p:nvSpPr>
              <p:spPr>
                <a:xfrm>
                  <a:off x="2338113" y="1121430"/>
                  <a:ext cx="412581" cy="205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661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2.52x</a:t>
                  </a:r>
                </a:p>
              </p:txBody>
            </p:sp>
            <p:sp>
              <p:nvSpPr>
                <p:cNvPr id="431" name="Freeform 430">
                  <a:extLst>
                    <a:ext uri="{FF2B5EF4-FFF2-40B4-BE49-F238E27FC236}">
                      <a16:creationId xmlns:a16="http://schemas.microsoft.com/office/drawing/2014/main" id="{181F268E-2672-BD74-C089-88C75FBD47B0}"/>
                    </a:ext>
                  </a:extLst>
                </p:cNvPr>
                <p:cNvSpPr/>
                <p:nvPr/>
              </p:nvSpPr>
              <p:spPr>
                <a:xfrm>
                  <a:off x="1680043" y="1147802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2" name="Freeform 431">
                  <a:extLst>
                    <a:ext uri="{FF2B5EF4-FFF2-40B4-BE49-F238E27FC236}">
                      <a16:creationId xmlns:a16="http://schemas.microsoft.com/office/drawing/2014/main" id="{4828B1D2-7CE9-AEFC-5874-270B64C31627}"/>
                    </a:ext>
                  </a:extLst>
                </p:cNvPr>
                <p:cNvSpPr/>
                <p:nvPr/>
              </p:nvSpPr>
              <p:spPr>
                <a:xfrm>
                  <a:off x="1974429" y="1393293"/>
                  <a:ext cx="85089" cy="73659"/>
                </a:xfrm>
                <a:custGeom>
                  <a:avLst/>
                  <a:gdLst>
                    <a:gd name="csX0" fmla="*/ 42545 w 85089"/>
                    <a:gd name="csY0" fmla="*/ 0 h 73659"/>
                    <a:gd name="csX1" fmla="*/ 85090 w 85089"/>
                    <a:gd name="csY1" fmla="*/ 73660 h 73659"/>
                    <a:gd name="csX2" fmla="*/ 0 w 85089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3" name="Freeform 432">
                  <a:extLst>
                    <a:ext uri="{FF2B5EF4-FFF2-40B4-BE49-F238E27FC236}">
                      <a16:creationId xmlns:a16="http://schemas.microsoft.com/office/drawing/2014/main" id="{7BF72837-26EA-8231-413F-E6F928068FD7}"/>
                    </a:ext>
                  </a:extLst>
                </p:cNvPr>
                <p:cNvSpPr/>
                <p:nvPr/>
              </p:nvSpPr>
              <p:spPr>
                <a:xfrm>
                  <a:off x="1128355" y="1184124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4" name="Freeform 433">
                  <a:extLst>
                    <a:ext uri="{FF2B5EF4-FFF2-40B4-BE49-F238E27FC236}">
                      <a16:creationId xmlns:a16="http://schemas.microsoft.com/office/drawing/2014/main" id="{2A883898-0A07-7054-24C6-F033E8F811DF}"/>
                    </a:ext>
                  </a:extLst>
                </p:cNvPr>
                <p:cNvSpPr/>
                <p:nvPr/>
              </p:nvSpPr>
              <p:spPr>
                <a:xfrm>
                  <a:off x="1403564" y="1363829"/>
                  <a:ext cx="85090" cy="73786"/>
                </a:xfrm>
                <a:custGeom>
                  <a:avLst/>
                  <a:gdLst>
                    <a:gd name="csX0" fmla="*/ 42545 w 85090"/>
                    <a:gd name="csY0" fmla="*/ 0 h 73786"/>
                    <a:gd name="csX1" fmla="*/ 85090 w 85090"/>
                    <a:gd name="csY1" fmla="*/ 73787 h 73786"/>
                    <a:gd name="csX2" fmla="*/ 0 w 85090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5" name="Freeform 434">
                  <a:extLst>
                    <a:ext uri="{FF2B5EF4-FFF2-40B4-BE49-F238E27FC236}">
                      <a16:creationId xmlns:a16="http://schemas.microsoft.com/office/drawing/2014/main" id="{51B5A4B0-70BB-A0E0-A70D-72B77C4C306C}"/>
                    </a:ext>
                  </a:extLst>
                </p:cNvPr>
                <p:cNvSpPr/>
                <p:nvPr/>
              </p:nvSpPr>
              <p:spPr>
                <a:xfrm>
                  <a:off x="1120354" y="1132181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6" name="Freeform 435">
                  <a:extLst>
                    <a:ext uri="{FF2B5EF4-FFF2-40B4-BE49-F238E27FC236}">
                      <a16:creationId xmlns:a16="http://schemas.microsoft.com/office/drawing/2014/main" id="{E3D02DF8-2A13-3A3B-7327-D6C5D7E6F4A6}"/>
                    </a:ext>
                  </a:extLst>
                </p:cNvPr>
                <p:cNvSpPr/>
                <p:nvPr/>
              </p:nvSpPr>
              <p:spPr>
                <a:xfrm>
                  <a:off x="1404453" y="1398500"/>
                  <a:ext cx="85090" cy="73659"/>
                </a:xfrm>
                <a:custGeom>
                  <a:avLst/>
                  <a:gdLst>
                    <a:gd name="csX0" fmla="*/ 42545 w 85090"/>
                    <a:gd name="csY0" fmla="*/ 0 h 73659"/>
                    <a:gd name="csX1" fmla="*/ 85090 w 85090"/>
                    <a:gd name="csY1" fmla="*/ 73660 h 73659"/>
                    <a:gd name="csX2" fmla="*/ 0 w 85090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7" name="Freeform 436">
                  <a:extLst>
                    <a:ext uri="{FF2B5EF4-FFF2-40B4-BE49-F238E27FC236}">
                      <a16:creationId xmlns:a16="http://schemas.microsoft.com/office/drawing/2014/main" id="{609622AD-CA14-46E8-8190-B80E64E8294D}"/>
                    </a:ext>
                  </a:extLst>
                </p:cNvPr>
                <p:cNvSpPr/>
                <p:nvPr/>
              </p:nvSpPr>
              <p:spPr>
                <a:xfrm>
                  <a:off x="596860" y="675489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8" name="Freeform 437">
                  <a:extLst>
                    <a:ext uri="{FF2B5EF4-FFF2-40B4-BE49-F238E27FC236}">
                      <a16:creationId xmlns:a16="http://schemas.microsoft.com/office/drawing/2014/main" id="{4402B982-C731-60AF-F916-966EC5E2A713}"/>
                    </a:ext>
                  </a:extLst>
                </p:cNvPr>
                <p:cNvSpPr/>
                <p:nvPr/>
              </p:nvSpPr>
              <p:spPr>
                <a:xfrm>
                  <a:off x="853527" y="1360400"/>
                  <a:ext cx="85089" cy="73659"/>
                </a:xfrm>
                <a:custGeom>
                  <a:avLst/>
                  <a:gdLst>
                    <a:gd name="csX0" fmla="*/ 42545 w 85089"/>
                    <a:gd name="csY0" fmla="*/ 0 h 73659"/>
                    <a:gd name="csX1" fmla="*/ 85090 w 85089"/>
                    <a:gd name="csY1" fmla="*/ 73660 h 73659"/>
                    <a:gd name="csX2" fmla="*/ 0 w 85089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39" name="Freeform 438">
                  <a:extLst>
                    <a:ext uri="{FF2B5EF4-FFF2-40B4-BE49-F238E27FC236}">
                      <a16:creationId xmlns:a16="http://schemas.microsoft.com/office/drawing/2014/main" id="{29238895-9EB0-3F04-55FB-C12A9FC5CEF3}"/>
                    </a:ext>
                  </a:extLst>
                </p:cNvPr>
                <p:cNvSpPr/>
                <p:nvPr/>
              </p:nvSpPr>
              <p:spPr>
                <a:xfrm>
                  <a:off x="567650" y="722225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0" name="Freeform 439">
                  <a:extLst>
                    <a:ext uri="{FF2B5EF4-FFF2-40B4-BE49-F238E27FC236}">
                      <a16:creationId xmlns:a16="http://schemas.microsoft.com/office/drawing/2014/main" id="{20C9B492-A5B6-DE88-9F98-D4CE2499A105}"/>
                    </a:ext>
                  </a:extLst>
                </p:cNvPr>
                <p:cNvSpPr/>
                <p:nvPr/>
              </p:nvSpPr>
              <p:spPr>
                <a:xfrm>
                  <a:off x="872450" y="1166598"/>
                  <a:ext cx="85089" cy="73787"/>
                </a:xfrm>
                <a:custGeom>
                  <a:avLst/>
                  <a:gdLst>
                    <a:gd name="csX0" fmla="*/ 42545 w 85089"/>
                    <a:gd name="csY0" fmla="*/ 0 h 73787"/>
                    <a:gd name="csX1" fmla="*/ 85090 w 85089"/>
                    <a:gd name="csY1" fmla="*/ 73787 h 73787"/>
                    <a:gd name="csX2" fmla="*/ 0 w 85089"/>
                    <a:gd name="csY2" fmla="*/ 73787 h 737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787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1" name="Freeform 440">
                  <a:extLst>
                    <a:ext uri="{FF2B5EF4-FFF2-40B4-BE49-F238E27FC236}">
                      <a16:creationId xmlns:a16="http://schemas.microsoft.com/office/drawing/2014/main" id="{C984B8B5-3AD1-8BAC-9E08-5515C46D2E5E}"/>
                    </a:ext>
                  </a:extLst>
                </p:cNvPr>
                <p:cNvSpPr/>
                <p:nvPr/>
              </p:nvSpPr>
              <p:spPr>
                <a:xfrm>
                  <a:off x="595844" y="839827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2" name="Freeform 441">
                  <a:extLst>
                    <a:ext uri="{FF2B5EF4-FFF2-40B4-BE49-F238E27FC236}">
                      <a16:creationId xmlns:a16="http://schemas.microsoft.com/office/drawing/2014/main" id="{5FA5E2AD-24F2-59EE-1EB2-58B5C0B705E3}"/>
                    </a:ext>
                  </a:extLst>
                </p:cNvPr>
                <p:cNvSpPr/>
                <p:nvPr/>
              </p:nvSpPr>
              <p:spPr>
                <a:xfrm>
                  <a:off x="870164" y="1338810"/>
                  <a:ext cx="85090" cy="73659"/>
                </a:xfrm>
                <a:custGeom>
                  <a:avLst/>
                  <a:gdLst>
                    <a:gd name="csX0" fmla="*/ 42545 w 85090"/>
                    <a:gd name="csY0" fmla="*/ 0 h 73659"/>
                    <a:gd name="csX1" fmla="*/ 85090 w 85090"/>
                    <a:gd name="csY1" fmla="*/ 73660 h 73659"/>
                    <a:gd name="csX2" fmla="*/ 0 w 85090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3" name="Freeform 442">
                  <a:extLst>
                    <a:ext uri="{FF2B5EF4-FFF2-40B4-BE49-F238E27FC236}">
                      <a16:creationId xmlns:a16="http://schemas.microsoft.com/office/drawing/2014/main" id="{514EEF4C-786E-CBE5-5005-9FE9682C5219}"/>
                    </a:ext>
                  </a:extLst>
                </p:cNvPr>
                <p:cNvSpPr/>
                <p:nvPr/>
              </p:nvSpPr>
              <p:spPr>
                <a:xfrm>
                  <a:off x="598130" y="361418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4" name="Freeform 443">
                  <a:extLst>
                    <a:ext uri="{FF2B5EF4-FFF2-40B4-BE49-F238E27FC236}">
                      <a16:creationId xmlns:a16="http://schemas.microsoft.com/office/drawing/2014/main" id="{65C3D1E2-C63E-2BE8-6A99-33224FEC5A33}"/>
                    </a:ext>
                  </a:extLst>
                </p:cNvPr>
                <p:cNvSpPr/>
                <p:nvPr/>
              </p:nvSpPr>
              <p:spPr>
                <a:xfrm>
                  <a:off x="853781" y="1219430"/>
                  <a:ext cx="85090" cy="73659"/>
                </a:xfrm>
                <a:custGeom>
                  <a:avLst/>
                  <a:gdLst>
                    <a:gd name="csX0" fmla="*/ 42545 w 85090"/>
                    <a:gd name="csY0" fmla="*/ 0 h 73659"/>
                    <a:gd name="csX1" fmla="*/ 85090 w 85090"/>
                    <a:gd name="csY1" fmla="*/ 73660 h 73659"/>
                    <a:gd name="csX2" fmla="*/ 0 w 85090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5" name="Freeform 444">
                  <a:extLst>
                    <a:ext uri="{FF2B5EF4-FFF2-40B4-BE49-F238E27FC236}">
                      <a16:creationId xmlns:a16="http://schemas.microsoft.com/office/drawing/2014/main" id="{72E983CE-562C-37AC-0A60-451B506D7130}"/>
                    </a:ext>
                  </a:extLst>
                </p:cNvPr>
                <p:cNvSpPr/>
                <p:nvPr/>
              </p:nvSpPr>
              <p:spPr>
                <a:xfrm>
                  <a:off x="596479" y="776708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6" name="Freeform 445">
                  <a:extLst>
                    <a:ext uri="{FF2B5EF4-FFF2-40B4-BE49-F238E27FC236}">
                      <a16:creationId xmlns:a16="http://schemas.microsoft.com/office/drawing/2014/main" id="{B4F0E750-92A4-23AE-AC20-DA71820E08E7}"/>
                    </a:ext>
                  </a:extLst>
                </p:cNvPr>
                <p:cNvSpPr/>
                <p:nvPr/>
              </p:nvSpPr>
              <p:spPr>
                <a:xfrm>
                  <a:off x="866862" y="1310235"/>
                  <a:ext cx="85090" cy="73659"/>
                </a:xfrm>
                <a:custGeom>
                  <a:avLst/>
                  <a:gdLst>
                    <a:gd name="csX0" fmla="*/ 42545 w 85090"/>
                    <a:gd name="csY0" fmla="*/ 0 h 73659"/>
                    <a:gd name="csX1" fmla="*/ 85090 w 85090"/>
                    <a:gd name="csY1" fmla="*/ 73660 h 73659"/>
                    <a:gd name="csX2" fmla="*/ 0 w 85090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7" name="Freeform 446">
                  <a:extLst>
                    <a:ext uri="{FF2B5EF4-FFF2-40B4-BE49-F238E27FC236}">
                      <a16:creationId xmlns:a16="http://schemas.microsoft.com/office/drawing/2014/main" id="{6B1717A9-171A-CE8B-00A9-40D407FDA9E4}"/>
                    </a:ext>
                  </a:extLst>
                </p:cNvPr>
                <p:cNvSpPr/>
                <p:nvPr/>
              </p:nvSpPr>
              <p:spPr>
                <a:xfrm>
                  <a:off x="1136483" y="1009372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A2D55573-76F6-566C-89A3-7EB698464C93}"/>
                    </a:ext>
                  </a:extLst>
                </p:cNvPr>
                <p:cNvSpPr/>
                <p:nvPr/>
              </p:nvSpPr>
              <p:spPr>
                <a:xfrm>
                  <a:off x="1393277" y="1294614"/>
                  <a:ext cx="85089" cy="73786"/>
                </a:xfrm>
                <a:custGeom>
                  <a:avLst/>
                  <a:gdLst>
                    <a:gd name="csX0" fmla="*/ 42545 w 85089"/>
                    <a:gd name="csY0" fmla="*/ 0 h 73786"/>
                    <a:gd name="csX1" fmla="*/ 85090 w 85089"/>
                    <a:gd name="csY1" fmla="*/ 73787 h 73786"/>
                    <a:gd name="csX2" fmla="*/ 0 w 85089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49" name="Freeform 448">
                  <a:extLst>
                    <a:ext uri="{FF2B5EF4-FFF2-40B4-BE49-F238E27FC236}">
                      <a16:creationId xmlns:a16="http://schemas.microsoft.com/office/drawing/2014/main" id="{E39685C8-DDF1-C22B-AFDF-58B5E9951632}"/>
                    </a:ext>
                  </a:extLst>
                </p:cNvPr>
                <p:cNvSpPr/>
                <p:nvPr/>
              </p:nvSpPr>
              <p:spPr>
                <a:xfrm>
                  <a:off x="578064" y="1115798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0" name="Freeform 449">
                  <a:extLst>
                    <a:ext uri="{FF2B5EF4-FFF2-40B4-BE49-F238E27FC236}">
                      <a16:creationId xmlns:a16="http://schemas.microsoft.com/office/drawing/2014/main" id="{50295940-4CCF-187B-3684-C60F5C7E5698}"/>
                    </a:ext>
                  </a:extLst>
                </p:cNvPr>
                <p:cNvSpPr/>
                <p:nvPr/>
              </p:nvSpPr>
              <p:spPr>
                <a:xfrm>
                  <a:off x="858607" y="1433044"/>
                  <a:ext cx="85089" cy="73659"/>
                </a:xfrm>
                <a:custGeom>
                  <a:avLst/>
                  <a:gdLst>
                    <a:gd name="csX0" fmla="*/ 42545 w 85089"/>
                    <a:gd name="csY0" fmla="*/ 0 h 73659"/>
                    <a:gd name="csX1" fmla="*/ 85090 w 85089"/>
                    <a:gd name="csY1" fmla="*/ 73660 h 73659"/>
                    <a:gd name="csX2" fmla="*/ 0 w 85089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240D5C65-8B43-192B-F574-3BDF2063E353}"/>
                    </a:ext>
                  </a:extLst>
                </p:cNvPr>
                <p:cNvSpPr/>
                <p:nvPr/>
              </p:nvSpPr>
              <p:spPr>
                <a:xfrm>
                  <a:off x="1707983" y="935839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9EF740A9-0871-710B-ECBA-1928C900DC8B}"/>
                    </a:ext>
                  </a:extLst>
                </p:cNvPr>
                <p:cNvSpPr/>
                <p:nvPr/>
              </p:nvSpPr>
              <p:spPr>
                <a:xfrm>
                  <a:off x="1945219" y="1254863"/>
                  <a:ext cx="85089" cy="73659"/>
                </a:xfrm>
                <a:custGeom>
                  <a:avLst/>
                  <a:gdLst>
                    <a:gd name="csX0" fmla="*/ 42545 w 85089"/>
                    <a:gd name="csY0" fmla="*/ 0 h 73659"/>
                    <a:gd name="csX1" fmla="*/ 85090 w 85089"/>
                    <a:gd name="csY1" fmla="*/ 73660 h 73659"/>
                    <a:gd name="csX2" fmla="*/ 0 w 85089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90BA32FC-D5A2-22A3-03B2-70DEF09D30A1}"/>
                    </a:ext>
                  </a:extLst>
                </p:cNvPr>
                <p:cNvSpPr/>
                <p:nvPr/>
              </p:nvSpPr>
              <p:spPr>
                <a:xfrm>
                  <a:off x="1120354" y="1094970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DFAF701E-3DB2-62B9-4A5A-263489DCB142}"/>
                    </a:ext>
                  </a:extLst>
                </p:cNvPr>
                <p:cNvSpPr/>
                <p:nvPr/>
              </p:nvSpPr>
              <p:spPr>
                <a:xfrm>
                  <a:off x="1394547" y="1346557"/>
                  <a:ext cx="85089" cy="73659"/>
                </a:xfrm>
                <a:custGeom>
                  <a:avLst/>
                  <a:gdLst>
                    <a:gd name="csX0" fmla="*/ 42545 w 85089"/>
                    <a:gd name="csY0" fmla="*/ 0 h 73659"/>
                    <a:gd name="csX1" fmla="*/ 85090 w 85089"/>
                    <a:gd name="csY1" fmla="*/ 73660 h 73659"/>
                    <a:gd name="csX2" fmla="*/ 0 w 85089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659">
                      <a:moveTo>
                        <a:pt x="42545" y="0"/>
                      </a:moveTo>
                      <a:lnTo>
                        <a:pt x="85090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5" name="Freeform 454">
                  <a:extLst>
                    <a:ext uri="{FF2B5EF4-FFF2-40B4-BE49-F238E27FC236}">
                      <a16:creationId xmlns:a16="http://schemas.microsoft.com/office/drawing/2014/main" id="{303ED240-918E-4305-4D4A-93C1C7E3D51F}"/>
                    </a:ext>
                  </a:extLst>
                </p:cNvPr>
                <p:cNvSpPr/>
                <p:nvPr/>
              </p:nvSpPr>
              <p:spPr>
                <a:xfrm>
                  <a:off x="1125434" y="1217017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8EFE8525-4981-F740-03C7-C65396E311A5}"/>
                    </a:ext>
                  </a:extLst>
                </p:cNvPr>
                <p:cNvSpPr/>
                <p:nvPr/>
              </p:nvSpPr>
              <p:spPr>
                <a:xfrm>
                  <a:off x="1408898" y="1456412"/>
                  <a:ext cx="85216" cy="73659"/>
                </a:xfrm>
                <a:custGeom>
                  <a:avLst/>
                  <a:gdLst>
                    <a:gd name="csX0" fmla="*/ 42545 w 85216"/>
                    <a:gd name="csY0" fmla="*/ 0 h 73659"/>
                    <a:gd name="csX1" fmla="*/ 85217 w 85216"/>
                    <a:gd name="csY1" fmla="*/ 73660 h 73659"/>
                    <a:gd name="csX2" fmla="*/ 0 w 85216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216" h="73659">
                      <a:moveTo>
                        <a:pt x="42545" y="0"/>
                      </a:moveTo>
                      <a:lnTo>
                        <a:pt x="85217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7" name="Freeform 456">
                  <a:extLst>
                    <a:ext uri="{FF2B5EF4-FFF2-40B4-BE49-F238E27FC236}">
                      <a16:creationId xmlns:a16="http://schemas.microsoft.com/office/drawing/2014/main" id="{8CB3F68B-6CF6-D243-C0C9-19E7965738DA}"/>
                    </a:ext>
                  </a:extLst>
                </p:cNvPr>
                <p:cNvSpPr/>
                <p:nvPr/>
              </p:nvSpPr>
              <p:spPr>
                <a:xfrm>
                  <a:off x="2247479" y="1008483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8" name="Freeform 457">
                  <a:extLst>
                    <a:ext uri="{FF2B5EF4-FFF2-40B4-BE49-F238E27FC236}">
                      <a16:creationId xmlns:a16="http://schemas.microsoft.com/office/drawing/2014/main" id="{C2FD9E94-1D08-543F-43CA-1C141B56D03B}"/>
                    </a:ext>
                  </a:extLst>
                </p:cNvPr>
                <p:cNvSpPr/>
                <p:nvPr/>
              </p:nvSpPr>
              <p:spPr>
                <a:xfrm>
                  <a:off x="2480397" y="1343890"/>
                  <a:ext cx="85089" cy="73786"/>
                </a:xfrm>
                <a:custGeom>
                  <a:avLst/>
                  <a:gdLst>
                    <a:gd name="csX0" fmla="*/ 42545 w 85089"/>
                    <a:gd name="csY0" fmla="*/ 0 h 73786"/>
                    <a:gd name="csX1" fmla="*/ 85090 w 85089"/>
                    <a:gd name="csY1" fmla="*/ 73787 h 73786"/>
                    <a:gd name="csX2" fmla="*/ 0 w 85089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89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ECD8F5CB-16E5-A694-3FD7-D0182397F526}"/>
                    </a:ext>
                  </a:extLst>
                </p:cNvPr>
                <p:cNvSpPr/>
                <p:nvPr/>
              </p:nvSpPr>
              <p:spPr>
                <a:xfrm>
                  <a:off x="1126831" y="1201396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1EA6668C-D6C6-9EEA-6274-E48AD0EE4DF0}"/>
                    </a:ext>
                  </a:extLst>
                </p:cNvPr>
                <p:cNvSpPr/>
                <p:nvPr/>
              </p:nvSpPr>
              <p:spPr>
                <a:xfrm>
                  <a:off x="1405215" y="1358622"/>
                  <a:ext cx="85090" cy="73786"/>
                </a:xfrm>
                <a:custGeom>
                  <a:avLst/>
                  <a:gdLst>
                    <a:gd name="csX0" fmla="*/ 42545 w 85090"/>
                    <a:gd name="csY0" fmla="*/ 0 h 73786"/>
                    <a:gd name="csX1" fmla="*/ 85090 w 85090"/>
                    <a:gd name="csY1" fmla="*/ 73787 h 73786"/>
                    <a:gd name="csX2" fmla="*/ 0 w 85090"/>
                    <a:gd name="csY2" fmla="*/ 73787 h 737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090" h="73786">
                      <a:moveTo>
                        <a:pt x="42545" y="0"/>
                      </a:moveTo>
                      <a:lnTo>
                        <a:pt x="85090" y="73787"/>
                      </a:lnTo>
                      <a:lnTo>
                        <a:pt x="0" y="73787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5D3286DF-B5D8-67C2-C74C-A679C5AF7A32}"/>
                    </a:ext>
                  </a:extLst>
                </p:cNvPr>
                <p:cNvSpPr/>
                <p:nvPr/>
              </p:nvSpPr>
              <p:spPr>
                <a:xfrm>
                  <a:off x="1151977" y="862306"/>
                  <a:ext cx="63245" cy="63245"/>
                </a:xfrm>
                <a:custGeom>
                  <a:avLst/>
                  <a:gdLst>
                    <a:gd name="csX0" fmla="*/ 63246 w 63245"/>
                    <a:gd name="csY0" fmla="*/ 31623 h 63245"/>
                    <a:gd name="csX1" fmla="*/ 31623 w 63245"/>
                    <a:gd name="csY1" fmla="*/ 63246 h 63245"/>
                    <a:gd name="csX2" fmla="*/ 0 w 63245"/>
                    <a:gd name="csY2" fmla="*/ 31623 h 63245"/>
                    <a:gd name="csX3" fmla="*/ 31623 w 63245"/>
                    <a:gd name="csY3" fmla="*/ 0 h 63245"/>
                    <a:gd name="csX4" fmla="*/ 63246 w 63245"/>
                    <a:gd name="csY4" fmla="*/ 31623 h 632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3245" h="63245">
                      <a:moveTo>
                        <a:pt x="63246" y="31623"/>
                      </a:moveTo>
                      <a:cubicBezTo>
                        <a:pt x="63246" y="49088"/>
                        <a:pt x="49088" y="63246"/>
                        <a:pt x="31623" y="63246"/>
                      </a:cubicBezTo>
                      <a:cubicBezTo>
                        <a:pt x="14158" y="63246"/>
                        <a:pt x="0" y="49088"/>
                        <a:pt x="0" y="31623"/>
                      </a:cubicBezTo>
                      <a:cubicBezTo>
                        <a:pt x="0" y="14158"/>
                        <a:pt x="14158" y="0"/>
                        <a:pt x="31623" y="0"/>
                      </a:cubicBezTo>
                      <a:cubicBezTo>
                        <a:pt x="49088" y="0"/>
                        <a:pt x="63246" y="14158"/>
                        <a:pt x="63246" y="31623"/>
                      </a:cubicBezTo>
                      <a:close/>
                    </a:path>
                  </a:pathLst>
                </a:custGeom>
                <a:solidFill>
                  <a:srgbClr val="F8766D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DF4DB73B-76A4-5BC2-CD05-787527454112}"/>
                    </a:ext>
                  </a:extLst>
                </p:cNvPr>
                <p:cNvSpPr/>
                <p:nvPr/>
              </p:nvSpPr>
              <p:spPr>
                <a:xfrm>
                  <a:off x="1410168" y="1328396"/>
                  <a:ext cx="85216" cy="73659"/>
                </a:xfrm>
                <a:custGeom>
                  <a:avLst/>
                  <a:gdLst>
                    <a:gd name="csX0" fmla="*/ 42672 w 85216"/>
                    <a:gd name="csY0" fmla="*/ 0 h 73659"/>
                    <a:gd name="csX1" fmla="*/ 85217 w 85216"/>
                    <a:gd name="csY1" fmla="*/ 73660 h 73659"/>
                    <a:gd name="csX2" fmla="*/ 0 w 85216"/>
                    <a:gd name="csY2" fmla="*/ 73660 h 736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85216" h="73659">
                      <a:moveTo>
                        <a:pt x="42672" y="0"/>
                      </a:moveTo>
                      <a:lnTo>
                        <a:pt x="85217" y="73660"/>
                      </a:lnTo>
                      <a:lnTo>
                        <a:pt x="0" y="73660"/>
                      </a:lnTo>
                      <a:close/>
                    </a:path>
                  </a:pathLst>
                </a:custGeom>
                <a:solidFill>
                  <a:srgbClr val="00BFC4"/>
                </a:solidFill>
                <a:ln w="8986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63" name="TextBox 462">
                  <a:extLst>
                    <a:ext uri="{FF2B5EF4-FFF2-40B4-BE49-F238E27FC236}">
                      <a16:creationId xmlns:a16="http://schemas.microsoft.com/office/drawing/2014/main" id="{A3A75D38-3C54-7B97-A0D0-B48903A773EB}"/>
                    </a:ext>
                  </a:extLst>
                </p:cNvPr>
                <p:cNvSpPr txBox="1"/>
                <p:nvPr/>
              </p:nvSpPr>
              <p:spPr>
                <a:xfrm>
                  <a:off x="1261238" y="164809"/>
                  <a:ext cx="368472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   </a:t>
                  </a:r>
                </a:p>
              </p:txBody>
            </p:sp>
            <p:sp>
              <p:nvSpPr>
                <p:cNvPr id="464" name="TextBox 463">
                  <a:extLst>
                    <a:ext uri="{FF2B5EF4-FFF2-40B4-BE49-F238E27FC236}">
                      <a16:creationId xmlns:a16="http://schemas.microsoft.com/office/drawing/2014/main" id="{91F071FD-1972-498F-4845-F118C0DEC89C}"/>
                    </a:ext>
                  </a:extLst>
                </p:cNvPr>
                <p:cNvSpPr txBox="1"/>
                <p:nvPr/>
              </p:nvSpPr>
              <p:spPr>
                <a:xfrm>
                  <a:off x="2334722" y="164809"/>
                  <a:ext cx="419366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abc </a:t>
                  </a:r>
                </a:p>
              </p:txBody>
            </p:sp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592458B7-41F9-239F-B0BC-40121C5D7424}"/>
                    </a:ext>
                  </a:extLst>
                </p:cNvPr>
                <p:cNvSpPr txBox="1"/>
                <p:nvPr/>
              </p:nvSpPr>
              <p:spPr>
                <a:xfrm>
                  <a:off x="1796219" y="164809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  </a:t>
                  </a:r>
                </a:p>
              </p:txBody>
            </p:sp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D78A3F36-5A6A-DECA-BA3F-6B9157B5A392}"/>
                    </a:ext>
                  </a:extLst>
                </p:cNvPr>
                <p:cNvSpPr txBox="1"/>
                <p:nvPr/>
              </p:nvSpPr>
              <p:spPr>
                <a:xfrm>
                  <a:off x="697288" y="164809"/>
                  <a:ext cx="397313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ab  </a:t>
                  </a:r>
                </a:p>
              </p:txBody>
            </p:sp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E45BA34D-8049-3548-3C62-0A898A585B45}"/>
                    </a:ext>
                  </a:extLst>
                </p:cNvPr>
                <p:cNvSpPr txBox="1"/>
                <p:nvPr/>
              </p:nvSpPr>
              <p:spPr>
                <a:xfrm>
                  <a:off x="989803" y="164809"/>
                  <a:ext cx="361686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 c </a:t>
                  </a:r>
                </a:p>
              </p:txBody>
            </p:sp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D93EBD95-8AD2-439F-CA0F-09086EDD7A4C}"/>
                    </a:ext>
                  </a:extLst>
                </p:cNvPr>
                <p:cNvSpPr txBox="1"/>
                <p:nvPr/>
              </p:nvSpPr>
              <p:spPr>
                <a:xfrm>
                  <a:off x="1539332" y="164809"/>
                  <a:ext cx="361686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 c </a:t>
                  </a:r>
                </a:p>
              </p:txBody>
            </p:sp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79C4C1E7-BA9A-B8CB-70F5-74BF1029F17B}"/>
                    </a:ext>
                  </a:extLst>
                </p:cNvPr>
                <p:cNvSpPr txBox="1"/>
                <p:nvPr/>
              </p:nvSpPr>
              <p:spPr>
                <a:xfrm>
                  <a:off x="2060021" y="164809"/>
                  <a:ext cx="419366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bcd</a:t>
                  </a:r>
                </a:p>
              </p:txBody>
            </p:sp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CC352567-D51A-E252-1062-42FC7C70004F}"/>
                    </a:ext>
                  </a:extLst>
                </p:cNvPr>
                <p:cNvSpPr txBox="1"/>
                <p:nvPr/>
              </p:nvSpPr>
              <p:spPr>
                <a:xfrm>
                  <a:off x="437009" y="164809"/>
                  <a:ext cx="368472" cy="2208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756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  d</a:t>
                  </a:r>
                </a:p>
              </p:txBody>
            </p:sp>
            <p:sp>
              <p:nvSpPr>
                <p:cNvPr id="471" name="Freeform 470">
                  <a:extLst>
                    <a:ext uri="{FF2B5EF4-FFF2-40B4-BE49-F238E27FC236}">
                      <a16:creationId xmlns:a16="http://schemas.microsoft.com/office/drawing/2014/main" id="{0220EEAC-0F7A-AC0C-F743-C3BF55429C6F}"/>
                    </a:ext>
                  </a:extLst>
                </p:cNvPr>
                <p:cNvSpPr/>
                <p:nvPr/>
              </p:nvSpPr>
              <p:spPr>
                <a:xfrm>
                  <a:off x="456398" y="208129"/>
                  <a:ext cx="2252852" cy="1359153"/>
                </a:xfrm>
                <a:custGeom>
                  <a:avLst/>
                  <a:gdLst>
                    <a:gd name="csX0" fmla="*/ 0 w 2252852"/>
                    <a:gd name="csY0" fmla="*/ 0 h 1359153"/>
                    <a:gd name="csX1" fmla="*/ 2252852 w 2252852"/>
                    <a:gd name="csY1" fmla="*/ 0 h 1359153"/>
                    <a:gd name="csX2" fmla="*/ 2252852 w 2252852"/>
                    <a:gd name="csY2" fmla="*/ 1359153 h 1359153"/>
                    <a:gd name="csX3" fmla="*/ 0 w 2252852"/>
                    <a:gd name="csY3" fmla="*/ 1359153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2252852" h="1359153">
                      <a:moveTo>
                        <a:pt x="0" y="0"/>
                      </a:moveTo>
                      <a:lnTo>
                        <a:pt x="2252852" y="0"/>
                      </a:lnTo>
                      <a:lnTo>
                        <a:pt x="2252852" y="1359153"/>
                      </a:lnTo>
                      <a:lnTo>
                        <a:pt x="0" y="1359153"/>
                      </a:lnTo>
                      <a:close/>
                    </a:path>
                  </a:pathLst>
                </a:custGeom>
                <a:noFill/>
                <a:ln w="13542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</p:grpSp>
          <p:grpSp>
            <p:nvGrpSpPr>
              <p:cNvPr id="472" name="Graphic 14">
                <a:extLst>
                  <a:ext uri="{FF2B5EF4-FFF2-40B4-BE49-F238E27FC236}">
                    <a16:creationId xmlns:a16="http://schemas.microsoft.com/office/drawing/2014/main" id="{C1E1D2F9-F29C-836A-D6CF-1579254A7121}"/>
                  </a:ext>
                </a:extLst>
              </p:cNvPr>
              <p:cNvGrpSpPr/>
              <p:nvPr/>
            </p:nvGrpSpPr>
            <p:grpSpPr>
              <a:xfrm>
                <a:off x="31081" y="134007"/>
                <a:ext cx="2700953" cy="1665278"/>
                <a:chOff x="31081" y="134007"/>
                <a:chExt cx="2700953" cy="1665278"/>
              </a:xfrm>
            </p:grpSpPr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4079580D-96A9-EE10-AD6F-474BA0100B8C}"/>
                    </a:ext>
                  </a:extLst>
                </p:cNvPr>
                <p:cNvSpPr txBox="1"/>
                <p:nvPr/>
              </p:nvSpPr>
              <p:spPr>
                <a:xfrm>
                  <a:off x="232760" y="1171978"/>
                  <a:ext cx="25990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4</a:t>
                  </a:r>
                </a:p>
              </p:txBody>
            </p:sp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59D4EB1-23AA-2DBE-1FE8-AE60DFB610FA}"/>
                    </a:ext>
                  </a:extLst>
                </p:cNvPr>
                <p:cNvSpPr txBox="1"/>
                <p:nvPr/>
              </p:nvSpPr>
              <p:spPr>
                <a:xfrm>
                  <a:off x="232760" y="826030"/>
                  <a:ext cx="25990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8</a:t>
                  </a:r>
                </a:p>
              </p:txBody>
            </p:sp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C917AB0A-FFCD-1722-3561-F6E719AA78B6}"/>
                    </a:ext>
                  </a:extLst>
                </p:cNvPr>
                <p:cNvSpPr txBox="1"/>
                <p:nvPr/>
              </p:nvSpPr>
              <p:spPr>
                <a:xfrm>
                  <a:off x="169449" y="479955"/>
                  <a:ext cx="324364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12</a:t>
                  </a:r>
                </a:p>
              </p:txBody>
            </p:sp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0EB1202-C9E4-9269-A33D-35C9A102274D}"/>
                    </a:ext>
                  </a:extLst>
                </p:cNvPr>
                <p:cNvSpPr txBox="1"/>
                <p:nvPr/>
              </p:nvSpPr>
              <p:spPr>
                <a:xfrm>
                  <a:off x="169449" y="134007"/>
                  <a:ext cx="324364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16</a:t>
                  </a:r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0053ABA5-92B0-275E-D102-4D3AFCDDCA57}"/>
                    </a:ext>
                  </a:extLst>
                </p:cNvPr>
                <p:cNvSpPr/>
                <p:nvPr/>
              </p:nvSpPr>
              <p:spPr>
                <a:xfrm>
                  <a:off x="421600" y="1278866"/>
                  <a:ext cx="34798" cy="12699"/>
                </a:xfrm>
                <a:custGeom>
                  <a:avLst/>
                  <a:gdLst>
                    <a:gd name="csX0" fmla="*/ 0 w 34798"/>
                    <a:gd name="csY0" fmla="*/ 0 h 12699"/>
                    <a:gd name="csX1" fmla="*/ 34798 w 3479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699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4FC80E9B-3C4D-52E2-B1E8-6469E8FC3931}"/>
                    </a:ext>
                  </a:extLst>
                </p:cNvPr>
                <p:cNvSpPr/>
                <p:nvPr/>
              </p:nvSpPr>
              <p:spPr>
                <a:xfrm>
                  <a:off x="421600" y="932918"/>
                  <a:ext cx="34798" cy="12699"/>
                </a:xfrm>
                <a:custGeom>
                  <a:avLst/>
                  <a:gdLst>
                    <a:gd name="csX0" fmla="*/ 0 w 34798"/>
                    <a:gd name="csY0" fmla="*/ 0 h 12699"/>
                    <a:gd name="csX1" fmla="*/ 34798 w 3479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699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79" name="Freeform 478">
                  <a:extLst>
                    <a:ext uri="{FF2B5EF4-FFF2-40B4-BE49-F238E27FC236}">
                      <a16:creationId xmlns:a16="http://schemas.microsoft.com/office/drawing/2014/main" id="{BBD6986F-919B-A277-5FDA-85EB3E730A2B}"/>
                    </a:ext>
                  </a:extLst>
                </p:cNvPr>
                <p:cNvSpPr/>
                <p:nvPr/>
              </p:nvSpPr>
              <p:spPr>
                <a:xfrm>
                  <a:off x="421600" y="586843"/>
                  <a:ext cx="34798" cy="12699"/>
                </a:xfrm>
                <a:custGeom>
                  <a:avLst/>
                  <a:gdLst>
                    <a:gd name="csX0" fmla="*/ 0 w 34798"/>
                    <a:gd name="csY0" fmla="*/ 0 h 12699"/>
                    <a:gd name="csX1" fmla="*/ 34798 w 3479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699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0" name="Freeform 479">
                  <a:extLst>
                    <a:ext uri="{FF2B5EF4-FFF2-40B4-BE49-F238E27FC236}">
                      <a16:creationId xmlns:a16="http://schemas.microsoft.com/office/drawing/2014/main" id="{5D86B8D0-BB05-C633-5FAE-A4400B27C72A}"/>
                    </a:ext>
                  </a:extLst>
                </p:cNvPr>
                <p:cNvSpPr/>
                <p:nvPr/>
              </p:nvSpPr>
              <p:spPr>
                <a:xfrm>
                  <a:off x="421600" y="240895"/>
                  <a:ext cx="34798" cy="12699"/>
                </a:xfrm>
                <a:custGeom>
                  <a:avLst/>
                  <a:gdLst>
                    <a:gd name="csX0" fmla="*/ 0 w 34798"/>
                    <a:gd name="csY0" fmla="*/ 0 h 12699"/>
                    <a:gd name="csX1" fmla="*/ 34798 w 34798"/>
                    <a:gd name="csY1" fmla="*/ 0 h 126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34798" h="12699">
                      <a:moveTo>
                        <a:pt x="0" y="0"/>
                      </a:moveTo>
                      <a:lnTo>
                        <a:pt x="34798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1" name="Freeform 480">
                  <a:extLst>
                    <a:ext uri="{FF2B5EF4-FFF2-40B4-BE49-F238E27FC236}">
                      <a16:creationId xmlns:a16="http://schemas.microsoft.com/office/drawing/2014/main" id="{27438BFF-1974-22F2-9DAD-811EFB0A7E39}"/>
                    </a:ext>
                  </a:extLst>
                </p:cNvPr>
                <p:cNvSpPr/>
                <p:nvPr/>
              </p:nvSpPr>
              <p:spPr>
                <a:xfrm>
                  <a:off x="621244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2" name="Freeform 481">
                  <a:extLst>
                    <a:ext uri="{FF2B5EF4-FFF2-40B4-BE49-F238E27FC236}">
                      <a16:creationId xmlns:a16="http://schemas.microsoft.com/office/drawing/2014/main" id="{DB2426ED-2936-75B9-1250-76F235EF4EC8}"/>
                    </a:ext>
                  </a:extLst>
                </p:cNvPr>
                <p:cNvSpPr/>
                <p:nvPr/>
              </p:nvSpPr>
              <p:spPr>
                <a:xfrm>
                  <a:off x="895945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2B2A3183-AA0A-623F-BA5A-53D86D4E2A32}"/>
                    </a:ext>
                  </a:extLst>
                </p:cNvPr>
                <p:cNvSpPr/>
                <p:nvPr/>
              </p:nvSpPr>
              <p:spPr>
                <a:xfrm>
                  <a:off x="1170646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AA6EE822-0CA5-3DEB-FA92-7D8B701ECF26}"/>
                    </a:ext>
                  </a:extLst>
                </p:cNvPr>
                <p:cNvSpPr/>
                <p:nvPr/>
              </p:nvSpPr>
              <p:spPr>
                <a:xfrm>
                  <a:off x="1445474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BAEB9915-CC76-F16F-3427-B81EAC78D48A}"/>
                    </a:ext>
                  </a:extLst>
                </p:cNvPr>
                <p:cNvSpPr/>
                <p:nvPr/>
              </p:nvSpPr>
              <p:spPr>
                <a:xfrm>
                  <a:off x="1720175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66D282EE-96CD-65B1-9F0E-F8FBE30C3779}"/>
                    </a:ext>
                  </a:extLst>
                </p:cNvPr>
                <p:cNvSpPr/>
                <p:nvPr/>
              </p:nvSpPr>
              <p:spPr>
                <a:xfrm>
                  <a:off x="1994876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7" name="Freeform 486">
                  <a:extLst>
                    <a:ext uri="{FF2B5EF4-FFF2-40B4-BE49-F238E27FC236}">
                      <a16:creationId xmlns:a16="http://schemas.microsoft.com/office/drawing/2014/main" id="{DFB5930B-3CC2-8CB5-1217-D1F5760D9381}"/>
                    </a:ext>
                  </a:extLst>
                </p:cNvPr>
                <p:cNvSpPr/>
                <p:nvPr/>
              </p:nvSpPr>
              <p:spPr>
                <a:xfrm>
                  <a:off x="2269704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8" name="Freeform 487">
                  <a:extLst>
                    <a:ext uri="{FF2B5EF4-FFF2-40B4-BE49-F238E27FC236}">
                      <a16:creationId xmlns:a16="http://schemas.microsoft.com/office/drawing/2014/main" id="{91E4DADF-C530-30EF-BA3E-BF1C3837F7C4}"/>
                    </a:ext>
                  </a:extLst>
                </p:cNvPr>
                <p:cNvSpPr/>
                <p:nvPr/>
              </p:nvSpPr>
              <p:spPr>
                <a:xfrm>
                  <a:off x="2544405" y="1567283"/>
                  <a:ext cx="12699" cy="34797"/>
                </a:xfrm>
                <a:custGeom>
                  <a:avLst/>
                  <a:gdLst>
                    <a:gd name="csX0" fmla="*/ 0 w 12699"/>
                    <a:gd name="csY0" fmla="*/ 34798 h 34797"/>
                    <a:gd name="csX1" fmla="*/ 0 w 12699"/>
                    <a:gd name="csY1" fmla="*/ 0 h 347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699" h="34797">
                      <a:moveTo>
                        <a:pt x="0" y="3479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42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268"/>
                </a:p>
              </p:txBody>
            </p:sp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D25AA14C-07AE-22BC-0471-2A001DAB3259}"/>
                    </a:ext>
                  </a:extLst>
                </p:cNvPr>
                <p:cNvSpPr txBox="1"/>
                <p:nvPr/>
              </p:nvSpPr>
              <p:spPr>
                <a:xfrm>
                  <a:off x="487902" y="1563137"/>
                  <a:ext cx="266685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</a:t>
                  </a:r>
                </a:p>
              </p:txBody>
            </p:sp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F85F86A-F1A5-B17F-9DEB-0399AA76DA6E}"/>
                    </a:ext>
                  </a:extLst>
                </p:cNvPr>
                <p:cNvSpPr txBox="1"/>
                <p:nvPr/>
              </p:nvSpPr>
              <p:spPr>
                <a:xfrm>
                  <a:off x="749880" y="1563137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F0B9B52C-5FBC-6968-2805-640715CC5251}"/>
                    </a:ext>
                  </a:extLst>
                </p:cNvPr>
                <p:cNvSpPr txBox="1"/>
                <p:nvPr/>
              </p:nvSpPr>
              <p:spPr>
                <a:xfrm>
                  <a:off x="1056813" y="1563137"/>
                  <a:ext cx="22766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1078861D-D79C-ABAA-B292-4789739CAF6C}"/>
                    </a:ext>
                  </a:extLst>
                </p:cNvPr>
                <p:cNvSpPr txBox="1"/>
                <p:nvPr/>
              </p:nvSpPr>
              <p:spPr>
                <a:xfrm>
                  <a:off x="1293470" y="1563137"/>
                  <a:ext cx="304006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IP</a:t>
                  </a:r>
                </a:p>
              </p:txBody>
            </p:sp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79F7C6C9-ECA6-456D-37DD-05573FEFC2B9}"/>
                    </a:ext>
                  </a:extLst>
                </p:cNvPr>
                <p:cNvSpPr txBox="1"/>
                <p:nvPr/>
              </p:nvSpPr>
              <p:spPr>
                <a:xfrm>
                  <a:off x="1574109" y="1563137"/>
                  <a:ext cx="29213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</a:t>
                  </a:r>
                </a:p>
              </p:txBody>
            </p:sp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9F7B63FF-5FC4-FD6C-566D-05F839E560F1}"/>
                    </a:ext>
                  </a:extLst>
                </p:cNvPr>
                <p:cNvSpPr txBox="1"/>
                <p:nvPr/>
              </p:nvSpPr>
              <p:spPr>
                <a:xfrm>
                  <a:off x="1810640" y="1563137"/>
                  <a:ext cx="36847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LIP</a:t>
                  </a:r>
                </a:p>
              </p:txBody>
            </p:sp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BEE58D8-400F-4BD2-BF96-6309AFB302C2}"/>
                    </a:ext>
                  </a:extLst>
                </p:cNvPr>
                <p:cNvSpPr txBox="1"/>
                <p:nvPr/>
              </p:nvSpPr>
              <p:spPr>
                <a:xfrm>
                  <a:off x="2094798" y="1563137"/>
                  <a:ext cx="349812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NF</a:t>
                  </a:r>
                </a:p>
              </p:txBody>
            </p:sp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E6E850E-999C-1C90-BEF1-B6EE3B232D6B}"/>
                    </a:ext>
                  </a:extLst>
                </p:cNvPr>
                <p:cNvSpPr txBox="1"/>
                <p:nvPr/>
              </p:nvSpPr>
              <p:spPr>
                <a:xfrm>
                  <a:off x="2356776" y="1563137"/>
                  <a:ext cx="375258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NM</a:t>
                  </a:r>
                </a:p>
              </p:txBody>
            </p:sp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AF9B7CBB-606F-3890-5673-AA29EA434BE1}"/>
                    </a:ext>
                  </a:extLst>
                </p:cNvPr>
                <p:cNvSpPr txBox="1"/>
                <p:nvPr/>
              </p:nvSpPr>
              <p:spPr>
                <a:xfrm rot="16200000">
                  <a:off x="-190207" y="761898"/>
                  <a:ext cx="694195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45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Mass (g)</a:t>
                  </a:r>
                </a:p>
              </p:txBody>
            </p:sp>
          </p:grp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9418A1C-3D1A-DB4B-6EC7-58C309D6E56E}"/>
                </a:ext>
              </a:extLst>
            </p:cNvPr>
            <p:cNvSpPr txBox="1"/>
            <p:nvPr/>
          </p:nvSpPr>
          <p:spPr>
            <a:xfrm>
              <a:off x="636090" y="1229332"/>
              <a:ext cx="389850" cy="1940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6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3.12x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118392C-E453-EEC8-AF97-495987D080D1}"/>
              </a:ext>
            </a:extLst>
          </p:cNvPr>
          <p:cNvSpPr txBox="1"/>
          <p:nvPr/>
        </p:nvSpPr>
        <p:spPr>
          <a:xfrm>
            <a:off x="-81012" y="3380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04B8146D-15FC-6A28-6ACA-389CCFD4D0CC}"/>
              </a:ext>
            </a:extLst>
          </p:cNvPr>
          <p:cNvSpPr txBox="1"/>
          <p:nvPr/>
        </p:nvSpPr>
        <p:spPr>
          <a:xfrm>
            <a:off x="-31594" y="1754597"/>
            <a:ext cx="32412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2" name="TextBox 2451">
            <a:extLst>
              <a:ext uri="{FF2B5EF4-FFF2-40B4-BE49-F238E27FC236}">
                <a16:creationId xmlns:a16="http://schemas.microsoft.com/office/drawing/2014/main" id="{8240CDC4-C979-D412-357F-788DB2107105}"/>
              </a:ext>
            </a:extLst>
          </p:cNvPr>
          <p:cNvSpPr txBox="1"/>
          <p:nvPr/>
        </p:nvSpPr>
        <p:spPr>
          <a:xfrm>
            <a:off x="2806860" y="1754597"/>
            <a:ext cx="32412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99" name="TextBox 2598">
            <a:extLst>
              <a:ext uri="{FF2B5EF4-FFF2-40B4-BE49-F238E27FC236}">
                <a16:creationId xmlns:a16="http://schemas.microsoft.com/office/drawing/2014/main" id="{BE62B4BB-E5C4-ECBB-089C-3D3B9A619505}"/>
              </a:ext>
            </a:extLst>
          </p:cNvPr>
          <p:cNvSpPr txBox="1"/>
          <p:nvPr/>
        </p:nvSpPr>
        <p:spPr>
          <a:xfrm>
            <a:off x="-31594" y="3370104"/>
            <a:ext cx="32412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00" name="TextBox 2599">
            <a:extLst>
              <a:ext uri="{FF2B5EF4-FFF2-40B4-BE49-F238E27FC236}">
                <a16:creationId xmlns:a16="http://schemas.microsoft.com/office/drawing/2014/main" id="{1417538A-7CFC-5059-E403-63EE5659887A}"/>
              </a:ext>
            </a:extLst>
          </p:cNvPr>
          <p:cNvSpPr txBox="1"/>
          <p:nvPr/>
        </p:nvSpPr>
        <p:spPr>
          <a:xfrm>
            <a:off x="2806860" y="3425462"/>
            <a:ext cx="32412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94" name="Graphic 2601">
            <a:extLst>
              <a:ext uri="{FF2B5EF4-FFF2-40B4-BE49-F238E27FC236}">
                <a16:creationId xmlns:a16="http://schemas.microsoft.com/office/drawing/2014/main" id="{748893CF-0E75-DB21-8040-C78BDBFE6841}"/>
              </a:ext>
            </a:extLst>
          </p:cNvPr>
          <p:cNvGrpSpPr/>
          <p:nvPr/>
        </p:nvGrpSpPr>
        <p:grpSpPr>
          <a:xfrm>
            <a:off x="3061405" y="3531666"/>
            <a:ext cx="2748917" cy="1997506"/>
            <a:chOff x="3499589" y="3505768"/>
            <a:chExt cx="2748917" cy="1997506"/>
          </a:xfrm>
        </p:grpSpPr>
        <p:sp>
          <p:nvSpPr>
            <p:cNvPr id="2695" name="Rectangle 2694">
              <a:extLst>
                <a:ext uri="{FF2B5EF4-FFF2-40B4-BE49-F238E27FC236}">
                  <a16:creationId xmlns:a16="http://schemas.microsoft.com/office/drawing/2014/main" id="{5626F57A-3A8A-157C-AA84-17DAD4FD8D32}"/>
                </a:ext>
              </a:extLst>
            </p:cNvPr>
            <p:cNvSpPr/>
            <p:nvPr/>
          </p:nvSpPr>
          <p:spPr>
            <a:xfrm>
              <a:off x="3505306" y="3674474"/>
              <a:ext cx="27432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sp>
          <p:nvSpPr>
            <p:cNvPr id="2696" name="Rectangle 2695">
              <a:extLst>
                <a:ext uri="{FF2B5EF4-FFF2-40B4-BE49-F238E27FC236}">
                  <a16:creationId xmlns:a16="http://schemas.microsoft.com/office/drawing/2014/main" id="{D20B684F-5438-FE91-6C66-E0497B7647D2}"/>
                </a:ext>
              </a:extLst>
            </p:cNvPr>
            <p:cNvSpPr/>
            <p:nvPr/>
          </p:nvSpPr>
          <p:spPr>
            <a:xfrm>
              <a:off x="3505306" y="3674474"/>
              <a:ext cx="2743200" cy="1828800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grpSp>
          <p:nvGrpSpPr>
            <p:cNvPr id="2697" name="Graphic 2601">
              <a:extLst>
                <a:ext uri="{FF2B5EF4-FFF2-40B4-BE49-F238E27FC236}">
                  <a16:creationId xmlns:a16="http://schemas.microsoft.com/office/drawing/2014/main" id="{C8040968-0C16-CC87-AF8F-E1CFB4D4354B}"/>
                </a:ext>
              </a:extLst>
            </p:cNvPr>
            <p:cNvGrpSpPr/>
            <p:nvPr/>
          </p:nvGrpSpPr>
          <p:grpSpPr>
            <a:xfrm>
              <a:off x="3956918" y="3683643"/>
              <a:ext cx="2226752" cy="1419580"/>
              <a:chOff x="3956918" y="3683643"/>
              <a:chExt cx="2226752" cy="1419580"/>
            </a:xfrm>
          </p:grpSpPr>
          <p:sp>
            <p:nvSpPr>
              <p:cNvPr id="2698" name="Freeform 2697">
                <a:extLst>
                  <a:ext uri="{FF2B5EF4-FFF2-40B4-BE49-F238E27FC236}">
                    <a16:creationId xmlns:a16="http://schemas.microsoft.com/office/drawing/2014/main" id="{0A10E202-9D51-D794-A0BB-59F900B76102}"/>
                  </a:ext>
                </a:extLst>
              </p:cNvPr>
              <p:cNvSpPr/>
              <p:nvPr/>
            </p:nvSpPr>
            <p:spPr>
              <a:xfrm>
                <a:off x="3956918" y="4781406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99" name="Freeform 2698">
                <a:extLst>
                  <a:ext uri="{FF2B5EF4-FFF2-40B4-BE49-F238E27FC236}">
                    <a16:creationId xmlns:a16="http://schemas.microsoft.com/office/drawing/2014/main" id="{2411CD8D-4398-B0B6-6708-D7D31C723D2F}"/>
                  </a:ext>
                </a:extLst>
              </p:cNvPr>
              <p:cNvSpPr/>
              <p:nvPr/>
            </p:nvSpPr>
            <p:spPr>
              <a:xfrm>
                <a:off x="3956918" y="4392786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0" name="Freeform 2699">
                <a:extLst>
                  <a:ext uri="{FF2B5EF4-FFF2-40B4-BE49-F238E27FC236}">
                    <a16:creationId xmlns:a16="http://schemas.microsoft.com/office/drawing/2014/main" id="{4C8669B9-D3C5-D472-2EF6-66756467ACDC}"/>
                  </a:ext>
                </a:extLst>
              </p:cNvPr>
              <p:cNvSpPr/>
              <p:nvPr/>
            </p:nvSpPr>
            <p:spPr>
              <a:xfrm>
                <a:off x="3956918" y="4004039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1" name="Freeform 2700">
                <a:extLst>
                  <a:ext uri="{FF2B5EF4-FFF2-40B4-BE49-F238E27FC236}">
                    <a16:creationId xmlns:a16="http://schemas.microsoft.com/office/drawing/2014/main" id="{2AA48360-E936-3000-333F-10189096F037}"/>
                  </a:ext>
                </a:extLst>
              </p:cNvPr>
              <p:cNvSpPr/>
              <p:nvPr/>
            </p:nvSpPr>
            <p:spPr>
              <a:xfrm>
                <a:off x="3956918" y="4975843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2" name="Freeform 2701">
                <a:extLst>
                  <a:ext uri="{FF2B5EF4-FFF2-40B4-BE49-F238E27FC236}">
                    <a16:creationId xmlns:a16="http://schemas.microsoft.com/office/drawing/2014/main" id="{39B78180-F584-14FC-6A4D-F8251A08C10A}"/>
                  </a:ext>
                </a:extLst>
              </p:cNvPr>
              <p:cNvSpPr/>
              <p:nvPr/>
            </p:nvSpPr>
            <p:spPr>
              <a:xfrm>
                <a:off x="3956918" y="4587096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3" name="Freeform 2702">
                <a:extLst>
                  <a:ext uri="{FF2B5EF4-FFF2-40B4-BE49-F238E27FC236}">
                    <a16:creationId xmlns:a16="http://schemas.microsoft.com/office/drawing/2014/main" id="{47182FBD-5854-5FDF-9AD4-42A5A67C6370}"/>
                  </a:ext>
                </a:extLst>
              </p:cNvPr>
              <p:cNvSpPr/>
              <p:nvPr/>
            </p:nvSpPr>
            <p:spPr>
              <a:xfrm>
                <a:off x="3956918" y="4198349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4" name="Freeform 2703">
                <a:extLst>
                  <a:ext uri="{FF2B5EF4-FFF2-40B4-BE49-F238E27FC236}">
                    <a16:creationId xmlns:a16="http://schemas.microsoft.com/office/drawing/2014/main" id="{1609100F-F009-5D80-5184-FFB2DC23B780}"/>
                  </a:ext>
                </a:extLst>
              </p:cNvPr>
              <p:cNvSpPr/>
              <p:nvPr/>
            </p:nvSpPr>
            <p:spPr>
              <a:xfrm>
                <a:off x="3956918" y="3809602"/>
                <a:ext cx="2221992" cy="12700"/>
              </a:xfrm>
              <a:custGeom>
                <a:avLst/>
                <a:gdLst>
                  <a:gd name="csX0" fmla="*/ 0 w 2221992"/>
                  <a:gd name="csY0" fmla="*/ 0 h 12700"/>
                  <a:gd name="csX1" fmla="*/ 2221992 w 22219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21992" h="12700">
                    <a:moveTo>
                      <a:pt x="0" y="0"/>
                    </a:moveTo>
                    <a:lnTo>
                      <a:pt x="2221992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5" name="Freeform 2704">
                <a:extLst>
                  <a:ext uri="{FF2B5EF4-FFF2-40B4-BE49-F238E27FC236}">
                    <a16:creationId xmlns:a16="http://schemas.microsoft.com/office/drawing/2014/main" id="{56322388-834C-B2D4-12E8-873015E69993}"/>
                  </a:ext>
                </a:extLst>
              </p:cNvPr>
              <p:cNvSpPr/>
              <p:nvPr/>
            </p:nvSpPr>
            <p:spPr>
              <a:xfrm>
                <a:off x="4172056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6" name="Freeform 2705">
                <a:extLst>
                  <a:ext uri="{FF2B5EF4-FFF2-40B4-BE49-F238E27FC236}">
                    <a16:creationId xmlns:a16="http://schemas.microsoft.com/office/drawing/2014/main" id="{22148A12-5FCF-88A0-B025-0E10F3F732EB}"/>
                  </a:ext>
                </a:extLst>
              </p:cNvPr>
              <p:cNvSpPr/>
              <p:nvPr/>
            </p:nvSpPr>
            <p:spPr>
              <a:xfrm>
                <a:off x="4530322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7" name="Freeform 2706">
                <a:extLst>
                  <a:ext uri="{FF2B5EF4-FFF2-40B4-BE49-F238E27FC236}">
                    <a16:creationId xmlns:a16="http://schemas.microsoft.com/office/drawing/2014/main" id="{65F305C8-2910-9020-5F36-293A2AE8F962}"/>
                  </a:ext>
                </a:extLst>
              </p:cNvPr>
              <p:cNvSpPr/>
              <p:nvPr/>
            </p:nvSpPr>
            <p:spPr>
              <a:xfrm>
                <a:off x="4888717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8" name="Freeform 2707">
                <a:extLst>
                  <a:ext uri="{FF2B5EF4-FFF2-40B4-BE49-F238E27FC236}">
                    <a16:creationId xmlns:a16="http://schemas.microsoft.com/office/drawing/2014/main" id="{47A89F20-7ABC-4F1C-BF9B-5D5F9DA5C384}"/>
                  </a:ext>
                </a:extLst>
              </p:cNvPr>
              <p:cNvSpPr/>
              <p:nvPr/>
            </p:nvSpPr>
            <p:spPr>
              <a:xfrm>
                <a:off x="5247110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09" name="Freeform 2708">
                <a:extLst>
                  <a:ext uri="{FF2B5EF4-FFF2-40B4-BE49-F238E27FC236}">
                    <a16:creationId xmlns:a16="http://schemas.microsoft.com/office/drawing/2014/main" id="{6697E850-7C4C-FD42-D400-B66971F7C37A}"/>
                  </a:ext>
                </a:extLst>
              </p:cNvPr>
              <p:cNvSpPr/>
              <p:nvPr/>
            </p:nvSpPr>
            <p:spPr>
              <a:xfrm>
                <a:off x="5605504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0" name="Freeform 2709">
                <a:extLst>
                  <a:ext uri="{FF2B5EF4-FFF2-40B4-BE49-F238E27FC236}">
                    <a16:creationId xmlns:a16="http://schemas.microsoft.com/office/drawing/2014/main" id="{799C99B2-972C-D09D-34F3-6C31FF604C86}"/>
                  </a:ext>
                </a:extLst>
              </p:cNvPr>
              <p:cNvSpPr/>
              <p:nvPr/>
            </p:nvSpPr>
            <p:spPr>
              <a:xfrm>
                <a:off x="5963898" y="3744070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076422E0-ECF0-8F5D-BC11-8EEB9CF52766}"/>
                  </a:ext>
                </a:extLst>
              </p:cNvPr>
              <p:cNvSpPr/>
              <p:nvPr/>
            </p:nvSpPr>
            <p:spPr>
              <a:xfrm>
                <a:off x="4841219" y="4323825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2" name="Oval 2711">
                <a:extLst>
                  <a:ext uri="{FF2B5EF4-FFF2-40B4-BE49-F238E27FC236}">
                    <a16:creationId xmlns:a16="http://schemas.microsoft.com/office/drawing/2014/main" id="{98D0FB59-65AB-7421-2D99-7CA794053BB9}"/>
                  </a:ext>
                </a:extLst>
              </p:cNvPr>
              <p:cNvSpPr/>
              <p:nvPr/>
            </p:nvSpPr>
            <p:spPr>
              <a:xfrm>
                <a:off x="5196057" y="4781787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3" name="Oval 2712">
                <a:extLst>
                  <a:ext uri="{FF2B5EF4-FFF2-40B4-BE49-F238E27FC236}">
                    <a16:creationId xmlns:a16="http://schemas.microsoft.com/office/drawing/2014/main" id="{EC3506CD-9D56-4A4F-922B-38AD32CC54AC}"/>
                  </a:ext>
                </a:extLst>
              </p:cNvPr>
              <p:cNvSpPr/>
              <p:nvPr/>
            </p:nvSpPr>
            <p:spPr>
              <a:xfrm>
                <a:off x="4157451" y="4491465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4" name="Oval 2713">
                <a:extLst>
                  <a:ext uri="{FF2B5EF4-FFF2-40B4-BE49-F238E27FC236}">
                    <a16:creationId xmlns:a16="http://schemas.microsoft.com/office/drawing/2014/main" id="{637B7FE3-B832-AEC6-B1CB-7094C703F906}"/>
                  </a:ext>
                </a:extLst>
              </p:cNvPr>
              <p:cNvSpPr/>
              <p:nvPr/>
            </p:nvSpPr>
            <p:spPr>
              <a:xfrm>
                <a:off x="4466696" y="5002513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5" name="Oval 2714">
                <a:extLst>
                  <a:ext uri="{FF2B5EF4-FFF2-40B4-BE49-F238E27FC236}">
                    <a16:creationId xmlns:a16="http://schemas.microsoft.com/office/drawing/2014/main" id="{003A5C7F-4EBC-B1E7-D910-332E1DB331DA}"/>
                  </a:ext>
                </a:extLst>
              </p:cNvPr>
              <p:cNvSpPr/>
              <p:nvPr/>
            </p:nvSpPr>
            <p:spPr>
              <a:xfrm>
                <a:off x="4102333" y="4521183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6" name="Oval 2715">
                <a:extLst>
                  <a:ext uri="{FF2B5EF4-FFF2-40B4-BE49-F238E27FC236}">
                    <a16:creationId xmlns:a16="http://schemas.microsoft.com/office/drawing/2014/main" id="{BFE83BCB-A827-4009-F37C-CE641F69F29A}"/>
                  </a:ext>
                </a:extLst>
              </p:cNvPr>
              <p:cNvSpPr/>
              <p:nvPr/>
            </p:nvSpPr>
            <p:spPr>
              <a:xfrm>
                <a:off x="4468220" y="4891769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7" name="Oval 2716">
                <a:extLst>
                  <a:ext uri="{FF2B5EF4-FFF2-40B4-BE49-F238E27FC236}">
                    <a16:creationId xmlns:a16="http://schemas.microsoft.com/office/drawing/2014/main" id="{490F9172-9C15-63FA-BF5B-4172FEBC8D4E}"/>
                  </a:ext>
                </a:extLst>
              </p:cNvPr>
              <p:cNvSpPr/>
              <p:nvPr/>
            </p:nvSpPr>
            <p:spPr>
              <a:xfrm>
                <a:off x="5560674" y="4719430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8" name="Oval 2717">
                <a:extLst>
                  <a:ext uri="{FF2B5EF4-FFF2-40B4-BE49-F238E27FC236}">
                    <a16:creationId xmlns:a16="http://schemas.microsoft.com/office/drawing/2014/main" id="{317EAADF-4FCD-4273-9D2F-D89D28CCBEBE}"/>
                  </a:ext>
                </a:extLst>
              </p:cNvPr>
              <p:cNvSpPr/>
              <p:nvPr/>
            </p:nvSpPr>
            <p:spPr>
              <a:xfrm>
                <a:off x="5594075" y="4554203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19" name="Oval 2718">
                <a:extLst>
                  <a:ext uri="{FF2B5EF4-FFF2-40B4-BE49-F238E27FC236}">
                    <a16:creationId xmlns:a16="http://schemas.microsoft.com/office/drawing/2014/main" id="{80A5821E-1C52-1593-3971-A1B67C000E05}"/>
                  </a:ext>
                </a:extLst>
              </p:cNvPr>
              <p:cNvSpPr/>
              <p:nvPr/>
            </p:nvSpPr>
            <p:spPr>
              <a:xfrm>
                <a:off x="5579597" y="4693776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0" name="Oval 2719">
                <a:extLst>
                  <a:ext uri="{FF2B5EF4-FFF2-40B4-BE49-F238E27FC236}">
                    <a16:creationId xmlns:a16="http://schemas.microsoft.com/office/drawing/2014/main" id="{C0BCED8B-CBBC-B036-83AF-914170196B68}"/>
                  </a:ext>
                </a:extLst>
              </p:cNvPr>
              <p:cNvSpPr/>
              <p:nvPr/>
            </p:nvSpPr>
            <p:spPr>
              <a:xfrm>
                <a:off x="5565754" y="4731368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1" name="Oval 2720">
                <a:extLst>
                  <a:ext uri="{FF2B5EF4-FFF2-40B4-BE49-F238E27FC236}">
                    <a16:creationId xmlns:a16="http://schemas.microsoft.com/office/drawing/2014/main" id="{743D4963-870B-A211-B6F5-0C67E4C76DA7}"/>
                  </a:ext>
                </a:extLst>
              </p:cNvPr>
              <p:cNvSpPr/>
              <p:nvPr/>
            </p:nvSpPr>
            <p:spPr>
              <a:xfrm>
                <a:off x="5612744" y="4548996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2" name="Oval 2721">
                <a:extLst>
                  <a:ext uri="{FF2B5EF4-FFF2-40B4-BE49-F238E27FC236}">
                    <a16:creationId xmlns:a16="http://schemas.microsoft.com/office/drawing/2014/main" id="{C60AB91E-F195-EC10-0503-FD41F85AC2E7}"/>
                  </a:ext>
                </a:extLst>
              </p:cNvPr>
              <p:cNvSpPr/>
              <p:nvPr/>
            </p:nvSpPr>
            <p:spPr>
              <a:xfrm>
                <a:off x="4126590" y="4605257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3" name="Oval 2722">
                <a:extLst>
                  <a:ext uri="{FF2B5EF4-FFF2-40B4-BE49-F238E27FC236}">
                    <a16:creationId xmlns:a16="http://schemas.microsoft.com/office/drawing/2014/main" id="{DF25375D-94F8-813C-448C-5A7E417CB717}"/>
                  </a:ext>
                </a:extLst>
              </p:cNvPr>
              <p:cNvSpPr/>
              <p:nvPr/>
            </p:nvSpPr>
            <p:spPr>
              <a:xfrm>
                <a:off x="4509876" y="4491846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4" name="Oval 2723">
                <a:extLst>
                  <a:ext uri="{FF2B5EF4-FFF2-40B4-BE49-F238E27FC236}">
                    <a16:creationId xmlns:a16="http://schemas.microsoft.com/office/drawing/2014/main" id="{B0DB8338-FCE3-7925-CAFB-9BD5341D58D6}"/>
                  </a:ext>
                </a:extLst>
              </p:cNvPr>
              <p:cNvSpPr/>
              <p:nvPr/>
            </p:nvSpPr>
            <p:spPr>
              <a:xfrm>
                <a:off x="5578327" y="5009879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5" name="Oval 2724">
                <a:extLst>
                  <a:ext uri="{FF2B5EF4-FFF2-40B4-BE49-F238E27FC236}">
                    <a16:creationId xmlns:a16="http://schemas.microsoft.com/office/drawing/2014/main" id="{CEB865EE-ED44-3CAE-2D3D-AEF353D6953F}"/>
                  </a:ext>
                </a:extLst>
              </p:cNvPr>
              <p:cNvSpPr/>
              <p:nvPr/>
            </p:nvSpPr>
            <p:spPr>
              <a:xfrm>
                <a:off x="4902179" y="4304648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6" name="Oval 2725">
                <a:extLst>
                  <a:ext uri="{FF2B5EF4-FFF2-40B4-BE49-F238E27FC236}">
                    <a16:creationId xmlns:a16="http://schemas.microsoft.com/office/drawing/2014/main" id="{FA66C05F-A747-D689-A723-D4749571AC63}"/>
                  </a:ext>
                </a:extLst>
              </p:cNvPr>
              <p:cNvSpPr/>
              <p:nvPr/>
            </p:nvSpPr>
            <p:spPr>
              <a:xfrm>
                <a:off x="5201010" y="4674853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7" name="Oval 2726">
                <a:extLst>
                  <a:ext uri="{FF2B5EF4-FFF2-40B4-BE49-F238E27FC236}">
                    <a16:creationId xmlns:a16="http://schemas.microsoft.com/office/drawing/2014/main" id="{C410396F-6DEF-E5CD-6142-90D63E9C27BA}"/>
                  </a:ext>
                </a:extLst>
              </p:cNvPr>
              <p:cNvSpPr/>
              <p:nvPr/>
            </p:nvSpPr>
            <p:spPr>
              <a:xfrm>
                <a:off x="4178787" y="4340462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8" name="Oval 2727">
                <a:extLst>
                  <a:ext uri="{FF2B5EF4-FFF2-40B4-BE49-F238E27FC236}">
                    <a16:creationId xmlns:a16="http://schemas.microsoft.com/office/drawing/2014/main" id="{6C9AD694-282B-8474-E7D0-002591D2F94E}"/>
                  </a:ext>
                </a:extLst>
              </p:cNvPr>
              <p:cNvSpPr/>
              <p:nvPr/>
            </p:nvSpPr>
            <p:spPr>
              <a:xfrm>
                <a:off x="4509876" y="456842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29" name="Oval 2728">
                <a:extLst>
                  <a:ext uri="{FF2B5EF4-FFF2-40B4-BE49-F238E27FC236}">
                    <a16:creationId xmlns:a16="http://schemas.microsoft.com/office/drawing/2014/main" id="{05E2BEA4-10C8-174C-0131-C0356516D41B}"/>
                  </a:ext>
                </a:extLst>
              </p:cNvPr>
              <p:cNvSpPr/>
              <p:nvPr/>
            </p:nvSpPr>
            <p:spPr>
              <a:xfrm>
                <a:off x="4166468" y="4702666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0" name="Oval 2729">
                <a:extLst>
                  <a:ext uri="{FF2B5EF4-FFF2-40B4-BE49-F238E27FC236}">
                    <a16:creationId xmlns:a16="http://schemas.microsoft.com/office/drawing/2014/main" id="{5312EF41-203A-BBCF-9EFE-7A9857939CC5}"/>
                  </a:ext>
                </a:extLst>
              </p:cNvPr>
              <p:cNvSpPr/>
              <p:nvPr/>
            </p:nvSpPr>
            <p:spPr>
              <a:xfrm>
                <a:off x="4524354" y="490370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1" name="Oval 2730">
                <a:extLst>
                  <a:ext uri="{FF2B5EF4-FFF2-40B4-BE49-F238E27FC236}">
                    <a16:creationId xmlns:a16="http://schemas.microsoft.com/office/drawing/2014/main" id="{105AD0E7-8DC8-6653-4FF3-8DF37AC2D441}"/>
                  </a:ext>
                </a:extLst>
              </p:cNvPr>
              <p:cNvSpPr/>
              <p:nvPr/>
            </p:nvSpPr>
            <p:spPr>
              <a:xfrm>
                <a:off x="5964153" y="4599669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2" name="Oval 2731">
                <a:extLst>
                  <a:ext uri="{FF2B5EF4-FFF2-40B4-BE49-F238E27FC236}">
                    <a16:creationId xmlns:a16="http://schemas.microsoft.com/office/drawing/2014/main" id="{0B61C182-A6E4-7E46-358E-14EBE60B147E}"/>
                  </a:ext>
                </a:extLst>
              </p:cNvPr>
              <p:cNvSpPr/>
              <p:nvPr/>
            </p:nvSpPr>
            <p:spPr>
              <a:xfrm>
                <a:off x="4158721" y="458811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3" name="Oval 2732">
                <a:extLst>
                  <a:ext uri="{FF2B5EF4-FFF2-40B4-BE49-F238E27FC236}">
                    <a16:creationId xmlns:a16="http://schemas.microsoft.com/office/drawing/2014/main" id="{74780B29-2882-C569-56AA-1A05627F5939}"/>
                  </a:ext>
                </a:extLst>
              </p:cNvPr>
              <p:cNvSpPr/>
              <p:nvPr/>
            </p:nvSpPr>
            <p:spPr>
              <a:xfrm>
                <a:off x="4464029" y="4887451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4" name="Oval 2733">
                <a:extLst>
                  <a:ext uri="{FF2B5EF4-FFF2-40B4-BE49-F238E27FC236}">
                    <a16:creationId xmlns:a16="http://schemas.microsoft.com/office/drawing/2014/main" id="{14386A2A-6730-13A3-5BCA-6ACF7B761DBC}"/>
                  </a:ext>
                </a:extLst>
              </p:cNvPr>
              <p:cNvSpPr/>
              <p:nvPr/>
            </p:nvSpPr>
            <p:spPr>
              <a:xfrm>
                <a:off x="4185391" y="4311125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5" name="Oval 2734">
                <a:extLst>
                  <a:ext uri="{FF2B5EF4-FFF2-40B4-BE49-F238E27FC236}">
                    <a16:creationId xmlns:a16="http://schemas.microsoft.com/office/drawing/2014/main" id="{26E375D1-576C-256C-DB9B-568232CE5332}"/>
                  </a:ext>
                </a:extLst>
              </p:cNvPr>
              <p:cNvSpPr/>
              <p:nvPr/>
            </p:nvSpPr>
            <p:spPr>
              <a:xfrm>
                <a:off x="4531212" y="485925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6" name="Freeform 2735">
                <a:extLst>
                  <a:ext uri="{FF2B5EF4-FFF2-40B4-BE49-F238E27FC236}">
                    <a16:creationId xmlns:a16="http://schemas.microsoft.com/office/drawing/2014/main" id="{26F1D9BB-39C3-EF0D-9E9C-E6BF152D0917}"/>
                  </a:ext>
                </a:extLst>
              </p:cNvPr>
              <p:cNvSpPr/>
              <p:nvPr/>
            </p:nvSpPr>
            <p:spPr>
              <a:xfrm>
                <a:off x="4010765" y="4540232"/>
                <a:ext cx="322453" cy="12700"/>
              </a:xfrm>
              <a:custGeom>
                <a:avLst/>
                <a:gdLst>
                  <a:gd name="csX0" fmla="*/ 0 w 322453"/>
                  <a:gd name="csY0" fmla="*/ 0 h 12700"/>
                  <a:gd name="csX1" fmla="*/ 0 w 322453"/>
                  <a:gd name="csY1" fmla="*/ 0 h 12700"/>
                  <a:gd name="csX2" fmla="*/ 322453 w 322453"/>
                  <a:gd name="csY2" fmla="*/ 0 h 12700"/>
                  <a:gd name="csX3" fmla="*/ 322453 w 322453"/>
                  <a:gd name="csY3" fmla="*/ 0 h 12700"/>
                  <a:gd name="csX4" fmla="*/ 0 w 322453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453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453" y="0"/>
                    </a:lnTo>
                    <a:lnTo>
                      <a:pt x="322453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7" name="Freeform 2736">
                <a:extLst>
                  <a:ext uri="{FF2B5EF4-FFF2-40B4-BE49-F238E27FC236}">
                    <a16:creationId xmlns:a16="http://schemas.microsoft.com/office/drawing/2014/main" id="{A8819568-6B3D-D105-FDD5-5873DDBFD236}"/>
                  </a:ext>
                </a:extLst>
              </p:cNvPr>
              <p:cNvSpPr/>
              <p:nvPr/>
            </p:nvSpPr>
            <p:spPr>
              <a:xfrm>
                <a:off x="4369159" y="4832332"/>
                <a:ext cx="322453" cy="12700"/>
              </a:xfrm>
              <a:custGeom>
                <a:avLst/>
                <a:gdLst>
                  <a:gd name="csX0" fmla="*/ 0 w 322453"/>
                  <a:gd name="csY0" fmla="*/ 0 h 12700"/>
                  <a:gd name="csX1" fmla="*/ 0 w 322453"/>
                  <a:gd name="csY1" fmla="*/ 0 h 12700"/>
                  <a:gd name="csX2" fmla="*/ 322453 w 322453"/>
                  <a:gd name="csY2" fmla="*/ 0 h 12700"/>
                  <a:gd name="csX3" fmla="*/ 322453 w 322453"/>
                  <a:gd name="csY3" fmla="*/ 0 h 12700"/>
                  <a:gd name="csX4" fmla="*/ 0 w 322453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453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453" y="0"/>
                    </a:lnTo>
                    <a:lnTo>
                      <a:pt x="322453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8" name="Freeform 2737">
                <a:extLst>
                  <a:ext uri="{FF2B5EF4-FFF2-40B4-BE49-F238E27FC236}">
                    <a16:creationId xmlns:a16="http://schemas.microsoft.com/office/drawing/2014/main" id="{95A771B6-AE05-313C-E95C-6312B4CCD18E}"/>
                  </a:ext>
                </a:extLst>
              </p:cNvPr>
              <p:cNvSpPr/>
              <p:nvPr/>
            </p:nvSpPr>
            <p:spPr>
              <a:xfrm>
                <a:off x="4727427" y="4345922"/>
                <a:ext cx="322579" cy="12700"/>
              </a:xfrm>
              <a:custGeom>
                <a:avLst/>
                <a:gdLst>
                  <a:gd name="csX0" fmla="*/ 0 w 322579"/>
                  <a:gd name="csY0" fmla="*/ 0 h 12700"/>
                  <a:gd name="csX1" fmla="*/ 0 w 322579"/>
                  <a:gd name="csY1" fmla="*/ 0 h 12700"/>
                  <a:gd name="csX2" fmla="*/ 322580 w 322579"/>
                  <a:gd name="csY2" fmla="*/ 0 h 12700"/>
                  <a:gd name="csX3" fmla="*/ 322580 w 322579"/>
                  <a:gd name="csY3" fmla="*/ 0 h 12700"/>
                  <a:gd name="csX4" fmla="*/ 0 w 322579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579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580" y="0"/>
                    </a:lnTo>
                    <a:lnTo>
                      <a:pt x="32258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39" name="Freeform 2738">
                <a:extLst>
                  <a:ext uri="{FF2B5EF4-FFF2-40B4-BE49-F238E27FC236}">
                    <a16:creationId xmlns:a16="http://schemas.microsoft.com/office/drawing/2014/main" id="{87AD566B-ABEB-BFD2-58CA-77264C1D17EC}"/>
                  </a:ext>
                </a:extLst>
              </p:cNvPr>
              <p:cNvSpPr/>
              <p:nvPr/>
            </p:nvSpPr>
            <p:spPr>
              <a:xfrm>
                <a:off x="5085820" y="4759943"/>
                <a:ext cx="322580" cy="12700"/>
              </a:xfrm>
              <a:custGeom>
                <a:avLst/>
                <a:gdLst>
                  <a:gd name="csX0" fmla="*/ 0 w 322580"/>
                  <a:gd name="csY0" fmla="*/ 0 h 12700"/>
                  <a:gd name="csX1" fmla="*/ 0 w 322580"/>
                  <a:gd name="csY1" fmla="*/ 0 h 12700"/>
                  <a:gd name="csX2" fmla="*/ 322580 w 322580"/>
                  <a:gd name="csY2" fmla="*/ 0 h 12700"/>
                  <a:gd name="csX3" fmla="*/ 322580 w 322580"/>
                  <a:gd name="csY3" fmla="*/ 0 h 12700"/>
                  <a:gd name="csX4" fmla="*/ 0 w 32258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58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580" y="0"/>
                    </a:lnTo>
                    <a:lnTo>
                      <a:pt x="32258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0" name="Freeform 2739">
                <a:extLst>
                  <a:ext uri="{FF2B5EF4-FFF2-40B4-BE49-F238E27FC236}">
                    <a16:creationId xmlns:a16="http://schemas.microsoft.com/office/drawing/2014/main" id="{3150F1A2-4B0C-993D-2415-B4D7972687D6}"/>
                  </a:ext>
                </a:extLst>
              </p:cNvPr>
              <p:cNvSpPr/>
              <p:nvPr/>
            </p:nvSpPr>
            <p:spPr>
              <a:xfrm>
                <a:off x="5444214" y="4741274"/>
                <a:ext cx="322580" cy="12700"/>
              </a:xfrm>
              <a:custGeom>
                <a:avLst/>
                <a:gdLst>
                  <a:gd name="csX0" fmla="*/ 0 w 322580"/>
                  <a:gd name="csY0" fmla="*/ 0 h 12700"/>
                  <a:gd name="csX1" fmla="*/ 0 w 322580"/>
                  <a:gd name="csY1" fmla="*/ 0 h 12700"/>
                  <a:gd name="csX2" fmla="*/ 322580 w 322580"/>
                  <a:gd name="csY2" fmla="*/ 0 h 12700"/>
                  <a:gd name="csX3" fmla="*/ 322580 w 322580"/>
                  <a:gd name="csY3" fmla="*/ 0 h 12700"/>
                  <a:gd name="csX4" fmla="*/ 0 w 322580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580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580" y="0"/>
                    </a:lnTo>
                    <a:lnTo>
                      <a:pt x="32258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1" name="Freeform 2740">
                <a:extLst>
                  <a:ext uri="{FF2B5EF4-FFF2-40B4-BE49-F238E27FC236}">
                    <a16:creationId xmlns:a16="http://schemas.microsoft.com/office/drawing/2014/main" id="{21AF39B0-F302-62BB-5CA5-F61D249859DF}"/>
                  </a:ext>
                </a:extLst>
              </p:cNvPr>
              <p:cNvSpPr/>
              <p:nvPr/>
            </p:nvSpPr>
            <p:spPr>
              <a:xfrm>
                <a:off x="5802608" y="4631291"/>
                <a:ext cx="322579" cy="12700"/>
              </a:xfrm>
              <a:custGeom>
                <a:avLst/>
                <a:gdLst>
                  <a:gd name="csX0" fmla="*/ 0 w 322579"/>
                  <a:gd name="csY0" fmla="*/ 0 h 12700"/>
                  <a:gd name="csX1" fmla="*/ 0 w 322579"/>
                  <a:gd name="csY1" fmla="*/ 0 h 12700"/>
                  <a:gd name="csX2" fmla="*/ 322580 w 322579"/>
                  <a:gd name="csY2" fmla="*/ 0 h 12700"/>
                  <a:gd name="csX3" fmla="*/ 322580 w 322579"/>
                  <a:gd name="csY3" fmla="*/ 0 h 12700"/>
                  <a:gd name="csX4" fmla="*/ 0 w 322579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22579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22580" y="0"/>
                    </a:lnTo>
                    <a:lnTo>
                      <a:pt x="32258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2" name="Freeform 2741">
                <a:extLst>
                  <a:ext uri="{FF2B5EF4-FFF2-40B4-BE49-F238E27FC236}">
                    <a16:creationId xmlns:a16="http://schemas.microsoft.com/office/drawing/2014/main" id="{D674A241-8961-3649-5E5B-C7D6B0110935}"/>
                  </a:ext>
                </a:extLst>
              </p:cNvPr>
              <p:cNvSpPr/>
              <p:nvPr/>
            </p:nvSpPr>
            <p:spPr>
              <a:xfrm>
                <a:off x="4010766" y="4540233"/>
                <a:ext cx="322453" cy="12700"/>
              </a:xfrm>
              <a:custGeom>
                <a:avLst/>
                <a:gdLst>
                  <a:gd name="csX0" fmla="*/ 0 w 322453"/>
                  <a:gd name="csY0" fmla="*/ 0 h 12700"/>
                  <a:gd name="csX1" fmla="*/ 322453 w 32245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453" h="12700">
                    <a:moveTo>
                      <a:pt x="0" y="0"/>
                    </a:moveTo>
                    <a:lnTo>
                      <a:pt x="322453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3" name="Freeform 2742">
                <a:extLst>
                  <a:ext uri="{FF2B5EF4-FFF2-40B4-BE49-F238E27FC236}">
                    <a16:creationId xmlns:a16="http://schemas.microsoft.com/office/drawing/2014/main" id="{1A8C6FDC-8FF7-0BBA-A260-B1E54CA3DEC1}"/>
                  </a:ext>
                </a:extLst>
              </p:cNvPr>
              <p:cNvSpPr/>
              <p:nvPr/>
            </p:nvSpPr>
            <p:spPr>
              <a:xfrm>
                <a:off x="4369160" y="4832333"/>
                <a:ext cx="322453" cy="12700"/>
              </a:xfrm>
              <a:custGeom>
                <a:avLst/>
                <a:gdLst>
                  <a:gd name="csX0" fmla="*/ 0 w 322453"/>
                  <a:gd name="csY0" fmla="*/ 0 h 12700"/>
                  <a:gd name="csX1" fmla="*/ 322453 w 32245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453" h="12700">
                    <a:moveTo>
                      <a:pt x="0" y="0"/>
                    </a:moveTo>
                    <a:lnTo>
                      <a:pt x="322453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4" name="Freeform 2743">
                <a:extLst>
                  <a:ext uri="{FF2B5EF4-FFF2-40B4-BE49-F238E27FC236}">
                    <a16:creationId xmlns:a16="http://schemas.microsoft.com/office/drawing/2014/main" id="{444A6371-C24A-6106-E8A1-AA2137E1101A}"/>
                  </a:ext>
                </a:extLst>
              </p:cNvPr>
              <p:cNvSpPr/>
              <p:nvPr/>
            </p:nvSpPr>
            <p:spPr>
              <a:xfrm>
                <a:off x="4727427" y="4345923"/>
                <a:ext cx="322579" cy="12700"/>
              </a:xfrm>
              <a:custGeom>
                <a:avLst/>
                <a:gdLst>
                  <a:gd name="csX0" fmla="*/ 0 w 322579"/>
                  <a:gd name="csY0" fmla="*/ 0 h 12700"/>
                  <a:gd name="csX1" fmla="*/ 322580 w 32257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579" h="12700">
                    <a:moveTo>
                      <a:pt x="0" y="0"/>
                    </a:moveTo>
                    <a:lnTo>
                      <a:pt x="32258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5" name="Freeform 2744">
                <a:extLst>
                  <a:ext uri="{FF2B5EF4-FFF2-40B4-BE49-F238E27FC236}">
                    <a16:creationId xmlns:a16="http://schemas.microsoft.com/office/drawing/2014/main" id="{45F281DC-A798-A948-20EF-D7913DB8131F}"/>
                  </a:ext>
                </a:extLst>
              </p:cNvPr>
              <p:cNvSpPr/>
              <p:nvPr/>
            </p:nvSpPr>
            <p:spPr>
              <a:xfrm>
                <a:off x="5085821" y="4759943"/>
                <a:ext cx="322579" cy="12700"/>
              </a:xfrm>
              <a:custGeom>
                <a:avLst/>
                <a:gdLst>
                  <a:gd name="csX0" fmla="*/ 0 w 322579"/>
                  <a:gd name="csY0" fmla="*/ 0 h 12700"/>
                  <a:gd name="csX1" fmla="*/ 322580 w 32257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579" h="12700">
                    <a:moveTo>
                      <a:pt x="0" y="0"/>
                    </a:moveTo>
                    <a:lnTo>
                      <a:pt x="32258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6" name="Freeform 2745">
                <a:extLst>
                  <a:ext uri="{FF2B5EF4-FFF2-40B4-BE49-F238E27FC236}">
                    <a16:creationId xmlns:a16="http://schemas.microsoft.com/office/drawing/2014/main" id="{9F1FB010-D6E0-465D-C0C2-6AF37A9B7CAA}"/>
                  </a:ext>
                </a:extLst>
              </p:cNvPr>
              <p:cNvSpPr/>
              <p:nvPr/>
            </p:nvSpPr>
            <p:spPr>
              <a:xfrm>
                <a:off x="5444215" y="4741274"/>
                <a:ext cx="322580" cy="12700"/>
              </a:xfrm>
              <a:custGeom>
                <a:avLst/>
                <a:gdLst>
                  <a:gd name="csX0" fmla="*/ 0 w 322580"/>
                  <a:gd name="csY0" fmla="*/ 0 h 12700"/>
                  <a:gd name="csX1" fmla="*/ 322580 w 3225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580" h="12700">
                    <a:moveTo>
                      <a:pt x="0" y="0"/>
                    </a:moveTo>
                    <a:lnTo>
                      <a:pt x="32258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7" name="Freeform 2746">
                <a:extLst>
                  <a:ext uri="{FF2B5EF4-FFF2-40B4-BE49-F238E27FC236}">
                    <a16:creationId xmlns:a16="http://schemas.microsoft.com/office/drawing/2014/main" id="{49065AF5-AB22-6A42-2AA2-140606D05611}"/>
                  </a:ext>
                </a:extLst>
              </p:cNvPr>
              <p:cNvSpPr/>
              <p:nvPr/>
            </p:nvSpPr>
            <p:spPr>
              <a:xfrm>
                <a:off x="5802609" y="4631292"/>
                <a:ext cx="322580" cy="12700"/>
              </a:xfrm>
              <a:custGeom>
                <a:avLst/>
                <a:gdLst>
                  <a:gd name="csX0" fmla="*/ 0 w 322580"/>
                  <a:gd name="csY0" fmla="*/ 0 h 12700"/>
                  <a:gd name="csX1" fmla="*/ 322580 w 32258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2580" h="12700">
                    <a:moveTo>
                      <a:pt x="0" y="0"/>
                    </a:moveTo>
                    <a:lnTo>
                      <a:pt x="322580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8" name="Freeform 2747">
                <a:extLst>
                  <a:ext uri="{FF2B5EF4-FFF2-40B4-BE49-F238E27FC236}">
                    <a16:creationId xmlns:a16="http://schemas.microsoft.com/office/drawing/2014/main" id="{0A486E04-3CFC-AD22-6173-C579CFFCD741}"/>
                  </a:ext>
                </a:extLst>
              </p:cNvPr>
              <p:cNvSpPr/>
              <p:nvPr/>
            </p:nvSpPr>
            <p:spPr>
              <a:xfrm>
                <a:off x="4100300" y="4486511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49" name="Freeform 2748">
                <a:extLst>
                  <a:ext uri="{FF2B5EF4-FFF2-40B4-BE49-F238E27FC236}">
                    <a16:creationId xmlns:a16="http://schemas.microsoft.com/office/drawing/2014/main" id="{5A920580-B74E-D38D-1237-49C453D8776B}"/>
                  </a:ext>
                </a:extLst>
              </p:cNvPr>
              <p:cNvSpPr/>
              <p:nvPr/>
            </p:nvSpPr>
            <p:spPr>
              <a:xfrm>
                <a:off x="4172056" y="4486511"/>
                <a:ext cx="12700" cy="107442"/>
              </a:xfrm>
              <a:custGeom>
                <a:avLst/>
                <a:gdLst>
                  <a:gd name="csX0" fmla="*/ 0 w 12700"/>
                  <a:gd name="csY0" fmla="*/ 0 h 107442"/>
                  <a:gd name="csX1" fmla="*/ 0 w 12700"/>
                  <a:gd name="csY1" fmla="*/ 107442 h 1074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7442">
                    <a:moveTo>
                      <a:pt x="0" y="0"/>
                    </a:moveTo>
                    <a:lnTo>
                      <a:pt x="0" y="107442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0" name="Freeform 2749">
                <a:extLst>
                  <a:ext uri="{FF2B5EF4-FFF2-40B4-BE49-F238E27FC236}">
                    <a16:creationId xmlns:a16="http://schemas.microsoft.com/office/drawing/2014/main" id="{BA6334E1-EAA5-239F-C22E-8E987BD1BA2B}"/>
                  </a:ext>
                </a:extLst>
              </p:cNvPr>
              <p:cNvSpPr/>
              <p:nvPr/>
            </p:nvSpPr>
            <p:spPr>
              <a:xfrm>
                <a:off x="4100300" y="4593954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1" name="Freeform 2750">
                <a:extLst>
                  <a:ext uri="{FF2B5EF4-FFF2-40B4-BE49-F238E27FC236}">
                    <a16:creationId xmlns:a16="http://schemas.microsoft.com/office/drawing/2014/main" id="{4C243124-6DE1-F927-A6DA-DAED7518504F}"/>
                  </a:ext>
                </a:extLst>
              </p:cNvPr>
              <p:cNvSpPr/>
              <p:nvPr/>
            </p:nvSpPr>
            <p:spPr>
              <a:xfrm>
                <a:off x="4458694" y="4759943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2" name="Freeform 2751">
                <a:extLst>
                  <a:ext uri="{FF2B5EF4-FFF2-40B4-BE49-F238E27FC236}">
                    <a16:creationId xmlns:a16="http://schemas.microsoft.com/office/drawing/2014/main" id="{C9F7A141-42EF-CB60-5C54-82DC5E701413}"/>
                  </a:ext>
                </a:extLst>
              </p:cNvPr>
              <p:cNvSpPr/>
              <p:nvPr/>
            </p:nvSpPr>
            <p:spPr>
              <a:xfrm>
                <a:off x="4530322" y="4759943"/>
                <a:ext cx="12700" cy="144780"/>
              </a:xfrm>
              <a:custGeom>
                <a:avLst/>
                <a:gdLst>
                  <a:gd name="csX0" fmla="*/ 0 w 12700"/>
                  <a:gd name="csY0" fmla="*/ 0 h 144780"/>
                  <a:gd name="csX1" fmla="*/ 0 w 12700"/>
                  <a:gd name="csY1" fmla="*/ 144780 h 144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4780">
                    <a:moveTo>
                      <a:pt x="0" y="0"/>
                    </a:moveTo>
                    <a:lnTo>
                      <a:pt x="0" y="14478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3" name="Freeform 2752">
                <a:extLst>
                  <a:ext uri="{FF2B5EF4-FFF2-40B4-BE49-F238E27FC236}">
                    <a16:creationId xmlns:a16="http://schemas.microsoft.com/office/drawing/2014/main" id="{53EA02CF-A6E3-D9F2-F36E-9362EF9A9D04}"/>
                  </a:ext>
                </a:extLst>
              </p:cNvPr>
              <p:cNvSpPr/>
              <p:nvPr/>
            </p:nvSpPr>
            <p:spPr>
              <a:xfrm>
                <a:off x="4458694" y="4904723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4" name="Freeform 2753">
                <a:extLst>
                  <a:ext uri="{FF2B5EF4-FFF2-40B4-BE49-F238E27FC236}">
                    <a16:creationId xmlns:a16="http://schemas.microsoft.com/office/drawing/2014/main" id="{FB828387-A9EA-1E55-6931-08879DC320FB}"/>
                  </a:ext>
                </a:extLst>
              </p:cNvPr>
              <p:cNvSpPr/>
              <p:nvPr/>
            </p:nvSpPr>
            <p:spPr>
              <a:xfrm>
                <a:off x="4817089" y="4336271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5" name="Freeform 2754">
                <a:extLst>
                  <a:ext uri="{FF2B5EF4-FFF2-40B4-BE49-F238E27FC236}">
                    <a16:creationId xmlns:a16="http://schemas.microsoft.com/office/drawing/2014/main" id="{C649F44C-CEF7-4C29-73F2-7D53627F2638}"/>
                  </a:ext>
                </a:extLst>
              </p:cNvPr>
              <p:cNvSpPr/>
              <p:nvPr/>
            </p:nvSpPr>
            <p:spPr>
              <a:xfrm>
                <a:off x="4888717" y="4336271"/>
                <a:ext cx="12700" cy="19176"/>
              </a:xfrm>
              <a:custGeom>
                <a:avLst/>
                <a:gdLst>
                  <a:gd name="csX0" fmla="*/ 0 w 12700"/>
                  <a:gd name="csY0" fmla="*/ 0 h 19176"/>
                  <a:gd name="csX1" fmla="*/ 0 w 12700"/>
                  <a:gd name="csY1" fmla="*/ 19177 h 191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176">
                    <a:moveTo>
                      <a:pt x="0" y="0"/>
                    </a:moveTo>
                    <a:lnTo>
                      <a:pt x="0" y="1917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6" name="Freeform 2755">
                <a:extLst>
                  <a:ext uri="{FF2B5EF4-FFF2-40B4-BE49-F238E27FC236}">
                    <a16:creationId xmlns:a16="http://schemas.microsoft.com/office/drawing/2014/main" id="{07239B0E-3EA6-D106-3E64-5ECF0FDB2BB6}"/>
                  </a:ext>
                </a:extLst>
              </p:cNvPr>
              <p:cNvSpPr/>
              <p:nvPr/>
            </p:nvSpPr>
            <p:spPr>
              <a:xfrm>
                <a:off x="4817089" y="4355447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7" name="Freeform 2756">
                <a:extLst>
                  <a:ext uri="{FF2B5EF4-FFF2-40B4-BE49-F238E27FC236}">
                    <a16:creationId xmlns:a16="http://schemas.microsoft.com/office/drawing/2014/main" id="{E877910F-7E2D-15F5-1880-4466484801F9}"/>
                  </a:ext>
                </a:extLst>
              </p:cNvPr>
              <p:cNvSpPr/>
              <p:nvPr/>
            </p:nvSpPr>
            <p:spPr>
              <a:xfrm>
                <a:off x="5175482" y="4706476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8" name="Freeform 2757">
                <a:extLst>
                  <a:ext uri="{FF2B5EF4-FFF2-40B4-BE49-F238E27FC236}">
                    <a16:creationId xmlns:a16="http://schemas.microsoft.com/office/drawing/2014/main" id="{583445AE-CBB6-6E72-D808-6E501F4D3E5E}"/>
                  </a:ext>
                </a:extLst>
              </p:cNvPr>
              <p:cNvSpPr/>
              <p:nvPr/>
            </p:nvSpPr>
            <p:spPr>
              <a:xfrm>
                <a:off x="5247110" y="4706476"/>
                <a:ext cx="12700" cy="106933"/>
              </a:xfrm>
              <a:custGeom>
                <a:avLst/>
                <a:gdLst>
                  <a:gd name="csX0" fmla="*/ 0 w 12700"/>
                  <a:gd name="csY0" fmla="*/ 0 h 106933"/>
                  <a:gd name="csX1" fmla="*/ 0 w 12700"/>
                  <a:gd name="csY1" fmla="*/ 106934 h 1069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6933">
                    <a:moveTo>
                      <a:pt x="0" y="0"/>
                    </a:moveTo>
                    <a:lnTo>
                      <a:pt x="0" y="10693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59" name="Freeform 2758">
                <a:extLst>
                  <a:ext uri="{FF2B5EF4-FFF2-40B4-BE49-F238E27FC236}">
                    <a16:creationId xmlns:a16="http://schemas.microsoft.com/office/drawing/2014/main" id="{22EC503B-0A61-DB69-C4D7-1CA719D8DC9D}"/>
                  </a:ext>
                </a:extLst>
              </p:cNvPr>
              <p:cNvSpPr/>
              <p:nvPr/>
            </p:nvSpPr>
            <p:spPr>
              <a:xfrm>
                <a:off x="5175482" y="4813410"/>
                <a:ext cx="143383" cy="12700"/>
              </a:xfrm>
              <a:custGeom>
                <a:avLst/>
                <a:gdLst>
                  <a:gd name="csX0" fmla="*/ 0 w 143383"/>
                  <a:gd name="csY0" fmla="*/ 0 h 12700"/>
                  <a:gd name="csX1" fmla="*/ 143383 w 14338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383" h="12700">
                    <a:moveTo>
                      <a:pt x="0" y="0"/>
                    </a:moveTo>
                    <a:lnTo>
                      <a:pt x="143383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60" name="Freeform 2759">
                <a:extLst>
                  <a:ext uri="{FF2B5EF4-FFF2-40B4-BE49-F238E27FC236}">
                    <a16:creationId xmlns:a16="http://schemas.microsoft.com/office/drawing/2014/main" id="{FF69ED29-5281-2CEB-E868-68A2A6E2CCAE}"/>
                  </a:ext>
                </a:extLst>
              </p:cNvPr>
              <p:cNvSpPr/>
              <p:nvPr/>
            </p:nvSpPr>
            <p:spPr>
              <a:xfrm>
                <a:off x="5533876" y="4672693"/>
                <a:ext cx="143255" cy="12700"/>
              </a:xfrm>
              <a:custGeom>
                <a:avLst/>
                <a:gdLst>
                  <a:gd name="csX0" fmla="*/ 0 w 143255"/>
                  <a:gd name="csY0" fmla="*/ 0 h 12700"/>
                  <a:gd name="csX1" fmla="*/ 143256 w 14325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255" h="12700">
                    <a:moveTo>
                      <a:pt x="0" y="0"/>
                    </a:moveTo>
                    <a:lnTo>
                      <a:pt x="143256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61" name="Freeform 2760">
                <a:extLst>
                  <a:ext uri="{FF2B5EF4-FFF2-40B4-BE49-F238E27FC236}">
                    <a16:creationId xmlns:a16="http://schemas.microsoft.com/office/drawing/2014/main" id="{674CB70B-D45B-66D5-369D-F88222A2B290}"/>
                  </a:ext>
                </a:extLst>
              </p:cNvPr>
              <p:cNvSpPr/>
              <p:nvPr/>
            </p:nvSpPr>
            <p:spPr>
              <a:xfrm>
                <a:off x="5605504" y="4672693"/>
                <a:ext cx="12700" cy="137033"/>
              </a:xfrm>
              <a:custGeom>
                <a:avLst/>
                <a:gdLst>
                  <a:gd name="csX0" fmla="*/ 0 w 12700"/>
                  <a:gd name="csY0" fmla="*/ 0 h 137033"/>
                  <a:gd name="csX1" fmla="*/ 0 w 12700"/>
                  <a:gd name="csY1" fmla="*/ 137033 h 1370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7033">
                    <a:moveTo>
                      <a:pt x="0" y="0"/>
                    </a:moveTo>
                    <a:lnTo>
                      <a:pt x="0" y="13703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62" name="Freeform 2761">
                <a:extLst>
                  <a:ext uri="{FF2B5EF4-FFF2-40B4-BE49-F238E27FC236}">
                    <a16:creationId xmlns:a16="http://schemas.microsoft.com/office/drawing/2014/main" id="{A88748E2-DD13-985D-830F-7FE18807A32D}"/>
                  </a:ext>
                </a:extLst>
              </p:cNvPr>
              <p:cNvSpPr/>
              <p:nvPr/>
            </p:nvSpPr>
            <p:spPr>
              <a:xfrm>
                <a:off x="5533876" y="4809726"/>
                <a:ext cx="143255" cy="12700"/>
              </a:xfrm>
              <a:custGeom>
                <a:avLst/>
                <a:gdLst>
                  <a:gd name="csX0" fmla="*/ 0 w 143255"/>
                  <a:gd name="csY0" fmla="*/ 0 h 12700"/>
                  <a:gd name="csX1" fmla="*/ 143256 w 14325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3255" h="12700">
                    <a:moveTo>
                      <a:pt x="0" y="0"/>
                    </a:moveTo>
                    <a:lnTo>
                      <a:pt x="143256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763" name="TextBox 2762">
                <a:extLst>
                  <a:ext uri="{FF2B5EF4-FFF2-40B4-BE49-F238E27FC236}">
                    <a16:creationId xmlns:a16="http://schemas.microsoft.com/office/drawing/2014/main" id="{66415CE4-8ECB-DACC-30A8-717ECCBDE2A7}"/>
                  </a:ext>
                </a:extLst>
              </p:cNvPr>
              <p:cNvSpPr txBox="1"/>
              <p:nvPr/>
            </p:nvSpPr>
            <p:spPr>
              <a:xfrm>
                <a:off x="4345016" y="3683643"/>
                <a:ext cx="37061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764" name="TextBox 2763">
                <a:extLst>
                  <a:ext uri="{FF2B5EF4-FFF2-40B4-BE49-F238E27FC236}">
                    <a16:creationId xmlns:a16="http://schemas.microsoft.com/office/drawing/2014/main" id="{01D5F508-40AB-28D7-F109-FDCA954668CD}"/>
                  </a:ext>
                </a:extLst>
              </p:cNvPr>
              <p:cNvSpPr txBox="1"/>
              <p:nvPr/>
            </p:nvSpPr>
            <p:spPr>
              <a:xfrm>
                <a:off x="5042567" y="3683643"/>
                <a:ext cx="40908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 </a:t>
                </a:r>
              </a:p>
            </p:txBody>
          </p:sp>
          <p:sp>
            <p:nvSpPr>
              <p:cNvPr id="2765" name="TextBox 2764">
                <a:extLst>
                  <a:ext uri="{FF2B5EF4-FFF2-40B4-BE49-F238E27FC236}">
                    <a16:creationId xmlns:a16="http://schemas.microsoft.com/office/drawing/2014/main" id="{481BD514-36A7-C968-AF5B-A5E7A74481B2}"/>
                  </a:ext>
                </a:extLst>
              </p:cNvPr>
              <p:cNvSpPr txBox="1"/>
              <p:nvPr/>
            </p:nvSpPr>
            <p:spPr>
              <a:xfrm>
                <a:off x="5420197" y="3683643"/>
                <a:ext cx="37061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</a:t>
                </a:r>
              </a:p>
            </p:txBody>
          </p:sp>
          <p:sp>
            <p:nvSpPr>
              <p:cNvPr id="2766" name="TextBox 2765">
                <a:extLst>
                  <a:ext uri="{FF2B5EF4-FFF2-40B4-BE49-F238E27FC236}">
                    <a16:creationId xmlns:a16="http://schemas.microsoft.com/office/drawing/2014/main" id="{F74CF49A-13CB-8B6C-6644-8B6149C0F0CE}"/>
                  </a:ext>
                </a:extLst>
              </p:cNvPr>
              <p:cNvSpPr txBox="1"/>
              <p:nvPr/>
            </p:nvSpPr>
            <p:spPr>
              <a:xfrm>
                <a:off x="5744126" y="3683643"/>
                <a:ext cx="43954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abc</a:t>
                </a:r>
              </a:p>
            </p:txBody>
          </p:sp>
          <p:sp>
            <p:nvSpPr>
              <p:cNvPr id="2767" name="TextBox 2766">
                <a:extLst>
                  <a:ext uri="{FF2B5EF4-FFF2-40B4-BE49-F238E27FC236}">
                    <a16:creationId xmlns:a16="http://schemas.microsoft.com/office/drawing/2014/main" id="{94015FE6-9223-3F92-348F-9D1B3F5575CE}"/>
                  </a:ext>
                </a:extLst>
              </p:cNvPr>
              <p:cNvSpPr txBox="1"/>
              <p:nvPr/>
            </p:nvSpPr>
            <p:spPr>
              <a:xfrm>
                <a:off x="3971520" y="3683643"/>
                <a:ext cx="401072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bc</a:t>
                </a:r>
              </a:p>
            </p:txBody>
          </p:sp>
          <p:sp>
            <p:nvSpPr>
              <p:cNvPr id="2768" name="TextBox 2767">
                <a:extLst>
                  <a:ext uri="{FF2B5EF4-FFF2-40B4-BE49-F238E27FC236}">
                    <a16:creationId xmlns:a16="http://schemas.microsoft.com/office/drawing/2014/main" id="{906B2F62-8F37-72EC-57D7-CE6DE498AB2E}"/>
                  </a:ext>
                </a:extLst>
              </p:cNvPr>
              <p:cNvSpPr txBox="1"/>
              <p:nvPr/>
            </p:nvSpPr>
            <p:spPr>
              <a:xfrm>
                <a:off x="4707417" y="3683643"/>
                <a:ext cx="362600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</a:t>
                </a:r>
              </a:p>
            </p:txBody>
          </p:sp>
        </p:grpSp>
        <p:grpSp>
          <p:nvGrpSpPr>
            <p:cNvPr id="2769" name="Graphic 2601">
              <a:extLst>
                <a:ext uri="{FF2B5EF4-FFF2-40B4-BE49-F238E27FC236}">
                  <a16:creationId xmlns:a16="http://schemas.microsoft.com/office/drawing/2014/main" id="{6A1EACAB-3150-6BC8-A121-C8202EC5C4E1}"/>
                </a:ext>
              </a:extLst>
            </p:cNvPr>
            <p:cNvGrpSpPr/>
            <p:nvPr/>
          </p:nvGrpSpPr>
          <p:grpSpPr>
            <a:xfrm>
              <a:off x="3499589" y="3505768"/>
              <a:ext cx="2656831" cy="1839531"/>
              <a:chOff x="3499589" y="3505768"/>
              <a:chExt cx="2656831" cy="1839531"/>
            </a:xfrm>
          </p:grpSpPr>
          <p:sp>
            <p:nvSpPr>
              <p:cNvPr id="2770" name="TextBox 2769">
                <a:extLst>
                  <a:ext uri="{FF2B5EF4-FFF2-40B4-BE49-F238E27FC236}">
                    <a16:creationId xmlns:a16="http://schemas.microsoft.com/office/drawing/2014/main" id="{8243CB38-85B4-2911-98EE-6F4098330271}"/>
                  </a:ext>
                </a:extLst>
              </p:cNvPr>
              <p:cNvSpPr txBox="1"/>
              <p:nvPr/>
            </p:nvSpPr>
            <p:spPr>
              <a:xfrm>
                <a:off x="3636127" y="4868954"/>
                <a:ext cx="36099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6.0</a:t>
                </a:r>
              </a:p>
            </p:txBody>
          </p:sp>
          <p:sp>
            <p:nvSpPr>
              <p:cNvPr id="2771" name="TextBox 2770">
                <a:extLst>
                  <a:ext uri="{FF2B5EF4-FFF2-40B4-BE49-F238E27FC236}">
                    <a16:creationId xmlns:a16="http://schemas.microsoft.com/office/drawing/2014/main" id="{EB2B6E4F-C82D-418D-CE5F-DFD7BF5C5A32}"/>
                  </a:ext>
                </a:extLst>
              </p:cNvPr>
              <p:cNvSpPr txBox="1"/>
              <p:nvPr/>
            </p:nvSpPr>
            <p:spPr>
              <a:xfrm>
                <a:off x="3636127" y="4480207"/>
                <a:ext cx="36099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6.5</a:t>
                </a:r>
              </a:p>
            </p:txBody>
          </p:sp>
          <p:sp>
            <p:nvSpPr>
              <p:cNvPr id="2772" name="TextBox 2771">
                <a:extLst>
                  <a:ext uri="{FF2B5EF4-FFF2-40B4-BE49-F238E27FC236}">
                    <a16:creationId xmlns:a16="http://schemas.microsoft.com/office/drawing/2014/main" id="{4CACE5E5-112E-02E5-1F40-2C3F97C7DF50}"/>
                  </a:ext>
                </a:extLst>
              </p:cNvPr>
              <p:cNvSpPr txBox="1"/>
              <p:nvPr/>
            </p:nvSpPr>
            <p:spPr>
              <a:xfrm>
                <a:off x="3636127" y="4091460"/>
                <a:ext cx="36099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7.0</a:t>
                </a:r>
              </a:p>
            </p:txBody>
          </p:sp>
          <p:sp>
            <p:nvSpPr>
              <p:cNvPr id="2773" name="TextBox 2772">
                <a:extLst>
                  <a:ext uri="{FF2B5EF4-FFF2-40B4-BE49-F238E27FC236}">
                    <a16:creationId xmlns:a16="http://schemas.microsoft.com/office/drawing/2014/main" id="{DB06FAA5-404C-51E0-2CCA-D676FB8A7CE0}"/>
                  </a:ext>
                </a:extLst>
              </p:cNvPr>
              <p:cNvSpPr txBox="1"/>
              <p:nvPr/>
            </p:nvSpPr>
            <p:spPr>
              <a:xfrm>
                <a:off x="3636127" y="3702713"/>
                <a:ext cx="36099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7.5</a:t>
                </a:r>
              </a:p>
            </p:txBody>
          </p:sp>
          <p:sp>
            <p:nvSpPr>
              <p:cNvPr id="2774" name="TextBox 2773">
                <a:extLst>
                  <a:ext uri="{FF2B5EF4-FFF2-40B4-BE49-F238E27FC236}">
                    <a16:creationId xmlns:a16="http://schemas.microsoft.com/office/drawing/2014/main" id="{78B8ABD0-5B2C-15C8-0B19-A31BF51BC7D2}"/>
                  </a:ext>
                </a:extLst>
              </p:cNvPr>
              <p:cNvSpPr txBox="1"/>
              <p:nvPr/>
            </p:nvSpPr>
            <p:spPr>
              <a:xfrm>
                <a:off x="4062089" y="5099078"/>
                <a:ext cx="21993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775" name="TextBox 2774">
                <a:extLst>
                  <a:ext uri="{FF2B5EF4-FFF2-40B4-BE49-F238E27FC236}">
                    <a16:creationId xmlns:a16="http://schemas.microsoft.com/office/drawing/2014/main" id="{28B5CAC2-7C03-47D5-DA6C-FAADB1D9781F}"/>
                  </a:ext>
                </a:extLst>
              </p:cNvPr>
              <p:cNvSpPr txBox="1"/>
              <p:nvPr/>
            </p:nvSpPr>
            <p:spPr>
              <a:xfrm>
                <a:off x="4377877" y="5099078"/>
                <a:ext cx="3048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776" name="TextBox 2775">
                <a:extLst>
                  <a:ext uri="{FF2B5EF4-FFF2-40B4-BE49-F238E27FC236}">
                    <a16:creationId xmlns:a16="http://schemas.microsoft.com/office/drawing/2014/main" id="{1464B236-9698-3EA9-D7A4-4C6740571E4C}"/>
                  </a:ext>
                </a:extLst>
              </p:cNvPr>
              <p:cNvSpPr txBox="1"/>
              <p:nvPr/>
            </p:nvSpPr>
            <p:spPr>
              <a:xfrm>
                <a:off x="4743484" y="5099078"/>
                <a:ext cx="29046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777" name="TextBox 2776">
                <a:extLst>
                  <a:ext uri="{FF2B5EF4-FFF2-40B4-BE49-F238E27FC236}">
                    <a16:creationId xmlns:a16="http://schemas.microsoft.com/office/drawing/2014/main" id="{30E37BB5-A67B-AE62-9C4B-2B788FEF8611}"/>
                  </a:ext>
                </a:extLst>
              </p:cNvPr>
              <p:cNvSpPr txBox="1"/>
              <p:nvPr/>
            </p:nvSpPr>
            <p:spPr>
              <a:xfrm>
                <a:off x="5059399" y="5099078"/>
                <a:ext cx="3754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778" name="TextBox 2777">
                <a:extLst>
                  <a:ext uri="{FF2B5EF4-FFF2-40B4-BE49-F238E27FC236}">
                    <a16:creationId xmlns:a16="http://schemas.microsoft.com/office/drawing/2014/main" id="{B4B31294-53E5-0A93-5955-61D97B9F5FCB}"/>
                  </a:ext>
                </a:extLst>
              </p:cNvPr>
              <p:cNvSpPr txBox="1"/>
              <p:nvPr/>
            </p:nvSpPr>
            <p:spPr>
              <a:xfrm>
                <a:off x="5459471" y="5099078"/>
                <a:ext cx="29206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779" name="TextBox 2778">
                <a:extLst>
                  <a:ext uri="{FF2B5EF4-FFF2-40B4-BE49-F238E27FC236}">
                    <a16:creationId xmlns:a16="http://schemas.microsoft.com/office/drawing/2014/main" id="{2F01955D-5D53-83C0-FFCA-58FDFDA2B0C8}"/>
                  </a:ext>
                </a:extLst>
              </p:cNvPr>
              <p:cNvSpPr txBox="1"/>
              <p:nvPr/>
            </p:nvSpPr>
            <p:spPr>
              <a:xfrm>
                <a:off x="5771378" y="5099078"/>
                <a:ext cx="3850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781" name="TextBox 2780">
                <a:extLst>
                  <a:ext uri="{FF2B5EF4-FFF2-40B4-BE49-F238E27FC236}">
                    <a16:creationId xmlns:a16="http://schemas.microsoft.com/office/drawing/2014/main" id="{2227577B-4840-0056-A88A-0D3D80A923A2}"/>
                  </a:ext>
                </a:extLst>
              </p:cNvPr>
              <p:cNvSpPr txBox="1"/>
              <p:nvPr/>
            </p:nvSpPr>
            <p:spPr>
              <a:xfrm rot="16200000">
                <a:off x="2708667" y="4296690"/>
                <a:ext cx="1835760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Log10 Ovarian Volume (px)</a:t>
                </a:r>
              </a:p>
            </p:txBody>
          </p:sp>
        </p:grpSp>
      </p:grpSp>
      <p:grpSp>
        <p:nvGrpSpPr>
          <p:cNvPr id="2605" name="Graphic 2603">
            <a:extLst>
              <a:ext uri="{FF2B5EF4-FFF2-40B4-BE49-F238E27FC236}">
                <a16:creationId xmlns:a16="http://schemas.microsoft.com/office/drawing/2014/main" id="{08B44CC1-F5F0-E685-FE89-EEE481782C95}"/>
              </a:ext>
            </a:extLst>
          </p:cNvPr>
          <p:cNvGrpSpPr/>
          <p:nvPr/>
        </p:nvGrpSpPr>
        <p:grpSpPr>
          <a:xfrm>
            <a:off x="113855" y="3521099"/>
            <a:ext cx="2748916" cy="2053611"/>
            <a:chOff x="172930" y="3475561"/>
            <a:chExt cx="2748916" cy="2053611"/>
          </a:xfrm>
        </p:grpSpPr>
        <p:sp>
          <p:nvSpPr>
            <p:cNvPr id="2606" name="Rectangle 2605">
              <a:extLst>
                <a:ext uri="{FF2B5EF4-FFF2-40B4-BE49-F238E27FC236}">
                  <a16:creationId xmlns:a16="http://schemas.microsoft.com/office/drawing/2014/main" id="{B4FF2822-48A0-A841-BA9D-B8E59D3A55EC}"/>
                </a:ext>
              </a:extLst>
            </p:cNvPr>
            <p:cNvSpPr/>
            <p:nvPr/>
          </p:nvSpPr>
          <p:spPr>
            <a:xfrm>
              <a:off x="178646" y="3700372"/>
              <a:ext cx="2743200" cy="1828800"/>
            </a:xfrm>
            <a:prstGeom prst="rect">
              <a:avLst/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sp>
          <p:nvSpPr>
            <p:cNvPr id="2607" name="Rectangle 2606">
              <a:extLst>
                <a:ext uri="{FF2B5EF4-FFF2-40B4-BE49-F238E27FC236}">
                  <a16:creationId xmlns:a16="http://schemas.microsoft.com/office/drawing/2014/main" id="{50DAD51D-4957-97FD-C005-4528F04033EF}"/>
                </a:ext>
              </a:extLst>
            </p:cNvPr>
            <p:cNvSpPr/>
            <p:nvPr/>
          </p:nvSpPr>
          <p:spPr>
            <a:xfrm>
              <a:off x="178646" y="3700372"/>
              <a:ext cx="2743200" cy="1828800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800"/>
            </a:p>
          </p:txBody>
        </p:sp>
        <p:grpSp>
          <p:nvGrpSpPr>
            <p:cNvPr id="2608" name="Graphic 2603">
              <a:extLst>
                <a:ext uri="{FF2B5EF4-FFF2-40B4-BE49-F238E27FC236}">
                  <a16:creationId xmlns:a16="http://schemas.microsoft.com/office/drawing/2014/main" id="{964FB203-5B1C-4AF6-FD94-872CCEFDAA85}"/>
                </a:ext>
              </a:extLst>
            </p:cNvPr>
            <p:cNvGrpSpPr/>
            <p:nvPr/>
          </p:nvGrpSpPr>
          <p:grpSpPr>
            <a:xfrm>
              <a:off x="537293" y="3709541"/>
              <a:ext cx="2314956" cy="1419580"/>
              <a:chOff x="537293" y="3709541"/>
              <a:chExt cx="2314956" cy="1419580"/>
            </a:xfrm>
          </p:grpSpPr>
          <p:sp>
            <p:nvSpPr>
              <p:cNvPr id="2609" name="Freeform 2608">
                <a:extLst>
                  <a:ext uri="{FF2B5EF4-FFF2-40B4-BE49-F238E27FC236}">
                    <a16:creationId xmlns:a16="http://schemas.microsoft.com/office/drawing/2014/main" id="{D3B7FD4F-2C15-FE76-6DDD-B39A61EBF451}"/>
                  </a:ext>
                </a:extLst>
              </p:cNvPr>
              <p:cNvSpPr/>
              <p:nvPr/>
            </p:nvSpPr>
            <p:spPr>
              <a:xfrm>
                <a:off x="537293" y="4902172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0" name="Freeform 2609">
                <a:extLst>
                  <a:ext uri="{FF2B5EF4-FFF2-40B4-BE49-F238E27FC236}">
                    <a16:creationId xmlns:a16="http://schemas.microsoft.com/office/drawing/2014/main" id="{C44EF5DD-8777-9E3B-2512-26F4EABB38D6}"/>
                  </a:ext>
                </a:extLst>
              </p:cNvPr>
              <p:cNvSpPr/>
              <p:nvPr/>
            </p:nvSpPr>
            <p:spPr>
              <a:xfrm>
                <a:off x="537293" y="4571719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1" name="Freeform 2610">
                <a:extLst>
                  <a:ext uri="{FF2B5EF4-FFF2-40B4-BE49-F238E27FC236}">
                    <a16:creationId xmlns:a16="http://schemas.microsoft.com/office/drawing/2014/main" id="{A7AE7FF2-908D-5EB2-28B9-EA658DFAC479}"/>
                  </a:ext>
                </a:extLst>
              </p:cNvPr>
              <p:cNvSpPr/>
              <p:nvPr/>
            </p:nvSpPr>
            <p:spPr>
              <a:xfrm>
                <a:off x="537293" y="4241138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2" name="Freeform 2611">
                <a:extLst>
                  <a:ext uri="{FF2B5EF4-FFF2-40B4-BE49-F238E27FC236}">
                    <a16:creationId xmlns:a16="http://schemas.microsoft.com/office/drawing/2014/main" id="{2BBD0C87-47A0-C0E6-96C3-21AA4E1B4A25}"/>
                  </a:ext>
                </a:extLst>
              </p:cNvPr>
              <p:cNvSpPr/>
              <p:nvPr/>
            </p:nvSpPr>
            <p:spPr>
              <a:xfrm>
                <a:off x="537293" y="3910683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3" name="Freeform 2612">
                <a:extLst>
                  <a:ext uri="{FF2B5EF4-FFF2-40B4-BE49-F238E27FC236}">
                    <a16:creationId xmlns:a16="http://schemas.microsoft.com/office/drawing/2014/main" id="{E431972D-5C33-E9E3-9D07-19B72755BCB1}"/>
                  </a:ext>
                </a:extLst>
              </p:cNvPr>
              <p:cNvSpPr/>
              <p:nvPr/>
            </p:nvSpPr>
            <p:spPr>
              <a:xfrm>
                <a:off x="537293" y="5067399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4" name="Freeform 2613">
                <a:extLst>
                  <a:ext uri="{FF2B5EF4-FFF2-40B4-BE49-F238E27FC236}">
                    <a16:creationId xmlns:a16="http://schemas.microsoft.com/office/drawing/2014/main" id="{FEA7066C-040A-1D11-10AD-78D4104DF6A2}"/>
                  </a:ext>
                </a:extLst>
              </p:cNvPr>
              <p:cNvSpPr/>
              <p:nvPr/>
            </p:nvSpPr>
            <p:spPr>
              <a:xfrm>
                <a:off x="537293" y="4736946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5" name="Freeform 2614">
                <a:extLst>
                  <a:ext uri="{FF2B5EF4-FFF2-40B4-BE49-F238E27FC236}">
                    <a16:creationId xmlns:a16="http://schemas.microsoft.com/office/drawing/2014/main" id="{A6835D3A-0CC2-CF14-D2A3-3F73AB81012D}"/>
                  </a:ext>
                </a:extLst>
              </p:cNvPr>
              <p:cNvSpPr/>
              <p:nvPr/>
            </p:nvSpPr>
            <p:spPr>
              <a:xfrm>
                <a:off x="537293" y="4406491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6" name="Freeform 2615">
                <a:extLst>
                  <a:ext uri="{FF2B5EF4-FFF2-40B4-BE49-F238E27FC236}">
                    <a16:creationId xmlns:a16="http://schemas.microsoft.com/office/drawing/2014/main" id="{C1BFF324-D241-81DA-9DEF-B60386E04FEA}"/>
                  </a:ext>
                </a:extLst>
              </p:cNvPr>
              <p:cNvSpPr/>
              <p:nvPr/>
            </p:nvSpPr>
            <p:spPr>
              <a:xfrm>
                <a:off x="537293" y="4075910"/>
                <a:ext cx="2314956" cy="12700"/>
              </a:xfrm>
              <a:custGeom>
                <a:avLst/>
                <a:gdLst>
                  <a:gd name="csX0" fmla="*/ 0 w 2314956"/>
                  <a:gd name="csY0" fmla="*/ 0 h 12700"/>
                  <a:gd name="csX1" fmla="*/ 2314956 w 231495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14956" h="12700">
                    <a:moveTo>
                      <a:pt x="0" y="0"/>
                    </a:moveTo>
                    <a:lnTo>
                      <a:pt x="231495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7" name="Freeform 2616">
                <a:extLst>
                  <a:ext uri="{FF2B5EF4-FFF2-40B4-BE49-F238E27FC236}">
                    <a16:creationId xmlns:a16="http://schemas.microsoft.com/office/drawing/2014/main" id="{F54EEA73-AA3E-9C21-A8FB-E4DE850FEDED}"/>
                  </a:ext>
                </a:extLst>
              </p:cNvPr>
              <p:cNvSpPr/>
              <p:nvPr/>
            </p:nvSpPr>
            <p:spPr>
              <a:xfrm>
                <a:off x="761322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8" name="Freeform 2617">
                <a:extLst>
                  <a:ext uri="{FF2B5EF4-FFF2-40B4-BE49-F238E27FC236}">
                    <a16:creationId xmlns:a16="http://schemas.microsoft.com/office/drawing/2014/main" id="{3CDD0264-385B-0016-9AB5-9550C5A7801E}"/>
                  </a:ext>
                </a:extLst>
              </p:cNvPr>
              <p:cNvSpPr/>
              <p:nvPr/>
            </p:nvSpPr>
            <p:spPr>
              <a:xfrm>
                <a:off x="1134701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19" name="Freeform 2618">
                <a:extLst>
                  <a:ext uri="{FF2B5EF4-FFF2-40B4-BE49-F238E27FC236}">
                    <a16:creationId xmlns:a16="http://schemas.microsoft.com/office/drawing/2014/main" id="{D783AA31-B50A-4FB6-BFA5-27A328BBFA55}"/>
                  </a:ext>
                </a:extLst>
              </p:cNvPr>
              <p:cNvSpPr/>
              <p:nvPr/>
            </p:nvSpPr>
            <p:spPr>
              <a:xfrm>
                <a:off x="1508082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0" name="Freeform 2619">
                <a:extLst>
                  <a:ext uri="{FF2B5EF4-FFF2-40B4-BE49-F238E27FC236}">
                    <a16:creationId xmlns:a16="http://schemas.microsoft.com/office/drawing/2014/main" id="{608E39B3-0965-D25C-9CE7-F5FDDD933EFD}"/>
                  </a:ext>
                </a:extLst>
              </p:cNvPr>
              <p:cNvSpPr/>
              <p:nvPr/>
            </p:nvSpPr>
            <p:spPr>
              <a:xfrm>
                <a:off x="1881462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1" name="Freeform 2620">
                <a:extLst>
                  <a:ext uri="{FF2B5EF4-FFF2-40B4-BE49-F238E27FC236}">
                    <a16:creationId xmlns:a16="http://schemas.microsoft.com/office/drawing/2014/main" id="{23D56E51-FE32-FF13-8E9D-37FF21BD9AF7}"/>
                  </a:ext>
                </a:extLst>
              </p:cNvPr>
              <p:cNvSpPr/>
              <p:nvPr/>
            </p:nvSpPr>
            <p:spPr>
              <a:xfrm>
                <a:off x="2254841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2" name="Freeform 2621">
                <a:extLst>
                  <a:ext uri="{FF2B5EF4-FFF2-40B4-BE49-F238E27FC236}">
                    <a16:creationId xmlns:a16="http://schemas.microsoft.com/office/drawing/2014/main" id="{C0626093-D7F3-47FF-F632-EA14F1948F69}"/>
                  </a:ext>
                </a:extLst>
              </p:cNvPr>
              <p:cNvSpPr/>
              <p:nvPr/>
            </p:nvSpPr>
            <p:spPr>
              <a:xfrm>
                <a:off x="2628222" y="3769968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3" name="Oval 2622">
                <a:extLst>
                  <a:ext uri="{FF2B5EF4-FFF2-40B4-BE49-F238E27FC236}">
                    <a16:creationId xmlns:a16="http://schemas.microsoft.com/office/drawing/2014/main" id="{4ED9F5F0-31B6-B711-C151-453B7D62A4E8}"/>
                  </a:ext>
                </a:extLst>
              </p:cNvPr>
              <p:cNvSpPr/>
              <p:nvPr/>
            </p:nvSpPr>
            <p:spPr>
              <a:xfrm>
                <a:off x="1500716" y="503577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4" name="Oval 2623">
                <a:extLst>
                  <a:ext uri="{FF2B5EF4-FFF2-40B4-BE49-F238E27FC236}">
                    <a16:creationId xmlns:a16="http://schemas.microsoft.com/office/drawing/2014/main" id="{64534502-E3CE-2D64-F2F4-2E1E31CBEB68}"/>
                  </a:ext>
                </a:extLst>
              </p:cNvPr>
              <p:cNvSpPr/>
              <p:nvPr/>
            </p:nvSpPr>
            <p:spPr>
              <a:xfrm>
                <a:off x="1862030" y="4041494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5" name="Oval 2624">
                <a:extLst>
                  <a:ext uri="{FF2B5EF4-FFF2-40B4-BE49-F238E27FC236}">
                    <a16:creationId xmlns:a16="http://schemas.microsoft.com/office/drawing/2014/main" id="{7AC5FC5C-0BE4-3F21-BE05-924511C62636}"/>
                  </a:ext>
                </a:extLst>
              </p:cNvPr>
              <p:cNvSpPr/>
              <p:nvPr/>
            </p:nvSpPr>
            <p:spPr>
              <a:xfrm>
                <a:off x="711284" y="4020158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6" name="Oval 2625">
                <a:extLst>
                  <a:ext uri="{FF2B5EF4-FFF2-40B4-BE49-F238E27FC236}">
                    <a16:creationId xmlns:a16="http://schemas.microsoft.com/office/drawing/2014/main" id="{E7FBEB2A-B0EC-65C9-AC60-FE5720193BC0}"/>
                  </a:ext>
                </a:extLst>
              </p:cNvPr>
              <p:cNvSpPr/>
              <p:nvPr/>
            </p:nvSpPr>
            <p:spPr>
              <a:xfrm>
                <a:off x="1132543" y="4250282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7" name="Oval 2626">
                <a:extLst>
                  <a:ext uri="{FF2B5EF4-FFF2-40B4-BE49-F238E27FC236}">
                    <a16:creationId xmlns:a16="http://schemas.microsoft.com/office/drawing/2014/main" id="{6CF282B3-E934-83AD-FA46-2FD570C8BC3E}"/>
                  </a:ext>
                </a:extLst>
              </p:cNvPr>
              <p:cNvSpPr/>
              <p:nvPr/>
            </p:nvSpPr>
            <p:spPr>
              <a:xfrm>
                <a:off x="718650" y="4041367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8" name="Oval 2627">
                <a:extLst>
                  <a:ext uri="{FF2B5EF4-FFF2-40B4-BE49-F238E27FC236}">
                    <a16:creationId xmlns:a16="http://schemas.microsoft.com/office/drawing/2014/main" id="{9D86B4A5-645C-03AB-E303-D1B3A2807723}"/>
                  </a:ext>
                </a:extLst>
              </p:cNvPr>
              <p:cNvSpPr/>
              <p:nvPr/>
            </p:nvSpPr>
            <p:spPr>
              <a:xfrm>
                <a:off x="1112350" y="4162652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29" name="Oval 2628">
                <a:extLst>
                  <a:ext uri="{FF2B5EF4-FFF2-40B4-BE49-F238E27FC236}">
                    <a16:creationId xmlns:a16="http://schemas.microsoft.com/office/drawing/2014/main" id="{F52594C3-25D1-A1F0-7A51-45788A202E7D}"/>
                  </a:ext>
                </a:extLst>
              </p:cNvPr>
              <p:cNvSpPr/>
              <p:nvPr/>
            </p:nvSpPr>
            <p:spPr>
              <a:xfrm>
                <a:off x="2197565" y="3914875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0" name="Oval 2629">
                <a:extLst>
                  <a:ext uri="{FF2B5EF4-FFF2-40B4-BE49-F238E27FC236}">
                    <a16:creationId xmlns:a16="http://schemas.microsoft.com/office/drawing/2014/main" id="{AB01413E-9B21-5718-77E1-625FD7271C4C}"/>
                  </a:ext>
                </a:extLst>
              </p:cNvPr>
              <p:cNvSpPr/>
              <p:nvPr/>
            </p:nvSpPr>
            <p:spPr>
              <a:xfrm>
                <a:off x="2180420" y="391246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1" name="Oval 2630">
                <a:extLst>
                  <a:ext uri="{FF2B5EF4-FFF2-40B4-BE49-F238E27FC236}">
                    <a16:creationId xmlns:a16="http://schemas.microsoft.com/office/drawing/2014/main" id="{016087A9-A7AF-3468-0FF9-E4E2CC1806F0}"/>
                  </a:ext>
                </a:extLst>
              </p:cNvPr>
              <p:cNvSpPr/>
              <p:nvPr/>
            </p:nvSpPr>
            <p:spPr>
              <a:xfrm>
                <a:off x="2258652" y="3927194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2" name="Oval 2631">
                <a:extLst>
                  <a:ext uri="{FF2B5EF4-FFF2-40B4-BE49-F238E27FC236}">
                    <a16:creationId xmlns:a16="http://schemas.microsoft.com/office/drawing/2014/main" id="{BB4D4AD6-45B0-FBAA-D486-3B212FD4D398}"/>
                  </a:ext>
                </a:extLst>
              </p:cNvPr>
              <p:cNvSpPr/>
              <p:nvPr/>
            </p:nvSpPr>
            <p:spPr>
              <a:xfrm>
                <a:off x="2253064" y="3934814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3" name="Oval 2632">
                <a:extLst>
                  <a:ext uri="{FF2B5EF4-FFF2-40B4-BE49-F238E27FC236}">
                    <a16:creationId xmlns:a16="http://schemas.microsoft.com/office/drawing/2014/main" id="{C901A832-E465-3648-56C4-3832DDF9B41B}"/>
                  </a:ext>
                </a:extLst>
              </p:cNvPr>
              <p:cNvSpPr/>
              <p:nvPr/>
            </p:nvSpPr>
            <p:spPr>
              <a:xfrm>
                <a:off x="2207725" y="3919066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4" name="Oval 2633">
                <a:extLst>
                  <a:ext uri="{FF2B5EF4-FFF2-40B4-BE49-F238E27FC236}">
                    <a16:creationId xmlns:a16="http://schemas.microsoft.com/office/drawing/2014/main" id="{F61F63DF-32FC-AFE1-F420-868A7260AE45}"/>
                  </a:ext>
                </a:extLst>
              </p:cNvPr>
              <p:cNvSpPr/>
              <p:nvPr/>
            </p:nvSpPr>
            <p:spPr>
              <a:xfrm>
                <a:off x="690964" y="4082134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5" name="Oval 2634">
                <a:extLst>
                  <a:ext uri="{FF2B5EF4-FFF2-40B4-BE49-F238E27FC236}">
                    <a16:creationId xmlns:a16="http://schemas.microsoft.com/office/drawing/2014/main" id="{6CCE7CBB-825F-18C0-2D23-D3C711943E38}"/>
                  </a:ext>
                </a:extLst>
              </p:cNvPr>
              <p:cNvSpPr/>
              <p:nvPr/>
            </p:nvSpPr>
            <p:spPr>
              <a:xfrm>
                <a:off x="1122002" y="4086071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6" name="Oval 2635">
                <a:extLst>
                  <a:ext uri="{FF2B5EF4-FFF2-40B4-BE49-F238E27FC236}">
                    <a16:creationId xmlns:a16="http://schemas.microsoft.com/office/drawing/2014/main" id="{E7001415-AC76-72BA-947F-E9316521012A}"/>
                  </a:ext>
                </a:extLst>
              </p:cNvPr>
              <p:cNvSpPr/>
              <p:nvPr/>
            </p:nvSpPr>
            <p:spPr>
              <a:xfrm>
                <a:off x="2248873" y="3984090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7" name="Oval 2636">
                <a:extLst>
                  <a:ext uri="{FF2B5EF4-FFF2-40B4-BE49-F238E27FC236}">
                    <a16:creationId xmlns:a16="http://schemas.microsoft.com/office/drawing/2014/main" id="{CD96B0C7-D70A-B0AC-800E-20345178F654}"/>
                  </a:ext>
                </a:extLst>
              </p:cNvPr>
              <p:cNvSpPr/>
              <p:nvPr/>
            </p:nvSpPr>
            <p:spPr>
              <a:xfrm>
                <a:off x="1473665" y="5035777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8" name="Oval 2637">
                <a:extLst>
                  <a:ext uri="{FF2B5EF4-FFF2-40B4-BE49-F238E27FC236}">
                    <a16:creationId xmlns:a16="http://schemas.microsoft.com/office/drawing/2014/main" id="{6661400C-C9DD-ACA6-DE86-F9D3CB3453DD}"/>
                  </a:ext>
                </a:extLst>
              </p:cNvPr>
              <p:cNvSpPr/>
              <p:nvPr/>
            </p:nvSpPr>
            <p:spPr>
              <a:xfrm>
                <a:off x="1863047" y="3967326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39" name="Oval 2638">
                <a:extLst>
                  <a:ext uri="{FF2B5EF4-FFF2-40B4-BE49-F238E27FC236}">
                    <a16:creationId xmlns:a16="http://schemas.microsoft.com/office/drawing/2014/main" id="{0ADDB4C2-66CD-DEAD-16CC-7A0F5B2F91A6}"/>
                  </a:ext>
                </a:extLst>
              </p:cNvPr>
              <p:cNvSpPr/>
              <p:nvPr/>
            </p:nvSpPr>
            <p:spPr>
              <a:xfrm>
                <a:off x="705188" y="4044415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0" name="Oval 2639">
                <a:extLst>
                  <a:ext uri="{FF2B5EF4-FFF2-40B4-BE49-F238E27FC236}">
                    <a16:creationId xmlns:a16="http://schemas.microsoft.com/office/drawing/2014/main" id="{DD23A0B0-3309-BFC5-1597-1AE31628BD28}"/>
                  </a:ext>
                </a:extLst>
              </p:cNvPr>
              <p:cNvSpPr/>
              <p:nvPr/>
            </p:nvSpPr>
            <p:spPr>
              <a:xfrm>
                <a:off x="1108794" y="4087341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1" name="Oval 2640">
                <a:extLst>
                  <a:ext uri="{FF2B5EF4-FFF2-40B4-BE49-F238E27FC236}">
                    <a16:creationId xmlns:a16="http://schemas.microsoft.com/office/drawing/2014/main" id="{EE7D6A99-C40F-D809-671D-530A4A866008}"/>
                  </a:ext>
                </a:extLst>
              </p:cNvPr>
              <p:cNvSpPr/>
              <p:nvPr/>
            </p:nvSpPr>
            <p:spPr>
              <a:xfrm>
                <a:off x="773387" y="4032858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2" name="Oval 2641">
                <a:extLst>
                  <a:ext uri="{FF2B5EF4-FFF2-40B4-BE49-F238E27FC236}">
                    <a16:creationId xmlns:a16="http://schemas.microsoft.com/office/drawing/2014/main" id="{3CF6DEAF-50D3-3496-7F0A-472B0347BB52}"/>
                  </a:ext>
                </a:extLst>
              </p:cNvPr>
              <p:cNvSpPr/>
              <p:nvPr/>
            </p:nvSpPr>
            <p:spPr>
              <a:xfrm>
                <a:off x="1120224" y="4153635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3" name="Oval 2642">
                <a:extLst>
                  <a:ext uri="{FF2B5EF4-FFF2-40B4-BE49-F238E27FC236}">
                    <a16:creationId xmlns:a16="http://schemas.microsoft.com/office/drawing/2014/main" id="{E53AD320-D6C6-A68F-D22A-CD1D49FCE08C}"/>
                  </a:ext>
                </a:extLst>
              </p:cNvPr>
              <p:cNvSpPr/>
              <p:nvPr/>
            </p:nvSpPr>
            <p:spPr>
              <a:xfrm>
                <a:off x="2645875" y="394167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4" name="Oval 2643">
                <a:extLst>
                  <a:ext uri="{FF2B5EF4-FFF2-40B4-BE49-F238E27FC236}">
                    <a16:creationId xmlns:a16="http://schemas.microsoft.com/office/drawing/2014/main" id="{9A9239EF-E971-ADCB-E16C-D0A4977AA41A}"/>
                  </a:ext>
                </a:extLst>
              </p:cNvPr>
              <p:cNvSpPr/>
              <p:nvPr/>
            </p:nvSpPr>
            <p:spPr>
              <a:xfrm>
                <a:off x="746717" y="3981169"/>
                <a:ext cx="63246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5" name="Oval 2644">
                <a:extLst>
                  <a:ext uri="{FF2B5EF4-FFF2-40B4-BE49-F238E27FC236}">
                    <a16:creationId xmlns:a16="http://schemas.microsoft.com/office/drawing/2014/main" id="{65AD8330-834F-B96A-8C68-CC965CC9678E}"/>
                  </a:ext>
                </a:extLst>
              </p:cNvPr>
              <p:cNvSpPr/>
              <p:nvPr/>
            </p:nvSpPr>
            <p:spPr>
              <a:xfrm>
                <a:off x="1082759" y="4186274"/>
                <a:ext cx="63245" cy="63246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6" name="Oval 2645">
                <a:extLst>
                  <a:ext uri="{FF2B5EF4-FFF2-40B4-BE49-F238E27FC236}">
                    <a16:creationId xmlns:a16="http://schemas.microsoft.com/office/drawing/2014/main" id="{C6AC517C-8C51-821E-B012-C51B99CB9088}"/>
                  </a:ext>
                </a:extLst>
              </p:cNvPr>
              <p:cNvSpPr/>
              <p:nvPr/>
            </p:nvSpPr>
            <p:spPr>
              <a:xfrm>
                <a:off x="681312" y="4017872"/>
                <a:ext cx="63246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7" name="Oval 2646">
                <a:extLst>
                  <a:ext uri="{FF2B5EF4-FFF2-40B4-BE49-F238E27FC236}">
                    <a16:creationId xmlns:a16="http://schemas.microsoft.com/office/drawing/2014/main" id="{67A8F34E-C57D-C2DC-5D8F-5DC3DB7C0ADB}"/>
                  </a:ext>
                </a:extLst>
              </p:cNvPr>
              <p:cNvSpPr/>
              <p:nvPr/>
            </p:nvSpPr>
            <p:spPr>
              <a:xfrm>
                <a:off x="1063074" y="4029048"/>
                <a:ext cx="63245" cy="63245"/>
              </a:xfrm>
              <a:prstGeom prst="ellipse">
                <a:avLst/>
              </a:pr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8" name="Freeform 2647">
                <a:extLst>
                  <a:ext uri="{FF2B5EF4-FFF2-40B4-BE49-F238E27FC236}">
                    <a16:creationId xmlns:a16="http://schemas.microsoft.com/office/drawing/2014/main" id="{B4655FA3-A368-B0A1-8BC6-97BAED78DA85}"/>
                  </a:ext>
                </a:extLst>
              </p:cNvPr>
              <p:cNvSpPr/>
              <p:nvPr/>
            </p:nvSpPr>
            <p:spPr>
              <a:xfrm>
                <a:off x="593301" y="4063083"/>
                <a:ext cx="336041" cy="12700"/>
              </a:xfrm>
              <a:custGeom>
                <a:avLst/>
                <a:gdLst>
                  <a:gd name="csX0" fmla="*/ 0 w 336041"/>
                  <a:gd name="csY0" fmla="*/ 0 h 12700"/>
                  <a:gd name="csX1" fmla="*/ 0 w 336041"/>
                  <a:gd name="csY1" fmla="*/ 0 h 12700"/>
                  <a:gd name="csX2" fmla="*/ 336042 w 336041"/>
                  <a:gd name="csY2" fmla="*/ 0 h 12700"/>
                  <a:gd name="csX3" fmla="*/ 336042 w 336041"/>
                  <a:gd name="csY3" fmla="*/ 0 h 12700"/>
                  <a:gd name="csX4" fmla="*/ 0 w 336041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1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49" name="Freeform 2648">
                <a:extLst>
                  <a:ext uri="{FF2B5EF4-FFF2-40B4-BE49-F238E27FC236}">
                    <a16:creationId xmlns:a16="http://schemas.microsoft.com/office/drawing/2014/main" id="{FEA53D53-32E4-59A4-D044-3D8348324626}"/>
                  </a:ext>
                </a:extLst>
              </p:cNvPr>
              <p:cNvSpPr/>
              <p:nvPr/>
            </p:nvSpPr>
            <p:spPr>
              <a:xfrm>
                <a:off x="966680" y="4168113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0 w 336042"/>
                  <a:gd name="csY1" fmla="*/ 0 h 12700"/>
                  <a:gd name="csX2" fmla="*/ 336042 w 336042"/>
                  <a:gd name="csY2" fmla="*/ 0 h 12700"/>
                  <a:gd name="csX3" fmla="*/ 336042 w 336042"/>
                  <a:gd name="csY3" fmla="*/ 0 h 12700"/>
                  <a:gd name="csX4" fmla="*/ 0 w 336042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0" name="Freeform 2649">
                <a:extLst>
                  <a:ext uri="{FF2B5EF4-FFF2-40B4-BE49-F238E27FC236}">
                    <a16:creationId xmlns:a16="http://schemas.microsoft.com/office/drawing/2014/main" id="{289CD768-3104-0AFA-F7BE-8ACEE3D6C55E}"/>
                  </a:ext>
                </a:extLst>
              </p:cNvPr>
              <p:cNvSpPr/>
              <p:nvPr/>
            </p:nvSpPr>
            <p:spPr>
              <a:xfrm>
                <a:off x="1340060" y="5067399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0 w 336042"/>
                  <a:gd name="csY1" fmla="*/ 0 h 12700"/>
                  <a:gd name="csX2" fmla="*/ 336042 w 336042"/>
                  <a:gd name="csY2" fmla="*/ 0 h 12700"/>
                  <a:gd name="csX3" fmla="*/ 336042 w 336042"/>
                  <a:gd name="csY3" fmla="*/ 0 h 12700"/>
                  <a:gd name="csX4" fmla="*/ 0 w 336042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1" name="Freeform 2650">
                <a:extLst>
                  <a:ext uri="{FF2B5EF4-FFF2-40B4-BE49-F238E27FC236}">
                    <a16:creationId xmlns:a16="http://schemas.microsoft.com/office/drawing/2014/main" id="{B1F4D279-3833-1B65-9302-1CED3F2F6191}"/>
                  </a:ext>
                </a:extLst>
              </p:cNvPr>
              <p:cNvSpPr/>
              <p:nvPr/>
            </p:nvSpPr>
            <p:spPr>
              <a:xfrm>
                <a:off x="1713440" y="4036033"/>
                <a:ext cx="336041" cy="12700"/>
              </a:xfrm>
              <a:custGeom>
                <a:avLst/>
                <a:gdLst>
                  <a:gd name="csX0" fmla="*/ 0 w 336041"/>
                  <a:gd name="csY0" fmla="*/ 0 h 12700"/>
                  <a:gd name="csX1" fmla="*/ 0 w 336041"/>
                  <a:gd name="csY1" fmla="*/ 0 h 12700"/>
                  <a:gd name="csX2" fmla="*/ 336042 w 336041"/>
                  <a:gd name="csY2" fmla="*/ 0 h 12700"/>
                  <a:gd name="csX3" fmla="*/ 336042 w 336041"/>
                  <a:gd name="csY3" fmla="*/ 0 h 12700"/>
                  <a:gd name="csX4" fmla="*/ 0 w 336041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1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2" name="Freeform 2651">
                <a:extLst>
                  <a:ext uri="{FF2B5EF4-FFF2-40B4-BE49-F238E27FC236}">
                    <a16:creationId xmlns:a16="http://schemas.microsoft.com/office/drawing/2014/main" id="{FECD20F8-78D3-C075-207A-E60942309580}"/>
                  </a:ext>
                </a:extLst>
              </p:cNvPr>
              <p:cNvSpPr/>
              <p:nvPr/>
            </p:nvSpPr>
            <p:spPr>
              <a:xfrm>
                <a:off x="2086821" y="3963769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0 w 336042"/>
                  <a:gd name="csY1" fmla="*/ 0 h 12700"/>
                  <a:gd name="csX2" fmla="*/ 336042 w 336042"/>
                  <a:gd name="csY2" fmla="*/ 0 h 12700"/>
                  <a:gd name="csX3" fmla="*/ 336042 w 336042"/>
                  <a:gd name="csY3" fmla="*/ 0 h 12700"/>
                  <a:gd name="csX4" fmla="*/ 0 w 336042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3" name="Freeform 2652">
                <a:extLst>
                  <a:ext uri="{FF2B5EF4-FFF2-40B4-BE49-F238E27FC236}">
                    <a16:creationId xmlns:a16="http://schemas.microsoft.com/office/drawing/2014/main" id="{F5F2A0A6-01D0-DFD2-D219-AE8BAD204B17}"/>
                  </a:ext>
                </a:extLst>
              </p:cNvPr>
              <p:cNvSpPr/>
              <p:nvPr/>
            </p:nvSpPr>
            <p:spPr>
              <a:xfrm>
                <a:off x="2460200" y="3973294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0 w 336042"/>
                  <a:gd name="csY1" fmla="*/ 0 h 12700"/>
                  <a:gd name="csX2" fmla="*/ 336042 w 336042"/>
                  <a:gd name="csY2" fmla="*/ 0 h 12700"/>
                  <a:gd name="csX3" fmla="*/ 336042 w 336042"/>
                  <a:gd name="csY3" fmla="*/ 0 h 12700"/>
                  <a:gd name="csX4" fmla="*/ 0 w 336042"/>
                  <a:gd name="csY4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0" y="0"/>
                    </a:lnTo>
                    <a:lnTo>
                      <a:pt x="336042" y="0"/>
                    </a:lnTo>
                    <a:lnTo>
                      <a:pt x="336042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4" name="Freeform 2653">
                <a:extLst>
                  <a:ext uri="{FF2B5EF4-FFF2-40B4-BE49-F238E27FC236}">
                    <a16:creationId xmlns:a16="http://schemas.microsoft.com/office/drawing/2014/main" id="{3AC12BE0-DBC6-35B6-8BDD-F1860A41F038}"/>
                  </a:ext>
                </a:extLst>
              </p:cNvPr>
              <p:cNvSpPr/>
              <p:nvPr/>
            </p:nvSpPr>
            <p:spPr>
              <a:xfrm>
                <a:off x="593301" y="4063084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336042 w 3360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5" name="Freeform 2654">
                <a:extLst>
                  <a:ext uri="{FF2B5EF4-FFF2-40B4-BE49-F238E27FC236}">
                    <a16:creationId xmlns:a16="http://schemas.microsoft.com/office/drawing/2014/main" id="{FCFB2CE6-A363-65D5-282B-A5C0E35B5698}"/>
                  </a:ext>
                </a:extLst>
              </p:cNvPr>
              <p:cNvSpPr/>
              <p:nvPr/>
            </p:nvSpPr>
            <p:spPr>
              <a:xfrm>
                <a:off x="966681" y="4168113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336042 w 3360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6" name="Freeform 2655">
                <a:extLst>
                  <a:ext uri="{FF2B5EF4-FFF2-40B4-BE49-F238E27FC236}">
                    <a16:creationId xmlns:a16="http://schemas.microsoft.com/office/drawing/2014/main" id="{14AA6AFF-E6A9-8A54-BC3F-77D8F2832E96}"/>
                  </a:ext>
                </a:extLst>
              </p:cNvPr>
              <p:cNvSpPr/>
              <p:nvPr/>
            </p:nvSpPr>
            <p:spPr>
              <a:xfrm>
                <a:off x="1340061" y="5067400"/>
                <a:ext cx="336041" cy="12700"/>
              </a:xfrm>
              <a:custGeom>
                <a:avLst/>
                <a:gdLst>
                  <a:gd name="csX0" fmla="*/ 0 w 336041"/>
                  <a:gd name="csY0" fmla="*/ 0 h 12700"/>
                  <a:gd name="csX1" fmla="*/ 336042 w 336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1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7" name="Freeform 2656">
                <a:extLst>
                  <a:ext uri="{FF2B5EF4-FFF2-40B4-BE49-F238E27FC236}">
                    <a16:creationId xmlns:a16="http://schemas.microsoft.com/office/drawing/2014/main" id="{7CED8897-FC1E-C2BA-BD68-B199973BD697}"/>
                  </a:ext>
                </a:extLst>
              </p:cNvPr>
              <p:cNvSpPr/>
              <p:nvPr/>
            </p:nvSpPr>
            <p:spPr>
              <a:xfrm>
                <a:off x="1713441" y="4036033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336042 w 3360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8" name="Freeform 2657">
                <a:extLst>
                  <a:ext uri="{FF2B5EF4-FFF2-40B4-BE49-F238E27FC236}">
                    <a16:creationId xmlns:a16="http://schemas.microsoft.com/office/drawing/2014/main" id="{28DEE1B0-C883-3732-8498-2886CADA00B4}"/>
                  </a:ext>
                </a:extLst>
              </p:cNvPr>
              <p:cNvSpPr/>
              <p:nvPr/>
            </p:nvSpPr>
            <p:spPr>
              <a:xfrm>
                <a:off x="2086821" y="3963770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336042 w 3360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59" name="Freeform 2658">
                <a:extLst>
                  <a:ext uri="{FF2B5EF4-FFF2-40B4-BE49-F238E27FC236}">
                    <a16:creationId xmlns:a16="http://schemas.microsoft.com/office/drawing/2014/main" id="{3F098D38-958C-9A42-617E-2444B49778C6}"/>
                  </a:ext>
                </a:extLst>
              </p:cNvPr>
              <p:cNvSpPr/>
              <p:nvPr/>
            </p:nvSpPr>
            <p:spPr>
              <a:xfrm>
                <a:off x="2460201" y="3973295"/>
                <a:ext cx="336042" cy="12700"/>
              </a:xfrm>
              <a:custGeom>
                <a:avLst/>
                <a:gdLst>
                  <a:gd name="csX0" fmla="*/ 0 w 336042"/>
                  <a:gd name="csY0" fmla="*/ 0 h 12700"/>
                  <a:gd name="csX1" fmla="*/ 336042 w 3360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36042" h="12700">
                    <a:moveTo>
                      <a:pt x="0" y="0"/>
                    </a:moveTo>
                    <a:lnTo>
                      <a:pt x="336042" y="0"/>
                    </a:lnTo>
                  </a:path>
                </a:pathLst>
              </a:custGeom>
              <a:ln w="339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0" name="Freeform 2659">
                <a:extLst>
                  <a:ext uri="{FF2B5EF4-FFF2-40B4-BE49-F238E27FC236}">
                    <a16:creationId xmlns:a16="http://schemas.microsoft.com/office/drawing/2014/main" id="{AFEC3F77-55AB-B90D-3CD3-70A904FF514E}"/>
                  </a:ext>
                </a:extLst>
              </p:cNvPr>
              <p:cNvSpPr/>
              <p:nvPr/>
            </p:nvSpPr>
            <p:spPr>
              <a:xfrm>
                <a:off x="686646" y="4051399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1" name="Freeform 2660">
                <a:extLst>
                  <a:ext uri="{FF2B5EF4-FFF2-40B4-BE49-F238E27FC236}">
                    <a16:creationId xmlns:a16="http://schemas.microsoft.com/office/drawing/2014/main" id="{38350279-1F0A-62FA-DB67-196044FC9900}"/>
                  </a:ext>
                </a:extLst>
              </p:cNvPr>
              <p:cNvSpPr/>
              <p:nvPr/>
            </p:nvSpPr>
            <p:spPr>
              <a:xfrm>
                <a:off x="761322" y="4051399"/>
                <a:ext cx="12700" cy="23240"/>
              </a:xfrm>
              <a:custGeom>
                <a:avLst/>
                <a:gdLst>
                  <a:gd name="csX0" fmla="*/ 0 w 12700"/>
                  <a:gd name="csY0" fmla="*/ 0 h 23240"/>
                  <a:gd name="csX1" fmla="*/ 0 w 12700"/>
                  <a:gd name="csY1" fmla="*/ 23241 h 232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3240">
                    <a:moveTo>
                      <a:pt x="0" y="0"/>
                    </a:moveTo>
                    <a:lnTo>
                      <a:pt x="0" y="2324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2" name="Freeform 2661">
                <a:extLst>
                  <a:ext uri="{FF2B5EF4-FFF2-40B4-BE49-F238E27FC236}">
                    <a16:creationId xmlns:a16="http://schemas.microsoft.com/office/drawing/2014/main" id="{1D82CEA4-718D-6DE9-0219-B4A50F527A9B}"/>
                  </a:ext>
                </a:extLst>
              </p:cNvPr>
              <p:cNvSpPr/>
              <p:nvPr/>
            </p:nvSpPr>
            <p:spPr>
              <a:xfrm>
                <a:off x="686646" y="4074640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3" name="Freeform 2662">
                <a:extLst>
                  <a:ext uri="{FF2B5EF4-FFF2-40B4-BE49-F238E27FC236}">
                    <a16:creationId xmlns:a16="http://schemas.microsoft.com/office/drawing/2014/main" id="{0C7C70C0-056C-D240-9FFB-0CF66606ED59}"/>
                  </a:ext>
                </a:extLst>
              </p:cNvPr>
              <p:cNvSpPr/>
              <p:nvPr/>
            </p:nvSpPr>
            <p:spPr>
              <a:xfrm>
                <a:off x="1060026" y="4140173"/>
                <a:ext cx="149352" cy="12700"/>
              </a:xfrm>
              <a:custGeom>
                <a:avLst/>
                <a:gdLst>
                  <a:gd name="csX0" fmla="*/ 0 w 149352"/>
                  <a:gd name="csY0" fmla="*/ 0 h 12700"/>
                  <a:gd name="csX1" fmla="*/ 149352 w 14935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2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4" name="Freeform 2663">
                <a:extLst>
                  <a:ext uri="{FF2B5EF4-FFF2-40B4-BE49-F238E27FC236}">
                    <a16:creationId xmlns:a16="http://schemas.microsoft.com/office/drawing/2014/main" id="{299175D5-6C7A-1264-71F5-A008756EBABB}"/>
                  </a:ext>
                </a:extLst>
              </p:cNvPr>
              <p:cNvSpPr/>
              <p:nvPr/>
            </p:nvSpPr>
            <p:spPr>
              <a:xfrm>
                <a:off x="1134701" y="4140173"/>
                <a:ext cx="12700" cy="55879"/>
              </a:xfrm>
              <a:custGeom>
                <a:avLst/>
                <a:gdLst>
                  <a:gd name="csX0" fmla="*/ 0 w 12700"/>
                  <a:gd name="csY0" fmla="*/ 0 h 55879"/>
                  <a:gd name="csX1" fmla="*/ 0 w 12700"/>
                  <a:gd name="csY1" fmla="*/ 55880 h 558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5879">
                    <a:moveTo>
                      <a:pt x="0" y="0"/>
                    </a:moveTo>
                    <a:lnTo>
                      <a:pt x="0" y="5588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5" name="Freeform 2664">
                <a:extLst>
                  <a:ext uri="{FF2B5EF4-FFF2-40B4-BE49-F238E27FC236}">
                    <a16:creationId xmlns:a16="http://schemas.microsoft.com/office/drawing/2014/main" id="{7E16DA87-0883-7C66-25F9-5266529393A5}"/>
                  </a:ext>
                </a:extLst>
              </p:cNvPr>
              <p:cNvSpPr/>
              <p:nvPr/>
            </p:nvSpPr>
            <p:spPr>
              <a:xfrm>
                <a:off x="1060026" y="4196052"/>
                <a:ext cx="149352" cy="12700"/>
              </a:xfrm>
              <a:custGeom>
                <a:avLst/>
                <a:gdLst>
                  <a:gd name="csX0" fmla="*/ 0 w 149352"/>
                  <a:gd name="csY0" fmla="*/ 0 h 12700"/>
                  <a:gd name="csX1" fmla="*/ 149352 w 14935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2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6" name="Freeform 2665">
                <a:extLst>
                  <a:ext uri="{FF2B5EF4-FFF2-40B4-BE49-F238E27FC236}">
                    <a16:creationId xmlns:a16="http://schemas.microsoft.com/office/drawing/2014/main" id="{DA5A59C5-8646-9EB5-9BBD-3154A0CD2F53}"/>
                  </a:ext>
                </a:extLst>
              </p:cNvPr>
              <p:cNvSpPr/>
              <p:nvPr/>
            </p:nvSpPr>
            <p:spPr>
              <a:xfrm>
                <a:off x="1433406" y="5067399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7" name="Freeform 2666">
                <a:extLst>
                  <a:ext uri="{FF2B5EF4-FFF2-40B4-BE49-F238E27FC236}">
                    <a16:creationId xmlns:a16="http://schemas.microsoft.com/office/drawing/2014/main" id="{DE98680F-D73F-4084-1779-B9EC1DBF063D}"/>
                  </a:ext>
                </a:extLst>
              </p:cNvPr>
              <p:cNvSpPr/>
              <p:nvPr/>
            </p:nvSpPr>
            <p:spPr>
              <a:xfrm>
                <a:off x="1508082" y="5067399"/>
                <a:ext cx="12700" cy="12700"/>
              </a:xfrm>
              <a:custGeom>
                <a:avLst/>
                <a:gdLst>
                  <a:gd name="csX0" fmla="*/ 0 w 12700"/>
                  <a:gd name="csY0" fmla="*/ 0 h 12700"/>
                  <a:gd name="csX1" fmla="*/ 0 w 1270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2700">
                    <a:moveTo>
                      <a:pt x="0" y="0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8" name="Freeform 2667">
                <a:extLst>
                  <a:ext uri="{FF2B5EF4-FFF2-40B4-BE49-F238E27FC236}">
                    <a16:creationId xmlns:a16="http://schemas.microsoft.com/office/drawing/2014/main" id="{F9FC90CC-9BBC-914F-6C79-418B4887CF55}"/>
                  </a:ext>
                </a:extLst>
              </p:cNvPr>
              <p:cNvSpPr/>
              <p:nvPr/>
            </p:nvSpPr>
            <p:spPr>
              <a:xfrm>
                <a:off x="1433406" y="5067399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69" name="Freeform 2668">
                <a:extLst>
                  <a:ext uri="{FF2B5EF4-FFF2-40B4-BE49-F238E27FC236}">
                    <a16:creationId xmlns:a16="http://schemas.microsoft.com/office/drawing/2014/main" id="{4CB83961-1A77-5C97-5152-25B940E60B7D}"/>
                  </a:ext>
                </a:extLst>
              </p:cNvPr>
              <p:cNvSpPr/>
              <p:nvPr/>
            </p:nvSpPr>
            <p:spPr>
              <a:xfrm>
                <a:off x="1806785" y="3998949"/>
                <a:ext cx="149352" cy="12700"/>
              </a:xfrm>
              <a:custGeom>
                <a:avLst/>
                <a:gdLst>
                  <a:gd name="csX0" fmla="*/ 0 w 149352"/>
                  <a:gd name="csY0" fmla="*/ 0 h 12700"/>
                  <a:gd name="csX1" fmla="*/ 149352 w 14935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2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0" name="Freeform 2669">
                <a:extLst>
                  <a:ext uri="{FF2B5EF4-FFF2-40B4-BE49-F238E27FC236}">
                    <a16:creationId xmlns:a16="http://schemas.microsoft.com/office/drawing/2014/main" id="{29DD9746-4342-6A70-9E3A-0DFD629E1FD9}"/>
                  </a:ext>
                </a:extLst>
              </p:cNvPr>
              <p:cNvSpPr/>
              <p:nvPr/>
            </p:nvSpPr>
            <p:spPr>
              <a:xfrm>
                <a:off x="1881462" y="3998949"/>
                <a:ext cx="12700" cy="74168"/>
              </a:xfrm>
              <a:custGeom>
                <a:avLst/>
                <a:gdLst>
                  <a:gd name="csX0" fmla="*/ 0 w 12700"/>
                  <a:gd name="csY0" fmla="*/ 0 h 74168"/>
                  <a:gd name="csX1" fmla="*/ 0 w 12700"/>
                  <a:gd name="csY1" fmla="*/ 74168 h 741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4168">
                    <a:moveTo>
                      <a:pt x="0" y="0"/>
                    </a:moveTo>
                    <a:lnTo>
                      <a:pt x="0" y="7416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1" name="Freeform 2670">
                <a:extLst>
                  <a:ext uri="{FF2B5EF4-FFF2-40B4-BE49-F238E27FC236}">
                    <a16:creationId xmlns:a16="http://schemas.microsoft.com/office/drawing/2014/main" id="{FB209C3B-A3CA-DA58-7B31-7E0488FD46F4}"/>
                  </a:ext>
                </a:extLst>
              </p:cNvPr>
              <p:cNvSpPr/>
              <p:nvPr/>
            </p:nvSpPr>
            <p:spPr>
              <a:xfrm>
                <a:off x="1806785" y="4073117"/>
                <a:ext cx="149352" cy="12700"/>
              </a:xfrm>
              <a:custGeom>
                <a:avLst/>
                <a:gdLst>
                  <a:gd name="csX0" fmla="*/ 0 w 149352"/>
                  <a:gd name="csY0" fmla="*/ 0 h 12700"/>
                  <a:gd name="csX1" fmla="*/ 149352 w 14935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2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2" name="Freeform 2671">
                <a:extLst>
                  <a:ext uri="{FF2B5EF4-FFF2-40B4-BE49-F238E27FC236}">
                    <a16:creationId xmlns:a16="http://schemas.microsoft.com/office/drawing/2014/main" id="{F81729E7-A3DD-4ADE-AB38-7B9FE3C3FA25}"/>
                  </a:ext>
                </a:extLst>
              </p:cNvPr>
              <p:cNvSpPr/>
              <p:nvPr/>
            </p:nvSpPr>
            <p:spPr>
              <a:xfrm>
                <a:off x="2180166" y="3952847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3" name="Freeform 2672">
                <a:extLst>
                  <a:ext uri="{FF2B5EF4-FFF2-40B4-BE49-F238E27FC236}">
                    <a16:creationId xmlns:a16="http://schemas.microsoft.com/office/drawing/2014/main" id="{4F5EF1E2-9810-FF78-3E07-16F4AECB31F1}"/>
                  </a:ext>
                </a:extLst>
              </p:cNvPr>
              <p:cNvSpPr/>
              <p:nvPr/>
            </p:nvSpPr>
            <p:spPr>
              <a:xfrm>
                <a:off x="2254841" y="3952847"/>
                <a:ext cx="12700" cy="21844"/>
              </a:xfrm>
              <a:custGeom>
                <a:avLst/>
                <a:gdLst>
                  <a:gd name="csX0" fmla="*/ 0 w 12700"/>
                  <a:gd name="csY0" fmla="*/ 0 h 21844"/>
                  <a:gd name="csX1" fmla="*/ 0 w 12700"/>
                  <a:gd name="csY1" fmla="*/ 21844 h 218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1844">
                    <a:moveTo>
                      <a:pt x="0" y="0"/>
                    </a:moveTo>
                    <a:lnTo>
                      <a:pt x="0" y="2184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4" name="Freeform 2673">
                <a:extLst>
                  <a:ext uri="{FF2B5EF4-FFF2-40B4-BE49-F238E27FC236}">
                    <a16:creationId xmlns:a16="http://schemas.microsoft.com/office/drawing/2014/main" id="{E2A7DC7B-C38D-D1D8-FE54-ABF93743C500}"/>
                  </a:ext>
                </a:extLst>
              </p:cNvPr>
              <p:cNvSpPr/>
              <p:nvPr/>
            </p:nvSpPr>
            <p:spPr>
              <a:xfrm>
                <a:off x="2180166" y="3974692"/>
                <a:ext cx="149351" cy="12700"/>
              </a:xfrm>
              <a:custGeom>
                <a:avLst/>
                <a:gdLst>
                  <a:gd name="csX0" fmla="*/ 0 w 149351"/>
                  <a:gd name="csY0" fmla="*/ 0 h 12700"/>
                  <a:gd name="csX1" fmla="*/ 149352 w 14935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9351" h="12700">
                    <a:moveTo>
                      <a:pt x="0" y="0"/>
                    </a:moveTo>
                    <a:lnTo>
                      <a:pt x="149352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800"/>
              </a:p>
            </p:txBody>
          </p:sp>
          <p:sp>
            <p:nvSpPr>
              <p:cNvPr id="2675" name="TextBox 2674">
                <a:extLst>
                  <a:ext uri="{FF2B5EF4-FFF2-40B4-BE49-F238E27FC236}">
                    <a16:creationId xmlns:a16="http://schemas.microsoft.com/office/drawing/2014/main" id="{7E5B2D15-64B2-8FB0-F217-9B649C70050C}"/>
                  </a:ext>
                </a:extLst>
              </p:cNvPr>
              <p:cNvSpPr txBox="1"/>
              <p:nvPr/>
            </p:nvSpPr>
            <p:spPr>
              <a:xfrm>
                <a:off x="1304340" y="3709541"/>
                <a:ext cx="40748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a   </a:t>
                </a:r>
              </a:p>
            </p:txBody>
          </p:sp>
          <p:sp>
            <p:nvSpPr>
              <p:cNvPr id="2676" name="TextBox 2675">
                <a:extLst>
                  <a:ext uri="{FF2B5EF4-FFF2-40B4-BE49-F238E27FC236}">
                    <a16:creationId xmlns:a16="http://schemas.microsoft.com/office/drawing/2014/main" id="{041C9B12-16F4-8200-4713-7BEAA4014BB4}"/>
                  </a:ext>
                </a:extLst>
              </p:cNvPr>
              <p:cNvSpPr txBox="1"/>
              <p:nvPr/>
            </p:nvSpPr>
            <p:spPr>
              <a:xfrm>
                <a:off x="930960" y="3709541"/>
                <a:ext cx="40748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b  </a:t>
                </a:r>
              </a:p>
            </p:txBody>
          </p:sp>
          <p:sp>
            <p:nvSpPr>
              <p:cNvPr id="2677" name="TextBox 2676">
                <a:extLst>
                  <a:ext uri="{FF2B5EF4-FFF2-40B4-BE49-F238E27FC236}">
                    <a16:creationId xmlns:a16="http://schemas.microsoft.com/office/drawing/2014/main" id="{0569947C-5D16-75A0-24AB-0D7EC4BC0A04}"/>
                  </a:ext>
                </a:extLst>
              </p:cNvPr>
              <p:cNvSpPr txBox="1"/>
              <p:nvPr/>
            </p:nvSpPr>
            <p:spPr>
              <a:xfrm>
                <a:off x="561588" y="3709541"/>
                <a:ext cx="399468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 </a:t>
                </a:r>
              </a:p>
            </p:txBody>
          </p:sp>
          <p:sp>
            <p:nvSpPr>
              <p:cNvPr id="2678" name="TextBox 2677">
                <a:extLst>
                  <a:ext uri="{FF2B5EF4-FFF2-40B4-BE49-F238E27FC236}">
                    <a16:creationId xmlns:a16="http://schemas.microsoft.com/office/drawing/2014/main" id="{4D68453C-3B9C-E294-0004-F7DBCA8FC156}"/>
                  </a:ext>
                </a:extLst>
              </p:cNvPr>
              <p:cNvSpPr txBox="1"/>
              <p:nvPr/>
            </p:nvSpPr>
            <p:spPr>
              <a:xfrm>
                <a:off x="1662492" y="3709541"/>
                <a:ext cx="437941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cd</a:t>
                </a:r>
              </a:p>
            </p:txBody>
          </p:sp>
          <p:sp>
            <p:nvSpPr>
              <p:cNvPr id="2679" name="TextBox 2678">
                <a:extLst>
                  <a:ext uri="{FF2B5EF4-FFF2-40B4-BE49-F238E27FC236}">
                    <a16:creationId xmlns:a16="http://schemas.microsoft.com/office/drawing/2014/main" id="{BC22A480-4010-998B-01C9-B330F2376E79}"/>
                  </a:ext>
                </a:extLst>
              </p:cNvPr>
              <p:cNvSpPr txBox="1"/>
              <p:nvPr/>
            </p:nvSpPr>
            <p:spPr>
              <a:xfrm>
                <a:off x="2409252" y="3709541"/>
                <a:ext cx="437941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cd</a:t>
                </a:r>
              </a:p>
            </p:txBody>
          </p:sp>
          <p:sp>
            <p:nvSpPr>
              <p:cNvPr id="2680" name="TextBox 2679">
                <a:extLst>
                  <a:ext uri="{FF2B5EF4-FFF2-40B4-BE49-F238E27FC236}">
                    <a16:creationId xmlns:a16="http://schemas.microsoft.com/office/drawing/2014/main" id="{25B8470B-4E39-58E8-7516-DEE797CE9B28}"/>
                  </a:ext>
                </a:extLst>
              </p:cNvPr>
              <p:cNvSpPr txBox="1"/>
              <p:nvPr/>
            </p:nvSpPr>
            <p:spPr>
              <a:xfrm>
                <a:off x="2051100" y="3709541"/>
                <a:ext cx="40748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   d</a:t>
                </a:r>
              </a:p>
            </p:txBody>
          </p:sp>
        </p:grpSp>
        <p:grpSp>
          <p:nvGrpSpPr>
            <p:cNvPr id="2681" name="Graphic 2603">
              <a:extLst>
                <a:ext uri="{FF2B5EF4-FFF2-40B4-BE49-F238E27FC236}">
                  <a16:creationId xmlns:a16="http://schemas.microsoft.com/office/drawing/2014/main" id="{E44F20B3-5512-CB8D-AE65-A3D0ED8CB4A9}"/>
                </a:ext>
              </a:extLst>
            </p:cNvPr>
            <p:cNvGrpSpPr/>
            <p:nvPr/>
          </p:nvGrpSpPr>
          <p:grpSpPr>
            <a:xfrm>
              <a:off x="172930" y="3475561"/>
              <a:ext cx="2647813" cy="2036280"/>
              <a:chOff x="172930" y="3475561"/>
              <a:chExt cx="2647813" cy="2036280"/>
            </a:xfrm>
          </p:grpSpPr>
          <p:sp>
            <p:nvSpPr>
              <p:cNvPr id="2682" name="TextBox 2681">
                <a:extLst>
                  <a:ext uri="{FF2B5EF4-FFF2-40B4-BE49-F238E27FC236}">
                    <a16:creationId xmlns:a16="http://schemas.microsoft.com/office/drawing/2014/main" id="{5FD48516-2159-AF6E-A779-BF90D693AF08}"/>
                  </a:ext>
                </a:extLst>
              </p:cNvPr>
              <p:cNvSpPr txBox="1"/>
              <p:nvPr/>
            </p:nvSpPr>
            <p:spPr>
              <a:xfrm>
                <a:off x="316005" y="4960511"/>
                <a:ext cx="25519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683" name="TextBox 2682">
                <a:extLst>
                  <a:ext uri="{FF2B5EF4-FFF2-40B4-BE49-F238E27FC236}">
                    <a16:creationId xmlns:a16="http://schemas.microsoft.com/office/drawing/2014/main" id="{E73C8995-CE01-8B1C-979C-B7CA65C9B5A7}"/>
                  </a:ext>
                </a:extLst>
              </p:cNvPr>
              <p:cNvSpPr txBox="1"/>
              <p:nvPr/>
            </p:nvSpPr>
            <p:spPr>
              <a:xfrm>
                <a:off x="316005" y="4630057"/>
                <a:ext cx="25519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  <p:sp>
            <p:nvSpPr>
              <p:cNvPr id="2684" name="TextBox 2683">
                <a:extLst>
                  <a:ext uri="{FF2B5EF4-FFF2-40B4-BE49-F238E27FC236}">
                    <a16:creationId xmlns:a16="http://schemas.microsoft.com/office/drawing/2014/main" id="{D1971B16-4C5E-73A5-96DD-0EF0AE94A496}"/>
                  </a:ext>
                </a:extLst>
              </p:cNvPr>
              <p:cNvSpPr txBox="1"/>
              <p:nvPr/>
            </p:nvSpPr>
            <p:spPr>
              <a:xfrm>
                <a:off x="316005" y="4299603"/>
                <a:ext cx="25519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</a:t>
                </a:r>
              </a:p>
            </p:txBody>
          </p:sp>
          <p:sp>
            <p:nvSpPr>
              <p:cNvPr id="2685" name="TextBox 2684">
                <a:extLst>
                  <a:ext uri="{FF2B5EF4-FFF2-40B4-BE49-F238E27FC236}">
                    <a16:creationId xmlns:a16="http://schemas.microsoft.com/office/drawing/2014/main" id="{B2039E94-2D61-8842-A189-5793C689F586}"/>
                  </a:ext>
                </a:extLst>
              </p:cNvPr>
              <p:cNvSpPr txBox="1"/>
              <p:nvPr/>
            </p:nvSpPr>
            <p:spPr>
              <a:xfrm>
                <a:off x="316005" y="3969022"/>
                <a:ext cx="25519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</a:t>
                </a:r>
              </a:p>
            </p:txBody>
          </p:sp>
          <p:sp>
            <p:nvSpPr>
              <p:cNvPr id="2686" name="TextBox 2685">
                <a:extLst>
                  <a:ext uri="{FF2B5EF4-FFF2-40B4-BE49-F238E27FC236}">
                    <a16:creationId xmlns:a16="http://schemas.microsoft.com/office/drawing/2014/main" id="{A1F167EC-8856-0492-AC07-D54FBA518034}"/>
                  </a:ext>
                </a:extLst>
              </p:cNvPr>
              <p:cNvSpPr txBox="1"/>
              <p:nvPr/>
            </p:nvSpPr>
            <p:spPr>
              <a:xfrm>
                <a:off x="651355" y="5124976"/>
                <a:ext cx="21993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687" name="TextBox 2686">
                <a:extLst>
                  <a:ext uri="{FF2B5EF4-FFF2-40B4-BE49-F238E27FC236}">
                    <a16:creationId xmlns:a16="http://schemas.microsoft.com/office/drawing/2014/main" id="{23A3A46A-6AFF-B4B0-C75B-8B3CC6443E09}"/>
                  </a:ext>
                </a:extLst>
              </p:cNvPr>
              <p:cNvSpPr txBox="1"/>
              <p:nvPr/>
            </p:nvSpPr>
            <p:spPr>
              <a:xfrm>
                <a:off x="982256" y="5124976"/>
                <a:ext cx="3048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IP</a:t>
                </a:r>
              </a:p>
            </p:txBody>
          </p:sp>
          <p:sp>
            <p:nvSpPr>
              <p:cNvPr id="2688" name="TextBox 2687">
                <a:extLst>
                  <a:ext uri="{FF2B5EF4-FFF2-40B4-BE49-F238E27FC236}">
                    <a16:creationId xmlns:a16="http://schemas.microsoft.com/office/drawing/2014/main" id="{405056BE-40CB-AD79-5FD1-A0518397967C}"/>
                  </a:ext>
                </a:extLst>
              </p:cNvPr>
              <p:cNvSpPr txBox="1"/>
              <p:nvPr/>
            </p:nvSpPr>
            <p:spPr>
              <a:xfrm>
                <a:off x="1362849" y="5124976"/>
                <a:ext cx="29046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689" name="TextBox 2688">
                <a:extLst>
                  <a:ext uri="{FF2B5EF4-FFF2-40B4-BE49-F238E27FC236}">
                    <a16:creationId xmlns:a16="http://schemas.microsoft.com/office/drawing/2014/main" id="{A2625BDD-59D9-15F8-41E5-2A0B41BDFD6F}"/>
                  </a:ext>
                </a:extLst>
              </p:cNvPr>
              <p:cNvSpPr txBox="1"/>
              <p:nvPr/>
            </p:nvSpPr>
            <p:spPr>
              <a:xfrm>
                <a:off x="1693750" y="5124976"/>
                <a:ext cx="3754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LIP</a:t>
                </a:r>
              </a:p>
            </p:txBody>
          </p:sp>
          <p:sp>
            <p:nvSpPr>
              <p:cNvPr id="2690" name="TextBox 2689">
                <a:extLst>
                  <a:ext uri="{FF2B5EF4-FFF2-40B4-BE49-F238E27FC236}">
                    <a16:creationId xmlns:a16="http://schemas.microsoft.com/office/drawing/2014/main" id="{76DB4134-386F-8245-D280-8B0353BE5EC8}"/>
                  </a:ext>
                </a:extLst>
              </p:cNvPr>
              <p:cNvSpPr txBox="1"/>
              <p:nvPr/>
            </p:nvSpPr>
            <p:spPr>
              <a:xfrm>
                <a:off x="2108808" y="5124976"/>
                <a:ext cx="29206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691" name="TextBox 2690">
                <a:extLst>
                  <a:ext uri="{FF2B5EF4-FFF2-40B4-BE49-F238E27FC236}">
                    <a16:creationId xmlns:a16="http://schemas.microsoft.com/office/drawing/2014/main" id="{793DA072-89EC-5730-FE86-6F0BE908F2DE}"/>
                  </a:ext>
                </a:extLst>
              </p:cNvPr>
              <p:cNvSpPr txBox="1"/>
              <p:nvPr/>
            </p:nvSpPr>
            <p:spPr>
              <a:xfrm>
                <a:off x="2435701" y="5124976"/>
                <a:ext cx="3850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NM</a:t>
                </a:r>
              </a:p>
            </p:txBody>
          </p:sp>
          <p:sp>
            <p:nvSpPr>
              <p:cNvPr id="2692" name="TextBox 2691">
                <a:extLst>
                  <a:ext uri="{FF2B5EF4-FFF2-40B4-BE49-F238E27FC236}">
                    <a16:creationId xmlns:a16="http://schemas.microsoft.com/office/drawing/2014/main" id="{C66E78E5-B190-8D4A-DCDE-E17D7F4FA600}"/>
                  </a:ext>
                </a:extLst>
              </p:cNvPr>
              <p:cNvSpPr txBox="1"/>
              <p:nvPr/>
            </p:nvSpPr>
            <p:spPr>
              <a:xfrm>
                <a:off x="1410879" y="5257925"/>
                <a:ext cx="56778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2693" name="TextBox 2692">
                <a:extLst>
                  <a:ext uri="{FF2B5EF4-FFF2-40B4-BE49-F238E27FC236}">
                    <a16:creationId xmlns:a16="http://schemas.microsoft.com/office/drawing/2014/main" id="{580F861B-6987-26F2-65CC-35D689D50820}"/>
                  </a:ext>
                </a:extLst>
              </p:cNvPr>
              <p:cNvSpPr txBox="1"/>
              <p:nvPr/>
            </p:nvSpPr>
            <p:spPr>
              <a:xfrm rot="16200000">
                <a:off x="-674097" y="4322588"/>
                <a:ext cx="1947969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Log10 Testicular Volume (px)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95921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741BCD83-2632-8017-4053-14C69BA5A217}"/>
              </a:ext>
            </a:extLst>
          </p:cNvPr>
          <p:cNvSpPr txBox="1"/>
          <p:nvPr/>
        </p:nvSpPr>
        <p:spPr>
          <a:xfrm>
            <a:off x="1088631" y="3515508"/>
            <a:ext cx="4302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Blue dotted lines represent cuts made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45BDDC6-0CE1-298D-E71E-80F1CD02EAB0}"/>
              </a:ext>
            </a:extLst>
          </p:cNvPr>
          <p:cNvGrpSpPr/>
          <p:nvPr/>
        </p:nvGrpSpPr>
        <p:grpSpPr>
          <a:xfrm>
            <a:off x="820117" y="424365"/>
            <a:ext cx="4839941" cy="3147781"/>
            <a:chOff x="535978" y="1374603"/>
            <a:chExt cx="4839941" cy="31477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746EA20-6979-E429-16EF-67C03C91C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978" y="1374603"/>
              <a:ext cx="4839941" cy="3147781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57359C0-21E4-E866-6344-CBDF23C1BB1E}"/>
                </a:ext>
              </a:extLst>
            </p:cNvPr>
            <p:cNvCxnSpPr>
              <a:cxnSpLocks/>
            </p:cNvCxnSpPr>
            <p:nvPr/>
          </p:nvCxnSpPr>
          <p:spPr>
            <a:xfrm>
              <a:off x="2603321" y="1828327"/>
              <a:ext cx="2226365" cy="586409"/>
            </a:xfrm>
            <a:prstGeom prst="line">
              <a:avLst/>
            </a:prstGeom>
            <a:ln w="190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58824DA-680B-DB2F-D5CB-A07FF8FAC0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08799" y="3547798"/>
              <a:ext cx="2166730" cy="205432"/>
            </a:xfrm>
            <a:prstGeom prst="line">
              <a:avLst/>
            </a:prstGeom>
            <a:ln w="190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015E08A-0A8F-7B73-AC74-907C22F2CC61}"/>
                </a:ext>
              </a:extLst>
            </p:cNvPr>
            <p:cNvCxnSpPr>
              <a:cxnSpLocks/>
            </p:cNvCxnSpPr>
            <p:nvPr/>
          </p:nvCxnSpPr>
          <p:spPr>
            <a:xfrm>
              <a:off x="1778373" y="1786189"/>
              <a:ext cx="1679713" cy="2567232"/>
            </a:xfrm>
            <a:prstGeom prst="line">
              <a:avLst/>
            </a:prstGeom>
            <a:ln w="190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C254A9-2929-52B9-41B1-FA2ADA5E1C24}"/>
                </a:ext>
              </a:extLst>
            </p:cNvPr>
            <p:cNvSpPr/>
            <p:nvPr/>
          </p:nvSpPr>
          <p:spPr>
            <a:xfrm>
              <a:off x="2421551" y="1493818"/>
              <a:ext cx="393355" cy="393355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BA9F0FC-7C20-F8F6-1BDF-4F16EF5D1F3C}"/>
                </a:ext>
              </a:extLst>
            </p:cNvPr>
            <p:cNvSpPr/>
            <p:nvPr/>
          </p:nvSpPr>
          <p:spPr>
            <a:xfrm>
              <a:off x="1546909" y="3652246"/>
              <a:ext cx="393355" cy="393355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7D3CEA-5FCA-6AA5-F7CD-40470BA7D48A}"/>
                </a:ext>
              </a:extLst>
            </p:cNvPr>
            <p:cNvSpPr/>
            <p:nvPr/>
          </p:nvSpPr>
          <p:spPr>
            <a:xfrm>
              <a:off x="1546909" y="1512049"/>
              <a:ext cx="393355" cy="393355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3" name="Rectangle: Rounded Corners 29">
              <a:extLst>
                <a:ext uri="{FF2B5EF4-FFF2-40B4-BE49-F238E27FC236}">
                  <a16:creationId xmlns:a16="http://schemas.microsoft.com/office/drawing/2014/main" id="{DF3E0B73-9F87-6FFA-2FD5-6673514D13FA}"/>
                </a:ext>
              </a:extLst>
            </p:cNvPr>
            <p:cNvSpPr/>
            <p:nvPr/>
          </p:nvSpPr>
          <p:spPr>
            <a:xfrm>
              <a:off x="600217" y="3914972"/>
              <a:ext cx="677033" cy="337930"/>
            </a:xfrm>
            <a:prstGeom prst="round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POA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659D86E-4A27-0672-6122-45BD23D3F4D8}"/>
                </a:ext>
              </a:extLst>
            </p:cNvPr>
            <p:cNvSpPr/>
            <p:nvPr/>
          </p:nvSpPr>
          <p:spPr>
            <a:xfrm>
              <a:off x="1616481" y="2921925"/>
              <a:ext cx="805070" cy="393355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285C64B-A6F5-C521-7FFE-6B98AB6DD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055" y="3297377"/>
              <a:ext cx="596086" cy="820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E2050A0-BB00-A242-8B39-5D054AC094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044" y="2176198"/>
              <a:ext cx="1182756" cy="1410359"/>
            </a:xfrm>
            <a:prstGeom prst="line">
              <a:avLst/>
            </a:prstGeom>
            <a:ln w="190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7EDE234-FC93-7D92-BE77-E7FB2B1FF6FD}"/>
                </a:ext>
              </a:extLst>
            </p:cNvPr>
            <p:cNvSpPr/>
            <p:nvPr/>
          </p:nvSpPr>
          <p:spPr>
            <a:xfrm>
              <a:off x="902992" y="3358380"/>
              <a:ext cx="393355" cy="393355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40C170-4F6D-6193-9E4D-9541A49491C1}"/>
              </a:ext>
            </a:extLst>
          </p:cNvPr>
          <p:cNvGrpSpPr/>
          <p:nvPr/>
        </p:nvGrpSpPr>
        <p:grpSpPr>
          <a:xfrm>
            <a:off x="1481448" y="4211981"/>
            <a:ext cx="3517278" cy="3364307"/>
            <a:chOff x="2960313" y="4555731"/>
            <a:chExt cx="3517278" cy="3364307"/>
          </a:xfrm>
        </p:grpSpPr>
        <p:pic>
          <p:nvPicPr>
            <p:cNvPr id="12" name="Picture 11" descr="Fish in a bowl&#10;&#10;Description automatically generated with medium confidence">
              <a:extLst>
                <a:ext uri="{FF2B5EF4-FFF2-40B4-BE49-F238E27FC236}">
                  <a16:creationId xmlns:a16="http://schemas.microsoft.com/office/drawing/2014/main" id="{3DBC1A60-2CFD-5642-33B3-7AE9F05FBE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98" t="26621" r="31865" b="38551"/>
            <a:stretch/>
          </p:blipFill>
          <p:spPr>
            <a:xfrm>
              <a:off x="2960313" y="4555731"/>
              <a:ext cx="3517278" cy="3364307"/>
            </a:xfrm>
            <a:prstGeom prst="rect">
              <a:avLst/>
            </a:prstGeom>
          </p:spPr>
        </p:pic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453B17B-A2A6-1012-FDE8-179AE4178D75}"/>
                </a:ext>
              </a:extLst>
            </p:cNvPr>
            <p:cNvSpPr/>
            <p:nvPr/>
          </p:nvSpPr>
          <p:spPr>
            <a:xfrm rot="1105816">
              <a:off x="4229864" y="5952575"/>
              <a:ext cx="805070" cy="393355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: Rounded Corners 33">
              <a:extLst>
                <a:ext uri="{FF2B5EF4-FFF2-40B4-BE49-F238E27FC236}">
                  <a16:creationId xmlns:a16="http://schemas.microsoft.com/office/drawing/2014/main" id="{BB7ED375-50A6-82F0-FACF-0BFF8B8E7678}"/>
                </a:ext>
              </a:extLst>
            </p:cNvPr>
            <p:cNvSpPr/>
            <p:nvPr/>
          </p:nvSpPr>
          <p:spPr>
            <a:xfrm>
              <a:off x="3135004" y="7153730"/>
              <a:ext cx="677033" cy="337930"/>
            </a:xfrm>
            <a:prstGeom prst="round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POA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36550C4-E4C4-CDAB-2FDA-460534119E5F}"/>
                </a:ext>
              </a:extLst>
            </p:cNvPr>
            <p:cNvCxnSpPr>
              <a:cxnSpLocks/>
              <a:stCxn id="16" idx="0"/>
              <a:endCxn id="15" idx="4"/>
            </p:cNvCxnSpPr>
            <p:nvPr/>
          </p:nvCxnSpPr>
          <p:spPr>
            <a:xfrm flipV="1">
              <a:off x="3473521" y="6335842"/>
              <a:ext cx="1096698" cy="8178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EB45F59-FB0D-F13B-54DE-1845795EE9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46695" y="5398921"/>
              <a:ext cx="1344583" cy="1505148"/>
            </a:xfrm>
            <a:prstGeom prst="line">
              <a:avLst/>
            </a:prstGeom>
            <a:ln w="571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E492FD-EBD1-7C9B-8FD0-52DDB1E4BE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1085" y="5810507"/>
              <a:ext cx="1730257" cy="1164402"/>
            </a:xfrm>
            <a:prstGeom prst="line">
              <a:avLst/>
            </a:prstGeom>
            <a:ln w="57150">
              <a:solidFill>
                <a:srgbClr val="00B0F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B0E937A-99A3-A98B-8F13-61A0D69CBAC9}"/>
              </a:ext>
            </a:extLst>
          </p:cNvPr>
          <p:cNvSpPr txBox="1"/>
          <p:nvPr/>
        </p:nvSpPr>
        <p:spPr>
          <a:xfrm>
            <a:off x="-81012" y="307067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82B44-D04F-B204-5BEB-2AACE96AA886}"/>
              </a:ext>
            </a:extLst>
          </p:cNvPr>
          <p:cNvSpPr txBox="1"/>
          <p:nvPr/>
        </p:nvSpPr>
        <p:spPr>
          <a:xfrm>
            <a:off x="85861" y="4066095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6899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6CBB75-36D3-65E2-5420-4776E8E817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357" r="63612"/>
          <a:stretch>
            <a:fillRect/>
          </a:stretch>
        </p:blipFill>
        <p:spPr>
          <a:xfrm>
            <a:off x="0" y="-14120"/>
            <a:ext cx="5993027" cy="793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224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1FDDC72-95D3-8AF7-0443-5356FACA03D8}"/>
              </a:ext>
            </a:extLst>
          </p:cNvPr>
          <p:cNvSpPr/>
          <p:nvPr/>
        </p:nvSpPr>
        <p:spPr>
          <a:xfrm>
            <a:off x="92632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60CBA0A-1459-7DB9-208F-97338C099465}"/>
              </a:ext>
            </a:extLst>
          </p:cNvPr>
          <p:cNvSpPr/>
          <p:nvPr/>
        </p:nvSpPr>
        <p:spPr>
          <a:xfrm>
            <a:off x="92632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AA4EFDA9-97A3-D3A9-28F8-5284BD6A8797}"/>
              </a:ext>
            </a:extLst>
          </p:cNvPr>
          <p:cNvSpPr/>
          <p:nvPr/>
        </p:nvSpPr>
        <p:spPr>
          <a:xfrm>
            <a:off x="92632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31DDFA8-E513-85F6-CCBE-AF22C55D44DD}"/>
              </a:ext>
            </a:extLst>
          </p:cNvPr>
          <p:cNvSpPr/>
          <p:nvPr/>
        </p:nvSpPr>
        <p:spPr>
          <a:xfrm>
            <a:off x="92632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F2242FCA-6F24-8BAA-448A-D9CA3F67EB2D}"/>
              </a:ext>
            </a:extLst>
          </p:cNvPr>
          <p:cNvSpPr/>
          <p:nvPr/>
        </p:nvSpPr>
        <p:spPr>
          <a:xfrm>
            <a:off x="92632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6D606C8-F20B-551B-9DFA-13CCF27FFCD0}"/>
              </a:ext>
            </a:extLst>
          </p:cNvPr>
          <p:cNvSpPr/>
          <p:nvPr/>
        </p:nvSpPr>
        <p:spPr>
          <a:xfrm>
            <a:off x="92632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3B8F7E-EF92-FCC2-47F8-835B74268D1A}"/>
              </a:ext>
            </a:extLst>
          </p:cNvPr>
          <p:cNvSpPr/>
          <p:nvPr/>
        </p:nvSpPr>
        <p:spPr>
          <a:xfrm>
            <a:off x="92632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4338D83-3C59-97CC-E298-C5A0925A0D76}"/>
              </a:ext>
            </a:extLst>
          </p:cNvPr>
          <p:cNvSpPr/>
          <p:nvPr/>
        </p:nvSpPr>
        <p:spPr>
          <a:xfrm>
            <a:off x="92632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7A01360-0044-7DF2-82CE-1F0079F76AA9}"/>
              </a:ext>
            </a:extLst>
          </p:cNvPr>
          <p:cNvSpPr/>
          <p:nvPr/>
        </p:nvSpPr>
        <p:spPr>
          <a:xfrm>
            <a:off x="92632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F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EC47A07-7A2B-C9AB-02A9-8BC50DFAB2DE}"/>
              </a:ext>
            </a:extLst>
          </p:cNvPr>
          <p:cNvSpPr/>
          <p:nvPr/>
        </p:nvSpPr>
        <p:spPr>
          <a:xfrm>
            <a:off x="92632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F6D30251-F181-429C-D2EA-B13CAF4A631A}"/>
              </a:ext>
            </a:extLst>
          </p:cNvPr>
          <p:cNvSpPr/>
          <p:nvPr/>
        </p:nvSpPr>
        <p:spPr>
          <a:xfrm>
            <a:off x="92632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D899B0FC-97C1-E0D8-958C-7D4A676A23C9}"/>
              </a:ext>
            </a:extLst>
          </p:cNvPr>
          <p:cNvSpPr/>
          <p:nvPr/>
        </p:nvSpPr>
        <p:spPr>
          <a:xfrm>
            <a:off x="92632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3B300CA9-08E2-DB35-609E-18DF95CCA09B}"/>
              </a:ext>
            </a:extLst>
          </p:cNvPr>
          <p:cNvSpPr/>
          <p:nvPr/>
        </p:nvSpPr>
        <p:spPr>
          <a:xfrm>
            <a:off x="92632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8D8ED48-B530-2726-A278-7D707E564214}"/>
              </a:ext>
            </a:extLst>
          </p:cNvPr>
          <p:cNvSpPr/>
          <p:nvPr/>
        </p:nvSpPr>
        <p:spPr>
          <a:xfrm>
            <a:off x="92632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4D4F0C2-0776-786F-8BCD-CC8EA720F719}"/>
              </a:ext>
            </a:extLst>
          </p:cNvPr>
          <p:cNvSpPr/>
          <p:nvPr/>
        </p:nvSpPr>
        <p:spPr>
          <a:xfrm>
            <a:off x="92632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5E896A2C-F373-9B3C-3A8B-C88E994EE404}"/>
              </a:ext>
            </a:extLst>
          </p:cNvPr>
          <p:cNvSpPr/>
          <p:nvPr/>
        </p:nvSpPr>
        <p:spPr>
          <a:xfrm>
            <a:off x="92632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752AE576-1FE0-EC89-6A9B-B3400B0D08DF}"/>
              </a:ext>
            </a:extLst>
          </p:cNvPr>
          <p:cNvSpPr/>
          <p:nvPr/>
        </p:nvSpPr>
        <p:spPr>
          <a:xfrm>
            <a:off x="92632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7911073F-464A-803E-E532-832A01F0C1D4}"/>
              </a:ext>
            </a:extLst>
          </p:cNvPr>
          <p:cNvSpPr/>
          <p:nvPr/>
        </p:nvSpPr>
        <p:spPr>
          <a:xfrm>
            <a:off x="92632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92E697D-C503-1A3A-33AA-6643D56B845B}"/>
              </a:ext>
            </a:extLst>
          </p:cNvPr>
          <p:cNvSpPr/>
          <p:nvPr/>
        </p:nvSpPr>
        <p:spPr>
          <a:xfrm>
            <a:off x="92632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84766D6-28A5-EBE6-058C-96C1B3795FB7}"/>
              </a:ext>
            </a:extLst>
          </p:cNvPr>
          <p:cNvSpPr/>
          <p:nvPr/>
        </p:nvSpPr>
        <p:spPr>
          <a:xfrm>
            <a:off x="100267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AE601C78-88FE-BF50-4E02-5698F0A4CB30}"/>
              </a:ext>
            </a:extLst>
          </p:cNvPr>
          <p:cNvSpPr/>
          <p:nvPr/>
        </p:nvSpPr>
        <p:spPr>
          <a:xfrm>
            <a:off x="100267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E19FB45-F31A-A67F-8E43-F36B6D04EA48}"/>
              </a:ext>
            </a:extLst>
          </p:cNvPr>
          <p:cNvSpPr/>
          <p:nvPr/>
        </p:nvSpPr>
        <p:spPr>
          <a:xfrm>
            <a:off x="100267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71FC12DF-45E3-77AA-BC78-665C36B6CC60}"/>
              </a:ext>
            </a:extLst>
          </p:cNvPr>
          <p:cNvSpPr/>
          <p:nvPr/>
        </p:nvSpPr>
        <p:spPr>
          <a:xfrm>
            <a:off x="100267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6BB37B4A-4588-ECD1-71A6-4286EF0C2DBD}"/>
              </a:ext>
            </a:extLst>
          </p:cNvPr>
          <p:cNvSpPr/>
          <p:nvPr/>
        </p:nvSpPr>
        <p:spPr>
          <a:xfrm>
            <a:off x="100267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6BED62D9-B908-4FB2-EC43-167C63886947}"/>
              </a:ext>
            </a:extLst>
          </p:cNvPr>
          <p:cNvSpPr/>
          <p:nvPr/>
        </p:nvSpPr>
        <p:spPr>
          <a:xfrm>
            <a:off x="100267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5D202F1D-2D11-23AB-3178-9979ECA74196}"/>
              </a:ext>
            </a:extLst>
          </p:cNvPr>
          <p:cNvSpPr/>
          <p:nvPr/>
        </p:nvSpPr>
        <p:spPr>
          <a:xfrm>
            <a:off x="100267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1FD8637F-6A82-452C-D22F-ABDA639CE639}"/>
              </a:ext>
            </a:extLst>
          </p:cNvPr>
          <p:cNvSpPr/>
          <p:nvPr/>
        </p:nvSpPr>
        <p:spPr>
          <a:xfrm>
            <a:off x="100267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3368151F-87DD-FE05-8D99-3CB3904809AF}"/>
              </a:ext>
            </a:extLst>
          </p:cNvPr>
          <p:cNvSpPr/>
          <p:nvPr/>
        </p:nvSpPr>
        <p:spPr>
          <a:xfrm>
            <a:off x="100267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E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1081C1BD-3A56-2512-CFAE-18351D548664}"/>
              </a:ext>
            </a:extLst>
          </p:cNvPr>
          <p:cNvSpPr/>
          <p:nvPr/>
        </p:nvSpPr>
        <p:spPr>
          <a:xfrm>
            <a:off x="100267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2512052C-204D-C046-A108-A084C503E78A}"/>
              </a:ext>
            </a:extLst>
          </p:cNvPr>
          <p:cNvSpPr/>
          <p:nvPr/>
        </p:nvSpPr>
        <p:spPr>
          <a:xfrm>
            <a:off x="100267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C1787ACF-AFFF-4067-4066-3E2600B6812D}"/>
              </a:ext>
            </a:extLst>
          </p:cNvPr>
          <p:cNvSpPr/>
          <p:nvPr/>
        </p:nvSpPr>
        <p:spPr>
          <a:xfrm>
            <a:off x="100267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4500799E-A4A8-0C91-8A6C-EB5F2E87858C}"/>
              </a:ext>
            </a:extLst>
          </p:cNvPr>
          <p:cNvSpPr/>
          <p:nvPr/>
        </p:nvSpPr>
        <p:spPr>
          <a:xfrm>
            <a:off x="100267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EC95939C-9EB4-BCE5-286D-635B81774C17}"/>
              </a:ext>
            </a:extLst>
          </p:cNvPr>
          <p:cNvSpPr/>
          <p:nvPr/>
        </p:nvSpPr>
        <p:spPr>
          <a:xfrm>
            <a:off x="100267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08C14489-01F1-82A2-54E0-E880B6641BC6}"/>
              </a:ext>
            </a:extLst>
          </p:cNvPr>
          <p:cNvSpPr/>
          <p:nvPr/>
        </p:nvSpPr>
        <p:spPr>
          <a:xfrm>
            <a:off x="100267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8C5D805F-B09D-AC88-96D5-A265B282538A}"/>
              </a:ext>
            </a:extLst>
          </p:cNvPr>
          <p:cNvSpPr/>
          <p:nvPr/>
        </p:nvSpPr>
        <p:spPr>
          <a:xfrm>
            <a:off x="100267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8FFAF88A-2CA8-B088-4E00-257B6A23DE7E}"/>
              </a:ext>
            </a:extLst>
          </p:cNvPr>
          <p:cNvSpPr/>
          <p:nvPr/>
        </p:nvSpPr>
        <p:spPr>
          <a:xfrm>
            <a:off x="100267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B3E8DCAE-DC42-35D2-8852-720662DCA5CC}"/>
              </a:ext>
            </a:extLst>
          </p:cNvPr>
          <p:cNvSpPr/>
          <p:nvPr/>
        </p:nvSpPr>
        <p:spPr>
          <a:xfrm>
            <a:off x="100267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00B48780-480F-489C-69DA-16482AA7ACE4}"/>
              </a:ext>
            </a:extLst>
          </p:cNvPr>
          <p:cNvSpPr/>
          <p:nvPr/>
        </p:nvSpPr>
        <p:spPr>
          <a:xfrm>
            <a:off x="100267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B7861770-C204-F99C-C983-0A9ADCF71A72}"/>
              </a:ext>
            </a:extLst>
          </p:cNvPr>
          <p:cNvSpPr/>
          <p:nvPr/>
        </p:nvSpPr>
        <p:spPr>
          <a:xfrm>
            <a:off x="107906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3CCC345D-DBB5-3536-F524-11D61C1F5C28}"/>
              </a:ext>
            </a:extLst>
          </p:cNvPr>
          <p:cNvSpPr/>
          <p:nvPr/>
        </p:nvSpPr>
        <p:spPr>
          <a:xfrm>
            <a:off x="107906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98E47AB1-B161-FAA5-2BAE-9D4DC19D62B1}"/>
              </a:ext>
            </a:extLst>
          </p:cNvPr>
          <p:cNvSpPr/>
          <p:nvPr/>
        </p:nvSpPr>
        <p:spPr>
          <a:xfrm>
            <a:off x="107906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45686739-DDC1-8AC0-ADFF-CE92AA1CBF04}"/>
              </a:ext>
            </a:extLst>
          </p:cNvPr>
          <p:cNvSpPr/>
          <p:nvPr/>
        </p:nvSpPr>
        <p:spPr>
          <a:xfrm>
            <a:off x="107906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579C7648-B049-92C5-8992-E3438B0C542B}"/>
              </a:ext>
            </a:extLst>
          </p:cNvPr>
          <p:cNvSpPr/>
          <p:nvPr/>
        </p:nvSpPr>
        <p:spPr>
          <a:xfrm>
            <a:off x="107906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24A96EB-64AB-7C22-D3E0-9E890AC4033E}"/>
              </a:ext>
            </a:extLst>
          </p:cNvPr>
          <p:cNvSpPr/>
          <p:nvPr/>
        </p:nvSpPr>
        <p:spPr>
          <a:xfrm>
            <a:off x="107906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76A343FB-3CCE-2AF9-6193-490AD7740F55}"/>
              </a:ext>
            </a:extLst>
          </p:cNvPr>
          <p:cNvSpPr/>
          <p:nvPr/>
        </p:nvSpPr>
        <p:spPr>
          <a:xfrm>
            <a:off x="107906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3D7E9262-78F4-5CDD-F365-4229EDA466D2}"/>
              </a:ext>
            </a:extLst>
          </p:cNvPr>
          <p:cNvSpPr/>
          <p:nvPr/>
        </p:nvSpPr>
        <p:spPr>
          <a:xfrm>
            <a:off x="107906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9480778-CE3E-B98C-3E23-500291AF2DA9}"/>
              </a:ext>
            </a:extLst>
          </p:cNvPr>
          <p:cNvSpPr/>
          <p:nvPr/>
        </p:nvSpPr>
        <p:spPr>
          <a:xfrm>
            <a:off x="107906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28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A83D593B-1218-C545-FE13-A463AECA899C}"/>
              </a:ext>
            </a:extLst>
          </p:cNvPr>
          <p:cNvSpPr/>
          <p:nvPr/>
        </p:nvSpPr>
        <p:spPr>
          <a:xfrm>
            <a:off x="107906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7107165C-6E41-2A46-8194-94730C5686BA}"/>
              </a:ext>
            </a:extLst>
          </p:cNvPr>
          <p:cNvSpPr/>
          <p:nvPr/>
        </p:nvSpPr>
        <p:spPr>
          <a:xfrm>
            <a:off x="107906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CACE2CFD-E25C-1C8A-B92E-B0595AB783B9}"/>
              </a:ext>
            </a:extLst>
          </p:cNvPr>
          <p:cNvSpPr/>
          <p:nvPr/>
        </p:nvSpPr>
        <p:spPr>
          <a:xfrm>
            <a:off x="107906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73F780D7-2B4A-1C4B-A359-FA761296DB89}"/>
              </a:ext>
            </a:extLst>
          </p:cNvPr>
          <p:cNvSpPr/>
          <p:nvPr/>
        </p:nvSpPr>
        <p:spPr>
          <a:xfrm>
            <a:off x="107906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92547516-7AA3-1B39-6506-3502AE1CB0F8}"/>
              </a:ext>
            </a:extLst>
          </p:cNvPr>
          <p:cNvSpPr/>
          <p:nvPr/>
        </p:nvSpPr>
        <p:spPr>
          <a:xfrm>
            <a:off x="107906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39BE5893-AC4D-9C80-74E9-669BB333B732}"/>
              </a:ext>
            </a:extLst>
          </p:cNvPr>
          <p:cNvSpPr/>
          <p:nvPr/>
        </p:nvSpPr>
        <p:spPr>
          <a:xfrm>
            <a:off x="107906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0C831D4F-16D2-A0D0-F6F4-1ED3D1D675D7}"/>
              </a:ext>
            </a:extLst>
          </p:cNvPr>
          <p:cNvSpPr/>
          <p:nvPr/>
        </p:nvSpPr>
        <p:spPr>
          <a:xfrm>
            <a:off x="107906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153DB063-6D0D-539C-ED26-C56397BAA786}"/>
              </a:ext>
            </a:extLst>
          </p:cNvPr>
          <p:cNvSpPr/>
          <p:nvPr/>
        </p:nvSpPr>
        <p:spPr>
          <a:xfrm>
            <a:off x="107906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D33C1DF6-1903-C7B2-3E64-D808CEC9C157}"/>
              </a:ext>
            </a:extLst>
          </p:cNvPr>
          <p:cNvSpPr/>
          <p:nvPr/>
        </p:nvSpPr>
        <p:spPr>
          <a:xfrm>
            <a:off x="107906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8CEF2BC-AC97-ABA2-368F-231F9F82BE9F}"/>
              </a:ext>
            </a:extLst>
          </p:cNvPr>
          <p:cNvSpPr/>
          <p:nvPr/>
        </p:nvSpPr>
        <p:spPr>
          <a:xfrm>
            <a:off x="107906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44AFF2DF-48BE-F853-85B3-056E6E459700}"/>
              </a:ext>
            </a:extLst>
          </p:cNvPr>
          <p:cNvSpPr/>
          <p:nvPr/>
        </p:nvSpPr>
        <p:spPr>
          <a:xfrm>
            <a:off x="1155412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" name="Freeform 67">
            <a:extLst>
              <a:ext uri="{FF2B5EF4-FFF2-40B4-BE49-F238E27FC236}">
                <a16:creationId xmlns:a16="http://schemas.microsoft.com/office/drawing/2014/main" id="{05B29C85-3D6B-4F3C-6FAB-9A12136C0B5E}"/>
              </a:ext>
            </a:extLst>
          </p:cNvPr>
          <p:cNvSpPr/>
          <p:nvPr/>
        </p:nvSpPr>
        <p:spPr>
          <a:xfrm>
            <a:off x="1155412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" name="Freeform 68">
            <a:extLst>
              <a:ext uri="{FF2B5EF4-FFF2-40B4-BE49-F238E27FC236}">
                <a16:creationId xmlns:a16="http://schemas.microsoft.com/office/drawing/2014/main" id="{AA4CFCEA-42CB-5603-A742-888A5C20810D}"/>
              </a:ext>
            </a:extLst>
          </p:cNvPr>
          <p:cNvSpPr/>
          <p:nvPr/>
        </p:nvSpPr>
        <p:spPr>
          <a:xfrm>
            <a:off x="1155412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943CB379-4A62-9DF0-1FCA-58E12866EB14}"/>
              </a:ext>
            </a:extLst>
          </p:cNvPr>
          <p:cNvSpPr/>
          <p:nvPr/>
        </p:nvSpPr>
        <p:spPr>
          <a:xfrm>
            <a:off x="1155412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" name="Freeform 70">
            <a:extLst>
              <a:ext uri="{FF2B5EF4-FFF2-40B4-BE49-F238E27FC236}">
                <a16:creationId xmlns:a16="http://schemas.microsoft.com/office/drawing/2014/main" id="{10B67C09-677D-96F5-672C-5D1698A22941}"/>
              </a:ext>
            </a:extLst>
          </p:cNvPr>
          <p:cNvSpPr/>
          <p:nvPr/>
        </p:nvSpPr>
        <p:spPr>
          <a:xfrm>
            <a:off x="1155412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A458EC49-4FAB-4A3C-D566-20676CB414FB}"/>
              </a:ext>
            </a:extLst>
          </p:cNvPr>
          <p:cNvSpPr/>
          <p:nvPr/>
        </p:nvSpPr>
        <p:spPr>
          <a:xfrm>
            <a:off x="1155412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8AE1B573-7D88-1D40-56E0-2868D929F934}"/>
              </a:ext>
            </a:extLst>
          </p:cNvPr>
          <p:cNvSpPr/>
          <p:nvPr/>
        </p:nvSpPr>
        <p:spPr>
          <a:xfrm>
            <a:off x="1155412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9B04EC43-2CF0-3D7D-A03B-E5B5ACBA15B7}"/>
              </a:ext>
            </a:extLst>
          </p:cNvPr>
          <p:cNvSpPr/>
          <p:nvPr/>
        </p:nvSpPr>
        <p:spPr>
          <a:xfrm>
            <a:off x="1155412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" name="Freeform 74">
            <a:extLst>
              <a:ext uri="{FF2B5EF4-FFF2-40B4-BE49-F238E27FC236}">
                <a16:creationId xmlns:a16="http://schemas.microsoft.com/office/drawing/2014/main" id="{9F1AF1DD-261C-F7FB-DF88-C2326F2F4C73}"/>
              </a:ext>
            </a:extLst>
          </p:cNvPr>
          <p:cNvSpPr/>
          <p:nvPr/>
        </p:nvSpPr>
        <p:spPr>
          <a:xfrm>
            <a:off x="1155412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4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57FADD52-4542-210B-5A52-C464E66053FE}"/>
              </a:ext>
            </a:extLst>
          </p:cNvPr>
          <p:cNvSpPr/>
          <p:nvPr/>
        </p:nvSpPr>
        <p:spPr>
          <a:xfrm>
            <a:off x="1155412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" name="Freeform 76">
            <a:extLst>
              <a:ext uri="{FF2B5EF4-FFF2-40B4-BE49-F238E27FC236}">
                <a16:creationId xmlns:a16="http://schemas.microsoft.com/office/drawing/2014/main" id="{683AF0FD-EB81-F474-CFDE-17F93E28E601}"/>
              </a:ext>
            </a:extLst>
          </p:cNvPr>
          <p:cNvSpPr/>
          <p:nvPr/>
        </p:nvSpPr>
        <p:spPr>
          <a:xfrm>
            <a:off x="1155412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" name="Freeform 77">
            <a:extLst>
              <a:ext uri="{FF2B5EF4-FFF2-40B4-BE49-F238E27FC236}">
                <a16:creationId xmlns:a16="http://schemas.microsoft.com/office/drawing/2014/main" id="{08C3BE28-D033-B20E-86B5-1AB6A2F7911D}"/>
              </a:ext>
            </a:extLst>
          </p:cNvPr>
          <p:cNvSpPr/>
          <p:nvPr/>
        </p:nvSpPr>
        <p:spPr>
          <a:xfrm>
            <a:off x="1155412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" name="Freeform 78">
            <a:extLst>
              <a:ext uri="{FF2B5EF4-FFF2-40B4-BE49-F238E27FC236}">
                <a16:creationId xmlns:a16="http://schemas.microsoft.com/office/drawing/2014/main" id="{CEC5F95E-9ABA-AAE2-4A7D-14D71597FE09}"/>
              </a:ext>
            </a:extLst>
          </p:cNvPr>
          <p:cNvSpPr/>
          <p:nvPr/>
        </p:nvSpPr>
        <p:spPr>
          <a:xfrm>
            <a:off x="1155412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2CD85C59-DA9D-8395-6E59-661902BB6BC1}"/>
              </a:ext>
            </a:extLst>
          </p:cNvPr>
          <p:cNvSpPr/>
          <p:nvPr/>
        </p:nvSpPr>
        <p:spPr>
          <a:xfrm>
            <a:off x="1155412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3DA4D0FE-E864-9366-47BC-4D111B525CD8}"/>
              </a:ext>
            </a:extLst>
          </p:cNvPr>
          <p:cNvSpPr/>
          <p:nvPr/>
        </p:nvSpPr>
        <p:spPr>
          <a:xfrm>
            <a:off x="1155412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" name="Freeform 81">
            <a:extLst>
              <a:ext uri="{FF2B5EF4-FFF2-40B4-BE49-F238E27FC236}">
                <a16:creationId xmlns:a16="http://schemas.microsoft.com/office/drawing/2014/main" id="{CC6A6F13-09A1-CF40-CDE9-DF824950B4FA}"/>
              </a:ext>
            </a:extLst>
          </p:cNvPr>
          <p:cNvSpPr/>
          <p:nvPr/>
        </p:nvSpPr>
        <p:spPr>
          <a:xfrm>
            <a:off x="1155412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" name="Freeform 82">
            <a:extLst>
              <a:ext uri="{FF2B5EF4-FFF2-40B4-BE49-F238E27FC236}">
                <a16:creationId xmlns:a16="http://schemas.microsoft.com/office/drawing/2014/main" id="{0C023064-6B89-79A7-367D-A8A89FBE09D4}"/>
              </a:ext>
            </a:extLst>
          </p:cNvPr>
          <p:cNvSpPr/>
          <p:nvPr/>
        </p:nvSpPr>
        <p:spPr>
          <a:xfrm>
            <a:off x="1155412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" name="Freeform 83">
            <a:extLst>
              <a:ext uri="{FF2B5EF4-FFF2-40B4-BE49-F238E27FC236}">
                <a16:creationId xmlns:a16="http://schemas.microsoft.com/office/drawing/2014/main" id="{82A089B9-4DBB-18DC-46F1-C1964795E06E}"/>
              </a:ext>
            </a:extLst>
          </p:cNvPr>
          <p:cNvSpPr/>
          <p:nvPr/>
        </p:nvSpPr>
        <p:spPr>
          <a:xfrm>
            <a:off x="1155412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" name="Freeform 84">
            <a:extLst>
              <a:ext uri="{FF2B5EF4-FFF2-40B4-BE49-F238E27FC236}">
                <a16:creationId xmlns:a16="http://schemas.microsoft.com/office/drawing/2014/main" id="{31DF42C1-366F-23F9-F127-7E956AAE36D9}"/>
              </a:ext>
            </a:extLst>
          </p:cNvPr>
          <p:cNvSpPr/>
          <p:nvPr/>
        </p:nvSpPr>
        <p:spPr>
          <a:xfrm>
            <a:off x="1155412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8AA44BEB-BDD6-7358-3328-C9FAA7AB4DAD}"/>
              </a:ext>
            </a:extLst>
          </p:cNvPr>
          <p:cNvSpPr/>
          <p:nvPr/>
        </p:nvSpPr>
        <p:spPr>
          <a:xfrm>
            <a:off x="123179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CBBCB8F6-6ACC-BF18-CC8F-6F421EFDFA4C}"/>
              </a:ext>
            </a:extLst>
          </p:cNvPr>
          <p:cNvSpPr/>
          <p:nvPr/>
        </p:nvSpPr>
        <p:spPr>
          <a:xfrm>
            <a:off x="123179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92DE23D4-64CE-01D0-901D-CCC6BA2D6054}"/>
              </a:ext>
            </a:extLst>
          </p:cNvPr>
          <p:cNvSpPr/>
          <p:nvPr/>
        </p:nvSpPr>
        <p:spPr>
          <a:xfrm>
            <a:off x="123179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7EA37DBD-8659-89D2-2EE5-C663D9A3F095}"/>
              </a:ext>
            </a:extLst>
          </p:cNvPr>
          <p:cNvSpPr/>
          <p:nvPr/>
        </p:nvSpPr>
        <p:spPr>
          <a:xfrm>
            <a:off x="123179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185F8427-57F3-0438-4BCF-D260B4176AB6}"/>
              </a:ext>
            </a:extLst>
          </p:cNvPr>
          <p:cNvSpPr/>
          <p:nvPr/>
        </p:nvSpPr>
        <p:spPr>
          <a:xfrm>
            <a:off x="123179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7B6FA751-0B07-24AD-9E44-E3782006B849}"/>
              </a:ext>
            </a:extLst>
          </p:cNvPr>
          <p:cNvSpPr/>
          <p:nvPr/>
        </p:nvSpPr>
        <p:spPr>
          <a:xfrm>
            <a:off x="123179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F0502A08-416A-C1D5-648D-C4AF56414D02}"/>
              </a:ext>
            </a:extLst>
          </p:cNvPr>
          <p:cNvSpPr/>
          <p:nvPr/>
        </p:nvSpPr>
        <p:spPr>
          <a:xfrm>
            <a:off x="123179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7B483BAE-D88E-D060-3C0E-7F6A101E31D4}"/>
              </a:ext>
            </a:extLst>
          </p:cNvPr>
          <p:cNvSpPr/>
          <p:nvPr/>
        </p:nvSpPr>
        <p:spPr>
          <a:xfrm>
            <a:off x="123179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BBFE54A8-1C92-4596-33FE-9D015235F2B2}"/>
              </a:ext>
            </a:extLst>
          </p:cNvPr>
          <p:cNvSpPr/>
          <p:nvPr/>
        </p:nvSpPr>
        <p:spPr>
          <a:xfrm>
            <a:off x="123179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823A9616-AA68-C721-0505-5748A8E63A14}"/>
              </a:ext>
            </a:extLst>
          </p:cNvPr>
          <p:cNvSpPr/>
          <p:nvPr/>
        </p:nvSpPr>
        <p:spPr>
          <a:xfrm>
            <a:off x="123179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A19C7F42-7303-79D0-452A-A13643F20B03}"/>
              </a:ext>
            </a:extLst>
          </p:cNvPr>
          <p:cNvSpPr/>
          <p:nvPr/>
        </p:nvSpPr>
        <p:spPr>
          <a:xfrm>
            <a:off x="123179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32F8C9-3D09-3306-D13A-A2E695F3CA7C}"/>
              </a:ext>
            </a:extLst>
          </p:cNvPr>
          <p:cNvSpPr/>
          <p:nvPr/>
        </p:nvSpPr>
        <p:spPr>
          <a:xfrm>
            <a:off x="123179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B9322714-64A8-F0A3-3E17-EB98AB37D0EB}"/>
              </a:ext>
            </a:extLst>
          </p:cNvPr>
          <p:cNvSpPr/>
          <p:nvPr/>
        </p:nvSpPr>
        <p:spPr>
          <a:xfrm>
            <a:off x="123179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61B065FE-0C36-00B7-3B0A-6F0EFD383F1C}"/>
              </a:ext>
            </a:extLst>
          </p:cNvPr>
          <p:cNvSpPr/>
          <p:nvPr/>
        </p:nvSpPr>
        <p:spPr>
          <a:xfrm>
            <a:off x="123179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253B349-523A-3E7F-B5D6-2C0EE6182D59}"/>
              </a:ext>
            </a:extLst>
          </p:cNvPr>
          <p:cNvSpPr/>
          <p:nvPr/>
        </p:nvSpPr>
        <p:spPr>
          <a:xfrm>
            <a:off x="123179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C2B709DE-3B9F-C73D-2242-B4F5F4189A1C}"/>
              </a:ext>
            </a:extLst>
          </p:cNvPr>
          <p:cNvSpPr/>
          <p:nvPr/>
        </p:nvSpPr>
        <p:spPr>
          <a:xfrm>
            <a:off x="123179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09204F44-6566-6269-52DD-47CE0162F920}"/>
              </a:ext>
            </a:extLst>
          </p:cNvPr>
          <p:cNvSpPr/>
          <p:nvPr/>
        </p:nvSpPr>
        <p:spPr>
          <a:xfrm>
            <a:off x="123179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57CBFBAA-2CC3-6641-A8E3-57688CF75850}"/>
              </a:ext>
            </a:extLst>
          </p:cNvPr>
          <p:cNvSpPr/>
          <p:nvPr/>
        </p:nvSpPr>
        <p:spPr>
          <a:xfrm>
            <a:off x="123179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3CB3701D-6B7D-39D2-3852-C4538976013E}"/>
              </a:ext>
            </a:extLst>
          </p:cNvPr>
          <p:cNvSpPr/>
          <p:nvPr/>
        </p:nvSpPr>
        <p:spPr>
          <a:xfrm>
            <a:off x="123179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" name="Freeform 104">
            <a:extLst>
              <a:ext uri="{FF2B5EF4-FFF2-40B4-BE49-F238E27FC236}">
                <a16:creationId xmlns:a16="http://schemas.microsoft.com/office/drawing/2014/main" id="{C2DA734F-6AC8-5993-4F77-8C5789E969C8}"/>
              </a:ext>
            </a:extLst>
          </p:cNvPr>
          <p:cNvSpPr/>
          <p:nvPr/>
        </p:nvSpPr>
        <p:spPr>
          <a:xfrm>
            <a:off x="130814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2035DE44-2200-62FE-9B6E-83ABF9537861}"/>
              </a:ext>
            </a:extLst>
          </p:cNvPr>
          <p:cNvSpPr/>
          <p:nvPr/>
        </p:nvSpPr>
        <p:spPr>
          <a:xfrm>
            <a:off x="130814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3F2FD497-4AC7-5E61-D289-AD920EA18529}"/>
              </a:ext>
            </a:extLst>
          </p:cNvPr>
          <p:cNvSpPr/>
          <p:nvPr/>
        </p:nvSpPr>
        <p:spPr>
          <a:xfrm>
            <a:off x="130814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067BEB6A-2435-9B98-727A-DDE22E92D6FA}"/>
              </a:ext>
            </a:extLst>
          </p:cNvPr>
          <p:cNvSpPr/>
          <p:nvPr/>
        </p:nvSpPr>
        <p:spPr>
          <a:xfrm>
            <a:off x="130814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" name="Freeform 108">
            <a:extLst>
              <a:ext uri="{FF2B5EF4-FFF2-40B4-BE49-F238E27FC236}">
                <a16:creationId xmlns:a16="http://schemas.microsoft.com/office/drawing/2014/main" id="{92B73AD6-2648-7262-1B85-C6E53449DCAC}"/>
              </a:ext>
            </a:extLst>
          </p:cNvPr>
          <p:cNvSpPr/>
          <p:nvPr/>
        </p:nvSpPr>
        <p:spPr>
          <a:xfrm>
            <a:off x="130814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1E9876B-9ACC-59CC-B075-160E3FA96640}"/>
              </a:ext>
            </a:extLst>
          </p:cNvPr>
          <p:cNvSpPr/>
          <p:nvPr/>
        </p:nvSpPr>
        <p:spPr>
          <a:xfrm>
            <a:off x="130814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06FE5BBF-71D8-10E4-7AFD-5199F51A5601}"/>
              </a:ext>
            </a:extLst>
          </p:cNvPr>
          <p:cNvSpPr/>
          <p:nvPr/>
        </p:nvSpPr>
        <p:spPr>
          <a:xfrm>
            <a:off x="130814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76FBCEDD-D89F-CB8F-E4F6-D849C7DD85B3}"/>
              </a:ext>
            </a:extLst>
          </p:cNvPr>
          <p:cNvSpPr/>
          <p:nvPr/>
        </p:nvSpPr>
        <p:spPr>
          <a:xfrm>
            <a:off x="130814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32719D43-51BE-1B48-C6E3-6FF3B5F3581E}"/>
              </a:ext>
            </a:extLst>
          </p:cNvPr>
          <p:cNvSpPr/>
          <p:nvPr/>
        </p:nvSpPr>
        <p:spPr>
          <a:xfrm>
            <a:off x="130814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670E9982-BB51-AB5A-FCA6-98EB37046D01}"/>
              </a:ext>
            </a:extLst>
          </p:cNvPr>
          <p:cNvSpPr/>
          <p:nvPr/>
        </p:nvSpPr>
        <p:spPr>
          <a:xfrm>
            <a:off x="130814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2AA7AA46-E891-3E40-7866-07EE3F34E6B9}"/>
              </a:ext>
            </a:extLst>
          </p:cNvPr>
          <p:cNvSpPr/>
          <p:nvPr/>
        </p:nvSpPr>
        <p:spPr>
          <a:xfrm>
            <a:off x="130814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6352B23-A28A-4925-3FA8-2C82DEA76BDB}"/>
              </a:ext>
            </a:extLst>
          </p:cNvPr>
          <p:cNvSpPr/>
          <p:nvPr/>
        </p:nvSpPr>
        <p:spPr>
          <a:xfrm>
            <a:off x="130814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0111908A-D0B0-C3F1-12CE-9EA4DFF2EB30}"/>
              </a:ext>
            </a:extLst>
          </p:cNvPr>
          <p:cNvSpPr/>
          <p:nvPr/>
        </p:nvSpPr>
        <p:spPr>
          <a:xfrm>
            <a:off x="130814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80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" name="Freeform 117">
            <a:extLst>
              <a:ext uri="{FF2B5EF4-FFF2-40B4-BE49-F238E27FC236}">
                <a16:creationId xmlns:a16="http://schemas.microsoft.com/office/drawing/2014/main" id="{47C97320-320D-DB55-D0D2-A12782D36CFD}"/>
              </a:ext>
            </a:extLst>
          </p:cNvPr>
          <p:cNvSpPr/>
          <p:nvPr/>
        </p:nvSpPr>
        <p:spPr>
          <a:xfrm>
            <a:off x="130814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FF032F3-CB8D-33A1-1CB4-A77E732B5924}"/>
              </a:ext>
            </a:extLst>
          </p:cNvPr>
          <p:cNvSpPr/>
          <p:nvPr/>
        </p:nvSpPr>
        <p:spPr>
          <a:xfrm>
            <a:off x="130814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7147CCEB-4706-A134-519B-B5E1AB094CED}"/>
              </a:ext>
            </a:extLst>
          </p:cNvPr>
          <p:cNvSpPr/>
          <p:nvPr/>
        </p:nvSpPr>
        <p:spPr>
          <a:xfrm>
            <a:off x="130814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" name="Freeform 120">
            <a:extLst>
              <a:ext uri="{FF2B5EF4-FFF2-40B4-BE49-F238E27FC236}">
                <a16:creationId xmlns:a16="http://schemas.microsoft.com/office/drawing/2014/main" id="{E18061BB-3379-C4FC-91E6-6492B03798D2}"/>
              </a:ext>
            </a:extLst>
          </p:cNvPr>
          <p:cNvSpPr/>
          <p:nvPr/>
        </p:nvSpPr>
        <p:spPr>
          <a:xfrm>
            <a:off x="130814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" name="Freeform 121">
            <a:extLst>
              <a:ext uri="{FF2B5EF4-FFF2-40B4-BE49-F238E27FC236}">
                <a16:creationId xmlns:a16="http://schemas.microsoft.com/office/drawing/2014/main" id="{E334ABF2-B9F1-47E2-FF24-7FB6A849F1CD}"/>
              </a:ext>
            </a:extLst>
          </p:cNvPr>
          <p:cNvSpPr/>
          <p:nvPr/>
        </p:nvSpPr>
        <p:spPr>
          <a:xfrm>
            <a:off x="130814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97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35250506-DB00-B42B-9825-92C4B86B73CF}"/>
              </a:ext>
            </a:extLst>
          </p:cNvPr>
          <p:cNvSpPr/>
          <p:nvPr/>
        </p:nvSpPr>
        <p:spPr>
          <a:xfrm>
            <a:off x="130814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C4FA89E7-8793-9A92-B9A1-0D04650F58AC}"/>
              </a:ext>
            </a:extLst>
          </p:cNvPr>
          <p:cNvSpPr/>
          <p:nvPr/>
        </p:nvSpPr>
        <p:spPr>
          <a:xfrm>
            <a:off x="138453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B81F9BDC-A086-73BC-B6FE-8130F047CEF0}"/>
              </a:ext>
            </a:extLst>
          </p:cNvPr>
          <p:cNvSpPr/>
          <p:nvPr/>
        </p:nvSpPr>
        <p:spPr>
          <a:xfrm>
            <a:off x="138453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BDC25BE5-5FB9-549C-4244-E2B67D7DDD25}"/>
              </a:ext>
            </a:extLst>
          </p:cNvPr>
          <p:cNvSpPr/>
          <p:nvPr/>
        </p:nvSpPr>
        <p:spPr>
          <a:xfrm>
            <a:off x="138453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71C7738E-6FDB-3A2A-261B-D59F8FE0F187}"/>
              </a:ext>
            </a:extLst>
          </p:cNvPr>
          <p:cNvSpPr/>
          <p:nvPr/>
        </p:nvSpPr>
        <p:spPr>
          <a:xfrm>
            <a:off x="138453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EDEB2E82-008B-77D7-4DBC-9711266C24AA}"/>
              </a:ext>
            </a:extLst>
          </p:cNvPr>
          <p:cNvSpPr/>
          <p:nvPr/>
        </p:nvSpPr>
        <p:spPr>
          <a:xfrm>
            <a:off x="138453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48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319DF85C-D138-7CE5-1DED-8AF862E8606D}"/>
              </a:ext>
            </a:extLst>
          </p:cNvPr>
          <p:cNvSpPr/>
          <p:nvPr/>
        </p:nvSpPr>
        <p:spPr>
          <a:xfrm>
            <a:off x="138453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682DB812-B9C7-96FC-1CF1-FCE77BE4CAC8}"/>
              </a:ext>
            </a:extLst>
          </p:cNvPr>
          <p:cNvSpPr/>
          <p:nvPr/>
        </p:nvSpPr>
        <p:spPr>
          <a:xfrm>
            <a:off x="138453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206AB1DF-2FD5-379C-BC86-B03239E0ECE3}"/>
              </a:ext>
            </a:extLst>
          </p:cNvPr>
          <p:cNvSpPr/>
          <p:nvPr/>
        </p:nvSpPr>
        <p:spPr>
          <a:xfrm>
            <a:off x="138453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FAD82D3B-469D-6751-0CAA-62176DAF92A7}"/>
              </a:ext>
            </a:extLst>
          </p:cNvPr>
          <p:cNvSpPr/>
          <p:nvPr/>
        </p:nvSpPr>
        <p:spPr>
          <a:xfrm>
            <a:off x="138453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9733D275-E300-ADA1-14DD-D87AE6BD0F16}"/>
              </a:ext>
            </a:extLst>
          </p:cNvPr>
          <p:cNvSpPr/>
          <p:nvPr/>
        </p:nvSpPr>
        <p:spPr>
          <a:xfrm>
            <a:off x="138453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E8354A57-0975-B02B-DB03-AC9FB4E8B29A}"/>
              </a:ext>
            </a:extLst>
          </p:cNvPr>
          <p:cNvSpPr/>
          <p:nvPr/>
        </p:nvSpPr>
        <p:spPr>
          <a:xfrm>
            <a:off x="138453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97BD5CDF-B18D-6689-6726-F5FB52B2FF4A}"/>
              </a:ext>
            </a:extLst>
          </p:cNvPr>
          <p:cNvSpPr/>
          <p:nvPr/>
        </p:nvSpPr>
        <p:spPr>
          <a:xfrm>
            <a:off x="138453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AE769AFC-7BAB-67F2-B5F6-1C836F045648}"/>
              </a:ext>
            </a:extLst>
          </p:cNvPr>
          <p:cNvSpPr/>
          <p:nvPr/>
        </p:nvSpPr>
        <p:spPr>
          <a:xfrm>
            <a:off x="138453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28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9C8F194C-500F-4560-ABB7-31B48A6E5BE3}"/>
              </a:ext>
            </a:extLst>
          </p:cNvPr>
          <p:cNvSpPr/>
          <p:nvPr/>
        </p:nvSpPr>
        <p:spPr>
          <a:xfrm>
            <a:off x="138453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04FE8C19-105C-9AC7-8E09-5DB3A22B1E5E}"/>
              </a:ext>
            </a:extLst>
          </p:cNvPr>
          <p:cNvSpPr/>
          <p:nvPr/>
        </p:nvSpPr>
        <p:spPr>
          <a:xfrm>
            <a:off x="138453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062E2B9A-872F-442F-C41D-0E7A42401F2F}"/>
              </a:ext>
            </a:extLst>
          </p:cNvPr>
          <p:cNvSpPr/>
          <p:nvPr/>
        </p:nvSpPr>
        <p:spPr>
          <a:xfrm>
            <a:off x="138453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896FD9D-2E40-D4CE-6BC8-9F85FB9EDAAE}"/>
              </a:ext>
            </a:extLst>
          </p:cNvPr>
          <p:cNvSpPr/>
          <p:nvPr/>
        </p:nvSpPr>
        <p:spPr>
          <a:xfrm>
            <a:off x="138453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F7D585B5-70C4-0F24-5CC1-8E83D955C1B6}"/>
              </a:ext>
            </a:extLst>
          </p:cNvPr>
          <p:cNvSpPr/>
          <p:nvPr/>
        </p:nvSpPr>
        <p:spPr>
          <a:xfrm>
            <a:off x="138453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C3C8153F-74BE-43AF-6434-801F20DD11CE}"/>
              </a:ext>
            </a:extLst>
          </p:cNvPr>
          <p:cNvSpPr/>
          <p:nvPr/>
        </p:nvSpPr>
        <p:spPr>
          <a:xfrm>
            <a:off x="138453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E388BA9F-E9EC-269A-D6D1-5FCD1A8D361A}"/>
              </a:ext>
            </a:extLst>
          </p:cNvPr>
          <p:cNvSpPr/>
          <p:nvPr/>
        </p:nvSpPr>
        <p:spPr>
          <a:xfrm>
            <a:off x="1460882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C27788C0-14E0-1D1D-E68F-64E864714EAA}"/>
              </a:ext>
            </a:extLst>
          </p:cNvPr>
          <p:cNvSpPr/>
          <p:nvPr/>
        </p:nvSpPr>
        <p:spPr>
          <a:xfrm>
            <a:off x="1460882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3DC4E92D-3613-3EC5-6198-FC660DE2C5C6}"/>
              </a:ext>
            </a:extLst>
          </p:cNvPr>
          <p:cNvSpPr/>
          <p:nvPr/>
        </p:nvSpPr>
        <p:spPr>
          <a:xfrm>
            <a:off x="1460882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FEDA065A-958B-E811-D661-28442735B73C}"/>
              </a:ext>
            </a:extLst>
          </p:cNvPr>
          <p:cNvSpPr/>
          <p:nvPr/>
        </p:nvSpPr>
        <p:spPr>
          <a:xfrm>
            <a:off x="1460882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B9389012-05FF-0512-9686-B38ADE901F47}"/>
              </a:ext>
            </a:extLst>
          </p:cNvPr>
          <p:cNvSpPr/>
          <p:nvPr/>
        </p:nvSpPr>
        <p:spPr>
          <a:xfrm>
            <a:off x="1460882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B02F0F41-1576-9934-0921-C7FED2CB14C6}"/>
              </a:ext>
            </a:extLst>
          </p:cNvPr>
          <p:cNvSpPr/>
          <p:nvPr/>
        </p:nvSpPr>
        <p:spPr>
          <a:xfrm>
            <a:off x="1460882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3DA96EA7-37C6-3963-5B60-D2006523A52D}"/>
              </a:ext>
            </a:extLst>
          </p:cNvPr>
          <p:cNvSpPr/>
          <p:nvPr/>
        </p:nvSpPr>
        <p:spPr>
          <a:xfrm>
            <a:off x="1460882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0" name="Freeform 149">
            <a:extLst>
              <a:ext uri="{FF2B5EF4-FFF2-40B4-BE49-F238E27FC236}">
                <a16:creationId xmlns:a16="http://schemas.microsoft.com/office/drawing/2014/main" id="{549DF5A6-7F56-C8D1-DB2F-1DB41C0C27D0}"/>
              </a:ext>
            </a:extLst>
          </p:cNvPr>
          <p:cNvSpPr/>
          <p:nvPr/>
        </p:nvSpPr>
        <p:spPr>
          <a:xfrm>
            <a:off x="1460882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1" name="Freeform 150">
            <a:extLst>
              <a:ext uri="{FF2B5EF4-FFF2-40B4-BE49-F238E27FC236}">
                <a16:creationId xmlns:a16="http://schemas.microsoft.com/office/drawing/2014/main" id="{8D0003F9-C1B9-88A0-71C5-37045A4ABAE1}"/>
              </a:ext>
            </a:extLst>
          </p:cNvPr>
          <p:cNvSpPr/>
          <p:nvPr/>
        </p:nvSpPr>
        <p:spPr>
          <a:xfrm>
            <a:off x="1460882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82C09CC-DDBD-DA64-C723-1708647ACA6B}"/>
              </a:ext>
            </a:extLst>
          </p:cNvPr>
          <p:cNvSpPr/>
          <p:nvPr/>
        </p:nvSpPr>
        <p:spPr>
          <a:xfrm>
            <a:off x="1460882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04EEC4A3-D1BB-681C-D155-3EB888CD26DA}"/>
              </a:ext>
            </a:extLst>
          </p:cNvPr>
          <p:cNvSpPr/>
          <p:nvPr/>
        </p:nvSpPr>
        <p:spPr>
          <a:xfrm>
            <a:off x="1460882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4" name="Freeform 153">
            <a:extLst>
              <a:ext uri="{FF2B5EF4-FFF2-40B4-BE49-F238E27FC236}">
                <a16:creationId xmlns:a16="http://schemas.microsoft.com/office/drawing/2014/main" id="{4A70D9C2-5CAA-0EB9-23F3-8677579F4061}"/>
              </a:ext>
            </a:extLst>
          </p:cNvPr>
          <p:cNvSpPr/>
          <p:nvPr/>
        </p:nvSpPr>
        <p:spPr>
          <a:xfrm>
            <a:off x="1460882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8E9899EB-80BE-F898-575D-D1FF399CA4A8}"/>
              </a:ext>
            </a:extLst>
          </p:cNvPr>
          <p:cNvSpPr/>
          <p:nvPr/>
        </p:nvSpPr>
        <p:spPr>
          <a:xfrm>
            <a:off x="1460882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CF55D69C-70E0-95E6-A3A2-0D25CBE8A199}"/>
              </a:ext>
            </a:extLst>
          </p:cNvPr>
          <p:cNvSpPr/>
          <p:nvPr/>
        </p:nvSpPr>
        <p:spPr>
          <a:xfrm>
            <a:off x="1460882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7" name="Freeform 156">
            <a:extLst>
              <a:ext uri="{FF2B5EF4-FFF2-40B4-BE49-F238E27FC236}">
                <a16:creationId xmlns:a16="http://schemas.microsoft.com/office/drawing/2014/main" id="{3A23A1B4-F6E4-0180-1186-3C061C6E4DE1}"/>
              </a:ext>
            </a:extLst>
          </p:cNvPr>
          <p:cNvSpPr/>
          <p:nvPr/>
        </p:nvSpPr>
        <p:spPr>
          <a:xfrm>
            <a:off x="1460882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7A0C3E2A-22B4-6FD0-541D-F18CEA236108}"/>
              </a:ext>
            </a:extLst>
          </p:cNvPr>
          <p:cNvSpPr/>
          <p:nvPr/>
        </p:nvSpPr>
        <p:spPr>
          <a:xfrm>
            <a:off x="1460882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9" name="Freeform 158">
            <a:extLst>
              <a:ext uri="{FF2B5EF4-FFF2-40B4-BE49-F238E27FC236}">
                <a16:creationId xmlns:a16="http://schemas.microsoft.com/office/drawing/2014/main" id="{364DF5E3-D577-2059-A046-385FDFC90694}"/>
              </a:ext>
            </a:extLst>
          </p:cNvPr>
          <p:cNvSpPr/>
          <p:nvPr/>
        </p:nvSpPr>
        <p:spPr>
          <a:xfrm>
            <a:off x="1460882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E2147C09-4D9A-C1C3-639C-B3B6C79A1D03}"/>
              </a:ext>
            </a:extLst>
          </p:cNvPr>
          <p:cNvSpPr/>
          <p:nvPr/>
        </p:nvSpPr>
        <p:spPr>
          <a:xfrm>
            <a:off x="1460882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908C8400-96F9-43ED-0CD9-96CC9265BCB6}"/>
              </a:ext>
            </a:extLst>
          </p:cNvPr>
          <p:cNvSpPr/>
          <p:nvPr/>
        </p:nvSpPr>
        <p:spPr>
          <a:xfrm>
            <a:off x="1460882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2" name="Freeform 161">
            <a:extLst>
              <a:ext uri="{FF2B5EF4-FFF2-40B4-BE49-F238E27FC236}">
                <a16:creationId xmlns:a16="http://schemas.microsoft.com/office/drawing/2014/main" id="{6906DC69-567C-D469-D125-C8A7DCDFBD44}"/>
              </a:ext>
            </a:extLst>
          </p:cNvPr>
          <p:cNvSpPr/>
          <p:nvPr/>
        </p:nvSpPr>
        <p:spPr>
          <a:xfrm>
            <a:off x="153726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867903AF-FB78-1DAD-CF9B-D59FA6772005}"/>
              </a:ext>
            </a:extLst>
          </p:cNvPr>
          <p:cNvSpPr/>
          <p:nvPr/>
        </p:nvSpPr>
        <p:spPr>
          <a:xfrm>
            <a:off x="153726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53171948-6A82-56E2-83DC-BEC028E0FA8D}"/>
              </a:ext>
            </a:extLst>
          </p:cNvPr>
          <p:cNvSpPr/>
          <p:nvPr/>
        </p:nvSpPr>
        <p:spPr>
          <a:xfrm>
            <a:off x="153726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A8F7539F-83F4-E3A3-6729-2BABF536B768}"/>
              </a:ext>
            </a:extLst>
          </p:cNvPr>
          <p:cNvSpPr/>
          <p:nvPr/>
        </p:nvSpPr>
        <p:spPr>
          <a:xfrm>
            <a:off x="153726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9B24686F-7754-1599-8974-5E2D430319C1}"/>
              </a:ext>
            </a:extLst>
          </p:cNvPr>
          <p:cNvSpPr/>
          <p:nvPr/>
        </p:nvSpPr>
        <p:spPr>
          <a:xfrm>
            <a:off x="153726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C7C3816A-EE72-4812-C66D-A68FE700B423}"/>
              </a:ext>
            </a:extLst>
          </p:cNvPr>
          <p:cNvSpPr/>
          <p:nvPr/>
        </p:nvSpPr>
        <p:spPr>
          <a:xfrm>
            <a:off x="153726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FA0FB09B-16CE-4E5D-09CF-5BC5D01352DD}"/>
              </a:ext>
            </a:extLst>
          </p:cNvPr>
          <p:cNvSpPr/>
          <p:nvPr/>
        </p:nvSpPr>
        <p:spPr>
          <a:xfrm>
            <a:off x="153726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4145877E-B155-5E98-55C1-963B11E32935}"/>
              </a:ext>
            </a:extLst>
          </p:cNvPr>
          <p:cNvSpPr/>
          <p:nvPr/>
        </p:nvSpPr>
        <p:spPr>
          <a:xfrm>
            <a:off x="153726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958A9F64-EB1D-0B82-9C10-274A38EBEAF0}"/>
              </a:ext>
            </a:extLst>
          </p:cNvPr>
          <p:cNvSpPr/>
          <p:nvPr/>
        </p:nvSpPr>
        <p:spPr>
          <a:xfrm>
            <a:off x="153726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9C317B72-5D89-1320-EC54-05634BC5775C}"/>
              </a:ext>
            </a:extLst>
          </p:cNvPr>
          <p:cNvSpPr/>
          <p:nvPr/>
        </p:nvSpPr>
        <p:spPr>
          <a:xfrm>
            <a:off x="153726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35C32819-B458-FCA6-61DD-C1958C5E13ED}"/>
              </a:ext>
            </a:extLst>
          </p:cNvPr>
          <p:cNvSpPr/>
          <p:nvPr/>
        </p:nvSpPr>
        <p:spPr>
          <a:xfrm>
            <a:off x="153726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E4BF851F-4A04-3736-30AD-0FD893CABC32}"/>
              </a:ext>
            </a:extLst>
          </p:cNvPr>
          <p:cNvSpPr/>
          <p:nvPr/>
        </p:nvSpPr>
        <p:spPr>
          <a:xfrm>
            <a:off x="153726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4" name="Freeform 173">
            <a:extLst>
              <a:ext uri="{FF2B5EF4-FFF2-40B4-BE49-F238E27FC236}">
                <a16:creationId xmlns:a16="http://schemas.microsoft.com/office/drawing/2014/main" id="{FCB706AC-BBF8-EC28-DCFB-EC39F42F2CFA}"/>
              </a:ext>
            </a:extLst>
          </p:cNvPr>
          <p:cNvSpPr/>
          <p:nvPr/>
        </p:nvSpPr>
        <p:spPr>
          <a:xfrm>
            <a:off x="153726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46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5" name="Freeform 174">
            <a:extLst>
              <a:ext uri="{FF2B5EF4-FFF2-40B4-BE49-F238E27FC236}">
                <a16:creationId xmlns:a16="http://schemas.microsoft.com/office/drawing/2014/main" id="{8EFD945C-E01C-A550-8F52-DBEDBE663F94}"/>
              </a:ext>
            </a:extLst>
          </p:cNvPr>
          <p:cNvSpPr/>
          <p:nvPr/>
        </p:nvSpPr>
        <p:spPr>
          <a:xfrm>
            <a:off x="153726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6" name="Freeform 175">
            <a:extLst>
              <a:ext uri="{FF2B5EF4-FFF2-40B4-BE49-F238E27FC236}">
                <a16:creationId xmlns:a16="http://schemas.microsoft.com/office/drawing/2014/main" id="{11A05C01-2241-869F-A1AB-6BE28BC0B339}"/>
              </a:ext>
            </a:extLst>
          </p:cNvPr>
          <p:cNvSpPr/>
          <p:nvPr/>
        </p:nvSpPr>
        <p:spPr>
          <a:xfrm>
            <a:off x="153726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7" name="Freeform 176">
            <a:extLst>
              <a:ext uri="{FF2B5EF4-FFF2-40B4-BE49-F238E27FC236}">
                <a16:creationId xmlns:a16="http://schemas.microsoft.com/office/drawing/2014/main" id="{82215A42-A91D-0B38-63B5-A41001C2C312}"/>
              </a:ext>
            </a:extLst>
          </p:cNvPr>
          <p:cNvSpPr/>
          <p:nvPr/>
        </p:nvSpPr>
        <p:spPr>
          <a:xfrm>
            <a:off x="153726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8" name="Freeform 177">
            <a:extLst>
              <a:ext uri="{FF2B5EF4-FFF2-40B4-BE49-F238E27FC236}">
                <a16:creationId xmlns:a16="http://schemas.microsoft.com/office/drawing/2014/main" id="{C1D23E15-07F8-3DBE-47D0-9E4E90CCC4D7}"/>
              </a:ext>
            </a:extLst>
          </p:cNvPr>
          <p:cNvSpPr/>
          <p:nvPr/>
        </p:nvSpPr>
        <p:spPr>
          <a:xfrm>
            <a:off x="153726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9" name="Freeform 178">
            <a:extLst>
              <a:ext uri="{FF2B5EF4-FFF2-40B4-BE49-F238E27FC236}">
                <a16:creationId xmlns:a16="http://schemas.microsoft.com/office/drawing/2014/main" id="{55DBE79E-8615-226C-8371-307A69248C75}"/>
              </a:ext>
            </a:extLst>
          </p:cNvPr>
          <p:cNvSpPr/>
          <p:nvPr/>
        </p:nvSpPr>
        <p:spPr>
          <a:xfrm>
            <a:off x="153726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0" name="Freeform 179">
            <a:extLst>
              <a:ext uri="{FF2B5EF4-FFF2-40B4-BE49-F238E27FC236}">
                <a16:creationId xmlns:a16="http://schemas.microsoft.com/office/drawing/2014/main" id="{2EDE4E6E-DE27-3B20-867A-2BEF74D5B30C}"/>
              </a:ext>
            </a:extLst>
          </p:cNvPr>
          <p:cNvSpPr/>
          <p:nvPr/>
        </p:nvSpPr>
        <p:spPr>
          <a:xfrm>
            <a:off x="153726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1" name="Freeform 180">
            <a:extLst>
              <a:ext uri="{FF2B5EF4-FFF2-40B4-BE49-F238E27FC236}">
                <a16:creationId xmlns:a16="http://schemas.microsoft.com/office/drawing/2014/main" id="{5CB48627-3F74-966E-18DE-2C7D6DCEBFCF}"/>
              </a:ext>
            </a:extLst>
          </p:cNvPr>
          <p:cNvSpPr/>
          <p:nvPr/>
        </p:nvSpPr>
        <p:spPr>
          <a:xfrm>
            <a:off x="161361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2" name="Freeform 181">
            <a:extLst>
              <a:ext uri="{FF2B5EF4-FFF2-40B4-BE49-F238E27FC236}">
                <a16:creationId xmlns:a16="http://schemas.microsoft.com/office/drawing/2014/main" id="{A6259ED7-EB58-8A6F-7B17-12A41CD855DD}"/>
              </a:ext>
            </a:extLst>
          </p:cNvPr>
          <p:cNvSpPr/>
          <p:nvPr/>
        </p:nvSpPr>
        <p:spPr>
          <a:xfrm>
            <a:off x="161361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D7D5A578-4BEB-02ED-F354-F20FF9D2CF19}"/>
              </a:ext>
            </a:extLst>
          </p:cNvPr>
          <p:cNvSpPr/>
          <p:nvPr/>
        </p:nvSpPr>
        <p:spPr>
          <a:xfrm>
            <a:off x="161361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FF83499C-B043-1199-DFA3-DC7A6273F515}"/>
              </a:ext>
            </a:extLst>
          </p:cNvPr>
          <p:cNvSpPr/>
          <p:nvPr/>
        </p:nvSpPr>
        <p:spPr>
          <a:xfrm>
            <a:off x="161361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65A6E7E2-8733-E499-9E56-B014CCE2DF37}"/>
              </a:ext>
            </a:extLst>
          </p:cNvPr>
          <p:cNvSpPr/>
          <p:nvPr/>
        </p:nvSpPr>
        <p:spPr>
          <a:xfrm>
            <a:off x="161361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EE31252C-6245-D141-AC94-568F6C4CE040}"/>
              </a:ext>
            </a:extLst>
          </p:cNvPr>
          <p:cNvSpPr/>
          <p:nvPr/>
        </p:nvSpPr>
        <p:spPr>
          <a:xfrm>
            <a:off x="161361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E45223DF-3AD4-0B2A-5605-E9413D27327C}"/>
              </a:ext>
            </a:extLst>
          </p:cNvPr>
          <p:cNvSpPr/>
          <p:nvPr/>
        </p:nvSpPr>
        <p:spPr>
          <a:xfrm>
            <a:off x="161361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530591F0-6A95-A39D-6B40-41C13EAB69EF}"/>
              </a:ext>
            </a:extLst>
          </p:cNvPr>
          <p:cNvSpPr/>
          <p:nvPr/>
        </p:nvSpPr>
        <p:spPr>
          <a:xfrm>
            <a:off x="161361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55C1AA5D-A511-05E1-7E78-252A0E9FD643}"/>
              </a:ext>
            </a:extLst>
          </p:cNvPr>
          <p:cNvSpPr/>
          <p:nvPr/>
        </p:nvSpPr>
        <p:spPr>
          <a:xfrm>
            <a:off x="161361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CBD68398-629C-7C2C-029C-0BF9303FBEF0}"/>
              </a:ext>
            </a:extLst>
          </p:cNvPr>
          <p:cNvSpPr/>
          <p:nvPr/>
        </p:nvSpPr>
        <p:spPr>
          <a:xfrm>
            <a:off x="161361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73116389-419C-C920-0BE8-85DB7657D159}"/>
              </a:ext>
            </a:extLst>
          </p:cNvPr>
          <p:cNvSpPr/>
          <p:nvPr/>
        </p:nvSpPr>
        <p:spPr>
          <a:xfrm>
            <a:off x="161361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C0905B0E-032B-8C6D-BCA8-9D22FB210463}"/>
              </a:ext>
            </a:extLst>
          </p:cNvPr>
          <p:cNvSpPr/>
          <p:nvPr/>
        </p:nvSpPr>
        <p:spPr>
          <a:xfrm>
            <a:off x="161361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3" name="Freeform 192">
            <a:extLst>
              <a:ext uri="{FF2B5EF4-FFF2-40B4-BE49-F238E27FC236}">
                <a16:creationId xmlns:a16="http://schemas.microsoft.com/office/drawing/2014/main" id="{34746896-7F9E-01F6-E187-81A32B6A8431}"/>
              </a:ext>
            </a:extLst>
          </p:cNvPr>
          <p:cNvSpPr/>
          <p:nvPr/>
        </p:nvSpPr>
        <p:spPr>
          <a:xfrm>
            <a:off x="161361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9F6F1F5A-EBC6-B5AA-E50B-7239988BE8B9}"/>
              </a:ext>
            </a:extLst>
          </p:cNvPr>
          <p:cNvSpPr/>
          <p:nvPr/>
        </p:nvSpPr>
        <p:spPr>
          <a:xfrm>
            <a:off x="161361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BBA593E3-D22D-5C9C-0A27-82BE31738BAE}"/>
              </a:ext>
            </a:extLst>
          </p:cNvPr>
          <p:cNvSpPr/>
          <p:nvPr/>
        </p:nvSpPr>
        <p:spPr>
          <a:xfrm>
            <a:off x="161361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C92D7A30-F324-97C8-4D77-386FD70E7F60}"/>
              </a:ext>
            </a:extLst>
          </p:cNvPr>
          <p:cNvSpPr/>
          <p:nvPr/>
        </p:nvSpPr>
        <p:spPr>
          <a:xfrm>
            <a:off x="161361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9BDBFA6F-7DD5-23D8-0ADD-4E10C96FC96C}"/>
              </a:ext>
            </a:extLst>
          </p:cNvPr>
          <p:cNvSpPr/>
          <p:nvPr/>
        </p:nvSpPr>
        <p:spPr>
          <a:xfrm>
            <a:off x="161361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DDAFA15A-B5A3-2605-29E6-5454E73AE0EB}"/>
              </a:ext>
            </a:extLst>
          </p:cNvPr>
          <p:cNvSpPr/>
          <p:nvPr/>
        </p:nvSpPr>
        <p:spPr>
          <a:xfrm>
            <a:off x="161361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7E799BC6-EBE3-BE81-7E6C-8984639AFA59}"/>
              </a:ext>
            </a:extLst>
          </p:cNvPr>
          <p:cNvSpPr/>
          <p:nvPr/>
        </p:nvSpPr>
        <p:spPr>
          <a:xfrm>
            <a:off x="161361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262B703E-D75F-DEE2-F10A-C0BE2B1CF95C}"/>
              </a:ext>
            </a:extLst>
          </p:cNvPr>
          <p:cNvSpPr/>
          <p:nvPr/>
        </p:nvSpPr>
        <p:spPr>
          <a:xfrm>
            <a:off x="169000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D49E2372-5277-476C-5AD5-C11FB2BB2A9B}"/>
              </a:ext>
            </a:extLst>
          </p:cNvPr>
          <p:cNvSpPr/>
          <p:nvPr/>
        </p:nvSpPr>
        <p:spPr>
          <a:xfrm>
            <a:off x="169000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5515C792-98B1-4A0A-578F-8E4B7BF8E209}"/>
              </a:ext>
            </a:extLst>
          </p:cNvPr>
          <p:cNvSpPr/>
          <p:nvPr/>
        </p:nvSpPr>
        <p:spPr>
          <a:xfrm>
            <a:off x="169000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AF10716E-5169-84D5-DB5E-6371CBBD5173}"/>
              </a:ext>
            </a:extLst>
          </p:cNvPr>
          <p:cNvSpPr/>
          <p:nvPr/>
        </p:nvSpPr>
        <p:spPr>
          <a:xfrm>
            <a:off x="169000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4A21B8B2-C825-7D49-3ED2-33CEE6ECA880}"/>
              </a:ext>
            </a:extLst>
          </p:cNvPr>
          <p:cNvSpPr/>
          <p:nvPr/>
        </p:nvSpPr>
        <p:spPr>
          <a:xfrm>
            <a:off x="169000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B500F9BB-28B3-6B96-9283-F1A332418829}"/>
              </a:ext>
            </a:extLst>
          </p:cNvPr>
          <p:cNvSpPr/>
          <p:nvPr/>
        </p:nvSpPr>
        <p:spPr>
          <a:xfrm>
            <a:off x="169000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41F63F6C-C2D0-463D-CBD4-4E4111AF9352}"/>
              </a:ext>
            </a:extLst>
          </p:cNvPr>
          <p:cNvSpPr/>
          <p:nvPr/>
        </p:nvSpPr>
        <p:spPr>
          <a:xfrm>
            <a:off x="169000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350E6006-056C-5577-BB2E-65E7164EAB87}"/>
              </a:ext>
            </a:extLst>
          </p:cNvPr>
          <p:cNvSpPr/>
          <p:nvPr/>
        </p:nvSpPr>
        <p:spPr>
          <a:xfrm>
            <a:off x="169000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1FF8652D-826B-6F48-FB3C-51EC9E56D59D}"/>
              </a:ext>
            </a:extLst>
          </p:cNvPr>
          <p:cNvSpPr/>
          <p:nvPr/>
        </p:nvSpPr>
        <p:spPr>
          <a:xfrm>
            <a:off x="169000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87A834CA-A583-758B-533A-EE34AC4824FE}"/>
              </a:ext>
            </a:extLst>
          </p:cNvPr>
          <p:cNvSpPr/>
          <p:nvPr/>
        </p:nvSpPr>
        <p:spPr>
          <a:xfrm>
            <a:off x="169000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0" name="Freeform 209">
            <a:extLst>
              <a:ext uri="{FF2B5EF4-FFF2-40B4-BE49-F238E27FC236}">
                <a16:creationId xmlns:a16="http://schemas.microsoft.com/office/drawing/2014/main" id="{1A12B4C1-D36F-B06D-1669-5FC8ECC9E779}"/>
              </a:ext>
            </a:extLst>
          </p:cNvPr>
          <p:cNvSpPr/>
          <p:nvPr/>
        </p:nvSpPr>
        <p:spPr>
          <a:xfrm>
            <a:off x="169000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60A3ECF9-597E-C6A0-7847-1FF9EE969210}"/>
              </a:ext>
            </a:extLst>
          </p:cNvPr>
          <p:cNvSpPr/>
          <p:nvPr/>
        </p:nvSpPr>
        <p:spPr>
          <a:xfrm>
            <a:off x="169000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ED539BF0-31C2-E43B-FF2A-C8C5A2B6D307}"/>
              </a:ext>
            </a:extLst>
          </p:cNvPr>
          <p:cNvSpPr/>
          <p:nvPr/>
        </p:nvSpPr>
        <p:spPr>
          <a:xfrm>
            <a:off x="169000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2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FC69A323-461E-ECC4-E358-7BB458B01FC9}"/>
              </a:ext>
            </a:extLst>
          </p:cNvPr>
          <p:cNvSpPr/>
          <p:nvPr/>
        </p:nvSpPr>
        <p:spPr>
          <a:xfrm>
            <a:off x="169000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5E605049-A6CE-2A66-EF19-1B877CD487EB}"/>
              </a:ext>
            </a:extLst>
          </p:cNvPr>
          <p:cNvSpPr/>
          <p:nvPr/>
        </p:nvSpPr>
        <p:spPr>
          <a:xfrm>
            <a:off x="169000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1AD4847C-84AA-2527-A642-97BB8FD941E1}"/>
              </a:ext>
            </a:extLst>
          </p:cNvPr>
          <p:cNvSpPr/>
          <p:nvPr/>
        </p:nvSpPr>
        <p:spPr>
          <a:xfrm>
            <a:off x="169000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28FD4633-3F4D-9E1A-8458-617FAC2737CD}"/>
              </a:ext>
            </a:extLst>
          </p:cNvPr>
          <p:cNvSpPr/>
          <p:nvPr/>
        </p:nvSpPr>
        <p:spPr>
          <a:xfrm>
            <a:off x="169000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03682034-1F8E-C13B-62E2-4E23787CDEC0}"/>
              </a:ext>
            </a:extLst>
          </p:cNvPr>
          <p:cNvSpPr/>
          <p:nvPr/>
        </p:nvSpPr>
        <p:spPr>
          <a:xfrm>
            <a:off x="169000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42ED8A6B-ABD7-D808-487A-C0AFF8D709F8}"/>
              </a:ext>
            </a:extLst>
          </p:cNvPr>
          <p:cNvSpPr/>
          <p:nvPr/>
        </p:nvSpPr>
        <p:spPr>
          <a:xfrm>
            <a:off x="169000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9" name="Freeform 218">
            <a:extLst>
              <a:ext uri="{FF2B5EF4-FFF2-40B4-BE49-F238E27FC236}">
                <a16:creationId xmlns:a16="http://schemas.microsoft.com/office/drawing/2014/main" id="{FF4B2171-7300-E353-8DCF-FD720CBDD610}"/>
              </a:ext>
            </a:extLst>
          </p:cNvPr>
          <p:cNvSpPr/>
          <p:nvPr/>
        </p:nvSpPr>
        <p:spPr>
          <a:xfrm>
            <a:off x="1766352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0" name="Freeform 219">
            <a:extLst>
              <a:ext uri="{FF2B5EF4-FFF2-40B4-BE49-F238E27FC236}">
                <a16:creationId xmlns:a16="http://schemas.microsoft.com/office/drawing/2014/main" id="{482804F6-B12B-FF27-7420-7A1DD0C5A378}"/>
              </a:ext>
            </a:extLst>
          </p:cNvPr>
          <p:cNvSpPr/>
          <p:nvPr/>
        </p:nvSpPr>
        <p:spPr>
          <a:xfrm>
            <a:off x="1766352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46829FFE-7C88-0556-5FD3-A9F1890AE003}"/>
              </a:ext>
            </a:extLst>
          </p:cNvPr>
          <p:cNvSpPr/>
          <p:nvPr/>
        </p:nvSpPr>
        <p:spPr>
          <a:xfrm>
            <a:off x="1766352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2" name="Freeform 221">
            <a:extLst>
              <a:ext uri="{FF2B5EF4-FFF2-40B4-BE49-F238E27FC236}">
                <a16:creationId xmlns:a16="http://schemas.microsoft.com/office/drawing/2014/main" id="{FFEB1255-AB64-36B7-E74E-580B73BB952D}"/>
              </a:ext>
            </a:extLst>
          </p:cNvPr>
          <p:cNvSpPr/>
          <p:nvPr/>
        </p:nvSpPr>
        <p:spPr>
          <a:xfrm>
            <a:off x="1766352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3" name="Freeform 222">
            <a:extLst>
              <a:ext uri="{FF2B5EF4-FFF2-40B4-BE49-F238E27FC236}">
                <a16:creationId xmlns:a16="http://schemas.microsoft.com/office/drawing/2014/main" id="{B6D66136-C5E0-7199-1EF7-5437F2DFF243}"/>
              </a:ext>
            </a:extLst>
          </p:cNvPr>
          <p:cNvSpPr/>
          <p:nvPr/>
        </p:nvSpPr>
        <p:spPr>
          <a:xfrm>
            <a:off x="1766352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6DA9DAF2-86EB-C5F2-B225-3CA0E7E2021B}"/>
              </a:ext>
            </a:extLst>
          </p:cNvPr>
          <p:cNvSpPr/>
          <p:nvPr/>
        </p:nvSpPr>
        <p:spPr>
          <a:xfrm>
            <a:off x="1766352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5" name="Freeform 224">
            <a:extLst>
              <a:ext uri="{FF2B5EF4-FFF2-40B4-BE49-F238E27FC236}">
                <a16:creationId xmlns:a16="http://schemas.microsoft.com/office/drawing/2014/main" id="{15AC70F9-08B4-F45B-17B0-76EA1A39BB39}"/>
              </a:ext>
            </a:extLst>
          </p:cNvPr>
          <p:cNvSpPr/>
          <p:nvPr/>
        </p:nvSpPr>
        <p:spPr>
          <a:xfrm>
            <a:off x="1766352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8F355148-C87B-7B24-8B10-F682C989EC7A}"/>
              </a:ext>
            </a:extLst>
          </p:cNvPr>
          <p:cNvSpPr/>
          <p:nvPr/>
        </p:nvSpPr>
        <p:spPr>
          <a:xfrm>
            <a:off x="1766352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DDBC2351-A0D3-1B72-EB48-7083477BAD24}"/>
              </a:ext>
            </a:extLst>
          </p:cNvPr>
          <p:cNvSpPr/>
          <p:nvPr/>
        </p:nvSpPr>
        <p:spPr>
          <a:xfrm>
            <a:off x="1766352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C54C9AB3-531E-997A-3E3F-148D51D85846}"/>
              </a:ext>
            </a:extLst>
          </p:cNvPr>
          <p:cNvSpPr/>
          <p:nvPr/>
        </p:nvSpPr>
        <p:spPr>
          <a:xfrm>
            <a:off x="1766352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44C4C08E-BAE1-ADC5-D0B8-766AC3634202}"/>
              </a:ext>
            </a:extLst>
          </p:cNvPr>
          <p:cNvSpPr/>
          <p:nvPr/>
        </p:nvSpPr>
        <p:spPr>
          <a:xfrm>
            <a:off x="1766352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0" name="Freeform 229">
            <a:extLst>
              <a:ext uri="{FF2B5EF4-FFF2-40B4-BE49-F238E27FC236}">
                <a16:creationId xmlns:a16="http://schemas.microsoft.com/office/drawing/2014/main" id="{B8A0D593-06C5-D6BD-EB3A-447964B94F17}"/>
              </a:ext>
            </a:extLst>
          </p:cNvPr>
          <p:cNvSpPr/>
          <p:nvPr/>
        </p:nvSpPr>
        <p:spPr>
          <a:xfrm>
            <a:off x="1766352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A1DEE50F-6FC7-CCE2-E623-956777FE9B10}"/>
              </a:ext>
            </a:extLst>
          </p:cNvPr>
          <p:cNvSpPr/>
          <p:nvPr/>
        </p:nvSpPr>
        <p:spPr>
          <a:xfrm>
            <a:off x="1766352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28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653C8CAB-E9B4-0568-45E6-AD81AB8C4014}"/>
              </a:ext>
            </a:extLst>
          </p:cNvPr>
          <p:cNvSpPr/>
          <p:nvPr/>
        </p:nvSpPr>
        <p:spPr>
          <a:xfrm>
            <a:off x="1766352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A0051664-2EEE-E9E1-6EC3-56788B1D29EF}"/>
              </a:ext>
            </a:extLst>
          </p:cNvPr>
          <p:cNvSpPr/>
          <p:nvPr/>
        </p:nvSpPr>
        <p:spPr>
          <a:xfrm>
            <a:off x="1766352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658EFFD4-865D-CAF4-B622-6EEF7A3F6498}"/>
              </a:ext>
            </a:extLst>
          </p:cNvPr>
          <p:cNvSpPr/>
          <p:nvPr/>
        </p:nvSpPr>
        <p:spPr>
          <a:xfrm>
            <a:off x="1766352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8EEF9C00-91A6-8D1A-9BBE-9DF16A692906}"/>
              </a:ext>
            </a:extLst>
          </p:cNvPr>
          <p:cNvSpPr/>
          <p:nvPr/>
        </p:nvSpPr>
        <p:spPr>
          <a:xfrm>
            <a:off x="1766352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6" name="Freeform 235">
            <a:extLst>
              <a:ext uri="{FF2B5EF4-FFF2-40B4-BE49-F238E27FC236}">
                <a16:creationId xmlns:a16="http://schemas.microsoft.com/office/drawing/2014/main" id="{ACE59C9C-9B03-1293-E749-3B5C912EA9F9}"/>
              </a:ext>
            </a:extLst>
          </p:cNvPr>
          <p:cNvSpPr/>
          <p:nvPr/>
        </p:nvSpPr>
        <p:spPr>
          <a:xfrm>
            <a:off x="1766352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7" name="Freeform 236">
            <a:extLst>
              <a:ext uri="{FF2B5EF4-FFF2-40B4-BE49-F238E27FC236}">
                <a16:creationId xmlns:a16="http://schemas.microsoft.com/office/drawing/2014/main" id="{1493594D-1AC2-8D15-CEFE-D879B5841796}"/>
              </a:ext>
            </a:extLst>
          </p:cNvPr>
          <p:cNvSpPr/>
          <p:nvPr/>
        </p:nvSpPr>
        <p:spPr>
          <a:xfrm>
            <a:off x="1766352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15CAF3AB-1526-989A-9F41-6E80DD0231EB}"/>
              </a:ext>
            </a:extLst>
          </p:cNvPr>
          <p:cNvSpPr/>
          <p:nvPr/>
        </p:nvSpPr>
        <p:spPr>
          <a:xfrm>
            <a:off x="184270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55E25511-5507-E319-B884-30121F3E710F}"/>
              </a:ext>
            </a:extLst>
          </p:cNvPr>
          <p:cNvSpPr/>
          <p:nvPr/>
        </p:nvSpPr>
        <p:spPr>
          <a:xfrm>
            <a:off x="184270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07EF2167-3DE9-4B01-83DC-0386E65F812D}"/>
              </a:ext>
            </a:extLst>
          </p:cNvPr>
          <p:cNvSpPr/>
          <p:nvPr/>
        </p:nvSpPr>
        <p:spPr>
          <a:xfrm>
            <a:off x="184270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69930A6C-6484-BAE0-FE84-3B5AFDB47F98}"/>
              </a:ext>
            </a:extLst>
          </p:cNvPr>
          <p:cNvSpPr/>
          <p:nvPr/>
        </p:nvSpPr>
        <p:spPr>
          <a:xfrm>
            <a:off x="184270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8135DC88-BC13-0AB0-44A5-0179F683B475}"/>
              </a:ext>
            </a:extLst>
          </p:cNvPr>
          <p:cNvSpPr/>
          <p:nvPr/>
        </p:nvSpPr>
        <p:spPr>
          <a:xfrm>
            <a:off x="184270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AB95350E-E2A7-0B23-D1E4-71368D0567DB}"/>
              </a:ext>
            </a:extLst>
          </p:cNvPr>
          <p:cNvSpPr/>
          <p:nvPr/>
        </p:nvSpPr>
        <p:spPr>
          <a:xfrm>
            <a:off x="184270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A253CEB4-55FE-C6D8-E3F0-133DE6A7B22F}"/>
              </a:ext>
            </a:extLst>
          </p:cNvPr>
          <p:cNvSpPr/>
          <p:nvPr/>
        </p:nvSpPr>
        <p:spPr>
          <a:xfrm>
            <a:off x="184270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6F3083DF-FF50-F657-4511-5526E8306CD4}"/>
              </a:ext>
            </a:extLst>
          </p:cNvPr>
          <p:cNvSpPr/>
          <p:nvPr/>
        </p:nvSpPr>
        <p:spPr>
          <a:xfrm>
            <a:off x="184270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9188BA8D-279C-C7E1-EC10-4289519C6417}"/>
              </a:ext>
            </a:extLst>
          </p:cNvPr>
          <p:cNvSpPr/>
          <p:nvPr/>
        </p:nvSpPr>
        <p:spPr>
          <a:xfrm>
            <a:off x="184270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1C7B2425-0446-00EE-15E5-9167F4095A53}"/>
              </a:ext>
            </a:extLst>
          </p:cNvPr>
          <p:cNvSpPr/>
          <p:nvPr/>
        </p:nvSpPr>
        <p:spPr>
          <a:xfrm>
            <a:off x="184270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D2D24235-5B19-6175-0533-D11D1A2A9CE9}"/>
              </a:ext>
            </a:extLst>
          </p:cNvPr>
          <p:cNvSpPr/>
          <p:nvPr/>
        </p:nvSpPr>
        <p:spPr>
          <a:xfrm>
            <a:off x="184270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9149033A-08D0-0EEC-C4E3-44C27F7AA5FE}"/>
              </a:ext>
            </a:extLst>
          </p:cNvPr>
          <p:cNvSpPr/>
          <p:nvPr/>
        </p:nvSpPr>
        <p:spPr>
          <a:xfrm>
            <a:off x="184270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8781DEC5-083E-6792-6A84-A4532FC0B624}"/>
              </a:ext>
            </a:extLst>
          </p:cNvPr>
          <p:cNvSpPr/>
          <p:nvPr/>
        </p:nvSpPr>
        <p:spPr>
          <a:xfrm>
            <a:off x="184270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E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2AE937AE-0A2C-8A98-37FD-6FB47FE417A1}"/>
              </a:ext>
            </a:extLst>
          </p:cNvPr>
          <p:cNvSpPr/>
          <p:nvPr/>
        </p:nvSpPr>
        <p:spPr>
          <a:xfrm>
            <a:off x="184270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9E900AE0-7AAF-1BD0-F9AE-F8C452F08FBF}"/>
              </a:ext>
            </a:extLst>
          </p:cNvPr>
          <p:cNvSpPr/>
          <p:nvPr/>
        </p:nvSpPr>
        <p:spPr>
          <a:xfrm>
            <a:off x="184270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DC26ECC1-E380-3182-5F09-39A537D54ADA}"/>
              </a:ext>
            </a:extLst>
          </p:cNvPr>
          <p:cNvSpPr/>
          <p:nvPr/>
        </p:nvSpPr>
        <p:spPr>
          <a:xfrm>
            <a:off x="184270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4" name="Freeform 253">
            <a:extLst>
              <a:ext uri="{FF2B5EF4-FFF2-40B4-BE49-F238E27FC236}">
                <a16:creationId xmlns:a16="http://schemas.microsoft.com/office/drawing/2014/main" id="{DDB348C1-4B73-F26D-B68F-CDB47538B37B}"/>
              </a:ext>
            </a:extLst>
          </p:cNvPr>
          <p:cNvSpPr/>
          <p:nvPr/>
        </p:nvSpPr>
        <p:spPr>
          <a:xfrm>
            <a:off x="184270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5" name="Freeform 254">
            <a:extLst>
              <a:ext uri="{FF2B5EF4-FFF2-40B4-BE49-F238E27FC236}">
                <a16:creationId xmlns:a16="http://schemas.microsoft.com/office/drawing/2014/main" id="{23741677-BA71-284D-A246-FF914A823568}"/>
              </a:ext>
            </a:extLst>
          </p:cNvPr>
          <p:cNvSpPr/>
          <p:nvPr/>
        </p:nvSpPr>
        <p:spPr>
          <a:xfrm>
            <a:off x="184270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A275E01D-8C73-661E-4814-2989C8169C5F}"/>
              </a:ext>
            </a:extLst>
          </p:cNvPr>
          <p:cNvSpPr/>
          <p:nvPr/>
        </p:nvSpPr>
        <p:spPr>
          <a:xfrm>
            <a:off x="184270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7" name="Freeform 256">
            <a:extLst>
              <a:ext uri="{FF2B5EF4-FFF2-40B4-BE49-F238E27FC236}">
                <a16:creationId xmlns:a16="http://schemas.microsoft.com/office/drawing/2014/main" id="{9BC053C1-88ED-87A2-2109-AF7877123D56}"/>
              </a:ext>
            </a:extLst>
          </p:cNvPr>
          <p:cNvSpPr/>
          <p:nvPr/>
        </p:nvSpPr>
        <p:spPr>
          <a:xfrm>
            <a:off x="191908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DAE877E9-EA9B-2BFC-340E-F5BD8C9AECE9}"/>
              </a:ext>
            </a:extLst>
          </p:cNvPr>
          <p:cNvSpPr/>
          <p:nvPr/>
        </p:nvSpPr>
        <p:spPr>
          <a:xfrm>
            <a:off x="191908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974D949A-2B55-31E4-01D9-20FA03366560}"/>
              </a:ext>
            </a:extLst>
          </p:cNvPr>
          <p:cNvSpPr/>
          <p:nvPr/>
        </p:nvSpPr>
        <p:spPr>
          <a:xfrm>
            <a:off x="191908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7E978204-EB03-BDA1-8D8C-160745E58BA8}"/>
              </a:ext>
            </a:extLst>
          </p:cNvPr>
          <p:cNvSpPr/>
          <p:nvPr/>
        </p:nvSpPr>
        <p:spPr>
          <a:xfrm>
            <a:off x="191908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78612C3B-32F4-E3A8-5002-8C4529364A4E}"/>
              </a:ext>
            </a:extLst>
          </p:cNvPr>
          <p:cNvSpPr/>
          <p:nvPr/>
        </p:nvSpPr>
        <p:spPr>
          <a:xfrm>
            <a:off x="191908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2" name="Freeform 261">
            <a:extLst>
              <a:ext uri="{FF2B5EF4-FFF2-40B4-BE49-F238E27FC236}">
                <a16:creationId xmlns:a16="http://schemas.microsoft.com/office/drawing/2014/main" id="{C1337248-2EBB-6843-5EA9-D42416A4CCE6}"/>
              </a:ext>
            </a:extLst>
          </p:cNvPr>
          <p:cNvSpPr/>
          <p:nvPr/>
        </p:nvSpPr>
        <p:spPr>
          <a:xfrm>
            <a:off x="191908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304FAD16-D53E-5BCC-4C05-429120221D56}"/>
              </a:ext>
            </a:extLst>
          </p:cNvPr>
          <p:cNvSpPr/>
          <p:nvPr/>
        </p:nvSpPr>
        <p:spPr>
          <a:xfrm>
            <a:off x="191908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87E0DAA2-7014-DB01-184E-AF4C22177A75}"/>
              </a:ext>
            </a:extLst>
          </p:cNvPr>
          <p:cNvSpPr/>
          <p:nvPr/>
        </p:nvSpPr>
        <p:spPr>
          <a:xfrm>
            <a:off x="191908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49052149-9591-96BB-4836-D639FF2BF862}"/>
              </a:ext>
            </a:extLst>
          </p:cNvPr>
          <p:cNvSpPr/>
          <p:nvPr/>
        </p:nvSpPr>
        <p:spPr>
          <a:xfrm>
            <a:off x="191908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D1F152EB-358B-92CD-0326-1C17D4FCE22F}"/>
              </a:ext>
            </a:extLst>
          </p:cNvPr>
          <p:cNvSpPr/>
          <p:nvPr/>
        </p:nvSpPr>
        <p:spPr>
          <a:xfrm>
            <a:off x="191908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4D57B6D4-BFBF-DAE0-FE1D-0276AB173011}"/>
              </a:ext>
            </a:extLst>
          </p:cNvPr>
          <p:cNvSpPr/>
          <p:nvPr/>
        </p:nvSpPr>
        <p:spPr>
          <a:xfrm>
            <a:off x="191908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A4D50A0F-FCA6-7F86-781A-55C1847F9EEF}"/>
              </a:ext>
            </a:extLst>
          </p:cNvPr>
          <p:cNvSpPr/>
          <p:nvPr/>
        </p:nvSpPr>
        <p:spPr>
          <a:xfrm>
            <a:off x="191908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32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FBD9F3E5-DB65-54F5-A1B7-D81CBC61266F}"/>
              </a:ext>
            </a:extLst>
          </p:cNvPr>
          <p:cNvSpPr/>
          <p:nvPr/>
        </p:nvSpPr>
        <p:spPr>
          <a:xfrm>
            <a:off x="191908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59D61922-9444-4899-4F70-754F8788E718}"/>
              </a:ext>
            </a:extLst>
          </p:cNvPr>
          <p:cNvSpPr/>
          <p:nvPr/>
        </p:nvSpPr>
        <p:spPr>
          <a:xfrm>
            <a:off x="191908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1" name="Freeform 270">
            <a:extLst>
              <a:ext uri="{FF2B5EF4-FFF2-40B4-BE49-F238E27FC236}">
                <a16:creationId xmlns:a16="http://schemas.microsoft.com/office/drawing/2014/main" id="{EFCA1BB6-559E-976E-A416-730E366522F3}"/>
              </a:ext>
            </a:extLst>
          </p:cNvPr>
          <p:cNvSpPr/>
          <p:nvPr/>
        </p:nvSpPr>
        <p:spPr>
          <a:xfrm>
            <a:off x="191908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2" name="Freeform 271">
            <a:extLst>
              <a:ext uri="{FF2B5EF4-FFF2-40B4-BE49-F238E27FC236}">
                <a16:creationId xmlns:a16="http://schemas.microsoft.com/office/drawing/2014/main" id="{24A2E56C-A53F-BF79-7952-F5E0B9B18C62}"/>
              </a:ext>
            </a:extLst>
          </p:cNvPr>
          <p:cNvSpPr/>
          <p:nvPr/>
        </p:nvSpPr>
        <p:spPr>
          <a:xfrm>
            <a:off x="191908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3" name="Freeform 272">
            <a:extLst>
              <a:ext uri="{FF2B5EF4-FFF2-40B4-BE49-F238E27FC236}">
                <a16:creationId xmlns:a16="http://schemas.microsoft.com/office/drawing/2014/main" id="{9BC17786-0122-256D-9E26-BADEE34D7987}"/>
              </a:ext>
            </a:extLst>
          </p:cNvPr>
          <p:cNvSpPr/>
          <p:nvPr/>
        </p:nvSpPr>
        <p:spPr>
          <a:xfrm>
            <a:off x="191908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4" name="Freeform 273">
            <a:extLst>
              <a:ext uri="{FF2B5EF4-FFF2-40B4-BE49-F238E27FC236}">
                <a16:creationId xmlns:a16="http://schemas.microsoft.com/office/drawing/2014/main" id="{17AF28F8-3FDF-EFE3-BC54-37C0E806FF71}"/>
              </a:ext>
            </a:extLst>
          </p:cNvPr>
          <p:cNvSpPr/>
          <p:nvPr/>
        </p:nvSpPr>
        <p:spPr>
          <a:xfrm>
            <a:off x="191908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6F1B4D7D-7A4D-4FA6-DC53-2EF055A07905}"/>
              </a:ext>
            </a:extLst>
          </p:cNvPr>
          <p:cNvSpPr/>
          <p:nvPr/>
        </p:nvSpPr>
        <p:spPr>
          <a:xfrm>
            <a:off x="191908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6" name="Freeform 275">
            <a:extLst>
              <a:ext uri="{FF2B5EF4-FFF2-40B4-BE49-F238E27FC236}">
                <a16:creationId xmlns:a16="http://schemas.microsoft.com/office/drawing/2014/main" id="{C17363C0-9989-16D7-D0CE-4E90D31FB41A}"/>
              </a:ext>
            </a:extLst>
          </p:cNvPr>
          <p:cNvSpPr/>
          <p:nvPr/>
        </p:nvSpPr>
        <p:spPr>
          <a:xfrm>
            <a:off x="199543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7" name="Freeform 276">
            <a:extLst>
              <a:ext uri="{FF2B5EF4-FFF2-40B4-BE49-F238E27FC236}">
                <a16:creationId xmlns:a16="http://schemas.microsoft.com/office/drawing/2014/main" id="{63EDD742-761C-E43F-3541-FD93C7E91D45}"/>
              </a:ext>
            </a:extLst>
          </p:cNvPr>
          <p:cNvSpPr/>
          <p:nvPr/>
        </p:nvSpPr>
        <p:spPr>
          <a:xfrm>
            <a:off x="199543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8" name="Freeform 277">
            <a:extLst>
              <a:ext uri="{FF2B5EF4-FFF2-40B4-BE49-F238E27FC236}">
                <a16:creationId xmlns:a16="http://schemas.microsoft.com/office/drawing/2014/main" id="{E879B51A-E375-5DED-B4FD-E25C4883BB35}"/>
              </a:ext>
            </a:extLst>
          </p:cNvPr>
          <p:cNvSpPr/>
          <p:nvPr/>
        </p:nvSpPr>
        <p:spPr>
          <a:xfrm>
            <a:off x="199543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9" name="Freeform 278">
            <a:extLst>
              <a:ext uri="{FF2B5EF4-FFF2-40B4-BE49-F238E27FC236}">
                <a16:creationId xmlns:a16="http://schemas.microsoft.com/office/drawing/2014/main" id="{A0A77FB6-09A2-1C57-5E8E-F9CB6583DA16}"/>
              </a:ext>
            </a:extLst>
          </p:cNvPr>
          <p:cNvSpPr/>
          <p:nvPr/>
        </p:nvSpPr>
        <p:spPr>
          <a:xfrm>
            <a:off x="199543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0" name="Freeform 279">
            <a:extLst>
              <a:ext uri="{FF2B5EF4-FFF2-40B4-BE49-F238E27FC236}">
                <a16:creationId xmlns:a16="http://schemas.microsoft.com/office/drawing/2014/main" id="{9C2C9B56-0953-1D74-A8E7-723DAC20A278}"/>
              </a:ext>
            </a:extLst>
          </p:cNvPr>
          <p:cNvSpPr/>
          <p:nvPr/>
        </p:nvSpPr>
        <p:spPr>
          <a:xfrm>
            <a:off x="199543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1" name="Freeform 280">
            <a:extLst>
              <a:ext uri="{FF2B5EF4-FFF2-40B4-BE49-F238E27FC236}">
                <a16:creationId xmlns:a16="http://schemas.microsoft.com/office/drawing/2014/main" id="{E24ABFB2-2710-9621-5F9E-5319CA30A48C}"/>
              </a:ext>
            </a:extLst>
          </p:cNvPr>
          <p:cNvSpPr/>
          <p:nvPr/>
        </p:nvSpPr>
        <p:spPr>
          <a:xfrm>
            <a:off x="199543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D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212DCB93-3CAB-305A-402E-E0A52A44E79A}"/>
              </a:ext>
            </a:extLst>
          </p:cNvPr>
          <p:cNvSpPr/>
          <p:nvPr/>
        </p:nvSpPr>
        <p:spPr>
          <a:xfrm>
            <a:off x="199543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3" name="Freeform 282">
            <a:extLst>
              <a:ext uri="{FF2B5EF4-FFF2-40B4-BE49-F238E27FC236}">
                <a16:creationId xmlns:a16="http://schemas.microsoft.com/office/drawing/2014/main" id="{B6DD85BD-90C5-0586-38B6-2296F22CE949}"/>
              </a:ext>
            </a:extLst>
          </p:cNvPr>
          <p:cNvSpPr/>
          <p:nvPr/>
        </p:nvSpPr>
        <p:spPr>
          <a:xfrm>
            <a:off x="199543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D72A79F7-33F7-7138-2D36-3A1B71D3EA0D}"/>
              </a:ext>
            </a:extLst>
          </p:cNvPr>
          <p:cNvSpPr/>
          <p:nvPr/>
        </p:nvSpPr>
        <p:spPr>
          <a:xfrm>
            <a:off x="199543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7DE7B6CC-CCF1-4F51-87E9-C86AC3B15C7C}"/>
              </a:ext>
            </a:extLst>
          </p:cNvPr>
          <p:cNvSpPr/>
          <p:nvPr/>
        </p:nvSpPr>
        <p:spPr>
          <a:xfrm>
            <a:off x="199543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51E4A692-47A4-AEB0-09B2-F7C11D3AF7A7}"/>
              </a:ext>
            </a:extLst>
          </p:cNvPr>
          <p:cNvSpPr/>
          <p:nvPr/>
        </p:nvSpPr>
        <p:spPr>
          <a:xfrm>
            <a:off x="199543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59C765D8-0475-1344-C735-810D40B7B4F3}"/>
              </a:ext>
            </a:extLst>
          </p:cNvPr>
          <p:cNvSpPr/>
          <p:nvPr/>
        </p:nvSpPr>
        <p:spPr>
          <a:xfrm>
            <a:off x="199543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8" name="Freeform 287">
            <a:extLst>
              <a:ext uri="{FF2B5EF4-FFF2-40B4-BE49-F238E27FC236}">
                <a16:creationId xmlns:a16="http://schemas.microsoft.com/office/drawing/2014/main" id="{5FE1932A-A24C-E107-F078-718DDDDF0014}"/>
              </a:ext>
            </a:extLst>
          </p:cNvPr>
          <p:cNvSpPr/>
          <p:nvPr/>
        </p:nvSpPr>
        <p:spPr>
          <a:xfrm>
            <a:off x="199543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20DE503A-5669-FBED-6455-C93605B10600}"/>
              </a:ext>
            </a:extLst>
          </p:cNvPr>
          <p:cNvSpPr/>
          <p:nvPr/>
        </p:nvSpPr>
        <p:spPr>
          <a:xfrm>
            <a:off x="199543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5C8598B8-9719-CA2F-AAE6-CD02573E5F94}"/>
              </a:ext>
            </a:extLst>
          </p:cNvPr>
          <p:cNvSpPr/>
          <p:nvPr/>
        </p:nvSpPr>
        <p:spPr>
          <a:xfrm>
            <a:off x="199543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1" name="Freeform 290">
            <a:extLst>
              <a:ext uri="{FF2B5EF4-FFF2-40B4-BE49-F238E27FC236}">
                <a16:creationId xmlns:a16="http://schemas.microsoft.com/office/drawing/2014/main" id="{1E23BDBB-54B2-EF93-999F-F91E1055BC09}"/>
              </a:ext>
            </a:extLst>
          </p:cNvPr>
          <p:cNvSpPr/>
          <p:nvPr/>
        </p:nvSpPr>
        <p:spPr>
          <a:xfrm>
            <a:off x="199543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5ED6433B-715B-47FE-4E17-A03D973D22FB}"/>
              </a:ext>
            </a:extLst>
          </p:cNvPr>
          <p:cNvSpPr/>
          <p:nvPr/>
        </p:nvSpPr>
        <p:spPr>
          <a:xfrm>
            <a:off x="199543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3" name="Freeform 292">
            <a:extLst>
              <a:ext uri="{FF2B5EF4-FFF2-40B4-BE49-F238E27FC236}">
                <a16:creationId xmlns:a16="http://schemas.microsoft.com/office/drawing/2014/main" id="{BC7F299F-3100-C01F-53FA-4773502D9D44}"/>
              </a:ext>
            </a:extLst>
          </p:cNvPr>
          <p:cNvSpPr/>
          <p:nvPr/>
        </p:nvSpPr>
        <p:spPr>
          <a:xfrm>
            <a:off x="199543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4" name="Freeform 293">
            <a:extLst>
              <a:ext uri="{FF2B5EF4-FFF2-40B4-BE49-F238E27FC236}">
                <a16:creationId xmlns:a16="http://schemas.microsoft.com/office/drawing/2014/main" id="{5C132CAF-8C5A-0254-2C17-2EFAF9303102}"/>
              </a:ext>
            </a:extLst>
          </p:cNvPr>
          <p:cNvSpPr/>
          <p:nvPr/>
        </p:nvSpPr>
        <p:spPr>
          <a:xfrm>
            <a:off x="199543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5" name="Freeform 294">
            <a:extLst>
              <a:ext uri="{FF2B5EF4-FFF2-40B4-BE49-F238E27FC236}">
                <a16:creationId xmlns:a16="http://schemas.microsoft.com/office/drawing/2014/main" id="{7D35BE7D-E63A-ABC4-70DA-6DB922074B33}"/>
              </a:ext>
            </a:extLst>
          </p:cNvPr>
          <p:cNvSpPr/>
          <p:nvPr/>
        </p:nvSpPr>
        <p:spPr>
          <a:xfrm>
            <a:off x="207182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6" name="Freeform 295">
            <a:extLst>
              <a:ext uri="{FF2B5EF4-FFF2-40B4-BE49-F238E27FC236}">
                <a16:creationId xmlns:a16="http://schemas.microsoft.com/office/drawing/2014/main" id="{0E8EDB84-4D74-C738-2505-4E8940053A7E}"/>
              </a:ext>
            </a:extLst>
          </p:cNvPr>
          <p:cNvSpPr/>
          <p:nvPr/>
        </p:nvSpPr>
        <p:spPr>
          <a:xfrm>
            <a:off x="207182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7" name="Freeform 296">
            <a:extLst>
              <a:ext uri="{FF2B5EF4-FFF2-40B4-BE49-F238E27FC236}">
                <a16:creationId xmlns:a16="http://schemas.microsoft.com/office/drawing/2014/main" id="{5FD33A77-9663-0ECA-943E-147BE6D660CB}"/>
              </a:ext>
            </a:extLst>
          </p:cNvPr>
          <p:cNvSpPr/>
          <p:nvPr/>
        </p:nvSpPr>
        <p:spPr>
          <a:xfrm>
            <a:off x="207182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8" name="Freeform 297">
            <a:extLst>
              <a:ext uri="{FF2B5EF4-FFF2-40B4-BE49-F238E27FC236}">
                <a16:creationId xmlns:a16="http://schemas.microsoft.com/office/drawing/2014/main" id="{95A0E8E5-B301-B451-4748-146E8C57797D}"/>
              </a:ext>
            </a:extLst>
          </p:cNvPr>
          <p:cNvSpPr/>
          <p:nvPr/>
        </p:nvSpPr>
        <p:spPr>
          <a:xfrm>
            <a:off x="207182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14E0D2EB-3C64-B5FF-1885-03CFC983146E}"/>
              </a:ext>
            </a:extLst>
          </p:cNvPr>
          <p:cNvSpPr/>
          <p:nvPr/>
        </p:nvSpPr>
        <p:spPr>
          <a:xfrm>
            <a:off x="207182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0" name="Freeform 299">
            <a:extLst>
              <a:ext uri="{FF2B5EF4-FFF2-40B4-BE49-F238E27FC236}">
                <a16:creationId xmlns:a16="http://schemas.microsoft.com/office/drawing/2014/main" id="{5DD9A9FA-FA6E-20FC-CC04-F29686318B66}"/>
              </a:ext>
            </a:extLst>
          </p:cNvPr>
          <p:cNvSpPr/>
          <p:nvPr/>
        </p:nvSpPr>
        <p:spPr>
          <a:xfrm>
            <a:off x="207182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5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1" name="Freeform 300">
            <a:extLst>
              <a:ext uri="{FF2B5EF4-FFF2-40B4-BE49-F238E27FC236}">
                <a16:creationId xmlns:a16="http://schemas.microsoft.com/office/drawing/2014/main" id="{24AAD3DC-FFBC-5433-F565-51CC31470A0C}"/>
              </a:ext>
            </a:extLst>
          </p:cNvPr>
          <p:cNvSpPr/>
          <p:nvPr/>
        </p:nvSpPr>
        <p:spPr>
          <a:xfrm>
            <a:off x="207182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2" name="Freeform 301">
            <a:extLst>
              <a:ext uri="{FF2B5EF4-FFF2-40B4-BE49-F238E27FC236}">
                <a16:creationId xmlns:a16="http://schemas.microsoft.com/office/drawing/2014/main" id="{3E993CD3-2ADE-3671-7924-8582DDA923FC}"/>
              </a:ext>
            </a:extLst>
          </p:cNvPr>
          <p:cNvSpPr/>
          <p:nvPr/>
        </p:nvSpPr>
        <p:spPr>
          <a:xfrm>
            <a:off x="207182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A1D9A0AB-8C58-B811-E02E-431A0EA800BF}"/>
              </a:ext>
            </a:extLst>
          </p:cNvPr>
          <p:cNvSpPr/>
          <p:nvPr/>
        </p:nvSpPr>
        <p:spPr>
          <a:xfrm>
            <a:off x="207182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4" name="Freeform 303">
            <a:extLst>
              <a:ext uri="{FF2B5EF4-FFF2-40B4-BE49-F238E27FC236}">
                <a16:creationId xmlns:a16="http://schemas.microsoft.com/office/drawing/2014/main" id="{F6A6DCB1-691F-06EB-6AD4-FE7F73987802}"/>
              </a:ext>
            </a:extLst>
          </p:cNvPr>
          <p:cNvSpPr/>
          <p:nvPr/>
        </p:nvSpPr>
        <p:spPr>
          <a:xfrm>
            <a:off x="207182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7483AC60-737B-28E4-78C5-8986C1F4E67A}"/>
              </a:ext>
            </a:extLst>
          </p:cNvPr>
          <p:cNvSpPr/>
          <p:nvPr/>
        </p:nvSpPr>
        <p:spPr>
          <a:xfrm>
            <a:off x="207182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7472DA83-7431-3795-6206-AE65DFF8B0B5}"/>
              </a:ext>
            </a:extLst>
          </p:cNvPr>
          <p:cNvSpPr/>
          <p:nvPr/>
        </p:nvSpPr>
        <p:spPr>
          <a:xfrm>
            <a:off x="207182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CD63D3FA-382F-6355-0E6F-7A848CDAEF0E}"/>
              </a:ext>
            </a:extLst>
          </p:cNvPr>
          <p:cNvSpPr/>
          <p:nvPr/>
        </p:nvSpPr>
        <p:spPr>
          <a:xfrm>
            <a:off x="207182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D617290A-DCDD-F8DE-9B9C-6D9B7A7FE3C7}"/>
              </a:ext>
            </a:extLst>
          </p:cNvPr>
          <p:cNvSpPr/>
          <p:nvPr/>
        </p:nvSpPr>
        <p:spPr>
          <a:xfrm>
            <a:off x="207182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0948FAFE-B9FB-E28C-E7A1-7162F7BC60FF}"/>
              </a:ext>
            </a:extLst>
          </p:cNvPr>
          <p:cNvSpPr/>
          <p:nvPr/>
        </p:nvSpPr>
        <p:spPr>
          <a:xfrm>
            <a:off x="207182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EA725B39-01EA-C848-66FE-0A1F7BAE22C1}"/>
              </a:ext>
            </a:extLst>
          </p:cNvPr>
          <p:cNvSpPr/>
          <p:nvPr/>
        </p:nvSpPr>
        <p:spPr>
          <a:xfrm>
            <a:off x="207182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A289CEFC-C913-FABD-6F93-6F8DC4651730}"/>
              </a:ext>
            </a:extLst>
          </p:cNvPr>
          <p:cNvSpPr/>
          <p:nvPr/>
        </p:nvSpPr>
        <p:spPr>
          <a:xfrm>
            <a:off x="207182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4294A2D4-1729-79F8-6A1F-F7055D04951F}"/>
              </a:ext>
            </a:extLst>
          </p:cNvPr>
          <p:cNvSpPr/>
          <p:nvPr/>
        </p:nvSpPr>
        <p:spPr>
          <a:xfrm>
            <a:off x="207182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9658B724-60E0-0D79-FDF8-A2BA18DCAD4D}"/>
              </a:ext>
            </a:extLst>
          </p:cNvPr>
          <p:cNvSpPr/>
          <p:nvPr/>
        </p:nvSpPr>
        <p:spPr>
          <a:xfrm>
            <a:off x="207182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4" name="Freeform 313">
            <a:extLst>
              <a:ext uri="{FF2B5EF4-FFF2-40B4-BE49-F238E27FC236}">
                <a16:creationId xmlns:a16="http://schemas.microsoft.com/office/drawing/2014/main" id="{72FBF055-A8A8-314F-DF18-3DFDCF6DD0E1}"/>
              </a:ext>
            </a:extLst>
          </p:cNvPr>
          <p:cNvSpPr/>
          <p:nvPr/>
        </p:nvSpPr>
        <p:spPr>
          <a:xfrm>
            <a:off x="214817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5" name="Freeform 314">
            <a:extLst>
              <a:ext uri="{FF2B5EF4-FFF2-40B4-BE49-F238E27FC236}">
                <a16:creationId xmlns:a16="http://schemas.microsoft.com/office/drawing/2014/main" id="{06168E14-1703-AFDF-1A1A-A64926F24A21}"/>
              </a:ext>
            </a:extLst>
          </p:cNvPr>
          <p:cNvSpPr/>
          <p:nvPr/>
        </p:nvSpPr>
        <p:spPr>
          <a:xfrm>
            <a:off x="214817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B0F9A69F-4E78-DC84-0764-0029D1D186EF}"/>
              </a:ext>
            </a:extLst>
          </p:cNvPr>
          <p:cNvSpPr/>
          <p:nvPr/>
        </p:nvSpPr>
        <p:spPr>
          <a:xfrm>
            <a:off x="214817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C627D92B-53CF-DBE8-4E63-742032D4004D}"/>
              </a:ext>
            </a:extLst>
          </p:cNvPr>
          <p:cNvSpPr/>
          <p:nvPr/>
        </p:nvSpPr>
        <p:spPr>
          <a:xfrm>
            <a:off x="214817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8" name="Freeform 317">
            <a:extLst>
              <a:ext uri="{FF2B5EF4-FFF2-40B4-BE49-F238E27FC236}">
                <a16:creationId xmlns:a16="http://schemas.microsoft.com/office/drawing/2014/main" id="{1F2E1724-67DE-F54F-11BB-E94A2F9E8F62}"/>
              </a:ext>
            </a:extLst>
          </p:cNvPr>
          <p:cNvSpPr/>
          <p:nvPr/>
        </p:nvSpPr>
        <p:spPr>
          <a:xfrm>
            <a:off x="214817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9" name="Freeform 318">
            <a:extLst>
              <a:ext uri="{FF2B5EF4-FFF2-40B4-BE49-F238E27FC236}">
                <a16:creationId xmlns:a16="http://schemas.microsoft.com/office/drawing/2014/main" id="{CC59CB58-93D9-BCFC-C80B-EB4AC55F9C2A}"/>
              </a:ext>
            </a:extLst>
          </p:cNvPr>
          <p:cNvSpPr/>
          <p:nvPr/>
        </p:nvSpPr>
        <p:spPr>
          <a:xfrm>
            <a:off x="214817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2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0" name="Freeform 319">
            <a:extLst>
              <a:ext uri="{FF2B5EF4-FFF2-40B4-BE49-F238E27FC236}">
                <a16:creationId xmlns:a16="http://schemas.microsoft.com/office/drawing/2014/main" id="{44454FF4-524E-913E-76F3-F75E4F939144}"/>
              </a:ext>
            </a:extLst>
          </p:cNvPr>
          <p:cNvSpPr/>
          <p:nvPr/>
        </p:nvSpPr>
        <p:spPr>
          <a:xfrm>
            <a:off x="214817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9489A5A2-F4E2-B781-FB3C-00B933388C7C}"/>
              </a:ext>
            </a:extLst>
          </p:cNvPr>
          <p:cNvSpPr/>
          <p:nvPr/>
        </p:nvSpPr>
        <p:spPr>
          <a:xfrm>
            <a:off x="214817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22534791-56B2-2D95-C4FB-1FF3C439561B}"/>
              </a:ext>
            </a:extLst>
          </p:cNvPr>
          <p:cNvSpPr/>
          <p:nvPr/>
        </p:nvSpPr>
        <p:spPr>
          <a:xfrm>
            <a:off x="214817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2E4F2DC7-50C1-8F1B-A4B6-3063BF02CA96}"/>
              </a:ext>
            </a:extLst>
          </p:cNvPr>
          <p:cNvSpPr/>
          <p:nvPr/>
        </p:nvSpPr>
        <p:spPr>
          <a:xfrm>
            <a:off x="214817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0F3B128B-844E-FDA1-84CE-563F613A0D2B}"/>
              </a:ext>
            </a:extLst>
          </p:cNvPr>
          <p:cNvSpPr/>
          <p:nvPr/>
        </p:nvSpPr>
        <p:spPr>
          <a:xfrm>
            <a:off x="214817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A071D6AD-2ABD-BD48-5397-82AA1BB9CAE6}"/>
              </a:ext>
            </a:extLst>
          </p:cNvPr>
          <p:cNvSpPr/>
          <p:nvPr/>
        </p:nvSpPr>
        <p:spPr>
          <a:xfrm>
            <a:off x="214817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6" name="Freeform 325">
            <a:extLst>
              <a:ext uri="{FF2B5EF4-FFF2-40B4-BE49-F238E27FC236}">
                <a16:creationId xmlns:a16="http://schemas.microsoft.com/office/drawing/2014/main" id="{0AF390F8-CCE7-CCA9-607E-043A3B7FB149}"/>
              </a:ext>
            </a:extLst>
          </p:cNvPr>
          <p:cNvSpPr/>
          <p:nvPr/>
        </p:nvSpPr>
        <p:spPr>
          <a:xfrm>
            <a:off x="214817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5F94AA58-31B8-5DB4-958C-3FDC0D8BFA55}"/>
              </a:ext>
            </a:extLst>
          </p:cNvPr>
          <p:cNvSpPr/>
          <p:nvPr/>
        </p:nvSpPr>
        <p:spPr>
          <a:xfrm>
            <a:off x="214817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8" name="Freeform 327">
            <a:extLst>
              <a:ext uri="{FF2B5EF4-FFF2-40B4-BE49-F238E27FC236}">
                <a16:creationId xmlns:a16="http://schemas.microsoft.com/office/drawing/2014/main" id="{7DA15E5A-CEB9-C98E-17CF-DEE2998A372C}"/>
              </a:ext>
            </a:extLst>
          </p:cNvPr>
          <p:cNvSpPr/>
          <p:nvPr/>
        </p:nvSpPr>
        <p:spPr>
          <a:xfrm>
            <a:off x="214817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9" name="Freeform 328">
            <a:extLst>
              <a:ext uri="{FF2B5EF4-FFF2-40B4-BE49-F238E27FC236}">
                <a16:creationId xmlns:a16="http://schemas.microsoft.com/office/drawing/2014/main" id="{E9DCFCCA-EE3E-C1D6-5D86-E3B60AD5E707}"/>
              </a:ext>
            </a:extLst>
          </p:cNvPr>
          <p:cNvSpPr/>
          <p:nvPr/>
        </p:nvSpPr>
        <p:spPr>
          <a:xfrm>
            <a:off x="214817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0" name="Freeform 329">
            <a:extLst>
              <a:ext uri="{FF2B5EF4-FFF2-40B4-BE49-F238E27FC236}">
                <a16:creationId xmlns:a16="http://schemas.microsoft.com/office/drawing/2014/main" id="{73760316-1287-802B-DA30-2A2343E9C684}"/>
              </a:ext>
            </a:extLst>
          </p:cNvPr>
          <p:cNvSpPr/>
          <p:nvPr/>
        </p:nvSpPr>
        <p:spPr>
          <a:xfrm>
            <a:off x="214817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238DF69F-E49B-61F1-3E84-8BE99CACCAE2}"/>
              </a:ext>
            </a:extLst>
          </p:cNvPr>
          <p:cNvSpPr/>
          <p:nvPr/>
        </p:nvSpPr>
        <p:spPr>
          <a:xfrm>
            <a:off x="214817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CD531941-1651-0AB6-2553-BB6D2C6EEC1B}"/>
              </a:ext>
            </a:extLst>
          </p:cNvPr>
          <p:cNvSpPr/>
          <p:nvPr/>
        </p:nvSpPr>
        <p:spPr>
          <a:xfrm>
            <a:off x="214817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4C0F788C-37F2-3B41-FE38-DD7386E52509}"/>
              </a:ext>
            </a:extLst>
          </p:cNvPr>
          <p:cNvSpPr/>
          <p:nvPr/>
        </p:nvSpPr>
        <p:spPr>
          <a:xfrm>
            <a:off x="222455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7DBCB7F8-5C11-27D8-E11A-8A94A642DC29}"/>
              </a:ext>
            </a:extLst>
          </p:cNvPr>
          <p:cNvSpPr/>
          <p:nvPr/>
        </p:nvSpPr>
        <p:spPr>
          <a:xfrm>
            <a:off x="222455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447D2018-B028-4BEC-5237-CF6CFAF9AAA2}"/>
              </a:ext>
            </a:extLst>
          </p:cNvPr>
          <p:cNvSpPr/>
          <p:nvPr/>
        </p:nvSpPr>
        <p:spPr>
          <a:xfrm>
            <a:off x="222455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E2FEE8C3-B87E-51E1-1F77-AF79A9FF081B}"/>
              </a:ext>
            </a:extLst>
          </p:cNvPr>
          <p:cNvSpPr/>
          <p:nvPr/>
        </p:nvSpPr>
        <p:spPr>
          <a:xfrm>
            <a:off x="222455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2F63E8D9-29AE-BA38-43FE-71FB1E839AF9}"/>
              </a:ext>
            </a:extLst>
          </p:cNvPr>
          <p:cNvSpPr/>
          <p:nvPr/>
        </p:nvSpPr>
        <p:spPr>
          <a:xfrm>
            <a:off x="222455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B67B8DA1-74AF-0B32-3EBF-9EE654AE959F}"/>
              </a:ext>
            </a:extLst>
          </p:cNvPr>
          <p:cNvSpPr/>
          <p:nvPr/>
        </p:nvSpPr>
        <p:spPr>
          <a:xfrm>
            <a:off x="222455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4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6C1B1DC8-3EC3-7C6A-24F3-608F8C605053}"/>
              </a:ext>
            </a:extLst>
          </p:cNvPr>
          <p:cNvSpPr/>
          <p:nvPr/>
        </p:nvSpPr>
        <p:spPr>
          <a:xfrm>
            <a:off x="222455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22DC5AD2-B7D9-EAC8-F58F-86052DEC644B}"/>
              </a:ext>
            </a:extLst>
          </p:cNvPr>
          <p:cNvSpPr/>
          <p:nvPr/>
        </p:nvSpPr>
        <p:spPr>
          <a:xfrm>
            <a:off x="222455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1DE99839-B484-8CC2-7678-B913E36A2E82}"/>
              </a:ext>
            </a:extLst>
          </p:cNvPr>
          <p:cNvSpPr/>
          <p:nvPr/>
        </p:nvSpPr>
        <p:spPr>
          <a:xfrm>
            <a:off x="222455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2227CDF6-030F-2D3A-88D4-C122A1A8896A}"/>
              </a:ext>
            </a:extLst>
          </p:cNvPr>
          <p:cNvSpPr/>
          <p:nvPr/>
        </p:nvSpPr>
        <p:spPr>
          <a:xfrm>
            <a:off x="222455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1202060D-9903-80D5-FF4E-A124D0F11F64}"/>
              </a:ext>
            </a:extLst>
          </p:cNvPr>
          <p:cNvSpPr/>
          <p:nvPr/>
        </p:nvSpPr>
        <p:spPr>
          <a:xfrm>
            <a:off x="222455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A35678C4-F783-5EF8-6E9A-87B69DA2472E}"/>
              </a:ext>
            </a:extLst>
          </p:cNvPr>
          <p:cNvSpPr/>
          <p:nvPr/>
        </p:nvSpPr>
        <p:spPr>
          <a:xfrm>
            <a:off x="222455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459E0942-2A36-6EB7-28C3-187A3AC5BA18}"/>
              </a:ext>
            </a:extLst>
          </p:cNvPr>
          <p:cNvSpPr/>
          <p:nvPr/>
        </p:nvSpPr>
        <p:spPr>
          <a:xfrm>
            <a:off x="222455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DA14A5F3-1D4E-58B9-B95B-FBC22AA8D5ED}"/>
              </a:ext>
            </a:extLst>
          </p:cNvPr>
          <p:cNvSpPr/>
          <p:nvPr/>
        </p:nvSpPr>
        <p:spPr>
          <a:xfrm>
            <a:off x="222455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7C97C804-853E-69F5-E032-6AEA3351F53B}"/>
              </a:ext>
            </a:extLst>
          </p:cNvPr>
          <p:cNvSpPr/>
          <p:nvPr/>
        </p:nvSpPr>
        <p:spPr>
          <a:xfrm>
            <a:off x="222455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37F79E4F-F21C-2849-0342-527D2AD24F97}"/>
              </a:ext>
            </a:extLst>
          </p:cNvPr>
          <p:cNvSpPr/>
          <p:nvPr/>
        </p:nvSpPr>
        <p:spPr>
          <a:xfrm>
            <a:off x="222455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8B4E87AB-F1A9-10CD-108A-E8CDE939A253}"/>
              </a:ext>
            </a:extLst>
          </p:cNvPr>
          <p:cNvSpPr/>
          <p:nvPr/>
        </p:nvSpPr>
        <p:spPr>
          <a:xfrm>
            <a:off x="222455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C3BAF8B7-B6D6-67EE-AA0D-F775069C62F7}"/>
              </a:ext>
            </a:extLst>
          </p:cNvPr>
          <p:cNvSpPr/>
          <p:nvPr/>
        </p:nvSpPr>
        <p:spPr>
          <a:xfrm>
            <a:off x="222455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6CD8EC59-F919-D315-535E-567D412ECE3B}"/>
              </a:ext>
            </a:extLst>
          </p:cNvPr>
          <p:cNvSpPr/>
          <p:nvPr/>
        </p:nvSpPr>
        <p:spPr>
          <a:xfrm>
            <a:off x="222455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28757484-4814-086D-CDD2-A606EA89E2C6}"/>
              </a:ext>
            </a:extLst>
          </p:cNvPr>
          <p:cNvSpPr/>
          <p:nvPr/>
        </p:nvSpPr>
        <p:spPr>
          <a:xfrm>
            <a:off x="230090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D3979D51-05B9-B353-220A-CF2CDA4D3FF4}"/>
              </a:ext>
            </a:extLst>
          </p:cNvPr>
          <p:cNvSpPr/>
          <p:nvPr/>
        </p:nvSpPr>
        <p:spPr>
          <a:xfrm>
            <a:off x="230090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8BDC4BEB-596D-8684-B24C-85D636532F53}"/>
              </a:ext>
            </a:extLst>
          </p:cNvPr>
          <p:cNvSpPr/>
          <p:nvPr/>
        </p:nvSpPr>
        <p:spPr>
          <a:xfrm>
            <a:off x="230090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15688611-CBB1-8B09-AB54-3CD8EBBCE486}"/>
              </a:ext>
            </a:extLst>
          </p:cNvPr>
          <p:cNvSpPr/>
          <p:nvPr/>
        </p:nvSpPr>
        <p:spPr>
          <a:xfrm>
            <a:off x="230090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022955C9-1AF9-6EFB-1ABE-2E534CFC2DFF}"/>
              </a:ext>
            </a:extLst>
          </p:cNvPr>
          <p:cNvSpPr/>
          <p:nvPr/>
        </p:nvSpPr>
        <p:spPr>
          <a:xfrm>
            <a:off x="230090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D0100656-FD93-3258-46C6-E6A5CD97ACAC}"/>
              </a:ext>
            </a:extLst>
          </p:cNvPr>
          <p:cNvSpPr/>
          <p:nvPr/>
        </p:nvSpPr>
        <p:spPr>
          <a:xfrm>
            <a:off x="230090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DEA6D64A-4441-C061-5708-B253563ACEC3}"/>
              </a:ext>
            </a:extLst>
          </p:cNvPr>
          <p:cNvSpPr/>
          <p:nvPr/>
        </p:nvSpPr>
        <p:spPr>
          <a:xfrm>
            <a:off x="230090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6173B5F6-5ECC-B943-D92E-13C49F847F8B}"/>
              </a:ext>
            </a:extLst>
          </p:cNvPr>
          <p:cNvSpPr/>
          <p:nvPr/>
        </p:nvSpPr>
        <p:spPr>
          <a:xfrm>
            <a:off x="230090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3C978C6E-6D05-4FE1-1ACA-DDBD101A801C}"/>
              </a:ext>
            </a:extLst>
          </p:cNvPr>
          <p:cNvSpPr/>
          <p:nvPr/>
        </p:nvSpPr>
        <p:spPr>
          <a:xfrm>
            <a:off x="230090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8E1C905E-26FE-B612-4C2D-4E3ED954A573}"/>
              </a:ext>
            </a:extLst>
          </p:cNvPr>
          <p:cNvSpPr/>
          <p:nvPr/>
        </p:nvSpPr>
        <p:spPr>
          <a:xfrm>
            <a:off x="230090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D2FD8145-B703-8B35-6F22-5E2BEAB67D90}"/>
              </a:ext>
            </a:extLst>
          </p:cNvPr>
          <p:cNvSpPr/>
          <p:nvPr/>
        </p:nvSpPr>
        <p:spPr>
          <a:xfrm>
            <a:off x="230090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38C94CB9-B93F-F95D-5DA8-D9DD3C79DC1B}"/>
              </a:ext>
            </a:extLst>
          </p:cNvPr>
          <p:cNvSpPr/>
          <p:nvPr/>
        </p:nvSpPr>
        <p:spPr>
          <a:xfrm>
            <a:off x="230090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4" name="Freeform 363">
            <a:extLst>
              <a:ext uri="{FF2B5EF4-FFF2-40B4-BE49-F238E27FC236}">
                <a16:creationId xmlns:a16="http://schemas.microsoft.com/office/drawing/2014/main" id="{E4435EA0-0440-C422-2FC9-FA687BD07F88}"/>
              </a:ext>
            </a:extLst>
          </p:cNvPr>
          <p:cNvSpPr/>
          <p:nvPr/>
        </p:nvSpPr>
        <p:spPr>
          <a:xfrm>
            <a:off x="230090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5" name="Freeform 364">
            <a:extLst>
              <a:ext uri="{FF2B5EF4-FFF2-40B4-BE49-F238E27FC236}">
                <a16:creationId xmlns:a16="http://schemas.microsoft.com/office/drawing/2014/main" id="{9F0F80D4-B5DC-F695-3628-9994D946C614}"/>
              </a:ext>
            </a:extLst>
          </p:cNvPr>
          <p:cNvSpPr/>
          <p:nvPr/>
        </p:nvSpPr>
        <p:spPr>
          <a:xfrm>
            <a:off x="230090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6" name="Freeform 365">
            <a:extLst>
              <a:ext uri="{FF2B5EF4-FFF2-40B4-BE49-F238E27FC236}">
                <a16:creationId xmlns:a16="http://schemas.microsoft.com/office/drawing/2014/main" id="{A9876783-8F42-0C31-C116-B69999404EBC}"/>
              </a:ext>
            </a:extLst>
          </p:cNvPr>
          <p:cNvSpPr/>
          <p:nvPr/>
        </p:nvSpPr>
        <p:spPr>
          <a:xfrm>
            <a:off x="230090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7" name="Freeform 366">
            <a:extLst>
              <a:ext uri="{FF2B5EF4-FFF2-40B4-BE49-F238E27FC236}">
                <a16:creationId xmlns:a16="http://schemas.microsoft.com/office/drawing/2014/main" id="{0710007A-4EC9-86B4-EB51-6BF41ED09FCC}"/>
              </a:ext>
            </a:extLst>
          </p:cNvPr>
          <p:cNvSpPr/>
          <p:nvPr/>
        </p:nvSpPr>
        <p:spPr>
          <a:xfrm>
            <a:off x="230090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3ACC99CE-7EA2-E78C-4A48-2DCECED00D38}"/>
              </a:ext>
            </a:extLst>
          </p:cNvPr>
          <p:cNvSpPr/>
          <p:nvPr/>
        </p:nvSpPr>
        <p:spPr>
          <a:xfrm>
            <a:off x="230090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E35197C2-624D-D383-063F-0F6EDC94AED5}"/>
              </a:ext>
            </a:extLst>
          </p:cNvPr>
          <p:cNvSpPr/>
          <p:nvPr/>
        </p:nvSpPr>
        <p:spPr>
          <a:xfrm>
            <a:off x="230090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D3AE4D61-B1B0-116A-2D51-D7CEBB2096E3}"/>
              </a:ext>
            </a:extLst>
          </p:cNvPr>
          <p:cNvSpPr/>
          <p:nvPr/>
        </p:nvSpPr>
        <p:spPr>
          <a:xfrm>
            <a:off x="230090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1E32C1FA-1ECB-5244-BD2A-00F08E161E26}"/>
              </a:ext>
            </a:extLst>
          </p:cNvPr>
          <p:cNvSpPr/>
          <p:nvPr/>
        </p:nvSpPr>
        <p:spPr>
          <a:xfrm>
            <a:off x="237729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9B6CF3AE-8511-DD50-B8B8-B1D31A30593E}"/>
              </a:ext>
            </a:extLst>
          </p:cNvPr>
          <p:cNvSpPr/>
          <p:nvPr/>
        </p:nvSpPr>
        <p:spPr>
          <a:xfrm>
            <a:off x="237729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3" name="Freeform 372">
            <a:extLst>
              <a:ext uri="{FF2B5EF4-FFF2-40B4-BE49-F238E27FC236}">
                <a16:creationId xmlns:a16="http://schemas.microsoft.com/office/drawing/2014/main" id="{A80EDD31-C6A4-5760-AB82-7BF8B6EA3C0C}"/>
              </a:ext>
            </a:extLst>
          </p:cNvPr>
          <p:cNvSpPr/>
          <p:nvPr/>
        </p:nvSpPr>
        <p:spPr>
          <a:xfrm>
            <a:off x="237729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CB0F58CB-ECDA-FBCD-8D2B-5CAE9D40BF25}"/>
              </a:ext>
            </a:extLst>
          </p:cNvPr>
          <p:cNvSpPr/>
          <p:nvPr/>
        </p:nvSpPr>
        <p:spPr>
          <a:xfrm>
            <a:off x="237729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DD83DF25-BD5D-0959-1D3B-2DC05E6A68B5}"/>
              </a:ext>
            </a:extLst>
          </p:cNvPr>
          <p:cNvSpPr/>
          <p:nvPr/>
        </p:nvSpPr>
        <p:spPr>
          <a:xfrm>
            <a:off x="237729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573CA121-D77C-7C98-E7B9-B2861BF66FFF}"/>
              </a:ext>
            </a:extLst>
          </p:cNvPr>
          <p:cNvSpPr/>
          <p:nvPr/>
        </p:nvSpPr>
        <p:spPr>
          <a:xfrm>
            <a:off x="237729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7" name="Freeform 376">
            <a:extLst>
              <a:ext uri="{FF2B5EF4-FFF2-40B4-BE49-F238E27FC236}">
                <a16:creationId xmlns:a16="http://schemas.microsoft.com/office/drawing/2014/main" id="{C7A8B9FD-A4B1-69BB-FD74-FF8D9A5D3251}"/>
              </a:ext>
            </a:extLst>
          </p:cNvPr>
          <p:cNvSpPr/>
          <p:nvPr/>
        </p:nvSpPr>
        <p:spPr>
          <a:xfrm>
            <a:off x="237729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8" name="Freeform 377">
            <a:extLst>
              <a:ext uri="{FF2B5EF4-FFF2-40B4-BE49-F238E27FC236}">
                <a16:creationId xmlns:a16="http://schemas.microsoft.com/office/drawing/2014/main" id="{69BE3B2E-2DA8-D866-1E0D-F429CEAE7E61}"/>
              </a:ext>
            </a:extLst>
          </p:cNvPr>
          <p:cNvSpPr/>
          <p:nvPr/>
        </p:nvSpPr>
        <p:spPr>
          <a:xfrm>
            <a:off x="237729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9" name="Freeform 378">
            <a:extLst>
              <a:ext uri="{FF2B5EF4-FFF2-40B4-BE49-F238E27FC236}">
                <a16:creationId xmlns:a16="http://schemas.microsoft.com/office/drawing/2014/main" id="{88DAF4A0-43CC-76F1-9B92-077F2C648E39}"/>
              </a:ext>
            </a:extLst>
          </p:cNvPr>
          <p:cNvSpPr/>
          <p:nvPr/>
        </p:nvSpPr>
        <p:spPr>
          <a:xfrm>
            <a:off x="237729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0" name="Freeform 379">
            <a:extLst>
              <a:ext uri="{FF2B5EF4-FFF2-40B4-BE49-F238E27FC236}">
                <a16:creationId xmlns:a16="http://schemas.microsoft.com/office/drawing/2014/main" id="{31E4214E-A8DD-69B7-DB14-F7673C67B51C}"/>
              </a:ext>
            </a:extLst>
          </p:cNvPr>
          <p:cNvSpPr/>
          <p:nvPr/>
        </p:nvSpPr>
        <p:spPr>
          <a:xfrm>
            <a:off x="237729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1" name="Freeform 380">
            <a:extLst>
              <a:ext uri="{FF2B5EF4-FFF2-40B4-BE49-F238E27FC236}">
                <a16:creationId xmlns:a16="http://schemas.microsoft.com/office/drawing/2014/main" id="{2000C901-7CDC-F730-5076-7235D2740D2D}"/>
              </a:ext>
            </a:extLst>
          </p:cNvPr>
          <p:cNvSpPr/>
          <p:nvPr/>
        </p:nvSpPr>
        <p:spPr>
          <a:xfrm>
            <a:off x="237729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2" name="Freeform 381">
            <a:extLst>
              <a:ext uri="{FF2B5EF4-FFF2-40B4-BE49-F238E27FC236}">
                <a16:creationId xmlns:a16="http://schemas.microsoft.com/office/drawing/2014/main" id="{7BC571D7-2538-8B91-6920-9A02A95715A0}"/>
              </a:ext>
            </a:extLst>
          </p:cNvPr>
          <p:cNvSpPr/>
          <p:nvPr/>
        </p:nvSpPr>
        <p:spPr>
          <a:xfrm>
            <a:off x="237729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B92ACE87-BAEA-19D9-A463-B4E3625B862A}"/>
              </a:ext>
            </a:extLst>
          </p:cNvPr>
          <p:cNvSpPr/>
          <p:nvPr/>
        </p:nvSpPr>
        <p:spPr>
          <a:xfrm>
            <a:off x="237729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DC294090-2AA1-948F-F33C-EA4AAE6FA91C}"/>
              </a:ext>
            </a:extLst>
          </p:cNvPr>
          <p:cNvSpPr/>
          <p:nvPr/>
        </p:nvSpPr>
        <p:spPr>
          <a:xfrm>
            <a:off x="237729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5" name="Freeform 384">
            <a:extLst>
              <a:ext uri="{FF2B5EF4-FFF2-40B4-BE49-F238E27FC236}">
                <a16:creationId xmlns:a16="http://schemas.microsoft.com/office/drawing/2014/main" id="{F3A8FE09-E4D5-9966-720B-91FDA4BE2F67}"/>
              </a:ext>
            </a:extLst>
          </p:cNvPr>
          <p:cNvSpPr/>
          <p:nvPr/>
        </p:nvSpPr>
        <p:spPr>
          <a:xfrm>
            <a:off x="237729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6" name="Freeform 385">
            <a:extLst>
              <a:ext uri="{FF2B5EF4-FFF2-40B4-BE49-F238E27FC236}">
                <a16:creationId xmlns:a16="http://schemas.microsoft.com/office/drawing/2014/main" id="{3C8C95D2-D576-A9B2-4FFE-A05A2FEC1075}"/>
              </a:ext>
            </a:extLst>
          </p:cNvPr>
          <p:cNvSpPr/>
          <p:nvPr/>
        </p:nvSpPr>
        <p:spPr>
          <a:xfrm>
            <a:off x="237729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7" name="Freeform 386">
            <a:extLst>
              <a:ext uri="{FF2B5EF4-FFF2-40B4-BE49-F238E27FC236}">
                <a16:creationId xmlns:a16="http://schemas.microsoft.com/office/drawing/2014/main" id="{54E1774D-94B9-DEA9-DBCE-F556BA97716E}"/>
              </a:ext>
            </a:extLst>
          </p:cNvPr>
          <p:cNvSpPr/>
          <p:nvPr/>
        </p:nvSpPr>
        <p:spPr>
          <a:xfrm>
            <a:off x="237729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826DEFD6-556D-7BD0-5633-373B7D32A7F9}"/>
              </a:ext>
            </a:extLst>
          </p:cNvPr>
          <p:cNvSpPr/>
          <p:nvPr/>
        </p:nvSpPr>
        <p:spPr>
          <a:xfrm>
            <a:off x="237729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BC63F056-8192-5BF9-652B-98DB81933A7C}"/>
              </a:ext>
            </a:extLst>
          </p:cNvPr>
          <p:cNvSpPr/>
          <p:nvPr/>
        </p:nvSpPr>
        <p:spPr>
          <a:xfrm>
            <a:off x="237729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E3B24820-5BA7-7C25-FE61-57DCE9B78DE3}"/>
              </a:ext>
            </a:extLst>
          </p:cNvPr>
          <p:cNvSpPr/>
          <p:nvPr/>
        </p:nvSpPr>
        <p:spPr>
          <a:xfrm>
            <a:off x="245364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3C271472-FC9C-7A43-1838-DE3D7F090AD2}"/>
              </a:ext>
            </a:extLst>
          </p:cNvPr>
          <p:cNvSpPr/>
          <p:nvPr/>
        </p:nvSpPr>
        <p:spPr>
          <a:xfrm>
            <a:off x="245364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D95F7F0F-B5CA-6477-732F-7D99CCEE6D12}"/>
              </a:ext>
            </a:extLst>
          </p:cNvPr>
          <p:cNvSpPr/>
          <p:nvPr/>
        </p:nvSpPr>
        <p:spPr>
          <a:xfrm>
            <a:off x="245364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17D9301A-0324-A6C8-84B3-4C8813F271CB}"/>
              </a:ext>
            </a:extLst>
          </p:cNvPr>
          <p:cNvSpPr/>
          <p:nvPr/>
        </p:nvSpPr>
        <p:spPr>
          <a:xfrm>
            <a:off x="245364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4" name="Freeform 393">
            <a:extLst>
              <a:ext uri="{FF2B5EF4-FFF2-40B4-BE49-F238E27FC236}">
                <a16:creationId xmlns:a16="http://schemas.microsoft.com/office/drawing/2014/main" id="{AA5D0928-9C5D-C6A5-464E-2B089A9877DB}"/>
              </a:ext>
            </a:extLst>
          </p:cNvPr>
          <p:cNvSpPr/>
          <p:nvPr/>
        </p:nvSpPr>
        <p:spPr>
          <a:xfrm>
            <a:off x="245364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5" name="Freeform 394">
            <a:extLst>
              <a:ext uri="{FF2B5EF4-FFF2-40B4-BE49-F238E27FC236}">
                <a16:creationId xmlns:a16="http://schemas.microsoft.com/office/drawing/2014/main" id="{513A28AB-0333-3E71-EDD3-6F551226E3BD}"/>
              </a:ext>
            </a:extLst>
          </p:cNvPr>
          <p:cNvSpPr/>
          <p:nvPr/>
        </p:nvSpPr>
        <p:spPr>
          <a:xfrm>
            <a:off x="245364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6" name="Freeform 395">
            <a:extLst>
              <a:ext uri="{FF2B5EF4-FFF2-40B4-BE49-F238E27FC236}">
                <a16:creationId xmlns:a16="http://schemas.microsoft.com/office/drawing/2014/main" id="{19CE54AE-4890-B25E-2239-B12E299BA4A9}"/>
              </a:ext>
            </a:extLst>
          </p:cNvPr>
          <p:cNvSpPr/>
          <p:nvPr/>
        </p:nvSpPr>
        <p:spPr>
          <a:xfrm>
            <a:off x="245364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A0BB9284-2684-4173-248E-DF1B18D69F2B}"/>
              </a:ext>
            </a:extLst>
          </p:cNvPr>
          <p:cNvSpPr/>
          <p:nvPr/>
        </p:nvSpPr>
        <p:spPr>
          <a:xfrm>
            <a:off x="245364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8" name="Freeform 397">
            <a:extLst>
              <a:ext uri="{FF2B5EF4-FFF2-40B4-BE49-F238E27FC236}">
                <a16:creationId xmlns:a16="http://schemas.microsoft.com/office/drawing/2014/main" id="{6519DDBB-9B84-40C3-3691-417591C018EE}"/>
              </a:ext>
            </a:extLst>
          </p:cNvPr>
          <p:cNvSpPr/>
          <p:nvPr/>
        </p:nvSpPr>
        <p:spPr>
          <a:xfrm>
            <a:off x="245364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9" name="Freeform 398">
            <a:extLst>
              <a:ext uri="{FF2B5EF4-FFF2-40B4-BE49-F238E27FC236}">
                <a16:creationId xmlns:a16="http://schemas.microsoft.com/office/drawing/2014/main" id="{07EC16C7-28E1-3FB2-FBAC-A355ED7A561F}"/>
              </a:ext>
            </a:extLst>
          </p:cNvPr>
          <p:cNvSpPr/>
          <p:nvPr/>
        </p:nvSpPr>
        <p:spPr>
          <a:xfrm>
            <a:off x="245364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0" name="Freeform 399">
            <a:extLst>
              <a:ext uri="{FF2B5EF4-FFF2-40B4-BE49-F238E27FC236}">
                <a16:creationId xmlns:a16="http://schemas.microsoft.com/office/drawing/2014/main" id="{01A6B8D5-8228-DB5C-D45D-F57B3200257E}"/>
              </a:ext>
            </a:extLst>
          </p:cNvPr>
          <p:cNvSpPr/>
          <p:nvPr/>
        </p:nvSpPr>
        <p:spPr>
          <a:xfrm>
            <a:off x="245364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1" name="Freeform 400">
            <a:extLst>
              <a:ext uri="{FF2B5EF4-FFF2-40B4-BE49-F238E27FC236}">
                <a16:creationId xmlns:a16="http://schemas.microsoft.com/office/drawing/2014/main" id="{40030897-65C5-E948-4E60-12EB20886A71}"/>
              </a:ext>
            </a:extLst>
          </p:cNvPr>
          <p:cNvSpPr/>
          <p:nvPr/>
        </p:nvSpPr>
        <p:spPr>
          <a:xfrm>
            <a:off x="245364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2" name="Freeform 401">
            <a:extLst>
              <a:ext uri="{FF2B5EF4-FFF2-40B4-BE49-F238E27FC236}">
                <a16:creationId xmlns:a16="http://schemas.microsoft.com/office/drawing/2014/main" id="{92A18DDD-B8BC-81C0-A5A3-ED2FE2D16B93}"/>
              </a:ext>
            </a:extLst>
          </p:cNvPr>
          <p:cNvSpPr/>
          <p:nvPr/>
        </p:nvSpPr>
        <p:spPr>
          <a:xfrm>
            <a:off x="245364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3" name="Freeform 402">
            <a:extLst>
              <a:ext uri="{FF2B5EF4-FFF2-40B4-BE49-F238E27FC236}">
                <a16:creationId xmlns:a16="http://schemas.microsoft.com/office/drawing/2014/main" id="{82A4EC28-F4BB-400B-29C2-DE1615EDAE04}"/>
              </a:ext>
            </a:extLst>
          </p:cNvPr>
          <p:cNvSpPr/>
          <p:nvPr/>
        </p:nvSpPr>
        <p:spPr>
          <a:xfrm>
            <a:off x="245364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4" name="Freeform 403">
            <a:extLst>
              <a:ext uri="{FF2B5EF4-FFF2-40B4-BE49-F238E27FC236}">
                <a16:creationId xmlns:a16="http://schemas.microsoft.com/office/drawing/2014/main" id="{F0F2537D-B6A9-8083-8917-A1DD11CEF5EB}"/>
              </a:ext>
            </a:extLst>
          </p:cNvPr>
          <p:cNvSpPr/>
          <p:nvPr/>
        </p:nvSpPr>
        <p:spPr>
          <a:xfrm>
            <a:off x="245364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5" name="Freeform 404">
            <a:extLst>
              <a:ext uri="{FF2B5EF4-FFF2-40B4-BE49-F238E27FC236}">
                <a16:creationId xmlns:a16="http://schemas.microsoft.com/office/drawing/2014/main" id="{48A608C3-F6B7-1E63-2D48-E383339A52D5}"/>
              </a:ext>
            </a:extLst>
          </p:cNvPr>
          <p:cNvSpPr/>
          <p:nvPr/>
        </p:nvSpPr>
        <p:spPr>
          <a:xfrm>
            <a:off x="245364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6" name="Freeform 405">
            <a:extLst>
              <a:ext uri="{FF2B5EF4-FFF2-40B4-BE49-F238E27FC236}">
                <a16:creationId xmlns:a16="http://schemas.microsoft.com/office/drawing/2014/main" id="{35104723-1B25-9FE3-E0C3-9A3EFCF1FAF7}"/>
              </a:ext>
            </a:extLst>
          </p:cNvPr>
          <p:cNvSpPr/>
          <p:nvPr/>
        </p:nvSpPr>
        <p:spPr>
          <a:xfrm>
            <a:off x="245364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7" name="Freeform 406">
            <a:extLst>
              <a:ext uri="{FF2B5EF4-FFF2-40B4-BE49-F238E27FC236}">
                <a16:creationId xmlns:a16="http://schemas.microsoft.com/office/drawing/2014/main" id="{AF0CE677-52D9-0E81-8E10-3CDDDC16778F}"/>
              </a:ext>
            </a:extLst>
          </p:cNvPr>
          <p:cNvSpPr/>
          <p:nvPr/>
        </p:nvSpPr>
        <p:spPr>
          <a:xfrm>
            <a:off x="245364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8" name="Freeform 407">
            <a:extLst>
              <a:ext uri="{FF2B5EF4-FFF2-40B4-BE49-F238E27FC236}">
                <a16:creationId xmlns:a16="http://schemas.microsoft.com/office/drawing/2014/main" id="{FD465FFD-6C76-3ED5-62B3-7D09578E6659}"/>
              </a:ext>
            </a:extLst>
          </p:cNvPr>
          <p:cNvSpPr/>
          <p:nvPr/>
        </p:nvSpPr>
        <p:spPr>
          <a:xfrm>
            <a:off x="245364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9" name="Freeform 408">
            <a:extLst>
              <a:ext uri="{FF2B5EF4-FFF2-40B4-BE49-F238E27FC236}">
                <a16:creationId xmlns:a16="http://schemas.microsoft.com/office/drawing/2014/main" id="{E9EA7094-00DC-DC90-CD63-ABEFF8DAD627}"/>
              </a:ext>
            </a:extLst>
          </p:cNvPr>
          <p:cNvSpPr/>
          <p:nvPr/>
        </p:nvSpPr>
        <p:spPr>
          <a:xfrm>
            <a:off x="253002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0" name="Freeform 409">
            <a:extLst>
              <a:ext uri="{FF2B5EF4-FFF2-40B4-BE49-F238E27FC236}">
                <a16:creationId xmlns:a16="http://schemas.microsoft.com/office/drawing/2014/main" id="{D948FEC0-3C85-DA90-2C20-B8B8B809AB76}"/>
              </a:ext>
            </a:extLst>
          </p:cNvPr>
          <p:cNvSpPr/>
          <p:nvPr/>
        </p:nvSpPr>
        <p:spPr>
          <a:xfrm>
            <a:off x="253002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1" name="Freeform 410">
            <a:extLst>
              <a:ext uri="{FF2B5EF4-FFF2-40B4-BE49-F238E27FC236}">
                <a16:creationId xmlns:a16="http://schemas.microsoft.com/office/drawing/2014/main" id="{4C78BFB6-B4D0-344F-E99F-DD27D400CE03}"/>
              </a:ext>
            </a:extLst>
          </p:cNvPr>
          <p:cNvSpPr/>
          <p:nvPr/>
        </p:nvSpPr>
        <p:spPr>
          <a:xfrm>
            <a:off x="253002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2" name="Freeform 411">
            <a:extLst>
              <a:ext uri="{FF2B5EF4-FFF2-40B4-BE49-F238E27FC236}">
                <a16:creationId xmlns:a16="http://schemas.microsoft.com/office/drawing/2014/main" id="{B46C7B89-7A94-8BD1-36B8-13CB6EFBFECA}"/>
              </a:ext>
            </a:extLst>
          </p:cNvPr>
          <p:cNvSpPr/>
          <p:nvPr/>
        </p:nvSpPr>
        <p:spPr>
          <a:xfrm>
            <a:off x="253002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3" name="Freeform 412">
            <a:extLst>
              <a:ext uri="{FF2B5EF4-FFF2-40B4-BE49-F238E27FC236}">
                <a16:creationId xmlns:a16="http://schemas.microsoft.com/office/drawing/2014/main" id="{80FDE661-A30A-10A1-4490-961522F38ED6}"/>
              </a:ext>
            </a:extLst>
          </p:cNvPr>
          <p:cNvSpPr/>
          <p:nvPr/>
        </p:nvSpPr>
        <p:spPr>
          <a:xfrm>
            <a:off x="253002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4" name="Freeform 413">
            <a:extLst>
              <a:ext uri="{FF2B5EF4-FFF2-40B4-BE49-F238E27FC236}">
                <a16:creationId xmlns:a16="http://schemas.microsoft.com/office/drawing/2014/main" id="{5904190E-74CC-9C09-2989-05125F62E987}"/>
              </a:ext>
            </a:extLst>
          </p:cNvPr>
          <p:cNvSpPr/>
          <p:nvPr/>
        </p:nvSpPr>
        <p:spPr>
          <a:xfrm>
            <a:off x="253002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5" name="Freeform 414">
            <a:extLst>
              <a:ext uri="{FF2B5EF4-FFF2-40B4-BE49-F238E27FC236}">
                <a16:creationId xmlns:a16="http://schemas.microsoft.com/office/drawing/2014/main" id="{35D158C1-4BC4-2E9E-CA38-0579DCF223CD}"/>
              </a:ext>
            </a:extLst>
          </p:cNvPr>
          <p:cNvSpPr/>
          <p:nvPr/>
        </p:nvSpPr>
        <p:spPr>
          <a:xfrm>
            <a:off x="253002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2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6" name="Freeform 415">
            <a:extLst>
              <a:ext uri="{FF2B5EF4-FFF2-40B4-BE49-F238E27FC236}">
                <a16:creationId xmlns:a16="http://schemas.microsoft.com/office/drawing/2014/main" id="{D1721126-8819-705B-B480-9357A271FF3A}"/>
              </a:ext>
            </a:extLst>
          </p:cNvPr>
          <p:cNvSpPr/>
          <p:nvPr/>
        </p:nvSpPr>
        <p:spPr>
          <a:xfrm>
            <a:off x="253002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7" name="Freeform 416">
            <a:extLst>
              <a:ext uri="{FF2B5EF4-FFF2-40B4-BE49-F238E27FC236}">
                <a16:creationId xmlns:a16="http://schemas.microsoft.com/office/drawing/2014/main" id="{7ABC02D2-7AA2-97B5-7F7E-1C0B08C5796F}"/>
              </a:ext>
            </a:extLst>
          </p:cNvPr>
          <p:cNvSpPr/>
          <p:nvPr/>
        </p:nvSpPr>
        <p:spPr>
          <a:xfrm>
            <a:off x="253002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8" name="Freeform 417">
            <a:extLst>
              <a:ext uri="{FF2B5EF4-FFF2-40B4-BE49-F238E27FC236}">
                <a16:creationId xmlns:a16="http://schemas.microsoft.com/office/drawing/2014/main" id="{5BA3BCAC-A422-88CF-D69C-162CA0C35E83}"/>
              </a:ext>
            </a:extLst>
          </p:cNvPr>
          <p:cNvSpPr/>
          <p:nvPr/>
        </p:nvSpPr>
        <p:spPr>
          <a:xfrm>
            <a:off x="253002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570B93E8-30C1-394A-857C-F0BD222F0D6B}"/>
              </a:ext>
            </a:extLst>
          </p:cNvPr>
          <p:cNvSpPr/>
          <p:nvPr/>
        </p:nvSpPr>
        <p:spPr>
          <a:xfrm>
            <a:off x="253002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E0F8369E-6E49-1EC9-4CF7-980B016FF208}"/>
              </a:ext>
            </a:extLst>
          </p:cNvPr>
          <p:cNvSpPr/>
          <p:nvPr/>
        </p:nvSpPr>
        <p:spPr>
          <a:xfrm>
            <a:off x="253002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1" name="Freeform 420">
            <a:extLst>
              <a:ext uri="{FF2B5EF4-FFF2-40B4-BE49-F238E27FC236}">
                <a16:creationId xmlns:a16="http://schemas.microsoft.com/office/drawing/2014/main" id="{C81F0D6D-BB0A-A493-E3DE-4C53E1754D3E}"/>
              </a:ext>
            </a:extLst>
          </p:cNvPr>
          <p:cNvSpPr/>
          <p:nvPr/>
        </p:nvSpPr>
        <p:spPr>
          <a:xfrm>
            <a:off x="253002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2" name="Freeform 421">
            <a:extLst>
              <a:ext uri="{FF2B5EF4-FFF2-40B4-BE49-F238E27FC236}">
                <a16:creationId xmlns:a16="http://schemas.microsoft.com/office/drawing/2014/main" id="{0CAE40BC-CC95-0FA9-F325-C7FD7F2A94BB}"/>
              </a:ext>
            </a:extLst>
          </p:cNvPr>
          <p:cNvSpPr/>
          <p:nvPr/>
        </p:nvSpPr>
        <p:spPr>
          <a:xfrm>
            <a:off x="253002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3" name="Freeform 422">
            <a:extLst>
              <a:ext uri="{FF2B5EF4-FFF2-40B4-BE49-F238E27FC236}">
                <a16:creationId xmlns:a16="http://schemas.microsoft.com/office/drawing/2014/main" id="{D55B366D-4450-CC3F-5D78-7928A023667C}"/>
              </a:ext>
            </a:extLst>
          </p:cNvPr>
          <p:cNvSpPr/>
          <p:nvPr/>
        </p:nvSpPr>
        <p:spPr>
          <a:xfrm>
            <a:off x="253002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4" name="Freeform 423">
            <a:extLst>
              <a:ext uri="{FF2B5EF4-FFF2-40B4-BE49-F238E27FC236}">
                <a16:creationId xmlns:a16="http://schemas.microsoft.com/office/drawing/2014/main" id="{39884A23-383E-EF8C-905B-B25D880D54FF}"/>
              </a:ext>
            </a:extLst>
          </p:cNvPr>
          <p:cNvSpPr/>
          <p:nvPr/>
        </p:nvSpPr>
        <p:spPr>
          <a:xfrm>
            <a:off x="253002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5" name="Freeform 424">
            <a:extLst>
              <a:ext uri="{FF2B5EF4-FFF2-40B4-BE49-F238E27FC236}">
                <a16:creationId xmlns:a16="http://schemas.microsoft.com/office/drawing/2014/main" id="{4BE304BC-A973-7A95-6843-747812D7A61C}"/>
              </a:ext>
            </a:extLst>
          </p:cNvPr>
          <p:cNvSpPr/>
          <p:nvPr/>
        </p:nvSpPr>
        <p:spPr>
          <a:xfrm>
            <a:off x="253002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6" name="Freeform 425">
            <a:extLst>
              <a:ext uri="{FF2B5EF4-FFF2-40B4-BE49-F238E27FC236}">
                <a16:creationId xmlns:a16="http://schemas.microsoft.com/office/drawing/2014/main" id="{943B9B5A-6F28-6686-61B5-A3693E24A75D}"/>
              </a:ext>
            </a:extLst>
          </p:cNvPr>
          <p:cNvSpPr/>
          <p:nvPr/>
        </p:nvSpPr>
        <p:spPr>
          <a:xfrm>
            <a:off x="253002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7" name="Freeform 426">
            <a:extLst>
              <a:ext uri="{FF2B5EF4-FFF2-40B4-BE49-F238E27FC236}">
                <a16:creationId xmlns:a16="http://schemas.microsoft.com/office/drawing/2014/main" id="{C0C3925F-E3F0-28F5-CF60-CC225D8273FA}"/>
              </a:ext>
            </a:extLst>
          </p:cNvPr>
          <p:cNvSpPr/>
          <p:nvPr/>
        </p:nvSpPr>
        <p:spPr>
          <a:xfrm>
            <a:off x="253002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8" name="Freeform 427">
            <a:extLst>
              <a:ext uri="{FF2B5EF4-FFF2-40B4-BE49-F238E27FC236}">
                <a16:creationId xmlns:a16="http://schemas.microsoft.com/office/drawing/2014/main" id="{BFDC0263-B571-8BD7-39FF-797A27E1FBBB}"/>
              </a:ext>
            </a:extLst>
          </p:cNvPr>
          <p:cNvSpPr/>
          <p:nvPr/>
        </p:nvSpPr>
        <p:spPr>
          <a:xfrm>
            <a:off x="260637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9" name="Freeform 428">
            <a:extLst>
              <a:ext uri="{FF2B5EF4-FFF2-40B4-BE49-F238E27FC236}">
                <a16:creationId xmlns:a16="http://schemas.microsoft.com/office/drawing/2014/main" id="{61BD0588-3689-78E6-3CAF-48C578EC8A11}"/>
              </a:ext>
            </a:extLst>
          </p:cNvPr>
          <p:cNvSpPr/>
          <p:nvPr/>
        </p:nvSpPr>
        <p:spPr>
          <a:xfrm>
            <a:off x="260637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0" name="Freeform 429">
            <a:extLst>
              <a:ext uri="{FF2B5EF4-FFF2-40B4-BE49-F238E27FC236}">
                <a16:creationId xmlns:a16="http://schemas.microsoft.com/office/drawing/2014/main" id="{24B549BC-8555-F010-C2FE-8AF9B7615864}"/>
              </a:ext>
            </a:extLst>
          </p:cNvPr>
          <p:cNvSpPr/>
          <p:nvPr/>
        </p:nvSpPr>
        <p:spPr>
          <a:xfrm>
            <a:off x="260637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1" name="Freeform 430">
            <a:extLst>
              <a:ext uri="{FF2B5EF4-FFF2-40B4-BE49-F238E27FC236}">
                <a16:creationId xmlns:a16="http://schemas.microsoft.com/office/drawing/2014/main" id="{35AD2881-B3C6-F3C0-4A73-1925A6008A6A}"/>
              </a:ext>
            </a:extLst>
          </p:cNvPr>
          <p:cNvSpPr/>
          <p:nvPr/>
        </p:nvSpPr>
        <p:spPr>
          <a:xfrm>
            <a:off x="260637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2" name="Freeform 431">
            <a:extLst>
              <a:ext uri="{FF2B5EF4-FFF2-40B4-BE49-F238E27FC236}">
                <a16:creationId xmlns:a16="http://schemas.microsoft.com/office/drawing/2014/main" id="{CD3281F1-B551-816E-6B16-72877618AE62}"/>
              </a:ext>
            </a:extLst>
          </p:cNvPr>
          <p:cNvSpPr/>
          <p:nvPr/>
        </p:nvSpPr>
        <p:spPr>
          <a:xfrm>
            <a:off x="260637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3" name="Freeform 432">
            <a:extLst>
              <a:ext uri="{FF2B5EF4-FFF2-40B4-BE49-F238E27FC236}">
                <a16:creationId xmlns:a16="http://schemas.microsoft.com/office/drawing/2014/main" id="{18BBD289-F7F1-9ED5-A3A9-A8F2A12F2BA2}"/>
              </a:ext>
            </a:extLst>
          </p:cNvPr>
          <p:cNvSpPr/>
          <p:nvPr/>
        </p:nvSpPr>
        <p:spPr>
          <a:xfrm>
            <a:off x="260637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4" name="Freeform 433">
            <a:extLst>
              <a:ext uri="{FF2B5EF4-FFF2-40B4-BE49-F238E27FC236}">
                <a16:creationId xmlns:a16="http://schemas.microsoft.com/office/drawing/2014/main" id="{95ABC4EF-41A6-BD87-BF2F-46A27767960D}"/>
              </a:ext>
            </a:extLst>
          </p:cNvPr>
          <p:cNvSpPr/>
          <p:nvPr/>
        </p:nvSpPr>
        <p:spPr>
          <a:xfrm>
            <a:off x="260637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80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5" name="Freeform 434">
            <a:extLst>
              <a:ext uri="{FF2B5EF4-FFF2-40B4-BE49-F238E27FC236}">
                <a16:creationId xmlns:a16="http://schemas.microsoft.com/office/drawing/2014/main" id="{A8DA8533-2A3F-3502-9E55-A80C4FC0A14F}"/>
              </a:ext>
            </a:extLst>
          </p:cNvPr>
          <p:cNvSpPr/>
          <p:nvPr/>
        </p:nvSpPr>
        <p:spPr>
          <a:xfrm>
            <a:off x="260637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6" name="Freeform 435">
            <a:extLst>
              <a:ext uri="{FF2B5EF4-FFF2-40B4-BE49-F238E27FC236}">
                <a16:creationId xmlns:a16="http://schemas.microsoft.com/office/drawing/2014/main" id="{A45AB7BE-5F2B-D8F5-38F8-322D551307E9}"/>
              </a:ext>
            </a:extLst>
          </p:cNvPr>
          <p:cNvSpPr/>
          <p:nvPr/>
        </p:nvSpPr>
        <p:spPr>
          <a:xfrm>
            <a:off x="260637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7" name="Freeform 436">
            <a:extLst>
              <a:ext uri="{FF2B5EF4-FFF2-40B4-BE49-F238E27FC236}">
                <a16:creationId xmlns:a16="http://schemas.microsoft.com/office/drawing/2014/main" id="{7D7091AA-45C6-8B9E-FEF3-B7C8FF907111}"/>
              </a:ext>
            </a:extLst>
          </p:cNvPr>
          <p:cNvSpPr/>
          <p:nvPr/>
        </p:nvSpPr>
        <p:spPr>
          <a:xfrm>
            <a:off x="260637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F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8" name="Freeform 437">
            <a:extLst>
              <a:ext uri="{FF2B5EF4-FFF2-40B4-BE49-F238E27FC236}">
                <a16:creationId xmlns:a16="http://schemas.microsoft.com/office/drawing/2014/main" id="{EB1CE4B2-F39E-356B-06E1-A9900D1F887C}"/>
              </a:ext>
            </a:extLst>
          </p:cNvPr>
          <p:cNvSpPr/>
          <p:nvPr/>
        </p:nvSpPr>
        <p:spPr>
          <a:xfrm>
            <a:off x="260637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9" name="Freeform 438">
            <a:extLst>
              <a:ext uri="{FF2B5EF4-FFF2-40B4-BE49-F238E27FC236}">
                <a16:creationId xmlns:a16="http://schemas.microsoft.com/office/drawing/2014/main" id="{00173C8F-744D-C062-482A-C3F9FDB22C69}"/>
              </a:ext>
            </a:extLst>
          </p:cNvPr>
          <p:cNvSpPr/>
          <p:nvPr/>
        </p:nvSpPr>
        <p:spPr>
          <a:xfrm>
            <a:off x="260637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0" name="Freeform 439">
            <a:extLst>
              <a:ext uri="{FF2B5EF4-FFF2-40B4-BE49-F238E27FC236}">
                <a16:creationId xmlns:a16="http://schemas.microsoft.com/office/drawing/2014/main" id="{7EA60A59-B95E-ABB9-A848-86BF23B2D9C5}"/>
              </a:ext>
            </a:extLst>
          </p:cNvPr>
          <p:cNvSpPr/>
          <p:nvPr/>
        </p:nvSpPr>
        <p:spPr>
          <a:xfrm>
            <a:off x="260637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1" name="Freeform 440">
            <a:extLst>
              <a:ext uri="{FF2B5EF4-FFF2-40B4-BE49-F238E27FC236}">
                <a16:creationId xmlns:a16="http://schemas.microsoft.com/office/drawing/2014/main" id="{98E73AA5-28A5-A1B3-36E1-C165C4BBD595}"/>
              </a:ext>
            </a:extLst>
          </p:cNvPr>
          <p:cNvSpPr/>
          <p:nvPr/>
        </p:nvSpPr>
        <p:spPr>
          <a:xfrm>
            <a:off x="260637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2" name="Freeform 441">
            <a:extLst>
              <a:ext uri="{FF2B5EF4-FFF2-40B4-BE49-F238E27FC236}">
                <a16:creationId xmlns:a16="http://schemas.microsoft.com/office/drawing/2014/main" id="{7FD5EA28-A60E-3730-7C54-0781FAD9FD04}"/>
              </a:ext>
            </a:extLst>
          </p:cNvPr>
          <p:cNvSpPr/>
          <p:nvPr/>
        </p:nvSpPr>
        <p:spPr>
          <a:xfrm>
            <a:off x="260637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3" name="Freeform 442">
            <a:extLst>
              <a:ext uri="{FF2B5EF4-FFF2-40B4-BE49-F238E27FC236}">
                <a16:creationId xmlns:a16="http://schemas.microsoft.com/office/drawing/2014/main" id="{4012EE3E-DA07-91F3-A7D2-FD659AD6F743}"/>
              </a:ext>
            </a:extLst>
          </p:cNvPr>
          <p:cNvSpPr/>
          <p:nvPr/>
        </p:nvSpPr>
        <p:spPr>
          <a:xfrm>
            <a:off x="260637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4" name="Freeform 443">
            <a:extLst>
              <a:ext uri="{FF2B5EF4-FFF2-40B4-BE49-F238E27FC236}">
                <a16:creationId xmlns:a16="http://schemas.microsoft.com/office/drawing/2014/main" id="{C086C05B-ECD5-FD66-F97A-C72F902A9A06}"/>
              </a:ext>
            </a:extLst>
          </p:cNvPr>
          <p:cNvSpPr/>
          <p:nvPr/>
        </p:nvSpPr>
        <p:spPr>
          <a:xfrm>
            <a:off x="260637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5" name="Freeform 444">
            <a:extLst>
              <a:ext uri="{FF2B5EF4-FFF2-40B4-BE49-F238E27FC236}">
                <a16:creationId xmlns:a16="http://schemas.microsoft.com/office/drawing/2014/main" id="{C42A027A-110D-075D-C2D3-2C5DFF1F41B1}"/>
              </a:ext>
            </a:extLst>
          </p:cNvPr>
          <p:cNvSpPr/>
          <p:nvPr/>
        </p:nvSpPr>
        <p:spPr>
          <a:xfrm>
            <a:off x="260637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6" name="Freeform 445">
            <a:extLst>
              <a:ext uri="{FF2B5EF4-FFF2-40B4-BE49-F238E27FC236}">
                <a16:creationId xmlns:a16="http://schemas.microsoft.com/office/drawing/2014/main" id="{D068CB82-0325-1163-D21D-70BD08F35337}"/>
              </a:ext>
            </a:extLst>
          </p:cNvPr>
          <p:cNvSpPr/>
          <p:nvPr/>
        </p:nvSpPr>
        <p:spPr>
          <a:xfrm>
            <a:off x="260637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7" name="Freeform 446">
            <a:extLst>
              <a:ext uri="{FF2B5EF4-FFF2-40B4-BE49-F238E27FC236}">
                <a16:creationId xmlns:a16="http://schemas.microsoft.com/office/drawing/2014/main" id="{CE066516-771D-5DEC-7967-9EB73AC5CEB9}"/>
              </a:ext>
            </a:extLst>
          </p:cNvPr>
          <p:cNvSpPr/>
          <p:nvPr/>
        </p:nvSpPr>
        <p:spPr>
          <a:xfrm>
            <a:off x="268272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8" name="Freeform 447">
            <a:extLst>
              <a:ext uri="{FF2B5EF4-FFF2-40B4-BE49-F238E27FC236}">
                <a16:creationId xmlns:a16="http://schemas.microsoft.com/office/drawing/2014/main" id="{762A117E-5213-C039-DD11-480D64BB637B}"/>
              </a:ext>
            </a:extLst>
          </p:cNvPr>
          <p:cNvSpPr/>
          <p:nvPr/>
        </p:nvSpPr>
        <p:spPr>
          <a:xfrm>
            <a:off x="268272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9" name="Freeform 448">
            <a:extLst>
              <a:ext uri="{FF2B5EF4-FFF2-40B4-BE49-F238E27FC236}">
                <a16:creationId xmlns:a16="http://schemas.microsoft.com/office/drawing/2014/main" id="{0AAF1B84-D474-C181-CB57-00F861ABE329}"/>
              </a:ext>
            </a:extLst>
          </p:cNvPr>
          <p:cNvSpPr/>
          <p:nvPr/>
        </p:nvSpPr>
        <p:spPr>
          <a:xfrm>
            <a:off x="268272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0" name="Freeform 449">
            <a:extLst>
              <a:ext uri="{FF2B5EF4-FFF2-40B4-BE49-F238E27FC236}">
                <a16:creationId xmlns:a16="http://schemas.microsoft.com/office/drawing/2014/main" id="{3A9B8B35-33BE-CF8E-22C3-3E83E5AE6C2B}"/>
              </a:ext>
            </a:extLst>
          </p:cNvPr>
          <p:cNvSpPr/>
          <p:nvPr/>
        </p:nvSpPr>
        <p:spPr>
          <a:xfrm>
            <a:off x="268272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1" name="Freeform 450">
            <a:extLst>
              <a:ext uri="{FF2B5EF4-FFF2-40B4-BE49-F238E27FC236}">
                <a16:creationId xmlns:a16="http://schemas.microsoft.com/office/drawing/2014/main" id="{948E0DB6-37BA-DED3-74D9-D5D044A61503}"/>
              </a:ext>
            </a:extLst>
          </p:cNvPr>
          <p:cNvSpPr/>
          <p:nvPr/>
        </p:nvSpPr>
        <p:spPr>
          <a:xfrm>
            <a:off x="268272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2" name="Freeform 451">
            <a:extLst>
              <a:ext uri="{FF2B5EF4-FFF2-40B4-BE49-F238E27FC236}">
                <a16:creationId xmlns:a16="http://schemas.microsoft.com/office/drawing/2014/main" id="{B3AFD773-288B-8AF6-0BF3-5836C528CD42}"/>
              </a:ext>
            </a:extLst>
          </p:cNvPr>
          <p:cNvSpPr/>
          <p:nvPr/>
        </p:nvSpPr>
        <p:spPr>
          <a:xfrm>
            <a:off x="268272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3" name="Freeform 452">
            <a:extLst>
              <a:ext uri="{FF2B5EF4-FFF2-40B4-BE49-F238E27FC236}">
                <a16:creationId xmlns:a16="http://schemas.microsoft.com/office/drawing/2014/main" id="{4CB94B41-2D2C-D2E4-D831-57B7AF85A063}"/>
              </a:ext>
            </a:extLst>
          </p:cNvPr>
          <p:cNvSpPr/>
          <p:nvPr/>
        </p:nvSpPr>
        <p:spPr>
          <a:xfrm>
            <a:off x="268272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1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4" name="Freeform 453">
            <a:extLst>
              <a:ext uri="{FF2B5EF4-FFF2-40B4-BE49-F238E27FC236}">
                <a16:creationId xmlns:a16="http://schemas.microsoft.com/office/drawing/2014/main" id="{738C5D7F-446A-2468-6911-F5D67B677655}"/>
              </a:ext>
            </a:extLst>
          </p:cNvPr>
          <p:cNvSpPr/>
          <p:nvPr/>
        </p:nvSpPr>
        <p:spPr>
          <a:xfrm>
            <a:off x="268272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5" name="Freeform 454">
            <a:extLst>
              <a:ext uri="{FF2B5EF4-FFF2-40B4-BE49-F238E27FC236}">
                <a16:creationId xmlns:a16="http://schemas.microsoft.com/office/drawing/2014/main" id="{725F64EC-0FC4-8E5D-1A94-7E214763C2B4}"/>
              </a:ext>
            </a:extLst>
          </p:cNvPr>
          <p:cNvSpPr/>
          <p:nvPr/>
        </p:nvSpPr>
        <p:spPr>
          <a:xfrm>
            <a:off x="268272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6" name="Freeform 455">
            <a:extLst>
              <a:ext uri="{FF2B5EF4-FFF2-40B4-BE49-F238E27FC236}">
                <a16:creationId xmlns:a16="http://schemas.microsoft.com/office/drawing/2014/main" id="{16EE0407-3E3A-6A09-8C95-C2EBC73A5719}"/>
              </a:ext>
            </a:extLst>
          </p:cNvPr>
          <p:cNvSpPr/>
          <p:nvPr/>
        </p:nvSpPr>
        <p:spPr>
          <a:xfrm>
            <a:off x="268272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3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7" name="Freeform 456">
            <a:extLst>
              <a:ext uri="{FF2B5EF4-FFF2-40B4-BE49-F238E27FC236}">
                <a16:creationId xmlns:a16="http://schemas.microsoft.com/office/drawing/2014/main" id="{608F211B-E2D9-844E-2957-ED53098AC79E}"/>
              </a:ext>
            </a:extLst>
          </p:cNvPr>
          <p:cNvSpPr/>
          <p:nvPr/>
        </p:nvSpPr>
        <p:spPr>
          <a:xfrm>
            <a:off x="268272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8" name="Freeform 457">
            <a:extLst>
              <a:ext uri="{FF2B5EF4-FFF2-40B4-BE49-F238E27FC236}">
                <a16:creationId xmlns:a16="http://schemas.microsoft.com/office/drawing/2014/main" id="{FC3D3292-FA1C-8903-A0C2-A285B7590F38}"/>
              </a:ext>
            </a:extLst>
          </p:cNvPr>
          <p:cNvSpPr/>
          <p:nvPr/>
        </p:nvSpPr>
        <p:spPr>
          <a:xfrm>
            <a:off x="268272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CB54A445-9CF1-8E37-DEAB-26F8CB178FCE}"/>
              </a:ext>
            </a:extLst>
          </p:cNvPr>
          <p:cNvSpPr/>
          <p:nvPr/>
        </p:nvSpPr>
        <p:spPr>
          <a:xfrm>
            <a:off x="268272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5D4D0D04-C19F-45E2-116E-81C55458F317}"/>
              </a:ext>
            </a:extLst>
          </p:cNvPr>
          <p:cNvSpPr/>
          <p:nvPr/>
        </p:nvSpPr>
        <p:spPr>
          <a:xfrm>
            <a:off x="268272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00D5EB6F-E3C7-5555-97F9-08CD55F781F1}"/>
              </a:ext>
            </a:extLst>
          </p:cNvPr>
          <p:cNvSpPr/>
          <p:nvPr/>
        </p:nvSpPr>
        <p:spPr>
          <a:xfrm>
            <a:off x="268272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DBF0BFD7-121D-82C8-143E-4452DF3195F9}"/>
              </a:ext>
            </a:extLst>
          </p:cNvPr>
          <p:cNvSpPr/>
          <p:nvPr/>
        </p:nvSpPr>
        <p:spPr>
          <a:xfrm>
            <a:off x="268272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FE924B89-0524-4C2D-E68C-6039D3C9994A}"/>
              </a:ext>
            </a:extLst>
          </p:cNvPr>
          <p:cNvSpPr/>
          <p:nvPr/>
        </p:nvSpPr>
        <p:spPr>
          <a:xfrm>
            <a:off x="268272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996884D8-44BD-F845-C60D-FED0E99D34B2}"/>
              </a:ext>
            </a:extLst>
          </p:cNvPr>
          <p:cNvSpPr/>
          <p:nvPr/>
        </p:nvSpPr>
        <p:spPr>
          <a:xfrm>
            <a:off x="268272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BD491FE2-A96A-BB49-4FCE-87D463B0F9EC}"/>
              </a:ext>
            </a:extLst>
          </p:cNvPr>
          <p:cNvSpPr/>
          <p:nvPr/>
        </p:nvSpPr>
        <p:spPr>
          <a:xfrm>
            <a:off x="268272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86E5D33E-34D5-3C14-9817-A5DCC81591CF}"/>
              </a:ext>
            </a:extLst>
          </p:cNvPr>
          <p:cNvSpPr/>
          <p:nvPr/>
        </p:nvSpPr>
        <p:spPr>
          <a:xfrm>
            <a:off x="275911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7" name="Freeform 466">
            <a:extLst>
              <a:ext uri="{FF2B5EF4-FFF2-40B4-BE49-F238E27FC236}">
                <a16:creationId xmlns:a16="http://schemas.microsoft.com/office/drawing/2014/main" id="{F7320D7E-F68F-3C7A-9224-97D45133CF31}"/>
              </a:ext>
            </a:extLst>
          </p:cNvPr>
          <p:cNvSpPr/>
          <p:nvPr/>
        </p:nvSpPr>
        <p:spPr>
          <a:xfrm>
            <a:off x="275911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D3270ED2-5377-3D1F-3B12-2931A58A7E94}"/>
              </a:ext>
            </a:extLst>
          </p:cNvPr>
          <p:cNvSpPr/>
          <p:nvPr/>
        </p:nvSpPr>
        <p:spPr>
          <a:xfrm>
            <a:off x="275911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734C1EC4-A26A-C8E7-FC41-91B8240F5680}"/>
              </a:ext>
            </a:extLst>
          </p:cNvPr>
          <p:cNvSpPr/>
          <p:nvPr/>
        </p:nvSpPr>
        <p:spPr>
          <a:xfrm>
            <a:off x="275911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EB5D7884-DAEF-0801-4CB3-B0AEFA11FC4B}"/>
              </a:ext>
            </a:extLst>
          </p:cNvPr>
          <p:cNvSpPr/>
          <p:nvPr/>
        </p:nvSpPr>
        <p:spPr>
          <a:xfrm>
            <a:off x="275911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7C5493EE-2B2F-AFD3-73E9-C8717C8D37E3}"/>
              </a:ext>
            </a:extLst>
          </p:cNvPr>
          <p:cNvSpPr/>
          <p:nvPr/>
        </p:nvSpPr>
        <p:spPr>
          <a:xfrm>
            <a:off x="275911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936D2BA7-95CB-E76D-BAF7-68C1DCE19086}"/>
              </a:ext>
            </a:extLst>
          </p:cNvPr>
          <p:cNvSpPr/>
          <p:nvPr/>
        </p:nvSpPr>
        <p:spPr>
          <a:xfrm>
            <a:off x="275911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32EC7448-89A4-BF8A-5F21-DCA11E6D673B}"/>
              </a:ext>
            </a:extLst>
          </p:cNvPr>
          <p:cNvSpPr/>
          <p:nvPr/>
        </p:nvSpPr>
        <p:spPr>
          <a:xfrm>
            <a:off x="275911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C9D3E518-137C-C7BA-8BC8-28BCF5BE31EC}"/>
              </a:ext>
            </a:extLst>
          </p:cNvPr>
          <p:cNvSpPr/>
          <p:nvPr/>
        </p:nvSpPr>
        <p:spPr>
          <a:xfrm>
            <a:off x="275911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F6448ACC-F62A-C284-8DC9-A21E04D19B0D}"/>
              </a:ext>
            </a:extLst>
          </p:cNvPr>
          <p:cNvSpPr/>
          <p:nvPr/>
        </p:nvSpPr>
        <p:spPr>
          <a:xfrm>
            <a:off x="275911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5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EF294DDF-CC82-3EC9-C5B8-6CAB20B8E376}"/>
              </a:ext>
            </a:extLst>
          </p:cNvPr>
          <p:cNvSpPr/>
          <p:nvPr/>
        </p:nvSpPr>
        <p:spPr>
          <a:xfrm>
            <a:off x="275911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94779161-3725-FB32-E9FD-92A2ED395FD4}"/>
              </a:ext>
            </a:extLst>
          </p:cNvPr>
          <p:cNvSpPr/>
          <p:nvPr/>
        </p:nvSpPr>
        <p:spPr>
          <a:xfrm>
            <a:off x="275911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AA420CC3-BE2D-C1E3-C54D-EECA250FB9A8}"/>
              </a:ext>
            </a:extLst>
          </p:cNvPr>
          <p:cNvSpPr/>
          <p:nvPr/>
        </p:nvSpPr>
        <p:spPr>
          <a:xfrm>
            <a:off x="275911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0BDC4BCA-7EED-AA24-2D50-A7CD8682BB44}"/>
              </a:ext>
            </a:extLst>
          </p:cNvPr>
          <p:cNvSpPr/>
          <p:nvPr/>
        </p:nvSpPr>
        <p:spPr>
          <a:xfrm>
            <a:off x="275911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FAC1B8E8-FDD2-57A4-22D9-77AA5CD50F7B}"/>
              </a:ext>
            </a:extLst>
          </p:cNvPr>
          <p:cNvSpPr/>
          <p:nvPr/>
        </p:nvSpPr>
        <p:spPr>
          <a:xfrm>
            <a:off x="275911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8C9AA5A2-EB99-06AF-580B-B8872E96D538}"/>
              </a:ext>
            </a:extLst>
          </p:cNvPr>
          <p:cNvSpPr/>
          <p:nvPr/>
        </p:nvSpPr>
        <p:spPr>
          <a:xfrm>
            <a:off x="275911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EB326C7F-BCC4-75F0-0249-EB88AFA49846}"/>
              </a:ext>
            </a:extLst>
          </p:cNvPr>
          <p:cNvSpPr/>
          <p:nvPr/>
        </p:nvSpPr>
        <p:spPr>
          <a:xfrm>
            <a:off x="275911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76ACBCF8-49A7-B4C3-701E-6798C38BE2D1}"/>
              </a:ext>
            </a:extLst>
          </p:cNvPr>
          <p:cNvSpPr/>
          <p:nvPr/>
        </p:nvSpPr>
        <p:spPr>
          <a:xfrm>
            <a:off x="275911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2D9816A-7647-51E0-5DD0-FF4F1FDE138C}"/>
              </a:ext>
            </a:extLst>
          </p:cNvPr>
          <p:cNvSpPr/>
          <p:nvPr/>
        </p:nvSpPr>
        <p:spPr>
          <a:xfrm>
            <a:off x="275911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81F0ED28-EEB5-F172-1C5F-027AB436E369}"/>
              </a:ext>
            </a:extLst>
          </p:cNvPr>
          <p:cNvSpPr/>
          <p:nvPr/>
        </p:nvSpPr>
        <p:spPr>
          <a:xfrm>
            <a:off x="283545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F0B13520-6481-61F7-F7A0-69BA85783F1E}"/>
              </a:ext>
            </a:extLst>
          </p:cNvPr>
          <p:cNvSpPr/>
          <p:nvPr/>
        </p:nvSpPr>
        <p:spPr>
          <a:xfrm>
            <a:off x="283545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81B6EBAF-6B2B-0E3A-2A03-39E8C07EE0EF}"/>
              </a:ext>
            </a:extLst>
          </p:cNvPr>
          <p:cNvSpPr/>
          <p:nvPr/>
        </p:nvSpPr>
        <p:spPr>
          <a:xfrm>
            <a:off x="283545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2C30B982-BC8D-7875-AFD8-A241F25C855A}"/>
              </a:ext>
            </a:extLst>
          </p:cNvPr>
          <p:cNvSpPr/>
          <p:nvPr/>
        </p:nvSpPr>
        <p:spPr>
          <a:xfrm>
            <a:off x="283545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E68F8C98-BC4F-F6E6-F022-5ACF6B79ACB2}"/>
              </a:ext>
            </a:extLst>
          </p:cNvPr>
          <p:cNvSpPr/>
          <p:nvPr/>
        </p:nvSpPr>
        <p:spPr>
          <a:xfrm>
            <a:off x="283545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4D54189-2E8B-F6CC-C55D-90D25EA6B1ED}"/>
              </a:ext>
            </a:extLst>
          </p:cNvPr>
          <p:cNvSpPr/>
          <p:nvPr/>
        </p:nvSpPr>
        <p:spPr>
          <a:xfrm>
            <a:off x="283545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1C6AD6A4-31C9-C60C-777D-CEC68B4F358E}"/>
              </a:ext>
            </a:extLst>
          </p:cNvPr>
          <p:cNvSpPr/>
          <p:nvPr/>
        </p:nvSpPr>
        <p:spPr>
          <a:xfrm>
            <a:off x="283545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D54E1C9E-029E-CBAA-E560-8B44BAF448E1}"/>
              </a:ext>
            </a:extLst>
          </p:cNvPr>
          <p:cNvSpPr/>
          <p:nvPr/>
        </p:nvSpPr>
        <p:spPr>
          <a:xfrm>
            <a:off x="283545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FA3FA997-A41C-3351-9B48-2B53DD7D60E4}"/>
              </a:ext>
            </a:extLst>
          </p:cNvPr>
          <p:cNvSpPr/>
          <p:nvPr/>
        </p:nvSpPr>
        <p:spPr>
          <a:xfrm>
            <a:off x="283545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04C73685-DF0C-5A0A-7B79-7CA3C208689C}"/>
              </a:ext>
            </a:extLst>
          </p:cNvPr>
          <p:cNvSpPr/>
          <p:nvPr/>
        </p:nvSpPr>
        <p:spPr>
          <a:xfrm>
            <a:off x="283545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32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38B2AF27-52C2-7684-24DC-D276DB8C1E1A}"/>
              </a:ext>
            </a:extLst>
          </p:cNvPr>
          <p:cNvSpPr/>
          <p:nvPr/>
        </p:nvSpPr>
        <p:spPr>
          <a:xfrm>
            <a:off x="283545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1F75427E-7E4F-C65C-6DEC-73A51422610D}"/>
              </a:ext>
            </a:extLst>
          </p:cNvPr>
          <p:cNvSpPr/>
          <p:nvPr/>
        </p:nvSpPr>
        <p:spPr>
          <a:xfrm>
            <a:off x="283545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74E581C1-D089-EEFD-14FB-E70BC7C3867E}"/>
              </a:ext>
            </a:extLst>
          </p:cNvPr>
          <p:cNvSpPr/>
          <p:nvPr/>
        </p:nvSpPr>
        <p:spPr>
          <a:xfrm>
            <a:off x="283545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C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0275F90F-29FE-572B-3E60-DF5CF6895D66}"/>
              </a:ext>
            </a:extLst>
          </p:cNvPr>
          <p:cNvSpPr/>
          <p:nvPr/>
        </p:nvSpPr>
        <p:spPr>
          <a:xfrm>
            <a:off x="283545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9E4A2258-58F1-7486-CB2B-08D2BC09C2A1}"/>
              </a:ext>
            </a:extLst>
          </p:cNvPr>
          <p:cNvSpPr/>
          <p:nvPr/>
        </p:nvSpPr>
        <p:spPr>
          <a:xfrm>
            <a:off x="283545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15495098-3AD6-C948-3D6F-288AF9EC3611}"/>
              </a:ext>
            </a:extLst>
          </p:cNvPr>
          <p:cNvSpPr/>
          <p:nvPr/>
        </p:nvSpPr>
        <p:spPr>
          <a:xfrm>
            <a:off x="283545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C64AD9CA-2110-720D-5B32-C57C9BD8F4A5}"/>
              </a:ext>
            </a:extLst>
          </p:cNvPr>
          <p:cNvSpPr/>
          <p:nvPr/>
        </p:nvSpPr>
        <p:spPr>
          <a:xfrm>
            <a:off x="283545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124705A-2AF1-A020-6A5B-9B3604D544CD}"/>
              </a:ext>
            </a:extLst>
          </p:cNvPr>
          <p:cNvSpPr/>
          <p:nvPr/>
        </p:nvSpPr>
        <p:spPr>
          <a:xfrm>
            <a:off x="283545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513ABD50-B681-5517-6CF3-AF60636DF9EB}"/>
              </a:ext>
            </a:extLst>
          </p:cNvPr>
          <p:cNvSpPr/>
          <p:nvPr/>
        </p:nvSpPr>
        <p:spPr>
          <a:xfrm>
            <a:off x="283545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2B528F10-A51E-8433-5AA1-641AE932EC25}"/>
              </a:ext>
            </a:extLst>
          </p:cNvPr>
          <p:cNvSpPr/>
          <p:nvPr/>
        </p:nvSpPr>
        <p:spPr>
          <a:xfrm>
            <a:off x="291184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CB4FFADC-2D98-CFEA-B183-17CE32C4755C}"/>
              </a:ext>
            </a:extLst>
          </p:cNvPr>
          <p:cNvSpPr/>
          <p:nvPr/>
        </p:nvSpPr>
        <p:spPr>
          <a:xfrm>
            <a:off x="291184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8137B295-B691-1AE7-DBDE-957131E4DF46}"/>
              </a:ext>
            </a:extLst>
          </p:cNvPr>
          <p:cNvSpPr/>
          <p:nvPr/>
        </p:nvSpPr>
        <p:spPr>
          <a:xfrm>
            <a:off x="291184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0D98517B-2C6A-763C-9E3B-B076BF94AB0D}"/>
              </a:ext>
            </a:extLst>
          </p:cNvPr>
          <p:cNvSpPr/>
          <p:nvPr/>
        </p:nvSpPr>
        <p:spPr>
          <a:xfrm>
            <a:off x="291184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C0C3C005-D268-3B3B-B413-8AE2BFE91170}"/>
              </a:ext>
            </a:extLst>
          </p:cNvPr>
          <p:cNvSpPr/>
          <p:nvPr/>
        </p:nvSpPr>
        <p:spPr>
          <a:xfrm>
            <a:off x="291184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B4E16C54-159A-B403-0391-819CEF8EFEB5}"/>
              </a:ext>
            </a:extLst>
          </p:cNvPr>
          <p:cNvSpPr/>
          <p:nvPr/>
        </p:nvSpPr>
        <p:spPr>
          <a:xfrm>
            <a:off x="291184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8C66767B-2383-3117-2243-4DD66C8EC233}"/>
              </a:ext>
            </a:extLst>
          </p:cNvPr>
          <p:cNvSpPr/>
          <p:nvPr/>
        </p:nvSpPr>
        <p:spPr>
          <a:xfrm>
            <a:off x="291184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445A598F-3591-34B6-AA68-F63522E3A41A}"/>
              </a:ext>
            </a:extLst>
          </p:cNvPr>
          <p:cNvSpPr/>
          <p:nvPr/>
        </p:nvSpPr>
        <p:spPr>
          <a:xfrm>
            <a:off x="291184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CCF1BD1E-DAE8-EB15-C506-F8EAF4B7DB88}"/>
              </a:ext>
            </a:extLst>
          </p:cNvPr>
          <p:cNvSpPr/>
          <p:nvPr/>
        </p:nvSpPr>
        <p:spPr>
          <a:xfrm>
            <a:off x="291184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1E4C4395-A77B-68DA-EB42-817F52221D92}"/>
              </a:ext>
            </a:extLst>
          </p:cNvPr>
          <p:cNvSpPr/>
          <p:nvPr/>
        </p:nvSpPr>
        <p:spPr>
          <a:xfrm>
            <a:off x="291184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80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74F7184B-AEF2-234D-4D06-389ABC02C19B}"/>
              </a:ext>
            </a:extLst>
          </p:cNvPr>
          <p:cNvSpPr/>
          <p:nvPr/>
        </p:nvSpPr>
        <p:spPr>
          <a:xfrm>
            <a:off x="291184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39F4F325-299D-98E2-AFFD-E930C14ED078}"/>
              </a:ext>
            </a:extLst>
          </p:cNvPr>
          <p:cNvSpPr/>
          <p:nvPr/>
        </p:nvSpPr>
        <p:spPr>
          <a:xfrm>
            <a:off x="291184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76F34161-F973-5AC3-954F-65CBD09B1CC7}"/>
              </a:ext>
            </a:extLst>
          </p:cNvPr>
          <p:cNvSpPr/>
          <p:nvPr/>
        </p:nvSpPr>
        <p:spPr>
          <a:xfrm>
            <a:off x="291184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79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FE7DAAD8-759B-C69D-5562-DD7AB33CA68E}"/>
              </a:ext>
            </a:extLst>
          </p:cNvPr>
          <p:cNvSpPr/>
          <p:nvPr/>
        </p:nvSpPr>
        <p:spPr>
          <a:xfrm>
            <a:off x="291184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8" name="Freeform 517">
            <a:extLst>
              <a:ext uri="{FF2B5EF4-FFF2-40B4-BE49-F238E27FC236}">
                <a16:creationId xmlns:a16="http://schemas.microsoft.com/office/drawing/2014/main" id="{20B048FB-7789-858F-66E5-C960C417388D}"/>
              </a:ext>
            </a:extLst>
          </p:cNvPr>
          <p:cNvSpPr/>
          <p:nvPr/>
        </p:nvSpPr>
        <p:spPr>
          <a:xfrm>
            <a:off x="291184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9" name="Freeform 518">
            <a:extLst>
              <a:ext uri="{FF2B5EF4-FFF2-40B4-BE49-F238E27FC236}">
                <a16:creationId xmlns:a16="http://schemas.microsoft.com/office/drawing/2014/main" id="{D441FDE6-CB1B-D703-E038-D3011A493B54}"/>
              </a:ext>
            </a:extLst>
          </p:cNvPr>
          <p:cNvSpPr/>
          <p:nvPr/>
        </p:nvSpPr>
        <p:spPr>
          <a:xfrm>
            <a:off x="291184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0" name="Freeform 519">
            <a:extLst>
              <a:ext uri="{FF2B5EF4-FFF2-40B4-BE49-F238E27FC236}">
                <a16:creationId xmlns:a16="http://schemas.microsoft.com/office/drawing/2014/main" id="{1D0C647A-0648-5F3B-6DE1-A23C78A80EDC}"/>
              </a:ext>
            </a:extLst>
          </p:cNvPr>
          <p:cNvSpPr/>
          <p:nvPr/>
        </p:nvSpPr>
        <p:spPr>
          <a:xfrm>
            <a:off x="291184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1" name="Freeform 520">
            <a:extLst>
              <a:ext uri="{FF2B5EF4-FFF2-40B4-BE49-F238E27FC236}">
                <a16:creationId xmlns:a16="http://schemas.microsoft.com/office/drawing/2014/main" id="{04DEC468-ECF4-5451-13F6-51A3BF0B1265}"/>
              </a:ext>
            </a:extLst>
          </p:cNvPr>
          <p:cNvSpPr/>
          <p:nvPr/>
        </p:nvSpPr>
        <p:spPr>
          <a:xfrm>
            <a:off x="291184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2" name="Freeform 521">
            <a:extLst>
              <a:ext uri="{FF2B5EF4-FFF2-40B4-BE49-F238E27FC236}">
                <a16:creationId xmlns:a16="http://schemas.microsoft.com/office/drawing/2014/main" id="{B060169C-9AC3-9CFE-37AF-93CF687B12E7}"/>
              </a:ext>
            </a:extLst>
          </p:cNvPr>
          <p:cNvSpPr/>
          <p:nvPr/>
        </p:nvSpPr>
        <p:spPr>
          <a:xfrm>
            <a:off x="291184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3" name="Freeform 522">
            <a:extLst>
              <a:ext uri="{FF2B5EF4-FFF2-40B4-BE49-F238E27FC236}">
                <a16:creationId xmlns:a16="http://schemas.microsoft.com/office/drawing/2014/main" id="{10B3A95F-DF37-EBC7-7330-9401BA42F5F6}"/>
              </a:ext>
            </a:extLst>
          </p:cNvPr>
          <p:cNvSpPr/>
          <p:nvPr/>
        </p:nvSpPr>
        <p:spPr>
          <a:xfrm>
            <a:off x="298819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4" name="Freeform 523">
            <a:extLst>
              <a:ext uri="{FF2B5EF4-FFF2-40B4-BE49-F238E27FC236}">
                <a16:creationId xmlns:a16="http://schemas.microsoft.com/office/drawing/2014/main" id="{1E572EC1-09EC-1598-D2D0-A58EB760CB0E}"/>
              </a:ext>
            </a:extLst>
          </p:cNvPr>
          <p:cNvSpPr/>
          <p:nvPr/>
        </p:nvSpPr>
        <p:spPr>
          <a:xfrm>
            <a:off x="298819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5" name="Freeform 524">
            <a:extLst>
              <a:ext uri="{FF2B5EF4-FFF2-40B4-BE49-F238E27FC236}">
                <a16:creationId xmlns:a16="http://schemas.microsoft.com/office/drawing/2014/main" id="{BD214F76-5518-1CB1-1CF2-EC049401986D}"/>
              </a:ext>
            </a:extLst>
          </p:cNvPr>
          <p:cNvSpPr/>
          <p:nvPr/>
        </p:nvSpPr>
        <p:spPr>
          <a:xfrm>
            <a:off x="298819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6" name="Freeform 525">
            <a:extLst>
              <a:ext uri="{FF2B5EF4-FFF2-40B4-BE49-F238E27FC236}">
                <a16:creationId xmlns:a16="http://schemas.microsoft.com/office/drawing/2014/main" id="{81885F90-5A92-3770-B549-EF98A85F921E}"/>
              </a:ext>
            </a:extLst>
          </p:cNvPr>
          <p:cNvSpPr/>
          <p:nvPr/>
        </p:nvSpPr>
        <p:spPr>
          <a:xfrm>
            <a:off x="298819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7" name="Freeform 526">
            <a:extLst>
              <a:ext uri="{FF2B5EF4-FFF2-40B4-BE49-F238E27FC236}">
                <a16:creationId xmlns:a16="http://schemas.microsoft.com/office/drawing/2014/main" id="{15054B22-8D2F-773D-492B-302D5AB54B5C}"/>
              </a:ext>
            </a:extLst>
          </p:cNvPr>
          <p:cNvSpPr/>
          <p:nvPr/>
        </p:nvSpPr>
        <p:spPr>
          <a:xfrm>
            <a:off x="298819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8" name="Freeform 527">
            <a:extLst>
              <a:ext uri="{FF2B5EF4-FFF2-40B4-BE49-F238E27FC236}">
                <a16:creationId xmlns:a16="http://schemas.microsoft.com/office/drawing/2014/main" id="{088492A4-74C6-A0E2-D434-14C535E4B06F}"/>
              </a:ext>
            </a:extLst>
          </p:cNvPr>
          <p:cNvSpPr/>
          <p:nvPr/>
        </p:nvSpPr>
        <p:spPr>
          <a:xfrm>
            <a:off x="298819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9" name="Freeform 528">
            <a:extLst>
              <a:ext uri="{FF2B5EF4-FFF2-40B4-BE49-F238E27FC236}">
                <a16:creationId xmlns:a16="http://schemas.microsoft.com/office/drawing/2014/main" id="{5CAB3908-2958-D71F-3039-431FF6246CCE}"/>
              </a:ext>
            </a:extLst>
          </p:cNvPr>
          <p:cNvSpPr/>
          <p:nvPr/>
        </p:nvSpPr>
        <p:spPr>
          <a:xfrm>
            <a:off x="298819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0" name="Freeform 529">
            <a:extLst>
              <a:ext uri="{FF2B5EF4-FFF2-40B4-BE49-F238E27FC236}">
                <a16:creationId xmlns:a16="http://schemas.microsoft.com/office/drawing/2014/main" id="{44EB94DB-09FE-91B4-FDFD-D08BE2678E8C}"/>
              </a:ext>
            </a:extLst>
          </p:cNvPr>
          <p:cNvSpPr/>
          <p:nvPr/>
        </p:nvSpPr>
        <p:spPr>
          <a:xfrm>
            <a:off x="298819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1" name="Freeform 530">
            <a:extLst>
              <a:ext uri="{FF2B5EF4-FFF2-40B4-BE49-F238E27FC236}">
                <a16:creationId xmlns:a16="http://schemas.microsoft.com/office/drawing/2014/main" id="{4A2FEB07-A407-8E5C-68B9-74731BB6495F}"/>
              </a:ext>
            </a:extLst>
          </p:cNvPr>
          <p:cNvSpPr/>
          <p:nvPr/>
        </p:nvSpPr>
        <p:spPr>
          <a:xfrm>
            <a:off x="298819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2" name="Freeform 531">
            <a:extLst>
              <a:ext uri="{FF2B5EF4-FFF2-40B4-BE49-F238E27FC236}">
                <a16:creationId xmlns:a16="http://schemas.microsoft.com/office/drawing/2014/main" id="{F562FE27-13E7-6E7A-C279-8CDB798C23F7}"/>
              </a:ext>
            </a:extLst>
          </p:cNvPr>
          <p:cNvSpPr/>
          <p:nvPr/>
        </p:nvSpPr>
        <p:spPr>
          <a:xfrm>
            <a:off x="298819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3" name="Freeform 532">
            <a:extLst>
              <a:ext uri="{FF2B5EF4-FFF2-40B4-BE49-F238E27FC236}">
                <a16:creationId xmlns:a16="http://schemas.microsoft.com/office/drawing/2014/main" id="{4EFC4751-5395-D0E2-FB3F-F22086796AAB}"/>
              </a:ext>
            </a:extLst>
          </p:cNvPr>
          <p:cNvSpPr/>
          <p:nvPr/>
        </p:nvSpPr>
        <p:spPr>
          <a:xfrm>
            <a:off x="298819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4" name="Freeform 533">
            <a:extLst>
              <a:ext uri="{FF2B5EF4-FFF2-40B4-BE49-F238E27FC236}">
                <a16:creationId xmlns:a16="http://schemas.microsoft.com/office/drawing/2014/main" id="{7C6EE8D3-2EB8-16F0-6114-C90DA795F4EE}"/>
              </a:ext>
            </a:extLst>
          </p:cNvPr>
          <p:cNvSpPr/>
          <p:nvPr/>
        </p:nvSpPr>
        <p:spPr>
          <a:xfrm>
            <a:off x="298819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5" name="Freeform 534">
            <a:extLst>
              <a:ext uri="{FF2B5EF4-FFF2-40B4-BE49-F238E27FC236}">
                <a16:creationId xmlns:a16="http://schemas.microsoft.com/office/drawing/2014/main" id="{6F8FC464-CFBF-CE0B-F93C-DE359E4B40E4}"/>
              </a:ext>
            </a:extLst>
          </p:cNvPr>
          <p:cNvSpPr/>
          <p:nvPr/>
        </p:nvSpPr>
        <p:spPr>
          <a:xfrm>
            <a:off x="298819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6" name="Freeform 535">
            <a:extLst>
              <a:ext uri="{FF2B5EF4-FFF2-40B4-BE49-F238E27FC236}">
                <a16:creationId xmlns:a16="http://schemas.microsoft.com/office/drawing/2014/main" id="{CA26D032-64A7-C523-F7F4-168CBB09D39C}"/>
              </a:ext>
            </a:extLst>
          </p:cNvPr>
          <p:cNvSpPr/>
          <p:nvPr/>
        </p:nvSpPr>
        <p:spPr>
          <a:xfrm>
            <a:off x="298819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7" name="Freeform 536">
            <a:extLst>
              <a:ext uri="{FF2B5EF4-FFF2-40B4-BE49-F238E27FC236}">
                <a16:creationId xmlns:a16="http://schemas.microsoft.com/office/drawing/2014/main" id="{699BD5CC-04A6-AD88-BDA3-66CDE19BB1E1}"/>
              </a:ext>
            </a:extLst>
          </p:cNvPr>
          <p:cNvSpPr/>
          <p:nvPr/>
        </p:nvSpPr>
        <p:spPr>
          <a:xfrm>
            <a:off x="298819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8" name="Freeform 537">
            <a:extLst>
              <a:ext uri="{FF2B5EF4-FFF2-40B4-BE49-F238E27FC236}">
                <a16:creationId xmlns:a16="http://schemas.microsoft.com/office/drawing/2014/main" id="{57B93ADD-8BF2-7649-6B0F-DBD0FE7574B9}"/>
              </a:ext>
            </a:extLst>
          </p:cNvPr>
          <p:cNvSpPr/>
          <p:nvPr/>
        </p:nvSpPr>
        <p:spPr>
          <a:xfrm>
            <a:off x="298819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9" name="Freeform 538">
            <a:extLst>
              <a:ext uri="{FF2B5EF4-FFF2-40B4-BE49-F238E27FC236}">
                <a16:creationId xmlns:a16="http://schemas.microsoft.com/office/drawing/2014/main" id="{9FFFCB21-6D5C-721E-C3EE-1867FB1D1C9F}"/>
              </a:ext>
            </a:extLst>
          </p:cNvPr>
          <p:cNvSpPr/>
          <p:nvPr/>
        </p:nvSpPr>
        <p:spPr>
          <a:xfrm>
            <a:off x="298819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0" name="Freeform 539">
            <a:extLst>
              <a:ext uri="{FF2B5EF4-FFF2-40B4-BE49-F238E27FC236}">
                <a16:creationId xmlns:a16="http://schemas.microsoft.com/office/drawing/2014/main" id="{E1EDED30-1C4D-A0CA-AA5E-CD0454F35656}"/>
              </a:ext>
            </a:extLst>
          </p:cNvPr>
          <p:cNvSpPr/>
          <p:nvPr/>
        </p:nvSpPr>
        <p:spPr>
          <a:xfrm>
            <a:off x="298819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1" name="Freeform 540">
            <a:extLst>
              <a:ext uri="{FF2B5EF4-FFF2-40B4-BE49-F238E27FC236}">
                <a16:creationId xmlns:a16="http://schemas.microsoft.com/office/drawing/2014/main" id="{99977539-EA80-946E-1C10-1F494A6CC3D0}"/>
              </a:ext>
            </a:extLst>
          </p:cNvPr>
          <p:cNvSpPr/>
          <p:nvPr/>
        </p:nvSpPr>
        <p:spPr>
          <a:xfrm>
            <a:off x="298819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2" name="Freeform 541">
            <a:extLst>
              <a:ext uri="{FF2B5EF4-FFF2-40B4-BE49-F238E27FC236}">
                <a16:creationId xmlns:a16="http://schemas.microsoft.com/office/drawing/2014/main" id="{7CF63ED0-347D-3E16-324B-8C609AA856F8}"/>
              </a:ext>
            </a:extLst>
          </p:cNvPr>
          <p:cNvSpPr/>
          <p:nvPr/>
        </p:nvSpPr>
        <p:spPr>
          <a:xfrm>
            <a:off x="306457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3" name="Freeform 542">
            <a:extLst>
              <a:ext uri="{FF2B5EF4-FFF2-40B4-BE49-F238E27FC236}">
                <a16:creationId xmlns:a16="http://schemas.microsoft.com/office/drawing/2014/main" id="{F8569817-335F-2BF0-D65E-523B0B70EF7D}"/>
              </a:ext>
            </a:extLst>
          </p:cNvPr>
          <p:cNvSpPr/>
          <p:nvPr/>
        </p:nvSpPr>
        <p:spPr>
          <a:xfrm>
            <a:off x="306457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4" name="Freeform 543">
            <a:extLst>
              <a:ext uri="{FF2B5EF4-FFF2-40B4-BE49-F238E27FC236}">
                <a16:creationId xmlns:a16="http://schemas.microsoft.com/office/drawing/2014/main" id="{A7D81BC7-E259-E0DB-FAED-E6135576B6D2}"/>
              </a:ext>
            </a:extLst>
          </p:cNvPr>
          <p:cNvSpPr/>
          <p:nvPr/>
        </p:nvSpPr>
        <p:spPr>
          <a:xfrm>
            <a:off x="306457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5" name="Freeform 544">
            <a:extLst>
              <a:ext uri="{FF2B5EF4-FFF2-40B4-BE49-F238E27FC236}">
                <a16:creationId xmlns:a16="http://schemas.microsoft.com/office/drawing/2014/main" id="{87D85682-4375-0460-CF80-7B46F85F75D2}"/>
              </a:ext>
            </a:extLst>
          </p:cNvPr>
          <p:cNvSpPr/>
          <p:nvPr/>
        </p:nvSpPr>
        <p:spPr>
          <a:xfrm>
            <a:off x="306457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6" name="Freeform 545">
            <a:extLst>
              <a:ext uri="{FF2B5EF4-FFF2-40B4-BE49-F238E27FC236}">
                <a16:creationId xmlns:a16="http://schemas.microsoft.com/office/drawing/2014/main" id="{E8F0F061-C50C-5AA0-FE64-9243E70271C9}"/>
              </a:ext>
            </a:extLst>
          </p:cNvPr>
          <p:cNvSpPr/>
          <p:nvPr/>
        </p:nvSpPr>
        <p:spPr>
          <a:xfrm>
            <a:off x="306457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7" name="Freeform 546">
            <a:extLst>
              <a:ext uri="{FF2B5EF4-FFF2-40B4-BE49-F238E27FC236}">
                <a16:creationId xmlns:a16="http://schemas.microsoft.com/office/drawing/2014/main" id="{B10BA284-F438-0D6A-1D62-5B53119305B9}"/>
              </a:ext>
            </a:extLst>
          </p:cNvPr>
          <p:cNvSpPr/>
          <p:nvPr/>
        </p:nvSpPr>
        <p:spPr>
          <a:xfrm>
            <a:off x="306457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8" name="Freeform 547">
            <a:extLst>
              <a:ext uri="{FF2B5EF4-FFF2-40B4-BE49-F238E27FC236}">
                <a16:creationId xmlns:a16="http://schemas.microsoft.com/office/drawing/2014/main" id="{C8F59201-C4F6-BED0-9C68-CCA2EDD4CBB7}"/>
              </a:ext>
            </a:extLst>
          </p:cNvPr>
          <p:cNvSpPr/>
          <p:nvPr/>
        </p:nvSpPr>
        <p:spPr>
          <a:xfrm>
            <a:off x="306457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9" name="Freeform 548">
            <a:extLst>
              <a:ext uri="{FF2B5EF4-FFF2-40B4-BE49-F238E27FC236}">
                <a16:creationId xmlns:a16="http://schemas.microsoft.com/office/drawing/2014/main" id="{E8DFE77A-3610-110C-41BB-462F490AEEE7}"/>
              </a:ext>
            </a:extLst>
          </p:cNvPr>
          <p:cNvSpPr/>
          <p:nvPr/>
        </p:nvSpPr>
        <p:spPr>
          <a:xfrm>
            <a:off x="306457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0" name="Freeform 549">
            <a:extLst>
              <a:ext uri="{FF2B5EF4-FFF2-40B4-BE49-F238E27FC236}">
                <a16:creationId xmlns:a16="http://schemas.microsoft.com/office/drawing/2014/main" id="{5A885CEB-051F-BE46-226E-276517C5E1DD}"/>
              </a:ext>
            </a:extLst>
          </p:cNvPr>
          <p:cNvSpPr/>
          <p:nvPr/>
        </p:nvSpPr>
        <p:spPr>
          <a:xfrm>
            <a:off x="306457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1" name="Freeform 550">
            <a:extLst>
              <a:ext uri="{FF2B5EF4-FFF2-40B4-BE49-F238E27FC236}">
                <a16:creationId xmlns:a16="http://schemas.microsoft.com/office/drawing/2014/main" id="{9E657D73-2C5D-E37F-780C-2212058A6643}"/>
              </a:ext>
            </a:extLst>
          </p:cNvPr>
          <p:cNvSpPr/>
          <p:nvPr/>
        </p:nvSpPr>
        <p:spPr>
          <a:xfrm>
            <a:off x="306457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C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2" name="Freeform 551">
            <a:extLst>
              <a:ext uri="{FF2B5EF4-FFF2-40B4-BE49-F238E27FC236}">
                <a16:creationId xmlns:a16="http://schemas.microsoft.com/office/drawing/2014/main" id="{BD3C6FF1-C111-17C2-CD84-093BEF72DC19}"/>
              </a:ext>
            </a:extLst>
          </p:cNvPr>
          <p:cNvSpPr/>
          <p:nvPr/>
        </p:nvSpPr>
        <p:spPr>
          <a:xfrm>
            <a:off x="306457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3" name="Freeform 552">
            <a:extLst>
              <a:ext uri="{FF2B5EF4-FFF2-40B4-BE49-F238E27FC236}">
                <a16:creationId xmlns:a16="http://schemas.microsoft.com/office/drawing/2014/main" id="{E2A2B6FE-A8F5-1B3C-A3FF-55AEF30046E7}"/>
              </a:ext>
            </a:extLst>
          </p:cNvPr>
          <p:cNvSpPr/>
          <p:nvPr/>
        </p:nvSpPr>
        <p:spPr>
          <a:xfrm>
            <a:off x="306457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4" name="Freeform 553">
            <a:extLst>
              <a:ext uri="{FF2B5EF4-FFF2-40B4-BE49-F238E27FC236}">
                <a16:creationId xmlns:a16="http://schemas.microsoft.com/office/drawing/2014/main" id="{F056684B-2F0A-C715-ED1E-36DC71C58EB4}"/>
              </a:ext>
            </a:extLst>
          </p:cNvPr>
          <p:cNvSpPr/>
          <p:nvPr/>
        </p:nvSpPr>
        <p:spPr>
          <a:xfrm>
            <a:off x="306457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5" name="Freeform 554">
            <a:extLst>
              <a:ext uri="{FF2B5EF4-FFF2-40B4-BE49-F238E27FC236}">
                <a16:creationId xmlns:a16="http://schemas.microsoft.com/office/drawing/2014/main" id="{A7DC60D7-C341-3715-AEAE-83A87D50C966}"/>
              </a:ext>
            </a:extLst>
          </p:cNvPr>
          <p:cNvSpPr/>
          <p:nvPr/>
        </p:nvSpPr>
        <p:spPr>
          <a:xfrm>
            <a:off x="306457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6" name="Freeform 555">
            <a:extLst>
              <a:ext uri="{FF2B5EF4-FFF2-40B4-BE49-F238E27FC236}">
                <a16:creationId xmlns:a16="http://schemas.microsoft.com/office/drawing/2014/main" id="{0D008FD6-E4D4-31D0-3EEE-338EF15174C2}"/>
              </a:ext>
            </a:extLst>
          </p:cNvPr>
          <p:cNvSpPr/>
          <p:nvPr/>
        </p:nvSpPr>
        <p:spPr>
          <a:xfrm>
            <a:off x="306457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7" name="Freeform 556">
            <a:extLst>
              <a:ext uri="{FF2B5EF4-FFF2-40B4-BE49-F238E27FC236}">
                <a16:creationId xmlns:a16="http://schemas.microsoft.com/office/drawing/2014/main" id="{4EC77E1F-3595-A71D-BB58-5FFC2865652B}"/>
              </a:ext>
            </a:extLst>
          </p:cNvPr>
          <p:cNvSpPr/>
          <p:nvPr/>
        </p:nvSpPr>
        <p:spPr>
          <a:xfrm>
            <a:off x="306457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8" name="Freeform 557">
            <a:extLst>
              <a:ext uri="{FF2B5EF4-FFF2-40B4-BE49-F238E27FC236}">
                <a16:creationId xmlns:a16="http://schemas.microsoft.com/office/drawing/2014/main" id="{646C0DCE-9860-2CFF-3098-4997DB59F1F1}"/>
              </a:ext>
            </a:extLst>
          </p:cNvPr>
          <p:cNvSpPr/>
          <p:nvPr/>
        </p:nvSpPr>
        <p:spPr>
          <a:xfrm>
            <a:off x="306457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9" name="Freeform 558">
            <a:extLst>
              <a:ext uri="{FF2B5EF4-FFF2-40B4-BE49-F238E27FC236}">
                <a16:creationId xmlns:a16="http://schemas.microsoft.com/office/drawing/2014/main" id="{31F1AD2E-4C10-695B-316E-BDFC8B80FE32}"/>
              </a:ext>
            </a:extLst>
          </p:cNvPr>
          <p:cNvSpPr/>
          <p:nvPr/>
        </p:nvSpPr>
        <p:spPr>
          <a:xfrm>
            <a:off x="306457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0" name="Freeform 559">
            <a:extLst>
              <a:ext uri="{FF2B5EF4-FFF2-40B4-BE49-F238E27FC236}">
                <a16:creationId xmlns:a16="http://schemas.microsoft.com/office/drawing/2014/main" id="{B5409A1E-64F7-F68D-E5F1-8F44B45ED31A}"/>
              </a:ext>
            </a:extLst>
          </p:cNvPr>
          <p:cNvSpPr/>
          <p:nvPr/>
        </p:nvSpPr>
        <p:spPr>
          <a:xfrm>
            <a:off x="306457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1" name="Freeform 560">
            <a:extLst>
              <a:ext uri="{FF2B5EF4-FFF2-40B4-BE49-F238E27FC236}">
                <a16:creationId xmlns:a16="http://schemas.microsoft.com/office/drawing/2014/main" id="{E71AED10-9ED3-D59A-883B-43729A186D62}"/>
              </a:ext>
            </a:extLst>
          </p:cNvPr>
          <p:cNvSpPr/>
          <p:nvPr/>
        </p:nvSpPr>
        <p:spPr>
          <a:xfrm>
            <a:off x="314092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2" name="Freeform 561">
            <a:extLst>
              <a:ext uri="{FF2B5EF4-FFF2-40B4-BE49-F238E27FC236}">
                <a16:creationId xmlns:a16="http://schemas.microsoft.com/office/drawing/2014/main" id="{797B8E26-F473-5145-50D7-D9C9DFE41ECD}"/>
              </a:ext>
            </a:extLst>
          </p:cNvPr>
          <p:cNvSpPr/>
          <p:nvPr/>
        </p:nvSpPr>
        <p:spPr>
          <a:xfrm>
            <a:off x="314092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3" name="Freeform 562">
            <a:extLst>
              <a:ext uri="{FF2B5EF4-FFF2-40B4-BE49-F238E27FC236}">
                <a16:creationId xmlns:a16="http://schemas.microsoft.com/office/drawing/2014/main" id="{4BE55857-7CAC-D117-DB2A-95755DAC5641}"/>
              </a:ext>
            </a:extLst>
          </p:cNvPr>
          <p:cNvSpPr/>
          <p:nvPr/>
        </p:nvSpPr>
        <p:spPr>
          <a:xfrm>
            <a:off x="314092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4" name="Freeform 563">
            <a:extLst>
              <a:ext uri="{FF2B5EF4-FFF2-40B4-BE49-F238E27FC236}">
                <a16:creationId xmlns:a16="http://schemas.microsoft.com/office/drawing/2014/main" id="{784A27BF-4889-706F-E032-E469C590CD00}"/>
              </a:ext>
            </a:extLst>
          </p:cNvPr>
          <p:cNvSpPr/>
          <p:nvPr/>
        </p:nvSpPr>
        <p:spPr>
          <a:xfrm>
            <a:off x="314092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43E8224B-4CDB-108F-FE57-3F3A4A5D9F5A}"/>
              </a:ext>
            </a:extLst>
          </p:cNvPr>
          <p:cNvSpPr/>
          <p:nvPr/>
        </p:nvSpPr>
        <p:spPr>
          <a:xfrm>
            <a:off x="314092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2F7A65C9-7C10-B2ED-E986-C936F1DAFB5F}"/>
              </a:ext>
            </a:extLst>
          </p:cNvPr>
          <p:cNvSpPr/>
          <p:nvPr/>
        </p:nvSpPr>
        <p:spPr>
          <a:xfrm>
            <a:off x="314092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7" name="Freeform 566">
            <a:extLst>
              <a:ext uri="{FF2B5EF4-FFF2-40B4-BE49-F238E27FC236}">
                <a16:creationId xmlns:a16="http://schemas.microsoft.com/office/drawing/2014/main" id="{22DE1B81-F423-51EB-01B7-E204C8963CD3}"/>
              </a:ext>
            </a:extLst>
          </p:cNvPr>
          <p:cNvSpPr/>
          <p:nvPr/>
        </p:nvSpPr>
        <p:spPr>
          <a:xfrm>
            <a:off x="314092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8" name="Freeform 567">
            <a:extLst>
              <a:ext uri="{FF2B5EF4-FFF2-40B4-BE49-F238E27FC236}">
                <a16:creationId xmlns:a16="http://schemas.microsoft.com/office/drawing/2014/main" id="{0336F043-36ED-EBA2-82DE-5AADC0F195E8}"/>
              </a:ext>
            </a:extLst>
          </p:cNvPr>
          <p:cNvSpPr/>
          <p:nvPr/>
        </p:nvSpPr>
        <p:spPr>
          <a:xfrm>
            <a:off x="314092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9" name="Freeform 568">
            <a:extLst>
              <a:ext uri="{FF2B5EF4-FFF2-40B4-BE49-F238E27FC236}">
                <a16:creationId xmlns:a16="http://schemas.microsoft.com/office/drawing/2014/main" id="{0D161961-30D5-C708-BBF4-ED42BD606F18}"/>
              </a:ext>
            </a:extLst>
          </p:cNvPr>
          <p:cNvSpPr/>
          <p:nvPr/>
        </p:nvSpPr>
        <p:spPr>
          <a:xfrm>
            <a:off x="314092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0" name="Freeform 569">
            <a:extLst>
              <a:ext uri="{FF2B5EF4-FFF2-40B4-BE49-F238E27FC236}">
                <a16:creationId xmlns:a16="http://schemas.microsoft.com/office/drawing/2014/main" id="{0147B7A2-AA35-BA9A-34A6-4723D0C057F4}"/>
              </a:ext>
            </a:extLst>
          </p:cNvPr>
          <p:cNvSpPr/>
          <p:nvPr/>
        </p:nvSpPr>
        <p:spPr>
          <a:xfrm>
            <a:off x="314092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4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1" name="Freeform 570">
            <a:extLst>
              <a:ext uri="{FF2B5EF4-FFF2-40B4-BE49-F238E27FC236}">
                <a16:creationId xmlns:a16="http://schemas.microsoft.com/office/drawing/2014/main" id="{95124991-CDF2-53FE-0895-8CA6AEC66F28}"/>
              </a:ext>
            </a:extLst>
          </p:cNvPr>
          <p:cNvSpPr/>
          <p:nvPr/>
        </p:nvSpPr>
        <p:spPr>
          <a:xfrm>
            <a:off x="314092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2" name="Freeform 571">
            <a:extLst>
              <a:ext uri="{FF2B5EF4-FFF2-40B4-BE49-F238E27FC236}">
                <a16:creationId xmlns:a16="http://schemas.microsoft.com/office/drawing/2014/main" id="{77FC2CCA-3627-245B-ED76-EF1BFF89105F}"/>
              </a:ext>
            </a:extLst>
          </p:cNvPr>
          <p:cNvSpPr/>
          <p:nvPr/>
        </p:nvSpPr>
        <p:spPr>
          <a:xfrm>
            <a:off x="314092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162E4900-D48F-B6C1-EA6C-8A4B05057C37}"/>
              </a:ext>
            </a:extLst>
          </p:cNvPr>
          <p:cNvSpPr/>
          <p:nvPr/>
        </p:nvSpPr>
        <p:spPr>
          <a:xfrm>
            <a:off x="314092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4" name="Freeform 573">
            <a:extLst>
              <a:ext uri="{FF2B5EF4-FFF2-40B4-BE49-F238E27FC236}">
                <a16:creationId xmlns:a16="http://schemas.microsoft.com/office/drawing/2014/main" id="{CBED7830-2A86-3BE3-21BC-C29C7EC5D437}"/>
              </a:ext>
            </a:extLst>
          </p:cNvPr>
          <p:cNvSpPr/>
          <p:nvPr/>
        </p:nvSpPr>
        <p:spPr>
          <a:xfrm>
            <a:off x="314092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5" name="Freeform 574">
            <a:extLst>
              <a:ext uri="{FF2B5EF4-FFF2-40B4-BE49-F238E27FC236}">
                <a16:creationId xmlns:a16="http://schemas.microsoft.com/office/drawing/2014/main" id="{BACDE08B-7B77-E6D3-EF4D-3AB9FA673D59}"/>
              </a:ext>
            </a:extLst>
          </p:cNvPr>
          <p:cNvSpPr/>
          <p:nvPr/>
        </p:nvSpPr>
        <p:spPr>
          <a:xfrm>
            <a:off x="314092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6" name="Freeform 575">
            <a:extLst>
              <a:ext uri="{FF2B5EF4-FFF2-40B4-BE49-F238E27FC236}">
                <a16:creationId xmlns:a16="http://schemas.microsoft.com/office/drawing/2014/main" id="{6E0CA660-8DFC-343C-1E91-4C7EBF6B9A34}"/>
              </a:ext>
            </a:extLst>
          </p:cNvPr>
          <p:cNvSpPr/>
          <p:nvPr/>
        </p:nvSpPr>
        <p:spPr>
          <a:xfrm>
            <a:off x="314092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7" name="Freeform 576">
            <a:extLst>
              <a:ext uri="{FF2B5EF4-FFF2-40B4-BE49-F238E27FC236}">
                <a16:creationId xmlns:a16="http://schemas.microsoft.com/office/drawing/2014/main" id="{15141815-998F-0217-B86B-DACD5115CFEB}"/>
              </a:ext>
            </a:extLst>
          </p:cNvPr>
          <p:cNvSpPr/>
          <p:nvPr/>
        </p:nvSpPr>
        <p:spPr>
          <a:xfrm>
            <a:off x="314092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8" name="Freeform 577">
            <a:extLst>
              <a:ext uri="{FF2B5EF4-FFF2-40B4-BE49-F238E27FC236}">
                <a16:creationId xmlns:a16="http://schemas.microsoft.com/office/drawing/2014/main" id="{B264BEDD-0F26-ABEC-4031-95F9C4CB2762}"/>
              </a:ext>
            </a:extLst>
          </p:cNvPr>
          <p:cNvSpPr/>
          <p:nvPr/>
        </p:nvSpPr>
        <p:spPr>
          <a:xfrm>
            <a:off x="314092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9" name="Freeform 578">
            <a:extLst>
              <a:ext uri="{FF2B5EF4-FFF2-40B4-BE49-F238E27FC236}">
                <a16:creationId xmlns:a16="http://schemas.microsoft.com/office/drawing/2014/main" id="{AEB9D3B4-E033-E220-5C2A-8B59626D479B}"/>
              </a:ext>
            </a:extLst>
          </p:cNvPr>
          <p:cNvSpPr/>
          <p:nvPr/>
        </p:nvSpPr>
        <p:spPr>
          <a:xfrm>
            <a:off x="314092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0" name="Freeform 579">
            <a:extLst>
              <a:ext uri="{FF2B5EF4-FFF2-40B4-BE49-F238E27FC236}">
                <a16:creationId xmlns:a16="http://schemas.microsoft.com/office/drawing/2014/main" id="{C8582174-4183-E9DB-C6EE-690B3FC1F41A}"/>
              </a:ext>
            </a:extLst>
          </p:cNvPr>
          <p:cNvSpPr/>
          <p:nvPr/>
        </p:nvSpPr>
        <p:spPr>
          <a:xfrm>
            <a:off x="321731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1" name="Freeform 580">
            <a:extLst>
              <a:ext uri="{FF2B5EF4-FFF2-40B4-BE49-F238E27FC236}">
                <a16:creationId xmlns:a16="http://schemas.microsoft.com/office/drawing/2014/main" id="{48245077-16E0-F213-F825-125AB9E42CF2}"/>
              </a:ext>
            </a:extLst>
          </p:cNvPr>
          <p:cNvSpPr/>
          <p:nvPr/>
        </p:nvSpPr>
        <p:spPr>
          <a:xfrm>
            <a:off x="321731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2" name="Freeform 581">
            <a:extLst>
              <a:ext uri="{FF2B5EF4-FFF2-40B4-BE49-F238E27FC236}">
                <a16:creationId xmlns:a16="http://schemas.microsoft.com/office/drawing/2014/main" id="{B433D36A-F220-A20C-B3DD-1E8D98869107}"/>
              </a:ext>
            </a:extLst>
          </p:cNvPr>
          <p:cNvSpPr/>
          <p:nvPr/>
        </p:nvSpPr>
        <p:spPr>
          <a:xfrm>
            <a:off x="321731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3" name="Freeform 582">
            <a:extLst>
              <a:ext uri="{FF2B5EF4-FFF2-40B4-BE49-F238E27FC236}">
                <a16:creationId xmlns:a16="http://schemas.microsoft.com/office/drawing/2014/main" id="{0659A800-B81A-DFB5-BB47-08064ECAFAE9}"/>
              </a:ext>
            </a:extLst>
          </p:cNvPr>
          <p:cNvSpPr/>
          <p:nvPr/>
        </p:nvSpPr>
        <p:spPr>
          <a:xfrm>
            <a:off x="321731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4" name="Freeform 583">
            <a:extLst>
              <a:ext uri="{FF2B5EF4-FFF2-40B4-BE49-F238E27FC236}">
                <a16:creationId xmlns:a16="http://schemas.microsoft.com/office/drawing/2014/main" id="{89B332A6-DC0F-A2A4-1B0C-44A8A99705E6}"/>
              </a:ext>
            </a:extLst>
          </p:cNvPr>
          <p:cNvSpPr/>
          <p:nvPr/>
        </p:nvSpPr>
        <p:spPr>
          <a:xfrm>
            <a:off x="321731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5" name="Freeform 584">
            <a:extLst>
              <a:ext uri="{FF2B5EF4-FFF2-40B4-BE49-F238E27FC236}">
                <a16:creationId xmlns:a16="http://schemas.microsoft.com/office/drawing/2014/main" id="{5A495A48-ED4B-5EBE-94DC-B96BBFE50D15}"/>
              </a:ext>
            </a:extLst>
          </p:cNvPr>
          <p:cNvSpPr/>
          <p:nvPr/>
        </p:nvSpPr>
        <p:spPr>
          <a:xfrm>
            <a:off x="321731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6" name="Freeform 585">
            <a:extLst>
              <a:ext uri="{FF2B5EF4-FFF2-40B4-BE49-F238E27FC236}">
                <a16:creationId xmlns:a16="http://schemas.microsoft.com/office/drawing/2014/main" id="{AB72F677-ED4E-C24A-DE94-B90F41333E46}"/>
              </a:ext>
            </a:extLst>
          </p:cNvPr>
          <p:cNvSpPr/>
          <p:nvPr/>
        </p:nvSpPr>
        <p:spPr>
          <a:xfrm>
            <a:off x="321731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7" name="Freeform 586">
            <a:extLst>
              <a:ext uri="{FF2B5EF4-FFF2-40B4-BE49-F238E27FC236}">
                <a16:creationId xmlns:a16="http://schemas.microsoft.com/office/drawing/2014/main" id="{D24EE471-2E70-9D7F-AE34-BEFF9AD9F6F7}"/>
              </a:ext>
            </a:extLst>
          </p:cNvPr>
          <p:cNvSpPr/>
          <p:nvPr/>
        </p:nvSpPr>
        <p:spPr>
          <a:xfrm>
            <a:off x="321731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8" name="Freeform 587">
            <a:extLst>
              <a:ext uri="{FF2B5EF4-FFF2-40B4-BE49-F238E27FC236}">
                <a16:creationId xmlns:a16="http://schemas.microsoft.com/office/drawing/2014/main" id="{AD050C0C-9A7D-2A8E-86B4-E4606637F7D9}"/>
              </a:ext>
            </a:extLst>
          </p:cNvPr>
          <p:cNvSpPr/>
          <p:nvPr/>
        </p:nvSpPr>
        <p:spPr>
          <a:xfrm>
            <a:off x="321731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89" name="Freeform 588">
            <a:extLst>
              <a:ext uri="{FF2B5EF4-FFF2-40B4-BE49-F238E27FC236}">
                <a16:creationId xmlns:a16="http://schemas.microsoft.com/office/drawing/2014/main" id="{88E18F8A-52C4-F31E-E996-D934D304AE81}"/>
              </a:ext>
            </a:extLst>
          </p:cNvPr>
          <p:cNvSpPr/>
          <p:nvPr/>
        </p:nvSpPr>
        <p:spPr>
          <a:xfrm>
            <a:off x="321731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E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0" name="Freeform 589">
            <a:extLst>
              <a:ext uri="{FF2B5EF4-FFF2-40B4-BE49-F238E27FC236}">
                <a16:creationId xmlns:a16="http://schemas.microsoft.com/office/drawing/2014/main" id="{D0EBB3EF-F2D0-DC13-1BF8-35B7AE72B9D2}"/>
              </a:ext>
            </a:extLst>
          </p:cNvPr>
          <p:cNvSpPr/>
          <p:nvPr/>
        </p:nvSpPr>
        <p:spPr>
          <a:xfrm>
            <a:off x="321731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3337AD3A-FACB-373B-70F1-BF4252FCE632}"/>
              </a:ext>
            </a:extLst>
          </p:cNvPr>
          <p:cNvSpPr/>
          <p:nvPr/>
        </p:nvSpPr>
        <p:spPr>
          <a:xfrm>
            <a:off x="321731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2" name="Freeform 591">
            <a:extLst>
              <a:ext uri="{FF2B5EF4-FFF2-40B4-BE49-F238E27FC236}">
                <a16:creationId xmlns:a16="http://schemas.microsoft.com/office/drawing/2014/main" id="{9EADE97E-3CFF-80A1-4CD4-E24F06DE7690}"/>
              </a:ext>
            </a:extLst>
          </p:cNvPr>
          <p:cNvSpPr/>
          <p:nvPr/>
        </p:nvSpPr>
        <p:spPr>
          <a:xfrm>
            <a:off x="321731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3" name="Freeform 592">
            <a:extLst>
              <a:ext uri="{FF2B5EF4-FFF2-40B4-BE49-F238E27FC236}">
                <a16:creationId xmlns:a16="http://schemas.microsoft.com/office/drawing/2014/main" id="{36CD484B-67BF-DCBD-6661-850D1FF577FF}"/>
              </a:ext>
            </a:extLst>
          </p:cNvPr>
          <p:cNvSpPr/>
          <p:nvPr/>
        </p:nvSpPr>
        <p:spPr>
          <a:xfrm>
            <a:off x="321731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4" name="Freeform 593">
            <a:extLst>
              <a:ext uri="{FF2B5EF4-FFF2-40B4-BE49-F238E27FC236}">
                <a16:creationId xmlns:a16="http://schemas.microsoft.com/office/drawing/2014/main" id="{BAD84E1E-26B7-4DB6-9760-2011A3614946}"/>
              </a:ext>
            </a:extLst>
          </p:cNvPr>
          <p:cNvSpPr/>
          <p:nvPr/>
        </p:nvSpPr>
        <p:spPr>
          <a:xfrm>
            <a:off x="321731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5" name="Freeform 594">
            <a:extLst>
              <a:ext uri="{FF2B5EF4-FFF2-40B4-BE49-F238E27FC236}">
                <a16:creationId xmlns:a16="http://schemas.microsoft.com/office/drawing/2014/main" id="{A4BDBBDD-9F2F-10A9-4696-6454AA07D599}"/>
              </a:ext>
            </a:extLst>
          </p:cNvPr>
          <p:cNvSpPr/>
          <p:nvPr/>
        </p:nvSpPr>
        <p:spPr>
          <a:xfrm>
            <a:off x="321731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6" name="Freeform 595">
            <a:extLst>
              <a:ext uri="{FF2B5EF4-FFF2-40B4-BE49-F238E27FC236}">
                <a16:creationId xmlns:a16="http://schemas.microsoft.com/office/drawing/2014/main" id="{BC1E1055-7693-C12A-75B0-DCDA9CE4F021}"/>
              </a:ext>
            </a:extLst>
          </p:cNvPr>
          <p:cNvSpPr/>
          <p:nvPr/>
        </p:nvSpPr>
        <p:spPr>
          <a:xfrm>
            <a:off x="321731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7" name="Freeform 596">
            <a:extLst>
              <a:ext uri="{FF2B5EF4-FFF2-40B4-BE49-F238E27FC236}">
                <a16:creationId xmlns:a16="http://schemas.microsoft.com/office/drawing/2014/main" id="{AA4246BC-B61A-3638-F816-972B44F91B5D}"/>
              </a:ext>
            </a:extLst>
          </p:cNvPr>
          <p:cNvSpPr/>
          <p:nvPr/>
        </p:nvSpPr>
        <p:spPr>
          <a:xfrm>
            <a:off x="321731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8" name="Freeform 597">
            <a:extLst>
              <a:ext uri="{FF2B5EF4-FFF2-40B4-BE49-F238E27FC236}">
                <a16:creationId xmlns:a16="http://schemas.microsoft.com/office/drawing/2014/main" id="{E4097965-E2ED-2F22-EB2E-6334B5C038BE}"/>
              </a:ext>
            </a:extLst>
          </p:cNvPr>
          <p:cNvSpPr/>
          <p:nvPr/>
        </p:nvSpPr>
        <p:spPr>
          <a:xfrm>
            <a:off x="321731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99" name="Freeform 598">
            <a:extLst>
              <a:ext uri="{FF2B5EF4-FFF2-40B4-BE49-F238E27FC236}">
                <a16:creationId xmlns:a16="http://schemas.microsoft.com/office/drawing/2014/main" id="{B6A5F559-6E86-6B34-02A4-DCB6F899C389}"/>
              </a:ext>
            </a:extLst>
          </p:cNvPr>
          <p:cNvSpPr/>
          <p:nvPr/>
        </p:nvSpPr>
        <p:spPr>
          <a:xfrm>
            <a:off x="329366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0" name="Freeform 599">
            <a:extLst>
              <a:ext uri="{FF2B5EF4-FFF2-40B4-BE49-F238E27FC236}">
                <a16:creationId xmlns:a16="http://schemas.microsoft.com/office/drawing/2014/main" id="{90398965-A24A-08C7-F394-EBDBDAC0E1AD}"/>
              </a:ext>
            </a:extLst>
          </p:cNvPr>
          <p:cNvSpPr/>
          <p:nvPr/>
        </p:nvSpPr>
        <p:spPr>
          <a:xfrm>
            <a:off x="329366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1" name="Freeform 600">
            <a:extLst>
              <a:ext uri="{FF2B5EF4-FFF2-40B4-BE49-F238E27FC236}">
                <a16:creationId xmlns:a16="http://schemas.microsoft.com/office/drawing/2014/main" id="{D5E789E7-6CD2-9E98-1DA8-D02B4FA55BE6}"/>
              </a:ext>
            </a:extLst>
          </p:cNvPr>
          <p:cNvSpPr/>
          <p:nvPr/>
        </p:nvSpPr>
        <p:spPr>
          <a:xfrm>
            <a:off x="329366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2" name="Freeform 601">
            <a:extLst>
              <a:ext uri="{FF2B5EF4-FFF2-40B4-BE49-F238E27FC236}">
                <a16:creationId xmlns:a16="http://schemas.microsoft.com/office/drawing/2014/main" id="{D4E3CE4C-6024-003A-5CEF-A9CB4499B1A7}"/>
              </a:ext>
            </a:extLst>
          </p:cNvPr>
          <p:cNvSpPr/>
          <p:nvPr/>
        </p:nvSpPr>
        <p:spPr>
          <a:xfrm>
            <a:off x="329366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3" name="Freeform 602">
            <a:extLst>
              <a:ext uri="{FF2B5EF4-FFF2-40B4-BE49-F238E27FC236}">
                <a16:creationId xmlns:a16="http://schemas.microsoft.com/office/drawing/2014/main" id="{2A9EE0E8-0234-DC3E-B1C8-6B84EAFFC2AC}"/>
              </a:ext>
            </a:extLst>
          </p:cNvPr>
          <p:cNvSpPr/>
          <p:nvPr/>
        </p:nvSpPr>
        <p:spPr>
          <a:xfrm>
            <a:off x="329366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4" name="Freeform 603">
            <a:extLst>
              <a:ext uri="{FF2B5EF4-FFF2-40B4-BE49-F238E27FC236}">
                <a16:creationId xmlns:a16="http://schemas.microsoft.com/office/drawing/2014/main" id="{9758DB49-2787-7B53-3EC1-A637882922E6}"/>
              </a:ext>
            </a:extLst>
          </p:cNvPr>
          <p:cNvSpPr/>
          <p:nvPr/>
        </p:nvSpPr>
        <p:spPr>
          <a:xfrm>
            <a:off x="329366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5" name="Freeform 604">
            <a:extLst>
              <a:ext uri="{FF2B5EF4-FFF2-40B4-BE49-F238E27FC236}">
                <a16:creationId xmlns:a16="http://schemas.microsoft.com/office/drawing/2014/main" id="{2D39C472-34BA-941D-6E3B-E38FBF78E617}"/>
              </a:ext>
            </a:extLst>
          </p:cNvPr>
          <p:cNvSpPr/>
          <p:nvPr/>
        </p:nvSpPr>
        <p:spPr>
          <a:xfrm>
            <a:off x="329366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6" name="Freeform 605">
            <a:extLst>
              <a:ext uri="{FF2B5EF4-FFF2-40B4-BE49-F238E27FC236}">
                <a16:creationId xmlns:a16="http://schemas.microsoft.com/office/drawing/2014/main" id="{8FE39EC6-D6C7-D3CF-FDE4-4E2845F31EBC}"/>
              </a:ext>
            </a:extLst>
          </p:cNvPr>
          <p:cNvSpPr/>
          <p:nvPr/>
        </p:nvSpPr>
        <p:spPr>
          <a:xfrm>
            <a:off x="329366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7" name="Freeform 606">
            <a:extLst>
              <a:ext uri="{FF2B5EF4-FFF2-40B4-BE49-F238E27FC236}">
                <a16:creationId xmlns:a16="http://schemas.microsoft.com/office/drawing/2014/main" id="{BCA65466-4AC4-2C22-DC92-00C0E69515A9}"/>
              </a:ext>
            </a:extLst>
          </p:cNvPr>
          <p:cNvSpPr/>
          <p:nvPr/>
        </p:nvSpPr>
        <p:spPr>
          <a:xfrm>
            <a:off x="329366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8" name="Freeform 607">
            <a:extLst>
              <a:ext uri="{FF2B5EF4-FFF2-40B4-BE49-F238E27FC236}">
                <a16:creationId xmlns:a16="http://schemas.microsoft.com/office/drawing/2014/main" id="{C4A81B8C-BE35-51DB-38DE-802D829CE5DB}"/>
              </a:ext>
            </a:extLst>
          </p:cNvPr>
          <p:cNvSpPr/>
          <p:nvPr/>
        </p:nvSpPr>
        <p:spPr>
          <a:xfrm>
            <a:off x="329366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9" name="Freeform 608">
            <a:extLst>
              <a:ext uri="{FF2B5EF4-FFF2-40B4-BE49-F238E27FC236}">
                <a16:creationId xmlns:a16="http://schemas.microsoft.com/office/drawing/2014/main" id="{965AFDA4-1101-AF1C-A02A-15B79BE9DDF5}"/>
              </a:ext>
            </a:extLst>
          </p:cNvPr>
          <p:cNvSpPr/>
          <p:nvPr/>
        </p:nvSpPr>
        <p:spPr>
          <a:xfrm>
            <a:off x="329366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0" name="Freeform 609">
            <a:extLst>
              <a:ext uri="{FF2B5EF4-FFF2-40B4-BE49-F238E27FC236}">
                <a16:creationId xmlns:a16="http://schemas.microsoft.com/office/drawing/2014/main" id="{EC10D961-D72D-D18F-F781-F857B2458484}"/>
              </a:ext>
            </a:extLst>
          </p:cNvPr>
          <p:cNvSpPr/>
          <p:nvPr/>
        </p:nvSpPr>
        <p:spPr>
          <a:xfrm>
            <a:off x="329366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1" name="Freeform 610">
            <a:extLst>
              <a:ext uri="{FF2B5EF4-FFF2-40B4-BE49-F238E27FC236}">
                <a16:creationId xmlns:a16="http://schemas.microsoft.com/office/drawing/2014/main" id="{11EAACB4-FED2-B08F-7FD9-5417B9E7DAD8}"/>
              </a:ext>
            </a:extLst>
          </p:cNvPr>
          <p:cNvSpPr/>
          <p:nvPr/>
        </p:nvSpPr>
        <p:spPr>
          <a:xfrm>
            <a:off x="329366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2" name="Freeform 611">
            <a:extLst>
              <a:ext uri="{FF2B5EF4-FFF2-40B4-BE49-F238E27FC236}">
                <a16:creationId xmlns:a16="http://schemas.microsoft.com/office/drawing/2014/main" id="{D13E76C6-11FE-1673-BDE9-8F2B00FE77C3}"/>
              </a:ext>
            </a:extLst>
          </p:cNvPr>
          <p:cNvSpPr/>
          <p:nvPr/>
        </p:nvSpPr>
        <p:spPr>
          <a:xfrm>
            <a:off x="329366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3" name="Freeform 612">
            <a:extLst>
              <a:ext uri="{FF2B5EF4-FFF2-40B4-BE49-F238E27FC236}">
                <a16:creationId xmlns:a16="http://schemas.microsoft.com/office/drawing/2014/main" id="{28DCA291-03B8-D654-9B63-12554F73ADE4}"/>
              </a:ext>
            </a:extLst>
          </p:cNvPr>
          <p:cNvSpPr/>
          <p:nvPr/>
        </p:nvSpPr>
        <p:spPr>
          <a:xfrm>
            <a:off x="329366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4" name="Freeform 613">
            <a:extLst>
              <a:ext uri="{FF2B5EF4-FFF2-40B4-BE49-F238E27FC236}">
                <a16:creationId xmlns:a16="http://schemas.microsoft.com/office/drawing/2014/main" id="{498BB9AB-C983-34A8-524C-3B60BDB8F594}"/>
              </a:ext>
            </a:extLst>
          </p:cNvPr>
          <p:cNvSpPr/>
          <p:nvPr/>
        </p:nvSpPr>
        <p:spPr>
          <a:xfrm>
            <a:off x="329366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5" name="Freeform 614">
            <a:extLst>
              <a:ext uri="{FF2B5EF4-FFF2-40B4-BE49-F238E27FC236}">
                <a16:creationId xmlns:a16="http://schemas.microsoft.com/office/drawing/2014/main" id="{4BFEF34B-7FA6-C434-473B-CB4541023358}"/>
              </a:ext>
            </a:extLst>
          </p:cNvPr>
          <p:cNvSpPr/>
          <p:nvPr/>
        </p:nvSpPr>
        <p:spPr>
          <a:xfrm>
            <a:off x="329366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6" name="Freeform 615">
            <a:extLst>
              <a:ext uri="{FF2B5EF4-FFF2-40B4-BE49-F238E27FC236}">
                <a16:creationId xmlns:a16="http://schemas.microsoft.com/office/drawing/2014/main" id="{A257D3A2-FC2A-597C-971F-F7541A889704}"/>
              </a:ext>
            </a:extLst>
          </p:cNvPr>
          <p:cNvSpPr/>
          <p:nvPr/>
        </p:nvSpPr>
        <p:spPr>
          <a:xfrm>
            <a:off x="329366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7" name="Freeform 616">
            <a:extLst>
              <a:ext uri="{FF2B5EF4-FFF2-40B4-BE49-F238E27FC236}">
                <a16:creationId xmlns:a16="http://schemas.microsoft.com/office/drawing/2014/main" id="{D6E0C5A4-F0EE-8978-F995-62D009F55F4D}"/>
              </a:ext>
            </a:extLst>
          </p:cNvPr>
          <p:cNvSpPr/>
          <p:nvPr/>
        </p:nvSpPr>
        <p:spPr>
          <a:xfrm>
            <a:off x="329366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8" name="Freeform 617">
            <a:extLst>
              <a:ext uri="{FF2B5EF4-FFF2-40B4-BE49-F238E27FC236}">
                <a16:creationId xmlns:a16="http://schemas.microsoft.com/office/drawing/2014/main" id="{7AAC543A-A2C4-7FB5-51C2-6218CF0F1440}"/>
              </a:ext>
            </a:extLst>
          </p:cNvPr>
          <p:cNvSpPr/>
          <p:nvPr/>
        </p:nvSpPr>
        <p:spPr>
          <a:xfrm>
            <a:off x="337004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19" name="Freeform 618">
            <a:extLst>
              <a:ext uri="{FF2B5EF4-FFF2-40B4-BE49-F238E27FC236}">
                <a16:creationId xmlns:a16="http://schemas.microsoft.com/office/drawing/2014/main" id="{A9815B6B-C9C7-A382-A337-26B9145E333D}"/>
              </a:ext>
            </a:extLst>
          </p:cNvPr>
          <p:cNvSpPr/>
          <p:nvPr/>
        </p:nvSpPr>
        <p:spPr>
          <a:xfrm>
            <a:off x="337004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79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0" name="Freeform 619">
            <a:extLst>
              <a:ext uri="{FF2B5EF4-FFF2-40B4-BE49-F238E27FC236}">
                <a16:creationId xmlns:a16="http://schemas.microsoft.com/office/drawing/2014/main" id="{48345018-C1D0-9878-E61B-428859CEEB60}"/>
              </a:ext>
            </a:extLst>
          </p:cNvPr>
          <p:cNvSpPr/>
          <p:nvPr/>
        </p:nvSpPr>
        <p:spPr>
          <a:xfrm>
            <a:off x="337004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1" name="Freeform 620">
            <a:extLst>
              <a:ext uri="{FF2B5EF4-FFF2-40B4-BE49-F238E27FC236}">
                <a16:creationId xmlns:a16="http://schemas.microsoft.com/office/drawing/2014/main" id="{0FA89940-0515-9268-1320-C0B557E5E10E}"/>
              </a:ext>
            </a:extLst>
          </p:cNvPr>
          <p:cNvSpPr/>
          <p:nvPr/>
        </p:nvSpPr>
        <p:spPr>
          <a:xfrm>
            <a:off x="337004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2" name="Freeform 621">
            <a:extLst>
              <a:ext uri="{FF2B5EF4-FFF2-40B4-BE49-F238E27FC236}">
                <a16:creationId xmlns:a16="http://schemas.microsoft.com/office/drawing/2014/main" id="{0AABF581-4CF0-F57A-6B66-FE4F81B79402}"/>
              </a:ext>
            </a:extLst>
          </p:cNvPr>
          <p:cNvSpPr/>
          <p:nvPr/>
        </p:nvSpPr>
        <p:spPr>
          <a:xfrm>
            <a:off x="337004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3" name="Freeform 622">
            <a:extLst>
              <a:ext uri="{FF2B5EF4-FFF2-40B4-BE49-F238E27FC236}">
                <a16:creationId xmlns:a16="http://schemas.microsoft.com/office/drawing/2014/main" id="{0EE46937-4918-4673-07DA-5B179F869ADE}"/>
              </a:ext>
            </a:extLst>
          </p:cNvPr>
          <p:cNvSpPr/>
          <p:nvPr/>
        </p:nvSpPr>
        <p:spPr>
          <a:xfrm>
            <a:off x="337004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4" name="Freeform 623">
            <a:extLst>
              <a:ext uri="{FF2B5EF4-FFF2-40B4-BE49-F238E27FC236}">
                <a16:creationId xmlns:a16="http://schemas.microsoft.com/office/drawing/2014/main" id="{83426118-3256-8D5A-8B40-B322C4957251}"/>
              </a:ext>
            </a:extLst>
          </p:cNvPr>
          <p:cNvSpPr/>
          <p:nvPr/>
        </p:nvSpPr>
        <p:spPr>
          <a:xfrm>
            <a:off x="337004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5" name="Freeform 624">
            <a:extLst>
              <a:ext uri="{FF2B5EF4-FFF2-40B4-BE49-F238E27FC236}">
                <a16:creationId xmlns:a16="http://schemas.microsoft.com/office/drawing/2014/main" id="{65BEFB2A-9C96-9849-4D18-9BE51B65134E}"/>
              </a:ext>
            </a:extLst>
          </p:cNvPr>
          <p:cNvSpPr/>
          <p:nvPr/>
        </p:nvSpPr>
        <p:spPr>
          <a:xfrm>
            <a:off x="337004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6" name="Freeform 625">
            <a:extLst>
              <a:ext uri="{FF2B5EF4-FFF2-40B4-BE49-F238E27FC236}">
                <a16:creationId xmlns:a16="http://schemas.microsoft.com/office/drawing/2014/main" id="{CD7253FE-7005-8578-1C88-38374CCF2C52}"/>
              </a:ext>
            </a:extLst>
          </p:cNvPr>
          <p:cNvSpPr/>
          <p:nvPr/>
        </p:nvSpPr>
        <p:spPr>
          <a:xfrm>
            <a:off x="337004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7" name="Freeform 626">
            <a:extLst>
              <a:ext uri="{FF2B5EF4-FFF2-40B4-BE49-F238E27FC236}">
                <a16:creationId xmlns:a16="http://schemas.microsoft.com/office/drawing/2014/main" id="{E9FA9A66-93EC-9197-69A1-CFFD7F9CF4FA}"/>
              </a:ext>
            </a:extLst>
          </p:cNvPr>
          <p:cNvSpPr/>
          <p:nvPr/>
        </p:nvSpPr>
        <p:spPr>
          <a:xfrm>
            <a:off x="337004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8" name="Freeform 627">
            <a:extLst>
              <a:ext uri="{FF2B5EF4-FFF2-40B4-BE49-F238E27FC236}">
                <a16:creationId xmlns:a16="http://schemas.microsoft.com/office/drawing/2014/main" id="{AD824A06-20E7-C057-D186-7FD039A7F4A4}"/>
              </a:ext>
            </a:extLst>
          </p:cNvPr>
          <p:cNvSpPr/>
          <p:nvPr/>
        </p:nvSpPr>
        <p:spPr>
          <a:xfrm>
            <a:off x="337004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29" name="Freeform 628">
            <a:extLst>
              <a:ext uri="{FF2B5EF4-FFF2-40B4-BE49-F238E27FC236}">
                <a16:creationId xmlns:a16="http://schemas.microsoft.com/office/drawing/2014/main" id="{9318E277-8FD8-D931-C5E9-E1B3CD3A3DF2}"/>
              </a:ext>
            </a:extLst>
          </p:cNvPr>
          <p:cNvSpPr/>
          <p:nvPr/>
        </p:nvSpPr>
        <p:spPr>
          <a:xfrm>
            <a:off x="337004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0" name="Freeform 629">
            <a:extLst>
              <a:ext uri="{FF2B5EF4-FFF2-40B4-BE49-F238E27FC236}">
                <a16:creationId xmlns:a16="http://schemas.microsoft.com/office/drawing/2014/main" id="{B3C1E7DF-4DE7-82A7-203D-0528D5319E85}"/>
              </a:ext>
            </a:extLst>
          </p:cNvPr>
          <p:cNvSpPr/>
          <p:nvPr/>
        </p:nvSpPr>
        <p:spPr>
          <a:xfrm>
            <a:off x="337004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1" name="Freeform 630">
            <a:extLst>
              <a:ext uri="{FF2B5EF4-FFF2-40B4-BE49-F238E27FC236}">
                <a16:creationId xmlns:a16="http://schemas.microsoft.com/office/drawing/2014/main" id="{AF410DC3-4DC0-58F9-F88D-4D9B452D9CA5}"/>
              </a:ext>
            </a:extLst>
          </p:cNvPr>
          <p:cNvSpPr/>
          <p:nvPr/>
        </p:nvSpPr>
        <p:spPr>
          <a:xfrm>
            <a:off x="337004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2" name="Freeform 631">
            <a:extLst>
              <a:ext uri="{FF2B5EF4-FFF2-40B4-BE49-F238E27FC236}">
                <a16:creationId xmlns:a16="http://schemas.microsoft.com/office/drawing/2014/main" id="{BA82F0AD-FD78-B4CA-7EA6-6D63E0F9C172}"/>
              </a:ext>
            </a:extLst>
          </p:cNvPr>
          <p:cNvSpPr/>
          <p:nvPr/>
        </p:nvSpPr>
        <p:spPr>
          <a:xfrm>
            <a:off x="337004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3" name="Freeform 632">
            <a:extLst>
              <a:ext uri="{FF2B5EF4-FFF2-40B4-BE49-F238E27FC236}">
                <a16:creationId xmlns:a16="http://schemas.microsoft.com/office/drawing/2014/main" id="{89C34DAB-CE61-AA1C-77E0-27AB915ED16B}"/>
              </a:ext>
            </a:extLst>
          </p:cNvPr>
          <p:cNvSpPr/>
          <p:nvPr/>
        </p:nvSpPr>
        <p:spPr>
          <a:xfrm>
            <a:off x="337004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4" name="Freeform 633">
            <a:extLst>
              <a:ext uri="{FF2B5EF4-FFF2-40B4-BE49-F238E27FC236}">
                <a16:creationId xmlns:a16="http://schemas.microsoft.com/office/drawing/2014/main" id="{DD14F056-08BB-D23D-0129-0D09348558BC}"/>
              </a:ext>
            </a:extLst>
          </p:cNvPr>
          <p:cNvSpPr/>
          <p:nvPr/>
        </p:nvSpPr>
        <p:spPr>
          <a:xfrm>
            <a:off x="337004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5" name="Freeform 634">
            <a:extLst>
              <a:ext uri="{FF2B5EF4-FFF2-40B4-BE49-F238E27FC236}">
                <a16:creationId xmlns:a16="http://schemas.microsoft.com/office/drawing/2014/main" id="{6FED22C6-47FC-1E8F-524C-6C1237ED3757}"/>
              </a:ext>
            </a:extLst>
          </p:cNvPr>
          <p:cNvSpPr/>
          <p:nvPr/>
        </p:nvSpPr>
        <p:spPr>
          <a:xfrm>
            <a:off x="337004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6" name="Freeform 635">
            <a:extLst>
              <a:ext uri="{FF2B5EF4-FFF2-40B4-BE49-F238E27FC236}">
                <a16:creationId xmlns:a16="http://schemas.microsoft.com/office/drawing/2014/main" id="{F85E3A06-8788-2F43-9BB0-AA867E619212}"/>
              </a:ext>
            </a:extLst>
          </p:cNvPr>
          <p:cNvSpPr/>
          <p:nvPr/>
        </p:nvSpPr>
        <p:spPr>
          <a:xfrm>
            <a:off x="337004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7" name="Freeform 636">
            <a:extLst>
              <a:ext uri="{FF2B5EF4-FFF2-40B4-BE49-F238E27FC236}">
                <a16:creationId xmlns:a16="http://schemas.microsoft.com/office/drawing/2014/main" id="{60E2506F-7F36-5DCB-B318-D3D1EA36565B}"/>
              </a:ext>
            </a:extLst>
          </p:cNvPr>
          <p:cNvSpPr/>
          <p:nvPr/>
        </p:nvSpPr>
        <p:spPr>
          <a:xfrm>
            <a:off x="344639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8" name="Freeform 637">
            <a:extLst>
              <a:ext uri="{FF2B5EF4-FFF2-40B4-BE49-F238E27FC236}">
                <a16:creationId xmlns:a16="http://schemas.microsoft.com/office/drawing/2014/main" id="{31D23C82-445B-8452-CCF9-B9A332457E80}"/>
              </a:ext>
            </a:extLst>
          </p:cNvPr>
          <p:cNvSpPr/>
          <p:nvPr/>
        </p:nvSpPr>
        <p:spPr>
          <a:xfrm>
            <a:off x="344639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28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39" name="Freeform 638">
            <a:extLst>
              <a:ext uri="{FF2B5EF4-FFF2-40B4-BE49-F238E27FC236}">
                <a16:creationId xmlns:a16="http://schemas.microsoft.com/office/drawing/2014/main" id="{B1C4B3EC-4B6F-5B21-AD01-A9A981E97856}"/>
              </a:ext>
            </a:extLst>
          </p:cNvPr>
          <p:cNvSpPr/>
          <p:nvPr/>
        </p:nvSpPr>
        <p:spPr>
          <a:xfrm>
            <a:off x="344639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0" name="Freeform 639">
            <a:extLst>
              <a:ext uri="{FF2B5EF4-FFF2-40B4-BE49-F238E27FC236}">
                <a16:creationId xmlns:a16="http://schemas.microsoft.com/office/drawing/2014/main" id="{2BDE6DF8-458D-B2A5-4698-45464E4E47BE}"/>
              </a:ext>
            </a:extLst>
          </p:cNvPr>
          <p:cNvSpPr/>
          <p:nvPr/>
        </p:nvSpPr>
        <p:spPr>
          <a:xfrm>
            <a:off x="344639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1" name="Freeform 640">
            <a:extLst>
              <a:ext uri="{FF2B5EF4-FFF2-40B4-BE49-F238E27FC236}">
                <a16:creationId xmlns:a16="http://schemas.microsoft.com/office/drawing/2014/main" id="{E8C8AE1B-3EEC-7E90-77CC-B43B901B6248}"/>
              </a:ext>
            </a:extLst>
          </p:cNvPr>
          <p:cNvSpPr/>
          <p:nvPr/>
        </p:nvSpPr>
        <p:spPr>
          <a:xfrm>
            <a:off x="344639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2" name="Freeform 641">
            <a:extLst>
              <a:ext uri="{FF2B5EF4-FFF2-40B4-BE49-F238E27FC236}">
                <a16:creationId xmlns:a16="http://schemas.microsoft.com/office/drawing/2014/main" id="{02B0A564-9A9B-73BF-6115-59623C83F05D}"/>
              </a:ext>
            </a:extLst>
          </p:cNvPr>
          <p:cNvSpPr/>
          <p:nvPr/>
        </p:nvSpPr>
        <p:spPr>
          <a:xfrm>
            <a:off x="344639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3" name="Freeform 642">
            <a:extLst>
              <a:ext uri="{FF2B5EF4-FFF2-40B4-BE49-F238E27FC236}">
                <a16:creationId xmlns:a16="http://schemas.microsoft.com/office/drawing/2014/main" id="{DCC9D617-2902-40F7-98E2-592EA1E279FE}"/>
              </a:ext>
            </a:extLst>
          </p:cNvPr>
          <p:cNvSpPr/>
          <p:nvPr/>
        </p:nvSpPr>
        <p:spPr>
          <a:xfrm>
            <a:off x="344639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4" name="Freeform 643">
            <a:extLst>
              <a:ext uri="{FF2B5EF4-FFF2-40B4-BE49-F238E27FC236}">
                <a16:creationId xmlns:a16="http://schemas.microsoft.com/office/drawing/2014/main" id="{1056B963-AFD6-9AFE-01CC-0B682C4D5599}"/>
              </a:ext>
            </a:extLst>
          </p:cNvPr>
          <p:cNvSpPr/>
          <p:nvPr/>
        </p:nvSpPr>
        <p:spPr>
          <a:xfrm>
            <a:off x="344639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5" name="Freeform 644">
            <a:extLst>
              <a:ext uri="{FF2B5EF4-FFF2-40B4-BE49-F238E27FC236}">
                <a16:creationId xmlns:a16="http://schemas.microsoft.com/office/drawing/2014/main" id="{70AA7BA8-68AA-4B64-A78F-058D70F9B996}"/>
              </a:ext>
            </a:extLst>
          </p:cNvPr>
          <p:cNvSpPr/>
          <p:nvPr/>
        </p:nvSpPr>
        <p:spPr>
          <a:xfrm>
            <a:off x="344639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6" name="Freeform 645">
            <a:extLst>
              <a:ext uri="{FF2B5EF4-FFF2-40B4-BE49-F238E27FC236}">
                <a16:creationId xmlns:a16="http://schemas.microsoft.com/office/drawing/2014/main" id="{A5574586-AFAC-2747-FB04-AEAA748956B5}"/>
              </a:ext>
            </a:extLst>
          </p:cNvPr>
          <p:cNvSpPr/>
          <p:nvPr/>
        </p:nvSpPr>
        <p:spPr>
          <a:xfrm>
            <a:off x="344639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7" name="Freeform 646">
            <a:extLst>
              <a:ext uri="{FF2B5EF4-FFF2-40B4-BE49-F238E27FC236}">
                <a16:creationId xmlns:a16="http://schemas.microsoft.com/office/drawing/2014/main" id="{8227DCCF-3C78-85BE-5F6B-4EC78DCBF865}"/>
              </a:ext>
            </a:extLst>
          </p:cNvPr>
          <p:cNvSpPr/>
          <p:nvPr/>
        </p:nvSpPr>
        <p:spPr>
          <a:xfrm>
            <a:off x="344639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8" name="Freeform 647">
            <a:extLst>
              <a:ext uri="{FF2B5EF4-FFF2-40B4-BE49-F238E27FC236}">
                <a16:creationId xmlns:a16="http://schemas.microsoft.com/office/drawing/2014/main" id="{569089CE-371C-6272-E326-FD4E8A599A83}"/>
              </a:ext>
            </a:extLst>
          </p:cNvPr>
          <p:cNvSpPr/>
          <p:nvPr/>
        </p:nvSpPr>
        <p:spPr>
          <a:xfrm>
            <a:off x="344639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49" name="Freeform 648">
            <a:extLst>
              <a:ext uri="{FF2B5EF4-FFF2-40B4-BE49-F238E27FC236}">
                <a16:creationId xmlns:a16="http://schemas.microsoft.com/office/drawing/2014/main" id="{9B0A16D8-9FD7-4911-E506-5AA6EE2437BB}"/>
              </a:ext>
            </a:extLst>
          </p:cNvPr>
          <p:cNvSpPr/>
          <p:nvPr/>
        </p:nvSpPr>
        <p:spPr>
          <a:xfrm>
            <a:off x="344639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0" name="Freeform 649">
            <a:extLst>
              <a:ext uri="{FF2B5EF4-FFF2-40B4-BE49-F238E27FC236}">
                <a16:creationId xmlns:a16="http://schemas.microsoft.com/office/drawing/2014/main" id="{819B5127-9272-0583-177D-90376D4A2BC2}"/>
              </a:ext>
            </a:extLst>
          </p:cNvPr>
          <p:cNvSpPr/>
          <p:nvPr/>
        </p:nvSpPr>
        <p:spPr>
          <a:xfrm>
            <a:off x="344639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1" name="Freeform 650">
            <a:extLst>
              <a:ext uri="{FF2B5EF4-FFF2-40B4-BE49-F238E27FC236}">
                <a16:creationId xmlns:a16="http://schemas.microsoft.com/office/drawing/2014/main" id="{E1F87C1E-9691-B27C-F97A-5A134058909F}"/>
              </a:ext>
            </a:extLst>
          </p:cNvPr>
          <p:cNvSpPr/>
          <p:nvPr/>
        </p:nvSpPr>
        <p:spPr>
          <a:xfrm>
            <a:off x="344639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2" name="Freeform 651">
            <a:extLst>
              <a:ext uri="{FF2B5EF4-FFF2-40B4-BE49-F238E27FC236}">
                <a16:creationId xmlns:a16="http://schemas.microsoft.com/office/drawing/2014/main" id="{4C55BF42-9FD1-A26D-80DE-A1D3B07C3691}"/>
              </a:ext>
            </a:extLst>
          </p:cNvPr>
          <p:cNvSpPr/>
          <p:nvPr/>
        </p:nvSpPr>
        <p:spPr>
          <a:xfrm>
            <a:off x="344639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48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3" name="Freeform 652">
            <a:extLst>
              <a:ext uri="{FF2B5EF4-FFF2-40B4-BE49-F238E27FC236}">
                <a16:creationId xmlns:a16="http://schemas.microsoft.com/office/drawing/2014/main" id="{D4F7C5C5-41D4-E18A-B2E4-8EB0BF787697}"/>
              </a:ext>
            </a:extLst>
          </p:cNvPr>
          <p:cNvSpPr/>
          <p:nvPr/>
        </p:nvSpPr>
        <p:spPr>
          <a:xfrm>
            <a:off x="344639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4" name="Freeform 653">
            <a:extLst>
              <a:ext uri="{FF2B5EF4-FFF2-40B4-BE49-F238E27FC236}">
                <a16:creationId xmlns:a16="http://schemas.microsoft.com/office/drawing/2014/main" id="{EDFA3E4F-935D-ED3E-1116-93799C7C48AF}"/>
              </a:ext>
            </a:extLst>
          </p:cNvPr>
          <p:cNvSpPr/>
          <p:nvPr/>
        </p:nvSpPr>
        <p:spPr>
          <a:xfrm>
            <a:off x="344639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5" name="Freeform 654">
            <a:extLst>
              <a:ext uri="{FF2B5EF4-FFF2-40B4-BE49-F238E27FC236}">
                <a16:creationId xmlns:a16="http://schemas.microsoft.com/office/drawing/2014/main" id="{87D2B788-A5D1-01C2-14DC-3EA853BB9DC5}"/>
              </a:ext>
            </a:extLst>
          </p:cNvPr>
          <p:cNvSpPr/>
          <p:nvPr/>
        </p:nvSpPr>
        <p:spPr>
          <a:xfrm>
            <a:off x="344639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6" name="Freeform 655">
            <a:extLst>
              <a:ext uri="{FF2B5EF4-FFF2-40B4-BE49-F238E27FC236}">
                <a16:creationId xmlns:a16="http://schemas.microsoft.com/office/drawing/2014/main" id="{BB23B36D-E417-0011-72F6-F2C6110E6193}"/>
              </a:ext>
            </a:extLst>
          </p:cNvPr>
          <p:cNvSpPr/>
          <p:nvPr/>
        </p:nvSpPr>
        <p:spPr>
          <a:xfrm>
            <a:off x="352274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7" name="Freeform 656">
            <a:extLst>
              <a:ext uri="{FF2B5EF4-FFF2-40B4-BE49-F238E27FC236}">
                <a16:creationId xmlns:a16="http://schemas.microsoft.com/office/drawing/2014/main" id="{F9DE94D6-1B5C-0DE2-7D5D-995E105E8C0D}"/>
              </a:ext>
            </a:extLst>
          </p:cNvPr>
          <p:cNvSpPr/>
          <p:nvPr/>
        </p:nvSpPr>
        <p:spPr>
          <a:xfrm>
            <a:off x="352274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28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8" name="Freeform 657">
            <a:extLst>
              <a:ext uri="{FF2B5EF4-FFF2-40B4-BE49-F238E27FC236}">
                <a16:creationId xmlns:a16="http://schemas.microsoft.com/office/drawing/2014/main" id="{73595DBA-8A41-CA87-5EBC-DA2A7472C13E}"/>
              </a:ext>
            </a:extLst>
          </p:cNvPr>
          <p:cNvSpPr/>
          <p:nvPr/>
        </p:nvSpPr>
        <p:spPr>
          <a:xfrm>
            <a:off x="352274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59" name="Freeform 658">
            <a:extLst>
              <a:ext uri="{FF2B5EF4-FFF2-40B4-BE49-F238E27FC236}">
                <a16:creationId xmlns:a16="http://schemas.microsoft.com/office/drawing/2014/main" id="{EA2D6078-C1D8-AE41-94A2-82D9DA6C3CAB}"/>
              </a:ext>
            </a:extLst>
          </p:cNvPr>
          <p:cNvSpPr/>
          <p:nvPr/>
        </p:nvSpPr>
        <p:spPr>
          <a:xfrm>
            <a:off x="352274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0" name="Freeform 659">
            <a:extLst>
              <a:ext uri="{FF2B5EF4-FFF2-40B4-BE49-F238E27FC236}">
                <a16:creationId xmlns:a16="http://schemas.microsoft.com/office/drawing/2014/main" id="{E2151702-C776-5954-8750-83300F64726A}"/>
              </a:ext>
            </a:extLst>
          </p:cNvPr>
          <p:cNvSpPr/>
          <p:nvPr/>
        </p:nvSpPr>
        <p:spPr>
          <a:xfrm>
            <a:off x="352274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1" name="Freeform 660">
            <a:extLst>
              <a:ext uri="{FF2B5EF4-FFF2-40B4-BE49-F238E27FC236}">
                <a16:creationId xmlns:a16="http://schemas.microsoft.com/office/drawing/2014/main" id="{4532AB9E-46CD-D3B2-2562-FE93B8D3D170}"/>
              </a:ext>
            </a:extLst>
          </p:cNvPr>
          <p:cNvSpPr/>
          <p:nvPr/>
        </p:nvSpPr>
        <p:spPr>
          <a:xfrm>
            <a:off x="352274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2" name="Freeform 661">
            <a:extLst>
              <a:ext uri="{FF2B5EF4-FFF2-40B4-BE49-F238E27FC236}">
                <a16:creationId xmlns:a16="http://schemas.microsoft.com/office/drawing/2014/main" id="{CDDF69F9-0384-3875-017D-97FE6E4A1AF6}"/>
              </a:ext>
            </a:extLst>
          </p:cNvPr>
          <p:cNvSpPr/>
          <p:nvPr/>
        </p:nvSpPr>
        <p:spPr>
          <a:xfrm>
            <a:off x="352274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3" name="Freeform 662">
            <a:extLst>
              <a:ext uri="{FF2B5EF4-FFF2-40B4-BE49-F238E27FC236}">
                <a16:creationId xmlns:a16="http://schemas.microsoft.com/office/drawing/2014/main" id="{135A9845-6828-2712-2B39-1E29696C3316}"/>
              </a:ext>
            </a:extLst>
          </p:cNvPr>
          <p:cNvSpPr/>
          <p:nvPr/>
        </p:nvSpPr>
        <p:spPr>
          <a:xfrm>
            <a:off x="352274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4" name="Freeform 663">
            <a:extLst>
              <a:ext uri="{FF2B5EF4-FFF2-40B4-BE49-F238E27FC236}">
                <a16:creationId xmlns:a16="http://schemas.microsoft.com/office/drawing/2014/main" id="{6E9F2DA2-45CA-6EBC-5ED0-587DDC877252}"/>
              </a:ext>
            </a:extLst>
          </p:cNvPr>
          <p:cNvSpPr/>
          <p:nvPr/>
        </p:nvSpPr>
        <p:spPr>
          <a:xfrm>
            <a:off x="352274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5" name="Freeform 664">
            <a:extLst>
              <a:ext uri="{FF2B5EF4-FFF2-40B4-BE49-F238E27FC236}">
                <a16:creationId xmlns:a16="http://schemas.microsoft.com/office/drawing/2014/main" id="{7037A1B6-6885-CD03-3733-16ADE3277DD2}"/>
              </a:ext>
            </a:extLst>
          </p:cNvPr>
          <p:cNvSpPr/>
          <p:nvPr/>
        </p:nvSpPr>
        <p:spPr>
          <a:xfrm>
            <a:off x="352274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6" name="Freeform 665">
            <a:extLst>
              <a:ext uri="{FF2B5EF4-FFF2-40B4-BE49-F238E27FC236}">
                <a16:creationId xmlns:a16="http://schemas.microsoft.com/office/drawing/2014/main" id="{3F147461-433C-4868-8D9C-369E81E162B9}"/>
              </a:ext>
            </a:extLst>
          </p:cNvPr>
          <p:cNvSpPr/>
          <p:nvPr/>
        </p:nvSpPr>
        <p:spPr>
          <a:xfrm>
            <a:off x="352274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7" name="Freeform 666">
            <a:extLst>
              <a:ext uri="{FF2B5EF4-FFF2-40B4-BE49-F238E27FC236}">
                <a16:creationId xmlns:a16="http://schemas.microsoft.com/office/drawing/2014/main" id="{52DF5EB2-1D6F-762A-1D78-3689BAC12F14}"/>
              </a:ext>
            </a:extLst>
          </p:cNvPr>
          <p:cNvSpPr/>
          <p:nvPr/>
        </p:nvSpPr>
        <p:spPr>
          <a:xfrm>
            <a:off x="352274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8" name="Freeform 667">
            <a:extLst>
              <a:ext uri="{FF2B5EF4-FFF2-40B4-BE49-F238E27FC236}">
                <a16:creationId xmlns:a16="http://schemas.microsoft.com/office/drawing/2014/main" id="{BB92843A-7900-BF26-6E16-99384C72E108}"/>
              </a:ext>
            </a:extLst>
          </p:cNvPr>
          <p:cNvSpPr/>
          <p:nvPr/>
        </p:nvSpPr>
        <p:spPr>
          <a:xfrm>
            <a:off x="352274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69" name="Freeform 668">
            <a:extLst>
              <a:ext uri="{FF2B5EF4-FFF2-40B4-BE49-F238E27FC236}">
                <a16:creationId xmlns:a16="http://schemas.microsoft.com/office/drawing/2014/main" id="{78E6274D-FB3D-768E-6300-046CB94356C5}"/>
              </a:ext>
            </a:extLst>
          </p:cNvPr>
          <p:cNvSpPr/>
          <p:nvPr/>
        </p:nvSpPr>
        <p:spPr>
          <a:xfrm>
            <a:off x="352274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0" name="Freeform 669">
            <a:extLst>
              <a:ext uri="{FF2B5EF4-FFF2-40B4-BE49-F238E27FC236}">
                <a16:creationId xmlns:a16="http://schemas.microsoft.com/office/drawing/2014/main" id="{835F3C76-85C5-88CF-74C2-3EB04FC4AD61}"/>
              </a:ext>
            </a:extLst>
          </p:cNvPr>
          <p:cNvSpPr/>
          <p:nvPr/>
        </p:nvSpPr>
        <p:spPr>
          <a:xfrm>
            <a:off x="352274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1" name="Freeform 670">
            <a:extLst>
              <a:ext uri="{FF2B5EF4-FFF2-40B4-BE49-F238E27FC236}">
                <a16:creationId xmlns:a16="http://schemas.microsoft.com/office/drawing/2014/main" id="{126D8E1D-B132-CFE8-72A6-7A32C9270856}"/>
              </a:ext>
            </a:extLst>
          </p:cNvPr>
          <p:cNvSpPr/>
          <p:nvPr/>
        </p:nvSpPr>
        <p:spPr>
          <a:xfrm>
            <a:off x="352274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2" name="Freeform 671">
            <a:extLst>
              <a:ext uri="{FF2B5EF4-FFF2-40B4-BE49-F238E27FC236}">
                <a16:creationId xmlns:a16="http://schemas.microsoft.com/office/drawing/2014/main" id="{45E85523-36E5-9837-75F9-170DFC24125D}"/>
              </a:ext>
            </a:extLst>
          </p:cNvPr>
          <p:cNvSpPr/>
          <p:nvPr/>
        </p:nvSpPr>
        <p:spPr>
          <a:xfrm>
            <a:off x="352274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3" name="Freeform 672">
            <a:extLst>
              <a:ext uri="{FF2B5EF4-FFF2-40B4-BE49-F238E27FC236}">
                <a16:creationId xmlns:a16="http://schemas.microsoft.com/office/drawing/2014/main" id="{4446F8D4-7EA9-A24C-DD6C-FE6A2CA88D87}"/>
              </a:ext>
            </a:extLst>
          </p:cNvPr>
          <p:cNvSpPr/>
          <p:nvPr/>
        </p:nvSpPr>
        <p:spPr>
          <a:xfrm>
            <a:off x="352274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4" name="Freeform 673">
            <a:extLst>
              <a:ext uri="{FF2B5EF4-FFF2-40B4-BE49-F238E27FC236}">
                <a16:creationId xmlns:a16="http://schemas.microsoft.com/office/drawing/2014/main" id="{C7A74FC5-0EBC-7202-7047-C2EA9E2C8344}"/>
              </a:ext>
            </a:extLst>
          </p:cNvPr>
          <p:cNvSpPr/>
          <p:nvPr/>
        </p:nvSpPr>
        <p:spPr>
          <a:xfrm>
            <a:off x="352274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5" name="Freeform 674">
            <a:extLst>
              <a:ext uri="{FF2B5EF4-FFF2-40B4-BE49-F238E27FC236}">
                <a16:creationId xmlns:a16="http://schemas.microsoft.com/office/drawing/2014/main" id="{2BE555E0-ABA8-3B07-0247-6CD3FFBFB3E4}"/>
              </a:ext>
            </a:extLst>
          </p:cNvPr>
          <p:cNvSpPr/>
          <p:nvPr/>
        </p:nvSpPr>
        <p:spPr>
          <a:xfrm>
            <a:off x="359913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6" name="Freeform 675">
            <a:extLst>
              <a:ext uri="{FF2B5EF4-FFF2-40B4-BE49-F238E27FC236}">
                <a16:creationId xmlns:a16="http://schemas.microsoft.com/office/drawing/2014/main" id="{CE36223B-6E48-70ED-2014-6928B4448DC4}"/>
              </a:ext>
            </a:extLst>
          </p:cNvPr>
          <p:cNvSpPr/>
          <p:nvPr/>
        </p:nvSpPr>
        <p:spPr>
          <a:xfrm>
            <a:off x="359913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2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7" name="Freeform 676">
            <a:extLst>
              <a:ext uri="{FF2B5EF4-FFF2-40B4-BE49-F238E27FC236}">
                <a16:creationId xmlns:a16="http://schemas.microsoft.com/office/drawing/2014/main" id="{2A771AC3-CC66-4EE6-F6C4-A03F1E74FE8E}"/>
              </a:ext>
            </a:extLst>
          </p:cNvPr>
          <p:cNvSpPr/>
          <p:nvPr/>
        </p:nvSpPr>
        <p:spPr>
          <a:xfrm>
            <a:off x="359913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8" name="Freeform 677">
            <a:extLst>
              <a:ext uri="{FF2B5EF4-FFF2-40B4-BE49-F238E27FC236}">
                <a16:creationId xmlns:a16="http://schemas.microsoft.com/office/drawing/2014/main" id="{2939438D-39E1-9221-5E95-A6944B06C18E}"/>
              </a:ext>
            </a:extLst>
          </p:cNvPr>
          <p:cNvSpPr/>
          <p:nvPr/>
        </p:nvSpPr>
        <p:spPr>
          <a:xfrm>
            <a:off x="359913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79" name="Freeform 678">
            <a:extLst>
              <a:ext uri="{FF2B5EF4-FFF2-40B4-BE49-F238E27FC236}">
                <a16:creationId xmlns:a16="http://schemas.microsoft.com/office/drawing/2014/main" id="{292EB6D8-1EF9-9376-7143-A569DC9D2712}"/>
              </a:ext>
            </a:extLst>
          </p:cNvPr>
          <p:cNvSpPr/>
          <p:nvPr/>
        </p:nvSpPr>
        <p:spPr>
          <a:xfrm>
            <a:off x="359913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0" name="Freeform 679">
            <a:extLst>
              <a:ext uri="{FF2B5EF4-FFF2-40B4-BE49-F238E27FC236}">
                <a16:creationId xmlns:a16="http://schemas.microsoft.com/office/drawing/2014/main" id="{060E68B5-0A28-381E-1309-13D5EE13CC99}"/>
              </a:ext>
            </a:extLst>
          </p:cNvPr>
          <p:cNvSpPr/>
          <p:nvPr/>
        </p:nvSpPr>
        <p:spPr>
          <a:xfrm>
            <a:off x="359913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1" name="Freeform 680">
            <a:extLst>
              <a:ext uri="{FF2B5EF4-FFF2-40B4-BE49-F238E27FC236}">
                <a16:creationId xmlns:a16="http://schemas.microsoft.com/office/drawing/2014/main" id="{D8200D3B-3749-4C7D-736B-9AC67D909F12}"/>
              </a:ext>
            </a:extLst>
          </p:cNvPr>
          <p:cNvSpPr/>
          <p:nvPr/>
        </p:nvSpPr>
        <p:spPr>
          <a:xfrm>
            <a:off x="359913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2" name="Freeform 681">
            <a:extLst>
              <a:ext uri="{FF2B5EF4-FFF2-40B4-BE49-F238E27FC236}">
                <a16:creationId xmlns:a16="http://schemas.microsoft.com/office/drawing/2014/main" id="{9807CAAE-AEC1-7370-3F21-162650056A85}"/>
              </a:ext>
            </a:extLst>
          </p:cNvPr>
          <p:cNvSpPr/>
          <p:nvPr/>
        </p:nvSpPr>
        <p:spPr>
          <a:xfrm>
            <a:off x="359913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3" name="Freeform 682">
            <a:extLst>
              <a:ext uri="{FF2B5EF4-FFF2-40B4-BE49-F238E27FC236}">
                <a16:creationId xmlns:a16="http://schemas.microsoft.com/office/drawing/2014/main" id="{43CAB33F-C529-920C-B269-163FFD8BDAD0}"/>
              </a:ext>
            </a:extLst>
          </p:cNvPr>
          <p:cNvSpPr/>
          <p:nvPr/>
        </p:nvSpPr>
        <p:spPr>
          <a:xfrm>
            <a:off x="359913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4" name="Freeform 683">
            <a:extLst>
              <a:ext uri="{FF2B5EF4-FFF2-40B4-BE49-F238E27FC236}">
                <a16:creationId xmlns:a16="http://schemas.microsoft.com/office/drawing/2014/main" id="{4761C98C-6535-2104-C35D-1C4885A963BE}"/>
              </a:ext>
            </a:extLst>
          </p:cNvPr>
          <p:cNvSpPr/>
          <p:nvPr/>
        </p:nvSpPr>
        <p:spPr>
          <a:xfrm>
            <a:off x="359913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5" name="Freeform 684">
            <a:extLst>
              <a:ext uri="{FF2B5EF4-FFF2-40B4-BE49-F238E27FC236}">
                <a16:creationId xmlns:a16="http://schemas.microsoft.com/office/drawing/2014/main" id="{451FEB73-4050-A447-2AB1-B5B70B7C2CE4}"/>
              </a:ext>
            </a:extLst>
          </p:cNvPr>
          <p:cNvSpPr/>
          <p:nvPr/>
        </p:nvSpPr>
        <p:spPr>
          <a:xfrm>
            <a:off x="359913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6" name="Freeform 685">
            <a:extLst>
              <a:ext uri="{FF2B5EF4-FFF2-40B4-BE49-F238E27FC236}">
                <a16:creationId xmlns:a16="http://schemas.microsoft.com/office/drawing/2014/main" id="{CC7A5122-4E43-362A-BFF5-37EEEC442F4F}"/>
              </a:ext>
            </a:extLst>
          </p:cNvPr>
          <p:cNvSpPr/>
          <p:nvPr/>
        </p:nvSpPr>
        <p:spPr>
          <a:xfrm>
            <a:off x="359913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7" name="Freeform 686">
            <a:extLst>
              <a:ext uri="{FF2B5EF4-FFF2-40B4-BE49-F238E27FC236}">
                <a16:creationId xmlns:a16="http://schemas.microsoft.com/office/drawing/2014/main" id="{F2FFC43D-6338-107A-6068-EC40FA3201D1}"/>
              </a:ext>
            </a:extLst>
          </p:cNvPr>
          <p:cNvSpPr/>
          <p:nvPr/>
        </p:nvSpPr>
        <p:spPr>
          <a:xfrm>
            <a:off x="359913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8" name="Freeform 687">
            <a:extLst>
              <a:ext uri="{FF2B5EF4-FFF2-40B4-BE49-F238E27FC236}">
                <a16:creationId xmlns:a16="http://schemas.microsoft.com/office/drawing/2014/main" id="{7E8F955F-0572-1E1F-3A7F-6DC2064607FD}"/>
              </a:ext>
            </a:extLst>
          </p:cNvPr>
          <p:cNvSpPr/>
          <p:nvPr/>
        </p:nvSpPr>
        <p:spPr>
          <a:xfrm>
            <a:off x="359913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89" name="Freeform 688">
            <a:extLst>
              <a:ext uri="{FF2B5EF4-FFF2-40B4-BE49-F238E27FC236}">
                <a16:creationId xmlns:a16="http://schemas.microsoft.com/office/drawing/2014/main" id="{EF5B0154-EB9E-68DC-98CD-71566C400382}"/>
              </a:ext>
            </a:extLst>
          </p:cNvPr>
          <p:cNvSpPr/>
          <p:nvPr/>
        </p:nvSpPr>
        <p:spPr>
          <a:xfrm>
            <a:off x="359913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0" name="Freeform 689">
            <a:extLst>
              <a:ext uri="{FF2B5EF4-FFF2-40B4-BE49-F238E27FC236}">
                <a16:creationId xmlns:a16="http://schemas.microsoft.com/office/drawing/2014/main" id="{F072A007-EF83-852C-7688-31FE38A08098}"/>
              </a:ext>
            </a:extLst>
          </p:cNvPr>
          <p:cNvSpPr/>
          <p:nvPr/>
        </p:nvSpPr>
        <p:spPr>
          <a:xfrm>
            <a:off x="359913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1" name="Freeform 690">
            <a:extLst>
              <a:ext uri="{FF2B5EF4-FFF2-40B4-BE49-F238E27FC236}">
                <a16:creationId xmlns:a16="http://schemas.microsoft.com/office/drawing/2014/main" id="{8BFBE678-B0D0-E656-45A2-1F8D2496467A}"/>
              </a:ext>
            </a:extLst>
          </p:cNvPr>
          <p:cNvSpPr/>
          <p:nvPr/>
        </p:nvSpPr>
        <p:spPr>
          <a:xfrm>
            <a:off x="359913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2" name="Freeform 691">
            <a:extLst>
              <a:ext uri="{FF2B5EF4-FFF2-40B4-BE49-F238E27FC236}">
                <a16:creationId xmlns:a16="http://schemas.microsoft.com/office/drawing/2014/main" id="{D9F1023D-DAEE-B88F-7F61-515BBCB1AE07}"/>
              </a:ext>
            </a:extLst>
          </p:cNvPr>
          <p:cNvSpPr/>
          <p:nvPr/>
        </p:nvSpPr>
        <p:spPr>
          <a:xfrm>
            <a:off x="359913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3" name="Freeform 692">
            <a:extLst>
              <a:ext uri="{FF2B5EF4-FFF2-40B4-BE49-F238E27FC236}">
                <a16:creationId xmlns:a16="http://schemas.microsoft.com/office/drawing/2014/main" id="{3B63544E-9E33-1061-F91B-93ABFCD964AB}"/>
              </a:ext>
            </a:extLst>
          </p:cNvPr>
          <p:cNvSpPr/>
          <p:nvPr/>
        </p:nvSpPr>
        <p:spPr>
          <a:xfrm>
            <a:off x="359913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4" name="Freeform 693">
            <a:extLst>
              <a:ext uri="{FF2B5EF4-FFF2-40B4-BE49-F238E27FC236}">
                <a16:creationId xmlns:a16="http://schemas.microsoft.com/office/drawing/2014/main" id="{BC935547-CCA1-2AB4-4BAA-8D54EA90D572}"/>
              </a:ext>
            </a:extLst>
          </p:cNvPr>
          <p:cNvSpPr/>
          <p:nvPr/>
        </p:nvSpPr>
        <p:spPr>
          <a:xfrm>
            <a:off x="3675482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5" name="Freeform 694">
            <a:extLst>
              <a:ext uri="{FF2B5EF4-FFF2-40B4-BE49-F238E27FC236}">
                <a16:creationId xmlns:a16="http://schemas.microsoft.com/office/drawing/2014/main" id="{B9089A23-4E26-FE0C-10E6-2D9DD094B3E7}"/>
              </a:ext>
            </a:extLst>
          </p:cNvPr>
          <p:cNvSpPr/>
          <p:nvPr/>
        </p:nvSpPr>
        <p:spPr>
          <a:xfrm>
            <a:off x="3675482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6" name="Freeform 695">
            <a:extLst>
              <a:ext uri="{FF2B5EF4-FFF2-40B4-BE49-F238E27FC236}">
                <a16:creationId xmlns:a16="http://schemas.microsoft.com/office/drawing/2014/main" id="{3DF1CCF3-6276-EB58-D6AC-ED26CB779DE3}"/>
              </a:ext>
            </a:extLst>
          </p:cNvPr>
          <p:cNvSpPr/>
          <p:nvPr/>
        </p:nvSpPr>
        <p:spPr>
          <a:xfrm>
            <a:off x="3675482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7" name="Freeform 696">
            <a:extLst>
              <a:ext uri="{FF2B5EF4-FFF2-40B4-BE49-F238E27FC236}">
                <a16:creationId xmlns:a16="http://schemas.microsoft.com/office/drawing/2014/main" id="{CDC2FD13-8C03-70E1-3836-C5852AFB101C}"/>
              </a:ext>
            </a:extLst>
          </p:cNvPr>
          <p:cNvSpPr/>
          <p:nvPr/>
        </p:nvSpPr>
        <p:spPr>
          <a:xfrm>
            <a:off x="3675482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8" name="Freeform 697">
            <a:extLst>
              <a:ext uri="{FF2B5EF4-FFF2-40B4-BE49-F238E27FC236}">
                <a16:creationId xmlns:a16="http://schemas.microsoft.com/office/drawing/2014/main" id="{3DFDCE5E-BFAB-EE38-A637-8472AE3EBA9E}"/>
              </a:ext>
            </a:extLst>
          </p:cNvPr>
          <p:cNvSpPr/>
          <p:nvPr/>
        </p:nvSpPr>
        <p:spPr>
          <a:xfrm>
            <a:off x="3675482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99" name="Freeform 698">
            <a:extLst>
              <a:ext uri="{FF2B5EF4-FFF2-40B4-BE49-F238E27FC236}">
                <a16:creationId xmlns:a16="http://schemas.microsoft.com/office/drawing/2014/main" id="{A8E9F3BB-19BE-780D-0010-2985032523D7}"/>
              </a:ext>
            </a:extLst>
          </p:cNvPr>
          <p:cNvSpPr/>
          <p:nvPr/>
        </p:nvSpPr>
        <p:spPr>
          <a:xfrm>
            <a:off x="3675482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0" name="Freeform 699">
            <a:extLst>
              <a:ext uri="{FF2B5EF4-FFF2-40B4-BE49-F238E27FC236}">
                <a16:creationId xmlns:a16="http://schemas.microsoft.com/office/drawing/2014/main" id="{87390817-72C0-0D9C-4B1A-AEE99E231A34}"/>
              </a:ext>
            </a:extLst>
          </p:cNvPr>
          <p:cNvSpPr/>
          <p:nvPr/>
        </p:nvSpPr>
        <p:spPr>
          <a:xfrm>
            <a:off x="3675482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1" name="Freeform 700">
            <a:extLst>
              <a:ext uri="{FF2B5EF4-FFF2-40B4-BE49-F238E27FC236}">
                <a16:creationId xmlns:a16="http://schemas.microsoft.com/office/drawing/2014/main" id="{137EE05E-EE74-638C-C418-4A3D323A327C}"/>
              </a:ext>
            </a:extLst>
          </p:cNvPr>
          <p:cNvSpPr/>
          <p:nvPr/>
        </p:nvSpPr>
        <p:spPr>
          <a:xfrm>
            <a:off x="3675482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2" name="Freeform 701">
            <a:extLst>
              <a:ext uri="{FF2B5EF4-FFF2-40B4-BE49-F238E27FC236}">
                <a16:creationId xmlns:a16="http://schemas.microsoft.com/office/drawing/2014/main" id="{BF2A3BFF-CF23-F71C-9586-4AC7314C58A4}"/>
              </a:ext>
            </a:extLst>
          </p:cNvPr>
          <p:cNvSpPr/>
          <p:nvPr/>
        </p:nvSpPr>
        <p:spPr>
          <a:xfrm>
            <a:off x="3675482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3" name="Freeform 702">
            <a:extLst>
              <a:ext uri="{FF2B5EF4-FFF2-40B4-BE49-F238E27FC236}">
                <a16:creationId xmlns:a16="http://schemas.microsoft.com/office/drawing/2014/main" id="{A32C2AEC-4DFF-F70B-2CD0-3274E280CFD3}"/>
              </a:ext>
            </a:extLst>
          </p:cNvPr>
          <p:cNvSpPr/>
          <p:nvPr/>
        </p:nvSpPr>
        <p:spPr>
          <a:xfrm>
            <a:off x="3675482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4" name="Freeform 703">
            <a:extLst>
              <a:ext uri="{FF2B5EF4-FFF2-40B4-BE49-F238E27FC236}">
                <a16:creationId xmlns:a16="http://schemas.microsoft.com/office/drawing/2014/main" id="{3C7EDDF7-1553-A93E-18E9-ECD292A9738B}"/>
              </a:ext>
            </a:extLst>
          </p:cNvPr>
          <p:cNvSpPr/>
          <p:nvPr/>
        </p:nvSpPr>
        <p:spPr>
          <a:xfrm>
            <a:off x="3675482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5" name="Freeform 704">
            <a:extLst>
              <a:ext uri="{FF2B5EF4-FFF2-40B4-BE49-F238E27FC236}">
                <a16:creationId xmlns:a16="http://schemas.microsoft.com/office/drawing/2014/main" id="{2242F477-6B36-BB2F-2993-B50859E2BC94}"/>
              </a:ext>
            </a:extLst>
          </p:cNvPr>
          <p:cNvSpPr/>
          <p:nvPr/>
        </p:nvSpPr>
        <p:spPr>
          <a:xfrm>
            <a:off x="3675482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6" name="Freeform 705">
            <a:extLst>
              <a:ext uri="{FF2B5EF4-FFF2-40B4-BE49-F238E27FC236}">
                <a16:creationId xmlns:a16="http://schemas.microsoft.com/office/drawing/2014/main" id="{004F34EE-99E8-912B-7D5B-CFD8E013E72B}"/>
              </a:ext>
            </a:extLst>
          </p:cNvPr>
          <p:cNvSpPr/>
          <p:nvPr/>
        </p:nvSpPr>
        <p:spPr>
          <a:xfrm>
            <a:off x="3675482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7" name="Freeform 706">
            <a:extLst>
              <a:ext uri="{FF2B5EF4-FFF2-40B4-BE49-F238E27FC236}">
                <a16:creationId xmlns:a16="http://schemas.microsoft.com/office/drawing/2014/main" id="{8184A900-E90E-46BA-D1B2-6E0D624FCC63}"/>
              </a:ext>
            </a:extLst>
          </p:cNvPr>
          <p:cNvSpPr/>
          <p:nvPr/>
        </p:nvSpPr>
        <p:spPr>
          <a:xfrm>
            <a:off x="3675482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8" name="Freeform 707">
            <a:extLst>
              <a:ext uri="{FF2B5EF4-FFF2-40B4-BE49-F238E27FC236}">
                <a16:creationId xmlns:a16="http://schemas.microsoft.com/office/drawing/2014/main" id="{C92D7DFB-5C43-13A8-2D0F-2C877955B923}"/>
              </a:ext>
            </a:extLst>
          </p:cNvPr>
          <p:cNvSpPr/>
          <p:nvPr/>
        </p:nvSpPr>
        <p:spPr>
          <a:xfrm>
            <a:off x="3675482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9" name="Freeform 708">
            <a:extLst>
              <a:ext uri="{FF2B5EF4-FFF2-40B4-BE49-F238E27FC236}">
                <a16:creationId xmlns:a16="http://schemas.microsoft.com/office/drawing/2014/main" id="{3DF0E67F-495A-8101-5F7E-75415E824175}"/>
              </a:ext>
            </a:extLst>
          </p:cNvPr>
          <p:cNvSpPr/>
          <p:nvPr/>
        </p:nvSpPr>
        <p:spPr>
          <a:xfrm>
            <a:off x="3675482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0" name="Freeform 709">
            <a:extLst>
              <a:ext uri="{FF2B5EF4-FFF2-40B4-BE49-F238E27FC236}">
                <a16:creationId xmlns:a16="http://schemas.microsoft.com/office/drawing/2014/main" id="{1D9E3EA5-FB3B-CEFC-E541-014EED5D4354}"/>
              </a:ext>
            </a:extLst>
          </p:cNvPr>
          <p:cNvSpPr/>
          <p:nvPr/>
        </p:nvSpPr>
        <p:spPr>
          <a:xfrm>
            <a:off x="3675482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1" name="Freeform 710">
            <a:extLst>
              <a:ext uri="{FF2B5EF4-FFF2-40B4-BE49-F238E27FC236}">
                <a16:creationId xmlns:a16="http://schemas.microsoft.com/office/drawing/2014/main" id="{E47BD222-0D36-65BA-89A7-35A675F5D633}"/>
              </a:ext>
            </a:extLst>
          </p:cNvPr>
          <p:cNvSpPr/>
          <p:nvPr/>
        </p:nvSpPr>
        <p:spPr>
          <a:xfrm>
            <a:off x="3675482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2" name="Freeform 711">
            <a:extLst>
              <a:ext uri="{FF2B5EF4-FFF2-40B4-BE49-F238E27FC236}">
                <a16:creationId xmlns:a16="http://schemas.microsoft.com/office/drawing/2014/main" id="{EC13ECD6-C38B-F077-1639-EA2CD31EE9A3}"/>
              </a:ext>
            </a:extLst>
          </p:cNvPr>
          <p:cNvSpPr/>
          <p:nvPr/>
        </p:nvSpPr>
        <p:spPr>
          <a:xfrm>
            <a:off x="3675482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3" name="Freeform 712">
            <a:extLst>
              <a:ext uri="{FF2B5EF4-FFF2-40B4-BE49-F238E27FC236}">
                <a16:creationId xmlns:a16="http://schemas.microsoft.com/office/drawing/2014/main" id="{FDFF8804-C995-B112-D9D1-C3C5FF114A33}"/>
              </a:ext>
            </a:extLst>
          </p:cNvPr>
          <p:cNvSpPr/>
          <p:nvPr/>
        </p:nvSpPr>
        <p:spPr>
          <a:xfrm>
            <a:off x="375186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4" name="Freeform 713">
            <a:extLst>
              <a:ext uri="{FF2B5EF4-FFF2-40B4-BE49-F238E27FC236}">
                <a16:creationId xmlns:a16="http://schemas.microsoft.com/office/drawing/2014/main" id="{227009BD-83AF-B251-1D6A-66191D5B2982}"/>
              </a:ext>
            </a:extLst>
          </p:cNvPr>
          <p:cNvSpPr/>
          <p:nvPr/>
        </p:nvSpPr>
        <p:spPr>
          <a:xfrm>
            <a:off x="375186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5" name="Freeform 714">
            <a:extLst>
              <a:ext uri="{FF2B5EF4-FFF2-40B4-BE49-F238E27FC236}">
                <a16:creationId xmlns:a16="http://schemas.microsoft.com/office/drawing/2014/main" id="{A150AB5F-EA61-30FA-8D69-C9F57B0A5B78}"/>
              </a:ext>
            </a:extLst>
          </p:cNvPr>
          <p:cNvSpPr/>
          <p:nvPr/>
        </p:nvSpPr>
        <p:spPr>
          <a:xfrm>
            <a:off x="375186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6" name="Freeform 715">
            <a:extLst>
              <a:ext uri="{FF2B5EF4-FFF2-40B4-BE49-F238E27FC236}">
                <a16:creationId xmlns:a16="http://schemas.microsoft.com/office/drawing/2014/main" id="{3D7C4731-87F5-5F18-FAEB-A1B33D98ABCE}"/>
              </a:ext>
            </a:extLst>
          </p:cNvPr>
          <p:cNvSpPr/>
          <p:nvPr/>
        </p:nvSpPr>
        <p:spPr>
          <a:xfrm>
            <a:off x="375186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7" name="Freeform 716">
            <a:extLst>
              <a:ext uri="{FF2B5EF4-FFF2-40B4-BE49-F238E27FC236}">
                <a16:creationId xmlns:a16="http://schemas.microsoft.com/office/drawing/2014/main" id="{7D35ED5B-634D-1551-C617-3C0575277CB0}"/>
              </a:ext>
            </a:extLst>
          </p:cNvPr>
          <p:cNvSpPr/>
          <p:nvPr/>
        </p:nvSpPr>
        <p:spPr>
          <a:xfrm>
            <a:off x="375186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8" name="Freeform 717">
            <a:extLst>
              <a:ext uri="{FF2B5EF4-FFF2-40B4-BE49-F238E27FC236}">
                <a16:creationId xmlns:a16="http://schemas.microsoft.com/office/drawing/2014/main" id="{F74470FD-5675-7CE0-AD5B-C59102DB8440}"/>
              </a:ext>
            </a:extLst>
          </p:cNvPr>
          <p:cNvSpPr/>
          <p:nvPr/>
        </p:nvSpPr>
        <p:spPr>
          <a:xfrm>
            <a:off x="375186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19" name="Freeform 718">
            <a:extLst>
              <a:ext uri="{FF2B5EF4-FFF2-40B4-BE49-F238E27FC236}">
                <a16:creationId xmlns:a16="http://schemas.microsoft.com/office/drawing/2014/main" id="{4364581D-E9A1-7F65-17E4-37FAF6BB1597}"/>
              </a:ext>
            </a:extLst>
          </p:cNvPr>
          <p:cNvSpPr/>
          <p:nvPr/>
        </p:nvSpPr>
        <p:spPr>
          <a:xfrm>
            <a:off x="375186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0" name="Freeform 719">
            <a:extLst>
              <a:ext uri="{FF2B5EF4-FFF2-40B4-BE49-F238E27FC236}">
                <a16:creationId xmlns:a16="http://schemas.microsoft.com/office/drawing/2014/main" id="{9C70E8E8-C3BD-3E1F-D13E-1F03588D5163}"/>
              </a:ext>
            </a:extLst>
          </p:cNvPr>
          <p:cNvSpPr/>
          <p:nvPr/>
        </p:nvSpPr>
        <p:spPr>
          <a:xfrm>
            <a:off x="375186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1" name="Freeform 720">
            <a:extLst>
              <a:ext uri="{FF2B5EF4-FFF2-40B4-BE49-F238E27FC236}">
                <a16:creationId xmlns:a16="http://schemas.microsoft.com/office/drawing/2014/main" id="{D9889F17-7719-8C25-55FD-772359E6787D}"/>
              </a:ext>
            </a:extLst>
          </p:cNvPr>
          <p:cNvSpPr/>
          <p:nvPr/>
        </p:nvSpPr>
        <p:spPr>
          <a:xfrm>
            <a:off x="375186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2" name="Freeform 721">
            <a:extLst>
              <a:ext uri="{FF2B5EF4-FFF2-40B4-BE49-F238E27FC236}">
                <a16:creationId xmlns:a16="http://schemas.microsoft.com/office/drawing/2014/main" id="{0448112D-D0C1-7799-D4AC-8350D6080BA0}"/>
              </a:ext>
            </a:extLst>
          </p:cNvPr>
          <p:cNvSpPr/>
          <p:nvPr/>
        </p:nvSpPr>
        <p:spPr>
          <a:xfrm>
            <a:off x="375186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3" name="Freeform 722">
            <a:extLst>
              <a:ext uri="{FF2B5EF4-FFF2-40B4-BE49-F238E27FC236}">
                <a16:creationId xmlns:a16="http://schemas.microsoft.com/office/drawing/2014/main" id="{17D41A0D-7674-DA5B-717F-616FEE631ADB}"/>
              </a:ext>
            </a:extLst>
          </p:cNvPr>
          <p:cNvSpPr/>
          <p:nvPr/>
        </p:nvSpPr>
        <p:spPr>
          <a:xfrm>
            <a:off x="375186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4" name="Freeform 723">
            <a:extLst>
              <a:ext uri="{FF2B5EF4-FFF2-40B4-BE49-F238E27FC236}">
                <a16:creationId xmlns:a16="http://schemas.microsoft.com/office/drawing/2014/main" id="{45EF6648-7C8B-7E17-2155-49054C60EDCA}"/>
              </a:ext>
            </a:extLst>
          </p:cNvPr>
          <p:cNvSpPr/>
          <p:nvPr/>
        </p:nvSpPr>
        <p:spPr>
          <a:xfrm>
            <a:off x="375186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5" name="Freeform 724">
            <a:extLst>
              <a:ext uri="{FF2B5EF4-FFF2-40B4-BE49-F238E27FC236}">
                <a16:creationId xmlns:a16="http://schemas.microsoft.com/office/drawing/2014/main" id="{AEBB56D5-12D2-B57A-CB21-3639830DE3F7}"/>
              </a:ext>
            </a:extLst>
          </p:cNvPr>
          <p:cNvSpPr/>
          <p:nvPr/>
        </p:nvSpPr>
        <p:spPr>
          <a:xfrm>
            <a:off x="375186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6" name="Freeform 725">
            <a:extLst>
              <a:ext uri="{FF2B5EF4-FFF2-40B4-BE49-F238E27FC236}">
                <a16:creationId xmlns:a16="http://schemas.microsoft.com/office/drawing/2014/main" id="{F19CE7D5-A13E-4661-1902-FAD35CB365B8}"/>
              </a:ext>
            </a:extLst>
          </p:cNvPr>
          <p:cNvSpPr/>
          <p:nvPr/>
        </p:nvSpPr>
        <p:spPr>
          <a:xfrm>
            <a:off x="375186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7" name="Freeform 726">
            <a:extLst>
              <a:ext uri="{FF2B5EF4-FFF2-40B4-BE49-F238E27FC236}">
                <a16:creationId xmlns:a16="http://schemas.microsoft.com/office/drawing/2014/main" id="{0AC7A94B-2BEA-426E-5F20-3057DD691655}"/>
              </a:ext>
            </a:extLst>
          </p:cNvPr>
          <p:cNvSpPr/>
          <p:nvPr/>
        </p:nvSpPr>
        <p:spPr>
          <a:xfrm>
            <a:off x="375186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8" name="Freeform 727">
            <a:extLst>
              <a:ext uri="{FF2B5EF4-FFF2-40B4-BE49-F238E27FC236}">
                <a16:creationId xmlns:a16="http://schemas.microsoft.com/office/drawing/2014/main" id="{546E7276-FFE4-C8CF-1DCC-EC8D0684567D}"/>
              </a:ext>
            </a:extLst>
          </p:cNvPr>
          <p:cNvSpPr/>
          <p:nvPr/>
        </p:nvSpPr>
        <p:spPr>
          <a:xfrm>
            <a:off x="375186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9" name="Freeform 728">
            <a:extLst>
              <a:ext uri="{FF2B5EF4-FFF2-40B4-BE49-F238E27FC236}">
                <a16:creationId xmlns:a16="http://schemas.microsoft.com/office/drawing/2014/main" id="{874C2056-7929-A14E-3966-B091F113AFF9}"/>
              </a:ext>
            </a:extLst>
          </p:cNvPr>
          <p:cNvSpPr/>
          <p:nvPr/>
        </p:nvSpPr>
        <p:spPr>
          <a:xfrm>
            <a:off x="375186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0" name="Freeform 729">
            <a:extLst>
              <a:ext uri="{FF2B5EF4-FFF2-40B4-BE49-F238E27FC236}">
                <a16:creationId xmlns:a16="http://schemas.microsoft.com/office/drawing/2014/main" id="{AD310BDB-68B6-F5A2-ACB7-DBC427F92791}"/>
              </a:ext>
            </a:extLst>
          </p:cNvPr>
          <p:cNvSpPr/>
          <p:nvPr/>
        </p:nvSpPr>
        <p:spPr>
          <a:xfrm>
            <a:off x="375186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1" name="Freeform 730">
            <a:extLst>
              <a:ext uri="{FF2B5EF4-FFF2-40B4-BE49-F238E27FC236}">
                <a16:creationId xmlns:a16="http://schemas.microsoft.com/office/drawing/2014/main" id="{EDD1DDBF-57E9-D320-7E37-E771E21A06DC}"/>
              </a:ext>
            </a:extLst>
          </p:cNvPr>
          <p:cNvSpPr/>
          <p:nvPr/>
        </p:nvSpPr>
        <p:spPr>
          <a:xfrm>
            <a:off x="375186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2" name="Freeform 731">
            <a:extLst>
              <a:ext uri="{FF2B5EF4-FFF2-40B4-BE49-F238E27FC236}">
                <a16:creationId xmlns:a16="http://schemas.microsoft.com/office/drawing/2014/main" id="{6E02F5A5-2070-F514-FEAE-DC7891DEE1E9}"/>
              </a:ext>
            </a:extLst>
          </p:cNvPr>
          <p:cNvSpPr/>
          <p:nvPr/>
        </p:nvSpPr>
        <p:spPr>
          <a:xfrm>
            <a:off x="382821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3" name="Freeform 732">
            <a:extLst>
              <a:ext uri="{FF2B5EF4-FFF2-40B4-BE49-F238E27FC236}">
                <a16:creationId xmlns:a16="http://schemas.microsoft.com/office/drawing/2014/main" id="{2B34CC73-8BF6-A111-6141-A198D7A10AAE}"/>
              </a:ext>
            </a:extLst>
          </p:cNvPr>
          <p:cNvSpPr/>
          <p:nvPr/>
        </p:nvSpPr>
        <p:spPr>
          <a:xfrm>
            <a:off x="382821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4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4" name="Freeform 733">
            <a:extLst>
              <a:ext uri="{FF2B5EF4-FFF2-40B4-BE49-F238E27FC236}">
                <a16:creationId xmlns:a16="http://schemas.microsoft.com/office/drawing/2014/main" id="{215F2947-BD39-37F2-B4BA-25525E3575EE}"/>
              </a:ext>
            </a:extLst>
          </p:cNvPr>
          <p:cNvSpPr/>
          <p:nvPr/>
        </p:nvSpPr>
        <p:spPr>
          <a:xfrm>
            <a:off x="382821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5" name="Freeform 734">
            <a:extLst>
              <a:ext uri="{FF2B5EF4-FFF2-40B4-BE49-F238E27FC236}">
                <a16:creationId xmlns:a16="http://schemas.microsoft.com/office/drawing/2014/main" id="{4E207FF2-9FCE-4B4D-32CA-C7CE7769B27F}"/>
              </a:ext>
            </a:extLst>
          </p:cNvPr>
          <p:cNvSpPr/>
          <p:nvPr/>
        </p:nvSpPr>
        <p:spPr>
          <a:xfrm>
            <a:off x="382821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6" name="Freeform 735">
            <a:extLst>
              <a:ext uri="{FF2B5EF4-FFF2-40B4-BE49-F238E27FC236}">
                <a16:creationId xmlns:a16="http://schemas.microsoft.com/office/drawing/2014/main" id="{3DA5E715-3ED0-F4BD-F3ED-176D246AC908}"/>
              </a:ext>
            </a:extLst>
          </p:cNvPr>
          <p:cNvSpPr/>
          <p:nvPr/>
        </p:nvSpPr>
        <p:spPr>
          <a:xfrm>
            <a:off x="382821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7" name="Freeform 736">
            <a:extLst>
              <a:ext uri="{FF2B5EF4-FFF2-40B4-BE49-F238E27FC236}">
                <a16:creationId xmlns:a16="http://schemas.microsoft.com/office/drawing/2014/main" id="{50CD494C-2E7E-66CF-8815-1F3796C5F09B}"/>
              </a:ext>
            </a:extLst>
          </p:cNvPr>
          <p:cNvSpPr/>
          <p:nvPr/>
        </p:nvSpPr>
        <p:spPr>
          <a:xfrm>
            <a:off x="382821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8" name="Freeform 737">
            <a:extLst>
              <a:ext uri="{FF2B5EF4-FFF2-40B4-BE49-F238E27FC236}">
                <a16:creationId xmlns:a16="http://schemas.microsoft.com/office/drawing/2014/main" id="{5324EEA4-4DFA-3AEE-1A8B-7A71B521EDCE}"/>
              </a:ext>
            </a:extLst>
          </p:cNvPr>
          <p:cNvSpPr/>
          <p:nvPr/>
        </p:nvSpPr>
        <p:spPr>
          <a:xfrm>
            <a:off x="382821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39" name="Freeform 738">
            <a:extLst>
              <a:ext uri="{FF2B5EF4-FFF2-40B4-BE49-F238E27FC236}">
                <a16:creationId xmlns:a16="http://schemas.microsoft.com/office/drawing/2014/main" id="{6E4F1118-4404-F527-3327-BD4D4D2850D6}"/>
              </a:ext>
            </a:extLst>
          </p:cNvPr>
          <p:cNvSpPr/>
          <p:nvPr/>
        </p:nvSpPr>
        <p:spPr>
          <a:xfrm>
            <a:off x="382821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0" name="Freeform 739">
            <a:extLst>
              <a:ext uri="{FF2B5EF4-FFF2-40B4-BE49-F238E27FC236}">
                <a16:creationId xmlns:a16="http://schemas.microsoft.com/office/drawing/2014/main" id="{03506E9A-6A4A-3ED3-583D-1476351800C2}"/>
              </a:ext>
            </a:extLst>
          </p:cNvPr>
          <p:cNvSpPr/>
          <p:nvPr/>
        </p:nvSpPr>
        <p:spPr>
          <a:xfrm>
            <a:off x="382821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1" name="Freeform 740">
            <a:extLst>
              <a:ext uri="{FF2B5EF4-FFF2-40B4-BE49-F238E27FC236}">
                <a16:creationId xmlns:a16="http://schemas.microsoft.com/office/drawing/2014/main" id="{ADA6A83A-84D2-A303-2D40-529BB9049BE1}"/>
              </a:ext>
            </a:extLst>
          </p:cNvPr>
          <p:cNvSpPr/>
          <p:nvPr/>
        </p:nvSpPr>
        <p:spPr>
          <a:xfrm>
            <a:off x="382821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2" name="Freeform 741">
            <a:extLst>
              <a:ext uri="{FF2B5EF4-FFF2-40B4-BE49-F238E27FC236}">
                <a16:creationId xmlns:a16="http://schemas.microsoft.com/office/drawing/2014/main" id="{4CAB091C-8E99-E893-93ED-2100BD100A2D}"/>
              </a:ext>
            </a:extLst>
          </p:cNvPr>
          <p:cNvSpPr/>
          <p:nvPr/>
        </p:nvSpPr>
        <p:spPr>
          <a:xfrm>
            <a:off x="382821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3" name="Freeform 742">
            <a:extLst>
              <a:ext uri="{FF2B5EF4-FFF2-40B4-BE49-F238E27FC236}">
                <a16:creationId xmlns:a16="http://schemas.microsoft.com/office/drawing/2014/main" id="{3B990C75-02ED-A1CF-9ED9-7616E5BB9E75}"/>
              </a:ext>
            </a:extLst>
          </p:cNvPr>
          <p:cNvSpPr/>
          <p:nvPr/>
        </p:nvSpPr>
        <p:spPr>
          <a:xfrm>
            <a:off x="382821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4" name="Freeform 743">
            <a:extLst>
              <a:ext uri="{FF2B5EF4-FFF2-40B4-BE49-F238E27FC236}">
                <a16:creationId xmlns:a16="http://schemas.microsoft.com/office/drawing/2014/main" id="{C9EFB4D6-CB26-6903-0493-6D6CC5837886}"/>
              </a:ext>
            </a:extLst>
          </p:cNvPr>
          <p:cNvSpPr/>
          <p:nvPr/>
        </p:nvSpPr>
        <p:spPr>
          <a:xfrm>
            <a:off x="382821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5" name="Freeform 744">
            <a:extLst>
              <a:ext uri="{FF2B5EF4-FFF2-40B4-BE49-F238E27FC236}">
                <a16:creationId xmlns:a16="http://schemas.microsoft.com/office/drawing/2014/main" id="{1967D01A-9F7E-91C7-4B0F-E1333EB98ACC}"/>
              </a:ext>
            </a:extLst>
          </p:cNvPr>
          <p:cNvSpPr/>
          <p:nvPr/>
        </p:nvSpPr>
        <p:spPr>
          <a:xfrm>
            <a:off x="382821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6" name="Freeform 745">
            <a:extLst>
              <a:ext uri="{FF2B5EF4-FFF2-40B4-BE49-F238E27FC236}">
                <a16:creationId xmlns:a16="http://schemas.microsoft.com/office/drawing/2014/main" id="{1B018313-63A2-A364-3C12-91272C68D485}"/>
              </a:ext>
            </a:extLst>
          </p:cNvPr>
          <p:cNvSpPr/>
          <p:nvPr/>
        </p:nvSpPr>
        <p:spPr>
          <a:xfrm>
            <a:off x="382821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7" name="Freeform 746">
            <a:extLst>
              <a:ext uri="{FF2B5EF4-FFF2-40B4-BE49-F238E27FC236}">
                <a16:creationId xmlns:a16="http://schemas.microsoft.com/office/drawing/2014/main" id="{37103034-1C47-C2FE-2AD7-1EFCA3697BC8}"/>
              </a:ext>
            </a:extLst>
          </p:cNvPr>
          <p:cNvSpPr/>
          <p:nvPr/>
        </p:nvSpPr>
        <p:spPr>
          <a:xfrm>
            <a:off x="382821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8" name="Freeform 747">
            <a:extLst>
              <a:ext uri="{FF2B5EF4-FFF2-40B4-BE49-F238E27FC236}">
                <a16:creationId xmlns:a16="http://schemas.microsoft.com/office/drawing/2014/main" id="{A1416D93-1680-A6C0-77A2-0D2DF5A1C4D7}"/>
              </a:ext>
            </a:extLst>
          </p:cNvPr>
          <p:cNvSpPr/>
          <p:nvPr/>
        </p:nvSpPr>
        <p:spPr>
          <a:xfrm>
            <a:off x="382821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49" name="Freeform 748">
            <a:extLst>
              <a:ext uri="{FF2B5EF4-FFF2-40B4-BE49-F238E27FC236}">
                <a16:creationId xmlns:a16="http://schemas.microsoft.com/office/drawing/2014/main" id="{46B629D4-832F-2B4E-24C7-804E47F73FD8}"/>
              </a:ext>
            </a:extLst>
          </p:cNvPr>
          <p:cNvSpPr/>
          <p:nvPr/>
        </p:nvSpPr>
        <p:spPr>
          <a:xfrm>
            <a:off x="382821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0" name="Freeform 749">
            <a:extLst>
              <a:ext uri="{FF2B5EF4-FFF2-40B4-BE49-F238E27FC236}">
                <a16:creationId xmlns:a16="http://schemas.microsoft.com/office/drawing/2014/main" id="{9FD20FB4-0293-240D-E741-9A6F64932432}"/>
              </a:ext>
            </a:extLst>
          </p:cNvPr>
          <p:cNvSpPr/>
          <p:nvPr/>
        </p:nvSpPr>
        <p:spPr>
          <a:xfrm>
            <a:off x="382821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1" name="Freeform 750">
            <a:extLst>
              <a:ext uri="{FF2B5EF4-FFF2-40B4-BE49-F238E27FC236}">
                <a16:creationId xmlns:a16="http://schemas.microsoft.com/office/drawing/2014/main" id="{D092AFF1-02F4-1C1E-33D2-3D2F61FD22EA}"/>
              </a:ext>
            </a:extLst>
          </p:cNvPr>
          <p:cNvSpPr/>
          <p:nvPr/>
        </p:nvSpPr>
        <p:spPr>
          <a:xfrm>
            <a:off x="390460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2" name="Freeform 751">
            <a:extLst>
              <a:ext uri="{FF2B5EF4-FFF2-40B4-BE49-F238E27FC236}">
                <a16:creationId xmlns:a16="http://schemas.microsoft.com/office/drawing/2014/main" id="{706F8076-BB13-767D-1CFB-D6795F12CC47}"/>
              </a:ext>
            </a:extLst>
          </p:cNvPr>
          <p:cNvSpPr/>
          <p:nvPr/>
        </p:nvSpPr>
        <p:spPr>
          <a:xfrm>
            <a:off x="390460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3" name="Freeform 752">
            <a:extLst>
              <a:ext uri="{FF2B5EF4-FFF2-40B4-BE49-F238E27FC236}">
                <a16:creationId xmlns:a16="http://schemas.microsoft.com/office/drawing/2014/main" id="{A84C78BC-9618-0A3C-B845-5B88364D9F1A}"/>
              </a:ext>
            </a:extLst>
          </p:cNvPr>
          <p:cNvSpPr/>
          <p:nvPr/>
        </p:nvSpPr>
        <p:spPr>
          <a:xfrm>
            <a:off x="390460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4" name="Freeform 753">
            <a:extLst>
              <a:ext uri="{FF2B5EF4-FFF2-40B4-BE49-F238E27FC236}">
                <a16:creationId xmlns:a16="http://schemas.microsoft.com/office/drawing/2014/main" id="{BD89C701-4CD6-F161-0AB1-26D8D6ADD8A4}"/>
              </a:ext>
            </a:extLst>
          </p:cNvPr>
          <p:cNvSpPr/>
          <p:nvPr/>
        </p:nvSpPr>
        <p:spPr>
          <a:xfrm>
            <a:off x="390460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5" name="Freeform 754">
            <a:extLst>
              <a:ext uri="{FF2B5EF4-FFF2-40B4-BE49-F238E27FC236}">
                <a16:creationId xmlns:a16="http://schemas.microsoft.com/office/drawing/2014/main" id="{EF0C9FFD-7EE9-9FB3-57C5-179DFBF82757}"/>
              </a:ext>
            </a:extLst>
          </p:cNvPr>
          <p:cNvSpPr/>
          <p:nvPr/>
        </p:nvSpPr>
        <p:spPr>
          <a:xfrm>
            <a:off x="390460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6" name="Freeform 755">
            <a:extLst>
              <a:ext uri="{FF2B5EF4-FFF2-40B4-BE49-F238E27FC236}">
                <a16:creationId xmlns:a16="http://schemas.microsoft.com/office/drawing/2014/main" id="{09313B6E-7070-3FB8-4DF9-D643A59C9485}"/>
              </a:ext>
            </a:extLst>
          </p:cNvPr>
          <p:cNvSpPr/>
          <p:nvPr/>
        </p:nvSpPr>
        <p:spPr>
          <a:xfrm>
            <a:off x="390460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7" name="Freeform 756">
            <a:extLst>
              <a:ext uri="{FF2B5EF4-FFF2-40B4-BE49-F238E27FC236}">
                <a16:creationId xmlns:a16="http://schemas.microsoft.com/office/drawing/2014/main" id="{00499E3A-D29C-DEF1-0D4A-27ECE7401FC0}"/>
              </a:ext>
            </a:extLst>
          </p:cNvPr>
          <p:cNvSpPr/>
          <p:nvPr/>
        </p:nvSpPr>
        <p:spPr>
          <a:xfrm>
            <a:off x="390460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8" name="Freeform 757">
            <a:extLst>
              <a:ext uri="{FF2B5EF4-FFF2-40B4-BE49-F238E27FC236}">
                <a16:creationId xmlns:a16="http://schemas.microsoft.com/office/drawing/2014/main" id="{07FAB1F4-2F67-248D-BC85-AFD6F589BE33}"/>
              </a:ext>
            </a:extLst>
          </p:cNvPr>
          <p:cNvSpPr/>
          <p:nvPr/>
        </p:nvSpPr>
        <p:spPr>
          <a:xfrm>
            <a:off x="390460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59" name="Freeform 758">
            <a:extLst>
              <a:ext uri="{FF2B5EF4-FFF2-40B4-BE49-F238E27FC236}">
                <a16:creationId xmlns:a16="http://schemas.microsoft.com/office/drawing/2014/main" id="{06DD26D7-F805-21C9-BB05-C45B8F9F792C}"/>
              </a:ext>
            </a:extLst>
          </p:cNvPr>
          <p:cNvSpPr/>
          <p:nvPr/>
        </p:nvSpPr>
        <p:spPr>
          <a:xfrm>
            <a:off x="390460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0" name="Freeform 759">
            <a:extLst>
              <a:ext uri="{FF2B5EF4-FFF2-40B4-BE49-F238E27FC236}">
                <a16:creationId xmlns:a16="http://schemas.microsoft.com/office/drawing/2014/main" id="{2CB7DDC8-948E-CEB4-AC38-D4BEC12138F9}"/>
              </a:ext>
            </a:extLst>
          </p:cNvPr>
          <p:cNvSpPr/>
          <p:nvPr/>
        </p:nvSpPr>
        <p:spPr>
          <a:xfrm>
            <a:off x="390460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1" name="Freeform 760">
            <a:extLst>
              <a:ext uri="{FF2B5EF4-FFF2-40B4-BE49-F238E27FC236}">
                <a16:creationId xmlns:a16="http://schemas.microsoft.com/office/drawing/2014/main" id="{E6FB6A6F-5784-EAC5-BF2E-B5EEEC6D0599}"/>
              </a:ext>
            </a:extLst>
          </p:cNvPr>
          <p:cNvSpPr/>
          <p:nvPr/>
        </p:nvSpPr>
        <p:spPr>
          <a:xfrm>
            <a:off x="390460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2" name="Freeform 761">
            <a:extLst>
              <a:ext uri="{FF2B5EF4-FFF2-40B4-BE49-F238E27FC236}">
                <a16:creationId xmlns:a16="http://schemas.microsoft.com/office/drawing/2014/main" id="{925C470D-10C0-8BA4-45E1-8424D1524E89}"/>
              </a:ext>
            </a:extLst>
          </p:cNvPr>
          <p:cNvSpPr/>
          <p:nvPr/>
        </p:nvSpPr>
        <p:spPr>
          <a:xfrm>
            <a:off x="390460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3" name="Freeform 762">
            <a:extLst>
              <a:ext uri="{FF2B5EF4-FFF2-40B4-BE49-F238E27FC236}">
                <a16:creationId xmlns:a16="http://schemas.microsoft.com/office/drawing/2014/main" id="{31A57AA1-5C0D-4D2A-62FA-89B05F7324DF}"/>
              </a:ext>
            </a:extLst>
          </p:cNvPr>
          <p:cNvSpPr/>
          <p:nvPr/>
        </p:nvSpPr>
        <p:spPr>
          <a:xfrm>
            <a:off x="390460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4" name="Freeform 763">
            <a:extLst>
              <a:ext uri="{FF2B5EF4-FFF2-40B4-BE49-F238E27FC236}">
                <a16:creationId xmlns:a16="http://schemas.microsoft.com/office/drawing/2014/main" id="{7F707A0F-F46B-731D-48EC-E7497B5FCFC5}"/>
              </a:ext>
            </a:extLst>
          </p:cNvPr>
          <p:cNvSpPr/>
          <p:nvPr/>
        </p:nvSpPr>
        <p:spPr>
          <a:xfrm>
            <a:off x="390460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5" name="Freeform 764">
            <a:extLst>
              <a:ext uri="{FF2B5EF4-FFF2-40B4-BE49-F238E27FC236}">
                <a16:creationId xmlns:a16="http://schemas.microsoft.com/office/drawing/2014/main" id="{C3C57E60-BC2C-C27D-A133-A77C68FA2DB6}"/>
              </a:ext>
            </a:extLst>
          </p:cNvPr>
          <p:cNvSpPr/>
          <p:nvPr/>
        </p:nvSpPr>
        <p:spPr>
          <a:xfrm>
            <a:off x="390460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6" name="Freeform 765">
            <a:extLst>
              <a:ext uri="{FF2B5EF4-FFF2-40B4-BE49-F238E27FC236}">
                <a16:creationId xmlns:a16="http://schemas.microsoft.com/office/drawing/2014/main" id="{7593A4A0-0504-6ACD-75EC-0C4CE2EE30F0}"/>
              </a:ext>
            </a:extLst>
          </p:cNvPr>
          <p:cNvSpPr/>
          <p:nvPr/>
        </p:nvSpPr>
        <p:spPr>
          <a:xfrm>
            <a:off x="390460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7" name="Freeform 766">
            <a:extLst>
              <a:ext uri="{FF2B5EF4-FFF2-40B4-BE49-F238E27FC236}">
                <a16:creationId xmlns:a16="http://schemas.microsoft.com/office/drawing/2014/main" id="{E5FC5198-7980-7499-E312-FFFBA65423A8}"/>
              </a:ext>
            </a:extLst>
          </p:cNvPr>
          <p:cNvSpPr/>
          <p:nvPr/>
        </p:nvSpPr>
        <p:spPr>
          <a:xfrm>
            <a:off x="390460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8" name="Freeform 767">
            <a:extLst>
              <a:ext uri="{FF2B5EF4-FFF2-40B4-BE49-F238E27FC236}">
                <a16:creationId xmlns:a16="http://schemas.microsoft.com/office/drawing/2014/main" id="{34827176-5E73-24DD-5E7A-8FAE839EFBCC}"/>
              </a:ext>
            </a:extLst>
          </p:cNvPr>
          <p:cNvSpPr/>
          <p:nvPr/>
        </p:nvSpPr>
        <p:spPr>
          <a:xfrm>
            <a:off x="390460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69" name="Freeform 768">
            <a:extLst>
              <a:ext uri="{FF2B5EF4-FFF2-40B4-BE49-F238E27FC236}">
                <a16:creationId xmlns:a16="http://schemas.microsoft.com/office/drawing/2014/main" id="{761EE1C2-DAE9-8400-7D85-F61AF6D9540B}"/>
              </a:ext>
            </a:extLst>
          </p:cNvPr>
          <p:cNvSpPr/>
          <p:nvPr/>
        </p:nvSpPr>
        <p:spPr>
          <a:xfrm>
            <a:off x="390460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0" name="Freeform 769">
            <a:extLst>
              <a:ext uri="{FF2B5EF4-FFF2-40B4-BE49-F238E27FC236}">
                <a16:creationId xmlns:a16="http://schemas.microsoft.com/office/drawing/2014/main" id="{4414D2A1-0267-40F2-7746-24B0F8E883FB}"/>
              </a:ext>
            </a:extLst>
          </p:cNvPr>
          <p:cNvSpPr/>
          <p:nvPr/>
        </p:nvSpPr>
        <p:spPr>
          <a:xfrm>
            <a:off x="398095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1" name="Freeform 770">
            <a:extLst>
              <a:ext uri="{FF2B5EF4-FFF2-40B4-BE49-F238E27FC236}">
                <a16:creationId xmlns:a16="http://schemas.microsoft.com/office/drawing/2014/main" id="{E704FCCB-D8EF-DF4B-556F-18CC3F5B2E3D}"/>
              </a:ext>
            </a:extLst>
          </p:cNvPr>
          <p:cNvSpPr/>
          <p:nvPr/>
        </p:nvSpPr>
        <p:spPr>
          <a:xfrm>
            <a:off x="398095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2" name="Freeform 771">
            <a:extLst>
              <a:ext uri="{FF2B5EF4-FFF2-40B4-BE49-F238E27FC236}">
                <a16:creationId xmlns:a16="http://schemas.microsoft.com/office/drawing/2014/main" id="{9CB60B28-64F3-B2E6-865F-214936321ABB}"/>
              </a:ext>
            </a:extLst>
          </p:cNvPr>
          <p:cNvSpPr/>
          <p:nvPr/>
        </p:nvSpPr>
        <p:spPr>
          <a:xfrm>
            <a:off x="398095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3" name="Freeform 772">
            <a:extLst>
              <a:ext uri="{FF2B5EF4-FFF2-40B4-BE49-F238E27FC236}">
                <a16:creationId xmlns:a16="http://schemas.microsoft.com/office/drawing/2014/main" id="{D25E47A0-AEC0-436A-78CC-7CED2C76A44A}"/>
              </a:ext>
            </a:extLst>
          </p:cNvPr>
          <p:cNvSpPr/>
          <p:nvPr/>
        </p:nvSpPr>
        <p:spPr>
          <a:xfrm>
            <a:off x="398095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4" name="Freeform 773">
            <a:extLst>
              <a:ext uri="{FF2B5EF4-FFF2-40B4-BE49-F238E27FC236}">
                <a16:creationId xmlns:a16="http://schemas.microsoft.com/office/drawing/2014/main" id="{3CF9D991-494F-38CE-6A1E-93C75F02FEFD}"/>
              </a:ext>
            </a:extLst>
          </p:cNvPr>
          <p:cNvSpPr/>
          <p:nvPr/>
        </p:nvSpPr>
        <p:spPr>
          <a:xfrm>
            <a:off x="398095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5" name="Freeform 774">
            <a:extLst>
              <a:ext uri="{FF2B5EF4-FFF2-40B4-BE49-F238E27FC236}">
                <a16:creationId xmlns:a16="http://schemas.microsoft.com/office/drawing/2014/main" id="{429915DA-1B02-D8D0-AB85-927681359A57}"/>
              </a:ext>
            </a:extLst>
          </p:cNvPr>
          <p:cNvSpPr/>
          <p:nvPr/>
        </p:nvSpPr>
        <p:spPr>
          <a:xfrm>
            <a:off x="398095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6" name="Freeform 775">
            <a:extLst>
              <a:ext uri="{FF2B5EF4-FFF2-40B4-BE49-F238E27FC236}">
                <a16:creationId xmlns:a16="http://schemas.microsoft.com/office/drawing/2014/main" id="{922F14E6-D29C-184D-D586-295FF0FA686B}"/>
              </a:ext>
            </a:extLst>
          </p:cNvPr>
          <p:cNvSpPr/>
          <p:nvPr/>
        </p:nvSpPr>
        <p:spPr>
          <a:xfrm>
            <a:off x="398095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7" name="Freeform 776">
            <a:extLst>
              <a:ext uri="{FF2B5EF4-FFF2-40B4-BE49-F238E27FC236}">
                <a16:creationId xmlns:a16="http://schemas.microsoft.com/office/drawing/2014/main" id="{85E1E5D0-E636-C492-F9FD-4BE6857B9EEE}"/>
              </a:ext>
            </a:extLst>
          </p:cNvPr>
          <p:cNvSpPr/>
          <p:nvPr/>
        </p:nvSpPr>
        <p:spPr>
          <a:xfrm>
            <a:off x="398095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8" name="Freeform 777">
            <a:extLst>
              <a:ext uri="{FF2B5EF4-FFF2-40B4-BE49-F238E27FC236}">
                <a16:creationId xmlns:a16="http://schemas.microsoft.com/office/drawing/2014/main" id="{19002C4A-8E6F-BB4A-91E1-60D63A6E4BCA}"/>
              </a:ext>
            </a:extLst>
          </p:cNvPr>
          <p:cNvSpPr/>
          <p:nvPr/>
        </p:nvSpPr>
        <p:spPr>
          <a:xfrm>
            <a:off x="398095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79" name="Freeform 778">
            <a:extLst>
              <a:ext uri="{FF2B5EF4-FFF2-40B4-BE49-F238E27FC236}">
                <a16:creationId xmlns:a16="http://schemas.microsoft.com/office/drawing/2014/main" id="{56BE0AF5-ABD9-909C-610E-A7A17546C20F}"/>
              </a:ext>
            </a:extLst>
          </p:cNvPr>
          <p:cNvSpPr/>
          <p:nvPr/>
        </p:nvSpPr>
        <p:spPr>
          <a:xfrm>
            <a:off x="398095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0" name="Freeform 779">
            <a:extLst>
              <a:ext uri="{FF2B5EF4-FFF2-40B4-BE49-F238E27FC236}">
                <a16:creationId xmlns:a16="http://schemas.microsoft.com/office/drawing/2014/main" id="{4471F676-900D-D93B-53EE-FC6A881C0B03}"/>
              </a:ext>
            </a:extLst>
          </p:cNvPr>
          <p:cNvSpPr/>
          <p:nvPr/>
        </p:nvSpPr>
        <p:spPr>
          <a:xfrm>
            <a:off x="398095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1" name="Freeform 780">
            <a:extLst>
              <a:ext uri="{FF2B5EF4-FFF2-40B4-BE49-F238E27FC236}">
                <a16:creationId xmlns:a16="http://schemas.microsoft.com/office/drawing/2014/main" id="{A91A5989-748A-8977-3E45-4A4A2EF38174}"/>
              </a:ext>
            </a:extLst>
          </p:cNvPr>
          <p:cNvSpPr/>
          <p:nvPr/>
        </p:nvSpPr>
        <p:spPr>
          <a:xfrm>
            <a:off x="398095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2" name="Freeform 781">
            <a:extLst>
              <a:ext uri="{FF2B5EF4-FFF2-40B4-BE49-F238E27FC236}">
                <a16:creationId xmlns:a16="http://schemas.microsoft.com/office/drawing/2014/main" id="{34728C7F-B636-2FBF-181C-623546D8FB89}"/>
              </a:ext>
            </a:extLst>
          </p:cNvPr>
          <p:cNvSpPr/>
          <p:nvPr/>
        </p:nvSpPr>
        <p:spPr>
          <a:xfrm>
            <a:off x="398095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3" name="Freeform 782">
            <a:extLst>
              <a:ext uri="{FF2B5EF4-FFF2-40B4-BE49-F238E27FC236}">
                <a16:creationId xmlns:a16="http://schemas.microsoft.com/office/drawing/2014/main" id="{4AA5C24E-2DBB-B113-4B7A-08EF6087BB60}"/>
              </a:ext>
            </a:extLst>
          </p:cNvPr>
          <p:cNvSpPr/>
          <p:nvPr/>
        </p:nvSpPr>
        <p:spPr>
          <a:xfrm>
            <a:off x="398095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4" name="Freeform 783">
            <a:extLst>
              <a:ext uri="{FF2B5EF4-FFF2-40B4-BE49-F238E27FC236}">
                <a16:creationId xmlns:a16="http://schemas.microsoft.com/office/drawing/2014/main" id="{86612EB4-1C98-13C9-2855-E9FD7DDE47B3}"/>
              </a:ext>
            </a:extLst>
          </p:cNvPr>
          <p:cNvSpPr/>
          <p:nvPr/>
        </p:nvSpPr>
        <p:spPr>
          <a:xfrm>
            <a:off x="398095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5" name="Freeform 784">
            <a:extLst>
              <a:ext uri="{FF2B5EF4-FFF2-40B4-BE49-F238E27FC236}">
                <a16:creationId xmlns:a16="http://schemas.microsoft.com/office/drawing/2014/main" id="{FE127998-9582-FB2F-E860-A57E709293CB}"/>
              </a:ext>
            </a:extLst>
          </p:cNvPr>
          <p:cNvSpPr/>
          <p:nvPr/>
        </p:nvSpPr>
        <p:spPr>
          <a:xfrm>
            <a:off x="398095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6" name="Freeform 785">
            <a:extLst>
              <a:ext uri="{FF2B5EF4-FFF2-40B4-BE49-F238E27FC236}">
                <a16:creationId xmlns:a16="http://schemas.microsoft.com/office/drawing/2014/main" id="{B023EA27-80D0-AB5F-3451-181F0386DB12}"/>
              </a:ext>
            </a:extLst>
          </p:cNvPr>
          <p:cNvSpPr/>
          <p:nvPr/>
        </p:nvSpPr>
        <p:spPr>
          <a:xfrm>
            <a:off x="398095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7" name="Freeform 786">
            <a:extLst>
              <a:ext uri="{FF2B5EF4-FFF2-40B4-BE49-F238E27FC236}">
                <a16:creationId xmlns:a16="http://schemas.microsoft.com/office/drawing/2014/main" id="{425E64D1-8EBA-CB4A-1611-0D1DCC4AE228}"/>
              </a:ext>
            </a:extLst>
          </p:cNvPr>
          <p:cNvSpPr/>
          <p:nvPr/>
        </p:nvSpPr>
        <p:spPr>
          <a:xfrm>
            <a:off x="398095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8" name="Freeform 787">
            <a:extLst>
              <a:ext uri="{FF2B5EF4-FFF2-40B4-BE49-F238E27FC236}">
                <a16:creationId xmlns:a16="http://schemas.microsoft.com/office/drawing/2014/main" id="{BF628D7D-CF10-9BB0-762A-14AA76B84F46}"/>
              </a:ext>
            </a:extLst>
          </p:cNvPr>
          <p:cNvSpPr/>
          <p:nvPr/>
        </p:nvSpPr>
        <p:spPr>
          <a:xfrm>
            <a:off x="398095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89" name="Freeform 788">
            <a:extLst>
              <a:ext uri="{FF2B5EF4-FFF2-40B4-BE49-F238E27FC236}">
                <a16:creationId xmlns:a16="http://schemas.microsoft.com/office/drawing/2014/main" id="{F483E33B-4E93-EE9C-F893-75042D7CCD26}"/>
              </a:ext>
            </a:extLst>
          </p:cNvPr>
          <p:cNvSpPr/>
          <p:nvPr/>
        </p:nvSpPr>
        <p:spPr>
          <a:xfrm>
            <a:off x="4057337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3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0" name="Freeform 789">
            <a:extLst>
              <a:ext uri="{FF2B5EF4-FFF2-40B4-BE49-F238E27FC236}">
                <a16:creationId xmlns:a16="http://schemas.microsoft.com/office/drawing/2014/main" id="{FC1EFC7B-F00E-0ED7-6720-6B8D1935481D}"/>
              </a:ext>
            </a:extLst>
          </p:cNvPr>
          <p:cNvSpPr/>
          <p:nvPr/>
        </p:nvSpPr>
        <p:spPr>
          <a:xfrm>
            <a:off x="4057337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48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1" name="Freeform 790">
            <a:extLst>
              <a:ext uri="{FF2B5EF4-FFF2-40B4-BE49-F238E27FC236}">
                <a16:creationId xmlns:a16="http://schemas.microsoft.com/office/drawing/2014/main" id="{343550F9-EF48-A2A4-7FAA-12BB65610985}"/>
              </a:ext>
            </a:extLst>
          </p:cNvPr>
          <p:cNvSpPr/>
          <p:nvPr/>
        </p:nvSpPr>
        <p:spPr>
          <a:xfrm>
            <a:off x="4057337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2" name="Freeform 791">
            <a:extLst>
              <a:ext uri="{FF2B5EF4-FFF2-40B4-BE49-F238E27FC236}">
                <a16:creationId xmlns:a16="http://schemas.microsoft.com/office/drawing/2014/main" id="{CF8B1A18-27C4-E239-A172-0944C037EEB3}"/>
              </a:ext>
            </a:extLst>
          </p:cNvPr>
          <p:cNvSpPr/>
          <p:nvPr/>
        </p:nvSpPr>
        <p:spPr>
          <a:xfrm>
            <a:off x="4057337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3" name="Freeform 792">
            <a:extLst>
              <a:ext uri="{FF2B5EF4-FFF2-40B4-BE49-F238E27FC236}">
                <a16:creationId xmlns:a16="http://schemas.microsoft.com/office/drawing/2014/main" id="{27CD3161-719A-2329-2730-A271445DEB27}"/>
              </a:ext>
            </a:extLst>
          </p:cNvPr>
          <p:cNvSpPr/>
          <p:nvPr/>
        </p:nvSpPr>
        <p:spPr>
          <a:xfrm>
            <a:off x="4057337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4" name="Freeform 793">
            <a:extLst>
              <a:ext uri="{FF2B5EF4-FFF2-40B4-BE49-F238E27FC236}">
                <a16:creationId xmlns:a16="http://schemas.microsoft.com/office/drawing/2014/main" id="{D4185D6A-BD02-2C37-94E7-9AEE20537E98}"/>
              </a:ext>
            </a:extLst>
          </p:cNvPr>
          <p:cNvSpPr/>
          <p:nvPr/>
        </p:nvSpPr>
        <p:spPr>
          <a:xfrm>
            <a:off x="4057337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5" name="Freeform 794">
            <a:extLst>
              <a:ext uri="{FF2B5EF4-FFF2-40B4-BE49-F238E27FC236}">
                <a16:creationId xmlns:a16="http://schemas.microsoft.com/office/drawing/2014/main" id="{D9717E34-4F5B-A612-4750-2F5910A00AFC}"/>
              </a:ext>
            </a:extLst>
          </p:cNvPr>
          <p:cNvSpPr/>
          <p:nvPr/>
        </p:nvSpPr>
        <p:spPr>
          <a:xfrm>
            <a:off x="4057337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6" name="Freeform 795">
            <a:extLst>
              <a:ext uri="{FF2B5EF4-FFF2-40B4-BE49-F238E27FC236}">
                <a16:creationId xmlns:a16="http://schemas.microsoft.com/office/drawing/2014/main" id="{AACCBDF4-9830-B5DD-02E9-D017E320D3F0}"/>
              </a:ext>
            </a:extLst>
          </p:cNvPr>
          <p:cNvSpPr/>
          <p:nvPr/>
        </p:nvSpPr>
        <p:spPr>
          <a:xfrm>
            <a:off x="4057337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7" name="Freeform 796">
            <a:extLst>
              <a:ext uri="{FF2B5EF4-FFF2-40B4-BE49-F238E27FC236}">
                <a16:creationId xmlns:a16="http://schemas.microsoft.com/office/drawing/2014/main" id="{2F81B2B6-6C1C-FDCB-DCD5-667BE5EC61F4}"/>
              </a:ext>
            </a:extLst>
          </p:cNvPr>
          <p:cNvSpPr/>
          <p:nvPr/>
        </p:nvSpPr>
        <p:spPr>
          <a:xfrm>
            <a:off x="4057337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8" name="Freeform 797">
            <a:extLst>
              <a:ext uri="{FF2B5EF4-FFF2-40B4-BE49-F238E27FC236}">
                <a16:creationId xmlns:a16="http://schemas.microsoft.com/office/drawing/2014/main" id="{DB1044AF-F602-AD1C-65C5-E7B31FFA103F}"/>
              </a:ext>
            </a:extLst>
          </p:cNvPr>
          <p:cNvSpPr/>
          <p:nvPr/>
        </p:nvSpPr>
        <p:spPr>
          <a:xfrm>
            <a:off x="4057337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99" name="Freeform 798">
            <a:extLst>
              <a:ext uri="{FF2B5EF4-FFF2-40B4-BE49-F238E27FC236}">
                <a16:creationId xmlns:a16="http://schemas.microsoft.com/office/drawing/2014/main" id="{E4A73A71-5FCB-32D3-35C3-6366B179C4C2}"/>
              </a:ext>
            </a:extLst>
          </p:cNvPr>
          <p:cNvSpPr/>
          <p:nvPr/>
        </p:nvSpPr>
        <p:spPr>
          <a:xfrm>
            <a:off x="4057337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0" name="Freeform 799">
            <a:extLst>
              <a:ext uri="{FF2B5EF4-FFF2-40B4-BE49-F238E27FC236}">
                <a16:creationId xmlns:a16="http://schemas.microsoft.com/office/drawing/2014/main" id="{2AF1DBE4-0456-ABEC-9615-82F8C9BEE5A1}"/>
              </a:ext>
            </a:extLst>
          </p:cNvPr>
          <p:cNvSpPr/>
          <p:nvPr/>
        </p:nvSpPr>
        <p:spPr>
          <a:xfrm>
            <a:off x="4057337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1" name="Freeform 800">
            <a:extLst>
              <a:ext uri="{FF2B5EF4-FFF2-40B4-BE49-F238E27FC236}">
                <a16:creationId xmlns:a16="http://schemas.microsoft.com/office/drawing/2014/main" id="{5DBB5D4B-B69B-DC54-F7CB-CC793CD79E2C}"/>
              </a:ext>
            </a:extLst>
          </p:cNvPr>
          <p:cNvSpPr/>
          <p:nvPr/>
        </p:nvSpPr>
        <p:spPr>
          <a:xfrm>
            <a:off x="4057337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2" name="Freeform 801">
            <a:extLst>
              <a:ext uri="{FF2B5EF4-FFF2-40B4-BE49-F238E27FC236}">
                <a16:creationId xmlns:a16="http://schemas.microsoft.com/office/drawing/2014/main" id="{F50F916D-4269-DEBE-788F-FC55C06A8801}"/>
              </a:ext>
            </a:extLst>
          </p:cNvPr>
          <p:cNvSpPr/>
          <p:nvPr/>
        </p:nvSpPr>
        <p:spPr>
          <a:xfrm>
            <a:off x="4057337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3" name="Freeform 802">
            <a:extLst>
              <a:ext uri="{FF2B5EF4-FFF2-40B4-BE49-F238E27FC236}">
                <a16:creationId xmlns:a16="http://schemas.microsoft.com/office/drawing/2014/main" id="{34568F6D-6622-48DA-E5B4-AF0444D69258}"/>
              </a:ext>
            </a:extLst>
          </p:cNvPr>
          <p:cNvSpPr/>
          <p:nvPr/>
        </p:nvSpPr>
        <p:spPr>
          <a:xfrm>
            <a:off x="4057337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4" name="Freeform 803">
            <a:extLst>
              <a:ext uri="{FF2B5EF4-FFF2-40B4-BE49-F238E27FC236}">
                <a16:creationId xmlns:a16="http://schemas.microsoft.com/office/drawing/2014/main" id="{56E31EA0-AAC9-7C44-2A84-E8233C75E018}"/>
              </a:ext>
            </a:extLst>
          </p:cNvPr>
          <p:cNvSpPr/>
          <p:nvPr/>
        </p:nvSpPr>
        <p:spPr>
          <a:xfrm>
            <a:off x="4057337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5" name="Freeform 804">
            <a:extLst>
              <a:ext uri="{FF2B5EF4-FFF2-40B4-BE49-F238E27FC236}">
                <a16:creationId xmlns:a16="http://schemas.microsoft.com/office/drawing/2014/main" id="{FC3B5D37-B898-BEE8-14B9-1625C933C14D}"/>
              </a:ext>
            </a:extLst>
          </p:cNvPr>
          <p:cNvSpPr/>
          <p:nvPr/>
        </p:nvSpPr>
        <p:spPr>
          <a:xfrm>
            <a:off x="4057337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6" name="Freeform 805">
            <a:extLst>
              <a:ext uri="{FF2B5EF4-FFF2-40B4-BE49-F238E27FC236}">
                <a16:creationId xmlns:a16="http://schemas.microsoft.com/office/drawing/2014/main" id="{E47BA19F-EA75-5768-FCD0-D5F9F2869A9C}"/>
              </a:ext>
            </a:extLst>
          </p:cNvPr>
          <p:cNvSpPr/>
          <p:nvPr/>
        </p:nvSpPr>
        <p:spPr>
          <a:xfrm>
            <a:off x="4057337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7" name="Freeform 806">
            <a:extLst>
              <a:ext uri="{FF2B5EF4-FFF2-40B4-BE49-F238E27FC236}">
                <a16:creationId xmlns:a16="http://schemas.microsoft.com/office/drawing/2014/main" id="{619E31B0-53FB-AA9D-5661-E4D9F40E28AE}"/>
              </a:ext>
            </a:extLst>
          </p:cNvPr>
          <p:cNvSpPr/>
          <p:nvPr/>
        </p:nvSpPr>
        <p:spPr>
          <a:xfrm>
            <a:off x="4057337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8" name="Freeform 807">
            <a:extLst>
              <a:ext uri="{FF2B5EF4-FFF2-40B4-BE49-F238E27FC236}">
                <a16:creationId xmlns:a16="http://schemas.microsoft.com/office/drawing/2014/main" id="{82E279AC-6E25-B3FB-FEF4-6B9AE89CD409}"/>
              </a:ext>
            </a:extLst>
          </p:cNvPr>
          <p:cNvSpPr/>
          <p:nvPr/>
        </p:nvSpPr>
        <p:spPr>
          <a:xfrm>
            <a:off x="413368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09" name="Freeform 808">
            <a:extLst>
              <a:ext uri="{FF2B5EF4-FFF2-40B4-BE49-F238E27FC236}">
                <a16:creationId xmlns:a16="http://schemas.microsoft.com/office/drawing/2014/main" id="{3DE12E2A-6295-2D4C-537E-30EAC088F9BF}"/>
              </a:ext>
            </a:extLst>
          </p:cNvPr>
          <p:cNvSpPr/>
          <p:nvPr/>
        </p:nvSpPr>
        <p:spPr>
          <a:xfrm>
            <a:off x="413368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0" name="Freeform 809">
            <a:extLst>
              <a:ext uri="{FF2B5EF4-FFF2-40B4-BE49-F238E27FC236}">
                <a16:creationId xmlns:a16="http://schemas.microsoft.com/office/drawing/2014/main" id="{3F8AA953-42CF-9C5D-A335-73443BCE7D18}"/>
              </a:ext>
            </a:extLst>
          </p:cNvPr>
          <p:cNvSpPr/>
          <p:nvPr/>
        </p:nvSpPr>
        <p:spPr>
          <a:xfrm>
            <a:off x="413368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1" name="Freeform 810">
            <a:extLst>
              <a:ext uri="{FF2B5EF4-FFF2-40B4-BE49-F238E27FC236}">
                <a16:creationId xmlns:a16="http://schemas.microsoft.com/office/drawing/2014/main" id="{CC386E73-CA8F-B39C-FC14-AE326329AF20}"/>
              </a:ext>
            </a:extLst>
          </p:cNvPr>
          <p:cNvSpPr/>
          <p:nvPr/>
        </p:nvSpPr>
        <p:spPr>
          <a:xfrm>
            <a:off x="413368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2" name="Freeform 811">
            <a:extLst>
              <a:ext uri="{FF2B5EF4-FFF2-40B4-BE49-F238E27FC236}">
                <a16:creationId xmlns:a16="http://schemas.microsoft.com/office/drawing/2014/main" id="{B84F2A0F-AE74-E567-8FA7-EE50F6180444}"/>
              </a:ext>
            </a:extLst>
          </p:cNvPr>
          <p:cNvSpPr/>
          <p:nvPr/>
        </p:nvSpPr>
        <p:spPr>
          <a:xfrm>
            <a:off x="413368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3" name="Freeform 812">
            <a:extLst>
              <a:ext uri="{FF2B5EF4-FFF2-40B4-BE49-F238E27FC236}">
                <a16:creationId xmlns:a16="http://schemas.microsoft.com/office/drawing/2014/main" id="{33B9315B-9EEB-A347-4E23-E992988BEDDC}"/>
              </a:ext>
            </a:extLst>
          </p:cNvPr>
          <p:cNvSpPr/>
          <p:nvPr/>
        </p:nvSpPr>
        <p:spPr>
          <a:xfrm>
            <a:off x="413368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4" name="Freeform 813">
            <a:extLst>
              <a:ext uri="{FF2B5EF4-FFF2-40B4-BE49-F238E27FC236}">
                <a16:creationId xmlns:a16="http://schemas.microsoft.com/office/drawing/2014/main" id="{2B64319E-C38D-D0E0-9D9E-D47CB0B3BE52}"/>
              </a:ext>
            </a:extLst>
          </p:cNvPr>
          <p:cNvSpPr/>
          <p:nvPr/>
        </p:nvSpPr>
        <p:spPr>
          <a:xfrm>
            <a:off x="413368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5" name="Freeform 814">
            <a:extLst>
              <a:ext uri="{FF2B5EF4-FFF2-40B4-BE49-F238E27FC236}">
                <a16:creationId xmlns:a16="http://schemas.microsoft.com/office/drawing/2014/main" id="{3465EC13-4494-573B-5BE7-0915AE60B814}"/>
              </a:ext>
            </a:extLst>
          </p:cNvPr>
          <p:cNvSpPr/>
          <p:nvPr/>
        </p:nvSpPr>
        <p:spPr>
          <a:xfrm>
            <a:off x="413368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6" name="Freeform 815">
            <a:extLst>
              <a:ext uri="{FF2B5EF4-FFF2-40B4-BE49-F238E27FC236}">
                <a16:creationId xmlns:a16="http://schemas.microsoft.com/office/drawing/2014/main" id="{F97237AC-94A2-E053-E568-7A56197AD903}"/>
              </a:ext>
            </a:extLst>
          </p:cNvPr>
          <p:cNvSpPr/>
          <p:nvPr/>
        </p:nvSpPr>
        <p:spPr>
          <a:xfrm>
            <a:off x="413368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7" name="Freeform 816">
            <a:extLst>
              <a:ext uri="{FF2B5EF4-FFF2-40B4-BE49-F238E27FC236}">
                <a16:creationId xmlns:a16="http://schemas.microsoft.com/office/drawing/2014/main" id="{BC9EA193-9340-A6CB-5600-FB7871245AFD}"/>
              </a:ext>
            </a:extLst>
          </p:cNvPr>
          <p:cNvSpPr/>
          <p:nvPr/>
        </p:nvSpPr>
        <p:spPr>
          <a:xfrm>
            <a:off x="413368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8" name="Freeform 817">
            <a:extLst>
              <a:ext uri="{FF2B5EF4-FFF2-40B4-BE49-F238E27FC236}">
                <a16:creationId xmlns:a16="http://schemas.microsoft.com/office/drawing/2014/main" id="{D0F7BA10-FD9E-5A8B-B7DF-8840BD51E5B8}"/>
              </a:ext>
            </a:extLst>
          </p:cNvPr>
          <p:cNvSpPr/>
          <p:nvPr/>
        </p:nvSpPr>
        <p:spPr>
          <a:xfrm>
            <a:off x="413368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19" name="Freeform 818">
            <a:extLst>
              <a:ext uri="{FF2B5EF4-FFF2-40B4-BE49-F238E27FC236}">
                <a16:creationId xmlns:a16="http://schemas.microsoft.com/office/drawing/2014/main" id="{83BCB4EC-F45A-243C-4A6E-1C42FD9544CA}"/>
              </a:ext>
            </a:extLst>
          </p:cNvPr>
          <p:cNvSpPr/>
          <p:nvPr/>
        </p:nvSpPr>
        <p:spPr>
          <a:xfrm>
            <a:off x="413368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0" name="Freeform 819">
            <a:extLst>
              <a:ext uri="{FF2B5EF4-FFF2-40B4-BE49-F238E27FC236}">
                <a16:creationId xmlns:a16="http://schemas.microsoft.com/office/drawing/2014/main" id="{0177F78E-4D7E-E2AA-116B-D48122B1E15A}"/>
              </a:ext>
            </a:extLst>
          </p:cNvPr>
          <p:cNvSpPr/>
          <p:nvPr/>
        </p:nvSpPr>
        <p:spPr>
          <a:xfrm>
            <a:off x="413368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1" name="Freeform 820">
            <a:extLst>
              <a:ext uri="{FF2B5EF4-FFF2-40B4-BE49-F238E27FC236}">
                <a16:creationId xmlns:a16="http://schemas.microsoft.com/office/drawing/2014/main" id="{C6B53743-808A-8CF7-A3B4-CCBB82405C6E}"/>
              </a:ext>
            </a:extLst>
          </p:cNvPr>
          <p:cNvSpPr/>
          <p:nvPr/>
        </p:nvSpPr>
        <p:spPr>
          <a:xfrm>
            <a:off x="413368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2" name="Freeform 821">
            <a:extLst>
              <a:ext uri="{FF2B5EF4-FFF2-40B4-BE49-F238E27FC236}">
                <a16:creationId xmlns:a16="http://schemas.microsoft.com/office/drawing/2014/main" id="{15A3F5A1-56A2-AF00-8A19-390750B96252}"/>
              </a:ext>
            </a:extLst>
          </p:cNvPr>
          <p:cNvSpPr/>
          <p:nvPr/>
        </p:nvSpPr>
        <p:spPr>
          <a:xfrm>
            <a:off x="413368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3" name="Freeform 822">
            <a:extLst>
              <a:ext uri="{FF2B5EF4-FFF2-40B4-BE49-F238E27FC236}">
                <a16:creationId xmlns:a16="http://schemas.microsoft.com/office/drawing/2014/main" id="{CA92AFF7-D5A2-C2A6-3F4A-0AA6269FD5B6}"/>
              </a:ext>
            </a:extLst>
          </p:cNvPr>
          <p:cNvSpPr/>
          <p:nvPr/>
        </p:nvSpPr>
        <p:spPr>
          <a:xfrm>
            <a:off x="413368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4" name="Freeform 823">
            <a:extLst>
              <a:ext uri="{FF2B5EF4-FFF2-40B4-BE49-F238E27FC236}">
                <a16:creationId xmlns:a16="http://schemas.microsoft.com/office/drawing/2014/main" id="{EA9537DF-B7D1-95A5-B6B2-F045867D3ADD}"/>
              </a:ext>
            </a:extLst>
          </p:cNvPr>
          <p:cNvSpPr/>
          <p:nvPr/>
        </p:nvSpPr>
        <p:spPr>
          <a:xfrm>
            <a:off x="413368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5" name="Freeform 824">
            <a:extLst>
              <a:ext uri="{FF2B5EF4-FFF2-40B4-BE49-F238E27FC236}">
                <a16:creationId xmlns:a16="http://schemas.microsoft.com/office/drawing/2014/main" id="{9B415751-39A8-AE7D-9530-CBD0648BC3D9}"/>
              </a:ext>
            </a:extLst>
          </p:cNvPr>
          <p:cNvSpPr/>
          <p:nvPr/>
        </p:nvSpPr>
        <p:spPr>
          <a:xfrm>
            <a:off x="413368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6" name="Freeform 825">
            <a:extLst>
              <a:ext uri="{FF2B5EF4-FFF2-40B4-BE49-F238E27FC236}">
                <a16:creationId xmlns:a16="http://schemas.microsoft.com/office/drawing/2014/main" id="{3A47B06F-E448-CF4F-D37B-E2CB3F0C8351}"/>
              </a:ext>
            </a:extLst>
          </p:cNvPr>
          <p:cNvSpPr/>
          <p:nvPr/>
        </p:nvSpPr>
        <p:spPr>
          <a:xfrm>
            <a:off x="413368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7" name="Freeform 826">
            <a:extLst>
              <a:ext uri="{FF2B5EF4-FFF2-40B4-BE49-F238E27FC236}">
                <a16:creationId xmlns:a16="http://schemas.microsoft.com/office/drawing/2014/main" id="{AC9073DC-B402-23FD-1734-F70E00C96B22}"/>
              </a:ext>
            </a:extLst>
          </p:cNvPr>
          <p:cNvSpPr/>
          <p:nvPr/>
        </p:nvSpPr>
        <p:spPr>
          <a:xfrm>
            <a:off x="4210072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8" name="Freeform 827">
            <a:extLst>
              <a:ext uri="{FF2B5EF4-FFF2-40B4-BE49-F238E27FC236}">
                <a16:creationId xmlns:a16="http://schemas.microsoft.com/office/drawing/2014/main" id="{78215F1B-62D3-BC0A-A5BC-B931FC7335EE}"/>
              </a:ext>
            </a:extLst>
          </p:cNvPr>
          <p:cNvSpPr/>
          <p:nvPr/>
        </p:nvSpPr>
        <p:spPr>
          <a:xfrm>
            <a:off x="4210072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32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9" name="Freeform 828">
            <a:extLst>
              <a:ext uri="{FF2B5EF4-FFF2-40B4-BE49-F238E27FC236}">
                <a16:creationId xmlns:a16="http://schemas.microsoft.com/office/drawing/2014/main" id="{DA468DE2-39FD-05B6-8396-54B0D99AD0BA}"/>
              </a:ext>
            </a:extLst>
          </p:cNvPr>
          <p:cNvSpPr/>
          <p:nvPr/>
        </p:nvSpPr>
        <p:spPr>
          <a:xfrm>
            <a:off x="4210072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0" name="Freeform 829">
            <a:extLst>
              <a:ext uri="{FF2B5EF4-FFF2-40B4-BE49-F238E27FC236}">
                <a16:creationId xmlns:a16="http://schemas.microsoft.com/office/drawing/2014/main" id="{805FF4DB-8016-7637-5816-C0896A3B4BA1}"/>
              </a:ext>
            </a:extLst>
          </p:cNvPr>
          <p:cNvSpPr/>
          <p:nvPr/>
        </p:nvSpPr>
        <p:spPr>
          <a:xfrm>
            <a:off x="4210072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1" name="Freeform 830">
            <a:extLst>
              <a:ext uri="{FF2B5EF4-FFF2-40B4-BE49-F238E27FC236}">
                <a16:creationId xmlns:a16="http://schemas.microsoft.com/office/drawing/2014/main" id="{6CF765F6-3D7B-963F-DBBA-DFE03FC1520E}"/>
              </a:ext>
            </a:extLst>
          </p:cNvPr>
          <p:cNvSpPr/>
          <p:nvPr/>
        </p:nvSpPr>
        <p:spPr>
          <a:xfrm>
            <a:off x="4210072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2" name="Freeform 831">
            <a:extLst>
              <a:ext uri="{FF2B5EF4-FFF2-40B4-BE49-F238E27FC236}">
                <a16:creationId xmlns:a16="http://schemas.microsoft.com/office/drawing/2014/main" id="{297EBAD8-BE7C-ADF5-6C5B-9FE3896F912F}"/>
              </a:ext>
            </a:extLst>
          </p:cNvPr>
          <p:cNvSpPr/>
          <p:nvPr/>
        </p:nvSpPr>
        <p:spPr>
          <a:xfrm>
            <a:off x="4210072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3" name="Freeform 832">
            <a:extLst>
              <a:ext uri="{FF2B5EF4-FFF2-40B4-BE49-F238E27FC236}">
                <a16:creationId xmlns:a16="http://schemas.microsoft.com/office/drawing/2014/main" id="{792CEE8D-2754-BF35-3190-0D7830E323BB}"/>
              </a:ext>
            </a:extLst>
          </p:cNvPr>
          <p:cNvSpPr/>
          <p:nvPr/>
        </p:nvSpPr>
        <p:spPr>
          <a:xfrm>
            <a:off x="4210072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4" name="Freeform 833">
            <a:extLst>
              <a:ext uri="{FF2B5EF4-FFF2-40B4-BE49-F238E27FC236}">
                <a16:creationId xmlns:a16="http://schemas.microsoft.com/office/drawing/2014/main" id="{2DA36C7B-24AE-FE08-07E9-C43352A5AAFA}"/>
              </a:ext>
            </a:extLst>
          </p:cNvPr>
          <p:cNvSpPr/>
          <p:nvPr/>
        </p:nvSpPr>
        <p:spPr>
          <a:xfrm>
            <a:off x="4210072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5" name="Freeform 834">
            <a:extLst>
              <a:ext uri="{FF2B5EF4-FFF2-40B4-BE49-F238E27FC236}">
                <a16:creationId xmlns:a16="http://schemas.microsoft.com/office/drawing/2014/main" id="{DD8FD468-BF67-AA1D-B4C5-5C1B82F6F5ED}"/>
              </a:ext>
            </a:extLst>
          </p:cNvPr>
          <p:cNvSpPr/>
          <p:nvPr/>
        </p:nvSpPr>
        <p:spPr>
          <a:xfrm>
            <a:off x="4210072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6" name="Freeform 835">
            <a:extLst>
              <a:ext uri="{FF2B5EF4-FFF2-40B4-BE49-F238E27FC236}">
                <a16:creationId xmlns:a16="http://schemas.microsoft.com/office/drawing/2014/main" id="{2978A390-71B4-E689-9426-5E6C4A7E64A5}"/>
              </a:ext>
            </a:extLst>
          </p:cNvPr>
          <p:cNvSpPr/>
          <p:nvPr/>
        </p:nvSpPr>
        <p:spPr>
          <a:xfrm>
            <a:off x="4210072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7" name="Freeform 836">
            <a:extLst>
              <a:ext uri="{FF2B5EF4-FFF2-40B4-BE49-F238E27FC236}">
                <a16:creationId xmlns:a16="http://schemas.microsoft.com/office/drawing/2014/main" id="{FC1B90B0-9E74-F6DD-EC41-0DB3B38BEEB8}"/>
              </a:ext>
            </a:extLst>
          </p:cNvPr>
          <p:cNvSpPr/>
          <p:nvPr/>
        </p:nvSpPr>
        <p:spPr>
          <a:xfrm>
            <a:off x="4210072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8" name="Freeform 837">
            <a:extLst>
              <a:ext uri="{FF2B5EF4-FFF2-40B4-BE49-F238E27FC236}">
                <a16:creationId xmlns:a16="http://schemas.microsoft.com/office/drawing/2014/main" id="{A1A36DCF-B277-5C84-2E34-3338D739B430}"/>
              </a:ext>
            </a:extLst>
          </p:cNvPr>
          <p:cNvSpPr/>
          <p:nvPr/>
        </p:nvSpPr>
        <p:spPr>
          <a:xfrm>
            <a:off x="4210072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9" name="Freeform 838">
            <a:extLst>
              <a:ext uri="{FF2B5EF4-FFF2-40B4-BE49-F238E27FC236}">
                <a16:creationId xmlns:a16="http://schemas.microsoft.com/office/drawing/2014/main" id="{2FAE0095-ED6C-89F9-E307-4A900C8A3509}"/>
              </a:ext>
            </a:extLst>
          </p:cNvPr>
          <p:cNvSpPr/>
          <p:nvPr/>
        </p:nvSpPr>
        <p:spPr>
          <a:xfrm>
            <a:off x="4210072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0" name="Freeform 839">
            <a:extLst>
              <a:ext uri="{FF2B5EF4-FFF2-40B4-BE49-F238E27FC236}">
                <a16:creationId xmlns:a16="http://schemas.microsoft.com/office/drawing/2014/main" id="{5C561EA9-5358-4E74-A49F-C9E5BEDE7E38}"/>
              </a:ext>
            </a:extLst>
          </p:cNvPr>
          <p:cNvSpPr/>
          <p:nvPr/>
        </p:nvSpPr>
        <p:spPr>
          <a:xfrm>
            <a:off x="4210072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1" name="Freeform 840">
            <a:extLst>
              <a:ext uri="{FF2B5EF4-FFF2-40B4-BE49-F238E27FC236}">
                <a16:creationId xmlns:a16="http://schemas.microsoft.com/office/drawing/2014/main" id="{47A1D7F8-274F-9C33-416A-653A9BF1FBD0}"/>
              </a:ext>
            </a:extLst>
          </p:cNvPr>
          <p:cNvSpPr/>
          <p:nvPr/>
        </p:nvSpPr>
        <p:spPr>
          <a:xfrm>
            <a:off x="4210072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2" name="Freeform 841">
            <a:extLst>
              <a:ext uri="{FF2B5EF4-FFF2-40B4-BE49-F238E27FC236}">
                <a16:creationId xmlns:a16="http://schemas.microsoft.com/office/drawing/2014/main" id="{F4A9FB8E-1344-AE6D-98CF-74D87A60865E}"/>
              </a:ext>
            </a:extLst>
          </p:cNvPr>
          <p:cNvSpPr/>
          <p:nvPr/>
        </p:nvSpPr>
        <p:spPr>
          <a:xfrm>
            <a:off x="4210072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3" name="Freeform 842">
            <a:extLst>
              <a:ext uri="{FF2B5EF4-FFF2-40B4-BE49-F238E27FC236}">
                <a16:creationId xmlns:a16="http://schemas.microsoft.com/office/drawing/2014/main" id="{1E7208DC-57AF-9087-FDDC-A2F8E790EAD0}"/>
              </a:ext>
            </a:extLst>
          </p:cNvPr>
          <p:cNvSpPr/>
          <p:nvPr/>
        </p:nvSpPr>
        <p:spPr>
          <a:xfrm>
            <a:off x="4210072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4" name="Freeform 843">
            <a:extLst>
              <a:ext uri="{FF2B5EF4-FFF2-40B4-BE49-F238E27FC236}">
                <a16:creationId xmlns:a16="http://schemas.microsoft.com/office/drawing/2014/main" id="{33F23DC8-2C47-DE35-C625-BBC2C804D24C}"/>
              </a:ext>
            </a:extLst>
          </p:cNvPr>
          <p:cNvSpPr/>
          <p:nvPr/>
        </p:nvSpPr>
        <p:spPr>
          <a:xfrm>
            <a:off x="4210072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5" name="Freeform 844">
            <a:extLst>
              <a:ext uri="{FF2B5EF4-FFF2-40B4-BE49-F238E27FC236}">
                <a16:creationId xmlns:a16="http://schemas.microsoft.com/office/drawing/2014/main" id="{FEAE75EE-AA94-842F-59DD-A4A5F947B951}"/>
              </a:ext>
            </a:extLst>
          </p:cNvPr>
          <p:cNvSpPr/>
          <p:nvPr/>
        </p:nvSpPr>
        <p:spPr>
          <a:xfrm>
            <a:off x="4210072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6" name="Freeform 845">
            <a:extLst>
              <a:ext uri="{FF2B5EF4-FFF2-40B4-BE49-F238E27FC236}">
                <a16:creationId xmlns:a16="http://schemas.microsoft.com/office/drawing/2014/main" id="{ECCD2625-5307-2AB0-AD18-93D92439EBDF}"/>
              </a:ext>
            </a:extLst>
          </p:cNvPr>
          <p:cNvSpPr/>
          <p:nvPr/>
        </p:nvSpPr>
        <p:spPr>
          <a:xfrm>
            <a:off x="428642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7" name="Freeform 846">
            <a:extLst>
              <a:ext uri="{FF2B5EF4-FFF2-40B4-BE49-F238E27FC236}">
                <a16:creationId xmlns:a16="http://schemas.microsoft.com/office/drawing/2014/main" id="{FCE870C0-45F6-7271-8FBF-4BB2946F202A}"/>
              </a:ext>
            </a:extLst>
          </p:cNvPr>
          <p:cNvSpPr/>
          <p:nvPr/>
        </p:nvSpPr>
        <p:spPr>
          <a:xfrm>
            <a:off x="428642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8" name="Freeform 847">
            <a:extLst>
              <a:ext uri="{FF2B5EF4-FFF2-40B4-BE49-F238E27FC236}">
                <a16:creationId xmlns:a16="http://schemas.microsoft.com/office/drawing/2014/main" id="{383EC0D2-BE3A-FEA0-4B0F-8A776A8A1164}"/>
              </a:ext>
            </a:extLst>
          </p:cNvPr>
          <p:cNvSpPr/>
          <p:nvPr/>
        </p:nvSpPr>
        <p:spPr>
          <a:xfrm>
            <a:off x="428642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49" name="Freeform 848">
            <a:extLst>
              <a:ext uri="{FF2B5EF4-FFF2-40B4-BE49-F238E27FC236}">
                <a16:creationId xmlns:a16="http://schemas.microsoft.com/office/drawing/2014/main" id="{13B4B471-19F0-E458-AF89-B196714D1214}"/>
              </a:ext>
            </a:extLst>
          </p:cNvPr>
          <p:cNvSpPr/>
          <p:nvPr/>
        </p:nvSpPr>
        <p:spPr>
          <a:xfrm>
            <a:off x="428642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0" name="Freeform 849">
            <a:extLst>
              <a:ext uri="{FF2B5EF4-FFF2-40B4-BE49-F238E27FC236}">
                <a16:creationId xmlns:a16="http://schemas.microsoft.com/office/drawing/2014/main" id="{DEA425FC-8404-D98E-F694-CEC6CBECF51A}"/>
              </a:ext>
            </a:extLst>
          </p:cNvPr>
          <p:cNvSpPr/>
          <p:nvPr/>
        </p:nvSpPr>
        <p:spPr>
          <a:xfrm>
            <a:off x="428642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1" name="Freeform 850">
            <a:extLst>
              <a:ext uri="{FF2B5EF4-FFF2-40B4-BE49-F238E27FC236}">
                <a16:creationId xmlns:a16="http://schemas.microsoft.com/office/drawing/2014/main" id="{DA706174-2969-8EBE-C5DB-C1E9C6F73AD8}"/>
              </a:ext>
            </a:extLst>
          </p:cNvPr>
          <p:cNvSpPr/>
          <p:nvPr/>
        </p:nvSpPr>
        <p:spPr>
          <a:xfrm>
            <a:off x="428642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2" name="Freeform 851">
            <a:extLst>
              <a:ext uri="{FF2B5EF4-FFF2-40B4-BE49-F238E27FC236}">
                <a16:creationId xmlns:a16="http://schemas.microsoft.com/office/drawing/2014/main" id="{1D94CA21-EE7A-224F-E396-8E6FB8700828}"/>
              </a:ext>
            </a:extLst>
          </p:cNvPr>
          <p:cNvSpPr/>
          <p:nvPr/>
        </p:nvSpPr>
        <p:spPr>
          <a:xfrm>
            <a:off x="428642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3" name="Freeform 852">
            <a:extLst>
              <a:ext uri="{FF2B5EF4-FFF2-40B4-BE49-F238E27FC236}">
                <a16:creationId xmlns:a16="http://schemas.microsoft.com/office/drawing/2014/main" id="{D85B23A1-901F-448E-B494-1B67F11248F3}"/>
              </a:ext>
            </a:extLst>
          </p:cNvPr>
          <p:cNvSpPr/>
          <p:nvPr/>
        </p:nvSpPr>
        <p:spPr>
          <a:xfrm>
            <a:off x="428642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4" name="Freeform 853">
            <a:extLst>
              <a:ext uri="{FF2B5EF4-FFF2-40B4-BE49-F238E27FC236}">
                <a16:creationId xmlns:a16="http://schemas.microsoft.com/office/drawing/2014/main" id="{21CB2C95-0CD3-B5D5-B8B0-658445587675}"/>
              </a:ext>
            </a:extLst>
          </p:cNvPr>
          <p:cNvSpPr/>
          <p:nvPr/>
        </p:nvSpPr>
        <p:spPr>
          <a:xfrm>
            <a:off x="428642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5" name="Freeform 854">
            <a:extLst>
              <a:ext uri="{FF2B5EF4-FFF2-40B4-BE49-F238E27FC236}">
                <a16:creationId xmlns:a16="http://schemas.microsoft.com/office/drawing/2014/main" id="{AE13DFD9-14EC-9C67-D6A6-883E8DFD859B}"/>
              </a:ext>
            </a:extLst>
          </p:cNvPr>
          <p:cNvSpPr/>
          <p:nvPr/>
        </p:nvSpPr>
        <p:spPr>
          <a:xfrm>
            <a:off x="428642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6" name="Freeform 855">
            <a:extLst>
              <a:ext uri="{FF2B5EF4-FFF2-40B4-BE49-F238E27FC236}">
                <a16:creationId xmlns:a16="http://schemas.microsoft.com/office/drawing/2014/main" id="{1D5D8DAC-2688-D3CD-70AF-71006D2724B3}"/>
              </a:ext>
            </a:extLst>
          </p:cNvPr>
          <p:cNvSpPr/>
          <p:nvPr/>
        </p:nvSpPr>
        <p:spPr>
          <a:xfrm>
            <a:off x="428642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7" name="Freeform 856">
            <a:extLst>
              <a:ext uri="{FF2B5EF4-FFF2-40B4-BE49-F238E27FC236}">
                <a16:creationId xmlns:a16="http://schemas.microsoft.com/office/drawing/2014/main" id="{6BAEB67A-20FA-8073-84E2-14C267DCED86}"/>
              </a:ext>
            </a:extLst>
          </p:cNvPr>
          <p:cNvSpPr/>
          <p:nvPr/>
        </p:nvSpPr>
        <p:spPr>
          <a:xfrm>
            <a:off x="428642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8" name="Freeform 857">
            <a:extLst>
              <a:ext uri="{FF2B5EF4-FFF2-40B4-BE49-F238E27FC236}">
                <a16:creationId xmlns:a16="http://schemas.microsoft.com/office/drawing/2014/main" id="{8B14347A-136B-9283-11BD-4E332AE9FADE}"/>
              </a:ext>
            </a:extLst>
          </p:cNvPr>
          <p:cNvSpPr/>
          <p:nvPr/>
        </p:nvSpPr>
        <p:spPr>
          <a:xfrm>
            <a:off x="428642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59" name="Freeform 858">
            <a:extLst>
              <a:ext uri="{FF2B5EF4-FFF2-40B4-BE49-F238E27FC236}">
                <a16:creationId xmlns:a16="http://schemas.microsoft.com/office/drawing/2014/main" id="{35F4A78A-67F2-BC08-8DAC-360BFD9ED5AF}"/>
              </a:ext>
            </a:extLst>
          </p:cNvPr>
          <p:cNvSpPr/>
          <p:nvPr/>
        </p:nvSpPr>
        <p:spPr>
          <a:xfrm>
            <a:off x="428642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0" name="Freeform 859">
            <a:extLst>
              <a:ext uri="{FF2B5EF4-FFF2-40B4-BE49-F238E27FC236}">
                <a16:creationId xmlns:a16="http://schemas.microsoft.com/office/drawing/2014/main" id="{A0E2D2BF-D408-65B5-DF6F-46D56EDB73D4}"/>
              </a:ext>
            </a:extLst>
          </p:cNvPr>
          <p:cNvSpPr/>
          <p:nvPr/>
        </p:nvSpPr>
        <p:spPr>
          <a:xfrm>
            <a:off x="428642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1" name="Freeform 860">
            <a:extLst>
              <a:ext uri="{FF2B5EF4-FFF2-40B4-BE49-F238E27FC236}">
                <a16:creationId xmlns:a16="http://schemas.microsoft.com/office/drawing/2014/main" id="{FF44C461-AAE5-88B6-6AD0-E0681D955FB0}"/>
              </a:ext>
            </a:extLst>
          </p:cNvPr>
          <p:cNvSpPr/>
          <p:nvPr/>
        </p:nvSpPr>
        <p:spPr>
          <a:xfrm>
            <a:off x="428642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2" name="Freeform 861">
            <a:extLst>
              <a:ext uri="{FF2B5EF4-FFF2-40B4-BE49-F238E27FC236}">
                <a16:creationId xmlns:a16="http://schemas.microsoft.com/office/drawing/2014/main" id="{6853634C-4E99-2C2D-C87B-9FBA1C5E47D9}"/>
              </a:ext>
            </a:extLst>
          </p:cNvPr>
          <p:cNvSpPr/>
          <p:nvPr/>
        </p:nvSpPr>
        <p:spPr>
          <a:xfrm>
            <a:off x="428642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3" name="Freeform 862">
            <a:extLst>
              <a:ext uri="{FF2B5EF4-FFF2-40B4-BE49-F238E27FC236}">
                <a16:creationId xmlns:a16="http://schemas.microsoft.com/office/drawing/2014/main" id="{735917A5-C552-BF8D-98DA-77A11D2AB3C2}"/>
              </a:ext>
            </a:extLst>
          </p:cNvPr>
          <p:cNvSpPr/>
          <p:nvPr/>
        </p:nvSpPr>
        <p:spPr>
          <a:xfrm>
            <a:off x="428642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4" name="Freeform 863">
            <a:extLst>
              <a:ext uri="{FF2B5EF4-FFF2-40B4-BE49-F238E27FC236}">
                <a16:creationId xmlns:a16="http://schemas.microsoft.com/office/drawing/2014/main" id="{7E4CA92F-42AE-BDAB-1C5B-5530B509F7EC}"/>
              </a:ext>
            </a:extLst>
          </p:cNvPr>
          <p:cNvSpPr/>
          <p:nvPr/>
        </p:nvSpPr>
        <p:spPr>
          <a:xfrm>
            <a:off x="428642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5" name="Freeform 864">
            <a:extLst>
              <a:ext uri="{FF2B5EF4-FFF2-40B4-BE49-F238E27FC236}">
                <a16:creationId xmlns:a16="http://schemas.microsoft.com/office/drawing/2014/main" id="{40D254A2-E0E2-71A4-B205-87ED7F854D5B}"/>
              </a:ext>
            </a:extLst>
          </p:cNvPr>
          <p:cNvSpPr/>
          <p:nvPr/>
        </p:nvSpPr>
        <p:spPr>
          <a:xfrm>
            <a:off x="436277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6" name="Freeform 865">
            <a:extLst>
              <a:ext uri="{FF2B5EF4-FFF2-40B4-BE49-F238E27FC236}">
                <a16:creationId xmlns:a16="http://schemas.microsoft.com/office/drawing/2014/main" id="{BC750C29-9727-7AC8-98CF-8597504FAA52}"/>
              </a:ext>
            </a:extLst>
          </p:cNvPr>
          <p:cNvSpPr/>
          <p:nvPr/>
        </p:nvSpPr>
        <p:spPr>
          <a:xfrm>
            <a:off x="436277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7" name="Freeform 866">
            <a:extLst>
              <a:ext uri="{FF2B5EF4-FFF2-40B4-BE49-F238E27FC236}">
                <a16:creationId xmlns:a16="http://schemas.microsoft.com/office/drawing/2014/main" id="{B4BAA8AB-9584-9A78-67C0-E5F358EE822E}"/>
              </a:ext>
            </a:extLst>
          </p:cNvPr>
          <p:cNvSpPr/>
          <p:nvPr/>
        </p:nvSpPr>
        <p:spPr>
          <a:xfrm>
            <a:off x="436277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8" name="Freeform 867">
            <a:extLst>
              <a:ext uri="{FF2B5EF4-FFF2-40B4-BE49-F238E27FC236}">
                <a16:creationId xmlns:a16="http://schemas.microsoft.com/office/drawing/2014/main" id="{11A9AA3E-2277-E13B-AAB0-C8A7D24D7BB9}"/>
              </a:ext>
            </a:extLst>
          </p:cNvPr>
          <p:cNvSpPr/>
          <p:nvPr/>
        </p:nvSpPr>
        <p:spPr>
          <a:xfrm>
            <a:off x="436277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69" name="Freeform 868">
            <a:extLst>
              <a:ext uri="{FF2B5EF4-FFF2-40B4-BE49-F238E27FC236}">
                <a16:creationId xmlns:a16="http://schemas.microsoft.com/office/drawing/2014/main" id="{604DAE99-B65C-D902-FE15-15B6F39EC3A0}"/>
              </a:ext>
            </a:extLst>
          </p:cNvPr>
          <p:cNvSpPr/>
          <p:nvPr/>
        </p:nvSpPr>
        <p:spPr>
          <a:xfrm>
            <a:off x="436277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0" name="Freeform 869">
            <a:extLst>
              <a:ext uri="{FF2B5EF4-FFF2-40B4-BE49-F238E27FC236}">
                <a16:creationId xmlns:a16="http://schemas.microsoft.com/office/drawing/2014/main" id="{C7081952-8A81-002F-D3AE-4F4E7158B271}"/>
              </a:ext>
            </a:extLst>
          </p:cNvPr>
          <p:cNvSpPr/>
          <p:nvPr/>
        </p:nvSpPr>
        <p:spPr>
          <a:xfrm>
            <a:off x="436277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1" name="Freeform 870">
            <a:extLst>
              <a:ext uri="{FF2B5EF4-FFF2-40B4-BE49-F238E27FC236}">
                <a16:creationId xmlns:a16="http://schemas.microsoft.com/office/drawing/2014/main" id="{F42AA591-8BC3-F68B-81F9-EF33D6613C87}"/>
              </a:ext>
            </a:extLst>
          </p:cNvPr>
          <p:cNvSpPr/>
          <p:nvPr/>
        </p:nvSpPr>
        <p:spPr>
          <a:xfrm>
            <a:off x="436277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2" name="Freeform 871">
            <a:extLst>
              <a:ext uri="{FF2B5EF4-FFF2-40B4-BE49-F238E27FC236}">
                <a16:creationId xmlns:a16="http://schemas.microsoft.com/office/drawing/2014/main" id="{410BE1C0-2F8F-012A-FD66-093C06C0F918}"/>
              </a:ext>
            </a:extLst>
          </p:cNvPr>
          <p:cNvSpPr/>
          <p:nvPr/>
        </p:nvSpPr>
        <p:spPr>
          <a:xfrm>
            <a:off x="436277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3" name="Freeform 872">
            <a:extLst>
              <a:ext uri="{FF2B5EF4-FFF2-40B4-BE49-F238E27FC236}">
                <a16:creationId xmlns:a16="http://schemas.microsoft.com/office/drawing/2014/main" id="{59F67ACE-1B57-D6C8-1049-6158EE1B9C46}"/>
              </a:ext>
            </a:extLst>
          </p:cNvPr>
          <p:cNvSpPr/>
          <p:nvPr/>
        </p:nvSpPr>
        <p:spPr>
          <a:xfrm>
            <a:off x="436277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4" name="Freeform 873">
            <a:extLst>
              <a:ext uri="{FF2B5EF4-FFF2-40B4-BE49-F238E27FC236}">
                <a16:creationId xmlns:a16="http://schemas.microsoft.com/office/drawing/2014/main" id="{468C8955-FE3E-F7BB-42D0-B2801C79AFC8}"/>
              </a:ext>
            </a:extLst>
          </p:cNvPr>
          <p:cNvSpPr/>
          <p:nvPr/>
        </p:nvSpPr>
        <p:spPr>
          <a:xfrm>
            <a:off x="436277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5" name="Freeform 874">
            <a:extLst>
              <a:ext uri="{FF2B5EF4-FFF2-40B4-BE49-F238E27FC236}">
                <a16:creationId xmlns:a16="http://schemas.microsoft.com/office/drawing/2014/main" id="{922276C6-A9F6-99AD-E0F3-7DC0F70EA967}"/>
              </a:ext>
            </a:extLst>
          </p:cNvPr>
          <p:cNvSpPr/>
          <p:nvPr/>
        </p:nvSpPr>
        <p:spPr>
          <a:xfrm>
            <a:off x="436277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6" name="Freeform 875">
            <a:extLst>
              <a:ext uri="{FF2B5EF4-FFF2-40B4-BE49-F238E27FC236}">
                <a16:creationId xmlns:a16="http://schemas.microsoft.com/office/drawing/2014/main" id="{61D46EBF-4BD6-96F4-28D3-461306C4C874}"/>
              </a:ext>
            </a:extLst>
          </p:cNvPr>
          <p:cNvSpPr/>
          <p:nvPr/>
        </p:nvSpPr>
        <p:spPr>
          <a:xfrm>
            <a:off x="436277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7" name="Freeform 876">
            <a:extLst>
              <a:ext uri="{FF2B5EF4-FFF2-40B4-BE49-F238E27FC236}">
                <a16:creationId xmlns:a16="http://schemas.microsoft.com/office/drawing/2014/main" id="{0308215E-3CF7-5C50-8D94-92ACBE2EC458}"/>
              </a:ext>
            </a:extLst>
          </p:cNvPr>
          <p:cNvSpPr/>
          <p:nvPr/>
        </p:nvSpPr>
        <p:spPr>
          <a:xfrm>
            <a:off x="436277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8" name="Freeform 877">
            <a:extLst>
              <a:ext uri="{FF2B5EF4-FFF2-40B4-BE49-F238E27FC236}">
                <a16:creationId xmlns:a16="http://schemas.microsoft.com/office/drawing/2014/main" id="{C5691331-9C39-139D-2D91-05DFBA03DBB3}"/>
              </a:ext>
            </a:extLst>
          </p:cNvPr>
          <p:cNvSpPr/>
          <p:nvPr/>
        </p:nvSpPr>
        <p:spPr>
          <a:xfrm>
            <a:off x="436277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9" name="Freeform 878">
            <a:extLst>
              <a:ext uri="{FF2B5EF4-FFF2-40B4-BE49-F238E27FC236}">
                <a16:creationId xmlns:a16="http://schemas.microsoft.com/office/drawing/2014/main" id="{AB2A102D-E49D-4722-0E3D-F698FEF23485}"/>
              </a:ext>
            </a:extLst>
          </p:cNvPr>
          <p:cNvSpPr/>
          <p:nvPr/>
        </p:nvSpPr>
        <p:spPr>
          <a:xfrm>
            <a:off x="436277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0" name="Freeform 879">
            <a:extLst>
              <a:ext uri="{FF2B5EF4-FFF2-40B4-BE49-F238E27FC236}">
                <a16:creationId xmlns:a16="http://schemas.microsoft.com/office/drawing/2014/main" id="{DCE39A11-3C8F-28B0-5F8B-A3246CB71FCD}"/>
              </a:ext>
            </a:extLst>
          </p:cNvPr>
          <p:cNvSpPr/>
          <p:nvPr/>
        </p:nvSpPr>
        <p:spPr>
          <a:xfrm>
            <a:off x="436277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1" name="Freeform 880">
            <a:extLst>
              <a:ext uri="{FF2B5EF4-FFF2-40B4-BE49-F238E27FC236}">
                <a16:creationId xmlns:a16="http://schemas.microsoft.com/office/drawing/2014/main" id="{C664C87B-20D5-2928-8710-50D1665269BB}"/>
              </a:ext>
            </a:extLst>
          </p:cNvPr>
          <p:cNvSpPr/>
          <p:nvPr/>
        </p:nvSpPr>
        <p:spPr>
          <a:xfrm>
            <a:off x="436277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2" name="Freeform 881">
            <a:extLst>
              <a:ext uri="{FF2B5EF4-FFF2-40B4-BE49-F238E27FC236}">
                <a16:creationId xmlns:a16="http://schemas.microsoft.com/office/drawing/2014/main" id="{223F5D60-6620-BFCF-2333-609474FCDCD8}"/>
              </a:ext>
            </a:extLst>
          </p:cNvPr>
          <p:cNvSpPr/>
          <p:nvPr/>
        </p:nvSpPr>
        <p:spPr>
          <a:xfrm>
            <a:off x="436277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3" name="Freeform 882">
            <a:extLst>
              <a:ext uri="{FF2B5EF4-FFF2-40B4-BE49-F238E27FC236}">
                <a16:creationId xmlns:a16="http://schemas.microsoft.com/office/drawing/2014/main" id="{39E16CD0-3125-8E97-62EA-7EEE9BCF7848}"/>
              </a:ext>
            </a:extLst>
          </p:cNvPr>
          <p:cNvSpPr/>
          <p:nvPr/>
        </p:nvSpPr>
        <p:spPr>
          <a:xfrm>
            <a:off x="436277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5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4" name="Freeform 883">
            <a:extLst>
              <a:ext uri="{FF2B5EF4-FFF2-40B4-BE49-F238E27FC236}">
                <a16:creationId xmlns:a16="http://schemas.microsoft.com/office/drawing/2014/main" id="{B46F57F3-DC4A-2C6D-71A2-3262F07C614E}"/>
              </a:ext>
            </a:extLst>
          </p:cNvPr>
          <p:cNvSpPr/>
          <p:nvPr/>
        </p:nvSpPr>
        <p:spPr>
          <a:xfrm>
            <a:off x="443915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5" name="Freeform 884">
            <a:extLst>
              <a:ext uri="{FF2B5EF4-FFF2-40B4-BE49-F238E27FC236}">
                <a16:creationId xmlns:a16="http://schemas.microsoft.com/office/drawing/2014/main" id="{F55C56FB-5CB2-2E10-5482-2A3833363507}"/>
              </a:ext>
            </a:extLst>
          </p:cNvPr>
          <p:cNvSpPr/>
          <p:nvPr/>
        </p:nvSpPr>
        <p:spPr>
          <a:xfrm>
            <a:off x="443915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6" name="Freeform 885">
            <a:extLst>
              <a:ext uri="{FF2B5EF4-FFF2-40B4-BE49-F238E27FC236}">
                <a16:creationId xmlns:a16="http://schemas.microsoft.com/office/drawing/2014/main" id="{04CD9118-993A-E465-0ACB-853B598C04C3}"/>
              </a:ext>
            </a:extLst>
          </p:cNvPr>
          <p:cNvSpPr/>
          <p:nvPr/>
        </p:nvSpPr>
        <p:spPr>
          <a:xfrm>
            <a:off x="443915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7" name="Freeform 886">
            <a:extLst>
              <a:ext uri="{FF2B5EF4-FFF2-40B4-BE49-F238E27FC236}">
                <a16:creationId xmlns:a16="http://schemas.microsoft.com/office/drawing/2014/main" id="{3653F290-2B5A-0E99-E6F9-405DB867C90A}"/>
              </a:ext>
            </a:extLst>
          </p:cNvPr>
          <p:cNvSpPr/>
          <p:nvPr/>
        </p:nvSpPr>
        <p:spPr>
          <a:xfrm>
            <a:off x="443915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8" name="Freeform 887">
            <a:extLst>
              <a:ext uri="{FF2B5EF4-FFF2-40B4-BE49-F238E27FC236}">
                <a16:creationId xmlns:a16="http://schemas.microsoft.com/office/drawing/2014/main" id="{FF9B022A-CF5C-4EB2-C2E7-2F65E1E1BC54}"/>
              </a:ext>
            </a:extLst>
          </p:cNvPr>
          <p:cNvSpPr/>
          <p:nvPr/>
        </p:nvSpPr>
        <p:spPr>
          <a:xfrm>
            <a:off x="443915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89" name="Freeform 888">
            <a:extLst>
              <a:ext uri="{FF2B5EF4-FFF2-40B4-BE49-F238E27FC236}">
                <a16:creationId xmlns:a16="http://schemas.microsoft.com/office/drawing/2014/main" id="{9548A46A-A76E-B521-4582-B21B06EF6408}"/>
              </a:ext>
            </a:extLst>
          </p:cNvPr>
          <p:cNvSpPr/>
          <p:nvPr/>
        </p:nvSpPr>
        <p:spPr>
          <a:xfrm>
            <a:off x="443915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0" name="Freeform 889">
            <a:extLst>
              <a:ext uri="{FF2B5EF4-FFF2-40B4-BE49-F238E27FC236}">
                <a16:creationId xmlns:a16="http://schemas.microsoft.com/office/drawing/2014/main" id="{95AECC5F-F702-8938-32FC-B245F8CE5250}"/>
              </a:ext>
            </a:extLst>
          </p:cNvPr>
          <p:cNvSpPr/>
          <p:nvPr/>
        </p:nvSpPr>
        <p:spPr>
          <a:xfrm>
            <a:off x="443915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1" name="Freeform 890">
            <a:extLst>
              <a:ext uri="{FF2B5EF4-FFF2-40B4-BE49-F238E27FC236}">
                <a16:creationId xmlns:a16="http://schemas.microsoft.com/office/drawing/2014/main" id="{DC6B5CE1-7541-8351-C178-3820337E96E1}"/>
              </a:ext>
            </a:extLst>
          </p:cNvPr>
          <p:cNvSpPr/>
          <p:nvPr/>
        </p:nvSpPr>
        <p:spPr>
          <a:xfrm>
            <a:off x="443915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2" name="Freeform 891">
            <a:extLst>
              <a:ext uri="{FF2B5EF4-FFF2-40B4-BE49-F238E27FC236}">
                <a16:creationId xmlns:a16="http://schemas.microsoft.com/office/drawing/2014/main" id="{91A7CE5D-955C-D8B3-BDB4-6ED95F65A756}"/>
              </a:ext>
            </a:extLst>
          </p:cNvPr>
          <p:cNvSpPr/>
          <p:nvPr/>
        </p:nvSpPr>
        <p:spPr>
          <a:xfrm>
            <a:off x="443915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3" name="Freeform 892">
            <a:extLst>
              <a:ext uri="{FF2B5EF4-FFF2-40B4-BE49-F238E27FC236}">
                <a16:creationId xmlns:a16="http://schemas.microsoft.com/office/drawing/2014/main" id="{AF910FFA-A73C-1859-FB8A-88172BF76FA1}"/>
              </a:ext>
            </a:extLst>
          </p:cNvPr>
          <p:cNvSpPr/>
          <p:nvPr/>
        </p:nvSpPr>
        <p:spPr>
          <a:xfrm>
            <a:off x="443915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4" name="Freeform 893">
            <a:extLst>
              <a:ext uri="{FF2B5EF4-FFF2-40B4-BE49-F238E27FC236}">
                <a16:creationId xmlns:a16="http://schemas.microsoft.com/office/drawing/2014/main" id="{0B78C5FC-DE9C-CC80-9209-3D4F378FF7D3}"/>
              </a:ext>
            </a:extLst>
          </p:cNvPr>
          <p:cNvSpPr/>
          <p:nvPr/>
        </p:nvSpPr>
        <p:spPr>
          <a:xfrm>
            <a:off x="443915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5" name="Freeform 894">
            <a:extLst>
              <a:ext uri="{FF2B5EF4-FFF2-40B4-BE49-F238E27FC236}">
                <a16:creationId xmlns:a16="http://schemas.microsoft.com/office/drawing/2014/main" id="{695735A0-05B4-04B1-6F0C-F04ABF9D27C7}"/>
              </a:ext>
            </a:extLst>
          </p:cNvPr>
          <p:cNvSpPr/>
          <p:nvPr/>
        </p:nvSpPr>
        <p:spPr>
          <a:xfrm>
            <a:off x="443915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6" name="Freeform 895">
            <a:extLst>
              <a:ext uri="{FF2B5EF4-FFF2-40B4-BE49-F238E27FC236}">
                <a16:creationId xmlns:a16="http://schemas.microsoft.com/office/drawing/2014/main" id="{DEAE3DAE-3ECE-4BF6-9F2E-0758A835C839}"/>
              </a:ext>
            </a:extLst>
          </p:cNvPr>
          <p:cNvSpPr/>
          <p:nvPr/>
        </p:nvSpPr>
        <p:spPr>
          <a:xfrm>
            <a:off x="443915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7" name="Freeform 896">
            <a:extLst>
              <a:ext uri="{FF2B5EF4-FFF2-40B4-BE49-F238E27FC236}">
                <a16:creationId xmlns:a16="http://schemas.microsoft.com/office/drawing/2014/main" id="{EF993B83-CC93-53ED-2DAB-DECADBAE954C}"/>
              </a:ext>
            </a:extLst>
          </p:cNvPr>
          <p:cNvSpPr/>
          <p:nvPr/>
        </p:nvSpPr>
        <p:spPr>
          <a:xfrm>
            <a:off x="443915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8" name="Freeform 897">
            <a:extLst>
              <a:ext uri="{FF2B5EF4-FFF2-40B4-BE49-F238E27FC236}">
                <a16:creationId xmlns:a16="http://schemas.microsoft.com/office/drawing/2014/main" id="{81D28A2E-9C1C-4C18-A4A2-50C6DE6B2DA6}"/>
              </a:ext>
            </a:extLst>
          </p:cNvPr>
          <p:cNvSpPr/>
          <p:nvPr/>
        </p:nvSpPr>
        <p:spPr>
          <a:xfrm>
            <a:off x="443915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99" name="Freeform 898">
            <a:extLst>
              <a:ext uri="{FF2B5EF4-FFF2-40B4-BE49-F238E27FC236}">
                <a16:creationId xmlns:a16="http://schemas.microsoft.com/office/drawing/2014/main" id="{561355AD-42AC-470D-E25C-1F29A6CAFF8F}"/>
              </a:ext>
            </a:extLst>
          </p:cNvPr>
          <p:cNvSpPr/>
          <p:nvPr/>
        </p:nvSpPr>
        <p:spPr>
          <a:xfrm>
            <a:off x="443915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0" name="Freeform 899">
            <a:extLst>
              <a:ext uri="{FF2B5EF4-FFF2-40B4-BE49-F238E27FC236}">
                <a16:creationId xmlns:a16="http://schemas.microsoft.com/office/drawing/2014/main" id="{EAEC8B11-A25A-DC0A-2729-3F91E2DB7D5A}"/>
              </a:ext>
            </a:extLst>
          </p:cNvPr>
          <p:cNvSpPr/>
          <p:nvPr/>
        </p:nvSpPr>
        <p:spPr>
          <a:xfrm>
            <a:off x="443915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1" name="Freeform 900">
            <a:extLst>
              <a:ext uri="{FF2B5EF4-FFF2-40B4-BE49-F238E27FC236}">
                <a16:creationId xmlns:a16="http://schemas.microsoft.com/office/drawing/2014/main" id="{FE968442-636B-3F1E-805E-C2D3412F1F8B}"/>
              </a:ext>
            </a:extLst>
          </p:cNvPr>
          <p:cNvSpPr/>
          <p:nvPr/>
        </p:nvSpPr>
        <p:spPr>
          <a:xfrm>
            <a:off x="443915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2" name="Freeform 901">
            <a:extLst>
              <a:ext uri="{FF2B5EF4-FFF2-40B4-BE49-F238E27FC236}">
                <a16:creationId xmlns:a16="http://schemas.microsoft.com/office/drawing/2014/main" id="{A46DE477-DD4A-DDF4-3127-43830E5ECF71}"/>
              </a:ext>
            </a:extLst>
          </p:cNvPr>
          <p:cNvSpPr/>
          <p:nvPr/>
        </p:nvSpPr>
        <p:spPr>
          <a:xfrm>
            <a:off x="443915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F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3" name="Freeform 902">
            <a:extLst>
              <a:ext uri="{FF2B5EF4-FFF2-40B4-BE49-F238E27FC236}">
                <a16:creationId xmlns:a16="http://schemas.microsoft.com/office/drawing/2014/main" id="{344BE198-6348-CE8B-9634-34258D9C7184}"/>
              </a:ext>
            </a:extLst>
          </p:cNvPr>
          <p:cNvSpPr/>
          <p:nvPr/>
        </p:nvSpPr>
        <p:spPr>
          <a:xfrm>
            <a:off x="451550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4" name="Freeform 903">
            <a:extLst>
              <a:ext uri="{FF2B5EF4-FFF2-40B4-BE49-F238E27FC236}">
                <a16:creationId xmlns:a16="http://schemas.microsoft.com/office/drawing/2014/main" id="{D40CAA59-2037-D92B-7993-11271BF5D749}"/>
              </a:ext>
            </a:extLst>
          </p:cNvPr>
          <p:cNvSpPr/>
          <p:nvPr/>
        </p:nvSpPr>
        <p:spPr>
          <a:xfrm>
            <a:off x="451550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5" name="Freeform 904">
            <a:extLst>
              <a:ext uri="{FF2B5EF4-FFF2-40B4-BE49-F238E27FC236}">
                <a16:creationId xmlns:a16="http://schemas.microsoft.com/office/drawing/2014/main" id="{E8070746-755C-A1E4-2211-0375F84C3397}"/>
              </a:ext>
            </a:extLst>
          </p:cNvPr>
          <p:cNvSpPr/>
          <p:nvPr/>
        </p:nvSpPr>
        <p:spPr>
          <a:xfrm>
            <a:off x="451550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6" name="Freeform 905">
            <a:extLst>
              <a:ext uri="{FF2B5EF4-FFF2-40B4-BE49-F238E27FC236}">
                <a16:creationId xmlns:a16="http://schemas.microsoft.com/office/drawing/2014/main" id="{E6C6680E-E8A8-D9F5-4E85-321741AF1042}"/>
              </a:ext>
            </a:extLst>
          </p:cNvPr>
          <p:cNvSpPr/>
          <p:nvPr/>
        </p:nvSpPr>
        <p:spPr>
          <a:xfrm>
            <a:off x="451550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7" name="Freeform 906">
            <a:extLst>
              <a:ext uri="{FF2B5EF4-FFF2-40B4-BE49-F238E27FC236}">
                <a16:creationId xmlns:a16="http://schemas.microsoft.com/office/drawing/2014/main" id="{7F193D43-07AF-2880-1344-F83E65A18108}"/>
              </a:ext>
            </a:extLst>
          </p:cNvPr>
          <p:cNvSpPr/>
          <p:nvPr/>
        </p:nvSpPr>
        <p:spPr>
          <a:xfrm>
            <a:off x="451550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8" name="Freeform 907">
            <a:extLst>
              <a:ext uri="{FF2B5EF4-FFF2-40B4-BE49-F238E27FC236}">
                <a16:creationId xmlns:a16="http://schemas.microsoft.com/office/drawing/2014/main" id="{8C25658D-AA2D-4BC1-0FBC-F2E090220434}"/>
              </a:ext>
            </a:extLst>
          </p:cNvPr>
          <p:cNvSpPr/>
          <p:nvPr/>
        </p:nvSpPr>
        <p:spPr>
          <a:xfrm>
            <a:off x="451550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09" name="Freeform 908">
            <a:extLst>
              <a:ext uri="{FF2B5EF4-FFF2-40B4-BE49-F238E27FC236}">
                <a16:creationId xmlns:a16="http://schemas.microsoft.com/office/drawing/2014/main" id="{CE616C6E-56C0-19C3-DFB6-50673E2EDE5A}"/>
              </a:ext>
            </a:extLst>
          </p:cNvPr>
          <p:cNvSpPr/>
          <p:nvPr/>
        </p:nvSpPr>
        <p:spPr>
          <a:xfrm>
            <a:off x="451550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0" name="Freeform 909">
            <a:extLst>
              <a:ext uri="{FF2B5EF4-FFF2-40B4-BE49-F238E27FC236}">
                <a16:creationId xmlns:a16="http://schemas.microsoft.com/office/drawing/2014/main" id="{6E391B52-B0C9-9718-F03D-9CE947D09DE1}"/>
              </a:ext>
            </a:extLst>
          </p:cNvPr>
          <p:cNvSpPr/>
          <p:nvPr/>
        </p:nvSpPr>
        <p:spPr>
          <a:xfrm>
            <a:off x="451550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1" name="Freeform 910">
            <a:extLst>
              <a:ext uri="{FF2B5EF4-FFF2-40B4-BE49-F238E27FC236}">
                <a16:creationId xmlns:a16="http://schemas.microsoft.com/office/drawing/2014/main" id="{F5CC8C1B-4DB4-BCD7-E877-F6B184FE3BC4}"/>
              </a:ext>
            </a:extLst>
          </p:cNvPr>
          <p:cNvSpPr/>
          <p:nvPr/>
        </p:nvSpPr>
        <p:spPr>
          <a:xfrm>
            <a:off x="451550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2" name="Freeform 911">
            <a:extLst>
              <a:ext uri="{FF2B5EF4-FFF2-40B4-BE49-F238E27FC236}">
                <a16:creationId xmlns:a16="http://schemas.microsoft.com/office/drawing/2014/main" id="{A6A24FD5-DE4D-20A9-36E6-D7CAC87DDBF1}"/>
              </a:ext>
            </a:extLst>
          </p:cNvPr>
          <p:cNvSpPr/>
          <p:nvPr/>
        </p:nvSpPr>
        <p:spPr>
          <a:xfrm>
            <a:off x="451550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3" name="Freeform 912">
            <a:extLst>
              <a:ext uri="{FF2B5EF4-FFF2-40B4-BE49-F238E27FC236}">
                <a16:creationId xmlns:a16="http://schemas.microsoft.com/office/drawing/2014/main" id="{D057D642-0C58-F713-9F5B-47574A7536D8}"/>
              </a:ext>
            </a:extLst>
          </p:cNvPr>
          <p:cNvSpPr/>
          <p:nvPr/>
        </p:nvSpPr>
        <p:spPr>
          <a:xfrm>
            <a:off x="451550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4" name="Freeform 913">
            <a:extLst>
              <a:ext uri="{FF2B5EF4-FFF2-40B4-BE49-F238E27FC236}">
                <a16:creationId xmlns:a16="http://schemas.microsoft.com/office/drawing/2014/main" id="{706068A3-C976-2852-0E24-46DA11CB58DD}"/>
              </a:ext>
            </a:extLst>
          </p:cNvPr>
          <p:cNvSpPr/>
          <p:nvPr/>
        </p:nvSpPr>
        <p:spPr>
          <a:xfrm>
            <a:off x="451550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5" name="Freeform 914">
            <a:extLst>
              <a:ext uri="{FF2B5EF4-FFF2-40B4-BE49-F238E27FC236}">
                <a16:creationId xmlns:a16="http://schemas.microsoft.com/office/drawing/2014/main" id="{2D3A2406-850B-6496-E681-3EC891477897}"/>
              </a:ext>
            </a:extLst>
          </p:cNvPr>
          <p:cNvSpPr/>
          <p:nvPr/>
        </p:nvSpPr>
        <p:spPr>
          <a:xfrm>
            <a:off x="451550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6" name="Freeform 915">
            <a:extLst>
              <a:ext uri="{FF2B5EF4-FFF2-40B4-BE49-F238E27FC236}">
                <a16:creationId xmlns:a16="http://schemas.microsoft.com/office/drawing/2014/main" id="{CBDB3EEA-BFC0-236B-611A-721C31716C7C}"/>
              </a:ext>
            </a:extLst>
          </p:cNvPr>
          <p:cNvSpPr/>
          <p:nvPr/>
        </p:nvSpPr>
        <p:spPr>
          <a:xfrm>
            <a:off x="451550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7" name="Freeform 916">
            <a:extLst>
              <a:ext uri="{FF2B5EF4-FFF2-40B4-BE49-F238E27FC236}">
                <a16:creationId xmlns:a16="http://schemas.microsoft.com/office/drawing/2014/main" id="{1B22BBC9-944B-A73F-BF1B-42418E1BB803}"/>
              </a:ext>
            </a:extLst>
          </p:cNvPr>
          <p:cNvSpPr/>
          <p:nvPr/>
        </p:nvSpPr>
        <p:spPr>
          <a:xfrm>
            <a:off x="451550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8" name="Freeform 917">
            <a:extLst>
              <a:ext uri="{FF2B5EF4-FFF2-40B4-BE49-F238E27FC236}">
                <a16:creationId xmlns:a16="http://schemas.microsoft.com/office/drawing/2014/main" id="{F5E5EEAC-CF7B-0B29-555B-220328FD590A}"/>
              </a:ext>
            </a:extLst>
          </p:cNvPr>
          <p:cNvSpPr/>
          <p:nvPr/>
        </p:nvSpPr>
        <p:spPr>
          <a:xfrm>
            <a:off x="451550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19" name="Freeform 918">
            <a:extLst>
              <a:ext uri="{FF2B5EF4-FFF2-40B4-BE49-F238E27FC236}">
                <a16:creationId xmlns:a16="http://schemas.microsoft.com/office/drawing/2014/main" id="{BEF698A1-154C-DF08-69AF-53DEF7A9B0BC}"/>
              </a:ext>
            </a:extLst>
          </p:cNvPr>
          <p:cNvSpPr/>
          <p:nvPr/>
        </p:nvSpPr>
        <p:spPr>
          <a:xfrm>
            <a:off x="451550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0" name="Freeform 919">
            <a:extLst>
              <a:ext uri="{FF2B5EF4-FFF2-40B4-BE49-F238E27FC236}">
                <a16:creationId xmlns:a16="http://schemas.microsoft.com/office/drawing/2014/main" id="{8777EDA4-A9C9-95AC-833B-C18E7AE611AF}"/>
              </a:ext>
            </a:extLst>
          </p:cNvPr>
          <p:cNvSpPr/>
          <p:nvPr/>
        </p:nvSpPr>
        <p:spPr>
          <a:xfrm>
            <a:off x="451550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1" name="Freeform 920">
            <a:extLst>
              <a:ext uri="{FF2B5EF4-FFF2-40B4-BE49-F238E27FC236}">
                <a16:creationId xmlns:a16="http://schemas.microsoft.com/office/drawing/2014/main" id="{54121617-BCD8-EAEA-B8A9-128B986FC91D}"/>
              </a:ext>
            </a:extLst>
          </p:cNvPr>
          <p:cNvSpPr/>
          <p:nvPr/>
        </p:nvSpPr>
        <p:spPr>
          <a:xfrm>
            <a:off x="451550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2" name="Freeform 921">
            <a:extLst>
              <a:ext uri="{FF2B5EF4-FFF2-40B4-BE49-F238E27FC236}">
                <a16:creationId xmlns:a16="http://schemas.microsoft.com/office/drawing/2014/main" id="{F947C98E-0060-F077-424C-2ADCEC818338}"/>
              </a:ext>
            </a:extLst>
          </p:cNvPr>
          <p:cNvSpPr/>
          <p:nvPr/>
        </p:nvSpPr>
        <p:spPr>
          <a:xfrm>
            <a:off x="459189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3" name="Freeform 922">
            <a:extLst>
              <a:ext uri="{FF2B5EF4-FFF2-40B4-BE49-F238E27FC236}">
                <a16:creationId xmlns:a16="http://schemas.microsoft.com/office/drawing/2014/main" id="{234C6C28-751B-4562-4BB3-9C6A033EC3CD}"/>
              </a:ext>
            </a:extLst>
          </p:cNvPr>
          <p:cNvSpPr/>
          <p:nvPr/>
        </p:nvSpPr>
        <p:spPr>
          <a:xfrm>
            <a:off x="459189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4" name="Freeform 923">
            <a:extLst>
              <a:ext uri="{FF2B5EF4-FFF2-40B4-BE49-F238E27FC236}">
                <a16:creationId xmlns:a16="http://schemas.microsoft.com/office/drawing/2014/main" id="{97D11E1B-4EE0-892C-A4A7-0D7CE67ECDDE}"/>
              </a:ext>
            </a:extLst>
          </p:cNvPr>
          <p:cNvSpPr/>
          <p:nvPr/>
        </p:nvSpPr>
        <p:spPr>
          <a:xfrm>
            <a:off x="459189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5" name="Freeform 924">
            <a:extLst>
              <a:ext uri="{FF2B5EF4-FFF2-40B4-BE49-F238E27FC236}">
                <a16:creationId xmlns:a16="http://schemas.microsoft.com/office/drawing/2014/main" id="{7D2FF7CF-AE2E-8271-9C95-29789418480B}"/>
              </a:ext>
            </a:extLst>
          </p:cNvPr>
          <p:cNvSpPr/>
          <p:nvPr/>
        </p:nvSpPr>
        <p:spPr>
          <a:xfrm>
            <a:off x="459189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6" name="Freeform 925">
            <a:extLst>
              <a:ext uri="{FF2B5EF4-FFF2-40B4-BE49-F238E27FC236}">
                <a16:creationId xmlns:a16="http://schemas.microsoft.com/office/drawing/2014/main" id="{7B0C5010-1430-A825-BE04-277BE7B0F634}"/>
              </a:ext>
            </a:extLst>
          </p:cNvPr>
          <p:cNvSpPr/>
          <p:nvPr/>
        </p:nvSpPr>
        <p:spPr>
          <a:xfrm>
            <a:off x="459189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7" name="Freeform 926">
            <a:extLst>
              <a:ext uri="{FF2B5EF4-FFF2-40B4-BE49-F238E27FC236}">
                <a16:creationId xmlns:a16="http://schemas.microsoft.com/office/drawing/2014/main" id="{BB8FA36D-616D-CB22-CDA8-4C2985C1876A}"/>
              </a:ext>
            </a:extLst>
          </p:cNvPr>
          <p:cNvSpPr/>
          <p:nvPr/>
        </p:nvSpPr>
        <p:spPr>
          <a:xfrm>
            <a:off x="459189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8" name="Freeform 927">
            <a:extLst>
              <a:ext uri="{FF2B5EF4-FFF2-40B4-BE49-F238E27FC236}">
                <a16:creationId xmlns:a16="http://schemas.microsoft.com/office/drawing/2014/main" id="{905715B4-6C6B-1AFF-7AA6-693F2C71D7DC}"/>
              </a:ext>
            </a:extLst>
          </p:cNvPr>
          <p:cNvSpPr/>
          <p:nvPr/>
        </p:nvSpPr>
        <p:spPr>
          <a:xfrm>
            <a:off x="459189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29" name="Freeform 928">
            <a:extLst>
              <a:ext uri="{FF2B5EF4-FFF2-40B4-BE49-F238E27FC236}">
                <a16:creationId xmlns:a16="http://schemas.microsoft.com/office/drawing/2014/main" id="{CEFC326F-3CD3-7ABF-65DB-A9E35AAD5AD1}"/>
              </a:ext>
            </a:extLst>
          </p:cNvPr>
          <p:cNvSpPr/>
          <p:nvPr/>
        </p:nvSpPr>
        <p:spPr>
          <a:xfrm>
            <a:off x="459189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0" name="Freeform 929">
            <a:extLst>
              <a:ext uri="{FF2B5EF4-FFF2-40B4-BE49-F238E27FC236}">
                <a16:creationId xmlns:a16="http://schemas.microsoft.com/office/drawing/2014/main" id="{5F73DEA5-51C7-43AE-5FAD-DC7F36F98D9C}"/>
              </a:ext>
            </a:extLst>
          </p:cNvPr>
          <p:cNvSpPr/>
          <p:nvPr/>
        </p:nvSpPr>
        <p:spPr>
          <a:xfrm>
            <a:off x="459189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1" name="Freeform 930">
            <a:extLst>
              <a:ext uri="{FF2B5EF4-FFF2-40B4-BE49-F238E27FC236}">
                <a16:creationId xmlns:a16="http://schemas.microsoft.com/office/drawing/2014/main" id="{9F05D5F0-38FD-95DA-BFF0-8886ECBA4FA2}"/>
              </a:ext>
            </a:extLst>
          </p:cNvPr>
          <p:cNvSpPr/>
          <p:nvPr/>
        </p:nvSpPr>
        <p:spPr>
          <a:xfrm>
            <a:off x="459189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2" name="Freeform 931">
            <a:extLst>
              <a:ext uri="{FF2B5EF4-FFF2-40B4-BE49-F238E27FC236}">
                <a16:creationId xmlns:a16="http://schemas.microsoft.com/office/drawing/2014/main" id="{0BAE5881-3CF7-E7DC-20BE-583E33512AFE}"/>
              </a:ext>
            </a:extLst>
          </p:cNvPr>
          <p:cNvSpPr/>
          <p:nvPr/>
        </p:nvSpPr>
        <p:spPr>
          <a:xfrm>
            <a:off x="459189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3" name="Freeform 932">
            <a:extLst>
              <a:ext uri="{FF2B5EF4-FFF2-40B4-BE49-F238E27FC236}">
                <a16:creationId xmlns:a16="http://schemas.microsoft.com/office/drawing/2014/main" id="{D3A8D992-66CF-E289-B1C2-89D29AA6A297}"/>
              </a:ext>
            </a:extLst>
          </p:cNvPr>
          <p:cNvSpPr/>
          <p:nvPr/>
        </p:nvSpPr>
        <p:spPr>
          <a:xfrm>
            <a:off x="459189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4" name="Freeform 933">
            <a:extLst>
              <a:ext uri="{FF2B5EF4-FFF2-40B4-BE49-F238E27FC236}">
                <a16:creationId xmlns:a16="http://schemas.microsoft.com/office/drawing/2014/main" id="{6D75C97B-87AA-9BEB-7B8F-187EFD6A2CC2}"/>
              </a:ext>
            </a:extLst>
          </p:cNvPr>
          <p:cNvSpPr/>
          <p:nvPr/>
        </p:nvSpPr>
        <p:spPr>
          <a:xfrm>
            <a:off x="459189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5" name="Freeform 934">
            <a:extLst>
              <a:ext uri="{FF2B5EF4-FFF2-40B4-BE49-F238E27FC236}">
                <a16:creationId xmlns:a16="http://schemas.microsoft.com/office/drawing/2014/main" id="{9DE34276-7514-5261-CA0F-F250C7433120}"/>
              </a:ext>
            </a:extLst>
          </p:cNvPr>
          <p:cNvSpPr/>
          <p:nvPr/>
        </p:nvSpPr>
        <p:spPr>
          <a:xfrm>
            <a:off x="459189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6" name="Freeform 935">
            <a:extLst>
              <a:ext uri="{FF2B5EF4-FFF2-40B4-BE49-F238E27FC236}">
                <a16:creationId xmlns:a16="http://schemas.microsoft.com/office/drawing/2014/main" id="{C1DEA2FE-DA6E-0B1D-C288-C934F54376BF}"/>
              </a:ext>
            </a:extLst>
          </p:cNvPr>
          <p:cNvSpPr/>
          <p:nvPr/>
        </p:nvSpPr>
        <p:spPr>
          <a:xfrm>
            <a:off x="459189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7" name="Freeform 936">
            <a:extLst>
              <a:ext uri="{FF2B5EF4-FFF2-40B4-BE49-F238E27FC236}">
                <a16:creationId xmlns:a16="http://schemas.microsoft.com/office/drawing/2014/main" id="{800B6AB2-66FF-CD65-0070-47395867448B}"/>
              </a:ext>
            </a:extLst>
          </p:cNvPr>
          <p:cNvSpPr/>
          <p:nvPr/>
        </p:nvSpPr>
        <p:spPr>
          <a:xfrm>
            <a:off x="459189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8" name="Freeform 937">
            <a:extLst>
              <a:ext uri="{FF2B5EF4-FFF2-40B4-BE49-F238E27FC236}">
                <a16:creationId xmlns:a16="http://schemas.microsoft.com/office/drawing/2014/main" id="{A41A2571-2A3A-2F65-7D76-906DF943B4D6}"/>
              </a:ext>
            </a:extLst>
          </p:cNvPr>
          <p:cNvSpPr/>
          <p:nvPr/>
        </p:nvSpPr>
        <p:spPr>
          <a:xfrm>
            <a:off x="459189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39" name="Freeform 938">
            <a:extLst>
              <a:ext uri="{FF2B5EF4-FFF2-40B4-BE49-F238E27FC236}">
                <a16:creationId xmlns:a16="http://schemas.microsoft.com/office/drawing/2014/main" id="{556CE7BA-9D5B-EC03-432B-9CB4E6C157F2}"/>
              </a:ext>
            </a:extLst>
          </p:cNvPr>
          <p:cNvSpPr/>
          <p:nvPr/>
        </p:nvSpPr>
        <p:spPr>
          <a:xfrm>
            <a:off x="459189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0" name="Freeform 939">
            <a:extLst>
              <a:ext uri="{FF2B5EF4-FFF2-40B4-BE49-F238E27FC236}">
                <a16:creationId xmlns:a16="http://schemas.microsoft.com/office/drawing/2014/main" id="{449F3142-7A83-BD74-0614-909630592136}"/>
              </a:ext>
            </a:extLst>
          </p:cNvPr>
          <p:cNvSpPr/>
          <p:nvPr/>
        </p:nvSpPr>
        <p:spPr>
          <a:xfrm>
            <a:off x="459189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1" name="Freeform 940">
            <a:extLst>
              <a:ext uri="{FF2B5EF4-FFF2-40B4-BE49-F238E27FC236}">
                <a16:creationId xmlns:a16="http://schemas.microsoft.com/office/drawing/2014/main" id="{66E3EEAD-13FC-B973-F101-9AFED284F674}"/>
              </a:ext>
            </a:extLst>
          </p:cNvPr>
          <p:cNvSpPr/>
          <p:nvPr/>
        </p:nvSpPr>
        <p:spPr>
          <a:xfrm>
            <a:off x="4668240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2" name="Freeform 941">
            <a:extLst>
              <a:ext uri="{FF2B5EF4-FFF2-40B4-BE49-F238E27FC236}">
                <a16:creationId xmlns:a16="http://schemas.microsoft.com/office/drawing/2014/main" id="{C238CD24-1EA0-7742-4250-70C67B35A31D}"/>
              </a:ext>
            </a:extLst>
          </p:cNvPr>
          <p:cNvSpPr/>
          <p:nvPr/>
        </p:nvSpPr>
        <p:spPr>
          <a:xfrm>
            <a:off x="4668240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3" name="Freeform 942">
            <a:extLst>
              <a:ext uri="{FF2B5EF4-FFF2-40B4-BE49-F238E27FC236}">
                <a16:creationId xmlns:a16="http://schemas.microsoft.com/office/drawing/2014/main" id="{2FDCFE04-0683-32DB-341E-E9938D277CE7}"/>
              </a:ext>
            </a:extLst>
          </p:cNvPr>
          <p:cNvSpPr/>
          <p:nvPr/>
        </p:nvSpPr>
        <p:spPr>
          <a:xfrm>
            <a:off x="4668240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4" name="Freeform 943">
            <a:extLst>
              <a:ext uri="{FF2B5EF4-FFF2-40B4-BE49-F238E27FC236}">
                <a16:creationId xmlns:a16="http://schemas.microsoft.com/office/drawing/2014/main" id="{78346EC4-F9DA-6F9B-C387-9A4FD675D564}"/>
              </a:ext>
            </a:extLst>
          </p:cNvPr>
          <p:cNvSpPr/>
          <p:nvPr/>
        </p:nvSpPr>
        <p:spPr>
          <a:xfrm>
            <a:off x="4668240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5" name="Freeform 944">
            <a:extLst>
              <a:ext uri="{FF2B5EF4-FFF2-40B4-BE49-F238E27FC236}">
                <a16:creationId xmlns:a16="http://schemas.microsoft.com/office/drawing/2014/main" id="{2337A0A8-928D-9B33-8310-726AFD054CD7}"/>
              </a:ext>
            </a:extLst>
          </p:cNvPr>
          <p:cNvSpPr/>
          <p:nvPr/>
        </p:nvSpPr>
        <p:spPr>
          <a:xfrm>
            <a:off x="4668240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6" name="Freeform 945">
            <a:extLst>
              <a:ext uri="{FF2B5EF4-FFF2-40B4-BE49-F238E27FC236}">
                <a16:creationId xmlns:a16="http://schemas.microsoft.com/office/drawing/2014/main" id="{DBB8EF3C-926F-85AD-9499-31872EFD2C3E}"/>
              </a:ext>
            </a:extLst>
          </p:cNvPr>
          <p:cNvSpPr/>
          <p:nvPr/>
        </p:nvSpPr>
        <p:spPr>
          <a:xfrm>
            <a:off x="4668240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7" name="Freeform 946">
            <a:extLst>
              <a:ext uri="{FF2B5EF4-FFF2-40B4-BE49-F238E27FC236}">
                <a16:creationId xmlns:a16="http://schemas.microsoft.com/office/drawing/2014/main" id="{0D167549-64CC-46B1-887A-0194F4FEC51B}"/>
              </a:ext>
            </a:extLst>
          </p:cNvPr>
          <p:cNvSpPr/>
          <p:nvPr/>
        </p:nvSpPr>
        <p:spPr>
          <a:xfrm>
            <a:off x="4668240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8" name="Freeform 947">
            <a:extLst>
              <a:ext uri="{FF2B5EF4-FFF2-40B4-BE49-F238E27FC236}">
                <a16:creationId xmlns:a16="http://schemas.microsoft.com/office/drawing/2014/main" id="{CDF4A9EF-CE33-F2D3-8B29-6FE57B159A52}"/>
              </a:ext>
            </a:extLst>
          </p:cNvPr>
          <p:cNvSpPr/>
          <p:nvPr/>
        </p:nvSpPr>
        <p:spPr>
          <a:xfrm>
            <a:off x="4668240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49" name="Freeform 948">
            <a:extLst>
              <a:ext uri="{FF2B5EF4-FFF2-40B4-BE49-F238E27FC236}">
                <a16:creationId xmlns:a16="http://schemas.microsoft.com/office/drawing/2014/main" id="{0280DC5F-09B2-50C9-A80E-A673769E3E5B}"/>
              </a:ext>
            </a:extLst>
          </p:cNvPr>
          <p:cNvSpPr/>
          <p:nvPr/>
        </p:nvSpPr>
        <p:spPr>
          <a:xfrm>
            <a:off x="4668240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0" name="Freeform 949">
            <a:extLst>
              <a:ext uri="{FF2B5EF4-FFF2-40B4-BE49-F238E27FC236}">
                <a16:creationId xmlns:a16="http://schemas.microsoft.com/office/drawing/2014/main" id="{91964FF4-F64D-3DF5-8E99-6C1D9B3842C0}"/>
              </a:ext>
            </a:extLst>
          </p:cNvPr>
          <p:cNvSpPr/>
          <p:nvPr/>
        </p:nvSpPr>
        <p:spPr>
          <a:xfrm>
            <a:off x="4668240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1" name="Freeform 950">
            <a:extLst>
              <a:ext uri="{FF2B5EF4-FFF2-40B4-BE49-F238E27FC236}">
                <a16:creationId xmlns:a16="http://schemas.microsoft.com/office/drawing/2014/main" id="{10A85A9A-C8EF-8212-B5DF-E6918188B92E}"/>
              </a:ext>
            </a:extLst>
          </p:cNvPr>
          <p:cNvSpPr/>
          <p:nvPr/>
        </p:nvSpPr>
        <p:spPr>
          <a:xfrm>
            <a:off x="4668240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3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2" name="Freeform 951">
            <a:extLst>
              <a:ext uri="{FF2B5EF4-FFF2-40B4-BE49-F238E27FC236}">
                <a16:creationId xmlns:a16="http://schemas.microsoft.com/office/drawing/2014/main" id="{37995A50-BF20-A6CF-0E15-1D1246853220}"/>
              </a:ext>
            </a:extLst>
          </p:cNvPr>
          <p:cNvSpPr/>
          <p:nvPr/>
        </p:nvSpPr>
        <p:spPr>
          <a:xfrm>
            <a:off x="4668240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3" name="Freeform 952">
            <a:extLst>
              <a:ext uri="{FF2B5EF4-FFF2-40B4-BE49-F238E27FC236}">
                <a16:creationId xmlns:a16="http://schemas.microsoft.com/office/drawing/2014/main" id="{44E031A1-DC1A-B462-36CC-40C9216B10E0}"/>
              </a:ext>
            </a:extLst>
          </p:cNvPr>
          <p:cNvSpPr/>
          <p:nvPr/>
        </p:nvSpPr>
        <p:spPr>
          <a:xfrm>
            <a:off x="4668240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4" name="Freeform 953">
            <a:extLst>
              <a:ext uri="{FF2B5EF4-FFF2-40B4-BE49-F238E27FC236}">
                <a16:creationId xmlns:a16="http://schemas.microsoft.com/office/drawing/2014/main" id="{090D543B-D670-5C5B-0325-5B0D531233E7}"/>
              </a:ext>
            </a:extLst>
          </p:cNvPr>
          <p:cNvSpPr/>
          <p:nvPr/>
        </p:nvSpPr>
        <p:spPr>
          <a:xfrm>
            <a:off x="4668240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32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5" name="Freeform 954">
            <a:extLst>
              <a:ext uri="{FF2B5EF4-FFF2-40B4-BE49-F238E27FC236}">
                <a16:creationId xmlns:a16="http://schemas.microsoft.com/office/drawing/2014/main" id="{FB343FD8-7722-54DB-51AE-9D91B358A524}"/>
              </a:ext>
            </a:extLst>
          </p:cNvPr>
          <p:cNvSpPr/>
          <p:nvPr/>
        </p:nvSpPr>
        <p:spPr>
          <a:xfrm>
            <a:off x="4668240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6" name="Freeform 955">
            <a:extLst>
              <a:ext uri="{FF2B5EF4-FFF2-40B4-BE49-F238E27FC236}">
                <a16:creationId xmlns:a16="http://schemas.microsoft.com/office/drawing/2014/main" id="{99DD26E2-53F8-3596-C46A-C625F494B133}"/>
              </a:ext>
            </a:extLst>
          </p:cNvPr>
          <p:cNvSpPr/>
          <p:nvPr/>
        </p:nvSpPr>
        <p:spPr>
          <a:xfrm>
            <a:off x="4668240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7" name="Freeform 956">
            <a:extLst>
              <a:ext uri="{FF2B5EF4-FFF2-40B4-BE49-F238E27FC236}">
                <a16:creationId xmlns:a16="http://schemas.microsoft.com/office/drawing/2014/main" id="{740509A4-5F61-A05D-E336-584D3C610E20}"/>
              </a:ext>
            </a:extLst>
          </p:cNvPr>
          <p:cNvSpPr/>
          <p:nvPr/>
        </p:nvSpPr>
        <p:spPr>
          <a:xfrm>
            <a:off x="4668240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8" name="Freeform 957">
            <a:extLst>
              <a:ext uri="{FF2B5EF4-FFF2-40B4-BE49-F238E27FC236}">
                <a16:creationId xmlns:a16="http://schemas.microsoft.com/office/drawing/2014/main" id="{F71DA16E-C3A8-50D0-8705-E89CAFB40698}"/>
              </a:ext>
            </a:extLst>
          </p:cNvPr>
          <p:cNvSpPr/>
          <p:nvPr/>
        </p:nvSpPr>
        <p:spPr>
          <a:xfrm>
            <a:off x="4668240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59" name="Freeform 958">
            <a:extLst>
              <a:ext uri="{FF2B5EF4-FFF2-40B4-BE49-F238E27FC236}">
                <a16:creationId xmlns:a16="http://schemas.microsoft.com/office/drawing/2014/main" id="{D8A248F4-BCC9-4B65-95CF-24DF0D6499C0}"/>
              </a:ext>
            </a:extLst>
          </p:cNvPr>
          <p:cNvSpPr/>
          <p:nvPr/>
        </p:nvSpPr>
        <p:spPr>
          <a:xfrm>
            <a:off x="4668240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0" name="Freeform 959">
            <a:extLst>
              <a:ext uri="{FF2B5EF4-FFF2-40B4-BE49-F238E27FC236}">
                <a16:creationId xmlns:a16="http://schemas.microsoft.com/office/drawing/2014/main" id="{85C2DE07-070C-5AE4-0575-B6CCFAC6BAB0}"/>
              </a:ext>
            </a:extLst>
          </p:cNvPr>
          <p:cNvSpPr/>
          <p:nvPr/>
        </p:nvSpPr>
        <p:spPr>
          <a:xfrm>
            <a:off x="4744626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1" name="Freeform 960">
            <a:extLst>
              <a:ext uri="{FF2B5EF4-FFF2-40B4-BE49-F238E27FC236}">
                <a16:creationId xmlns:a16="http://schemas.microsoft.com/office/drawing/2014/main" id="{0ADC5682-E7E5-BCB7-18B4-DA24B4AFDF84}"/>
              </a:ext>
            </a:extLst>
          </p:cNvPr>
          <p:cNvSpPr/>
          <p:nvPr/>
        </p:nvSpPr>
        <p:spPr>
          <a:xfrm>
            <a:off x="4744626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2" name="Freeform 961">
            <a:extLst>
              <a:ext uri="{FF2B5EF4-FFF2-40B4-BE49-F238E27FC236}">
                <a16:creationId xmlns:a16="http://schemas.microsoft.com/office/drawing/2014/main" id="{03D30F33-A813-911C-6D55-7E7EADA7F270}"/>
              </a:ext>
            </a:extLst>
          </p:cNvPr>
          <p:cNvSpPr/>
          <p:nvPr/>
        </p:nvSpPr>
        <p:spPr>
          <a:xfrm>
            <a:off x="4744626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3" name="Freeform 962">
            <a:extLst>
              <a:ext uri="{FF2B5EF4-FFF2-40B4-BE49-F238E27FC236}">
                <a16:creationId xmlns:a16="http://schemas.microsoft.com/office/drawing/2014/main" id="{2205FABD-7A04-7C9D-626E-80FE501E6826}"/>
              </a:ext>
            </a:extLst>
          </p:cNvPr>
          <p:cNvSpPr/>
          <p:nvPr/>
        </p:nvSpPr>
        <p:spPr>
          <a:xfrm>
            <a:off x="4744626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4" name="Freeform 963">
            <a:extLst>
              <a:ext uri="{FF2B5EF4-FFF2-40B4-BE49-F238E27FC236}">
                <a16:creationId xmlns:a16="http://schemas.microsoft.com/office/drawing/2014/main" id="{8EC14C7D-BCE1-08C9-A208-63C5C007F50A}"/>
              </a:ext>
            </a:extLst>
          </p:cNvPr>
          <p:cNvSpPr/>
          <p:nvPr/>
        </p:nvSpPr>
        <p:spPr>
          <a:xfrm>
            <a:off x="4744626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5" name="Freeform 964">
            <a:extLst>
              <a:ext uri="{FF2B5EF4-FFF2-40B4-BE49-F238E27FC236}">
                <a16:creationId xmlns:a16="http://schemas.microsoft.com/office/drawing/2014/main" id="{E47EDBD0-4387-CEA3-C68E-5718A51A34BA}"/>
              </a:ext>
            </a:extLst>
          </p:cNvPr>
          <p:cNvSpPr/>
          <p:nvPr/>
        </p:nvSpPr>
        <p:spPr>
          <a:xfrm>
            <a:off x="4744626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6" name="Freeform 965">
            <a:extLst>
              <a:ext uri="{FF2B5EF4-FFF2-40B4-BE49-F238E27FC236}">
                <a16:creationId xmlns:a16="http://schemas.microsoft.com/office/drawing/2014/main" id="{68E6E50D-13BA-42A6-C9B9-4F485EEE64AA}"/>
              </a:ext>
            </a:extLst>
          </p:cNvPr>
          <p:cNvSpPr/>
          <p:nvPr/>
        </p:nvSpPr>
        <p:spPr>
          <a:xfrm>
            <a:off x="4744626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7" name="Freeform 966">
            <a:extLst>
              <a:ext uri="{FF2B5EF4-FFF2-40B4-BE49-F238E27FC236}">
                <a16:creationId xmlns:a16="http://schemas.microsoft.com/office/drawing/2014/main" id="{25E4C8A4-13F3-0073-F622-66683AA2D198}"/>
              </a:ext>
            </a:extLst>
          </p:cNvPr>
          <p:cNvSpPr/>
          <p:nvPr/>
        </p:nvSpPr>
        <p:spPr>
          <a:xfrm>
            <a:off x="4744626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8" name="Freeform 967">
            <a:extLst>
              <a:ext uri="{FF2B5EF4-FFF2-40B4-BE49-F238E27FC236}">
                <a16:creationId xmlns:a16="http://schemas.microsoft.com/office/drawing/2014/main" id="{1304C6A9-EE4E-7003-4F00-2492D0AE6C42}"/>
              </a:ext>
            </a:extLst>
          </p:cNvPr>
          <p:cNvSpPr/>
          <p:nvPr/>
        </p:nvSpPr>
        <p:spPr>
          <a:xfrm>
            <a:off x="4744626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69" name="Freeform 968">
            <a:extLst>
              <a:ext uri="{FF2B5EF4-FFF2-40B4-BE49-F238E27FC236}">
                <a16:creationId xmlns:a16="http://schemas.microsoft.com/office/drawing/2014/main" id="{80769E9E-2BFA-C649-6BDF-42DC3BFCD1D0}"/>
              </a:ext>
            </a:extLst>
          </p:cNvPr>
          <p:cNvSpPr/>
          <p:nvPr/>
        </p:nvSpPr>
        <p:spPr>
          <a:xfrm>
            <a:off x="4744626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0" name="Freeform 969">
            <a:extLst>
              <a:ext uri="{FF2B5EF4-FFF2-40B4-BE49-F238E27FC236}">
                <a16:creationId xmlns:a16="http://schemas.microsoft.com/office/drawing/2014/main" id="{5842633C-D9A1-A517-2833-7C59A6BE4885}"/>
              </a:ext>
            </a:extLst>
          </p:cNvPr>
          <p:cNvSpPr/>
          <p:nvPr/>
        </p:nvSpPr>
        <p:spPr>
          <a:xfrm>
            <a:off x="4744626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1" name="Freeform 970">
            <a:extLst>
              <a:ext uri="{FF2B5EF4-FFF2-40B4-BE49-F238E27FC236}">
                <a16:creationId xmlns:a16="http://schemas.microsoft.com/office/drawing/2014/main" id="{EEB6A35F-EC18-BD4D-1926-411CD9CDA280}"/>
              </a:ext>
            </a:extLst>
          </p:cNvPr>
          <p:cNvSpPr/>
          <p:nvPr/>
        </p:nvSpPr>
        <p:spPr>
          <a:xfrm>
            <a:off x="4744626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2" name="Freeform 971">
            <a:extLst>
              <a:ext uri="{FF2B5EF4-FFF2-40B4-BE49-F238E27FC236}">
                <a16:creationId xmlns:a16="http://schemas.microsoft.com/office/drawing/2014/main" id="{B3D2C284-78F6-DF3F-A2C1-FBCC5B999FB8}"/>
              </a:ext>
            </a:extLst>
          </p:cNvPr>
          <p:cNvSpPr/>
          <p:nvPr/>
        </p:nvSpPr>
        <p:spPr>
          <a:xfrm>
            <a:off x="4744626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3" name="Freeform 972">
            <a:extLst>
              <a:ext uri="{FF2B5EF4-FFF2-40B4-BE49-F238E27FC236}">
                <a16:creationId xmlns:a16="http://schemas.microsoft.com/office/drawing/2014/main" id="{5D3FE591-21B2-9CBE-66D3-F8B26AEF32E8}"/>
              </a:ext>
            </a:extLst>
          </p:cNvPr>
          <p:cNvSpPr/>
          <p:nvPr/>
        </p:nvSpPr>
        <p:spPr>
          <a:xfrm>
            <a:off x="4744626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4" name="Freeform 973">
            <a:extLst>
              <a:ext uri="{FF2B5EF4-FFF2-40B4-BE49-F238E27FC236}">
                <a16:creationId xmlns:a16="http://schemas.microsoft.com/office/drawing/2014/main" id="{F32FA920-7DC3-7E71-ED06-39216E0A9DF0}"/>
              </a:ext>
            </a:extLst>
          </p:cNvPr>
          <p:cNvSpPr/>
          <p:nvPr/>
        </p:nvSpPr>
        <p:spPr>
          <a:xfrm>
            <a:off x="4744626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5" name="Freeform 974">
            <a:extLst>
              <a:ext uri="{FF2B5EF4-FFF2-40B4-BE49-F238E27FC236}">
                <a16:creationId xmlns:a16="http://schemas.microsoft.com/office/drawing/2014/main" id="{7847A87E-A19B-5D55-5837-D0B3C200C0DC}"/>
              </a:ext>
            </a:extLst>
          </p:cNvPr>
          <p:cNvSpPr/>
          <p:nvPr/>
        </p:nvSpPr>
        <p:spPr>
          <a:xfrm>
            <a:off x="4744626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6" name="Freeform 975">
            <a:extLst>
              <a:ext uri="{FF2B5EF4-FFF2-40B4-BE49-F238E27FC236}">
                <a16:creationId xmlns:a16="http://schemas.microsoft.com/office/drawing/2014/main" id="{66610720-7092-4CF6-C9EB-18A8E7424D6E}"/>
              </a:ext>
            </a:extLst>
          </p:cNvPr>
          <p:cNvSpPr/>
          <p:nvPr/>
        </p:nvSpPr>
        <p:spPr>
          <a:xfrm>
            <a:off x="4744626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7" name="Freeform 976">
            <a:extLst>
              <a:ext uri="{FF2B5EF4-FFF2-40B4-BE49-F238E27FC236}">
                <a16:creationId xmlns:a16="http://schemas.microsoft.com/office/drawing/2014/main" id="{F56159E9-5685-8259-4FA4-24CB93466E9A}"/>
              </a:ext>
            </a:extLst>
          </p:cNvPr>
          <p:cNvSpPr/>
          <p:nvPr/>
        </p:nvSpPr>
        <p:spPr>
          <a:xfrm>
            <a:off x="4744626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8" name="Freeform 977">
            <a:extLst>
              <a:ext uri="{FF2B5EF4-FFF2-40B4-BE49-F238E27FC236}">
                <a16:creationId xmlns:a16="http://schemas.microsoft.com/office/drawing/2014/main" id="{F81D8FE5-CF14-8F7D-65E8-22E958B4743A}"/>
              </a:ext>
            </a:extLst>
          </p:cNvPr>
          <p:cNvSpPr/>
          <p:nvPr/>
        </p:nvSpPr>
        <p:spPr>
          <a:xfrm>
            <a:off x="4744626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79" name="Freeform 978">
            <a:extLst>
              <a:ext uri="{FF2B5EF4-FFF2-40B4-BE49-F238E27FC236}">
                <a16:creationId xmlns:a16="http://schemas.microsoft.com/office/drawing/2014/main" id="{5F5CE23D-6AFF-A790-01C6-3874CD18F645}"/>
              </a:ext>
            </a:extLst>
          </p:cNvPr>
          <p:cNvSpPr/>
          <p:nvPr/>
        </p:nvSpPr>
        <p:spPr>
          <a:xfrm>
            <a:off x="482097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0" name="Freeform 979">
            <a:extLst>
              <a:ext uri="{FF2B5EF4-FFF2-40B4-BE49-F238E27FC236}">
                <a16:creationId xmlns:a16="http://schemas.microsoft.com/office/drawing/2014/main" id="{6C78359B-1E3A-797B-7BB3-CF121C7457F5}"/>
              </a:ext>
            </a:extLst>
          </p:cNvPr>
          <p:cNvSpPr/>
          <p:nvPr/>
        </p:nvSpPr>
        <p:spPr>
          <a:xfrm>
            <a:off x="482097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1" name="Freeform 980">
            <a:extLst>
              <a:ext uri="{FF2B5EF4-FFF2-40B4-BE49-F238E27FC236}">
                <a16:creationId xmlns:a16="http://schemas.microsoft.com/office/drawing/2014/main" id="{596406FE-2E72-3D70-8D68-2D75FB8DD15E}"/>
              </a:ext>
            </a:extLst>
          </p:cNvPr>
          <p:cNvSpPr/>
          <p:nvPr/>
        </p:nvSpPr>
        <p:spPr>
          <a:xfrm>
            <a:off x="482097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2" name="Freeform 981">
            <a:extLst>
              <a:ext uri="{FF2B5EF4-FFF2-40B4-BE49-F238E27FC236}">
                <a16:creationId xmlns:a16="http://schemas.microsoft.com/office/drawing/2014/main" id="{D006A694-4A9A-582C-81AD-2AC0CAD24AC6}"/>
              </a:ext>
            </a:extLst>
          </p:cNvPr>
          <p:cNvSpPr/>
          <p:nvPr/>
        </p:nvSpPr>
        <p:spPr>
          <a:xfrm>
            <a:off x="482097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93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3" name="Freeform 982">
            <a:extLst>
              <a:ext uri="{FF2B5EF4-FFF2-40B4-BE49-F238E27FC236}">
                <a16:creationId xmlns:a16="http://schemas.microsoft.com/office/drawing/2014/main" id="{C0CF698B-203B-1057-FF31-1E8B5F47E263}"/>
              </a:ext>
            </a:extLst>
          </p:cNvPr>
          <p:cNvSpPr/>
          <p:nvPr/>
        </p:nvSpPr>
        <p:spPr>
          <a:xfrm>
            <a:off x="482097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4" name="Freeform 983">
            <a:extLst>
              <a:ext uri="{FF2B5EF4-FFF2-40B4-BE49-F238E27FC236}">
                <a16:creationId xmlns:a16="http://schemas.microsoft.com/office/drawing/2014/main" id="{FDA5BD36-7D62-7F91-4367-0A54F9460CFD}"/>
              </a:ext>
            </a:extLst>
          </p:cNvPr>
          <p:cNvSpPr/>
          <p:nvPr/>
        </p:nvSpPr>
        <p:spPr>
          <a:xfrm>
            <a:off x="482097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5" name="Freeform 984">
            <a:extLst>
              <a:ext uri="{FF2B5EF4-FFF2-40B4-BE49-F238E27FC236}">
                <a16:creationId xmlns:a16="http://schemas.microsoft.com/office/drawing/2014/main" id="{2EF46836-111A-95D7-03DB-41CF6043D38E}"/>
              </a:ext>
            </a:extLst>
          </p:cNvPr>
          <p:cNvSpPr/>
          <p:nvPr/>
        </p:nvSpPr>
        <p:spPr>
          <a:xfrm>
            <a:off x="482097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6" name="Freeform 985">
            <a:extLst>
              <a:ext uri="{FF2B5EF4-FFF2-40B4-BE49-F238E27FC236}">
                <a16:creationId xmlns:a16="http://schemas.microsoft.com/office/drawing/2014/main" id="{D151074F-D7CE-3B5C-118E-9FAE712C0C44}"/>
              </a:ext>
            </a:extLst>
          </p:cNvPr>
          <p:cNvSpPr/>
          <p:nvPr/>
        </p:nvSpPr>
        <p:spPr>
          <a:xfrm>
            <a:off x="482097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7" name="Freeform 986">
            <a:extLst>
              <a:ext uri="{FF2B5EF4-FFF2-40B4-BE49-F238E27FC236}">
                <a16:creationId xmlns:a16="http://schemas.microsoft.com/office/drawing/2014/main" id="{0E41A70B-3D24-75C6-833B-0021DCB1EDB7}"/>
              </a:ext>
            </a:extLst>
          </p:cNvPr>
          <p:cNvSpPr/>
          <p:nvPr/>
        </p:nvSpPr>
        <p:spPr>
          <a:xfrm>
            <a:off x="482097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8" name="Freeform 987">
            <a:extLst>
              <a:ext uri="{FF2B5EF4-FFF2-40B4-BE49-F238E27FC236}">
                <a16:creationId xmlns:a16="http://schemas.microsoft.com/office/drawing/2014/main" id="{EBF09482-F783-0703-FA7A-8ACAFE8FBE96}"/>
              </a:ext>
            </a:extLst>
          </p:cNvPr>
          <p:cNvSpPr/>
          <p:nvPr/>
        </p:nvSpPr>
        <p:spPr>
          <a:xfrm>
            <a:off x="482097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89" name="Freeform 988">
            <a:extLst>
              <a:ext uri="{FF2B5EF4-FFF2-40B4-BE49-F238E27FC236}">
                <a16:creationId xmlns:a16="http://schemas.microsoft.com/office/drawing/2014/main" id="{A4CA20B3-6C1D-09B4-8858-EDD6D1089D19}"/>
              </a:ext>
            </a:extLst>
          </p:cNvPr>
          <p:cNvSpPr/>
          <p:nvPr/>
        </p:nvSpPr>
        <p:spPr>
          <a:xfrm>
            <a:off x="482097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0" name="Freeform 989">
            <a:extLst>
              <a:ext uri="{FF2B5EF4-FFF2-40B4-BE49-F238E27FC236}">
                <a16:creationId xmlns:a16="http://schemas.microsoft.com/office/drawing/2014/main" id="{C03979D0-B101-36B5-B58E-5558D80D99EF}"/>
              </a:ext>
            </a:extLst>
          </p:cNvPr>
          <p:cNvSpPr/>
          <p:nvPr/>
        </p:nvSpPr>
        <p:spPr>
          <a:xfrm>
            <a:off x="482097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1" name="Freeform 990">
            <a:extLst>
              <a:ext uri="{FF2B5EF4-FFF2-40B4-BE49-F238E27FC236}">
                <a16:creationId xmlns:a16="http://schemas.microsoft.com/office/drawing/2014/main" id="{233416E3-7414-B630-3C79-09D471B5FC52}"/>
              </a:ext>
            </a:extLst>
          </p:cNvPr>
          <p:cNvSpPr/>
          <p:nvPr/>
        </p:nvSpPr>
        <p:spPr>
          <a:xfrm>
            <a:off x="482097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2" name="Freeform 991">
            <a:extLst>
              <a:ext uri="{FF2B5EF4-FFF2-40B4-BE49-F238E27FC236}">
                <a16:creationId xmlns:a16="http://schemas.microsoft.com/office/drawing/2014/main" id="{12E6E807-E0C0-F20B-8F9A-BE7AC0FD7018}"/>
              </a:ext>
            </a:extLst>
          </p:cNvPr>
          <p:cNvSpPr/>
          <p:nvPr/>
        </p:nvSpPr>
        <p:spPr>
          <a:xfrm>
            <a:off x="482097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3" name="Freeform 992">
            <a:extLst>
              <a:ext uri="{FF2B5EF4-FFF2-40B4-BE49-F238E27FC236}">
                <a16:creationId xmlns:a16="http://schemas.microsoft.com/office/drawing/2014/main" id="{85E36B90-2517-C1C9-A00C-51501B485890}"/>
              </a:ext>
            </a:extLst>
          </p:cNvPr>
          <p:cNvSpPr/>
          <p:nvPr/>
        </p:nvSpPr>
        <p:spPr>
          <a:xfrm>
            <a:off x="482097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4" name="Freeform 993">
            <a:extLst>
              <a:ext uri="{FF2B5EF4-FFF2-40B4-BE49-F238E27FC236}">
                <a16:creationId xmlns:a16="http://schemas.microsoft.com/office/drawing/2014/main" id="{7E343043-CB05-DE62-B7DC-92D77A9C68D1}"/>
              </a:ext>
            </a:extLst>
          </p:cNvPr>
          <p:cNvSpPr/>
          <p:nvPr/>
        </p:nvSpPr>
        <p:spPr>
          <a:xfrm>
            <a:off x="482097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5" name="Freeform 994">
            <a:extLst>
              <a:ext uri="{FF2B5EF4-FFF2-40B4-BE49-F238E27FC236}">
                <a16:creationId xmlns:a16="http://schemas.microsoft.com/office/drawing/2014/main" id="{D754BE72-FD86-7D44-16CE-CB5875B1D1F2}"/>
              </a:ext>
            </a:extLst>
          </p:cNvPr>
          <p:cNvSpPr/>
          <p:nvPr/>
        </p:nvSpPr>
        <p:spPr>
          <a:xfrm>
            <a:off x="482097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6" name="Freeform 995">
            <a:extLst>
              <a:ext uri="{FF2B5EF4-FFF2-40B4-BE49-F238E27FC236}">
                <a16:creationId xmlns:a16="http://schemas.microsoft.com/office/drawing/2014/main" id="{ABC4CDB7-4C57-D127-D78F-467C32A693AF}"/>
              </a:ext>
            </a:extLst>
          </p:cNvPr>
          <p:cNvSpPr/>
          <p:nvPr/>
        </p:nvSpPr>
        <p:spPr>
          <a:xfrm>
            <a:off x="482097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7" name="Freeform 996">
            <a:extLst>
              <a:ext uri="{FF2B5EF4-FFF2-40B4-BE49-F238E27FC236}">
                <a16:creationId xmlns:a16="http://schemas.microsoft.com/office/drawing/2014/main" id="{58DA580D-CC88-5316-2EB9-F45CD087A2B6}"/>
              </a:ext>
            </a:extLst>
          </p:cNvPr>
          <p:cNvSpPr/>
          <p:nvPr/>
        </p:nvSpPr>
        <p:spPr>
          <a:xfrm>
            <a:off x="482097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8" name="Freeform 997">
            <a:extLst>
              <a:ext uri="{FF2B5EF4-FFF2-40B4-BE49-F238E27FC236}">
                <a16:creationId xmlns:a16="http://schemas.microsoft.com/office/drawing/2014/main" id="{01CD0FD1-BDF3-3160-B760-0E0A729BA7F0}"/>
              </a:ext>
            </a:extLst>
          </p:cNvPr>
          <p:cNvSpPr/>
          <p:nvPr/>
        </p:nvSpPr>
        <p:spPr>
          <a:xfrm>
            <a:off x="4897361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99" name="Freeform 998">
            <a:extLst>
              <a:ext uri="{FF2B5EF4-FFF2-40B4-BE49-F238E27FC236}">
                <a16:creationId xmlns:a16="http://schemas.microsoft.com/office/drawing/2014/main" id="{538F6EFC-E12C-BE4C-0254-B23D2CC9AB7B}"/>
              </a:ext>
            </a:extLst>
          </p:cNvPr>
          <p:cNvSpPr/>
          <p:nvPr/>
        </p:nvSpPr>
        <p:spPr>
          <a:xfrm>
            <a:off x="4897361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0" name="Freeform 999">
            <a:extLst>
              <a:ext uri="{FF2B5EF4-FFF2-40B4-BE49-F238E27FC236}">
                <a16:creationId xmlns:a16="http://schemas.microsoft.com/office/drawing/2014/main" id="{8496BF25-DF5B-9A86-F1D5-25ED00D5B61A}"/>
              </a:ext>
            </a:extLst>
          </p:cNvPr>
          <p:cNvSpPr/>
          <p:nvPr/>
        </p:nvSpPr>
        <p:spPr>
          <a:xfrm>
            <a:off x="4897361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1" name="Freeform 1000">
            <a:extLst>
              <a:ext uri="{FF2B5EF4-FFF2-40B4-BE49-F238E27FC236}">
                <a16:creationId xmlns:a16="http://schemas.microsoft.com/office/drawing/2014/main" id="{A44A82B2-1373-B475-0EE9-0BA98B219F86}"/>
              </a:ext>
            </a:extLst>
          </p:cNvPr>
          <p:cNvSpPr/>
          <p:nvPr/>
        </p:nvSpPr>
        <p:spPr>
          <a:xfrm>
            <a:off x="4897361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2" name="Freeform 1001">
            <a:extLst>
              <a:ext uri="{FF2B5EF4-FFF2-40B4-BE49-F238E27FC236}">
                <a16:creationId xmlns:a16="http://schemas.microsoft.com/office/drawing/2014/main" id="{719E6579-1414-2605-AFF1-35D46C7338EC}"/>
              </a:ext>
            </a:extLst>
          </p:cNvPr>
          <p:cNvSpPr/>
          <p:nvPr/>
        </p:nvSpPr>
        <p:spPr>
          <a:xfrm>
            <a:off x="4897361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3" name="Freeform 1002">
            <a:extLst>
              <a:ext uri="{FF2B5EF4-FFF2-40B4-BE49-F238E27FC236}">
                <a16:creationId xmlns:a16="http://schemas.microsoft.com/office/drawing/2014/main" id="{C36C12C4-20F6-7157-911A-CB1F4A5CBDB8}"/>
              </a:ext>
            </a:extLst>
          </p:cNvPr>
          <p:cNvSpPr/>
          <p:nvPr/>
        </p:nvSpPr>
        <p:spPr>
          <a:xfrm>
            <a:off x="4897361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4" name="Freeform 1003">
            <a:extLst>
              <a:ext uri="{FF2B5EF4-FFF2-40B4-BE49-F238E27FC236}">
                <a16:creationId xmlns:a16="http://schemas.microsoft.com/office/drawing/2014/main" id="{0B64436B-ACD6-8C1E-F6FC-D53CE1C70A9A}"/>
              </a:ext>
            </a:extLst>
          </p:cNvPr>
          <p:cNvSpPr/>
          <p:nvPr/>
        </p:nvSpPr>
        <p:spPr>
          <a:xfrm>
            <a:off x="4897361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5" name="Freeform 1004">
            <a:extLst>
              <a:ext uri="{FF2B5EF4-FFF2-40B4-BE49-F238E27FC236}">
                <a16:creationId xmlns:a16="http://schemas.microsoft.com/office/drawing/2014/main" id="{F1CC694A-3527-9890-F944-B8B90142F73D}"/>
              </a:ext>
            </a:extLst>
          </p:cNvPr>
          <p:cNvSpPr/>
          <p:nvPr/>
        </p:nvSpPr>
        <p:spPr>
          <a:xfrm>
            <a:off x="4897361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79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6" name="Freeform 1005">
            <a:extLst>
              <a:ext uri="{FF2B5EF4-FFF2-40B4-BE49-F238E27FC236}">
                <a16:creationId xmlns:a16="http://schemas.microsoft.com/office/drawing/2014/main" id="{F41B6B4B-8670-2B77-EB93-EDA2F05E8829}"/>
              </a:ext>
            </a:extLst>
          </p:cNvPr>
          <p:cNvSpPr/>
          <p:nvPr/>
        </p:nvSpPr>
        <p:spPr>
          <a:xfrm>
            <a:off x="4897361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7" name="Freeform 1006">
            <a:extLst>
              <a:ext uri="{FF2B5EF4-FFF2-40B4-BE49-F238E27FC236}">
                <a16:creationId xmlns:a16="http://schemas.microsoft.com/office/drawing/2014/main" id="{7EEE202D-3ED6-4A8F-363A-580C928BE52C}"/>
              </a:ext>
            </a:extLst>
          </p:cNvPr>
          <p:cNvSpPr/>
          <p:nvPr/>
        </p:nvSpPr>
        <p:spPr>
          <a:xfrm>
            <a:off x="4897361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8" name="Freeform 1007">
            <a:extLst>
              <a:ext uri="{FF2B5EF4-FFF2-40B4-BE49-F238E27FC236}">
                <a16:creationId xmlns:a16="http://schemas.microsoft.com/office/drawing/2014/main" id="{C3024CAF-E52A-83D3-1074-64597C9701B9}"/>
              </a:ext>
            </a:extLst>
          </p:cNvPr>
          <p:cNvSpPr/>
          <p:nvPr/>
        </p:nvSpPr>
        <p:spPr>
          <a:xfrm>
            <a:off x="4897361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09" name="Freeform 1008">
            <a:extLst>
              <a:ext uri="{FF2B5EF4-FFF2-40B4-BE49-F238E27FC236}">
                <a16:creationId xmlns:a16="http://schemas.microsoft.com/office/drawing/2014/main" id="{764C14D3-6F07-838A-B697-FBE327045D33}"/>
              </a:ext>
            </a:extLst>
          </p:cNvPr>
          <p:cNvSpPr/>
          <p:nvPr/>
        </p:nvSpPr>
        <p:spPr>
          <a:xfrm>
            <a:off x="4897361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0" name="Freeform 1009">
            <a:extLst>
              <a:ext uri="{FF2B5EF4-FFF2-40B4-BE49-F238E27FC236}">
                <a16:creationId xmlns:a16="http://schemas.microsoft.com/office/drawing/2014/main" id="{FDD2CF43-3EC8-F2F2-A5B6-051B9067362F}"/>
              </a:ext>
            </a:extLst>
          </p:cNvPr>
          <p:cNvSpPr/>
          <p:nvPr/>
        </p:nvSpPr>
        <p:spPr>
          <a:xfrm>
            <a:off x="4897361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1" name="Freeform 1010">
            <a:extLst>
              <a:ext uri="{FF2B5EF4-FFF2-40B4-BE49-F238E27FC236}">
                <a16:creationId xmlns:a16="http://schemas.microsoft.com/office/drawing/2014/main" id="{12895BF1-EB0D-872A-EDF7-7604B81CCE4A}"/>
              </a:ext>
            </a:extLst>
          </p:cNvPr>
          <p:cNvSpPr/>
          <p:nvPr/>
        </p:nvSpPr>
        <p:spPr>
          <a:xfrm>
            <a:off x="4897361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2" name="Freeform 1011">
            <a:extLst>
              <a:ext uri="{FF2B5EF4-FFF2-40B4-BE49-F238E27FC236}">
                <a16:creationId xmlns:a16="http://schemas.microsoft.com/office/drawing/2014/main" id="{BAACD159-86CB-4DD1-DF18-A7F4040FFDBA}"/>
              </a:ext>
            </a:extLst>
          </p:cNvPr>
          <p:cNvSpPr/>
          <p:nvPr/>
        </p:nvSpPr>
        <p:spPr>
          <a:xfrm>
            <a:off x="4897361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3" name="Freeform 1012">
            <a:extLst>
              <a:ext uri="{FF2B5EF4-FFF2-40B4-BE49-F238E27FC236}">
                <a16:creationId xmlns:a16="http://schemas.microsoft.com/office/drawing/2014/main" id="{9790A343-0752-2FFE-878E-484D16E3C0AC}"/>
              </a:ext>
            </a:extLst>
          </p:cNvPr>
          <p:cNvSpPr/>
          <p:nvPr/>
        </p:nvSpPr>
        <p:spPr>
          <a:xfrm>
            <a:off x="4897361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4" name="Freeform 1013">
            <a:extLst>
              <a:ext uri="{FF2B5EF4-FFF2-40B4-BE49-F238E27FC236}">
                <a16:creationId xmlns:a16="http://schemas.microsoft.com/office/drawing/2014/main" id="{D6F2092E-3E18-70B2-A6FB-794A4190909E}"/>
              </a:ext>
            </a:extLst>
          </p:cNvPr>
          <p:cNvSpPr/>
          <p:nvPr/>
        </p:nvSpPr>
        <p:spPr>
          <a:xfrm>
            <a:off x="4897361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5" name="Freeform 1014">
            <a:extLst>
              <a:ext uri="{FF2B5EF4-FFF2-40B4-BE49-F238E27FC236}">
                <a16:creationId xmlns:a16="http://schemas.microsoft.com/office/drawing/2014/main" id="{0B5A0CF1-DBAD-05ED-AF30-D2B89BF67977}"/>
              </a:ext>
            </a:extLst>
          </p:cNvPr>
          <p:cNvSpPr/>
          <p:nvPr/>
        </p:nvSpPr>
        <p:spPr>
          <a:xfrm>
            <a:off x="4897361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6" name="Freeform 1015">
            <a:extLst>
              <a:ext uri="{FF2B5EF4-FFF2-40B4-BE49-F238E27FC236}">
                <a16:creationId xmlns:a16="http://schemas.microsoft.com/office/drawing/2014/main" id="{D7C6681E-9B5F-1B28-BDF8-B59AF039CED2}"/>
              </a:ext>
            </a:extLst>
          </p:cNvPr>
          <p:cNvSpPr/>
          <p:nvPr/>
        </p:nvSpPr>
        <p:spPr>
          <a:xfrm>
            <a:off x="4897361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7" name="Freeform 1016">
            <a:extLst>
              <a:ext uri="{FF2B5EF4-FFF2-40B4-BE49-F238E27FC236}">
                <a16:creationId xmlns:a16="http://schemas.microsoft.com/office/drawing/2014/main" id="{4FC0C834-BB27-442B-AA93-0679EDF9E04B}"/>
              </a:ext>
            </a:extLst>
          </p:cNvPr>
          <p:cNvSpPr/>
          <p:nvPr/>
        </p:nvSpPr>
        <p:spPr>
          <a:xfrm>
            <a:off x="497370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8" name="Freeform 1017">
            <a:extLst>
              <a:ext uri="{FF2B5EF4-FFF2-40B4-BE49-F238E27FC236}">
                <a16:creationId xmlns:a16="http://schemas.microsoft.com/office/drawing/2014/main" id="{F1F742FF-EA62-0D16-ACC7-84E82CC46C88}"/>
              </a:ext>
            </a:extLst>
          </p:cNvPr>
          <p:cNvSpPr/>
          <p:nvPr/>
        </p:nvSpPr>
        <p:spPr>
          <a:xfrm>
            <a:off x="497370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19" name="Freeform 1018">
            <a:extLst>
              <a:ext uri="{FF2B5EF4-FFF2-40B4-BE49-F238E27FC236}">
                <a16:creationId xmlns:a16="http://schemas.microsoft.com/office/drawing/2014/main" id="{A153873B-0CE4-CC57-2BFD-3C889026ECB9}"/>
              </a:ext>
            </a:extLst>
          </p:cNvPr>
          <p:cNvSpPr/>
          <p:nvPr/>
        </p:nvSpPr>
        <p:spPr>
          <a:xfrm>
            <a:off x="497370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0" name="Freeform 1019">
            <a:extLst>
              <a:ext uri="{FF2B5EF4-FFF2-40B4-BE49-F238E27FC236}">
                <a16:creationId xmlns:a16="http://schemas.microsoft.com/office/drawing/2014/main" id="{2E469F8A-9176-17BC-D3BA-CD8C357E87FB}"/>
              </a:ext>
            </a:extLst>
          </p:cNvPr>
          <p:cNvSpPr/>
          <p:nvPr/>
        </p:nvSpPr>
        <p:spPr>
          <a:xfrm>
            <a:off x="497370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93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1" name="Freeform 1020">
            <a:extLst>
              <a:ext uri="{FF2B5EF4-FFF2-40B4-BE49-F238E27FC236}">
                <a16:creationId xmlns:a16="http://schemas.microsoft.com/office/drawing/2014/main" id="{1B5F5E5B-8A14-3242-A162-328A52765190}"/>
              </a:ext>
            </a:extLst>
          </p:cNvPr>
          <p:cNvSpPr/>
          <p:nvPr/>
        </p:nvSpPr>
        <p:spPr>
          <a:xfrm>
            <a:off x="497370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2" name="Freeform 1021">
            <a:extLst>
              <a:ext uri="{FF2B5EF4-FFF2-40B4-BE49-F238E27FC236}">
                <a16:creationId xmlns:a16="http://schemas.microsoft.com/office/drawing/2014/main" id="{787746F0-3D64-5CB6-DF08-4F4270223783}"/>
              </a:ext>
            </a:extLst>
          </p:cNvPr>
          <p:cNvSpPr/>
          <p:nvPr/>
        </p:nvSpPr>
        <p:spPr>
          <a:xfrm>
            <a:off x="497370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3" name="Freeform 1022">
            <a:extLst>
              <a:ext uri="{FF2B5EF4-FFF2-40B4-BE49-F238E27FC236}">
                <a16:creationId xmlns:a16="http://schemas.microsoft.com/office/drawing/2014/main" id="{40CEF863-7B29-BBB1-43D1-9A559120FB5F}"/>
              </a:ext>
            </a:extLst>
          </p:cNvPr>
          <p:cNvSpPr/>
          <p:nvPr/>
        </p:nvSpPr>
        <p:spPr>
          <a:xfrm>
            <a:off x="497370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4" name="Freeform 1023">
            <a:extLst>
              <a:ext uri="{FF2B5EF4-FFF2-40B4-BE49-F238E27FC236}">
                <a16:creationId xmlns:a16="http://schemas.microsoft.com/office/drawing/2014/main" id="{FC6CD6DA-3E47-EFA9-9292-84CD966CBA2B}"/>
              </a:ext>
            </a:extLst>
          </p:cNvPr>
          <p:cNvSpPr/>
          <p:nvPr/>
        </p:nvSpPr>
        <p:spPr>
          <a:xfrm>
            <a:off x="497370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5" name="Freeform 1024">
            <a:extLst>
              <a:ext uri="{FF2B5EF4-FFF2-40B4-BE49-F238E27FC236}">
                <a16:creationId xmlns:a16="http://schemas.microsoft.com/office/drawing/2014/main" id="{8BC37669-60F8-D66B-6FD9-28DCC297A500}"/>
              </a:ext>
            </a:extLst>
          </p:cNvPr>
          <p:cNvSpPr/>
          <p:nvPr/>
        </p:nvSpPr>
        <p:spPr>
          <a:xfrm>
            <a:off x="497370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6" name="Freeform 1025">
            <a:extLst>
              <a:ext uri="{FF2B5EF4-FFF2-40B4-BE49-F238E27FC236}">
                <a16:creationId xmlns:a16="http://schemas.microsoft.com/office/drawing/2014/main" id="{0968CDF0-1F58-E21B-A440-A41544F1F8CB}"/>
              </a:ext>
            </a:extLst>
          </p:cNvPr>
          <p:cNvSpPr/>
          <p:nvPr/>
        </p:nvSpPr>
        <p:spPr>
          <a:xfrm>
            <a:off x="497370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7" name="Freeform 1026">
            <a:extLst>
              <a:ext uri="{FF2B5EF4-FFF2-40B4-BE49-F238E27FC236}">
                <a16:creationId xmlns:a16="http://schemas.microsoft.com/office/drawing/2014/main" id="{22A02AC0-1305-8529-4731-544B14BA8A1A}"/>
              </a:ext>
            </a:extLst>
          </p:cNvPr>
          <p:cNvSpPr/>
          <p:nvPr/>
        </p:nvSpPr>
        <p:spPr>
          <a:xfrm>
            <a:off x="497370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8" name="Freeform 1027">
            <a:extLst>
              <a:ext uri="{FF2B5EF4-FFF2-40B4-BE49-F238E27FC236}">
                <a16:creationId xmlns:a16="http://schemas.microsoft.com/office/drawing/2014/main" id="{A9BEAB73-6EC2-7031-EA52-07DEFB0C770E}"/>
              </a:ext>
            </a:extLst>
          </p:cNvPr>
          <p:cNvSpPr/>
          <p:nvPr/>
        </p:nvSpPr>
        <p:spPr>
          <a:xfrm>
            <a:off x="497370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29" name="Freeform 1028">
            <a:extLst>
              <a:ext uri="{FF2B5EF4-FFF2-40B4-BE49-F238E27FC236}">
                <a16:creationId xmlns:a16="http://schemas.microsoft.com/office/drawing/2014/main" id="{A55B843A-3DF2-D55D-40D5-B202B834FB83}"/>
              </a:ext>
            </a:extLst>
          </p:cNvPr>
          <p:cNvSpPr/>
          <p:nvPr/>
        </p:nvSpPr>
        <p:spPr>
          <a:xfrm>
            <a:off x="497370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0" name="Freeform 1029">
            <a:extLst>
              <a:ext uri="{FF2B5EF4-FFF2-40B4-BE49-F238E27FC236}">
                <a16:creationId xmlns:a16="http://schemas.microsoft.com/office/drawing/2014/main" id="{FCB7A341-C6C2-141B-622F-BF73DD2D3693}"/>
              </a:ext>
            </a:extLst>
          </p:cNvPr>
          <p:cNvSpPr/>
          <p:nvPr/>
        </p:nvSpPr>
        <p:spPr>
          <a:xfrm>
            <a:off x="497370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1" name="Freeform 1030">
            <a:extLst>
              <a:ext uri="{FF2B5EF4-FFF2-40B4-BE49-F238E27FC236}">
                <a16:creationId xmlns:a16="http://schemas.microsoft.com/office/drawing/2014/main" id="{EBF709B7-A55F-B978-FB88-AAF66EBBDA96}"/>
              </a:ext>
            </a:extLst>
          </p:cNvPr>
          <p:cNvSpPr/>
          <p:nvPr/>
        </p:nvSpPr>
        <p:spPr>
          <a:xfrm>
            <a:off x="497370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2" name="Freeform 1031">
            <a:extLst>
              <a:ext uri="{FF2B5EF4-FFF2-40B4-BE49-F238E27FC236}">
                <a16:creationId xmlns:a16="http://schemas.microsoft.com/office/drawing/2014/main" id="{526EED30-86A7-5396-1126-99C4BF855FB2}"/>
              </a:ext>
            </a:extLst>
          </p:cNvPr>
          <p:cNvSpPr/>
          <p:nvPr/>
        </p:nvSpPr>
        <p:spPr>
          <a:xfrm>
            <a:off x="497370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3" name="Freeform 1032">
            <a:extLst>
              <a:ext uri="{FF2B5EF4-FFF2-40B4-BE49-F238E27FC236}">
                <a16:creationId xmlns:a16="http://schemas.microsoft.com/office/drawing/2014/main" id="{F7B4B68C-2441-590E-5DE4-5DB4D5E316F3}"/>
              </a:ext>
            </a:extLst>
          </p:cNvPr>
          <p:cNvSpPr/>
          <p:nvPr/>
        </p:nvSpPr>
        <p:spPr>
          <a:xfrm>
            <a:off x="497370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4" name="Freeform 1033">
            <a:extLst>
              <a:ext uri="{FF2B5EF4-FFF2-40B4-BE49-F238E27FC236}">
                <a16:creationId xmlns:a16="http://schemas.microsoft.com/office/drawing/2014/main" id="{0D28430D-9C65-A0A3-014D-7714AE64A5A3}"/>
              </a:ext>
            </a:extLst>
          </p:cNvPr>
          <p:cNvSpPr/>
          <p:nvPr/>
        </p:nvSpPr>
        <p:spPr>
          <a:xfrm>
            <a:off x="497370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5" name="Freeform 1034">
            <a:extLst>
              <a:ext uri="{FF2B5EF4-FFF2-40B4-BE49-F238E27FC236}">
                <a16:creationId xmlns:a16="http://schemas.microsoft.com/office/drawing/2014/main" id="{3FEA54DF-C329-3DED-2805-803A7E3EFDA8}"/>
              </a:ext>
            </a:extLst>
          </p:cNvPr>
          <p:cNvSpPr/>
          <p:nvPr/>
        </p:nvSpPr>
        <p:spPr>
          <a:xfrm>
            <a:off x="497370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6" name="Freeform 1035">
            <a:extLst>
              <a:ext uri="{FF2B5EF4-FFF2-40B4-BE49-F238E27FC236}">
                <a16:creationId xmlns:a16="http://schemas.microsoft.com/office/drawing/2014/main" id="{98428303-931E-FFB4-6B5D-7F70738D30B7}"/>
              </a:ext>
            </a:extLst>
          </p:cNvPr>
          <p:cNvSpPr/>
          <p:nvPr/>
        </p:nvSpPr>
        <p:spPr>
          <a:xfrm>
            <a:off x="5050095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7" name="Freeform 1036">
            <a:extLst>
              <a:ext uri="{FF2B5EF4-FFF2-40B4-BE49-F238E27FC236}">
                <a16:creationId xmlns:a16="http://schemas.microsoft.com/office/drawing/2014/main" id="{B45B8F5D-CDA9-2F4E-156C-7A315D0CD539}"/>
              </a:ext>
            </a:extLst>
          </p:cNvPr>
          <p:cNvSpPr/>
          <p:nvPr/>
        </p:nvSpPr>
        <p:spPr>
          <a:xfrm>
            <a:off x="5050095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8" name="Freeform 1037">
            <a:extLst>
              <a:ext uri="{FF2B5EF4-FFF2-40B4-BE49-F238E27FC236}">
                <a16:creationId xmlns:a16="http://schemas.microsoft.com/office/drawing/2014/main" id="{DE6F276B-8B7F-4B15-92A3-56F0C94859D0}"/>
              </a:ext>
            </a:extLst>
          </p:cNvPr>
          <p:cNvSpPr/>
          <p:nvPr/>
        </p:nvSpPr>
        <p:spPr>
          <a:xfrm>
            <a:off x="5050095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39" name="Freeform 1038">
            <a:extLst>
              <a:ext uri="{FF2B5EF4-FFF2-40B4-BE49-F238E27FC236}">
                <a16:creationId xmlns:a16="http://schemas.microsoft.com/office/drawing/2014/main" id="{A2F2D7DC-9698-E6D0-0230-788BFF8FE62A}"/>
              </a:ext>
            </a:extLst>
          </p:cNvPr>
          <p:cNvSpPr/>
          <p:nvPr/>
        </p:nvSpPr>
        <p:spPr>
          <a:xfrm>
            <a:off x="5050095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0" name="Freeform 1039">
            <a:extLst>
              <a:ext uri="{FF2B5EF4-FFF2-40B4-BE49-F238E27FC236}">
                <a16:creationId xmlns:a16="http://schemas.microsoft.com/office/drawing/2014/main" id="{9A0C0759-6BAC-9AF4-46E8-DC1688353707}"/>
              </a:ext>
            </a:extLst>
          </p:cNvPr>
          <p:cNvSpPr/>
          <p:nvPr/>
        </p:nvSpPr>
        <p:spPr>
          <a:xfrm>
            <a:off x="5050095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1" name="Freeform 1040">
            <a:extLst>
              <a:ext uri="{FF2B5EF4-FFF2-40B4-BE49-F238E27FC236}">
                <a16:creationId xmlns:a16="http://schemas.microsoft.com/office/drawing/2014/main" id="{4833BC40-B063-3B52-DEA5-ADFFCAE02C53}"/>
              </a:ext>
            </a:extLst>
          </p:cNvPr>
          <p:cNvSpPr/>
          <p:nvPr/>
        </p:nvSpPr>
        <p:spPr>
          <a:xfrm>
            <a:off x="5050095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2" name="Freeform 1041">
            <a:extLst>
              <a:ext uri="{FF2B5EF4-FFF2-40B4-BE49-F238E27FC236}">
                <a16:creationId xmlns:a16="http://schemas.microsoft.com/office/drawing/2014/main" id="{0F2BE9FE-DAE1-30C0-6372-81DC6268F2FA}"/>
              </a:ext>
            </a:extLst>
          </p:cNvPr>
          <p:cNvSpPr/>
          <p:nvPr/>
        </p:nvSpPr>
        <p:spPr>
          <a:xfrm>
            <a:off x="5050095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3" name="Freeform 1042">
            <a:extLst>
              <a:ext uri="{FF2B5EF4-FFF2-40B4-BE49-F238E27FC236}">
                <a16:creationId xmlns:a16="http://schemas.microsoft.com/office/drawing/2014/main" id="{81D5EC2E-D136-8F38-D731-B2885D1E8978}"/>
              </a:ext>
            </a:extLst>
          </p:cNvPr>
          <p:cNvSpPr/>
          <p:nvPr/>
        </p:nvSpPr>
        <p:spPr>
          <a:xfrm>
            <a:off x="5050095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4" name="Freeform 1043">
            <a:extLst>
              <a:ext uri="{FF2B5EF4-FFF2-40B4-BE49-F238E27FC236}">
                <a16:creationId xmlns:a16="http://schemas.microsoft.com/office/drawing/2014/main" id="{FCAB6E44-6502-17E0-3AF1-97344CFC9D5A}"/>
              </a:ext>
            </a:extLst>
          </p:cNvPr>
          <p:cNvSpPr/>
          <p:nvPr/>
        </p:nvSpPr>
        <p:spPr>
          <a:xfrm>
            <a:off x="5050095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5" name="Freeform 1044">
            <a:extLst>
              <a:ext uri="{FF2B5EF4-FFF2-40B4-BE49-F238E27FC236}">
                <a16:creationId xmlns:a16="http://schemas.microsoft.com/office/drawing/2014/main" id="{A397119C-AC8E-8F43-A6B6-1F9FA81B072C}"/>
              </a:ext>
            </a:extLst>
          </p:cNvPr>
          <p:cNvSpPr/>
          <p:nvPr/>
        </p:nvSpPr>
        <p:spPr>
          <a:xfrm>
            <a:off x="5050095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6" name="Freeform 1045">
            <a:extLst>
              <a:ext uri="{FF2B5EF4-FFF2-40B4-BE49-F238E27FC236}">
                <a16:creationId xmlns:a16="http://schemas.microsoft.com/office/drawing/2014/main" id="{D3AFEDE6-2B79-6E3E-E0CC-3A6C13EAE749}"/>
              </a:ext>
            </a:extLst>
          </p:cNvPr>
          <p:cNvSpPr/>
          <p:nvPr/>
        </p:nvSpPr>
        <p:spPr>
          <a:xfrm>
            <a:off x="5050095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7" name="Freeform 1046">
            <a:extLst>
              <a:ext uri="{FF2B5EF4-FFF2-40B4-BE49-F238E27FC236}">
                <a16:creationId xmlns:a16="http://schemas.microsoft.com/office/drawing/2014/main" id="{689916DB-AC63-6B69-8597-6DD9299ECDDE}"/>
              </a:ext>
            </a:extLst>
          </p:cNvPr>
          <p:cNvSpPr/>
          <p:nvPr/>
        </p:nvSpPr>
        <p:spPr>
          <a:xfrm>
            <a:off x="5050095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8" name="Freeform 1047">
            <a:extLst>
              <a:ext uri="{FF2B5EF4-FFF2-40B4-BE49-F238E27FC236}">
                <a16:creationId xmlns:a16="http://schemas.microsoft.com/office/drawing/2014/main" id="{A53D5135-FF1F-A515-67E2-36C75D21BEBD}"/>
              </a:ext>
            </a:extLst>
          </p:cNvPr>
          <p:cNvSpPr/>
          <p:nvPr/>
        </p:nvSpPr>
        <p:spPr>
          <a:xfrm>
            <a:off x="5050095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49" name="Freeform 1048">
            <a:extLst>
              <a:ext uri="{FF2B5EF4-FFF2-40B4-BE49-F238E27FC236}">
                <a16:creationId xmlns:a16="http://schemas.microsoft.com/office/drawing/2014/main" id="{1E3A07E1-030F-7061-967E-A00FF30AB581}"/>
              </a:ext>
            </a:extLst>
          </p:cNvPr>
          <p:cNvSpPr/>
          <p:nvPr/>
        </p:nvSpPr>
        <p:spPr>
          <a:xfrm>
            <a:off x="5050095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0" name="Freeform 1049">
            <a:extLst>
              <a:ext uri="{FF2B5EF4-FFF2-40B4-BE49-F238E27FC236}">
                <a16:creationId xmlns:a16="http://schemas.microsoft.com/office/drawing/2014/main" id="{CF71D803-95D1-BBD7-9954-257C947D79B3}"/>
              </a:ext>
            </a:extLst>
          </p:cNvPr>
          <p:cNvSpPr/>
          <p:nvPr/>
        </p:nvSpPr>
        <p:spPr>
          <a:xfrm>
            <a:off x="5050095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1" name="Freeform 1050">
            <a:extLst>
              <a:ext uri="{FF2B5EF4-FFF2-40B4-BE49-F238E27FC236}">
                <a16:creationId xmlns:a16="http://schemas.microsoft.com/office/drawing/2014/main" id="{D214A793-5BD1-5400-4955-77600A0461B1}"/>
              </a:ext>
            </a:extLst>
          </p:cNvPr>
          <p:cNvSpPr/>
          <p:nvPr/>
        </p:nvSpPr>
        <p:spPr>
          <a:xfrm>
            <a:off x="5050095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2" name="Freeform 1051">
            <a:extLst>
              <a:ext uri="{FF2B5EF4-FFF2-40B4-BE49-F238E27FC236}">
                <a16:creationId xmlns:a16="http://schemas.microsoft.com/office/drawing/2014/main" id="{611464FE-E647-D555-BEA8-6918F4150523}"/>
              </a:ext>
            </a:extLst>
          </p:cNvPr>
          <p:cNvSpPr/>
          <p:nvPr/>
        </p:nvSpPr>
        <p:spPr>
          <a:xfrm>
            <a:off x="5050095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46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3" name="Freeform 1052">
            <a:extLst>
              <a:ext uri="{FF2B5EF4-FFF2-40B4-BE49-F238E27FC236}">
                <a16:creationId xmlns:a16="http://schemas.microsoft.com/office/drawing/2014/main" id="{62B7B928-43AD-20E3-6975-DF986E52271E}"/>
              </a:ext>
            </a:extLst>
          </p:cNvPr>
          <p:cNvSpPr/>
          <p:nvPr/>
        </p:nvSpPr>
        <p:spPr>
          <a:xfrm>
            <a:off x="5050095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4" name="Freeform 1053">
            <a:extLst>
              <a:ext uri="{FF2B5EF4-FFF2-40B4-BE49-F238E27FC236}">
                <a16:creationId xmlns:a16="http://schemas.microsoft.com/office/drawing/2014/main" id="{15CA217F-618F-310E-6A5A-BDE140EEE550}"/>
              </a:ext>
            </a:extLst>
          </p:cNvPr>
          <p:cNvSpPr/>
          <p:nvPr/>
        </p:nvSpPr>
        <p:spPr>
          <a:xfrm>
            <a:off x="5050095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5" name="Freeform 1054">
            <a:extLst>
              <a:ext uri="{FF2B5EF4-FFF2-40B4-BE49-F238E27FC236}">
                <a16:creationId xmlns:a16="http://schemas.microsoft.com/office/drawing/2014/main" id="{796B16B8-7B09-F753-C776-49109E3A7F91}"/>
              </a:ext>
            </a:extLst>
          </p:cNvPr>
          <p:cNvSpPr/>
          <p:nvPr/>
        </p:nvSpPr>
        <p:spPr>
          <a:xfrm>
            <a:off x="512644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6" name="Freeform 1055">
            <a:extLst>
              <a:ext uri="{FF2B5EF4-FFF2-40B4-BE49-F238E27FC236}">
                <a16:creationId xmlns:a16="http://schemas.microsoft.com/office/drawing/2014/main" id="{164D351D-BEFD-4ADF-1156-F919A99E98CA}"/>
              </a:ext>
            </a:extLst>
          </p:cNvPr>
          <p:cNvSpPr/>
          <p:nvPr/>
        </p:nvSpPr>
        <p:spPr>
          <a:xfrm>
            <a:off x="512644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7" name="Freeform 1056">
            <a:extLst>
              <a:ext uri="{FF2B5EF4-FFF2-40B4-BE49-F238E27FC236}">
                <a16:creationId xmlns:a16="http://schemas.microsoft.com/office/drawing/2014/main" id="{4BD0FD4A-1072-3AF2-1240-A8982CFC629D}"/>
              </a:ext>
            </a:extLst>
          </p:cNvPr>
          <p:cNvSpPr/>
          <p:nvPr/>
        </p:nvSpPr>
        <p:spPr>
          <a:xfrm>
            <a:off x="512644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8" name="Freeform 1057">
            <a:extLst>
              <a:ext uri="{FF2B5EF4-FFF2-40B4-BE49-F238E27FC236}">
                <a16:creationId xmlns:a16="http://schemas.microsoft.com/office/drawing/2014/main" id="{6B319CB5-369E-D784-B583-FE6E6E40B690}"/>
              </a:ext>
            </a:extLst>
          </p:cNvPr>
          <p:cNvSpPr/>
          <p:nvPr/>
        </p:nvSpPr>
        <p:spPr>
          <a:xfrm>
            <a:off x="512644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59" name="Freeform 1058">
            <a:extLst>
              <a:ext uri="{FF2B5EF4-FFF2-40B4-BE49-F238E27FC236}">
                <a16:creationId xmlns:a16="http://schemas.microsoft.com/office/drawing/2014/main" id="{43DD8B8D-B341-72EF-AC1C-C149BD6725C1}"/>
              </a:ext>
            </a:extLst>
          </p:cNvPr>
          <p:cNvSpPr/>
          <p:nvPr/>
        </p:nvSpPr>
        <p:spPr>
          <a:xfrm>
            <a:off x="512644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F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0" name="Freeform 1059">
            <a:extLst>
              <a:ext uri="{FF2B5EF4-FFF2-40B4-BE49-F238E27FC236}">
                <a16:creationId xmlns:a16="http://schemas.microsoft.com/office/drawing/2014/main" id="{48B075A8-72A2-EF89-BF28-966AD38149CA}"/>
              </a:ext>
            </a:extLst>
          </p:cNvPr>
          <p:cNvSpPr/>
          <p:nvPr/>
        </p:nvSpPr>
        <p:spPr>
          <a:xfrm>
            <a:off x="512644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1" name="Freeform 1060">
            <a:extLst>
              <a:ext uri="{FF2B5EF4-FFF2-40B4-BE49-F238E27FC236}">
                <a16:creationId xmlns:a16="http://schemas.microsoft.com/office/drawing/2014/main" id="{31DAF4F7-6424-9239-7B4A-D8D19CA1DD45}"/>
              </a:ext>
            </a:extLst>
          </p:cNvPr>
          <p:cNvSpPr/>
          <p:nvPr/>
        </p:nvSpPr>
        <p:spPr>
          <a:xfrm>
            <a:off x="512644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2" name="Freeform 1061">
            <a:extLst>
              <a:ext uri="{FF2B5EF4-FFF2-40B4-BE49-F238E27FC236}">
                <a16:creationId xmlns:a16="http://schemas.microsoft.com/office/drawing/2014/main" id="{F36B7F6C-8DB2-F51A-4CC4-C36651910441}"/>
              </a:ext>
            </a:extLst>
          </p:cNvPr>
          <p:cNvSpPr/>
          <p:nvPr/>
        </p:nvSpPr>
        <p:spPr>
          <a:xfrm>
            <a:off x="512644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F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3" name="Freeform 1062">
            <a:extLst>
              <a:ext uri="{FF2B5EF4-FFF2-40B4-BE49-F238E27FC236}">
                <a16:creationId xmlns:a16="http://schemas.microsoft.com/office/drawing/2014/main" id="{EF25E7F6-EC76-9C85-A099-6C4CD31A59C5}"/>
              </a:ext>
            </a:extLst>
          </p:cNvPr>
          <p:cNvSpPr/>
          <p:nvPr/>
        </p:nvSpPr>
        <p:spPr>
          <a:xfrm>
            <a:off x="512644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4" name="Freeform 1063">
            <a:extLst>
              <a:ext uri="{FF2B5EF4-FFF2-40B4-BE49-F238E27FC236}">
                <a16:creationId xmlns:a16="http://schemas.microsoft.com/office/drawing/2014/main" id="{3618C40E-1087-4741-57FF-C648C755CE70}"/>
              </a:ext>
            </a:extLst>
          </p:cNvPr>
          <p:cNvSpPr/>
          <p:nvPr/>
        </p:nvSpPr>
        <p:spPr>
          <a:xfrm>
            <a:off x="512644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5" name="Freeform 1064">
            <a:extLst>
              <a:ext uri="{FF2B5EF4-FFF2-40B4-BE49-F238E27FC236}">
                <a16:creationId xmlns:a16="http://schemas.microsoft.com/office/drawing/2014/main" id="{462282D1-AD55-D1F5-CC44-9FFDE84B42F4}"/>
              </a:ext>
            </a:extLst>
          </p:cNvPr>
          <p:cNvSpPr/>
          <p:nvPr/>
        </p:nvSpPr>
        <p:spPr>
          <a:xfrm>
            <a:off x="512644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6" name="Freeform 1065">
            <a:extLst>
              <a:ext uri="{FF2B5EF4-FFF2-40B4-BE49-F238E27FC236}">
                <a16:creationId xmlns:a16="http://schemas.microsoft.com/office/drawing/2014/main" id="{9F3E403B-5024-E984-6E01-1B1D9D6F3991}"/>
              </a:ext>
            </a:extLst>
          </p:cNvPr>
          <p:cNvSpPr/>
          <p:nvPr/>
        </p:nvSpPr>
        <p:spPr>
          <a:xfrm>
            <a:off x="512644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7" name="Freeform 1066">
            <a:extLst>
              <a:ext uri="{FF2B5EF4-FFF2-40B4-BE49-F238E27FC236}">
                <a16:creationId xmlns:a16="http://schemas.microsoft.com/office/drawing/2014/main" id="{DBAB76EA-5E2C-F3D3-D9A5-9FDFCA3BD6F7}"/>
              </a:ext>
            </a:extLst>
          </p:cNvPr>
          <p:cNvSpPr/>
          <p:nvPr/>
        </p:nvSpPr>
        <p:spPr>
          <a:xfrm>
            <a:off x="512644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8" name="Freeform 1067">
            <a:extLst>
              <a:ext uri="{FF2B5EF4-FFF2-40B4-BE49-F238E27FC236}">
                <a16:creationId xmlns:a16="http://schemas.microsoft.com/office/drawing/2014/main" id="{D3DC8F30-B37D-9CF9-DFA0-B78BBBCF99A3}"/>
              </a:ext>
            </a:extLst>
          </p:cNvPr>
          <p:cNvSpPr/>
          <p:nvPr/>
        </p:nvSpPr>
        <p:spPr>
          <a:xfrm>
            <a:off x="512644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69" name="Freeform 1068">
            <a:extLst>
              <a:ext uri="{FF2B5EF4-FFF2-40B4-BE49-F238E27FC236}">
                <a16:creationId xmlns:a16="http://schemas.microsoft.com/office/drawing/2014/main" id="{096F8F95-107B-FEDA-20DC-1D037221A897}"/>
              </a:ext>
            </a:extLst>
          </p:cNvPr>
          <p:cNvSpPr/>
          <p:nvPr/>
        </p:nvSpPr>
        <p:spPr>
          <a:xfrm>
            <a:off x="512644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BE4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0" name="Freeform 1069">
            <a:extLst>
              <a:ext uri="{FF2B5EF4-FFF2-40B4-BE49-F238E27FC236}">
                <a16:creationId xmlns:a16="http://schemas.microsoft.com/office/drawing/2014/main" id="{725E174A-3512-D8D7-B220-6BE84F554FD6}"/>
              </a:ext>
            </a:extLst>
          </p:cNvPr>
          <p:cNvSpPr/>
          <p:nvPr/>
        </p:nvSpPr>
        <p:spPr>
          <a:xfrm>
            <a:off x="512644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1" name="Freeform 1070">
            <a:extLst>
              <a:ext uri="{FF2B5EF4-FFF2-40B4-BE49-F238E27FC236}">
                <a16:creationId xmlns:a16="http://schemas.microsoft.com/office/drawing/2014/main" id="{87596350-B867-A669-C582-926EB6B8F709}"/>
              </a:ext>
            </a:extLst>
          </p:cNvPr>
          <p:cNvSpPr/>
          <p:nvPr/>
        </p:nvSpPr>
        <p:spPr>
          <a:xfrm>
            <a:off x="512644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2" name="Freeform 1071">
            <a:extLst>
              <a:ext uri="{FF2B5EF4-FFF2-40B4-BE49-F238E27FC236}">
                <a16:creationId xmlns:a16="http://schemas.microsoft.com/office/drawing/2014/main" id="{056BE2E3-20C0-0E15-0BA3-5823E7D7B27F}"/>
              </a:ext>
            </a:extLst>
          </p:cNvPr>
          <p:cNvSpPr/>
          <p:nvPr/>
        </p:nvSpPr>
        <p:spPr>
          <a:xfrm>
            <a:off x="512644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3" name="Freeform 1072">
            <a:extLst>
              <a:ext uri="{FF2B5EF4-FFF2-40B4-BE49-F238E27FC236}">
                <a16:creationId xmlns:a16="http://schemas.microsoft.com/office/drawing/2014/main" id="{B401E0B3-9D9C-CE45-236B-22D942A1A0DF}"/>
              </a:ext>
            </a:extLst>
          </p:cNvPr>
          <p:cNvSpPr/>
          <p:nvPr/>
        </p:nvSpPr>
        <p:spPr>
          <a:xfrm>
            <a:off x="512644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4" name="Freeform 1073">
            <a:extLst>
              <a:ext uri="{FF2B5EF4-FFF2-40B4-BE49-F238E27FC236}">
                <a16:creationId xmlns:a16="http://schemas.microsoft.com/office/drawing/2014/main" id="{C00FCAA2-209E-998B-96D2-3012535A55AB}"/>
              </a:ext>
            </a:extLst>
          </p:cNvPr>
          <p:cNvSpPr/>
          <p:nvPr/>
        </p:nvSpPr>
        <p:spPr>
          <a:xfrm>
            <a:off x="520279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5" name="Freeform 1074">
            <a:extLst>
              <a:ext uri="{FF2B5EF4-FFF2-40B4-BE49-F238E27FC236}">
                <a16:creationId xmlns:a16="http://schemas.microsoft.com/office/drawing/2014/main" id="{118CBFAD-5004-80BD-A93D-00BCB3E1DA6A}"/>
              </a:ext>
            </a:extLst>
          </p:cNvPr>
          <p:cNvSpPr/>
          <p:nvPr/>
        </p:nvSpPr>
        <p:spPr>
          <a:xfrm>
            <a:off x="520279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6" name="Freeform 1075">
            <a:extLst>
              <a:ext uri="{FF2B5EF4-FFF2-40B4-BE49-F238E27FC236}">
                <a16:creationId xmlns:a16="http://schemas.microsoft.com/office/drawing/2014/main" id="{BA9DF18C-6FC3-5D5A-84D5-7EFC0D931886}"/>
              </a:ext>
            </a:extLst>
          </p:cNvPr>
          <p:cNvSpPr/>
          <p:nvPr/>
        </p:nvSpPr>
        <p:spPr>
          <a:xfrm>
            <a:off x="520279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7" name="Freeform 1076">
            <a:extLst>
              <a:ext uri="{FF2B5EF4-FFF2-40B4-BE49-F238E27FC236}">
                <a16:creationId xmlns:a16="http://schemas.microsoft.com/office/drawing/2014/main" id="{A2BA9790-D5D6-67AB-00F6-6547F9E447DD}"/>
              </a:ext>
            </a:extLst>
          </p:cNvPr>
          <p:cNvSpPr/>
          <p:nvPr/>
        </p:nvSpPr>
        <p:spPr>
          <a:xfrm>
            <a:off x="520279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8" name="Freeform 1077">
            <a:extLst>
              <a:ext uri="{FF2B5EF4-FFF2-40B4-BE49-F238E27FC236}">
                <a16:creationId xmlns:a16="http://schemas.microsoft.com/office/drawing/2014/main" id="{9EADAE04-C01A-4CAF-D6FF-D77F754CE9EA}"/>
              </a:ext>
            </a:extLst>
          </p:cNvPr>
          <p:cNvSpPr/>
          <p:nvPr/>
        </p:nvSpPr>
        <p:spPr>
          <a:xfrm>
            <a:off x="520279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79" name="Freeform 1078">
            <a:extLst>
              <a:ext uri="{FF2B5EF4-FFF2-40B4-BE49-F238E27FC236}">
                <a16:creationId xmlns:a16="http://schemas.microsoft.com/office/drawing/2014/main" id="{5ABD0724-1317-6040-DF03-1F2D7D4741FD}"/>
              </a:ext>
            </a:extLst>
          </p:cNvPr>
          <p:cNvSpPr/>
          <p:nvPr/>
        </p:nvSpPr>
        <p:spPr>
          <a:xfrm>
            <a:off x="520279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0" name="Freeform 1079">
            <a:extLst>
              <a:ext uri="{FF2B5EF4-FFF2-40B4-BE49-F238E27FC236}">
                <a16:creationId xmlns:a16="http://schemas.microsoft.com/office/drawing/2014/main" id="{B2E5F376-5F80-19FD-3ED0-20EEA21E6FA4}"/>
              </a:ext>
            </a:extLst>
          </p:cNvPr>
          <p:cNvSpPr/>
          <p:nvPr/>
        </p:nvSpPr>
        <p:spPr>
          <a:xfrm>
            <a:off x="520279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1" name="Freeform 1080">
            <a:extLst>
              <a:ext uri="{FF2B5EF4-FFF2-40B4-BE49-F238E27FC236}">
                <a16:creationId xmlns:a16="http://schemas.microsoft.com/office/drawing/2014/main" id="{DE2A62AE-1B7A-1AA7-C84E-DECD0F22755F}"/>
              </a:ext>
            </a:extLst>
          </p:cNvPr>
          <p:cNvSpPr/>
          <p:nvPr/>
        </p:nvSpPr>
        <p:spPr>
          <a:xfrm>
            <a:off x="520279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E1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2" name="Freeform 1081">
            <a:extLst>
              <a:ext uri="{FF2B5EF4-FFF2-40B4-BE49-F238E27FC236}">
                <a16:creationId xmlns:a16="http://schemas.microsoft.com/office/drawing/2014/main" id="{5433D7AC-AD37-95F7-8E7C-8EF42FC2B46C}"/>
              </a:ext>
            </a:extLst>
          </p:cNvPr>
          <p:cNvSpPr/>
          <p:nvPr/>
        </p:nvSpPr>
        <p:spPr>
          <a:xfrm>
            <a:off x="520279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3" name="Freeform 1082">
            <a:extLst>
              <a:ext uri="{FF2B5EF4-FFF2-40B4-BE49-F238E27FC236}">
                <a16:creationId xmlns:a16="http://schemas.microsoft.com/office/drawing/2014/main" id="{D8E1BAA4-F444-DB70-E4BA-3B23454A2D97}"/>
              </a:ext>
            </a:extLst>
          </p:cNvPr>
          <p:cNvSpPr/>
          <p:nvPr/>
        </p:nvSpPr>
        <p:spPr>
          <a:xfrm>
            <a:off x="520279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4" name="Freeform 1083">
            <a:extLst>
              <a:ext uri="{FF2B5EF4-FFF2-40B4-BE49-F238E27FC236}">
                <a16:creationId xmlns:a16="http://schemas.microsoft.com/office/drawing/2014/main" id="{3C5B7407-55BF-08B8-2170-B70ED7B23541}"/>
              </a:ext>
            </a:extLst>
          </p:cNvPr>
          <p:cNvSpPr/>
          <p:nvPr/>
        </p:nvSpPr>
        <p:spPr>
          <a:xfrm>
            <a:off x="520279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5" name="Freeform 1084">
            <a:extLst>
              <a:ext uri="{FF2B5EF4-FFF2-40B4-BE49-F238E27FC236}">
                <a16:creationId xmlns:a16="http://schemas.microsoft.com/office/drawing/2014/main" id="{216F53CB-2D6E-8245-79B5-008F3B6284DA}"/>
              </a:ext>
            </a:extLst>
          </p:cNvPr>
          <p:cNvSpPr/>
          <p:nvPr/>
        </p:nvSpPr>
        <p:spPr>
          <a:xfrm>
            <a:off x="520279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6" name="Freeform 1085">
            <a:extLst>
              <a:ext uri="{FF2B5EF4-FFF2-40B4-BE49-F238E27FC236}">
                <a16:creationId xmlns:a16="http://schemas.microsoft.com/office/drawing/2014/main" id="{2D982E4F-30FA-0837-B189-A322B5B5A990}"/>
              </a:ext>
            </a:extLst>
          </p:cNvPr>
          <p:cNvSpPr/>
          <p:nvPr/>
        </p:nvSpPr>
        <p:spPr>
          <a:xfrm>
            <a:off x="520279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7" name="Freeform 1086">
            <a:extLst>
              <a:ext uri="{FF2B5EF4-FFF2-40B4-BE49-F238E27FC236}">
                <a16:creationId xmlns:a16="http://schemas.microsoft.com/office/drawing/2014/main" id="{887538F3-C219-D871-7D98-251924E011D1}"/>
              </a:ext>
            </a:extLst>
          </p:cNvPr>
          <p:cNvSpPr/>
          <p:nvPr/>
        </p:nvSpPr>
        <p:spPr>
          <a:xfrm>
            <a:off x="520279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8" name="Freeform 1087">
            <a:extLst>
              <a:ext uri="{FF2B5EF4-FFF2-40B4-BE49-F238E27FC236}">
                <a16:creationId xmlns:a16="http://schemas.microsoft.com/office/drawing/2014/main" id="{9E7D530B-37D9-915A-EDEF-B14EE84A3655}"/>
              </a:ext>
            </a:extLst>
          </p:cNvPr>
          <p:cNvSpPr/>
          <p:nvPr/>
        </p:nvSpPr>
        <p:spPr>
          <a:xfrm>
            <a:off x="520279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6F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89" name="Freeform 1088">
            <a:extLst>
              <a:ext uri="{FF2B5EF4-FFF2-40B4-BE49-F238E27FC236}">
                <a16:creationId xmlns:a16="http://schemas.microsoft.com/office/drawing/2014/main" id="{AE3404C7-3E9C-C414-7A08-71203C0EB9C8}"/>
              </a:ext>
            </a:extLst>
          </p:cNvPr>
          <p:cNvSpPr/>
          <p:nvPr/>
        </p:nvSpPr>
        <p:spPr>
          <a:xfrm>
            <a:off x="520279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0" name="Freeform 1089">
            <a:extLst>
              <a:ext uri="{FF2B5EF4-FFF2-40B4-BE49-F238E27FC236}">
                <a16:creationId xmlns:a16="http://schemas.microsoft.com/office/drawing/2014/main" id="{B64FAF88-B093-2B1B-61D2-8ED334413257}"/>
              </a:ext>
            </a:extLst>
          </p:cNvPr>
          <p:cNvSpPr/>
          <p:nvPr/>
        </p:nvSpPr>
        <p:spPr>
          <a:xfrm>
            <a:off x="520279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1" name="Freeform 1090">
            <a:extLst>
              <a:ext uri="{FF2B5EF4-FFF2-40B4-BE49-F238E27FC236}">
                <a16:creationId xmlns:a16="http://schemas.microsoft.com/office/drawing/2014/main" id="{1036F2B4-BBAC-8EB6-4167-98D6A9153BC6}"/>
              </a:ext>
            </a:extLst>
          </p:cNvPr>
          <p:cNvSpPr/>
          <p:nvPr/>
        </p:nvSpPr>
        <p:spPr>
          <a:xfrm>
            <a:off x="520279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2" name="Freeform 1091">
            <a:extLst>
              <a:ext uri="{FF2B5EF4-FFF2-40B4-BE49-F238E27FC236}">
                <a16:creationId xmlns:a16="http://schemas.microsoft.com/office/drawing/2014/main" id="{296938B3-E4F8-A4DF-E3D3-20F3B7589C63}"/>
              </a:ext>
            </a:extLst>
          </p:cNvPr>
          <p:cNvSpPr/>
          <p:nvPr/>
        </p:nvSpPr>
        <p:spPr>
          <a:xfrm>
            <a:off x="520279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3" name="Freeform 1092">
            <a:extLst>
              <a:ext uri="{FF2B5EF4-FFF2-40B4-BE49-F238E27FC236}">
                <a16:creationId xmlns:a16="http://schemas.microsoft.com/office/drawing/2014/main" id="{2FA3B856-D41B-9014-99E4-35E770C5D47B}"/>
              </a:ext>
            </a:extLst>
          </p:cNvPr>
          <p:cNvSpPr/>
          <p:nvPr/>
        </p:nvSpPr>
        <p:spPr>
          <a:xfrm>
            <a:off x="527917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4" name="Freeform 1093">
            <a:extLst>
              <a:ext uri="{FF2B5EF4-FFF2-40B4-BE49-F238E27FC236}">
                <a16:creationId xmlns:a16="http://schemas.microsoft.com/office/drawing/2014/main" id="{EAF5AF1B-5D54-FAA3-B6EA-48A73CFBD417}"/>
              </a:ext>
            </a:extLst>
          </p:cNvPr>
          <p:cNvSpPr/>
          <p:nvPr/>
        </p:nvSpPr>
        <p:spPr>
          <a:xfrm>
            <a:off x="527917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5" name="Freeform 1094">
            <a:extLst>
              <a:ext uri="{FF2B5EF4-FFF2-40B4-BE49-F238E27FC236}">
                <a16:creationId xmlns:a16="http://schemas.microsoft.com/office/drawing/2014/main" id="{C432B9CD-C187-73F6-5C0F-9497A7A21B31}"/>
              </a:ext>
            </a:extLst>
          </p:cNvPr>
          <p:cNvSpPr/>
          <p:nvPr/>
        </p:nvSpPr>
        <p:spPr>
          <a:xfrm>
            <a:off x="527917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6" name="Freeform 1095">
            <a:extLst>
              <a:ext uri="{FF2B5EF4-FFF2-40B4-BE49-F238E27FC236}">
                <a16:creationId xmlns:a16="http://schemas.microsoft.com/office/drawing/2014/main" id="{417F8EDC-45CC-6563-0DB7-B0BE8E2418E4}"/>
              </a:ext>
            </a:extLst>
          </p:cNvPr>
          <p:cNvSpPr/>
          <p:nvPr/>
        </p:nvSpPr>
        <p:spPr>
          <a:xfrm>
            <a:off x="527917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7" name="Freeform 1096">
            <a:extLst>
              <a:ext uri="{FF2B5EF4-FFF2-40B4-BE49-F238E27FC236}">
                <a16:creationId xmlns:a16="http://schemas.microsoft.com/office/drawing/2014/main" id="{7CC72300-D348-E367-7B7C-51F2D2E23C98}"/>
              </a:ext>
            </a:extLst>
          </p:cNvPr>
          <p:cNvSpPr/>
          <p:nvPr/>
        </p:nvSpPr>
        <p:spPr>
          <a:xfrm>
            <a:off x="527917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8" name="Freeform 1097">
            <a:extLst>
              <a:ext uri="{FF2B5EF4-FFF2-40B4-BE49-F238E27FC236}">
                <a16:creationId xmlns:a16="http://schemas.microsoft.com/office/drawing/2014/main" id="{6D31F26A-21C2-C3EC-F38E-3ADFE1C3B901}"/>
              </a:ext>
            </a:extLst>
          </p:cNvPr>
          <p:cNvSpPr/>
          <p:nvPr/>
        </p:nvSpPr>
        <p:spPr>
          <a:xfrm>
            <a:off x="527917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99" name="Freeform 1098">
            <a:extLst>
              <a:ext uri="{FF2B5EF4-FFF2-40B4-BE49-F238E27FC236}">
                <a16:creationId xmlns:a16="http://schemas.microsoft.com/office/drawing/2014/main" id="{59675428-A5D0-D43E-0081-FE727DC1BE8B}"/>
              </a:ext>
            </a:extLst>
          </p:cNvPr>
          <p:cNvSpPr/>
          <p:nvPr/>
        </p:nvSpPr>
        <p:spPr>
          <a:xfrm>
            <a:off x="527917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0" name="Freeform 1099">
            <a:extLst>
              <a:ext uri="{FF2B5EF4-FFF2-40B4-BE49-F238E27FC236}">
                <a16:creationId xmlns:a16="http://schemas.microsoft.com/office/drawing/2014/main" id="{387C5250-BF1F-B245-56E4-279176F93B4B}"/>
              </a:ext>
            </a:extLst>
          </p:cNvPr>
          <p:cNvSpPr/>
          <p:nvPr/>
        </p:nvSpPr>
        <p:spPr>
          <a:xfrm>
            <a:off x="527917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1" name="Freeform 1100">
            <a:extLst>
              <a:ext uri="{FF2B5EF4-FFF2-40B4-BE49-F238E27FC236}">
                <a16:creationId xmlns:a16="http://schemas.microsoft.com/office/drawing/2014/main" id="{B1F4FD63-69FD-B513-EF50-8AFD37FDD80A}"/>
              </a:ext>
            </a:extLst>
          </p:cNvPr>
          <p:cNvSpPr/>
          <p:nvPr/>
        </p:nvSpPr>
        <p:spPr>
          <a:xfrm>
            <a:off x="527917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2" name="Freeform 1101">
            <a:extLst>
              <a:ext uri="{FF2B5EF4-FFF2-40B4-BE49-F238E27FC236}">
                <a16:creationId xmlns:a16="http://schemas.microsoft.com/office/drawing/2014/main" id="{F6C6DB43-2377-969E-4103-B239E43B8B80}"/>
              </a:ext>
            </a:extLst>
          </p:cNvPr>
          <p:cNvSpPr/>
          <p:nvPr/>
        </p:nvSpPr>
        <p:spPr>
          <a:xfrm>
            <a:off x="527917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3" name="Freeform 1102">
            <a:extLst>
              <a:ext uri="{FF2B5EF4-FFF2-40B4-BE49-F238E27FC236}">
                <a16:creationId xmlns:a16="http://schemas.microsoft.com/office/drawing/2014/main" id="{D4099B11-EA8F-E6FA-BD7E-FC90922A9B8B}"/>
              </a:ext>
            </a:extLst>
          </p:cNvPr>
          <p:cNvSpPr/>
          <p:nvPr/>
        </p:nvSpPr>
        <p:spPr>
          <a:xfrm>
            <a:off x="527917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4" name="Freeform 1103">
            <a:extLst>
              <a:ext uri="{FF2B5EF4-FFF2-40B4-BE49-F238E27FC236}">
                <a16:creationId xmlns:a16="http://schemas.microsoft.com/office/drawing/2014/main" id="{1DBFA376-C310-1E3C-1C50-502C1978D704}"/>
              </a:ext>
            </a:extLst>
          </p:cNvPr>
          <p:cNvSpPr/>
          <p:nvPr/>
        </p:nvSpPr>
        <p:spPr>
          <a:xfrm>
            <a:off x="527917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3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5" name="Freeform 1104">
            <a:extLst>
              <a:ext uri="{FF2B5EF4-FFF2-40B4-BE49-F238E27FC236}">
                <a16:creationId xmlns:a16="http://schemas.microsoft.com/office/drawing/2014/main" id="{E48FBF8C-FF8D-1502-3302-D2FF12C3E277}"/>
              </a:ext>
            </a:extLst>
          </p:cNvPr>
          <p:cNvSpPr/>
          <p:nvPr/>
        </p:nvSpPr>
        <p:spPr>
          <a:xfrm>
            <a:off x="527917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6" name="Freeform 1105">
            <a:extLst>
              <a:ext uri="{FF2B5EF4-FFF2-40B4-BE49-F238E27FC236}">
                <a16:creationId xmlns:a16="http://schemas.microsoft.com/office/drawing/2014/main" id="{6DE655BF-5046-8B09-8503-9B21AF3798B7}"/>
              </a:ext>
            </a:extLst>
          </p:cNvPr>
          <p:cNvSpPr/>
          <p:nvPr/>
        </p:nvSpPr>
        <p:spPr>
          <a:xfrm>
            <a:off x="527917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7" name="Freeform 1106">
            <a:extLst>
              <a:ext uri="{FF2B5EF4-FFF2-40B4-BE49-F238E27FC236}">
                <a16:creationId xmlns:a16="http://schemas.microsoft.com/office/drawing/2014/main" id="{1E7E101A-8424-599E-C8CC-6663E3AA899D}"/>
              </a:ext>
            </a:extLst>
          </p:cNvPr>
          <p:cNvSpPr/>
          <p:nvPr/>
        </p:nvSpPr>
        <p:spPr>
          <a:xfrm>
            <a:off x="527917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8" name="Freeform 1107">
            <a:extLst>
              <a:ext uri="{FF2B5EF4-FFF2-40B4-BE49-F238E27FC236}">
                <a16:creationId xmlns:a16="http://schemas.microsoft.com/office/drawing/2014/main" id="{38802029-0582-516D-F867-2737BED19A0E}"/>
              </a:ext>
            </a:extLst>
          </p:cNvPr>
          <p:cNvSpPr/>
          <p:nvPr/>
        </p:nvSpPr>
        <p:spPr>
          <a:xfrm>
            <a:off x="527917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09" name="Freeform 1108">
            <a:extLst>
              <a:ext uri="{FF2B5EF4-FFF2-40B4-BE49-F238E27FC236}">
                <a16:creationId xmlns:a16="http://schemas.microsoft.com/office/drawing/2014/main" id="{31000059-DC0A-DC7A-63A8-95D40347A7F9}"/>
              </a:ext>
            </a:extLst>
          </p:cNvPr>
          <p:cNvSpPr/>
          <p:nvPr/>
        </p:nvSpPr>
        <p:spPr>
          <a:xfrm>
            <a:off x="527917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0" name="Freeform 1109">
            <a:extLst>
              <a:ext uri="{FF2B5EF4-FFF2-40B4-BE49-F238E27FC236}">
                <a16:creationId xmlns:a16="http://schemas.microsoft.com/office/drawing/2014/main" id="{CBF1F431-449B-2073-1BD0-DF429EDAAB74}"/>
              </a:ext>
            </a:extLst>
          </p:cNvPr>
          <p:cNvSpPr/>
          <p:nvPr/>
        </p:nvSpPr>
        <p:spPr>
          <a:xfrm>
            <a:off x="527917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0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1" name="Freeform 1110">
            <a:extLst>
              <a:ext uri="{FF2B5EF4-FFF2-40B4-BE49-F238E27FC236}">
                <a16:creationId xmlns:a16="http://schemas.microsoft.com/office/drawing/2014/main" id="{57451BDA-7657-FB79-CD65-BF2032D7D628}"/>
              </a:ext>
            </a:extLst>
          </p:cNvPr>
          <p:cNvSpPr/>
          <p:nvPr/>
        </p:nvSpPr>
        <p:spPr>
          <a:xfrm>
            <a:off x="527917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5E4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2" name="Freeform 1111">
            <a:extLst>
              <a:ext uri="{FF2B5EF4-FFF2-40B4-BE49-F238E27FC236}">
                <a16:creationId xmlns:a16="http://schemas.microsoft.com/office/drawing/2014/main" id="{6E6E1708-4988-2356-3EC3-5382AF3E33EC}"/>
              </a:ext>
            </a:extLst>
          </p:cNvPr>
          <p:cNvSpPr/>
          <p:nvPr/>
        </p:nvSpPr>
        <p:spPr>
          <a:xfrm>
            <a:off x="535552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3" name="Freeform 1112">
            <a:extLst>
              <a:ext uri="{FF2B5EF4-FFF2-40B4-BE49-F238E27FC236}">
                <a16:creationId xmlns:a16="http://schemas.microsoft.com/office/drawing/2014/main" id="{5203DC41-9240-C046-DE8A-AE3C1606FCC8}"/>
              </a:ext>
            </a:extLst>
          </p:cNvPr>
          <p:cNvSpPr/>
          <p:nvPr/>
        </p:nvSpPr>
        <p:spPr>
          <a:xfrm>
            <a:off x="535552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4" name="Freeform 1113">
            <a:extLst>
              <a:ext uri="{FF2B5EF4-FFF2-40B4-BE49-F238E27FC236}">
                <a16:creationId xmlns:a16="http://schemas.microsoft.com/office/drawing/2014/main" id="{69219FF5-BDAF-26CF-A716-B59C1D49DC92}"/>
              </a:ext>
            </a:extLst>
          </p:cNvPr>
          <p:cNvSpPr/>
          <p:nvPr/>
        </p:nvSpPr>
        <p:spPr>
          <a:xfrm>
            <a:off x="535552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5" name="Freeform 1114">
            <a:extLst>
              <a:ext uri="{FF2B5EF4-FFF2-40B4-BE49-F238E27FC236}">
                <a16:creationId xmlns:a16="http://schemas.microsoft.com/office/drawing/2014/main" id="{6CBD0F9F-0127-D7EA-D83F-8E5CD9C206DA}"/>
              </a:ext>
            </a:extLst>
          </p:cNvPr>
          <p:cNvSpPr/>
          <p:nvPr/>
        </p:nvSpPr>
        <p:spPr>
          <a:xfrm>
            <a:off x="535552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6" name="Freeform 1115">
            <a:extLst>
              <a:ext uri="{FF2B5EF4-FFF2-40B4-BE49-F238E27FC236}">
                <a16:creationId xmlns:a16="http://schemas.microsoft.com/office/drawing/2014/main" id="{C40C1A23-36A4-F73B-1A6F-98388BF532E2}"/>
              </a:ext>
            </a:extLst>
          </p:cNvPr>
          <p:cNvSpPr/>
          <p:nvPr/>
        </p:nvSpPr>
        <p:spPr>
          <a:xfrm>
            <a:off x="535552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7" name="Freeform 1116">
            <a:extLst>
              <a:ext uri="{FF2B5EF4-FFF2-40B4-BE49-F238E27FC236}">
                <a16:creationId xmlns:a16="http://schemas.microsoft.com/office/drawing/2014/main" id="{023238AC-70A1-6A50-C6FD-FAADA600BC30}"/>
              </a:ext>
            </a:extLst>
          </p:cNvPr>
          <p:cNvSpPr/>
          <p:nvPr/>
        </p:nvSpPr>
        <p:spPr>
          <a:xfrm>
            <a:off x="535552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8" name="Freeform 1117">
            <a:extLst>
              <a:ext uri="{FF2B5EF4-FFF2-40B4-BE49-F238E27FC236}">
                <a16:creationId xmlns:a16="http://schemas.microsoft.com/office/drawing/2014/main" id="{47C84028-9624-9A8A-FB91-AB06D956D1C5}"/>
              </a:ext>
            </a:extLst>
          </p:cNvPr>
          <p:cNvSpPr/>
          <p:nvPr/>
        </p:nvSpPr>
        <p:spPr>
          <a:xfrm>
            <a:off x="535552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4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19" name="Freeform 1118">
            <a:extLst>
              <a:ext uri="{FF2B5EF4-FFF2-40B4-BE49-F238E27FC236}">
                <a16:creationId xmlns:a16="http://schemas.microsoft.com/office/drawing/2014/main" id="{5AE496D3-0D0A-19C6-9C75-8CF7F66B2005}"/>
              </a:ext>
            </a:extLst>
          </p:cNvPr>
          <p:cNvSpPr/>
          <p:nvPr/>
        </p:nvSpPr>
        <p:spPr>
          <a:xfrm>
            <a:off x="535552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0" name="Freeform 1119">
            <a:extLst>
              <a:ext uri="{FF2B5EF4-FFF2-40B4-BE49-F238E27FC236}">
                <a16:creationId xmlns:a16="http://schemas.microsoft.com/office/drawing/2014/main" id="{88A44ABF-373B-148B-C1E2-82A3DFE01762}"/>
              </a:ext>
            </a:extLst>
          </p:cNvPr>
          <p:cNvSpPr/>
          <p:nvPr/>
        </p:nvSpPr>
        <p:spPr>
          <a:xfrm>
            <a:off x="535552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1" name="Freeform 1120">
            <a:extLst>
              <a:ext uri="{FF2B5EF4-FFF2-40B4-BE49-F238E27FC236}">
                <a16:creationId xmlns:a16="http://schemas.microsoft.com/office/drawing/2014/main" id="{7470FB26-5C5C-D82A-DF9B-9DD92CF3B6ED}"/>
              </a:ext>
            </a:extLst>
          </p:cNvPr>
          <p:cNvSpPr/>
          <p:nvPr/>
        </p:nvSpPr>
        <p:spPr>
          <a:xfrm>
            <a:off x="535552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2" name="Freeform 1121">
            <a:extLst>
              <a:ext uri="{FF2B5EF4-FFF2-40B4-BE49-F238E27FC236}">
                <a16:creationId xmlns:a16="http://schemas.microsoft.com/office/drawing/2014/main" id="{A7F7405C-D2A2-5128-B4F2-1E380A59C6FA}"/>
              </a:ext>
            </a:extLst>
          </p:cNvPr>
          <p:cNvSpPr/>
          <p:nvPr/>
        </p:nvSpPr>
        <p:spPr>
          <a:xfrm>
            <a:off x="535552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3" name="Freeform 1122">
            <a:extLst>
              <a:ext uri="{FF2B5EF4-FFF2-40B4-BE49-F238E27FC236}">
                <a16:creationId xmlns:a16="http://schemas.microsoft.com/office/drawing/2014/main" id="{BB6A33E5-1068-C89C-BAB4-982B5046479A}"/>
              </a:ext>
            </a:extLst>
          </p:cNvPr>
          <p:cNvSpPr/>
          <p:nvPr/>
        </p:nvSpPr>
        <p:spPr>
          <a:xfrm>
            <a:off x="535552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A9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4" name="Freeform 1123">
            <a:extLst>
              <a:ext uri="{FF2B5EF4-FFF2-40B4-BE49-F238E27FC236}">
                <a16:creationId xmlns:a16="http://schemas.microsoft.com/office/drawing/2014/main" id="{C4F71319-6951-6F1D-29FA-B8673B754184}"/>
              </a:ext>
            </a:extLst>
          </p:cNvPr>
          <p:cNvSpPr/>
          <p:nvPr/>
        </p:nvSpPr>
        <p:spPr>
          <a:xfrm>
            <a:off x="535552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5" name="Freeform 1124">
            <a:extLst>
              <a:ext uri="{FF2B5EF4-FFF2-40B4-BE49-F238E27FC236}">
                <a16:creationId xmlns:a16="http://schemas.microsoft.com/office/drawing/2014/main" id="{DA198945-1936-72BA-35DF-B38617E9BD0C}"/>
              </a:ext>
            </a:extLst>
          </p:cNvPr>
          <p:cNvSpPr/>
          <p:nvPr/>
        </p:nvSpPr>
        <p:spPr>
          <a:xfrm>
            <a:off x="535552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6" name="Freeform 1125">
            <a:extLst>
              <a:ext uri="{FF2B5EF4-FFF2-40B4-BE49-F238E27FC236}">
                <a16:creationId xmlns:a16="http://schemas.microsoft.com/office/drawing/2014/main" id="{76B250A0-1C6C-C55E-917E-770D75DECD9E}"/>
              </a:ext>
            </a:extLst>
          </p:cNvPr>
          <p:cNvSpPr/>
          <p:nvPr/>
        </p:nvSpPr>
        <p:spPr>
          <a:xfrm>
            <a:off x="535552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7" name="Freeform 1126">
            <a:extLst>
              <a:ext uri="{FF2B5EF4-FFF2-40B4-BE49-F238E27FC236}">
                <a16:creationId xmlns:a16="http://schemas.microsoft.com/office/drawing/2014/main" id="{D67B4467-514B-1F6C-806D-9ABDE5811A06}"/>
              </a:ext>
            </a:extLst>
          </p:cNvPr>
          <p:cNvSpPr/>
          <p:nvPr/>
        </p:nvSpPr>
        <p:spPr>
          <a:xfrm>
            <a:off x="535552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8" name="Freeform 1127">
            <a:extLst>
              <a:ext uri="{FF2B5EF4-FFF2-40B4-BE49-F238E27FC236}">
                <a16:creationId xmlns:a16="http://schemas.microsoft.com/office/drawing/2014/main" id="{0BFF339C-503E-FBE9-EB4B-38636258A4C4}"/>
              </a:ext>
            </a:extLst>
          </p:cNvPr>
          <p:cNvSpPr/>
          <p:nvPr/>
        </p:nvSpPr>
        <p:spPr>
          <a:xfrm>
            <a:off x="535552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29" name="Freeform 1128">
            <a:extLst>
              <a:ext uri="{FF2B5EF4-FFF2-40B4-BE49-F238E27FC236}">
                <a16:creationId xmlns:a16="http://schemas.microsoft.com/office/drawing/2014/main" id="{875B1442-0990-43BC-F976-530C77F82312}"/>
              </a:ext>
            </a:extLst>
          </p:cNvPr>
          <p:cNvSpPr/>
          <p:nvPr/>
        </p:nvSpPr>
        <p:spPr>
          <a:xfrm>
            <a:off x="535552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0" name="Freeform 1129">
            <a:extLst>
              <a:ext uri="{FF2B5EF4-FFF2-40B4-BE49-F238E27FC236}">
                <a16:creationId xmlns:a16="http://schemas.microsoft.com/office/drawing/2014/main" id="{8775B96A-A440-40E5-091C-60564ABA2B63}"/>
              </a:ext>
            </a:extLst>
          </p:cNvPr>
          <p:cNvSpPr/>
          <p:nvPr/>
        </p:nvSpPr>
        <p:spPr>
          <a:xfrm>
            <a:off x="535552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1" name="Freeform 1130">
            <a:extLst>
              <a:ext uri="{FF2B5EF4-FFF2-40B4-BE49-F238E27FC236}">
                <a16:creationId xmlns:a16="http://schemas.microsoft.com/office/drawing/2014/main" id="{748E4F31-DEFE-7FD5-FE4A-E4017006D0FE}"/>
              </a:ext>
            </a:extLst>
          </p:cNvPr>
          <p:cNvSpPr/>
          <p:nvPr/>
        </p:nvSpPr>
        <p:spPr>
          <a:xfrm>
            <a:off x="543191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2" name="Freeform 1131">
            <a:extLst>
              <a:ext uri="{FF2B5EF4-FFF2-40B4-BE49-F238E27FC236}">
                <a16:creationId xmlns:a16="http://schemas.microsoft.com/office/drawing/2014/main" id="{02B95A77-4437-4903-5192-FBAB98BF2F74}"/>
              </a:ext>
            </a:extLst>
          </p:cNvPr>
          <p:cNvSpPr/>
          <p:nvPr/>
        </p:nvSpPr>
        <p:spPr>
          <a:xfrm>
            <a:off x="543191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3" name="Freeform 1132">
            <a:extLst>
              <a:ext uri="{FF2B5EF4-FFF2-40B4-BE49-F238E27FC236}">
                <a16:creationId xmlns:a16="http://schemas.microsoft.com/office/drawing/2014/main" id="{60EE48EE-A98A-17C2-C18D-838434FA6809}"/>
              </a:ext>
            </a:extLst>
          </p:cNvPr>
          <p:cNvSpPr/>
          <p:nvPr/>
        </p:nvSpPr>
        <p:spPr>
          <a:xfrm>
            <a:off x="543191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4" name="Freeform 1133">
            <a:extLst>
              <a:ext uri="{FF2B5EF4-FFF2-40B4-BE49-F238E27FC236}">
                <a16:creationId xmlns:a16="http://schemas.microsoft.com/office/drawing/2014/main" id="{BF6C5D63-C602-83F7-267F-F711CAC1A6B5}"/>
              </a:ext>
            </a:extLst>
          </p:cNvPr>
          <p:cNvSpPr/>
          <p:nvPr/>
        </p:nvSpPr>
        <p:spPr>
          <a:xfrm>
            <a:off x="543191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5" name="Freeform 1134">
            <a:extLst>
              <a:ext uri="{FF2B5EF4-FFF2-40B4-BE49-F238E27FC236}">
                <a16:creationId xmlns:a16="http://schemas.microsoft.com/office/drawing/2014/main" id="{B2A87D4B-5890-124B-C145-D642C7AEE8F9}"/>
              </a:ext>
            </a:extLst>
          </p:cNvPr>
          <p:cNvSpPr/>
          <p:nvPr/>
        </p:nvSpPr>
        <p:spPr>
          <a:xfrm>
            <a:off x="543191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6" name="Freeform 1135">
            <a:extLst>
              <a:ext uri="{FF2B5EF4-FFF2-40B4-BE49-F238E27FC236}">
                <a16:creationId xmlns:a16="http://schemas.microsoft.com/office/drawing/2014/main" id="{E58FE91F-0BBC-055B-785C-7ED199D95606}"/>
              </a:ext>
            </a:extLst>
          </p:cNvPr>
          <p:cNvSpPr/>
          <p:nvPr/>
        </p:nvSpPr>
        <p:spPr>
          <a:xfrm>
            <a:off x="543191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7" name="Freeform 1136">
            <a:extLst>
              <a:ext uri="{FF2B5EF4-FFF2-40B4-BE49-F238E27FC236}">
                <a16:creationId xmlns:a16="http://schemas.microsoft.com/office/drawing/2014/main" id="{2735C622-B151-05C6-69A7-606A44EF8836}"/>
              </a:ext>
            </a:extLst>
          </p:cNvPr>
          <p:cNvSpPr/>
          <p:nvPr/>
        </p:nvSpPr>
        <p:spPr>
          <a:xfrm>
            <a:off x="543191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8" name="Freeform 1137">
            <a:extLst>
              <a:ext uri="{FF2B5EF4-FFF2-40B4-BE49-F238E27FC236}">
                <a16:creationId xmlns:a16="http://schemas.microsoft.com/office/drawing/2014/main" id="{D1E885D5-12C0-E0CB-5965-05F739018863}"/>
              </a:ext>
            </a:extLst>
          </p:cNvPr>
          <p:cNvSpPr/>
          <p:nvPr/>
        </p:nvSpPr>
        <p:spPr>
          <a:xfrm>
            <a:off x="543191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A80A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39" name="Freeform 1138">
            <a:extLst>
              <a:ext uri="{FF2B5EF4-FFF2-40B4-BE49-F238E27FC236}">
                <a16:creationId xmlns:a16="http://schemas.microsoft.com/office/drawing/2014/main" id="{6D0E29AB-84D9-6500-F050-03B450C00DA6}"/>
              </a:ext>
            </a:extLst>
          </p:cNvPr>
          <p:cNvSpPr/>
          <p:nvPr/>
        </p:nvSpPr>
        <p:spPr>
          <a:xfrm>
            <a:off x="543191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0" name="Freeform 1139">
            <a:extLst>
              <a:ext uri="{FF2B5EF4-FFF2-40B4-BE49-F238E27FC236}">
                <a16:creationId xmlns:a16="http://schemas.microsoft.com/office/drawing/2014/main" id="{11D52266-9769-8C86-E1D7-D4BB0404795F}"/>
              </a:ext>
            </a:extLst>
          </p:cNvPr>
          <p:cNvSpPr/>
          <p:nvPr/>
        </p:nvSpPr>
        <p:spPr>
          <a:xfrm>
            <a:off x="543191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1" name="Freeform 1140">
            <a:extLst>
              <a:ext uri="{FF2B5EF4-FFF2-40B4-BE49-F238E27FC236}">
                <a16:creationId xmlns:a16="http://schemas.microsoft.com/office/drawing/2014/main" id="{7F1E71F7-61AB-8CE8-69D6-7383C7D5A87D}"/>
              </a:ext>
            </a:extLst>
          </p:cNvPr>
          <p:cNvSpPr/>
          <p:nvPr/>
        </p:nvSpPr>
        <p:spPr>
          <a:xfrm>
            <a:off x="543191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2" name="Freeform 1141">
            <a:extLst>
              <a:ext uri="{FF2B5EF4-FFF2-40B4-BE49-F238E27FC236}">
                <a16:creationId xmlns:a16="http://schemas.microsoft.com/office/drawing/2014/main" id="{ACD26288-5F54-1281-CABB-977F7DAABB56}"/>
              </a:ext>
            </a:extLst>
          </p:cNvPr>
          <p:cNvSpPr/>
          <p:nvPr/>
        </p:nvSpPr>
        <p:spPr>
          <a:xfrm>
            <a:off x="543191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83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3" name="Freeform 1142">
            <a:extLst>
              <a:ext uri="{FF2B5EF4-FFF2-40B4-BE49-F238E27FC236}">
                <a16:creationId xmlns:a16="http://schemas.microsoft.com/office/drawing/2014/main" id="{98D1C2C1-8C83-D24B-CE12-2F8D7FB8AAD4}"/>
              </a:ext>
            </a:extLst>
          </p:cNvPr>
          <p:cNvSpPr/>
          <p:nvPr/>
        </p:nvSpPr>
        <p:spPr>
          <a:xfrm>
            <a:off x="543191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4" name="Freeform 1143">
            <a:extLst>
              <a:ext uri="{FF2B5EF4-FFF2-40B4-BE49-F238E27FC236}">
                <a16:creationId xmlns:a16="http://schemas.microsoft.com/office/drawing/2014/main" id="{C1F63DA7-35A9-1348-E21C-9FFD207A0400}"/>
              </a:ext>
            </a:extLst>
          </p:cNvPr>
          <p:cNvSpPr/>
          <p:nvPr/>
        </p:nvSpPr>
        <p:spPr>
          <a:xfrm>
            <a:off x="543191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5" name="Freeform 1144">
            <a:extLst>
              <a:ext uri="{FF2B5EF4-FFF2-40B4-BE49-F238E27FC236}">
                <a16:creationId xmlns:a16="http://schemas.microsoft.com/office/drawing/2014/main" id="{E954F5B1-8BEC-2938-CDEF-9BC5B26D688B}"/>
              </a:ext>
            </a:extLst>
          </p:cNvPr>
          <p:cNvSpPr/>
          <p:nvPr/>
        </p:nvSpPr>
        <p:spPr>
          <a:xfrm>
            <a:off x="543191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6" name="Freeform 1145">
            <a:extLst>
              <a:ext uri="{FF2B5EF4-FFF2-40B4-BE49-F238E27FC236}">
                <a16:creationId xmlns:a16="http://schemas.microsoft.com/office/drawing/2014/main" id="{F6DDDD33-CC4A-8EAD-0E8B-DC72B9DD48B6}"/>
              </a:ext>
            </a:extLst>
          </p:cNvPr>
          <p:cNvSpPr/>
          <p:nvPr/>
        </p:nvSpPr>
        <p:spPr>
          <a:xfrm>
            <a:off x="543191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7" name="Freeform 1146">
            <a:extLst>
              <a:ext uri="{FF2B5EF4-FFF2-40B4-BE49-F238E27FC236}">
                <a16:creationId xmlns:a16="http://schemas.microsoft.com/office/drawing/2014/main" id="{628B3E2E-EFE4-0673-6EAD-98E55FF23A70}"/>
              </a:ext>
            </a:extLst>
          </p:cNvPr>
          <p:cNvSpPr/>
          <p:nvPr/>
        </p:nvSpPr>
        <p:spPr>
          <a:xfrm>
            <a:off x="543191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8" name="Freeform 1147">
            <a:extLst>
              <a:ext uri="{FF2B5EF4-FFF2-40B4-BE49-F238E27FC236}">
                <a16:creationId xmlns:a16="http://schemas.microsoft.com/office/drawing/2014/main" id="{B786A5BA-0D5C-6F0A-7518-DB7FA411DAED}"/>
              </a:ext>
            </a:extLst>
          </p:cNvPr>
          <p:cNvSpPr/>
          <p:nvPr/>
        </p:nvSpPr>
        <p:spPr>
          <a:xfrm>
            <a:off x="543191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9" name="Freeform 1148">
            <a:extLst>
              <a:ext uri="{FF2B5EF4-FFF2-40B4-BE49-F238E27FC236}">
                <a16:creationId xmlns:a16="http://schemas.microsoft.com/office/drawing/2014/main" id="{DAA56A47-03F7-78BE-8009-159B7B66EF25}"/>
              </a:ext>
            </a:extLst>
          </p:cNvPr>
          <p:cNvSpPr/>
          <p:nvPr/>
        </p:nvSpPr>
        <p:spPr>
          <a:xfrm>
            <a:off x="543191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0" name="Freeform 1149">
            <a:extLst>
              <a:ext uri="{FF2B5EF4-FFF2-40B4-BE49-F238E27FC236}">
                <a16:creationId xmlns:a16="http://schemas.microsoft.com/office/drawing/2014/main" id="{8B3231B9-0361-8A05-34B6-5BA051DD78C4}"/>
              </a:ext>
            </a:extLst>
          </p:cNvPr>
          <p:cNvSpPr/>
          <p:nvPr/>
        </p:nvSpPr>
        <p:spPr>
          <a:xfrm>
            <a:off x="550826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1" name="Freeform 1150">
            <a:extLst>
              <a:ext uri="{FF2B5EF4-FFF2-40B4-BE49-F238E27FC236}">
                <a16:creationId xmlns:a16="http://schemas.microsoft.com/office/drawing/2014/main" id="{D3CA92AE-FF00-D323-EC1A-DE5B5C44EDA5}"/>
              </a:ext>
            </a:extLst>
          </p:cNvPr>
          <p:cNvSpPr/>
          <p:nvPr/>
        </p:nvSpPr>
        <p:spPr>
          <a:xfrm>
            <a:off x="550826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F77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2" name="Freeform 1151">
            <a:extLst>
              <a:ext uri="{FF2B5EF4-FFF2-40B4-BE49-F238E27FC236}">
                <a16:creationId xmlns:a16="http://schemas.microsoft.com/office/drawing/2014/main" id="{D341E06C-C586-092D-68F9-54894E6C2A4A}"/>
              </a:ext>
            </a:extLst>
          </p:cNvPr>
          <p:cNvSpPr/>
          <p:nvPr/>
        </p:nvSpPr>
        <p:spPr>
          <a:xfrm>
            <a:off x="550826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3" name="Freeform 1152">
            <a:extLst>
              <a:ext uri="{FF2B5EF4-FFF2-40B4-BE49-F238E27FC236}">
                <a16:creationId xmlns:a16="http://schemas.microsoft.com/office/drawing/2014/main" id="{65D47D14-ECD7-D590-53C9-F570D5991C5F}"/>
              </a:ext>
            </a:extLst>
          </p:cNvPr>
          <p:cNvSpPr/>
          <p:nvPr/>
        </p:nvSpPr>
        <p:spPr>
          <a:xfrm>
            <a:off x="550826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4" name="Freeform 1153">
            <a:extLst>
              <a:ext uri="{FF2B5EF4-FFF2-40B4-BE49-F238E27FC236}">
                <a16:creationId xmlns:a16="http://schemas.microsoft.com/office/drawing/2014/main" id="{34973172-A89A-C96E-C56E-F445C372823A}"/>
              </a:ext>
            </a:extLst>
          </p:cNvPr>
          <p:cNvSpPr/>
          <p:nvPr/>
        </p:nvSpPr>
        <p:spPr>
          <a:xfrm>
            <a:off x="550826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5" name="Freeform 1154">
            <a:extLst>
              <a:ext uri="{FF2B5EF4-FFF2-40B4-BE49-F238E27FC236}">
                <a16:creationId xmlns:a16="http://schemas.microsoft.com/office/drawing/2014/main" id="{CB83775A-7A6A-419D-9101-9BC3EA98DAFE}"/>
              </a:ext>
            </a:extLst>
          </p:cNvPr>
          <p:cNvSpPr/>
          <p:nvPr/>
        </p:nvSpPr>
        <p:spPr>
          <a:xfrm>
            <a:off x="550826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6" name="Freeform 1155">
            <a:extLst>
              <a:ext uri="{FF2B5EF4-FFF2-40B4-BE49-F238E27FC236}">
                <a16:creationId xmlns:a16="http://schemas.microsoft.com/office/drawing/2014/main" id="{9EB65358-7571-1818-1646-772E3DA53709}"/>
              </a:ext>
            </a:extLst>
          </p:cNvPr>
          <p:cNvSpPr/>
          <p:nvPr/>
        </p:nvSpPr>
        <p:spPr>
          <a:xfrm>
            <a:off x="550826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7" name="Freeform 1156">
            <a:extLst>
              <a:ext uri="{FF2B5EF4-FFF2-40B4-BE49-F238E27FC236}">
                <a16:creationId xmlns:a16="http://schemas.microsoft.com/office/drawing/2014/main" id="{FED5B79B-3612-7466-BF15-7DF4FFF93CFB}"/>
              </a:ext>
            </a:extLst>
          </p:cNvPr>
          <p:cNvSpPr/>
          <p:nvPr/>
        </p:nvSpPr>
        <p:spPr>
          <a:xfrm>
            <a:off x="550826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8" name="Freeform 1157">
            <a:extLst>
              <a:ext uri="{FF2B5EF4-FFF2-40B4-BE49-F238E27FC236}">
                <a16:creationId xmlns:a16="http://schemas.microsoft.com/office/drawing/2014/main" id="{16A04547-5CEB-DEB8-ABD3-9DA8FD50F6BE}"/>
              </a:ext>
            </a:extLst>
          </p:cNvPr>
          <p:cNvSpPr/>
          <p:nvPr/>
        </p:nvSpPr>
        <p:spPr>
          <a:xfrm>
            <a:off x="550826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9" name="Freeform 1158">
            <a:extLst>
              <a:ext uri="{FF2B5EF4-FFF2-40B4-BE49-F238E27FC236}">
                <a16:creationId xmlns:a16="http://schemas.microsoft.com/office/drawing/2014/main" id="{8F078A31-4C39-F99B-EBD4-C92CDEA05273}"/>
              </a:ext>
            </a:extLst>
          </p:cNvPr>
          <p:cNvSpPr/>
          <p:nvPr/>
        </p:nvSpPr>
        <p:spPr>
          <a:xfrm>
            <a:off x="550826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0" name="Freeform 1159">
            <a:extLst>
              <a:ext uri="{FF2B5EF4-FFF2-40B4-BE49-F238E27FC236}">
                <a16:creationId xmlns:a16="http://schemas.microsoft.com/office/drawing/2014/main" id="{27A7B434-9046-6D03-6601-0ECA9AD0E6EA}"/>
              </a:ext>
            </a:extLst>
          </p:cNvPr>
          <p:cNvSpPr/>
          <p:nvPr/>
        </p:nvSpPr>
        <p:spPr>
          <a:xfrm>
            <a:off x="550826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1" name="Freeform 1160">
            <a:extLst>
              <a:ext uri="{FF2B5EF4-FFF2-40B4-BE49-F238E27FC236}">
                <a16:creationId xmlns:a16="http://schemas.microsoft.com/office/drawing/2014/main" id="{3C873319-ED97-6F81-AEF1-8BC2078E3FDB}"/>
              </a:ext>
            </a:extLst>
          </p:cNvPr>
          <p:cNvSpPr/>
          <p:nvPr/>
        </p:nvSpPr>
        <p:spPr>
          <a:xfrm>
            <a:off x="550826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2" name="Freeform 1161">
            <a:extLst>
              <a:ext uri="{FF2B5EF4-FFF2-40B4-BE49-F238E27FC236}">
                <a16:creationId xmlns:a16="http://schemas.microsoft.com/office/drawing/2014/main" id="{356181B7-6708-B267-1F11-A4BF068E65D6}"/>
              </a:ext>
            </a:extLst>
          </p:cNvPr>
          <p:cNvSpPr/>
          <p:nvPr/>
        </p:nvSpPr>
        <p:spPr>
          <a:xfrm>
            <a:off x="550826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3" name="Freeform 1162">
            <a:extLst>
              <a:ext uri="{FF2B5EF4-FFF2-40B4-BE49-F238E27FC236}">
                <a16:creationId xmlns:a16="http://schemas.microsoft.com/office/drawing/2014/main" id="{08D95D59-8915-68DB-B450-8F0A8B61A597}"/>
              </a:ext>
            </a:extLst>
          </p:cNvPr>
          <p:cNvSpPr/>
          <p:nvPr/>
        </p:nvSpPr>
        <p:spPr>
          <a:xfrm>
            <a:off x="550826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4" name="Freeform 1163">
            <a:extLst>
              <a:ext uri="{FF2B5EF4-FFF2-40B4-BE49-F238E27FC236}">
                <a16:creationId xmlns:a16="http://schemas.microsoft.com/office/drawing/2014/main" id="{C6287E68-C040-733C-E6A7-C66C1DEBBDBE}"/>
              </a:ext>
            </a:extLst>
          </p:cNvPr>
          <p:cNvSpPr/>
          <p:nvPr/>
        </p:nvSpPr>
        <p:spPr>
          <a:xfrm>
            <a:off x="550826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5" name="Freeform 1164">
            <a:extLst>
              <a:ext uri="{FF2B5EF4-FFF2-40B4-BE49-F238E27FC236}">
                <a16:creationId xmlns:a16="http://schemas.microsoft.com/office/drawing/2014/main" id="{780CE999-603D-8F5A-DA49-9FB253CFA01D}"/>
              </a:ext>
            </a:extLst>
          </p:cNvPr>
          <p:cNvSpPr/>
          <p:nvPr/>
        </p:nvSpPr>
        <p:spPr>
          <a:xfrm>
            <a:off x="550826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79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6" name="Freeform 1165">
            <a:extLst>
              <a:ext uri="{FF2B5EF4-FFF2-40B4-BE49-F238E27FC236}">
                <a16:creationId xmlns:a16="http://schemas.microsoft.com/office/drawing/2014/main" id="{D5781AEB-61EB-38CE-71E6-8C52DB428774}"/>
              </a:ext>
            </a:extLst>
          </p:cNvPr>
          <p:cNvSpPr/>
          <p:nvPr/>
        </p:nvSpPr>
        <p:spPr>
          <a:xfrm>
            <a:off x="550826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7" name="Freeform 1166">
            <a:extLst>
              <a:ext uri="{FF2B5EF4-FFF2-40B4-BE49-F238E27FC236}">
                <a16:creationId xmlns:a16="http://schemas.microsoft.com/office/drawing/2014/main" id="{5E3A868D-B415-1A16-3F1B-60722C5DF85F}"/>
              </a:ext>
            </a:extLst>
          </p:cNvPr>
          <p:cNvSpPr/>
          <p:nvPr/>
        </p:nvSpPr>
        <p:spPr>
          <a:xfrm>
            <a:off x="550826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96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8" name="Freeform 1167">
            <a:extLst>
              <a:ext uri="{FF2B5EF4-FFF2-40B4-BE49-F238E27FC236}">
                <a16:creationId xmlns:a16="http://schemas.microsoft.com/office/drawing/2014/main" id="{96CCAECD-1BB2-CC15-A59B-C0AC247F7DBB}"/>
              </a:ext>
            </a:extLst>
          </p:cNvPr>
          <p:cNvSpPr/>
          <p:nvPr/>
        </p:nvSpPr>
        <p:spPr>
          <a:xfrm>
            <a:off x="550826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69" name="Freeform 1168">
            <a:extLst>
              <a:ext uri="{FF2B5EF4-FFF2-40B4-BE49-F238E27FC236}">
                <a16:creationId xmlns:a16="http://schemas.microsoft.com/office/drawing/2014/main" id="{2EEB7000-733C-5954-1085-E325E76852D2}"/>
              </a:ext>
            </a:extLst>
          </p:cNvPr>
          <p:cNvSpPr/>
          <p:nvPr/>
        </p:nvSpPr>
        <p:spPr>
          <a:xfrm>
            <a:off x="5584649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0" name="Freeform 1169">
            <a:extLst>
              <a:ext uri="{FF2B5EF4-FFF2-40B4-BE49-F238E27FC236}">
                <a16:creationId xmlns:a16="http://schemas.microsoft.com/office/drawing/2014/main" id="{E6C1C700-290B-7735-A749-435565A005EE}"/>
              </a:ext>
            </a:extLst>
          </p:cNvPr>
          <p:cNvSpPr/>
          <p:nvPr/>
        </p:nvSpPr>
        <p:spPr>
          <a:xfrm>
            <a:off x="5584649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1" name="Freeform 1170">
            <a:extLst>
              <a:ext uri="{FF2B5EF4-FFF2-40B4-BE49-F238E27FC236}">
                <a16:creationId xmlns:a16="http://schemas.microsoft.com/office/drawing/2014/main" id="{AA00E320-6097-940C-E4BE-8FC6C9FA1108}"/>
              </a:ext>
            </a:extLst>
          </p:cNvPr>
          <p:cNvSpPr/>
          <p:nvPr/>
        </p:nvSpPr>
        <p:spPr>
          <a:xfrm>
            <a:off x="5584649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2" name="Freeform 1171">
            <a:extLst>
              <a:ext uri="{FF2B5EF4-FFF2-40B4-BE49-F238E27FC236}">
                <a16:creationId xmlns:a16="http://schemas.microsoft.com/office/drawing/2014/main" id="{8B78A2C1-84EF-131B-0D55-5A18B3644BAE}"/>
              </a:ext>
            </a:extLst>
          </p:cNvPr>
          <p:cNvSpPr/>
          <p:nvPr/>
        </p:nvSpPr>
        <p:spPr>
          <a:xfrm>
            <a:off x="5584649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3" name="Freeform 1172">
            <a:extLst>
              <a:ext uri="{FF2B5EF4-FFF2-40B4-BE49-F238E27FC236}">
                <a16:creationId xmlns:a16="http://schemas.microsoft.com/office/drawing/2014/main" id="{8A0F1B09-5DA4-ACC9-5223-399D97CD9A9C}"/>
              </a:ext>
            </a:extLst>
          </p:cNvPr>
          <p:cNvSpPr/>
          <p:nvPr/>
        </p:nvSpPr>
        <p:spPr>
          <a:xfrm>
            <a:off x="5584649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4" name="Freeform 1173">
            <a:extLst>
              <a:ext uri="{FF2B5EF4-FFF2-40B4-BE49-F238E27FC236}">
                <a16:creationId xmlns:a16="http://schemas.microsoft.com/office/drawing/2014/main" id="{23DCEF68-F397-C71D-CBE8-A60B46B373D1}"/>
              </a:ext>
            </a:extLst>
          </p:cNvPr>
          <p:cNvSpPr/>
          <p:nvPr/>
        </p:nvSpPr>
        <p:spPr>
          <a:xfrm>
            <a:off x="5584649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5" name="Freeform 1174">
            <a:extLst>
              <a:ext uri="{FF2B5EF4-FFF2-40B4-BE49-F238E27FC236}">
                <a16:creationId xmlns:a16="http://schemas.microsoft.com/office/drawing/2014/main" id="{698A49A7-2409-60D3-51C8-9C97BFD317DB}"/>
              </a:ext>
            </a:extLst>
          </p:cNvPr>
          <p:cNvSpPr/>
          <p:nvPr/>
        </p:nvSpPr>
        <p:spPr>
          <a:xfrm>
            <a:off x="5584649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6" name="Freeform 1175">
            <a:extLst>
              <a:ext uri="{FF2B5EF4-FFF2-40B4-BE49-F238E27FC236}">
                <a16:creationId xmlns:a16="http://schemas.microsoft.com/office/drawing/2014/main" id="{E2180B49-6892-BB21-6FEC-1A43288B7BFB}"/>
              </a:ext>
            </a:extLst>
          </p:cNvPr>
          <p:cNvSpPr/>
          <p:nvPr/>
        </p:nvSpPr>
        <p:spPr>
          <a:xfrm>
            <a:off x="5584649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7" name="Freeform 1176">
            <a:extLst>
              <a:ext uri="{FF2B5EF4-FFF2-40B4-BE49-F238E27FC236}">
                <a16:creationId xmlns:a16="http://schemas.microsoft.com/office/drawing/2014/main" id="{F35A2F6D-2E01-1014-6CAE-3B2665C5D3EB}"/>
              </a:ext>
            </a:extLst>
          </p:cNvPr>
          <p:cNvSpPr/>
          <p:nvPr/>
        </p:nvSpPr>
        <p:spPr>
          <a:xfrm>
            <a:off x="5584649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8" name="Freeform 1177">
            <a:extLst>
              <a:ext uri="{FF2B5EF4-FFF2-40B4-BE49-F238E27FC236}">
                <a16:creationId xmlns:a16="http://schemas.microsoft.com/office/drawing/2014/main" id="{72948497-B81D-821E-ABA4-837ADCCB69B9}"/>
              </a:ext>
            </a:extLst>
          </p:cNvPr>
          <p:cNvSpPr/>
          <p:nvPr/>
        </p:nvSpPr>
        <p:spPr>
          <a:xfrm>
            <a:off x="5584649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79" name="Freeform 1178">
            <a:extLst>
              <a:ext uri="{FF2B5EF4-FFF2-40B4-BE49-F238E27FC236}">
                <a16:creationId xmlns:a16="http://schemas.microsoft.com/office/drawing/2014/main" id="{D5D141E7-06F3-EDD7-C799-48864FF05C60}"/>
              </a:ext>
            </a:extLst>
          </p:cNvPr>
          <p:cNvSpPr/>
          <p:nvPr/>
        </p:nvSpPr>
        <p:spPr>
          <a:xfrm>
            <a:off x="5584649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0" name="Freeform 1179">
            <a:extLst>
              <a:ext uri="{FF2B5EF4-FFF2-40B4-BE49-F238E27FC236}">
                <a16:creationId xmlns:a16="http://schemas.microsoft.com/office/drawing/2014/main" id="{B125B940-F5B1-ECBD-5433-F8B872632FA5}"/>
              </a:ext>
            </a:extLst>
          </p:cNvPr>
          <p:cNvSpPr/>
          <p:nvPr/>
        </p:nvSpPr>
        <p:spPr>
          <a:xfrm>
            <a:off x="5584649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1" name="Freeform 1180">
            <a:extLst>
              <a:ext uri="{FF2B5EF4-FFF2-40B4-BE49-F238E27FC236}">
                <a16:creationId xmlns:a16="http://schemas.microsoft.com/office/drawing/2014/main" id="{D2255213-6089-1229-0F68-A90D0222DEB4}"/>
              </a:ext>
            </a:extLst>
          </p:cNvPr>
          <p:cNvSpPr/>
          <p:nvPr/>
        </p:nvSpPr>
        <p:spPr>
          <a:xfrm>
            <a:off x="5584649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2" name="Freeform 1181">
            <a:extLst>
              <a:ext uri="{FF2B5EF4-FFF2-40B4-BE49-F238E27FC236}">
                <a16:creationId xmlns:a16="http://schemas.microsoft.com/office/drawing/2014/main" id="{0E709D6F-FF58-CD8E-708B-E3BFBEF12964}"/>
              </a:ext>
            </a:extLst>
          </p:cNvPr>
          <p:cNvSpPr/>
          <p:nvPr/>
        </p:nvSpPr>
        <p:spPr>
          <a:xfrm>
            <a:off x="5584649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3" name="Freeform 1182">
            <a:extLst>
              <a:ext uri="{FF2B5EF4-FFF2-40B4-BE49-F238E27FC236}">
                <a16:creationId xmlns:a16="http://schemas.microsoft.com/office/drawing/2014/main" id="{E800CC97-C60D-A488-7798-99E4C2C664BC}"/>
              </a:ext>
            </a:extLst>
          </p:cNvPr>
          <p:cNvSpPr/>
          <p:nvPr/>
        </p:nvSpPr>
        <p:spPr>
          <a:xfrm>
            <a:off x="5584649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4" name="Freeform 1183">
            <a:extLst>
              <a:ext uri="{FF2B5EF4-FFF2-40B4-BE49-F238E27FC236}">
                <a16:creationId xmlns:a16="http://schemas.microsoft.com/office/drawing/2014/main" id="{21D19AB8-C236-C773-32D0-EE0F634D3EDB}"/>
              </a:ext>
            </a:extLst>
          </p:cNvPr>
          <p:cNvSpPr/>
          <p:nvPr/>
        </p:nvSpPr>
        <p:spPr>
          <a:xfrm>
            <a:off x="5584649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1E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5" name="Freeform 1184">
            <a:extLst>
              <a:ext uri="{FF2B5EF4-FFF2-40B4-BE49-F238E27FC236}">
                <a16:creationId xmlns:a16="http://schemas.microsoft.com/office/drawing/2014/main" id="{E81224E2-052C-286C-8086-C556D7DB0F8F}"/>
              </a:ext>
            </a:extLst>
          </p:cNvPr>
          <p:cNvSpPr/>
          <p:nvPr/>
        </p:nvSpPr>
        <p:spPr>
          <a:xfrm>
            <a:off x="5584649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6" name="Freeform 1185">
            <a:extLst>
              <a:ext uri="{FF2B5EF4-FFF2-40B4-BE49-F238E27FC236}">
                <a16:creationId xmlns:a16="http://schemas.microsoft.com/office/drawing/2014/main" id="{1F4A61A7-5600-C807-8C1B-DC47CAE4ECF0}"/>
              </a:ext>
            </a:extLst>
          </p:cNvPr>
          <p:cNvSpPr/>
          <p:nvPr/>
        </p:nvSpPr>
        <p:spPr>
          <a:xfrm>
            <a:off x="5584649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5B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7" name="Freeform 1186">
            <a:extLst>
              <a:ext uri="{FF2B5EF4-FFF2-40B4-BE49-F238E27FC236}">
                <a16:creationId xmlns:a16="http://schemas.microsoft.com/office/drawing/2014/main" id="{2ACD56F7-AB5D-E471-BD0A-8848F7309F66}"/>
              </a:ext>
            </a:extLst>
          </p:cNvPr>
          <p:cNvSpPr/>
          <p:nvPr/>
        </p:nvSpPr>
        <p:spPr>
          <a:xfrm>
            <a:off x="5584649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8" name="Freeform 1187">
            <a:extLst>
              <a:ext uri="{FF2B5EF4-FFF2-40B4-BE49-F238E27FC236}">
                <a16:creationId xmlns:a16="http://schemas.microsoft.com/office/drawing/2014/main" id="{65944946-3C19-4A2F-2A7C-85772E966B19}"/>
              </a:ext>
            </a:extLst>
          </p:cNvPr>
          <p:cNvSpPr/>
          <p:nvPr/>
        </p:nvSpPr>
        <p:spPr>
          <a:xfrm>
            <a:off x="5660998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9" name="Freeform 1188">
            <a:extLst>
              <a:ext uri="{FF2B5EF4-FFF2-40B4-BE49-F238E27FC236}">
                <a16:creationId xmlns:a16="http://schemas.microsoft.com/office/drawing/2014/main" id="{F83F7B70-2EC8-1BDC-B1D2-6403DB4DABED}"/>
              </a:ext>
            </a:extLst>
          </p:cNvPr>
          <p:cNvSpPr/>
          <p:nvPr/>
        </p:nvSpPr>
        <p:spPr>
          <a:xfrm>
            <a:off x="5660998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0" name="Freeform 1189">
            <a:extLst>
              <a:ext uri="{FF2B5EF4-FFF2-40B4-BE49-F238E27FC236}">
                <a16:creationId xmlns:a16="http://schemas.microsoft.com/office/drawing/2014/main" id="{0AD0EA08-6AD4-37E7-AE37-987A63C8AA34}"/>
              </a:ext>
            </a:extLst>
          </p:cNvPr>
          <p:cNvSpPr/>
          <p:nvPr/>
        </p:nvSpPr>
        <p:spPr>
          <a:xfrm>
            <a:off x="5660998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1" name="Freeform 1190">
            <a:extLst>
              <a:ext uri="{FF2B5EF4-FFF2-40B4-BE49-F238E27FC236}">
                <a16:creationId xmlns:a16="http://schemas.microsoft.com/office/drawing/2014/main" id="{A30E03A9-62E9-6858-7901-36B92FCDBF17}"/>
              </a:ext>
            </a:extLst>
          </p:cNvPr>
          <p:cNvSpPr/>
          <p:nvPr/>
        </p:nvSpPr>
        <p:spPr>
          <a:xfrm>
            <a:off x="5660998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2" name="Freeform 1191">
            <a:extLst>
              <a:ext uri="{FF2B5EF4-FFF2-40B4-BE49-F238E27FC236}">
                <a16:creationId xmlns:a16="http://schemas.microsoft.com/office/drawing/2014/main" id="{E8B6739C-52C9-F946-3A0F-1486D24A0BAB}"/>
              </a:ext>
            </a:extLst>
          </p:cNvPr>
          <p:cNvSpPr/>
          <p:nvPr/>
        </p:nvSpPr>
        <p:spPr>
          <a:xfrm>
            <a:off x="5660998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3" name="Freeform 1192">
            <a:extLst>
              <a:ext uri="{FF2B5EF4-FFF2-40B4-BE49-F238E27FC236}">
                <a16:creationId xmlns:a16="http://schemas.microsoft.com/office/drawing/2014/main" id="{20133B24-F983-9CD6-2009-63D0A027350B}"/>
              </a:ext>
            </a:extLst>
          </p:cNvPr>
          <p:cNvSpPr/>
          <p:nvPr/>
        </p:nvSpPr>
        <p:spPr>
          <a:xfrm>
            <a:off x="5660998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4" name="Freeform 1193">
            <a:extLst>
              <a:ext uri="{FF2B5EF4-FFF2-40B4-BE49-F238E27FC236}">
                <a16:creationId xmlns:a16="http://schemas.microsoft.com/office/drawing/2014/main" id="{DA2DC6C1-E68B-20B2-92CB-63439D52D8A9}"/>
              </a:ext>
            </a:extLst>
          </p:cNvPr>
          <p:cNvSpPr/>
          <p:nvPr/>
        </p:nvSpPr>
        <p:spPr>
          <a:xfrm>
            <a:off x="5660998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5" name="Freeform 1194">
            <a:extLst>
              <a:ext uri="{FF2B5EF4-FFF2-40B4-BE49-F238E27FC236}">
                <a16:creationId xmlns:a16="http://schemas.microsoft.com/office/drawing/2014/main" id="{D6BA84D4-8E37-7FA7-C61D-0C8C687200CE}"/>
              </a:ext>
            </a:extLst>
          </p:cNvPr>
          <p:cNvSpPr/>
          <p:nvPr/>
        </p:nvSpPr>
        <p:spPr>
          <a:xfrm>
            <a:off x="5660998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6" name="Freeform 1195">
            <a:extLst>
              <a:ext uri="{FF2B5EF4-FFF2-40B4-BE49-F238E27FC236}">
                <a16:creationId xmlns:a16="http://schemas.microsoft.com/office/drawing/2014/main" id="{171B235E-A1D9-F787-F742-5C98041443BF}"/>
              </a:ext>
            </a:extLst>
          </p:cNvPr>
          <p:cNvSpPr/>
          <p:nvPr/>
        </p:nvSpPr>
        <p:spPr>
          <a:xfrm>
            <a:off x="5660998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7" name="Freeform 1196">
            <a:extLst>
              <a:ext uri="{FF2B5EF4-FFF2-40B4-BE49-F238E27FC236}">
                <a16:creationId xmlns:a16="http://schemas.microsoft.com/office/drawing/2014/main" id="{7D2D35F2-6F1F-FD54-4C5E-8102E9CEEBB9}"/>
              </a:ext>
            </a:extLst>
          </p:cNvPr>
          <p:cNvSpPr/>
          <p:nvPr/>
        </p:nvSpPr>
        <p:spPr>
          <a:xfrm>
            <a:off x="5660998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8" name="Freeform 1197">
            <a:extLst>
              <a:ext uri="{FF2B5EF4-FFF2-40B4-BE49-F238E27FC236}">
                <a16:creationId xmlns:a16="http://schemas.microsoft.com/office/drawing/2014/main" id="{7A57838B-3C7A-B877-7F7F-8671055BBBE4}"/>
              </a:ext>
            </a:extLst>
          </p:cNvPr>
          <p:cNvSpPr/>
          <p:nvPr/>
        </p:nvSpPr>
        <p:spPr>
          <a:xfrm>
            <a:off x="5660998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99" name="Freeform 1198">
            <a:extLst>
              <a:ext uri="{FF2B5EF4-FFF2-40B4-BE49-F238E27FC236}">
                <a16:creationId xmlns:a16="http://schemas.microsoft.com/office/drawing/2014/main" id="{2CD97D08-8824-50FD-EC95-6109CBDFD95F}"/>
              </a:ext>
            </a:extLst>
          </p:cNvPr>
          <p:cNvSpPr/>
          <p:nvPr/>
        </p:nvSpPr>
        <p:spPr>
          <a:xfrm>
            <a:off x="5660998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0" name="Freeform 1199">
            <a:extLst>
              <a:ext uri="{FF2B5EF4-FFF2-40B4-BE49-F238E27FC236}">
                <a16:creationId xmlns:a16="http://schemas.microsoft.com/office/drawing/2014/main" id="{FD598AA6-130F-B346-0595-45AFF58A9249}"/>
              </a:ext>
            </a:extLst>
          </p:cNvPr>
          <p:cNvSpPr/>
          <p:nvPr/>
        </p:nvSpPr>
        <p:spPr>
          <a:xfrm>
            <a:off x="5660998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1" name="Freeform 1200">
            <a:extLst>
              <a:ext uri="{FF2B5EF4-FFF2-40B4-BE49-F238E27FC236}">
                <a16:creationId xmlns:a16="http://schemas.microsoft.com/office/drawing/2014/main" id="{37EC95BF-DE3D-A8B0-0A88-F8C1C96BAEEA}"/>
              </a:ext>
            </a:extLst>
          </p:cNvPr>
          <p:cNvSpPr/>
          <p:nvPr/>
        </p:nvSpPr>
        <p:spPr>
          <a:xfrm>
            <a:off x="5660998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2" name="Freeform 1201">
            <a:extLst>
              <a:ext uri="{FF2B5EF4-FFF2-40B4-BE49-F238E27FC236}">
                <a16:creationId xmlns:a16="http://schemas.microsoft.com/office/drawing/2014/main" id="{154B87DA-CE1A-4709-BBA8-ADBB67217568}"/>
              </a:ext>
            </a:extLst>
          </p:cNvPr>
          <p:cNvSpPr/>
          <p:nvPr/>
        </p:nvSpPr>
        <p:spPr>
          <a:xfrm>
            <a:off x="5660998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3" name="Freeform 1202">
            <a:extLst>
              <a:ext uri="{FF2B5EF4-FFF2-40B4-BE49-F238E27FC236}">
                <a16:creationId xmlns:a16="http://schemas.microsoft.com/office/drawing/2014/main" id="{4D604EB6-1A27-7DA9-FBCA-954B0D9D17D0}"/>
              </a:ext>
            </a:extLst>
          </p:cNvPr>
          <p:cNvSpPr/>
          <p:nvPr/>
        </p:nvSpPr>
        <p:spPr>
          <a:xfrm>
            <a:off x="5660998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4" name="Freeform 1203">
            <a:extLst>
              <a:ext uri="{FF2B5EF4-FFF2-40B4-BE49-F238E27FC236}">
                <a16:creationId xmlns:a16="http://schemas.microsoft.com/office/drawing/2014/main" id="{8D46249A-5283-3A36-DFAE-0E05A018F1FA}"/>
              </a:ext>
            </a:extLst>
          </p:cNvPr>
          <p:cNvSpPr/>
          <p:nvPr/>
        </p:nvSpPr>
        <p:spPr>
          <a:xfrm>
            <a:off x="5660998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5" name="Freeform 1204">
            <a:extLst>
              <a:ext uri="{FF2B5EF4-FFF2-40B4-BE49-F238E27FC236}">
                <a16:creationId xmlns:a16="http://schemas.microsoft.com/office/drawing/2014/main" id="{6F34A046-BB9C-C426-9A01-2DF8769A0A09}"/>
              </a:ext>
            </a:extLst>
          </p:cNvPr>
          <p:cNvSpPr/>
          <p:nvPr/>
        </p:nvSpPr>
        <p:spPr>
          <a:xfrm>
            <a:off x="5660998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5F5F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6" name="Freeform 1205">
            <a:extLst>
              <a:ext uri="{FF2B5EF4-FFF2-40B4-BE49-F238E27FC236}">
                <a16:creationId xmlns:a16="http://schemas.microsoft.com/office/drawing/2014/main" id="{A34B8C0A-5A55-8FF1-6B2D-030FF30506B6}"/>
              </a:ext>
            </a:extLst>
          </p:cNvPr>
          <p:cNvSpPr/>
          <p:nvPr/>
        </p:nvSpPr>
        <p:spPr>
          <a:xfrm>
            <a:off x="5660998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7" name="Freeform 1206">
            <a:extLst>
              <a:ext uri="{FF2B5EF4-FFF2-40B4-BE49-F238E27FC236}">
                <a16:creationId xmlns:a16="http://schemas.microsoft.com/office/drawing/2014/main" id="{15D78EE5-F970-2815-9A68-9EEA7CF8C6E6}"/>
              </a:ext>
            </a:extLst>
          </p:cNvPr>
          <p:cNvSpPr/>
          <p:nvPr/>
        </p:nvSpPr>
        <p:spPr>
          <a:xfrm>
            <a:off x="5737384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8" name="Freeform 1207">
            <a:extLst>
              <a:ext uri="{FF2B5EF4-FFF2-40B4-BE49-F238E27FC236}">
                <a16:creationId xmlns:a16="http://schemas.microsoft.com/office/drawing/2014/main" id="{08D1774B-97B8-FF38-3F32-08550EEB9562}"/>
              </a:ext>
            </a:extLst>
          </p:cNvPr>
          <p:cNvSpPr/>
          <p:nvPr/>
        </p:nvSpPr>
        <p:spPr>
          <a:xfrm>
            <a:off x="5737384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09" name="Freeform 1208">
            <a:extLst>
              <a:ext uri="{FF2B5EF4-FFF2-40B4-BE49-F238E27FC236}">
                <a16:creationId xmlns:a16="http://schemas.microsoft.com/office/drawing/2014/main" id="{0D65E02B-DF99-9BC5-DFD6-4F8325BDAEBB}"/>
              </a:ext>
            </a:extLst>
          </p:cNvPr>
          <p:cNvSpPr/>
          <p:nvPr/>
        </p:nvSpPr>
        <p:spPr>
          <a:xfrm>
            <a:off x="5737384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0" name="Freeform 1209">
            <a:extLst>
              <a:ext uri="{FF2B5EF4-FFF2-40B4-BE49-F238E27FC236}">
                <a16:creationId xmlns:a16="http://schemas.microsoft.com/office/drawing/2014/main" id="{88710CF3-D4B4-E6CC-C41A-C2EF914764ED}"/>
              </a:ext>
            </a:extLst>
          </p:cNvPr>
          <p:cNvSpPr/>
          <p:nvPr/>
        </p:nvSpPr>
        <p:spPr>
          <a:xfrm>
            <a:off x="5737384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FA6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1" name="Freeform 1210">
            <a:extLst>
              <a:ext uri="{FF2B5EF4-FFF2-40B4-BE49-F238E27FC236}">
                <a16:creationId xmlns:a16="http://schemas.microsoft.com/office/drawing/2014/main" id="{DB1DAA80-5C64-17E2-2870-DC6DC8F1F134}"/>
              </a:ext>
            </a:extLst>
          </p:cNvPr>
          <p:cNvSpPr/>
          <p:nvPr/>
        </p:nvSpPr>
        <p:spPr>
          <a:xfrm>
            <a:off x="5737384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2" name="Freeform 1211">
            <a:extLst>
              <a:ext uri="{FF2B5EF4-FFF2-40B4-BE49-F238E27FC236}">
                <a16:creationId xmlns:a16="http://schemas.microsoft.com/office/drawing/2014/main" id="{946D6601-9389-5006-3F70-CF79BFA11ADC}"/>
              </a:ext>
            </a:extLst>
          </p:cNvPr>
          <p:cNvSpPr/>
          <p:nvPr/>
        </p:nvSpPr>
        <p:spPr>
          <a:xfrm>
            <a:off x="5737384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3" name="Freeform 1212">
            <a:extLst>
              <a:ext uri="{FF2B5EF4-FFF2-40B4-BE49-F238E27FC236}">
                <a16:creationId xmlns:a16="http://schemas.microsoft.com/office/drawing/2014/main" id="{2AAB8324-BCA8-700F-3E9E-302B354159BE}"/>
              </a:ext>
            </a:extLst>
          </p:cNvPr>
          <p:cNvSpPr/>
          <p:nvPr/>
        </p:nvSpPr>
        <p:spPr>
          <a:xfrm>
            <a:off x="5737384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4" name="Freeform 1213">
            <a:extLst>
              <a:ext uri="{FF2B5EF4-FFF2-40B4-BE49-F238E27FC236}">
                <a16:creationId xmlns:a16="http://schemas.microsoft.com/office/drawing/2014/main" id="{2C793B5E-23FB-6130-B423-EFA6214987B8}"/>
              </a:ext>
            </a:extLst>
          </p:cNvPr>
          <p:cNvSpPr/>
          <p:nvPr/>
        </p:nvSpPr>
        <p:spPr>
          <a:xfrm>
            <a:off x="5737384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5" name="Freeform 1214">
            <a:extLst>
              <a:ext uri="{FF2B5EF4-FFF2-40B4-BE49-F238E27FC236}">
                <a16:creationId xmlns:a16="http://schemas.microsoft.com/office/drawing/2014/main" id="{67BFDFFA-E04C-76AF-05A9-3B5B447495E1}"/>
              </a:ext>
            </a:extLst>
          </p:cNvPr>
          <p:cNvSpPr/>
          <p:nvPr/>
        </p:nvSpPr>
        <p:spPr>
          <a:xfrm>
            <a:off x="5737384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6" name="Freeform 1215">
            <a:extLst>
              <a:ext uri="{FF2B5EF4-FFF2-40B4-BE49-F238E27FC236}">
                <a16:creationId xmlns:a16="http://schemas.microsoft.com/office/drawing/2014/main" id="{EF968A74-6586-E35C-FF32-D25F6EA9288B}"/>
              </a:ext>
            </a:extLst>
          </p:cNvPr>
          <p:cNvSpPr/>
          <p:nvPr/>
        </p:nvSpPr>
        <p:spPr>
          <a:xfrm>
            <a:off x="5737384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7" name="Freeform 1216">
            <a:extLst>
              <a:ext uri="{FF2B5EF4-FFF2-40B4-BE49-F238E27FC236}">
                <a16:creationId xmlns:a16="http://schemas.microsoft.com/office/drawing/2014/main" id="{7818740E-CBDF-27C2-1CB0-3FFCB85B36E1}"/>
              </a:ext>
            </a:extLst>
          </p:cNvPr>
          <p:cNvSpPr/>
          <p:nvPr/>
        </p:nvSpPr>
        <p:spPr>
          <a:xfrm>
            <a:off x="5737384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8" name="Freeform 1217">
            <a:extLst>
              <a:ext uri="{FF2B5EF4-FFF2-40B4-BE49-F238E27FC236}">
                <a16:creationId xmlns:a16="http://schemas.microsoft.com/office/drawing/2014/main" id="{694FEDE1-2A60-113E-3BAE-8E5312A62617}"/>
              </a:ext>
            </a:extLst>
          </p:cNvPr>
          <p:cNvSpPr/>
          <p:nvPr/>
        </p:nvSpPr>
        <p:spPr>
          <a:xfrm>
            <a:off x="5737384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19" name="Freeform 1218">
            <a:extLst>
              <a:ext uri="{FF2B5EF4-FFF2-40B4-BE49-F238E27FC236}">
                <a16:creationId xmlns:a16="http://schemas.microsoft.com/office/drawing/2014/main" id="{D5F86544-1F70-CAAF-1FBA-6D9771D023F1}"/>
              </a:ext>
            </a:extLst>
          </p:cNvPr>
          <p:cNvSpPr/>
          <p:nvPr/>
        </p:nvSpPr>
        <p:spPr>
          <a:xfrm>
            <a:off x="5737384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0" name="Freeform 1219">
            <a:extLst>
              <a:ext uri="{FF2B5EF4-FFF2-40B4-BE49-F238E27FC236}">
                <a16:creationId xmlns:a16="http://schemas.microsoft.com/office/drawing/2014/main" id="{9B3B5A2F-3BA6-162E-2CBE-D2F95556AA0D}"/>
              </a:ext>
            </a:extLst>
          </p:cNvPr>
          <p:cNvSpPr/>
          <p:nvPr/>
        </p:nvSpPr>
        <p:spPr>
          <a:xfrm>
            <a:off x="5737384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1C1C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1" name="Freeform 1220">
            <a:extLst>
              <a:ext uri="{FF2B5EF4-FFF2-40B4-BE49-F238E27FC236}">
                <a16:creationId xmlns:a16="http://schemas.microsoft.com/office/drawing/2014/main" id="{8ADDE2A5-C2AE-05CB-FD47-37A5779DECE8}"/>
              </a:ext>
            </a:extLst>
          </p:cNvPr>
          <p:cNvSpPr/>
          <p:nvPr/>
        </p:nvSpPr>
        <p:spPr>
          <a:xfrm>
            <a:off x="5737384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EAC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2" name="Freeform 1221">
            <a:extLst>
              <a:ext uri="{FF2B5EF4-FFF2-40B4-BE49-F238E27FC236}">
                <a16:creationId xmlns:a16="http://schemas.microsoft.com/office/drawing/2014/main" id="{6E53A486-44F3-8854-32D5-715D9614E01A}"/>
              </a:ext>
            </a:extLst>
          </p:cNvPr>
          <p:cNvSpPr/>
          <p:nvPr/>
        </p:nvSpPr>
        <p:spPr>
          <a:xfrm>
            <a:off x="5737384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5A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3" name="Freeform 1222">
            <a:extLst>
              <a:ext uri="{FF2B5EF4-FFF2-40B4-BE49-F238E27FC236}">
                <a16:creationId xmlns:a16="http://schemas.microsoft.com/office/drawing/2014/main" id="{2D140F9D-B70C-E573-40E3-DB6FC04FEDBB}"/>
              </a:ext>
            </a:extLst>
          </p:cNvPr>
          <p:cNvSpPr/>
          <p:nvPr/>
        </p:nvSpPr>
        <p:spPr>
          <a:xfrm>
            <a:off x="5737384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E9E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4" name="Freeform 1223">
            <a:extLst>
              <a:ext uri="{FF2B5EF4-FFF2-40B4-BE49-F238E27FC236}">
                <a16:creationId xmlns:a16="http://schemas.microsoft.com/office/drawing/2014/main" id="{47FDFD41-188F-39E5-BF7A-78DCF637FB61}"/>
              </a:ext>
            </a:extLst>
          </p:cNvPr>
          <p:cNvSpPr/>
          <p:nvPr/>
        </p:nvSpPr>
        <p:spPr>
          <a:xfrm>
            <a:off x="5737384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5" name="Freeform 1224">
            <a:extLst>
              <a:ext uri="{FF2B5EF4-FFF2-40B4-BE49-F238E27FC236}">
                <a16:creationId xmlns:a16="http://schemas.microsoft.com/office/drawing/2014/main" id="{411A6F1A-1DD9-9DA3-147C-3EF2757E6C9C}"/>
              </a:ext>
            </a:extLst>
          </p:cNvPr>
          <p:cNvSpPr/>
          <p:nvPr/>
        </p:nvSpPr>
        <p:spPr>
          <a:xfrm>
            <a:off x="5737384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6" name="Freeform 1225">
            <a:extLst>
              <a:ext uri="{FF2B5EF4-FFF2-40B4-BE49-F238E27FC236}">
                <a16:creationId xmlns:a16="http://schemas.microsoft.com/office/drawing/2014/main" id="{3B6B9A56-7F75-141A-7C8B-89B5A6DEE41D}"/>
              </a:ext>
            </a:extLst>
          </p:cNvPr>
          <p:cNvSpPr/>
          <p:nvPr/>
        </p:nvSpPr>
        <p:spPr>
          <a:xfrm>
            <a:off x="5813733" y="51284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C458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FB20C9D1-88BF-7123-E8CE-04B2301F0390}"/>
              </a:ext>
            </a:extLst>
          </p:cNvPr>
          <p:cNvSpPr/>
          <p:nvPr/>
        </p:nvSpPr>
        <p:spPr>
          <a:xfrm>
            <a:off x="5813733" y="65326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8" name="Freeform 1227">
            <a:extLst>
              <a:ext uri="{FF2B5EF4-FFF2-40B4-BE49-F238E27FC236}">
                <a16:creationId xmlns:a16="http://schemas.microsoft.com/office/drawing/2014/main" id="{DEA192CC-3418-F678-1DCF-07283692F45E}"/>
              </a:ext>
            </a:extLst>
          </p:cNvPr>
          <p:cNvSpPr/>
          <p:nvPr/>
        </p:nvSpPr>
        <p:spPr>
          <a:xfrm>
            <a:off x="5813733" y="79368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29" name="Freeform 1228">
            <a:extLst>
              <a:ext uri="{FF2B5EF4-FFF2-40B4-BE49-F238E27FC236}">
                <a16:creationId xmlns:a16="http://schemas.microsoft.com/office/drawing/2014/main" id="{3D3E8BB4-CCBC-2477-4E4E-F9D0991CA191}"/>
              </a:ext>
            </a:extLst>
          </p:cNvPr>
          <p:cNvSpPr/>
          <p:nvPr/>
        </p:nvSpPr>
        <p:spPr>
          <a:xfrm>
            <a:off x="5813733" y="93410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0" name="Freeform 1229">
            <a:extLst>
              <a:ext uri="{FF2B5EF4-FFF2-40B4-BE49-F238E27FC236}">
                <a16:creationId xmlns:a16="http://schemas.microsoft.com/office/drawing/2014/main" id="{7E3623AC-2A38-8B0F-C251-383CAFBF9F78}"/>
              </a:ext>
            </a:extLst>
          </p:cNvPr>
          <p:cNvSpPr/>
          <p:nvPr/>
        </p:nvSpPr>
        <p:spPr>
          <a:xfrm>
            <a:off x="5813733" y="1074526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1F1F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1" name="Freeform 1230">
            <a:extLst>
              <a:ext uri="{FF2B5EF4-FFF2-40B4-BE49-F238E27FC236}">
                <a16:creationId xmlns:a16="http://schemas.microsoft.com/office/drawing/2014/main" id="{04134383-006B-269F-96D8-70A97CBE5C0E}"/>
              </a:ext>
            </a:extLst>
          </p:cNvPr>
          <p:cNvSpPr/>
          <p:nvPr/>
        </p:nvSpPr>
        <p:spPr>
          <a:xfrm>
            <a:off x="5813733" y="121494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2" name="Freeform 1231">
            <a:extLst>
              <a:ext uri="{FF2B5EF4-FFF2-40B4-BE49-F238E27FC236}">
                <a16:creationId xmlns:a16="http://schemas.microsoft.com/office/drawing/2014/main" id="{4F7BB8A3-9F92-0057-C4FE-0F9D8402939E}"/>
              </a:ext>
            </a:extLst>
          </p:cNvPr>
          <p:cNvSpPr/>
          <p:nvPr/>
        </p:nvSpPr>
        <p:spPr>
          <a:xfrm>
            <a:off x="5813733" y="1355365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9F9F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3" name="Freeform 1232">
            <a:extLst>
              <a:ext uri="{FF2B5EF4-FFF2-40B4-BE49-F238E27FC236}">
                <a16:creationId xmlns:a16="http://schemas.microsoft.com/office/drawing/2014/main" id="{4B9A0291-B9C0-6C85-2397-032D3E6B3697}"/>
              </a:ext>
            </a:extLst>
          </p:cNvPr>
          <p:cNvSpPr/>
          <p:nvPr/>
        </p:nvSpPr>
        <p:spPr>
          <a:xfrm>
            <a:off x="5813733" y="1495784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4" name="Freeform 1233">
            <a:extLst>
              <a:ext uri="{FF2B5EF4-FFF2-40B4-BE49-F238E27FC236}">
                <a16:creationId xmlns:a16="http://schemas.microsoft.com/office/drawing/2014/main" id="{85482A60-D050-ECD0-D0FD-16B3B474A8E5}"/>
              </a:ext>
            </a:extLst>
          </p:cNvPr>
          <p:cNvSpPr/>
          <p:nvPr/>
        </p:nvSpPr>
        <p:spPr>
          <a:xfrm>
            <a:off x="5813733" y="163620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5" name="Freeform 1234">
            <a:extLst>
              <a:ext uri="{FF2B5EF4-FFF2-40B4-BE49-F238E27FC236}">
                <a16:creationId xmlns:a16="http://schemas.microsoft.com/office/drawing/2014/main" id="{C497C394-2AA0-F20D-0653-1AC8A090ACF1}"/>
              </a:ext>
            </a:extLst>
          </p:cNvPr>
          <p:cNvSpPr/>
          <p:nvPr/>
        </p:nvSpPr>
        <p:spPr>
          <a:xfrm>
            <a:off x="5813733" y="1776623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6" name="Freeform 1235">
            <a:extLst>
              <a:ext uri="{FF2B5EF4-FFF2-40B4-BE49-F238E27FC236}">
                <a16:creationId xmlns:a16="http://schemas.microsoft.com/office/drawing/2014/main" id="{14E354DD-5973-ADB8-3CDB-ADAC3E933DBD}"/>
              </a:ext>
            </a:extLst>
          </p:cNvPr>
          <p:cNvSpPr/>
          <p:nvPr/>
        </p:nvSpPr>
        <p:spPr>
          <a:xfrm>
            <a:off x="5813733" y="1917042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7" name="Freeform 1236">
            <a:extLst>
              <a:ext uri="{FF2B5EF4-FFF2-40B4-BE49-F238E27FC236}">
                <a16:creationId xmlns:a16="http://schemas.microsoft.com/office/drawing/2014/main" id="{2E4773C4-E03B-18A7-1C52-7E8E7C9CCA89}"/>
              </a:ext>
            </a:extLst>
          </p:cNvPr>
          <p:cNvSpPr/>
          <p:nvPr/>
        </p:nvSpPr>
        <p:spPr>
          <a:xfrm>
            <a:off x="5813733" y="205746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8" name="Freeform 1237">
            <a:extLst>
              <a:ext uri="{FF2B5EF4-FFF2-40B4-BE49-F238E27FC236}">
                <a16:creationId xmlns:a16="http://schemas.microsoft.com/office/drawing/2014/main" id="{6ABE8EE7-0971-C22D-297E-5BE9D79AB505}"/>
              </a:ext>
            </a:extLst>
          </p:cNvPr>
          <p:cNvSpPr/>
          <p:nvPr/>
        </p:nvSpPr>
        <p:spPr>
          <a:xfrm>
            <a:off x="5813733" y="2197881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39" name="Freeform 1238">
            <a:extLst>
              <a:ext uri="{FF2B5EF4-FFF2-40B4-BE49-F238E27FC236}">
                <a16:creationId xmlns:a16="http://schemas.microsoft.com/office/drawing/2014/main" id="{2DEAD389-65C7-9784-EF15-806BE49CE44B}"/>
              </a:ext>
            </a:extLst>
          </p:cNvPr>
          <p:cNvSpPr/>
          <p:nvPr/>
        </p:nvSpPr>
        <p:spPr>
          <a:xfrm>
            <a:off x="5813733" y="2338300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0" name="Freeform 1239">
            <a:extLst>
              <a:ext uri="{FF2B5EF4-FFF2-40B4-BE49-F238E27FC236}">
                <a16:creationId xmlns:a16="http://schemas.microsoft.com/office/drawing/2014/main" id="{F14990D7-CA34-B7EF-3B21-7347380A17C4}"/>
              </a:ext>
            </a:extLst>
          </p:cNvPr>
          <p:cNvSpPr/>
          <p:nvPr/>
        </p:nvSpPr>
        <p:spPr>
          <a:xfrm>
            <a:off x="5813733" y="247871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FDFD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1" name="Freeform 1240">
            <a:extLst>
              <a:ext uri="{FF2B5EF4-FFF2-40B4-BE49-F238E27FC236}">
                <a16:creationId xmlns:a16="http://schemas.microsoft.com/office/drawing/2014/main" id="{53679985-6DC1-C66D-3BB4-4004AD533628}"/>
              </a:ext>
            </a:extLst>
          </p:cNvPr>
          <p:cNvSpPr/>
          <p:nvPr/>
        </p:nvSpPr>
        <p:spPr>
          <a:xfrm>
            <a:off x="5813733" y="2619139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4600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2" name="Freeform 1241">
            <a:extLst>
              <a:ext uri="{FF2B5EF4-FFF2-40B4-BE49-F238E27FC236}">
                <a16:creationId xmlns:a16="http://schemas.microsoft.com/office/drawing/2014/main" id="{F13A2E2C-22B1-EFCD-FBFF-65BB36DAD2C3}"/>
              </a:ext>
            </a:extLst>
          </p:cNvPr>
          <p:cNvSpPr/>
          <p:nvPr/>
        </p:nvSpPr>
        <p:spPr>
          <a:xfrm>
            <a:off x="5813733" y="2759558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1E1E1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3" name="Freeform 1242">
            <a:extLst>
              <a:ext uri="{FF2B5EF4-FFF2-40B4-BE49-F238E27FC236}">
                <a16:creationId xmlns:a16="http://schemas.microsoft.com/office/drawing/2014/main" id="{DEF88D09-273D-3AC6-EC5A-3008C8C12597}"/>
              </a:ext>
            </a:extLst>
          </p:cNvPr>
          <p:cNvSpPr/>
          <p:nvPr/>
        </p:nvSpPr>
        <p:spPr>
          <a:xfrm>
            <a:off x="5813733" y="289997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44" name="Freeform 1243">
            <a:extLst>
              <a:ext uri="{FF2B5EF4-FFF2-40B4-BE49-F238E27FC236}">
                <a16:creationId xmlns:a16="http://schemas.microsoft.com/office/drawing/2014/main" id="{5E602131-464C-1D9C-B5B7-162E4D115939}"/>
              </a:ext>
            </a:extLst>
          </p:cNvPr>
          <p:cNvSpPr/>
          <p:nvPr/>
        </p:nvSpPr>
        <p:spPr>
          <a:xfrm>
            <a:off x="5813733" y="3040397"/>
            <a:ext cx="76348" cy="140419"/>
          </a:xfrm>
          <a:custGeom>
            <a:avLst/>
            <a:gdLst>
              <a:gd name="csX0" fmla="*/ 0 w 76348"/>
              <a:gd name="csY0" fmla="*/ 140419 h 140419"/>
              <a:gd name="csX1" fmla="*/ 76349 w 76348"/>
              <a:gd name="csY1" fmla="*/ 140419 h 140419"/>
              <a:gd name="csX2" fmla="*/ 76349 w 76348"/>
              <a:gd name="csY2" fmla="*/ 0 h 140419"/>
              <a:gd name="csX3" fmla="*/ 0 w 76348"/>
              <a:gd name="csY3" fmla="*/ 0 h 140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348" h="140419">
                <a:moveTo>
                  <a:pt x="0" y="140419"/>
                </a:moveTo>
                <a:lnTo>
                  <a:pt x="76349" y="140419"/>
                </a:lnTo>
                <a:lnTo>
                  <a:pt x="76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7144" cap="rnd">
            <a:solidFill>
              <a:srgbClr val="999999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245" name="Graphic 4">
            <a:extLst>
              <a:ext uri="{FF2B5EF4-FFF2-40B4-BE49-F238E27FC236}">
                <a16:creationId xmlns:a16="http://schemas.microsoft.com/office/drawing/2014/main" id="{FEA4480E-FFC0-F549-9F83-3B25B214884D}"/>
              </a:ext>
            </a:extLst>
          </p:cNvPr>
          <p:cNvGrpSpPr/>
          <p:nvPr/>
        </p:nvGrpSpPr>
        <p:grpSpPr>
          <a:xfrm>
            <a:off x="935184" y="3210302"/>
            <a:ext cx="69279" cy="109853"/>
            <a:chOff x="553367" y="3210302"/>
            <a:chExt cx="69279" cy="109853"/>
          </a:xfrm>
          <a:solidFill>
            <a:srgbClr val="000000"/>
          </a:solidFill>
        </p:grpSpPr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945C4A94-616A-B447-77EC-B22D323D73E1}"/>
                </a:ext>
              </a:extLst>
            </p:cNvPr>
            <p:cNvSpPr/>
            <p:nvPr/>
          </p:nvSpPr>
          <p:spPr>
            <a:xfrm>
              <a:off x="553367" y="3257760"/>
              <a:ext cx="68163" cy="62396"/>
            </a:xfrm>
            <a:custGeom>
              <a:avLst/>
              <a:gdLst>
                <a:gd name="csX0" fmla="*/ 68176 w 68163"/>
                <a:gd name="csY0" fmla="*/ 36279 h 62396"/>
                <a:gd name="csX1" fmla="*/ 13 w 68163"/>
                <a:gd name="csY1" fmla="*/ 62696 h 62396"/>
                <a:gd name="csX2" fmla="*/ 13 w 68163"/>
                <a:gd name="csY2" fmla="*/ 52911 h 62396"/>
                <a:gd name="csX3" fmla="*/ 49536 w 68163"/>
                <a:gd name="csY3" fmla="*/ 35200 h 62396"/>
                <a:gd name="csX4" fmla="*/ 60698 w 68163"/>
                <a:gd name="csY4" fmla="*/ 31628 h 62396"/>
                <a:gd name="csX5" fmla="*/ 49536 w 68163"/>
                <a:gd name="csY5" fmla="*/ 27945 h 62396"/>
                <a:gd name="csX6" fmla="*/ 13 w 68163"/>
                <a:gd name="csY6" fmla="*/ 9527 h 62396"/>
                <a:gd name="csX7" fmla="*/ 13 w 68163"/>
                <a:gd name="csY7" fmla="*/ 300 h 62396"/>
                <a:gd name="csX8" fmla="*/ 68176 w 68163"/>
                <a:gd name="csY8" fmla="*/ 27014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176" y="36279"/>
                  </a:moveTo>
                  <a:lnTo>
                    <a:pt x="13" y="62696"/>
                  </a:lnTo>
                  <a:lnTo>
                    <a:pt x="13" y="52911"/>
                  </a:lnTo>
                  <a:lnTo>
                    <a:pt x="49536" y="35200"/>
                  </a:lnTo>
                  <a:cubicBezTo>
                    <a:pt x="53480" y="33786"/>
                    <a:pt x="57200" y="32595"/>
                    <a:pt x="60698" y="31628"/>
                  </a:cubicBezTo>
                  <a:cubicBezTo>
                    <a:pt x="56977" y="30549"/>
                    <a:pt x="53256" y="29321"/>
                    <a:pt x="49536" y="27945"/>
                  </a:cubicBezTo>
                  <a:lnTo>
                    <a:pt x="13" y="9527"/>
                  </a:lnTo>
                  <a:lnTo>
                    <a:pt x="13" y="300"/>
                  </a:lnTo>
                  <a:lnTo>
                    <a:pt x="68176" y="2701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7" name="Freeform 1246">
              <a:extLst>
                <a:ext uri="{FF2B5EF4-FFF2-40B4-BE49-F238E27FC236}">
                  <a16:creationId xmlns:a16="http://schemas.microsoft.com/office/drawing/2014/main" id="{9407C5B5-76A8-1439-11DA-E0E0C35CD318}"/>
                </a:ext>
              </a:extLst>
            </p:cNvPr>
            <p:cNvSpPr/>
            <p:nvPr/>
          </p:nvSpPr>
          <p:spPr>
            <a:xfrm>
              <a:off x="571003" y="3210302"/>
              <a:ext cx="51643" cy="43011"/>
            </a:xfrm>
            <a:custGeom>
              <a:avLst/>
              <a:gdLst>
                <a:gd name="csX0" fmla="*/ 32458 w 51643"/>
                <a:gd name="csY0" fmla="*/ 8516 h 43011"/>
                <a:gd name="csX1" fmla="*/ 33537 w 51643"/>
                <a:gd name="csY1" fmla="*/ 293 h 43011"/>
                <a:gd name="csX2" fmla="*/ 46857 w 51643"/>
                <a:gd name="csY2" fmla="*/ 7176 h 43011"/>
                <a:gd name="csX3" fmla="*/ 51656 w 51643"/>
                <a:gd name="csY3" fmla="*/ 20831 h 43011"/>
                <a:gd name="csX4" fmla="*/ 45034 w 51643"/>
                <a:gd name="csY4" fmla="*/ 37128 h 43011"/>
                <a:gd name="csX5" fmla="*/ 26021 w 51643"/>
                <a:gd name="csY5" fmla="*/ 43304 h 43011"/>
                <a:gd name="csX6" fmla="*/ 12031 w 51643"/>
                <a:gd name="csY6" fmla="*/ 40663 h 43011"/>
                <a:gd name="csX7" fmla="*/ 3027 w 51643"/>
                <a:gd name="csY7" fmla="*/ 32589 h 43011"/>
                <a:gd name="csX8" fmla="*/ 13 w 51643"/>
                <a:gd name="csY8" fmla="*/ 20794 h 43011"/>
                <a:gd name="csX9" fmla="*/ 4106 w 51643"/>
                <a:gd name="csY9" fmla="*/ 7623 h 43011"/>
                <a:gd name="csX10" fmla="*/ 15677 w 51643"/>
                <a:gd name="csY10" fmla="*/ 1074 h 43011"/>
                <a:gd name="csX11" fmla="*/ 16905 w 51643"/>
                <a:gd name="csY11" fmla="*/ 9223 h 43011"/>
                <a:gd name="csX12" fmla="*/ 9426 w 51643"/>
                <a:gd name="csY12" fmla="*/ 13316 h 43011"/>
                <a:gd name="csX13" fmla="*/ 6934 w 51643"/>
                <a:gd name="csY13" fmla="*/ 20459 h 43011"/>
                <a:gd name="csX14" fmla="*/ 11436 w 51643"/>
                <a:gd name="csY14" fmla="*/ 30728 h 43011"/>
                <a:gd name="csX15" fmla="*/ 25798 w 51643"/>
                <a:gd name="csY15" fmla="*/ 34710 h 43011"/>
                <a:gd name="csX16" fmla="*/ 40271 w 51643"/>
                <a:gd name="csY16" fmla="*/ 30877 h 43011"/>
                <a:gd name="csX17" fmla="*/ 44773 w 51643"/>
                <a:gd name="csY17" fmla="*/ 20943 h 43011"/>
                <a:gd name="csX18" fmla="*/ 41759 w 51643"/>
                <a:gd name="csY18" fmla="*/ 12720 h 43011"/>
                <a:gd name="csX19" fmla="*/ 32458 w 51643"/>
                <a:gd name="csY19" fmla="*/ 8516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458" y="8516"/>
                  </a:moveTo>
                  <a:lnTo>
                    <a:pt x="33537" y="293"/>
                  </a:lnTo>
                  <a:cubicBezTo>
                    <a:pt x="39192" y="1186"/>
                    <a:pt x="43620" y="3493"/>
                    <a:pt x="46857" y="7176"/>
                  </a:cubicBezTo>
                  <a:cubicBezTo>
                    <a:pt x="50057" y="10897"/>
                    <a:pt x="51656" y="15436"/>
                    <a:pt x="51656" y="20831"/>
                  </a:cubicBezTo>
                  <a:cubicBezTo>
                    <a:pt x="51656" y="27603"/>
                    <a:pt x="49461" y="33035"/>
                    <a:pt x="45034" y="37128"/>
                  </a:cubicBezTo>
                  <a:cubicBezTo>
                    <a:pt x="40606" y="41258"/>
                    <a:pt x="34281" y="43304"/>
                    <a:pt x="26021" y="43304"/>
                  </a:cubicBezTo>
                  <a:cubicBezTo>
                    <a:pt x="20700" y="43304"/>
                    <a:pt x="16012" y="42411"/>
                    <a:pt x="12031" y="40663"/>
                  </a:cubicBezTo>
                  <a:cubicBezTo>
                    <a:pt x="8050" y="38877"/>
                    <a:pt x="5036" y="36198"/>
                    <a:pt x="3027" y="32589"/>
                  </a:cubicBezTo>
                  <a:cubicBezTo>
                    <a:pt x="1018" y="28980"/>
                    <a:pt x="13" y="25036"/>
                    <a:pt x="13" y="20794"/>
                  </a:cubicBezTo>
                  <a:cubicBezTo>
                    <a:pt x="13" y="15436"/>
                    <a:pt x="1390" y="11046"/>
                    <a:pt x="4106" y="7623"/>
                  </a:cubicBezTo>
                  <a:cubicBezTo>
                    <a:pt x="6822" y="4237"/>
                    <a:pt x="10654" y="2042"/>
                    <a:pt x="15677" y="1074"/>
                  </a:cubicBezTo>
                  <a:lnTo>
                    <a:pt x="16905" y="9223"/>
                  </a:lnTo>
                  <a:cubicBezTo>
                    <a:pt x="13594" y="10004"/>
                    <a:pt x="11101" y="11344"/>
                    <a:pt x="9426" y="13316"/>
                  </a:cubicBezTo>
                  <a:cubicBezTo>
                    <a:pt x="7752" y="15288"/>
                    <a:pt x="6934" y="17669"/>
                    <a:pt x="6934" y="20459"/>
                  </a:cubicBezTo>
                  <a:cubicBezTo>
                    <a:pt x="6934" y="24701"/>
                    <a:pt x="8422" y="28124"/>
                    <a:pt x="11436" y="30728"/>
                  </a:cubicBezTo>
                  <a:cubicBezTo>
                    <a:pt x="14487" y="33370"/>
                    <a:pt x="19249" y="34710"/>
                    <a:pt x="25798" y="34710"/>
                  </a:cubicBezTo>
                  <a:cubicBezTo>
                    <a:pt x="32420" y="34710"/>
                    <a:pt x="37257" y="33445"/>
                    <a:pt x="40271" y="30877"/>
                  </a:cubicBezTo>
                  <a:cubicBezTo>
                    <a:pt x="43285" y="28347"/>
                    <a:pt x="44773" y="25036"/>
                    <a:pt x="44773" y="20943"/>
                  </a:cubicBezTo>
                  <a:cubicBezTo>
                    <a:pt x="44773" y="17632"/>
                    <a:pt x="43769" y="14915"/>
                    <a:pt x="41759" y="12720"/>
                  </a:cubicBezTo>
                  <a:cubicBezTo>
                    <a:pt x="39750" y="10488"/>
                    <a:pt x="36625" y="9111"/>
                    <a:pt x="32458" y="851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48" name="Graphic 4">
            <a:extLst>
              <a:ext uri="{FF2B5EF4-FFF2-40B4-BE49-F238E27FC236}">
                <a16:creationId xmlns:a16="http://schemas.microsoft.com/office/drawing/2014/main" id="{17854C63-7766-1DB5-313E-E35C3CF97FDE}"/>
              </a:ext>
            </a:extLst>
          </p:cNvPr>
          <p:cNvGrpSpPr/>
          <p:nvPr/>
        </p:nvGrpSpPr>
        <p:grpSpPr>
          <a:xfrm>
            <a:off x="1011570" y="3208061"/>
            <a:ext cx="69279" cy="180854"/>
            <a:chOff x="629753" y="3208061"/>
            <a:chExt cx="69279" cy="180854"/>
          </a:xfrm>
          <a:solidFill>
            <a:srgbClr val="000000"/>
          </a:solidFill>
        </p:grpSpPr>
        <p:sp>
          <p:nvSpPr>
            <p:cNvPr id="1249" name="Freeform 1248">
              <a:extLst>
                <a:ext uri="{FF2B5EF4-FFF2-40B4-BE49-F238E27FC236}">
                  <a16:creationId xmlns:a16="http://schemas.microsoft.com/office/drawing/2014/main" id="{E7836D32-164B-6E05-4870-51CE08DAE96D}"/>
                </a:ext>
              </a:extLst>
            </p:cNvPr>
            <p:cNvSpPr/>
            <p:nvPr/>
          </p:nvSpPr>
          <p:spPr>
            <a:xfrm>
              <a:off x="629753" y="3326519"/>
              <a:ext cx="68163" cy="62396"/>
            </a:xfrm>
            <a:custGeom>
              <a:avLst/>
              <a:gdLst>
                <a:gd name="csX0" fmla="*/ 68184 w 68163"/>
                <a:gd name="csY0" fmla="*/ 36286 h 62396"/>
                <a:gd name="csX1" fmla="*/ 21 w 68163"/>
                <a:gd name="csY1" fmla="*/ 62703 h 62396"/>
                <a:gd name="csX2" fmla="*/ 21 w 68163"/>
                <a:gd name="csY2" fmla="*/ 52918 h 62396"/>
                <a:gd name="csX3" fmla="*/ 49544 w 68163"/>
                <a:gd name="csY3" fmla="*/ 35207 h 62396"/>
                <a:gd name="csX4" fmla="*/ 60706 w 68163"/>
                <a:gd name="csY4" fmla="*/ 31635 h 62396"/>
                <a:gd name="csX5" fmla="*/ 49544 w 68163"/>
                <a:gd name="csY5" fmla="*/ 27952 h 62396"/>
                <a:gd name="csX6" fmla="*/ 21 w 68163"/>
                <a:gd name="csY6" fmla="*/ 9534 h 62396"/>
                <a:gd name="csX7" fmla="*/ 21 w 68163"/>
                <a:gd name="csY7" fmla="*/ 307 h 62396"/>
                <a:gd name="csX8" fmla="*/ 68184 w 68163"/>
                <a:gd name="csY8" fmla="*/ 27022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184" y="36286"/>
                  </a:moveTo>
                  <a:lnTo>
                    <a:pt x="21" y="62703"/>
                  </a:lnTo>
                  <a:lnTo>
                    <a:pt x="21" y="52918"/>
                  </a:lnTo>
                  <a:lnTo>
                    <a:pt x="49544" y="35207"/>
                  </a:lnTo>
                  <a:cubicBezTo>
                    <a:pt x="53488" y="33793"/>
                    <a:pt x="57208" y="32603"/>
                    <a:pt x="60706" y="31635"/>
                  </a:cubicBezTo>
                  <a:cubicBezTo>
                    <a:pt x="56985" y="30556"/>
                    <a:pt x="53264" y="29328"/>
                    <a:pt x="49544" y="27952"/>
                  </a:cubicBezTo>
                  <a:lnTo>
                    <a:pt x="21" y="9534"/>
                  </a:lnTo>
                  <a:lnTo>
                    <a:pt x="21" y="307"/>
                  </a:lnTo>
                  <a:lnTo>
                    <a:pt x="68184" y="2702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ADA2C2F8-4A39-5A8F-9666-30DDE0A38C49}"/>
                </a:ext>
              </a:extLst>
            </p:cNvPr>
            <p:cNvSpPr/>
            <p:nvPr/>
          </p:nvSpPr>
          <p:spPr>
            <a:xfrm>
              <a:off x="629753" y="3279694"/>
              <a:ext cx="69279" cy="42825"/>
            </a:xfrm>
            <a:custGeom>
              <a:avLst/>
              <a:gdLst>
                <a:gd name="csX0" fmla="*/ 68184 w 69279"/>
                <a:gd name="csY0" fmla="*/ 8077 h 42825"/>
                <a:gd name="csX1" fmla="*/ 61971 w 69279"/>
                <a:gd name="csY1" fmla="*/ 8077 h 42825"/>
                <a:gd name="csX2" fmla="*/ 69301 w 69279"/>
                <a:gd name="csY2" fmla="*/ 21880 h 42825"/>
                <a:gd name="csX3" fmla="*/ 66064 w 69279"/>
                <a:gd name="csY3" fmla="*/ 32745 h 42825"/>
                <a:gd name="csX4" fmla="*/ 56948 w 69279"/>
                <a:gd name="csY4" fmla="*/ 40410 h 42825"/>
                <a:gd name="csX5" fmla="*/ 43553 w 69279"/>
                <a:gd name="csY5" fmla="*/ 43126 h 42825"/>
                <a:gd name="csX6" fmla="*/ 30122 w 69279"/>
                <a:gd name="csY6" fmla="*/ 40670 h 42825"/>
                <a:gd name="csX7" fmla="*/ 20894 w 69279"/>
                <a:gd name="csY7" fmla="*/ 33266 h 42825"/>
                <a:gd name="csX8" fmla="*/ 17657 w 69279"/>
                <a:gd name="csY8" fmla="*/ 22252 h 42825"/>
                <a:gd name="csX9" fmla="*/ 19555 w 69279"/>
                <a:gd name="csY9" fmla="*/ 14290 h 42825"/>
                <a:gd name="csX10" fmla="*/ 24466 w 69279"/>
                <a:gd name="csY10" fmla="*/ 8635 h 42825"/>
                <a:gd name="csX11" fmla="*/ 21 w 69279"/>
                <a:gd name="csY11" fmla="*/ 8635 h 42825"/>
                <a:gd name="csX12" fmla="*/ 21 w 69279"/>
                <a:gd name="csY12" fmla="*/ 300 h 42825"/>
                <a:gd name="csX13" fmla="*/ 68184 w 69279"/>
                <a:gd name="csY13" fmla="*/ 300 h 42825"/>
                <a:gd name="csX14" fmla="*/ 68184 w 69279"/>
                <a:gd name="csY14" fmla="*/ 8077 h 42825"/>
                <a:gd name="csX15" fmla="*/ 43553 w 69279"/>
                <a:gd name="csY15" fmla="*/ 34531 h 42825"/>
                <a:gd name="csX16" fmla="*/ 57729 w 69279"/>
                <a:gd name="csY16" fmla="*/ 30550 h 42825"/>
                <a:gd name="csX17" fmla="*/ 62417 w 69279"/>
                <a:gd name="csY17" fmla="*/ 21099 h 42825"/>
                <a:gd name="csX18" fmla="*/ 57915 w 69279"/>
                <a:gd name="csY18" fmla="*/ 11760 h 42825"/>
                <a:gd name="csX19" fmla="*/ 44223 w 69279"/>
                <a:gd name="csY19" fmla="*/ 7928 h 42825"/>
                <a:gd name="csX20" fmla="*/ 29340 w 69279"/>
                <a:gd name="csY20" fmla="*/ 11835 h 42825"/>
                <a:gd name="csX21" fmla="*/ 24615 w 69279"/>
                <a:gd name="csY21" fmla="*/ 21471 h 42825"/>
                <a:gd name="csX22" fmla="*/ 29154 w 69279"/>
                <a:gd name="csY22" fmla="*/ 30810 h 42825"/>
                <a:gd name="csX23" fmla="*/ 43553 w 69279"/>
                <a:gd name="csY23" fmla="*/ 34531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184" y="8077"/>
                  </a:moveTo>
                  <a:lnTo>
                    <a:pt x="61971" y="8077"/>
                  </a:lnTo>
                  <a:cubicBezTo>
                    <a:pt x="66845" y="11202"/>
                    <a:pt x="69301" y="15816"/>
                    <a:pt x="69301" y="21880"/>
                  </a:cubicBezTo>
                  <a:cubicBezTo>
                    <a:pt x="69301" y="25824"/>
                    <a:pt x="68222" y="29433"/>
                    <a:pt x="66064" y="32745"/>
                  </a:cubicBezTo>
                  <a:cubicBezTo>
                    <a:pt x="63868" y="36056"/>
                    <a:pt x="60855" y="38624"/>
                    <a:pt x="56948" y="40410"/>
                  </a:cubicBezTo>
                  <a:cubicBezTo>
                    <a:pt x="53078" y="42233"/>
                    <a:pt x="48576" y="43126"/>
                    <a:pt x="43553" y="43126"/>
                  </a:cubicBezTo>
                  <a:cubicBezTo>
                    <a:pt x="38605" y="43126"/>
                    <a:pt x="34140" y="42307"/>
                    <a:pt x="30122" y="40670"/>
                  </a:cubicBezTo>
                  <a:cubicBezTo>
                    <a:pt x="26103" y="39033"/>
                    <a:pt x="23015" y="36577"/>
                    <a:pt x="20894" y="33266"/>
                  </a:cubicBezTo>
                  <a:cubicBezTo>
                    <a:pt x="18736" y="29992"/>
                    <a:pt x="17657" y="26308"/>
                    <a:pt x="17657" y="22252"/>
                  </a:cubicBezTo>
                  <a:cubicBezTo>
                    <a:pt x="17657" y="19276"/>
                    <a:pt x="18290" y="16634"/>
                    <a:pt x="19555" y="14290"/>
                  </a:cubicBezTo>
                  <a:cubicBezTo>
                    <a:pt x="20820" y="11983"/>
                    <a:pt x="22457" y="10086"/>
                    <a:pt x="24466" y="8635"/>
                  </a:cubicBezTo>
                  <a:lnTo>
                    <a:pt x="21" y="8635"/>
                  </a:lnTo>
                  <a:lnTo>
                    <a:pt x="21" y="300"/>
                  </a:lnTo>
                  <a:lnTo>
                    <a:pt x="68184" y="300"/>
                  </a:lnTo>
                  <a:lnTo>
                    <a:pt x="68184" y="8077"/>
                  </a:lnTo>
                  <a:moveTo>
                    <a:pt x="43553" y="34531"/>
                  </a:moveTo>
                  <a:cubicBezTo>
                    <a:pt x="49879" y="34531"/>
                    <a:pt x="54604" y="33191"/>
                    <a:pt x="57729" y="30550"/>
                  </a:cubicBezTo>
                  <a:cubicBezTo>
                    <a:pt x="60855" y="27871"/>
                    <a:pt x="62417" y="24745"/>
                    <a:pt x="62417" y="21099"/>
                  </a:cubicBezTo>
                  <a:cubicBezTo>
                    <a:pt x="62417" y="17453"/>
                    <a:pt x="60929" y="14327"/>
                    <a:pt x="57915" y="11760"/>
                  </a:cubicBezTo>
                  <a:cubicBezTo>
                    <a:pt x="54939" y="9230"/>
                    <a:pt x="50362" y="7928"/>
                    <a:pt x="44223" y="7928"/>
                  </a:cubicBezTo>
                  <a:cubicBezTo>
                    <a:pt x="37489" y="7928"/>
                    <a:pt x="32503" y="9230"/>
                    <a:pt x="29340" y="11835"/>
                  </a:cubicBezTo>
                  <a:cubicBezTo>
                    <a:pt x="26178" y="14439"/>
                    <a:pt x="24615" y="17639"/>
                    <a:pt x="24615" y="21471"/>
                  </a:cubicBezTo>
                  <a:cubicBezTo>
                    <a:pt x="24615" y="25192"/>
                    <a:pt x="26140" y="28317"/>
                    <a:pt x="29154" y="30810"/>
                  </a:cubicBezTo>
                  <a:cubicBezTo>
                    <a:pt x="32205" y="33303"/>
                    <a:pt x="37005" y="34531"/>
                    <a:pt x="43553" y="3453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95E4A908-A177-8F49-5AA8-3479151F2959}"/>
                </a:ext>
              </a:extLst>
            </p:cNvPr>
            <p:cNvSpPr/>
            <p:nvPr/>
          </p:nvSpPr>
          <p:spPr>
            <a:xfrm>
              <a:off x="669043" y="3244096"/>
              <a:ext cx="8408" cy="25710"/>
            </a:xfrm>
            <a:custGeom>
              <a:avLst/>
              <a:gdLst>
                <a:gd name="csX0" fmla="*/ 8430 w 8408"/>
                <a:gd name="csY0" fmla="*/ 26005 h 25710"/>
                <a:gd name="csX1" fmla="*/ 21 w 8408"/>
                <a:gd name="csY1" fmla="*/ 26005 h 25710"/>
                <a:gd name="csX2" fmla="*/ 21 w 8408"/>
                <a:gd name="csY2" fmla="*/ 295 h 25710"/>
                <a:gd name="csX3" fmla="*/ 8430 w 8408"/>
                <a:gd name="csY3" fmla="*/ 295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430" y="26005"/>
                  </a:moveTo>
                  <a:lnTo>
                    <a:pt x="21" y="26005"/>
                  </a:lnTo>
                  <a:lnTo>
                    <a:pt x="21" y="295"/>
                  </a:lnTo>
                  <a:lnTo>
                    <a:pt x="8430" y="29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3EE194A7-0B59-9ABA-8B2B-6DB80137DA98}"/>
                </a:ext>
              </a:extLst>
            </p:cNvPr>
            <p:cNvSpPr/>
            <p:nvPr/>
          </p:nvSpPr>
          <p:spPr>
            <a:xfrm>
              <a:off x="647389" y="3208061"/>
              <a:ext cx="50527" cy="26863"/>
            </a:xfrm>
            <a:custGeom>
              <a:avLst/>
              <a:gdLst>
                <a:gd name="csX0" fmla="*/ 50548 w 50527"/>
                <a:gd name="csY0" fmla="*/ 27155 h 26863"/>
                <a:gd name="csX1" fmla="*/ 1137 w 50527"/>
                <a:gd name="csY1" fmla="*/ 27155 h 26863"/>
                <a:gd name="csX2" fmla="*/ 1137 w 50527"/>
                <a:gd name="csY2" fmla="*/ 19602 h 26863"/>
                <a:gd name="csX3" fmla="*/ 8653 w 50527"/>
                <a:gd name="csY3" fmla="*/ 19602 h 26863"/>
                <a:gd name="csX4" fmla="*/ 1733 w 50527"/>
                <a:gd name="csY4" fmla="*/ 14281 h 26863"/>
                <a:gd name="csX5" fmla="*/ 21 w 50527"/>
                <a:gd name="csY5" fmla="*/ 8923 h 26863"/>
                <a:gd name="csX6" fmla="*/ 2737 w 50527"/>
                <a:gd name="csY6" fmla="*/ 291 h 26863"/>
                <a:gd name="csX7" fmla="*/ 10513 w 50527"/>
                <a:gd name="csY7" fmla="*/ 3194 h 26863"/>
                <a:gd name="csX8" fmla="*/ 8690 w 50527"/>
                <a:gd name="csY8" fmla="*/ 9333 h 26863"/>
                <a:gd name="csX9" fmla="*/ 10327 w 50527"/>
                <a:gd name="csY9" fmla="*/ 14244 h 26863"/>
                <a:gd name="csX10" fmla="*/ 14904 w 50527"/>
                <a:gd name="csY10" fmla="*/ 17369 h 26863"/>
                <a:gd name="csX11" fmla="*/ 24689 w 50527"/>
                <a:gd name="csY11" fmla="*/ 18783 h 26863"/>
                <a:gd name="csX12" fmla="*/ 50548 w 50527"/>
                <a:gd name="csY12" fmla="*/ 18783 h 26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527" h="26863">
                  <a:moveTo>
                    <a:pt x="50548" y="27155"/>
                  </a:moveTo>
                  <a:lnTo>
                    <a:pt x="1137" y="27155"/>
                  </a:lnTo>
                  <a:lnTo>
                    <a:pt x="1137" y="19602"/>
                  </a:lnTo>
                  <a:lnTo>
                    <a:pt x="8653" y="19602"/>
                  </a:lnTo>
                  <a:cubicBezTo>
                    <a:pt x="5156" y="17704"/>
                    <a:pt x="2849" y="15918"/>
                    <a:pt x="1733" y="14281"/>
                  </a:cubicBezTo>
                  <a:cubicBezTo>
                    <a:pt x="616" y="12644"/>
                    <a:pt x="21" y="10858"/>
                    <a:pt x="21" y="8923"/>
                  </a:cubicBezTo>
                  <a:cubicBezTo>
                    <a:pt x="21" y="6096"/>
                    <a:pt x="951" y="3231"/>
                    <a:pt x="2737" y="291"/>
                  </a:cubicBezTo>
                  <a:lnTo>
                    <a:pt x="10513" y="3194"/>
                  </a:lnTo>
                  <a:cubicBezTo>
                    <a:pt x="9286" y="5240"/>
                    <a:pt x="8690" y="7286"/>
                    <a:pt x="8690" y="9333"/>
                  </a:cubicBezTo>
                  <a:cubicBezTo>
                    <a:pt x="8690" y="11156"/>
                    <a:pt x="9248" y="12793"/>
                    <a:pt x="10327" y="14244"/>
                  </a:cubicBezTo>
                  <a:cubicBezTo>
                    <a:pt x="11444" y="15732"/>
                    <a:pt x="12969" y="16774"/>
                    <a:pt x="14904" y="17369"/>
                  </a:cubicBezTo>
                  <a:cubicBezTo>
                    <a:pt x="17880" y="18300"/>
                    <a:pt x="21155" y="18783"/>
                    <a:pt x="24689" y="18783"/>
                  </a:cubicBezTo>
                  <a:lnTo>
                    <a:pt x="50548" y="1878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53" name="Graphic 4">
            <a:extLst>
              <a:ext uri="{FF2B5EF4-FFF2-40B4-BE49-F238E27FC236}">
                <a16:creationId xmlns:a16="http://schemas.microsoft.com/office/drawing/2014/main" id="{376D6A2F-D3BA-DBD1-7EFA-311A68388BB2}"/>
              </a:ext>
            </a:extLst>
          </p:cNvPr>
          <p:cNvGrpSpPr/>
          <p:nvPr/>
        </p:nvGrpSpPr>
        <p:grpSpPr>
          <a:xfrm>
            <a:off x="1087919" y="3210293"/>
            <a:ext cx="69279" cy="194546"/>
            <a:chOff x="706102" y="3210293"/>
            <a:chExt cx="69279" cy="194546"/>
          </a:xfrm>
          <a:solidFill>
            <a:srgbClr val="000000"/>
          </a:solidFill>
        </p:grpSpPr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27958602-BC24-F728-D9D5-7FA153C3C074}"/>
                </a:ext>
              </a:extLst>
            </p:cNvPr>
            <p:cNvSpPr/>
            <p:nvPr/>
          </p:nvSpPr>
          <p:spPr>
            <a:xfrm>
              <a:off x="706102" y="3342443"/>
              <a:ext cx="68163" cy="62396"/>
            </a:xfrm>
            <a:custGeom>
              <a:avLst/>
              <a:gdLst>
                <a:gd name="csX0" fmla="*/ 68192 w 68163"/>
                <a:gd name="csY0" fmla="*/ 36288 h 62396"/>
                <a:gd name="csX1" fmla="*/ 29 w 68163"/>
                <a:gd name="csY1" fmla="*/ 62705 h 62396"/>
                <a:gd name="csX2" fmla="*/ 29 w 68163"/>
                <a:gd name="csY2" fmla="*/ 52919 h 62396"/>
                <a:gd name="csX3" fmla="*/ 49552 w 68163"/>
                <a:gd name="csY3" fmla="*/ 35209 h 62396"/>
                <a:gd name="csX4" fmla="*/ 60714 w 68163"/>
                <a:gd name="csY4" fmla="*/ 31637 h 62396"/>
                <a:gd name="csX5" fmla="*/ 49552 w 68163"/>
                <a:gd name="csY5" fmla="*/ 27953 h 62396"/>
                <a:gd name="csX6" fmla="*/ 29 w 68163"/>
                <a:gd name="csY6" fmla="*/ 9536 h 62396"/>
                <a:gd name="csX7" fmla="*/ 29 w 68163"/>
                <a:gd name="csY7" fmla="*/ 309 h 62396"/>
                <a:gd name="csX8" fmla="*/ 68192 w 68163"/>
                <a:gd name="csY8" fmla="*/ 27023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192" y="36288"/>
                  </a:moveTo>
                  <a:lnTo>
                    <a:pt x="29" y="62705"/>
                  </a:lnTo>
                  <a:lnTo>
                    <a:pt x="29" y="52919"/>
                  </a:lnTo>
                  <a:lnTo>
                    <a:pt x="49552" y="35209"/>
                  </a:lnTo>
                  <a:cubicBezTo>
                    <a:pt x="53496" y="33795"/>
                    <a:pt x="57216" y="32604"/>
                    <a:pt x="60714" y="31637"/>
                  </a:cubicBezTo>
                  <a:cubicBezTo>
                    <a:pt x="56993" y="30558"/>
                    <a:pt x="53272" y="29330"/>
                    <a:pt x="49552" y="27953"/>
                  </a:cubicBezTo>
                  <a:lnTo>
                    <a:pt x="29" y="9536"/>
                  </a:lnTo>
                  <a:lnTo>
                    <a:pt x="29" y="309"/>
                  </a:lnTo>
                  <a:lnTo>
                    <a:pt x="68192" y="27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97728CE7-7AEB-676B-CB66-CB3FD5317871}"/>
                </a:ext>
              </a:extLst>
            </p:cNvPr>
            <p:cNvSpPr/>
            <p:nvPr/>
          </p:nvSpPr>
          <p:spPr>
            <a:xfrm>
              <a:off x="706102" y="3295618"/>
              <a:ext cx="69279" cy="42825"/>
            </a:xfrm>
            <a:custGeom>
              <a:avLst/>
              <a:gdLst>
                <a:gd name="csX0" fmla="*/ 68192 w 69279"/>
                <a:gd name="csY0" fmla="*/ 8078 h 42825"/>
                <a:gd name="csX1" fmla="*/ 61979 w 69279"/>
                <a:gd name="csY1" fmla="*/ 8078 h 42825"/>
                <a:gd name="csX2" fmla="*/ 69309 w 69279"/>
                <a:gd name="csY2" fmla="*/ 21882 h 42825"/>
                <a:gd name="csX3" fmla="*/ 66072 w 69279"/>
                <a:gd name="csY3" fmla="*/ 32747 h 42825"/>
                <a:gd name="csX4" fmla="*/ 56956 w 69279"/>
                <a:gd name="csY4" fmla="*/ 40411 h 42825"/>
                <a:gd name="csX5" fmla="*/ 43561 w 69279"/>
                <a:gd name="csY5" fmla="*/ 43127 h 42825"/>
                <a:gd name="csX6" fmla="*/ 30130 w 69279"/>
                <a:gd name="csY6" fmla="*/ 40672 h 42825"/>
                <a:gd name="csX7" fmla="*/ 20902 w 69279"/>
                <a:gd name="csY7" fmla="*/ 33267 h 42825"/>
                <a:gd name="csX8" fmla="*/ 17665 w 69279"/>
                <a:gd name="csY8" fmla="*/ 22254 h 42825"/>
                <a:gd name="csX9" fmla="*/ 19563 w 69279"/>
                <a:gd name="csY9" fmla="*/ 14292 h 42825"/>
                <a:gd name="csX10" fmla="*/ 24474 w 69279"/>
                <a:gd name="csY10" fmla="*/ 8636 h 42825"/>
                <a:gd name="csX11" fmla="*/ 29 w 69279"/>
                <a:gd name="csY11" fmla="*/ 8636 h 42825"/>
                <a:gd name="csX12" fmla="*/ 29 w 69279"/>
                <a:gd name="csY12" fmla="*/ 302 h 42825"/>
                <a:gd name="csX13" fmla="*/ 68192 w 69279"/>
                <a:gd name="csY13" fmla="*/ 302 h 42825"/>
                <a:gd name="csX14" fmla="*/ 68192 w 69279"/>
                <a:gd name="csY14" fmla="*/ 8078 h 42825"/>
                <a:gd name="csX15" fmla="*/ 43561 w 69279"/>
                <a:gd name="csY15" fmla="*/ 34532 h 42825"/>
                <a:gd name="csX16" fmla="*/ 57737 w 69279"/>
                <a:gd name="csY16" fmla="*/ 30551 h 42825"/>
                <a:gd name="csX17" fmla="*/ 62425 w 69279"/>
                <a:gd name="csY17" fmla="*/ 21101 h 42825"/>
                <a:gd name="csX18" fmla="*/ 57923 w 69279"/>
                <a:gd name="csY18" fmla="*/ 11762 h 42825"/>
                <a:gd name="csX19" fmla="*/ 44231 w 69279"/>
                <a:gd name="csY19" fmla="*/ 7929 h 42825"/>
                <a:gd name="csX20" fmla="*/ 29348 w 69279"/>
                <a:gd name="csY20" fmla="*/ 11836 h 42825"/>
                <a:gd name="csX21" fmla="*/ 24623 w 69279"/>
                <a:gd name="csY21" fmla="*/ 21473 h 42825"/>
                <a:gd name="csX22" fmla="*/ 29162 w 69279"/>
                <a:gd name="csY22" fmla="*/ 30812 h 42825"/>
                <a:gd name="csX23" fmla="*/ 43561 w 69279"/>
                <a:gd name="csY23" fmla="*/ 34532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192" y="8078"/>
                  </a:moveTo>
                  <a:lnTo>
                    <a:pt x="61979" y="8078"/>
                  </a:lnTo>
                  <a:cubicBezTo>
                    <a:pt x="66853" y="11204"/>
                    <a:pt x="69309" y="15817"/>
                    <a:pt x="69309" y="21882"/>
                  </a:cubicBezTo>
                  <a:cubicBezTo>
                    <a:pt x="69309" y="25826"/>
                    <a:pt x="68230" y="29435"/>
                    <a:pt x="66072" y="32747"/>
                  </a:cubicBezTo>
                  <a:cubicBezTo>
                    <a:pt x="63876" y="36058"/>
                    <a:pt x="60863" y="38625"/>
                    <a:pt x="56956" y="40411"/>
                  </a:cubicBezTo>
                  <a:cubicBezTo>
                    <a:pt x="53086" y="42234"/>
                    <a:pt x="48584" y="43127"/>
                    <a:pt x="43561" y="43127"/>
                  </a:cubicBezTo>
                  <a:cubicBezTo>
                    <a:pt x="38613" y="43127"/>
                    <a:pt x="34148" y="42309"/>
                    <a:pt x="30130" y="40672"/>
                  </a:cubicBezTo>
                  <a:cubicBezTo>
                    <a:pt x="26111" y="39035"/>
                    <a:pt x="23023" y="36579"/>
                    <a:pt x="20902" y="33267"/>
                  </a:cubicBezTo>
                  <a:cubicBezTo>
                    <a:pt x="18744" y="29993"/>
                    <a:pt x="17665" y="26310"/>
                    <a:pt x="17665" y="22254"/>
                  </a:cubicBezTo>
                  <a:cubicBezTo>
                    <a:pt x="17665" y="19278"/>
                    <a:pt x="18298" y="16636"/>
                    <a:pt x="19563" y="14292"/>
                  </a:cubicBezTo>
                  <a:cubicBezTo>
                    <a:pt x="20828" y="11985"/>
                    <a:pt x="22465" y="10087"/>
                    <a:pt x="24474" y="8636"/>
                  </a:cubicBezTo>
                  <a:lnTo>
                    <a:pt x="29" y="8636"/>
                  </a:lnTo>
                  <a:lnTo>
                    <a:pt x="29" y="302"/>
                  </a:lnTo>
                  <a:lnTo>
                    <a:pt x="68192" y="302"/>
                  </a:lnTo>
                  <a:lnTo>
                    <a:pt x="68192" y="8078"/>
                  </a:lnTo>
                  <a:moveTo>
                    <a:pt x="43561" y="34532"/>
                  </a:moveTo>
                  <a:cubicBezTo>
                    <a:pt x="49887" y="34532"/>
                    <a:pt x="54612" y="33193"/>
                    <a:pt x="57737" y="30551"/>
                  </a:cubicBezTo>
                  <a:cubicBezTo>
                    <a:pt x="60863" y="27872"/>
                    <a:pt x="62425" y="24747"/>
                    <a:pt x="62425" y="21101"/>
                  </a:cubicBezTo>
                  <a:cubicBezTo>
                    <a:pt x="62425" y="17454"/>
                    <a:pt x="60937" y="14329"/>
                    <a:pt x="57923" y="11762"/>
                  </a:cubicBezTo>
                  <a:cubicBezTo>
                    <a:pt x="54947" y="9232"/>
                    <a:pt x="50370" y="7929"/>
                    <a:pt x="44231" y="7929"/>
                  </a:cubicBezTo>
                  <a:cubicBezTo>
                    <a:pt x="37497" y="7929"/>
                    <a:pt x="32511" y="9232"/>
                    <a:pt x="29348" y="11836"/>
                  </a:cubicBezTo>
                  <a:cubicBezTo>
                    <a:pt x="26186" y="14441"/>
                    <a:pt x="24623" y="17640"/>
                    <a:pt x="24623" y="21473"/>
                  </a:cubicBezTo>
                  <a:cubicBezTo>
                    <a:pt x="24623" y="25194"/>
                    <a:pt x="26148" y="28319"/>
                    <a:pt x="29162" y="30812"/>
                  </a:cubicBezTo>
                  <a:cubicBezTo>
                    <a:pt x="32213" y="33305"/>
                    <a:pt x="37013" y="34532"/>
                    <a:pt x="43561" y="34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1F43C52A-C576-E625-9D89-8950EEDE5983}"/>
                </a:ext>
              </a:extLst>
            </p:cNvPr>
            <p:cNvSpPr/>
            <p:nvPr/>
          </p:nvSpPr>
          <p:spPr>
            <a:xfrm>
              <a:off x="745392" y="3260020"/>
              <a:ext cx="8408" cy="25710"/>
            </a:xfrm>
            <a:custGeom>
              <a:avLst/>
              <a:gdLst>
                <a:gd name="csX0" fmla="*/ 8438 w 8408"/>
                <a:gd name="csY0" fmla="*/ 26006 h 25710"/>
                <a:gd name="csX1" fmla="*/ 29 w 8408"/>
                <a:gd name="csY1" fmla="*/ 26006 h 25710"/>
                <a:gd name="csX2" fmla="*/ 29 w 8408"/>
                <a:gd name="csY2" fmla="*/ 296 h 25710"/>
                <a:gd name="csX3" fmla="*/ 8438 w 8408"/>
                <a:gd name="csY3" fmla="*/ 296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438" y="26006"/>
                  </a:moveTo>
                  <a:lnTo>
                    <a:pt x="29" y="26006"/>
                  </a:lnTo>
                  <a:lnTo>
                    <a:pt x="29" y="296"/>
                  </a:lnTo>
                  <a:lnTo>
                    <a:pt x="8438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A657DC23-E19F-32BA-3D52-A5AE867267E4}"/>
                </a:ext>
              </a:extLst>
            </p:cNvPr>
            <p:cNvSpPr/>
            <p:nvPr/>
          </p:nvSpPr>
          <p:spPr>
            <a:xfrm>
              <a:off x="723738" y="3210293"/>
              <a:ext cx="51643" cy="43011"/>
            </a:xfrm>
            <a:custGeom>
              <a:avLst/>
              <a:gdLst>
                <a:gd name="csX0" fmla="*/ 32474 w 51643"/>
                <a:gd name="csY0" fmla="*/ 8516 h 43011"/>
                <a:gd name="csX1" fmla="*/ 33553 w 51643"/>
                <a:gd name="csY1" fmla="*/ 293 h 43011"/>
                <a:gd name="csX2" fmla="*/ 46873 w 51643"/>
                <a:gd name="csY2" fmla="*/ 7176 h 43011"/>
                <a:gd name="csX3" fmla="*/ 51672 w 51643"/>
                <a:gd name="csY3" fmla="*/ 20831 h 43011"/>
                <a:gd name="csX4" fmla="*/ 45050 w 51643"/>
                <a:gd name="csY4" fmla="*/ 37128 h 43011"/>
                <a:gd name="csX5" fmla="*/ 26037 w 51643"/>
                <a:gd name="csY5" fmla="*/ 43304 h 43011"/>
                <a:gd name="csX6" fmla="*/ 12047 w 51643"/>
                <a:gd name="csY6" fmla="*/ 40663 h 43011"/>
                <a:gd name="csX7" fmla="*/ 3043 w 51643"/>
                <a:gd name="csY7" fmla="*/ 32589 h 43011"/>
                <a:gd name="csX8" fmla="*/ 29 w 51643"/>
                <a:gd name="csY8" fmla="*/ 20794 h 43011"/>
                <a:gd name="csX9" fmla="*/ 4122 w 51643"/>
                <a:gd name="csY9" fmla="*/ 7623 h 43011"/>
                <a:gd name="csX10" fmla="*/ 15693 w 51643"/>
                <a:gd name="csY10" fmla="*/ 1074 h 43011"/>
                <a:gd name="csX11" fmla="*/ 16921 w 51643"/>
                <a:gd name="csY11" fmla="*/ 9223 h 43011"/>
                <a:gd name="csX12" fmla="*/ 9443 w 51643"/>
                <a:gd name="csY12" fmla="*/ 13316 h 43011"/>
                <a:gd name="csX13" fmla="*/ 6950 w 51643"/>
                <a:gd name="csY13" fmla="*/ 20459 h 43011"/>
                <a:gd name="csX14" fmla="*/ 11452 w 51643"/>
                <a:gd name="csY14" fmla="*/ 30728 h 43011"/>
                <a:gd name="csX15" fmla="*/ 25814 w 51643"/>
                <a:gd name="csY15" fmla="*/ 34710 h 43011"/>
                <a:gd name="csX16" fmla="*/ 40287 w 51643"/>
                <a:gd name="csY16" fmla="*/ 30877 h 43011"/>
                <a:gd name="csX17" fmla="*/ 44789 w 51643"/>
                <a:gd name="csY17" fmla="*/ 20943 h 43011"/>
                <a:gd name="csX18" fmla="*/ 41775 w 51643"/>
                <a:gd name="csY18" fmla="*/ 12720 h 43011"/>
                <a:gd name="csX19" fmla="*/ 32474 w 51643"/>
                <a:gd name="csY19" fmla="*/ 8516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474" y="8516"/>
                  </a:moveTo>
                  <a:lnTo>
                    <a:pt x="33553" y="293"/>
                  </a:lnTo>
                  <a:cubicBezTo>
                    <a:pt x="39208" y="1186"/>
                    <a:pt x="43636" y="3493"/>
                    <a:pt x="46873" y="7176"/>
                  </a:cubicBezTo>
                  <a:cubicBezTo>
                    <a:pt x="50073" y="10897"/>
                    <a:pt x="51672" y="15436"/>
                    <a:pt x="51672" y="20831"/>
                  </a:cubicBezTo>
                  <a:cubicBezTo>
                    <a:pt x="51672" y="27603"/>
                    <a:pt x="49477" y="33035"/>
                    <a:pt x="45050" y="37128"/>
                  </a:cubicBezTo>
                  <a:cubicBezTo>
                    <a:pt x="40622" y="41258"/>
                    <a:pt x="34297" y="43304"/>
                    <a:pt x="26037" y="43304"/>
                  </a:cubicBezTo>
                  <a:cubicBezTo>
                    <a:pt x="20716" y="43304"/>
                    <a:pt x="16028" y="42411"/>
                    <a:pt x="12047" y="40663"/>
                  </a:cubicBezTo>
                  <a:cubicBezTo>
                    <a:pt x="8066" y="38877"/>
                    <a:pt x="5052" y="36198"/>
                    <a:pt x="3043" y="32589"/>
                  </a:cubicBezTo>
                  <a:cubicBezTo>
                    <a:pt x="1034" y="28980"/>
                    <a:pt x="29" y="25036"/>
                    <a:pt x="29" y="20794"/>
                  </a:cubicBezTo>
                  <a:cubicBezTo>
                    <a:pt x="29" y="15436"/>
                    <a:pt x="1406" y="11046"/>
                    <a:pt x="4122" y="7623"/>
                  </a:cubicBezTo>
                  <a:cubicBezTo>
                    <a:pt x="6838" y="4237"/>
                    <a:pt x="10670" y="2042"/>
                    <a:pt x="15693" y="1074"/>
                  </a:cubicBezTo>
                  <a:lnTo>
                    <a:pt x="16921" y="9223"/>
                  </a:lnTo>
                  <a:cubicBezTo>
                    <a:pt x="13610" y="10004"/>
                    <a:pt x="11117" y="11344"/>
                    <a:pt x="9443" y="13316"/>
                  </a:cubicBezTo>
                  <a:cubicBezTo>
                    <a:pt x="7768" y="15288"/>
                    <a:pt x="6950" y="17669"/>
                    <a:pt x="6950" y="20459"/>
                  </a:cubicBezTo>
                  <a:cubicBezTo>
                    <a:pt x="6950" y="24701"/>
                    <a:pt x="8438" y="28124"/>
                    <a:pt x="11452" y="30728"/>
                  </a:cubicBezTo>
                  <a:cubicBezTo>
                    <a:pt x="14503" y="33370"/>
                    <a:pt x="19265" y="34710"/>
                    <a:pt x="25814" y="34710"/>
                  </a:cubicBezTo>
                  <a:cubicBezTo>
                    <a:pt x="32436" y="34710"/>
                    <a:pt x="37273" y="33445"/>
                    <a:pt x="40287" y="30877"/>
                  </a:cubicBezTo>
                  <a:cubicBezTo>
                    <a:pt x="43301" y="28347"/>
                    <a:pt x="44789" y="25036"/>
                    <a:pt x="44789" y="20943"/>
                  </a:cubicBezTo>
                  <a:cubicBezTo>
                    <a:pt x="44789" y="17632"/>
                    <a:pt x="43785" y="14915"/>
                    <a:pt x="41775" y="12720"/>
                  </a:cubicBezTo>
                  <a:cubicBezTo>
                    <a:pt x="39766" y="10488"/>
                    <a:pt x="36641" y="9111"/>
                    <a:pt x="32474" y="851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58" name="Graphic 4">
            <a:extLst>
              <a:ext uri="{FF2B5EF4-FFF2-40B4-BE49-F238E27FC236}">
                <a16:creationId xmlns:a16="http://schemas.microsoft.com/office/drawing/2014/main" id="{CD1412A0-09E2-E508-5405-69F4AD4AE4C5}"/>
              </a:ext>
            </a:extLst>
          </p:cNvPr>
          <p:cNvGrpSpPr/>
          <p:nvPr/>
        </p:nvGrpSpPr>
        <p:grpSpPr>
          <a:xfrm>
            <a:off x="1164305" y="3215493"/>
            <a:ext cx="69279" cy="215689"/>
            <a:chOff x="782488" y="3215493"/>
            <a:chExt cx="69279" cy="215689"/>
          </a:xfrm>
          <a:solidFill>
            <a:srgbClr val="000000"/>
          </a:solidFill>
        </p:grpSpPr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329ECD8C-CCD7-857D-7D0C-0637315E341B}"/>
                </a:ext>
              </a:extLst>
            </p:cNvPr>
            <p:cNvSpPr/>
            <p:nvPr/>
          </p:nvSpPr>
          <p:spPr>
            <a:xfrm>
              <a:off x="782488" y="3368786"/>
              <a:ext cx="68163" cy="62396"/>
            </a:xfrm>
            <a:custGeom>
              <a:avLst/>
              <a:gdLst>
                <a:gd name="csX0" fmla="*/ 68200 w 68163"/>
                <a:gd name="csY0" fmla="*/ 36291 h 62396"/>
                <a:gd name="csX1" fmla="*/ 37 w 68163"/>
                <a:gd name="csY1" fmla="*/ 62708 h 62396"/>
                <a:gd name="csX2" fmla="*/ 37 w 68163"/>
                <a:gd name="csY2" fmla="*/ 52922 h 62396"/>
                <a:gd name="csX3" fmla="*/ 49560 w 68163"/>
                <a:gd name="csY3" fmla="*/ 35212 h 62396"/>
                <a:gd name="csX4" fmla="*/ 60722 w 68163"/>
                <a:gd name="csY4" fmla="*/ 31640 h 62396"/>
                <a:gd name="csX5" fmla="*/ 49560 w 68163"/>
                <a:gd name="csY5" fmla="*/ 27956 h 62396"/>
                <a:gd name="csX6" fmla="*/ 37 w 68163"/>
                <a:gd name="csY6" fmla="*/ 9539 h 62396"/>
                <a:gd name="csX7" fmla="*/ 37 w 68163"/>
                <a:gd name="csY7" fmla="*/ 311 h 62396"/>
                <a:gd name="csX8" fmla="*/ 68200 w 68163"/>
                <a:gd name="csY8" fmla="*/ 27026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200" y="36291"/>
                  </a:moveTo>
                  <a:lnTo>
                    <a:pt x="37" y="62708"/>
                  </a:lnTo>
                  <a:lnTo>
                    <a:pt x="37" y="52922"/>
                  </a:lnTo>
                  <a:lnTo>
                    <a:pt x="49560" y="35212"/>
                  </a:lnTo>
                  <a:cubicBezTo>
                    <a:pt x="53504" y="33798"/>
                    <a:pt x="57224" y="32607"/>
                    <a:pt x="60722" y="31640"/>
                  </a:cubicBezTo>
                  <a:cubicBezTo>
                    <a:pt x="57001" y="30561"/>
                    <a:pt x="53280" y="29333"/>
                    <a:pt x="49560" y="27956"/>
                  </a:cubicBezTo>
                  <a:lnTo>
                    <a:pt x="37" y="9539"/>
                  </a:lnTo>
                  <a:lnTo>
                    <a:pt x="37" y="311"/>
                  </a:lnTo>
                  <a:lnTo>
                    <a:pt x="68200" y="2702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7DA2664A-B2F9-B8D6-584D-99152AF710F9}"/>
                </a:ext>
              </a:extLst>
            </p:cNvPr>
            <p:cNvSpPr/>
            <p:nvPr/>
          </p:nvSpPr>
          <p:spPr>
            <a:xfrm>
              <a:off x="800124" y="3324119"/>
              <a:ext cx="51643" cy="41002"/>
            </a:xfrm>
            <a:custGeom>
              <a:avLst/>
              <a:gdLst>
                <a:gd name="csX0" fmla="*/ 35830 w 51643"/>
                <a:gd name="csY0" fmla="*/ 41307 h 41002"/>
                <a:gd name="csX1" fmla="*/ 34528 w 51643"/>
                <a:gd name="csY1" fmla="*/ 33047 h 41002"/>
                <a:gd name="csX2" fmla="*/ 42156 w 51643"/>
                <a:gd name="csY2" fmla="*/ 29140 h 41002"/>
                <a:gd name="csX3" fmla="*/ 44797 w 51643"/>
                <a:gd name="csY3" fmla="*/ 20248 h 41002"/>
                <a:gd name="csX4" fmla="*/ 42453 w 51643"/>
                <a:gd name="csY4" fmla="*/ 11690 h 41002"/>
                <a:gd name="csX5" fmla="*/ 36947 w 51643"/>
                <a:gd name="csY5" fmla="*/ 8900 h 41002"/>
                <a:gd name="csX6" fmla="*/ 32482 w 51643"/>
                <a:gd name="csY6" fmla="*/ 11355 h 41002"/>
                <a:gd name="csX7" fmla="*/ 29654 w 51643"/>
                <a:gd name="csY7" fmla="*/ 19913 h 41002"/>
                <a:gd name="csX8" fmla="*/ 25598 w 51643"/>
                <a:gd name="csY8" fmla="*/ 32675 h 41002"/>
                <a:gd name="csX9" fmla="*/ 20910 w 51643"/>
                <a:gd name="csY9" fmla="*/ 38070 h 41002"/>
                <a:gd name="csX10" fmla="*/ 14287 w 51643"/>
                <a:gd name="csY10" fmla="*/ 39930 h 41002"/>
                <a:gd name="csX11" fmla="*/ 8185 w 51643"/>
                <a:gd name="csY11" fmla="*/ 38405 h 41002"/>
                <a:gd name="csX12" fmla="*/ 3497 w 51643"/>
                <a:gd name="csY12" fmla="*/ 34275 h 41002"/>
                <a:gd name="csX13" fmla="*/ 1042 w 51643"/>
                <a:gd name="csY13" fmla="*/ 28954 h 41002"/>
                <a:gd name="csX14" fmla="*/ 37 w 51643"/>
                <a:gd name="csY14" fmla="*/ 21736 h 41002"/>
                <a:gd name="csX15" fmla="*/ 1749 w 51643"/>
                <a:gd name="csY15" fmla="*/ 11541 h 41002"/>
                <a:gd name="csX16" fmla="*/ 6251 w 51643"/>
                <a:gd name="csY16" fmla="*/ 5030 h 41002"/>
                <a:gd name="csX17" fmla="*/ 13915 w 51643"/>
                <a:gd name="csY17" fmla="*/ 2165 h 41002"/>
                <a:gd name="csX18" fmla="*/ 15032 w 51643"/>
                <a:gd name="csY18" fmla="*/ 10351 h 41002"/>
                <a:gd name="csX19" fmla="*/ 9078 w 51643"/>
                <a:gd name="csY19" fmla="*/ 13588 h 41002"/>
                <a:gd name="csX20" fmla="*/ 6958 w 51643"/>
                <a:gd name="csY20" fmla="*/ 21141 h 41002"/>
                <a:gd name="csX21" fmla="*/ 8855 w 51643"/>
                <a:gd name="csY21" fmla="*/ 29363 h 41002"/>
                <a:gd name="csX22" fmla="*/ 13320 w 51643"/>
                <a:gd name="csY22" fmla="*/ 31819 h 41002"/>
                <a:gd name="csX23" fmla="*/ 16259 w 51643"/>
                <a:gd name="csY23" fmla="*/ 30815 h 41002"/>
                <a:gd name="csX24" fmla="*/ 18492 w 51643"/>
                <a:gd name="csY24" fmla="*/ 27578 h 41002"/>
                <a:gd name="csX25" fmla="*/ 20613 w 51643"/>
                <a:gd name="csY25" fmla="*/ 20211 h 41002"/>
                <a:gd name="csX26" fmla="*/ 24482 w 51643"/>
                <a:gd name="csY26" fmla="*/ 7821 h 41002"/>
                <a:gd name="csX27" fmla="*/ 28910 w 51643"/>
                <a:gd name="csY27" fmla="*/ 2277 h 41002"/>
                <a:gd name="csX28" fmla="*/ 36054 w 51643"/>
                <a:gd name="csY28" fmla="*/ 305 h 41002"/>
                <a:gd name="csX29" fmla="*/ 43941 w 51643"/>
                <a:gd name="csY29" fmla="*/ 2723 h 41002"/>
                <a:gd name="csX30" fmla="*/ 49671 w 51643"/>
                <a:gd name="csY30" fmla="*/ 9793 h 41002"/>
                <a:gd name="csX31" fmla="*/ 51681 w 51643"/>
                <a:gd name="csY31" fmla="*/ 20211 h 41002"/>
                <a:gd name="csX32" fmla="*/ 47699 w 51643"/>
                <a:gd name="csY32" fmla="*/ 34870 h 41002"/>
                <a:gd name="csX33" fmla="*/ 35830 w 51643"/>
                <a:gd name="csY33" fmla="*/ 41307 h 41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51643" h="41002">
                  <a:moveTo>
                    <a:pt x="35830" y="41307"/>
                  </a:moveTo>
                  <a:lnTo>
                    <a:pt x="34528" y="33047"/>
                  </a:lnTo>
                  <a:cubicBezTo>
                    <a:pt x="37839" y="32563"/>
                    <a:pt x="40370" y="31261"/>
                    <a:pt x="42156" y="29140"/>
                  </a:cubicBezTo>
                  <a:cubicBezTo>
                    <a:pt x="43904" y="27019"/>
                    <a:pt x="44797" y="24080"/>
                    <a:pt x="44797" y="20248"/>
                  </a:cubicBezTo>
                  <a:cubicBezTo>
                    <a:pt x="44797" y="16415"/>
                    <a:pt x="44016" y="13550"/>
                    <a:pt x="42453" y="11690"/>
                  </a:cubicBezTo>
                  <a:cubicBezTo>
                    <a:pt x="40890" y="9830"/>
                    <a:pt x="39030" y="8900"/>
                    <a:pt x="36947" y="8900"/>
                  </a:cubicBezTo>
                  <a:cubicBezTo>
                    <a:pt x="35049" y="8900"/>
                    <a:pt x="33561" y="9718"/>
                    <a:pt x="32482" y="11355"/>
                  </a:cubicBezTo>
                  <a:cubicBezTo>
                    <a:pt x="31738" y="12509"/>
                    <a:pt x="30770" y="15374"/>
                    <a:pt x="29654" y="19913"/>
                  </a:cubicBezTo>
                  <a:cubicBezTo>
                    <a:pt x="28091" y="26052"/>
                    <a:pt x="26752" y="30331"/>
                    <a:pt x="25598" y="32675"/>
                  </a:cubicBezTo>
                  <a:cubicBezTo>
                    <a:pt x="24482" y="35056"/>
                    <a:pt x="22919" y="36842"/>
                    <a:pt x="20910" y="38070"/>
                  </a:cubicBezTo>
                  <a:cubicBezTo>
                    <a:pt x="18901" y="39298"/>
                    <a:pt x="16706" y="39930"/>
                    <a:pt x="14287" y="39930"/>
                  </a:cubicBezTo>
                  <a:cubicBezTo>
                    <a:pt x="12092" y="39930"/>
                    <a:pt x="10046" y="39409"/>
                    <a:pt x="8185" y="38405"/>
                  </a:cubicBezTo>
                  <a:cubicBezTo>
                    <a:pt x="6288" y="37400"/>
                    <a:pt x="4725" y="36024"/>
                    <a:pt x="3497" y="34275"/>
                  </a:cubicBezTo>
                  <a:cubicBezTo>
                    <a:pt x="2530" y="32973"/>
                    <a:pt x="1711" y="31224"/>
                    <a:pt x="1042" y="28954"/>
                  </a:cubicBezTo>
                  <a:cubicBezTo>
                    <a:pt x="372" y="26722"/>
                    <a:pt x="37" y="24303"/>
                    <a:pt x="37" y="21736"/>
                  </a:cubicBezTo>
                  <a:cubicBezTo>
                    <a:pt x="37" y="17866"/>
                    <a:pt x="632" y="14443"/>
                    <a:pt x="1749" y="11541"/>
                  </a:cubicBezTo>
                  <a:cubicBezTo>
                    <a:pt x="2865" y="8602"/>
                    <a:pt x="4353" y="6444"/>
                    <a:pt x="6251" y="5030"/>
                  </a:cubicBezTo>
                  <a:cubicBezTo>
                    <a:pt x="8185" y="3653"/>
                    <a:pt x="10716" y="2686"/>
                    <a:pt x="13915" y="2165"/>
                  </a:cubicBezTo>
                  <a:lnTo>
                    <a:pt x="15032" y="10351"/>
                  </a:lnTo>
                  <a:cubicBezTo>
                    <a:pt x="12501" y="10723"/>
                    <a:pt x="10492" y="11802"/>
                    <a:pt x="9078" y="13588"/>
                  </a:cubicBezTo>
                  <a:cubicBezTo>
                    <a:pt x="7665" y="15374"/>
                    <a:pt x="6958" y="17866"/>
                    <a:pt x="6958" y="21141"/>
                  </a:cubicBezTo>
                  <a:cubicBezTo>
                    <a:pt x="6958" y="24973"/>
                    <a:pt x="7590" y="27726"/>
                    <a:pt x="8855" y="29363"/>
                  </a:cubicBezTo>
                  <a:cubicBezTo>
                    <a:pt x="10120" y="31001"/>
                    <a:pt x="11609" y="31819"/>
                    <a:pt x="13320" y="31819"/>
                  </a:cubicBezTo>
                  <a:cubicBezTo>
                    <a:pt x="14399" y="31819"/>
                    <a:pt x="15366" y="31484"/>
                    <a:pt x="16259" y="30815"/>
                  </a:cubicBezTo>
                  <a:cubicBezTo>
                    <a:pt x="17152" y="30108"/>
                    <a:pt x="17897" y="29066"/>
                    <a:pt x="18492" y="27578"/>
                  </a:cubicBezTo>
                  <a:cubicBezTo>
                    <a:pt x="18789" y="26759"/>
                    <a:pt x="19496" y="24303"/>
                    <a:pt x="20613" y="20211"/>
                  </a:cubicBezTo>
                  <a:cubicBezTo>
                    <a:pt x="22213" y="14295"/>
                    <a:pt x="23478" y="10165"/>
                    <a:pt x="24482" y="7821"/>
                  </a:cubicBezTo>
                  <a:cubicBezTo>
                    <a:pt x="25487" y="5477"/>
                    <a:pt x="26975" y="3616"/>
                    <a:pt x="28910" y="2277"/>
                  </a:cubicBezTo>
                  <a:cubicBezTo>
                    <a:pt x="30807" y="974"/>
                    <a:pt x="33189" y="305"/>
                    <a:pt x="36054" y="305"/>
                  </a:cubicBezTo>
                  <a:cubicBezTo>
                    <a:pt x="38844" y="305"/>
                    <a:pt x="41486" y="1123"/>
                    <a:pt x="43941" y="2723"/>
                  </a:cubicBezTo>
                  <a:cubicBezTo>
                    <a:pt x="46397" y="4360"/>
                    <a:pt x="48295" y="6704"/>
                    <a:pt x="49671" y="9793"/>
                  </a:cubicBezTo>
                  <a:cubicBezTo>
                    <a:pt x="51011" y="12844"/>
                    <a:pt x="51681" y="16341"/>
                    <a:pt x="51681" y="20211"/>
                  </a:cubicBezTo>
                  <a:cubicBezTo>
                    <a:pt x="51681" y="26610"/>
                    <a:pt x="50341" y="31521"/>
                    <a:pt x="47699" y="34870"/>
                  </a:cubicBezTo>
                  <a:cubicBezTo>
                    <a:pt x="45020" y="38256"/>
                    <a:pt x="41077" y="40377"/>
                    <a:pt x="35830" y="4130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CE8F4883-8B7C-CD2A-7498-B7503CFACFC9}"/>
                </a:ext>
              </a:extLst>
            </p:cNvPr>
            <p:cNvSpPr/>
            <p:nvPr/>
          </p:nvSpPr>
          <p:spPr>
            <a:xfrm>
              <a:off x="821778" y="3291711"/>
              <a:ext cx="8408" cy="25710"/>
            </a:xfrm>
            <a:custGeom>
              <a:avLst/>
              <a:gdLst>
                <a:gd name="csX0" fmla="*/ 8446 w 8408"/>
                <a:gd name="csY0" fmla="*/ 26010 h 25710"/>
                <a:gd name="csX1" fmla="*/ 37 w 8408"/>
                <a:gd name="csY1" fmla="*/ 26010 h 25710"/>
                <a:gd name="csX2" fmla="*/ 37 w 8408"/>
                <a:gd name="csY2" fmla="*/ 300 h 25710"/>
                <a:gd name="csX3" fmla="*/ 8446 w 8408"/>
                <a:gd name="csY3" fmla="*/ 300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446" y="26010"/>
                  </a:moveTo>
                  <a:lnTo>
                    <a:pt x="37" y="26010"/>
                  </a:lnTo>
                  <a:lnTo>
                    <a:pt x="37" y="300"/>
                  </a:lnTo>
                  <a:lnTo>
                    <a:pt x="8446" y="30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00308E5B-7C10-5140-65F2-FF8C9C27A842}"/>
                </a:ext>
              </a:extLst>
            </p:cNvPr>
            <p:cNvSpPr/>
            <p:nvPr/>
          </p:nvSpPr>
          <p:spPr>
            <a:xfrm>
              <a:off x="800124" y="3215493"/>
              <a:ext cx="50527" cy="66935"/>
            </a:xfrm>
            <a:custGeom>
              <a:avLst/>
              <a:gdLst>
                <a:gd name="csX0" fmla="*/ 50564 w 50527"/>
                <a:gd name="csY0" fmla="*/ 67232 h 66935"/>
                <a:gd name="csX1" fmla="*/ 1153 w 50527"/>
                <a:gd name="csY1" fmla="*/ 67232 h 66935"/>
                <a:gd name="csX2" fmla="*/ 1153 w 50527"/>
                <a:gd name="csY2" fmla="*/ 59753 h 66935"/>
                <a:gd name="csX3" fmla="*/ 8111 w 50527"/>
                <a:gd name="csY3" fmla="*/ 59753 h 66935"/>
                <a:gd name="csX4" fmla="*/ 2270 w 50527"/>
                <a:gd name="csY4" fmla="*/ 53577 h 66935"/>
                <a:gd name="csX5" fmla="*/ 37 w 50527"/>
                <a:gd name="csY5" fmla="*/ 44759 h 66935"/>
                <a:gd name="csX6" fmla="*/ 2344 w 50527"/>
                <a:gd name="csY6" fmla="*/ 35792 h 66935"/>
                <a:gd name="csX7" fmla="*/ 8706 w 50527"/>
                <a:gd name="csY7" fmla="*/ 30806 h 66935"/>
                <a:gd name="csX8" fmla="*/ 37 w 50527"/>
                <a:gd name="csY8" fmla="*/ 15551 h 66935"/>
                <a:gd name="csX9" fmla="*/ 4130 w 50527"/>
                <a:gd name="csY9" fmla="*/ 4278 h 66935"/>
                <a:gd name="csX10" fmla="*/ 16669 w 50527"/>
                <a:gd name="csY10" fmla="*/ 296 h 66935"/>
                <a:gd name="csX11" fmla="*/ 50564 w 50527"/>
                <a:gd name="csY11" fmla="*/ 296 h 66935"/>
                <a:gd name="csX12" fmla="*/ 50564 w 50527"/>
                <a:gd name="csY12" fmla="*/ 8631 h 66935"/>
                <a:gd name="csX13" fmla="*/ 19459 w 50527"/>
                <a:gd name="csY13" fmla="*/ 8631 h 66935"/>
                <a:gd name="csX14" fmla="*/ 12204 w 50527"/>
                <a:gd name="csY14" fmla="*/ 9449 h 66935"/>
                <a:gd name="csX15" fmla="*/ 8669 w 50527"/>
                <a:gd name="csY15" fmla="*/ 12426 h 66935"/>
                <a:gd name="csX16" fmla="*/ 7330 w 50527"/>
                <a:gd name="csY16" fmla="*/ 17412 h 66935"/>
                <a:gd name="csX17" fmla="*/ 10790 w 50527"/>
                <a:gd name="csY17" fmla="*/ 26081 h 66935"/>
                <a:gd name="csX18" fmla="*/ 21878 w 50527"/>
                <a:gd name="csY18" fmla="*/ 29541 h 66935"/>
                <a:gd name="csX19" fmla="*/ 50564 w 50527"/>
                <a:gd name="csY19" fmla="*/ 29541 h 66935"/>
                <a:gd name="csX20" fmla="*/ 50564 w 50527"/>
                <a:gd name="csY20" fmla="*/ 37876 h 66935"/>
                <a:gd name="csX21" fmla="*/ 18492 w 50527"/>
                <a:gd name="csY21" fmla="*/ 37876 h 66935"/>
                <a:gd name="csX22" fmla="*/ 10083 w 50527"/>
                <a:gd name="csY22" fmla="*/ 39922 h 66935"/>
                <a:gd name="csX23" fmla="*/ 7330 w 50527"/>
                <a:gd name="csY23" fmla="*/ 46619 h 66935"/>
                <a:gd name="csX24" fmla="*/ 9190 w 50527"/>
                <a:gd name="csY24" fmla="*/ 53168 h 66935"/>
                <a:gd name="csX25" fmla="*/ 14622 w 50527"/>
                <a:gd name="csY25" fmla="*/ 57521 h 66935"/>
                <a:gd name="csX26" fmla="*/ 24929 w 50527"/>
                <a:gd name="csY26" fmla="*/ 58860 h 66935"/>
                <a:gd name="csX27" fmla="*/ 50564 w 50527"/>
                <a:gd name="csY27" fmla="*/ 58860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564" y="67232"/>
                  </a:moveTo>
                  <a:lnTo>
                    <a:pt x="1153" y="67232"/>
                  </a:lnTo>
                  <a:lnTo>
                    <a:pt x="1153" y="59753"/>
                  </a:lnTo>
                  <a:lnTo>
                    <a:pt x="8111" y="59753"/>
                  </a:lnTo>
                  <a:cubicBezTo>
                    <a:pt x="5693" y="58191"/>
                    <a:pt x="3721" y="56144"/>
                    <a:pt x="2270" y="53577"/>
                  </a:cubicBezTo>
                  <a:cubicBezTo>
                    <a:pt x="781" y="51010"/>
                    <a:pt x="37" y="48070"/>
                    <a:pt x="37" y="44759"/>
                  </a:cubicBezTo>
                  <a:cubicBezTo>
                    <a:pt x="37" y="41113"/>
                    <a:pt x="818" y="38136"/>
                    <a:pt x="2344" y="35792"/>
                  </a:cubicBezTo>
                  <a:cubicBezTo>
                    <a:pt x="3869" y="33448"/>
                    <a:pt x="5990" y="31774"/>
                    <a:pt x="8706" y="30806"/>
                  </a:cubicBezTo>
                  <a:cubicBezTo>
                    <a:pt x="2939" y="26937"/>
                    <a:pt x="37" y="21839"/>
                    <a:pt x="37" y="15551"/>
                  </a:cubicBezTo>
                  <a:cubicBezTo>
                    <a:pt x="37" y="10677"/>
                    <a:pt x="1414" y="6919"/>
                    <a:pt x="4130" y="4278"/>
                  </a:cubicBezTo>
                  <a:cubicBezTo>
                    <a:pt x="6846" y="1636"/>
                    <a:pt x="11013" y="296"/>
                    <a:pt x="16669" y="296"/>
                  </a:cubicBezTo>
                  <a:lnTo>
                    <a:pt x="50564" y="296"/>
                  </a:lnTo>
                  <a:lnTo>
                    <a:pt x="50564" y="8631"/>
                  </a:lnTo>
                  <a:lnTo>
                    <a:pt x="19459" y="8631"/>
                  </a:lnTo>
                  <a:cubicBezTo>
                    <a:pt x="16111" y="8631"/>
                    <a:pt x="13692" y="8928"/>
                    <a:pt x="12204" y="9449"/>
                  </a:cubicBezTo>
                  <a:cubicBezTo>
                    <a:pt x="10753" y="10007"/>
                    <a:pt x="9562" y="10975"/>
                    <a:pt x="8669" y="12426"/>
                  </a:cubicBezTo>
                  <a:cubicBezTo>
                    <a:pt x="7776" y="13840"/>
                    <a:pt x="7330" y="15514"/>
                    <a:pt x="7330" y="17412"/>
                  </a:cubicBezTo>
                  <a:cubicBezTo>
                    <a:pt x="7330" y="20909"/>
                    <a:pt x="8483" y="23774"/>
                    <a:pt x="10790" y="26081"/>
                  </a:cubicBezTo>
                  <a:cubicBezTo>
                    <a:pt x="13097" y="28388"/>
                    <a:pt x="16780" y="29541"/>
                    <a:pt x="21878" y="29541"/>
                  </a:cubicBezTo>
                  <a:lnTo>
                    <a:pt x="50564" y="29541"/>
                  </a:lnTo>
                  <a:lnTo>
                    <a:pt x="50564" y="37876"/>
                  </a:lnTo>
                  <a:lnTo>
                    <a:pt x="18492" y="37876"/>
                  </a:lnTo>
                  <a:cubicBezTo>
                    <a:pt x="14771" y="37876"/>
                    <a:pt x="11981" y="38582"/>
                    <a:pt x="10083" y="39922"/>
                  </a:cubicBezTo>
                  <a:cubicBezTo>
                    <a:pt x="8260" y="41299"/>
                    <a:pt x="7330" y="43531"/>
                    <a:pt x="7330" y="46619"/>
                  </a:cubicBezTo>
                  <a:cubicBezTo>
                    <a:pt x="7330" y="49000"/>
                    <a:pt x="7925" y="51158"/>
                    <a:pt x="9190" y="53168"/>
                  </a:cubicBezTo>
                  <a:cubicBezTo>
                    <a:pt x="10418" y="55177"/>
                    <a:pt x="12241" y="56628"/>
                    <a:pt x="14622" y="57521"/>
                  </a:cubicBezTo>
                  <a:cubicBezTo>
                    <a:pt x="17004" y="58414"/>
                    <a:pt x="20427" y="58860"/>
                    <a:pt x="24929" y="58860"/>
                  </a:cubicBezTo>
                  <a:lnTo>
                    <a:pt x="50564" y="588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63" name="Graphic 4">
            <a:extLst>
              <a:ext uri="{FF2B5EF4-FFF2-40B4-BE49-F238E27FC236}">
                <a16:creationId xmlns:a16="http://schemas.microsoft.com/office/drawing/2014/main" id="{3B56BD4C-58F4-20C0-81DC-81B315940DA2}"/>
              </a:ext>
            </a:extLst>
          </p:cNvPr>
          <p:cNvGrpSpPr/>
          <p:nvPr/>
        </p:nvGrpSpPr>
        <p:grpSpPr>
          <a:xfrm>
            <a:off x="1240654" y="3210116"/>
            <a:ext cx="69279" cy="184118"/>
            <a:chOff x="858837" y="3210116"/>
            <a:chExt cx="69279" cy="184118"/>
          </a:xfrm>
          <a:solidFill>
            <a:srgbClr val="000000"/>
          </a:solidFill>
        </p:grpSpPr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C088CC80-7296-0153-B066-686BED61E272}"/>
                </a:ext>
              </a:extLst>
            </p:cNvPr>
            <p:cNvSpPr/>
            <p:nvPr/>
          </p:nvSpPr>
          <p:spPr>
            <a:xfrm>
              <a:off x="858837" y="3331839"/>
              <a:ext cx="68163" cy="62396"/>
            </a:xfrm>
            <a:custGeom>
              <a:avLst/>
              <a:gdLst>
                <a:gd name="csX0" fmla="*/ 68208 w 68163"/>
                <a:gd name="csY0" fmla="*/ 36287 h 62396"/>
                <a:gd name="csX1" fmla="*/ 45 w 68163"/>
                <a:gd name="csY1" fmla="*/ 62704 h 62396"/>
                <a:gd name="csX2" fmla="*/ 45 w 68163"/>
                <a:gd name="csY2" fmla="*/ 52918 h 62396"/>
                <a:gd name="csX3" fmla="*/ 49568 w 68163"/>
                <a:gd name="csY3" fmla="*/ 35208 h 62396"/>
                <a:gd name="csX4" fmla="*/ 60730 w 68163"/>
                <a:gd name="csY4" fmla="*/ 31636 h 62396"/>
                <a:gd name="csX5" fmla="*/ 49568 w 68163"/>
                <a:gd name="csY5" fmla="*/ 27952 h 62396"/>
                <a:gd name="csX6" fmla="*/ 45 w 68163"/>
                <a:gd name="csY6" fmla="*/ 9535 h 62396"/>
                <a:gd name="csX7" fmla="*/ 45 w 68163"/>
                <a:gd name="csY7" fmla="*/ 308 h 62396"/>
                <a:gd name="csX8" fmla="*/ 68208 w 68163"/>
                <a:gd name="csY8" fmla="*/ 27022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208" y="36287"/>
                  </a:moveTo>
                  <a:lnTo>
                    <a:pt x="45" y="62704"/>
                  </a:lnTo>
                  <a:lnTo>
                    <a:pt x="45" y="52918"/>
                  </a:lnTo>
                  <a:lnTo>
                    <a:pt x="49568" y="35208"/>
                  </a:lnTo>
                  <a:cubicBezTo>
                    <a:pt x="53512" y="33794"/>
                    <a:pt x="57232" y="32603"/>
                    <a:pt x="60730" y="31636"/>
                  </a:cubicBezTo>
                  <a:cubicBezTo>
                    <a:pt x="57009" y="30557"/>
                    <a:pt x="53288" y="29329"/>
                    <a:pt x="49568" y="27952"/>
                  </a:cubicBezTo>
                  <a:lnTo>
                    <a:pt x="45" y="9535"/>
                  </a:lnTo>
                  <a:lnTo>
                    <a:pt x="45" y="308"/>
                  </a:lnTo>
                  <a:lnTo>
                    <a:pt x="68208" y="2702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C5573E04-236A-2FBC-2044-4E3C716FF21B}"/>
                </a:ext>
              </a:extLst>
            </p:cNvPr>
            <p:cNvSpPr/>
            <p:nvPr/>
          </p:nvSpPr>
          <p:spPr>
            <a:xfrm>
              <a:off x="876473" y="3287172"/>
              <a:ext cx="51643" cy="41002"/>
            </a:xfrm>
            <a:custGeom>
              <a:avLst/>
              <a:gdLst>
                <a:gd name="csX0" fmla="*/ 35838 w 51643"/>
                <a:gd name="csY0" fmla="*/ 41303 h 41002"/>
                <a:gd name="csX1" fmla="*/ 34536 w 51643"/>
                <a:gd name="csY1" fmla="*/ 33043 h 41002"/>
                <a:gd name="csX2" fmla="*/ 42164 w 51643"/>
                <a:gd name="csY2" fmla="*/ 29136 h 41002"/>
                <a:gd name="csX3" fmla="*/ 44805 w 51643"/>
                <a:gd name="csY3" fmla="*/ 20244 h 41002"/>
                <a:gd name="csX4" fmla="*/ 42461 w 51643"/>
                <a:gd name="csY4" fmla="*/ 11686 h 41002"/>
                <a:gd name="csX5" fmla="*/ 36955 w 51643"/>
                <a:gd name="csY5" fmla="*/ 8896 h 41002"/>
                <a:gd name="csX6" fmla="*/ 32490 w 51643"/>
                <a:gd name="csY6" fmla="*/ 11351 h 41002"/>
                <a:gd name="csX7" fmla="*/ 29662 w 51643"/>
                <a:gd name="csY7" fmla="*/ 19909 h 41002"/>
                <a:gd name="csX8" fmla="*/ 25606 w 51643"/>
                <a:gd name="csY8" fmla="*/ 32671 h 41002"/>
                <a:gd name="csX9" fmla="*/ 20918 w 51643"/>
                <a:gd name="csY9" fmla="*/ 38066 h 41002"/>
                <a:gd name="csX10" fmla="*/ 14295 w 51643"/>
                <a:gd name="csY10" fmla="*/ 39926 h 41002"/>
                <a:gd name="csX11" fmla="*/ 8193 w 51643"/>
                <a:gd name="csY11" fmla="*/ 38401 h 41002"/>
                <a:gd name="csX12" fmla="*/ 3505 w 51643"/>
                <a:gd name="csY12" fmla="*/ 34271 h 41002"/>
                <a:gd name="csX13" fmla="*/ 1050 w 51643"/>
                <a:gd name="csY13" fmla="*/ 28950 h 41002"/>
                <a:gd name="csX14" fmla="*/ 45 w 51643"/>
                <a:gd name="csY14" fmla="*/ 21732 h 41002"/>
                <a:gd name="csX15" fmla="*/ 1757 w 51643"/>
                <a:gd name="csY15" fmla="*/ 11537 h 41002"/>
                <a:gd name="csX16" fmla="*/ 6259 w 51643"/>
                <a:gd name="csY16" fmla="*/ 5026 h 41002"/>
                <a:gd name="csX17" fmla="*/ 13923 w 51643"/>
                <a:gd name="csY17" fmla="*/ 2161 h 41002"/>
                <a:gd name="csX18" fmla="*/ 15040 w 51643"/>
                <a:gd name="csY18" fmla="*/ 10347 h 41002"/>
                <a:gd name="csX19" fmla="*/ 9086 w 51643"/>
                <a:gd name="csY19" fmla="*/ 13584 h 41002"/>
                <a:gd name="csX20" fmla="*/ 6966 w 51643"/>
                <a:gd name="csY20" fmla="*/ 21137 h 41002"/>
                <a:gd name="csX21" fmla="*/ 8863 w 51643"/>
                <a:gd name="csY21" fmla="*/ 29360 h 41002"/>
                <a:gd name="csX22" fmla="*/ 13328 w 51643"/>
                <a:gd name="csY22" fmla="*/ 31815 h 41002"/>
                <a:gd name="csX23" fmla="*/ 16267 w 51643"/>
                <a:gd name="csY23" fmla="*/ 30811 h 41002"/>
                <a:gd name="csX24" fmla="*/ 18500 w 51643"/>
                <a:gd name="csY24" fmla="*/ 27574 h 41002"/>
                <a:gd name="csX25" fmla="*/ 20621 w 51643"/>
                <a:gd name="csY25" fmla="*/ 20207 h 41002"/>
                <a:gd name="csX26" fmla="*/ 24490 w 51643"/>
                <a:gd name="csY26" fmla="*/ 7817 h 41002"/>
                <a:gd name="csX27" fmla="*/ 28918 w 51643"/>
                <a:gd name="csY27" fmla="*/ 2273 h 41002"/>
                <a:gd name="csX28" fmla="*/ 36062 w 51643"/>
                <a:gd name="csY28" fmla="*/ 301 h 41002"/>
                <a:gd name="csX29" fmla="*/ 43949 w 51643"/>
                <a:gd name="csY29" fmla="*/ 2719 h 41002"/>
                <a:gd name="csX30" fmla="*/ 49679 w 51643"/>
                <a:gd name="csY30" fmla="*/ 9789 h 41002"/>
                <a:gd name="csX31" fmla="*/ 51689 w 51643"/>
                <a:gd name="csY31" fmla="*/ 20207 h 41002"/>
                <a:gd name="csX32" fmla="*/ 47707 w 51643"/>
                <a:gd name="csY32" fmla="*/ 34866 h 41002"/>
                <a:gd name="csX33" fmla="*/ 35838 w 51643"/>
                <a:gd name="csY33" fmla="*/ 41303 h 41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51643" h="41002">
                  <a:moveTo>
                    <a:pt x="35838" y="41303"/>
                  </a:moveTo>
                  <a:lnTo>
                    <a:pt x="34536" y="33043"/>
                  </a:lnTo>
                  <a:cubicBezTo>
                    <a:pt x="37848" y="32559"/>
                    <a:pt x="40378" y="31257"/>
                    <a:pt x="42164" y="29136"/>
                  </a:cubicBezTo>
                  <a:cubicBezTo>
                    <a:pt x="43912" y="27016"/>
                    <a:pt x="44805" y="24076"/>
                    <a:pt x="44805" y="20244"/>
                  </a:cubicBezTo>
                  <a:cubicBezTo>
                    <a:pt x="44805" y="16412"/>
                    <a:pt x="44024" y="13547"/>
                    <a:pt x="42461" y="11686"/>
                  </a:cubicBezTo>
                  <a:cubicBezTo>
                    <a:pt x="40898" y="9826"/>
                    <a:pt x="39038" y="8896"/>
                    <a:pt x="36955" y="8896"/>
                  </a:cubicBezTo>
                  <a:cubicBezTo>
                    <a:pt x="35057" y="8896"/>
                    <a:pt x="33569" y="9714"/>
                    <a:pt x="32490" y="11351"/>
                  </a:cubicBezTo>
                  <a:cubicBezTo>
                    <a:pt x="31746" y="12505"/>
                    <a:pt x="30778" y="15370"/>
                    <a:pt x="29662" y="19909"/>
                  </a:cubicBezTo>
                  <a:cubicBezTo>
                    <a:pt x="28099" y="26048"/>
                    <a:pt x="26760" y="30327"/>
                    <a:pt x="25606" y="32671"/>
                  </a:cubicBezTo>
                  <a:cubicBezTo>
                    <a:pt x="24490" y="35052"/>
                    <a:pt x="22927" y="36838"/>
                    <a:pt x="20918" y="38066"/>
                  </a:cubicBezTo>
                  <a:cubicBezTo>
                    <a:pt x="18909" y="39294"/>
                    <a:pt x="16714" y="39926"/>
                    <a:pt x="14295" y="39926"/>
                  </a:cubicBezTo>
                  <a:cubicBezTo>
                    <a:pt x="12100" y="39926"/>
                    <a:pt x="10054" y="39405"/>
                    <a:pt x="8193" y="38401"/>
                  </a:cubicBezTo>
                  <a:cubicBezTo>
                    <a:pt x="6296" y="37396"/>
                    <a:pt x="4733" y="36020"/>
                    <a:pt x="3505" y="34271"/>
                  </a:cubicBezTo>
                  <a:cubicBezTo>
                    <a:pt x="2538" y="32969"/>
                    <a:pt x="1719" y="31220"/>
                    <a:pt x="1050" y="28950"/>
                  </a:cubicBezTo>
                  <a:cubicBezTo>
                    <a:pt x="380" y="26718"/>
                    <a:pt x="45" y="24299"/>
                    <a:pt x="45" y="21732"/>
                  </a:cubicBezTo>
                  <a:cubicBezTo>
                    <a:pt x="45" y="17863"/>
                    <a:pt x="640" y="14440"/>
                    <a:pt x="1757" y="11537"/>
                  </a:cubicBezTo>
                  <a:cubicBezTo>
                    <a:pt x="2873" y="8598"/>
                    <a:pt x="4361" y="6440"/>
                    <a:pt x="6259" y="5026"/>
                  </a:cubicBezTo>
                  <a:cubicBezTo>
                    <a:pt x="8193" y="3650"/>
                    <a:pt x="10724" y="2682"/>
                    <a:pt x="13923" y="2161"/>
                  </a:cubicBezTo>
                  <a:lnTo>
                    <a:pt x="15040" y="10347"/>
                  </a:lnTo>
                  <a:cubicBezTo>
                    <a:pt x="12510" y="10719"/>
                    <a:pt x="10500" y="11798"/>
                    <a:pt x="9086" y="13584"/>
                  </a:cubicBezTo>
                  <a:cubicBezTo>
                    <a:pt x="7673" y="15370"/>
                    <a:pt x="6966" y="17863"/>
                    <a:pt x="6966" y="21137"/>
                  </a:cubicBezTo>
                  <a:cubicBezTo>
                    <a:pt x="6966" y="24969"/>
                    <a:pt x="7598" y="27722"/>
                    <a:pt x="8863" y="29360"/>
                  </a:cubicBezTo>
                  <a:cubicBezTo>
                    <a:pt x="10128" y="30997"/>
                    <a:pt x="11617" y="31815"/>
                    <a:pt x="13328" y="31815"/>
                  </a:cubicBezTo>
                  <a:cubicBezTo>
                    <a:pt x="14407" y="31815"/>
                    <a:pt x="15374" y="31480"/>
                    <a:pt x="16267" y="30811"/>
                  </a:cubicBezTo>
                  <a:cubicBezTo>
                    <a:pt x="17160" y="30104"/>
                    <a:pt x="17905" y="29062"/>
                    <a:pt x="18500" y="27574"/>
                  </a:cubicBezTo>
                  <a:cubicBezTo>
                    <a:pt x="18798" y="26755"/>
                    <a:pt x="19504" y="24299"/>
                    <a:pt x="20621" y="20207"/>
                  </a:cubicBezTo>
                  <a:cubicBezTo>
                    <a:pt x="22221" y="14291"/>
                    <a:pt x="23486" y="10161"/>
                    <a:pt x="24490" y="7817"/>
                  </a:cubicBezTo>
                  <a:cubicBezTo>
                    <a:pt x="25495" y="5473"/>
                    <a:pt x="26983" y="3612"/>
                    <a:pt x="28918" y="2273"/>
                  </a:cubicBezTo>
                  <a:cubicBezTo>
                    <a:pt x="30815" y="971"/>
                    <a:pt x="33197" y="301"/>
                    <a:pt x="36062" y="301"/>
                  </a:cubicBezTo>
                  <a:cubicBezTo>
                    <a:pt x="38852" y="301"/>
                    <a:pt x="41494" y="1119"/>
                    <a:pt x="43949" y="2719"/>
                  </a:cubicBezTo>
                  <a:cubicBezTo>
                    <a:pt x="46405" y="4356"/>
                    <a:pt x="48303" y="6700"/>
                    <a:pt x="49679" y="9789"/>
                  </a:cubicBezTo>
                  <a:cubicBezTo>
                    <a:pt x="51019" y="12840"/>
                    <a:pt x="51689" y="16337"/>
                    <a:pt x="51689" y="20207"/>
                  </a:cubicBezTo>
                  <a:cubicBezTo>
                    <a:pt x="51689" y="26606"/>
                    <a:pt x="50349" y="31518"/>
                    <a:pt x="47707" y="34866"/>
                  </a:cubicBezTo>
                  <a:cubicBezTo>
                    <a:pt x="45028" y="38252"/>
                    <a:pt x="41085" y="40373"/>
                    <a:pt x="35838" y="4130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2DE15CBE-E9B5-E952-A2BA-EB2E72AEDB36}"/>
                </a:ext>
              </a:extLst>
            </p:cNvPr>
            <p:cNvSpPr/>
            <p:nvPr/>
          </p:nvSpPr>
          <p:spPr>
            <a:xfrm>
              <a:off x="876473" y="3239547"/>
              <a:ext cx="51643" cy="41002"/>
            </a:xfrm>
            <a:custGeom>
              <a:avLst/>
              <a:gdLst>
                <a:gd name="csX0" fmla="*/ 35838 w 51643"/>
                <a:gd name="csY0" fmla="*/ 41298 h 41002"/>
                <a:gd name="csX1" fmla="*/ 34536 w 51643"/>
                <a:gd name="csY1" fmla="*/ 33038 h 41002"/>
                <a:gd name="csX2" fmla="*/ 42164 w 51643"/>
                <a:gd name="csY2" fmla="*/ 29131 h 41002"/>
                <a:gd name="csX3" fmla="*/ 44805 w 51643"/>
                <a:gd name="csY3" fmla="*/ 20239 h 41002"/>
                <a:gd name="csX4" fmla="*/ 42461 w 51643"/>
                <a:gd name="csY4" fmla="*/ 11681 h 41002"/>
                <a:gd name="csX5" fmla="*/ 36955 w 51643"/>
                <a:gd name="csY5" fmla="*/ 8891 h 41002"/>
                <a:gd name="csX6" fmla="*/ 32490 w 51643"/>
                <a:gd name="csY6" fmla="*/ 11346 h 41002"/>
                <a:gd name="csX7" fmla="*/ 29662 w 51643"/>
                <a:gd name="csY7" fmla="*/ 19904 h 41002"/>
                <a:gd name="csX8" fmla="*/ 25606 w 51643"/>
                <a:gd name="csY8" fmla="*/ 32666 h 41002"/>
                <a:gd name="csX9" fmla="*/ 20918 w 51643"/>
                <a:gd name="csY9" fmla="*/ 38061 h 41002"/>
                <a:gd name="csX10" fmla="*/ 14295 w 51643"/>
                <a:gd name="csY10" fmla="*/ 39921 h 41002"/>
                <a:gd name="csX11" fmla="*/ 8193 w 51643"/>
                <a:gd name="csY11" fmla="*/ 38396 h 41002"/>
                <a:gd name="csX12" fmla="*/ 3505 w 51643"/>
                <a:gd name="csY12" fmla="*/ 34266 h 41002"/>
                <a:gd name="csX13" fmla="*/ 1050 w 51643"/>
                <a:gd name="csY13" fmla="*/ 28945 h 41002"/>
                <a:gd name="csX14" fmla="*/ 45 w 51643"/>
                <a:gd name="csY14" fmla="*/ 21727 h 41002"/>
                <a:gd name="csX15" fmla="*/ 1757 w 51643"/>
                <a:gd name="csY15" fmla="*/ 11532 h 41002"/>
                <a:gd name="csX16" fmla="*/ 6259 w 51643"/>
                <a:gd name="csY16" fmla="*/ 5021 h 41002"/>
                <a:gd name="csX17" fmla="*/ 13923 w 51643"/>
                <a:gd name="csY17" fmla="*/ 2156 h 41002"/>
                <a:gd name="csX18" fmla="*/ 15040 w 51643"/>
                <a:gd name="csY18" fmla="*/ 10342 h 41002"/>
                <a:gd name="csX19" fmla="*/ 9086 w 51643"/>
                <a:gd name="csY19" fmla="*/ 13579 h 41002"/>
                <a:gd name="csX20" fmla="*/ 6966 w 51643"/>
                <a:gd name="csY20" fmla="*/ 21132 h 41002"/>
                <a:gd name="csX21" fmla="*/ 8863 w 51643"/>
                <a:gd name="csY21" fmla="*/ 29355 h 41002"/>
                <a:gd name="csX22" fmla="*/ 13328 w 51643"/>
                <a:gd name="csY22" fmla="*/ 31810 h 41002"/>
                <a:gd name="csX23" fmla="*/ 16267 w 51643"/>
                <a:gd name="csY23" fmla="*/ 30806 h 41002"/>
                <a:gd name="csX24" fmla="*/ 18500 w 51643"/>
                <a:gd name="csY24" fmla="*/ 27569 h 41002"/>
                <a:gd name="csX25" fmla="*/ 20621 w 51643"/>
                <a:gd name="csY25" fmla="*/ 20202 h 41002"/>
                <a:gd name="csX26" fmla="*/ 24490 w 51643"/>
                <a:gd name="csY26" fmla="*/ 7812 h 41002"/>
                <a:gd name="csX27" fmla="*/ 28918 w 51643"/>
                <a:gd name="csY27" fmla="*/ 2268 h 41002"/>
                <a:gd name="csX28" fmla="*/ 36062 w 51643"/>
                <a:gd name="csY28" fmla="*/ 296 h 41002"/>
                <a:gd name="csX29" fmla="*/ 43949 w 51643"/>
                <a:gd name="csY29" fmla="*/ 2714 h 41002"/>
                <a:gd name="csX30" fmla="*/ 49679 w 51643"/>
                <a:gd name="csY30" fmla="*/ 9784 h 41002"/>
                <a:gd name="csX31" fmla="*/ 51689 w 51643"/>
                <a:gd name="csY31" fmla="*/ 20202 h 41002"/>
                <a:gd name="csX32" fmla="*/ 47707 w 51643"/>
                <a:gd name="csY32" fmla="*/ 34861 h 41002"/>
                <a:gd name="csX33" fmla="*/ 35838 w 51643"/>
                <a:gd name="csY33" fmla="*/ 41298 h 41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51643" h="41002">
                  <a:moveTo>
                    <a:pt x="35838" y="41298"/>
                  </a:moveTo>
                  <a:lnTo>
                    <a:pt x="34536" y="33038"/>
                  </a:lnTo>
                  <a:cubicBezTo>
                    <a:pt x="37848" y="32554"/>
                    <a:pt x="40378" y="31252"/>
                    <a:pt x="42164" y="29131"/>
                  </a:cubicBezTo>
                  <a:cubicBezTo>
                    <a:pt x="43912" y="27011"/>
                    <a:pt x="44805" y="24071"/>
                    <a:pt x="44805" y="20239"/>
                  </a:cubicBezTo>
                  <a:cubicBezTo>
                    <a:pt x="44805" y="16407"/>
                    <a:pt x="44024" y="13542"/>
                    <a:pt x="42461" y="11681"/>
                  </a:cubicBezTo>
                  <a:cubicBezTo>
                    <a:pt x="40898" y="9821"/>
                    <a:pt x="39038" y="8891"/>
                    <a:pt x="36955" y="8891"/>
                  </a:cubicBezTo>
                  <a:cubicBezTo>
                    <a:pt x="35057" y="8891"/>
                    <a:pt x="33569" y="9709"/>
                    <a:pt x="32490" y="11346"/>
                  </a:cubicBezTo>
                  <a:cubicBezTo>
                    <a:pt x="31746" y="12500"/>
                    <a:pt x="30778" y="15365"/>
                    <a:pt x="29662" y="19904"/>
                  </a:cubicBezTo>
                  <a:cubicBezTo>
                    <a:pt x="28099" y="26043"/>
                    <a:pt x="26760" y="30322"/>
                    <a:pt x="25606" y="32666"/>
                  </a:cubicBezTo>
                  <a:cubicBezTo>
                    <a:pt x="24490" y="35047"/>
                    <a:pt x="22927" y="36833"/>
                    <a:pt x="20918" y="38061"/>
                  </a:cubicBezTo>
                  <a:cubicBezTo>
                    <a:pt x="18909" y="39289"/>
                    <a:pt x="16714" y="39921"/>
                    <a:pt x="14295" y="39921"/>
                  </a:cubicBezTo>
                  <a:cubicBezTo>
                    <a:pt x="12100" y="39921"/>
                    <a:pt x="10054" y="39400"/>
                    <a:pt x="8193" y="38396"/>
                  </a:cubicBezTo>
                  <a:cubicBezTo>
                    <a:pt x="6296" y="37391"/>
                    <a:pt x="4733" y="36015"/>
                    <a:pt x="3505" y="34266"/>
                  </a:cubicBezTo>
                  <a:cubicBezTo>
                    <a:pt x="2538" y="32964"/>
                    <a:pt x="1719" y="31215"/>
                    <a:pt x="1050" y="28945"/>
                  </a:cubicBezTo>
                  <a:cubicBezTo>
                    <a:pt x="380" y="26713"/>
                    <a:pt x="45" y="24294"/>
                    <a:pt x="45" y="21727"/>
                  </a:cubicBezTo>
                  <a:cubicBezTo>
                    <a:pt x="45" y="17858"/>
                    <a:pt x="640" y="14435"/>
                    <a:pt x="1757" y="11532"/>
                  </a:cubicBezTo>
                  <a:cubicBezTo>
                    <a:pt x="2873" y="8593"/>
                    <a:pt x="4361" y="6435"/>
                    <a:pt x="6259" y="5021"/>
                  </a:cubicBezTo>
                  <a:cubicBezTo>
                    <a:pt x="8193" y="3645"/>
                    <a:pt x="10724" y="2677"/>
                    <a:pt x="13923" y="2156"/>
                  </a:cubicBezTo>
                  <a:lnTo>
                    <a:pt x="15040" y="10342"/>
                  </a:lnTo>
                  <a:cubicBezTo>
                    <a:pt x="12510" y="10714"/>
                    <a:pt x="10500" y="11793"/>
                    <a:pt x="9086" y="13579"/>
                  </a:cubicBezTo>
                  <a:cubicBezTo>
                    <a:pt x="7673" y="15365"/>
                    <a:pt x="6966" y="17858"/>
                    <a:pt x="6966" y="21132"/>
                  </a:cubicBezTo>
                  <a:cubicBezTo>
                    <a:pt x="6966" y="24964"/>
                    <a:pt x="7598" y="27717"/>
                    <a:pt x="8863" y="29355"/>
                  </a:cubicBezTo>
                  <a:cubicBezTo>
                    <a:pt x="10128" y="30992"/>
                    <a:pt x="11617" y="31810"/>
                    <a:pt x="13328" y="31810"/>
                  </a:cubicBezTo>
                  <a:cubicBezTo>
                    <a:pt x="14407" y="31810"/>
                    <a:pt x="15374" y="31475"/>
                    <a:pt x="16267" y="30806"/>
                  </a:cubicBezTo>
                  <a:cubicBezTo>
                    <a:pt x="17160" y="30099"/>
                    <a:pt x="17905" y="29057"/>
                    <a:pt x="18500" y="27569"/>
                  </a:cubicBezTo>
                  <a:cubicBezTo>
                    <a:pt x="18798" y="26750"/>
                    <a:pt x="19504" y="24294"/>
                    <a:pt x="20621" y="20202"/>
                  </a:cubicBezTo>
                  <a:cubicBezTo>
                    <a:pt x="22221" y="14286"/>
                    <a:pt x="23486" y="10156"/>
                    <a:pt x="24490" y="7812"/>
                  </a:cubicBezTo>
                  <a:cubicBezTo>
                    <a:pt x="25495" y="5468"/>
                    <a:pt x="26983" y="3607"/>
                    <a:pt x="28918" y="2268"/>
                  </a:cubicBezTo>
                  <a:cubicBezTo>
                    <a:pt x="30815" y="966"/>
                    <a:pt x="33197" y="296"/>
                    <a:pt x="36062" y="296"/>
                  </a:cubicBezTo>
                  <a:cubicBezTo>
                    <a:pt x="38852" y="296"/>
                    <a:pt x="41494" y="1114"/>
                    <a:pt x="43949" y="2714"/>
                  </a:cubicBezTo>
                  <a:cubicBezTo>
                    <a:pt x="46405" y="4351"/>
                    <a:pt x="48303" y="6695"/>
                    <a:pt x="49679" y="9784"/>
                  </a:cubicBezTo>
                  <a:cubicBezTo>
                    <a:pt x="51019" y="12835"/>
                    <a:pt x="51689" y="16332"/>
                    <a:pt x="51689" y="20202"/>
                  </a:cubicBezTo>
                  <a:cubicBezTo>
                    <a:pt x="51689" y="26601"/>
                    <a:pt x="50349" y="31513"/>
                    <a:pt x="47707" y="34861"/>
                  </a:cubicBezTo>
                  <a:cubicBezTo>
                    <a:pt x="45028" y="38247"/>
                    <a:pt x="41085" y="40368"/>
                    <a:pt x="35838" y="412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988E898D-F5D7-3312-EF8E-FE27BD55AC4C}"/>
                </a:ext>
              </a:extLst>
            </p:cNvPr>
            <p:cNvSpPr/>
            <p:nvPr/>
          </p:nvSpPr>
          <p:spPr>
            <a:xfrm>
              <a:off x="860362" y="3210116"/>
              <a:ext cx="67307" cy="24072"/>
            </a:xfrm>
            <a:custGeom>
              <a:avLst/>
              <a:gdLst>
                <a:gd name="csX0" fmla="*/ 59204 w 67307"/>
                <a:gd name="csY0" fmla="*/ 1482 h 24072"/>
                <a:gd name="csX1" fmla="*/ 66609 w 67307"/>
                <a:gd name="csY1" fmla="*/ 291 h 24072"/>
                <a:gd name="csX2" fmla="*/ 67353 w 67307"/>
                <a:gd name="csY2" fmla="*/ 6616 h 24072"/>
                <a:gd name="csX3" fmla="*/ 65902 w 67307"/>
                <a:gd name="csY3" fmla="*/ 13685 h 24072"/>
                <a:gd name="csX4" fmla="*/ 62106 w 67307"/>
                <a:gd name="csY4" fmla="*/ 17183 h 24072"/>
                <a:gd name="csX5" fmla="*/ 52209 w 67307"/>
                <a:gd name="csY5" fmla="*/ 18225 h 24072"/>
                <a:gd name="csX6" fmla="*/ 23820 w 67307"/>
                <a:gd name="csY6" fmla="*/ 18225 h 24072"/>
                <a:gd name="csX7" fmla="*/ 23820 w 67307"/>
                <a:gd name="csY7" fmla="*/ 24364 h 24072"/>
                <a:gd name="csX8" fmla="*/ 17272 w 67307"/>
                <a:gd name="csY8" fmla="*/ 24364 h 24072"/>
                <a:gd name="csX9" fmla="*/ 17272 w 67307"/>
                <a:gd name="csY9" fmla="*/ 18225 h 24072"/>
                <a:gd name="csX10" fmla="*/ 5068 w 67307"/>
                <a:gd name="csY10" fmla="*/ 18225 h 24072"/>
                <a:gd name="csX11" fmla="*/ 45 w 67307"/>
                <a:gd name="csY11" fmla="*/ 9890 h 24072"/>
                <a:gd name="csX12" fmla="*/ 17272 w 67307"/>
                <a:gd name="csY12" fmla="*/ 9890 h 24072"/>
                <a:gd name="csX13" fmla="*/ 17272 w 67307"/>
                <a:gd name="csY13" fmla="*/ 1482 h 24072"/>
                <a:gd name="csX14" fmla="*/ 23820 w 67307"/>
                <a:gd name="csY14" fmla="*/ 1482 h 24072"/>
                <a:gd name="csX15" fmla="*/ 23820 w 67307"/>
                <a:gd name="csY15" fmla="*/ 9890 h 24072"/>
                <a:gd name="csX16" fmla="*/ 52693 w 67307"/>
                <a:gd name="csY16" fmla="*/ 9890 h 24072"/>
                <a:gd name="csX17" fmla="*/ 57307 w 67307"/>
                <a:gd name="csY17" fmla="*/ 9444 h 24072"/>
                <a:gd name="csX18" fmla="*/ 58907 w 67307"/>
                <a:gd name="csY18" fmla="*/ 8030 h 24072"/>
                <a:gd name="csX19" fmla="*/ 59539 w 67307"/>
                <a:gd name="csY19" fmla="*/ 5165 h 24072"/>
                <a:gd name="csX20" fmla="*/ 59204 w 67307"/>
                <a:gd name="csY20" fmla="*/ 1482 h 24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67307" h="24072">
                  <a:moveTo>
                    <a:pt x="59204" y="1482"/>
                  </a:moveTo>
                  <a:lnTo>
                    <a:pt x="66609" y="291"/>
                  </a:lnTo>
                  <a:cubicBezTo>
                    <a:pt x="67092" y="2635"/>
                    <a:pt x="67353" y="4756"/>
                    <a:pt x="67353" y="6616"/>
                  </a:cubicBezTo>
                  <a:cubicBezTo>
                    <a:pt x="67353" y="9630"/>
                    <a:pt x="66869" y="11974"/>
                    <a:pt x="65902" y="13685"/>
                  </a:cubicBezTo>
                  <a:cubicBezTo>
                    <a:pt x="64934" y="15323"/>
                    <a:pt x="63669" y="16513"/>
                    <a:pt x="62106" y="17183"/>
                  </a:cubicBezTo>
                  <a:cubicBezTo>
                    <a:pt x="60544" y="17890"/>
                    <a:pt x="57232" y="18225"/>
                    <a:pt x="52209" y="18225"/>
                  </a:cubicBezTo>
                  <a:lnTo>
                    <a:pt x="23820" y="18225"/>
                  </a:lnTo>
                  <a:lnTo>
                    <a:pt x="23820" y="24364"/>
                  </a:lnTo>
                  <a:lnTo>
                    <a:pt x="17272" y="24364"/>
                  </a:lnTo>
                  <a:lnTo>
                    <a:pt x="17272" y="18225"/>
                  </a:lnTo>
                  <a:lnTo>
                    <a:pt x="5068" y="18225"/>
                  </a:lnTo>
                  <a:lnTo>
                    <a:pt x="45" y="9890"/>
                  </a:lnTo>
                  <a:lnTo>
                    <a:pt x="17272" y="9890"/>
                  </a:lnTo>
                  <a:lnTo>
                    <a:pt x="17272" y="1482"/>
                  </a:lnTo>
                  <a:lnTo>
                    <a:pt x="23820" y="1482"/>
                  </a:lnTo>
                  <a:lnTo>
                    <a:pt x="23820" y="9890"/>
                  </a:lnTo>
                  <a:lnTo>
                    <a:pt x="52693" y="9890"/>
                  </a:lnTo>
                  <a:cubicBezTo>
                    <a:pt x="55074" y="9890"/>
                    <a:pt x="56600" y="9741"/>
                    <a:pt x="57307" y="9444"/>
                  </a:cubicBezTo>
                  <a:cubicBezTo>
                    <a:pt x="57977" y="9146"/>
                    <a:pt x="58497" y="8700"/>
                    <a:pt x="58907" y="8030"/>
                  </a:cubicBezTo>
                  <a:cubicBezTo>
                    <a:pt x="59316" y="7360"/>
                    <a:pt x="59539" y="6393"/>
                    <a:pt x="59539" y="5165"/>
                  </a:cubicBezTo>
                  <a:cubicBezTo>
                    <a:pt x="59539" y="4235"/>
                    <a:pt x="59428" y="3007"/>
                    <a:pt x="59204" y="148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68" name="Graphic 4">
            <a:extLst>
              <a:ext uri="{FF2B5EF4-FFF2-40B4-BE49-F238E27FC236}">
                <a16:creationId xmlns:a16="http://schemas.microsoft.com/office/drawing/2014/main" id="{6B1E4845-1D0E-D40D-5E9D-D0A54117F798}"/>
              </a:ext>
            </a:extLst>
          </p:cNvPr>
          <p:cNvGrpSpPr/>
          <p:nvPr/>
        </p:nvGrpSpPr>
        <p:grpSpPr>
          <a:xfrm>
            <a:off x="1317040" y="3210526"/>
            <a:ext cx="68163" cy="109630"/>
            <a:chOff x="935223" y="3210526"/>
            <a:chExt cx="68163" cy="109630"/>
          </a:xfrm>
          <a:solidFill>
            <a:srgbClr val="000000"/>
          </a:solidFill>
        </p:grpSpPr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46CD73B0-E1D9-1E61-407E-3CA8094B6D35}"/>
                </a:ext>
              </a:extLst>
            </p:cNvPr>
            <p:cNvSpPr/>
            <p:nvPr/>
          </p:nvSpPr>
          <p:spPr>
            <a:xfrm>
              <a:off x="935223" y="3257760"/>
              <a:ext cx="68163" cy="62396"/>
            </a:xfrm>
            <a:custGeom>
              <a:avLst/>
              <a:gdLst>
                <a:gd name="csX0" fmla="*/ 68216 w 68163"/>
                <a:gd name="csY0" fmla="*/ 36279 h 62396"/>
                <a:gd name="csX1" fmla="*/ 53 w 68163"/>
                <a:gd name="csY1" fmla="*/ 62696 h 62396"/>
                <a:gd name="csX2" fmla="*/ 53 w 68163"/>
                <a:gd name="csY2" fmla="*/ 52911 h 62396"/>
                <a:gd name="csX3" fmla="*/ 49576 w 68163"/>
                <a:gd name="csY3" fmla="*/ 35200 h 62396"/>
                <a:gd name="csX4" fmla="*/ 60738 w 68163"/>
                <a:gd name="csY4" fmla="*/ 31628 h 62396"/>
                <a:gd name="csX5" fmla="*/ 49576 w 68163"/>
                <a:gd name="csY5" fmla="*/ 27945 h 62396"/>
                <a:gd name="csX6" fmla="*/ 53 w 68163"/>
                <a:gd name="csY6" fmla="*/ 9527 h 62396"/>
                <a:gd name="csX7" fmla="*/ 53 w 68163"/>
                <a:gd name="csY7" fmla="*/ 300 h 62396"/>
                <a:gd name="csX8" fmla="*/ 68216 w 68163"/>
                <a:gd name="csY8" fmla="*/ 27014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216" y="36279"/>
                  </a:moveTo>
                  <a:lnTo>
                    <a:pt x="53" y="62696"/>
                  </a:lnTo>
                  <a:lnTo>
                    <a:pt x="53" y="52911"/>
                  </a:lnTo>
                  <a:lnTo>
                    <a:pt x="49576" y="35200"/>
                  </a:lnTo>
                  <a:cubicBezTo>
                    <a:pt x="53520" y="33786"/>
                    <a:pt x="57240" y="32595"/>
                    <a:pt x="60738" y="31628"/>
                  </a:cubicBezTo>
                  <a:cubicBezTo>
                    <a:pt x="57017" y="30549"/>
                    <a:pt x="53296" y="29321"/>
                    <a:pt x="49576" y="27945"/>
                  </a:cubicBezTo>
                  <a:lnTo>
                    <a:pt x="53" y="9527"/>
                  </a:lnTo>
                  <a:lnTo>
                    <a:pt x="53" y="300"/>
                  </a:lnTo>
                  <a:lnTo>
                    <a:pt x="68216" y="2701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543AA358-8008-81A3-CFE8-63FCE716BD61}"/>
                </a:ext>
              </a:extLst>
            </p:cNvPr>
            <p:cNvSpPr/>
            <p:nvPr/>
          </p:nvSpPr>
          <p:spPr>
            <a:xfrm>
              <a:off x="953975" y="3210526"/>
              <a:ext cx="49410" cy="45280"/>
            </a:xfrm>
            <a:custGeom>
              <a:avLst/>
              <a:gdLst>
                <a:gd name="csX0" fmla="*/ 49464 w 49410"/>
                <a:gd name="csY0" fmla="*/ 26785 h 45280"/>
                <a:gd name="csX1" fmla="*/ 53 w 49410"/>
                <a:gd name="csY1" fmla="*/ 45574 h 45280"/>
                <a:gd name="csX2" fmla="*/ 53 w 49410"/>
                <a:gd name="csY2" fmla="*/ 36756 h 45280"/>
                <a:gd name="csX3" fmla="*/ 29670 w 49410"/>
                <a:gd name="csY3" fmla="*/ 26152 h 45280"/>
                <a:gd name="csX4" fmla="*/ 39604 w 49410"/>
                <a:gd name="csY4" fmla="*/ 22989 h 45280"/>
                <a:gd name="csX5" fmla="*/ 30191 w 49410"/>
                <a:gd name="csY5" fmla="*/ 19864 h 45280"/>
                <a:gd name="csX6" fmla="*/ 53 w 49410"/>
                <a:gd name="csY6" fmla="*/ 8888 h 45280"/>
                <a:gd name="csX7" fmla="*/ 53 w 49410"/>
                <a:gd name="csY7" fmla="*/ 293 h 45280"/>
                <a:gd name="csX8" fmla="*/ 49464 w 49410"/>
                <a:gd name="csY8" fmla="*/ 18971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464" y="26785"/>
                  </a:moveTo>
                  <a:lnTo>
                    <a:pt x="53" y="45574"/>
                  </a:lnTo>
                  <a:lnTo>
                    <a:pt x="53" y="36756"/>
                  </a:lnTo>
                  <a:lnTo>
                    <a:pt x="29670" y="26152"/>
                  </a:lnTo>
                  <a:cubicBezTo>
                    <a:pt x="32833" y="24999"/>
                    <a:pt x="36181" y="23957"/>
                    <a:pt x="39604" y="22989"/>
                  </a:cubicBezTo>
                  <a:cubicBezTo>
                    <a:pt x="37000" y="22245"/>
                    <a:pt x="33874" y="21203"/>
                    <a:pt x="30191" y="19864"/>
                  </a:cubicBezTo>
                  <a:lnTo>
                    <a:pt x="53" y="8888"/>
                  </a:lnTo>
                  <a:lnTo>
                    <a:pt x="53" y="293"/>
                  </a:lnTo>
                  <a:lnTo>
                    <a:pt x="49464" y="189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71" name="Graphic 4">
            <a:extLst>
              <a:ext uri="{FF2B5EF4-FFF2-40B4-BE49-F238E27FC236}">
                <a16:creationId xmlns:a16="http://schemas.microsoft.com/office/drawing/2014/main" id="{C851222A-D9A3-ECFB-CC16-4EC67BB94AC2}"/>
              </a:ext>
            </a:extLst>
          </p:cNvPr>
          <p:cNvGrpSpPr/>
          <p:nvPr/>
        </p:nvGrpSpPr>
        <p:grpSpPr>
          <a:xfrm>
            <a:off x="1393388" y="3215930"/>
            <a:ext cx="68163" cy="168296"/>
            <a:chOff x="1011571" y="3215930"/>
            <a:chExt cx="68163" cy="168296"/>
          </a:xfrm>
          <a:solidFill>
            <a:srgbClr val="000000"/>
          </a:solidFill>
        </p:grpSpPr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9DBBA430-3518-A6F4-CFB4-A68E549A89C0}"/>
                </a:ext>
              </a:extLst>
            </p:cNvPr>
            <p:cNvSpPr/>
            <p:nvPr/>
          </p:nvSpPr>
          <p:spPr>
            <a:xfrm>
              <a:off x="1011571" y="3320417"/>
              <a:ext cx="68163" cy="63810"/>
            </a:xfrm>
            <a:custGeom>
              <a:avLst/>
              <a:gdLst>
                <a:gd name="csX0" fmla="*/ 68224 w 68163"/>
                <a:gd name="csY0" fmla="*/ 64117 h 63810"/>
                <a:gd name="csX1" fmla="*/ 61 w 68163"/>
                <a:gd name="csY1" fmla="*/ 37923 h 63810"/>
                <a:gd name="csX2" fmla="*/ 61 w 68163"/>
                <a:gd name="csY2" fmla="*/ 28212 h 63810"/>
                <a:gd name="csX3" fmla="*/ 68224 w 68163"/>
                <a:gd name="csY3" fmla="*/ 306 h 63810"/>
                <a:gd name="csX4" fmla="*/ 68224 w 68163"/>
                <a:gd name="csY4" fmla="*/ 10576 h 63810"/>
                <a:gd name="csX5" fmla="*/ 47575 w 68163"/>
                <a:gd name="csY5" fmla="*/ 18538 h 63810"/>
                <a:gd name="csX6" fmla="*/ 47575 w 68163"/>
                <a:gd name="csY6" fmla="*/ 47038 h 63810"/>
                <a:gd name="csX7" fmla="*/ 68224 w 68163"/>
                <a:gd name="csY7" fmla="*/ 54517 h 63810"/>
                <a:gd name="csX8" fmla="*/ 68224 w 68163"/>
                <a:gd name="csY8" fmla="*/ 64117 h 63810"/>
                <a:gd name="csX9" fmla="*/ 40245 w 68163"/>
                <a:gd name="csY9" fmla="*/ 44434 h 63810"/>
                <a:gd name="csX10" fmla="*/ 40245 w 68163"/>
                <a:gd name="csY10" fmla="*/ 21328 h 63810"/>
                <a:gd name="csX11" fmla="*/ 21344 w 68163"/>
                <a:gd name="csY11" fmla="*/ 28435 h 63810"/>
                <a:gd name="csX12" fmla="*/ 7205 w 68163"/>
                <a:gd name="csY12" fmla="*/ 33272 h 63810"/>
                <a:gd name="csX13" fmla="*/ 20227 w 68163"/>
                <a:gd name="csY13" fmla="*/ 36955 h 63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8163" h="63810">
                  <a:moveTo>
                    <a:pt x="68224" y="64117"/>
                  </a:moveTo>
                  <a:lnTo>
                    <a:pt x="61" y="37923"/>
                  </a:lnTo>
                  <a:lnTo>
                    <a:pt x="61" y="28212"/>
                  </a:lnTo>
                  <a:lnTo>
                    <a:pt x="68224" y="306"/>
                  </a:lnTo>
                  <a:lnTo>
                    <a:pt x="68224" y="10576"/>
                  </a:lnTo>
                  <a:lnTo>
                    <a:pt x="47575" y="18538"/>
                  </a:lnTo>
                  <a:lnTo>
                    <a:pt x="47575" y="47038"/>
                  </a:lnTo>
                  <a:lnTo>
                    <a:pt x="68224" y="54517"/>
                  </a:lnTo>
                  <a:lnTo>
                    <a:pt x="68224" y="64117"/>
                  </a:lnTo>
                  <a:moveTo>
                    <a:pt x="40245" y="44434"/>
                  </a:moveTo>
                  <a:lnTo>
                    <a:pt x="40245" y="21328"/>
                  </a:lnTo>
                  <a:lnTo>
                    <a:pt x="21344" y="28435"/>
                  </a:lnTo>
                  <a:cubicBezTo>
                    <a:pt x="15614" y="30593"/>
                    <a:pt x="10888" y="32230"/>
                    <a:pt x="7205" y="33272"/>
                  </a:cubicBezTo>
                  <a:cubicBezTo>
                    <a:pt x="11595" y="34128"/>
                    <a:pt x="15911" y="35355"/>
                    <a:pt x="20227" y="3695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64177856-4AF2-BBAB-6E20-B34700805E35}"/>
                </a:ext>
              </a:extLst>
            </p:cNvPr>
            <p:cNvSpPr/>
            <p:nvPr/>
          </p:nvSpPr>
          <p:spPr>
            <a:xfrm>
              <a:off x="1011571" y="3264290"/>
              <a:ext cx="68163" cy="54024"/>
            </a:xfrm>
            <a:custGeom>
              <a:avLst/>
              <a:gdLst>
                <a:gd name="csX0" fmla="*/ 68224 w 68163"/>
                <a:gd name="csY0" fmla="*/ 31851 h 54024"/>
                <a:gd name="csX1" fmla="*/ 8098 w 68163"/>
                <a:gd name="csY1" fmla="*/ 31851 h 54024"/>
                <a:gd name="csX2" fmla="*/ 8098 w 68163"/>
                <a:gd name="csY2" fmla="*/ 54324 h 54024"/>
                <a:gd name="csX3" fmla="*/ 61 w 68163"/>
                <a:gd name="csY3" fmla="*/ 54324 h 54024"/>
                <a:gd name="csX4" fmla="*/ 61 w 68163"/>
                <a:gd name="csY4" fmla="*/ 300 h 54024"/>
                <a:gd name="csX5" fmla="*/ 8098 w 68163"/>
                <a:gd name="csY5" fmla="*/ 300 h 54024"/>
                <a:gd name="csX6" fmla="*/ 8098 w 68163"/>
                <a:gd name="csY6" fmla="*/ 22847 h 54024"/>
                <a:gd name="csX7" fmla="*/ 68224 w 68163"/>
                <a:gd name="csY7" fmla="*/ 22847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224" y="31851"/>
                  </a:moveTo>
                  <a:lnTo>
                    <a:pt x="8098" y="31851"/>
                  </a:lnTo>
                  <a:lnTo>
                    <a:pt x="8098" y="54324"/>
                  </a:lnTo>
                  <a:lnTo>
                    <a:pt x="61" y="54324"/>
                  </a:lnTo>
                  <a:lnTo>
                    <a:pt x="61" y="300"/>
                  </a:lnTo>
                  <a:lnTo>
                    <a:pt x="8098" y="300"/>
                  </a:lnTo>
                  <a:lnTo>
                    <a:pt x="8098" y="22847"/>
                  </a:lnTo>
                  <a:lnTo>
                    <a:pt x="68224" y="2284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7963F5F8-637F-2274-0271-B1F8DD6AAC69}"/>
                </a:ext>
              </a:extLst>
            </p:cNvPr>
            <p:cNvSpPr/>
            <p:nvPr/>
          </p:nvSpPr>
          <p:spPr>
            <a:xfrm>
              <a:off x="1029207" y="3215930"/>
              <a:ext cx="50527" cy="40146"/>
            </a:xfrm>
            <a:custGeom>
              <a:avLst/>
              <a:gdLst>
                <a:gd name="csX0" fmla="*/ 50588 w 50527"/>
                <a:gd name="csY0" fmla="*/ 40440 h 40146"/>
                <a:gd name="csX1" fmla="*/ 1177 w 50527"/>
                <a:gd name="csY1" fmla="*/ 40440 h 40146"/>
                <a:gd name="csX2" fmla="*/ 1177 w 50527"/>
                <a:gd name="csY2" fmla="*/ 32924 h 40146"/>
                <a:gd name="csX3" fmla="*/ 8210 w 50527"/>
                <a:gd name="csY3" fmla="*/ 32924 h 40146"/>
                <a:gd name="csX4" fmla="*/ 61 w 50527"/>
                <a:gd name="csY4" fmla="*/ 17186 h 40146"/>
                <a:gd name="csX5" fmla="*/ 1698 w 50527"/>
                <a:gd name="csY5" fmla="*/ 9000 h 40146"/>
                <a:gd name="csX6" fmla="*/ 5903 w 50527"/>
                <a:gd name="csY6" fmla="*/ 3382 h 40146"/>
                <a:gd name="csX7" fmla="*/ 12079 w 50527"/>
                <a:gd name="csY7" fmla="*/ 777 h 40146"/>
                <a:gd name="csX8" fmla="*/ 20227 w 50527"/>
                <a:gd name="csY8" fmla="*/ 294 h 40146"/>
                <a:gd name="csX9" fmla="*/ 50588 w 50527"/>
                <a:gd name="csY9" fmla="*/ 294 h 40146"/>
                <a:gd name="csX10" fmla="*/ 50588 w 50527"/>
                <a:gd name="csY10" fmla="*/ 8702 h 40146"/>
                <a:gd name="csX11" fmla="*/ 20562 w 50527"/>
                <a:gd name="csY11" fmla="*/ 8702 h 40146"/>
                <a:gd name="csX12" fmla="*/ 12898 w 50527"/>
                <a:gd name="csY12" fmla="*/ 9670 h 40146"/>
                <a:gd name="csX13" fmla="*/ 8842 w 50527"/>
                <a:gd name="csY13" fmla="*/ 13130 h 40146"/>
                <a:gd name="csX14" fmla="*/ 7354 w 50527"/>
                <a:gd name="csY14" fmla="*/ 18972 h 40146"/>
                <a:gd name="csX15" fmla="*/ 10740 w 50527"/>
                <a:gd name="csY15" fmla="*/ 28199 h 40146"/>
                <a:gd name="csX16" fmla="*/ 23613 w 50527"/>
                <a:gd name="csY16" fmla="*/ 32068 h 40146"/>
                <a:gd name="csX17" fmla="*/ 50588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588" y="40440"/>
                  </a:moveTo>
                  <a:lnTo>
                    <a:pt x="1177" y="40440"/>
                  </a:lnTo>
                  <a:lnTo>
                    <a:pt x="1177" y="32924"/>
                  </a:lnTo>
                  <a:lnTo>
                    <a:pt x="8210" y="32924"/>
                  </a:lnTo>
                  <a:cubicBezTo>
                    <a:pt x="2777" y="29278"/>
                    <a:pt x="61" y="24032"/>
                    <a:pt x="61" y="17186"/>
                  </a:cubicBezTo>
                  <a:cubicBezTo>
                    <a:pt x="61" y="14209"/>
                    <a:pt x="619" y="11493"/>
                    <a:pt x="1698" y="9000"/>
                  </a:cubicBezTo>
                  <a:cubicBezTo>
                    <a:pt x="2740" y="6507"/>
                    <a:pt x="4154" y="4610"/>
                    <a:pt x="5903" y="3382"/>
                  </a:cubicBezTo>
                  <a:cubicBezTo>
                    <a:pt x="7614" y="2154"/>
                    <a:pt x="9698" y="1261"/>
                    <a:pt x="12079" y="777"/>
                  </a:cubicBezTo>
                  <a:cubicBezTo>
                    <a:pt x="13642" y="480"/>
                    <a:pt x="16358" y="294"/>
                    <a:pt x="20227" y="294"/>
                  </a:cubicBezTo>
                  <a:lnTo>
                    <a:pt x="50588" y="294"/>
                  </a:lnTo>
                  <a:lnTo>
                    <a:pt x="50588" y="8702"/>
                  </a:lnTo>
                  <a:lnTo>
                    <a:pt x="20562" y="8702"/>
                  </a:lnTo>
                  <a:cubicBezTo>
                    <a:pt x="17139" y="8702"/>
                    <a:pt x="14572" y="9000"/>
                    <a:pt x="12898" y="9670"/>
                  </a:cubicBezTo>
                  <a:cubicBezTo>
                    <a:pt x="11186" y="10302"/>
                    <a:pt x="9847" y="11456"/>
                    <a:pt x="8842" y="13130"/>
                  </a:cubicBezTo>
                  <a:cubicBezTo>
                    <a:pt x="7837" y="14767"/>
                    <a:pt x="7354" y="16739"/>
                    <a:pt x="7354" y="18972"/>
                  </a:cubicBezTo>
                  <a:cubicBezTo>
                    <a:pt x="7354" y="22543"/>
                    <a:pt x="8470" y="25594"/>
                    <a:pt x="10740" y="28199"/>
                  </a:cubicBezTo>
                  <a:cubicBezTo>
                    <a:pt x="13009" y="30766"/>
                    <a:pt x="17288" y="32068"/>
                    <a:pt x="23613" y="32068"/>
                  </a:cubicBezTo>
                  <a:lnTo>
                    <a:pt x="50588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75" name="Graphic 4">
            <a:extLst>
              <a:ext uri="{FF2B5EF4-FFF2-40B4-BE49-F238E27FC236}">
                <a16:creationId xmlns:a16="http://schemas.microsoft.com/office/drawing/2014/main" id="{3F5E9902-FE98-7E5D-FD01-523C6785A04E}"/>
              </a:ext>
            </a:extLst>
          </p:cNvPr>
          <p:cNvGrpSpPr/>
          <p:nvPr/>
        </p:nvGrpSpPr>
        <p:grpSpPr>
          <a:xfrm>
            <a:off x="1469774" y="3215856"/>
            <a:ext cx="68163" cy="187383"/>
            <a:chOff x="1087957" y="3215856"/>
            <a:chExt cx="68163" cy="187383"/>
          </a:xfrm>
          <a:solidFill>
            <a:srgbClr val="000000"/>
          </a:solidFill>
        </p:grpSpPr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75B3B5B1-42CB-3DA9-E4AF-F14F35A063D6}"/>
                </a:ext>
              </a:extLst>
            </p:cNvPr>
            <p:cNvSpPr/>
            <p:nvPr/>
          </p:nvSpPr>
          <p:spPr>
            <a:xfrm>
              <a:off x="1087957" y="3349513"/>
              <a:ext cx="68163" cy="53726"/>
            </a:xfrm>
            <a:custGeom>
              <a:avLst/>
              <a:gdLst>
                <a:gd name="csX0" fmla="*/ 68232 w 68163"/>
                <a:gd name="csY0" fmla="*/ 54036 h 53726"/>
                <a:gd name="csX1" fmla="*/ 69 w 68163"/>
                <a:gd name="csY1" fmla="*/ 54036 h 53726"/>
                <a:gd name="csX2" fmla="*/ 69 w 68163"/>
                <a:gd name="csY2" fmla="*/ 44772 h 53726"/>
                <a:gd name="csX3" fmla="*/ 53573 w 68163"/>
                <a:gd name="csY3" fmla="*/ 8978 h 53726"/>
                <a:gd name="csX4" fmla="*/ 69 w 68163"/>
                <a:gd name="csY4" fmla="*/ 8978 h 53726"/>
                <a:gd name="csX5" fmla="*/ 69 w 68163"/>
                <a:gd name="csY5" fmla="*/ 309 h 53726"/>
                <a:gd name="csX6" fmla="*/ 68232 w 68163"/>
                <a:gd name="csY6" fmla="*/ 309 h 53726"/>
                <a:gd name="csX7" fmla="*/ 68232 w 68163"/>
                <a:gd name="csY7" fmla="*/ 9574 h 53726"/>
                <a:gd name="csX8" fmla="*/ 14654 w 68163"/>
                <a:gd name="csY8" fmla="*/ 45367 h 53726"/>
                <a:gd name="csX9" fmla="*/ 68232 w 68163"/>
                <a:gd name="csY9" fmla="*/ 45367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232" y="54036"/>
                  </a:moveTo>
                  <a:lnTo>
                    <a:pt x="69" y="54036"/>
                  </a:lnTo>
                  <a:lnTo>
                    <a:pt x="69" y="44772"/>
                  </a:lnTo>
                  <a:lnTo>
                    <a:pt x="53573" y="8978"/>
                  </a:lnTo>
                  <a:lnTo>
                    <a:pt x="69" y="8978"/>
                  </a:lnTo>
                  <a:lnTo>
                    <a:pt x="69" y="309"/>
                  </a:lnTo>
                  <a:lnTo>
                    <a:pt x="68232" y="309"/>
                  </a:lnTo>
                  <a:lnTo>
                    <a:pt x="68232" y="9574"/>
                  </a:lnTo>
                  <a:lnTo>
                    <a:pt x="14654" y="45367"/>
                  </a:lnTo>
                  <a:lnTo>
                    <a:pt x="68232" y="4536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1F8ADDC2-5593-CC31-A826-CC03443DDF34}"/>
                </a:ext>
              </a:extLst>
            </p:cNvPr>
            <p:cNvSpPr/>
            <p:nvPr/>
          </p:nvSpPr>
          <p:spPr>
            <a:xfrm>
              <a:off x="1087957" y="3292149"/>
              <a:ext cx="68163" cy="42564"/>
            </a:xfrm>
            <a:custGeom>
              <a:avLst/>
              <a:gdLst>
                <a:gd name="csX0" fmla="*/ 68232 w 68163"/>
                <a:gd name="csY0" fmla="*/ 42867 h 42564"/>
                <a:gd name="csX1" fmla="*/ 69 w 68163"/>
                <a:gd name="csY1" fmla="*/ 42867 h 42564"/>
                <a:gd name="csX2" fmla="*/ 69 w 68163"/>
                <a:gd name="csY2" fmla="*/ 33863 h 42564"/>
                <a:gd name="csX3" fmla="*/ 60196 w 68163"/>
                <a:gd name="csY3" fmla="*/ 33863 h 42564"/>
                <a:gd name="csX4" fmla="*/ 60196 w 68163"/>
                <a:gd name="csY4" fmla="*/ 302 h 42564"/>
                <a:gd name="csX5" fmla="*/ 68232 w 68163"/>
                <a:gd name="csY5" fmla="*/ 302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232" y="42867"/>
                  </a:moveTo>
                  <a:lnTo>
                    <a:pt x="69" y="42867"/>
                  </a:lnTo>
                  <a:lnTo>
                    <a:pt x="69" y="33863"/>
                  </a:lnTo>
                  <a:lnTo>
                    <a:pt x="60196" y="33863"/>
                  </a:lnTo>
                  <a:lnTo>
                    <a:pt x="60196" y="302"/>
                  </a:lnTo>
                  <a:lnTo>
                    <a:pt x="68232" y="30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F6D0D945-C46D-1EDB-CC4C-A653DEA534A9}"/>
                </a:ext>
              </a:extLst>
            </p:cNvPr>
            <p:cNvSpPr/>
            <p:nvPr/>
          </p:nvSpPr>
          <p:spPr>
            <a:xfrm>
              <a:off x="1087957" y="3232478"/>
              <a:ext cx="68163" cy="54024"/>
            </a:xfrm>
            <a:custGeom>
              <a:avLst/>
              <a:gdLst>
                <a:gd name="csX0" fmla="*/ 68232 w 68163"/>
                <a:gd name="csY0" fmla="*/ 31848 h 54024"/>
                <a:gd name="csX1" fmla="*/ 8106 w 68163"/>
                <a:gd name="csY1" fmla="*/ 31848 h 54024"/>
                <a:gd name="csX2" fmla="*/ 8106 w 68163"/>
                <a:gd name="csY2" fmla="*/ 54321 h 54024"/>
                <a:gd name="csX3" fmla="*/ 69 w 68163"/>
                <a:gd name="csY3" fmla="*/ 54321 h 54024"/>
                <a:gd name="csX4" fmla="*/ 69 w 68163"/>
                <a:gd name="csY4" fmla="*/ 296 h 54024"/>
                <a:gd name="csX5" fmla="*/ 8106 w 68163"/>
                <a:gd name="csY5" fmla="*/ 296 h 54024"/>
                <a:gd name="csX6" fmla="*/ 8106 w 68163"/>
                <a:gd name="csY6" fmla="*/ 22844 h 54024"/>
                <a:gd name="csX7" fmla="*/ 68232 w 68163"/>
                <a:gd name="csY7" fmla="*/ 22844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232" y="31848"/>
                  </a:moveTo>
                  <a:lnTo>
                    <a:pt x="8106" y="31848"/>
                  </a:lnTo>
                  <a:lnTo>
                    <a:pt x="8106" y="54321"/>
                  </a:lnTo>
                  <a:lnTo>
                    <a:pt x="69" y="54321"/>
                  </a:lnTo>
                  <a:lnTo>
                    <a:pt x="69" y="296"/>
                  </a:lnTo>
                  <a:lnTo>
                    <a:pt x="8106" y="296"/>
                  </a:lnTo>
                  <a:lnTo>
                    <a:pt x="8106" y="22844"/>
                  </a:lnTo>
                  <a:lnTo>
                    <a:pt x="68232" y="2284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A84A0B4A-654C-293D-3657-B212EF7FBC46}"/>
                </a:ext>
              </a:extLst>
            </p:cNvPr>
            <p:cNvSpPr/>
            <p:nvPr/>
          </p:nvSpPr>
          <p:spPr>
            <a:xfrm>
              <a:off x="1087957" y="3215856"/>
              <a:ext cx="68163" cy="8371"/>
            </a:xfrm>
            <a:custGeom>
              <a:avLst/>
              <a:gdLst>
                <a:gd name="csX0" fmla="*/ 9669 w 68163"/>
                <a:gd name="csY0" fmla="*/ 8662 h 8371"/>
                <a:gd name="csX1" fmla="*/ 69 w 68163"/>
                <a:gd name="csY1" fmla="*/ 8662 h 8371"/>
                <a:gd name="csX2" fmla="*/ 69 w 68163"/>
                <a:gd name="csY2" fmla="*/ 290 h 8371"/>
                <a:gd name="csX3" fmla="*/ 9669 w 68163"/>
                <a:gd name="csY3" fmla="*/ 290 h 8371"/>
                <a:gd name="csX4" fmla="*/ 9669 w 68163"/>
                <a:gd name="csY4" fmla="*/ 8662 h 8371"/>
                <a:gd name="csX5" fmla="*/ 68232 w 68163"/>
                <a:gd name="csY5" fmla="*/ 8662 h 8371"/>
                <a:gd name="csX6" fmla="*/ 18822 w 68163"/>
                <a:gd name="csY6" fmla="*/ 8662 h 8371"/>
                <a:gd name="csX7" fmla="*/ 18822 w 68163"/>
                <a:gd name="csY7" fmla="*/ 290 h 8371"/>
                <a:gd name="csX8" fmla="*/ 68232 w 68163"/>
                <a:gd name="csY8" fmla="*/ 290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8371">
                  <a:moveTo>
                    <a:pt x="9669" y="8662"/>
                  </a:moveTo>
                  <a:lnTo>
                    <a:pt x="69" y="8662"/>
                  </a:lnTo>
                  <a:lnTo>
                    <a:pt x="69" y="290"/>
                  </a:lnTo>
                  <a:lnTo>
                    <a:pt x="9669" y="290"/>
                  </a:lnTo>
                  <a:lnTo>
                    <a:pt x="9669" y="8662"/>
                  </a:lnTo>
                  <a:moveTo>
                    <a:pt x="68232" y="8662"/>
                  </a:moveTo>
                  <a:lnTo>
                    <a:pt x="18822" y="8662"/>
                  </a:lnTo>
                  <a:lnTo>
                    <a:pt x="18822" y="290"/>
                  </a:lnTo>
                  <a:lnTo>
                    <a:pt x="68232" y="29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80" name="Graphic 4">
            <a:extLst>
              <a:ext uri="{FF2B5EF4-FFF2-40B4-BE49-F238E27FC236}">
                <a16:creationId xmlns:a16="http://schemas.microsoft.com/office/drawing/2014/main" id="{2D9710A3-EDC6-EB1F-8177-B7CA4FFBE704}"/>
              </a:ext>
            </a:extLst>
          </p:cNvPr>
          <p:cNvGrpSpPr/>
          <p:nvPr/>
        </p:nvGrpSpPr>
        <p:grpSpPr>
          <a:xfrm>
            <a:off x="1546123" y="3213233"/>
            <a:ext cx="87101" cy="238711"/>
            <a:chOff x="1164306" y="3213233"/>
            <a:chExt cx="87101" cy="238711"/>
          </a:xfrm>
          <a:solidFill>
            <a:srgbClr val="000000"/>
          </a:solidFill>
        </p:grpSpPr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35286F1F-CED0-ADF9-3488-348E7733B70C}"/>
                </a:ext>
              </a:extLst>
            </p:cNvPr>
            <p:cNvSpPr/>
            <p:nvPr/>
          </p:nvSpPr>
          <p:spPr>
            <a:xfrm>
              <a:off x="1181942" y="3411797"/>
              <a:ext cx="50527" cy="40146"/>
            </a:xfrm>
            <a:custGeom>
              <a:avLst/>
              <a:gdLst>
                <a:gd name="csX0" fmla="*/ 50604 w 50527"/>
                <a:gd name="csY0" fmla="*/ 40461 h 40146"/>
                <a:gd name="csX1" fmla="*/ 1193 w 50527"/>
                <a:gd name="csY1" fmla="*/ 40461 h 40146"/>
                <a:gd name="csX2" fmla="*/ 1193 w 50527"/>
                <a:gd name="csY2" fmla="*/ 32945 h 40146"/>
                <a:gd name="csX3" fmla="*/ 8226 w 50527"/>
                <a:gd name="csY3" fmla="*/ 32945 h 40146"/>
                <a:gd name="csX4" fmla="*/ 77 w 50527"/>
                <a:gd name="csY4" fmla="*/ 17206 h 40146"/>
                <a:gd name="csX5" fmla="*/ 1714 w 50527"/>
                <a:gd name="csY5" fmla="*/ 9021 h 40146"/>
                <a:gd name="csX6" fmla="*/ 5919 w 50527"/>
                <a:gd name="csY6" fmla="*/ 3402 h 40146"/>
                <a:gd name="csX7" fmla="*/ 12095 w 50527"/>
                <a:gd name="csY7" fmla="*/ 798 h 40146"/>
                <a:gd name="csX8" fmla="*/ 20243 w 50527"/>
                <a:gd name="csY8" fmla="*/ 314 h 40146"/>
                <a:gd name="csX9" fmla="*/ 50604 w 50527"/>
                <a:gd name="csY9" fmla="*/ 314 h 40146"/>
                <a:gd name="csX10" fmla="*/ 50604 w 50527"/>
                <a:gd name="csY10" fmla="*/ 8723 h 40146"/>
                <a:gd name="csX11" fmla="*/ 20578 w 50527"/>
                <a:gd name="csY11" fmla="*/ 8723 h 40146"/>
                <a:gd name="csX12" fmla="*/ 12914 w 50527"/>
                <a:gd name="csY12" fmla="*/ 9690 h 40146"/>
                <a:gd name="csX13" fmla="*/ 8858 w 50527"/>
                <a:gd name="csY13" fmla="*/ 13151 h 40146"/>
                <a:gd name="csX14" fmla="*/ 7370 w 50527"/>
                <a:gd name="csY14" fmla="*/ 18992 h 40146"/>
                <a:gd name="csX15" fmla="*/ 10756 w 50527"/>
                <a:gd name="csY15" fmla="*/ 28220 h 40146"/>
                <a:gd name="csX16" fmla="*/ 23629 w 50527"/>
                <a:gd name="csY16" fmla="*/ 32089 h 40146"/>
                <a:gd name="csX17" fmla="*/ 50604 w 50527"/>
                <a:gd name="csY17" fmla="*/ 32089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04" y="40461"/>
                  </a:moveTo>
                  <a:lnTo>
                    <a:pt x="1193" y="40461"/>
                  </a:lnTo>
                  <a:lnTo>
                    <a:pt x="1193" y="32945"/>
                  </a:lnTo>
                  <a:lnTo>
                    <a:pt x="8226" y="32945"/>
                  </a:lnTo>
                  <a:cubicBezTo>
                    <a:pt x="2793" y="29299"/>
                    <a:pt x="77" y="24052"/>
                    <a:pt x="77" y="17206"/>
                  </a:cubicBezTo>
                  <a:cubicBezTo>
                    <a:pt x="77" y="14230"/>
                    <a:pt x="635" y="11514"/>
                    <a:pt x="1714" y="9021"/>
                  </a:cubicBezTo>
                  <a:cubicBezTo>
                    <a:pt x="2756" y="6528"/>
                    <a:pt x="4170" y="4630"/>
                    <a:pt x="5919" y="3402"/>
                  </a:cubicBezTo>
                  <a:cubicBezTo>
                    <a:pt x="7630" y="2175"/>
                    <a:pt x="9714" y="1282"/>
                    <a:pt x="12095" y="798"/>
                  </a:cubicBezTo>
                  <a:cubicBezTo>
                    <a:pt x="13658" y="500"/>
                    <a:pt x="16374" y="314"/>
                    <a:pt x="20243" y="314"/>
                  </a:cubicBezTo>
                  <a:lnTo>
                    <a:pt x="50604" y="314"/>
                  </a:lnTo>
                  <a:lnTo>
                    <a:pt x="50604" y="8723"/>
                  </a:lnTo>
                  <a:lnTo>
                    <a:pt x="20578" y="8723"/>
                  </a:lnTo>
                  <a:cubicBezTo>
                    <a:pt x="17155" y="8723"/>
                    <a:pt x="14588" y="9021"/>
                    <a:pt x="12914" y="9690"/>
                  </a:cubicBezTo>
                  <a:cubicBezTo>
                    <a:pt x="11202" y="10323"/>
                    <a:pt x="9863" y="11476"/>
                    <a:pt x="8858" y="13151"/>
                  </a:cubicBezTo>
                  <a:cubicBezTo>
                    <a:pt x="7854" y="14788"/>
                    <a:pt x="7370" y="16760"/>
                    <a:pt x="7370" y="18992"/>
                  </a:cubicBezTo>
                  <a:cubicBezTo>
                    <a:pt x="7370" y="22564"/>
                    <a:pt x="8486" y="25615"/>
                    <a:pt x="10756" y="28220"/>
                  </a:cubicBezTo>
                  <a:cubicBezTo>
                    <a:pt x="13025" y="30787"/>
                    <a:pt x="17304" y="32089"/>
                    <a:pt x="23629" y="32089"/>
                  </a:cubicBezTo>
                  <a:lnTo>
                    <a:pt x="50604" y="3208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9CE8FF2D-A98C-74B4-341A-673A20758DF0}"/>
                </a:ext>
              </a:extLst>
            </p:cNvPr>
            <p:cNvSpPr/>
            <p:nvPr/>
          </p:nvSpPr>
          <p:spPr>
            <a:xfrm>
              <a:off x="1164306" y="3345876"/>
              <a:ext cx="68163" cy="52015"/>
            </a:xfrm>
            <a:custGeom>
              <a:avLst/>
              <a:gdLst>
                <a:gd name="csX0" fmla="*/ 68241 w 68163"/>
                <a:gd name="csY0" fmla="*/ 52324 h 52015"/>
                <a:gd name="csX1" fmla="*/ 77 w 68163"/>
                <a:gd name="csY1" fmla="*/ 52324 h 52015"/>
                <a:gd name="csX2" fmla="*/ 77 w 68163"/>
                <a:gd name="csY2" fmla="*/ 26614 h 52015"/>
                <a:gd name="csX3" fmla="*/ 710 w 68163"/>
                <a:gd name="csY3" fmla="*/ 16233 h 52015"/>
                <a:gd name="csX4" fmla="*/ 3910 w 68163"/>
                <a:gd name="csY4" fmla="*/ 7824 h 52015"/>
                <a:gd name="csX5" fmla="*/ 10495 w 68163"/>
                <a:gd name="csY5" fmla="*/ 2355 h 52015"/>
                <a:gd name="csX6" fmla="*/ 19797 w 68163"/>
                <a:gd name="csY6" fmla="*/ 309 h 52015"/>
                <a:gd name="csX7" fmla="*/ 34494 w 68163"/>
                <a:gd name="csY7" fmla="*/ 5815 h 52015"/>
                <a:gd name="csX8" fmla="*/ 40521 w 68163"/>
                <a:gd name="csY8" fmla="*/ 25833 h 52015"/>
                <a:gd name="csX9" fmla="*/ 40521 w 68163"/>
                <a:gd name="csY9" fmla="*/ 43320 h 52015"/>
                <a:gd name="csX10" fmla="*/ 68241 w 68163"/>
                <a:gd name="csY10" fmla="*/ 43320 h 52015"/>
                <a:gd name="csX11" fmla="*/ 68241 w 68163"/>
                <a:gd name="csY11" fmla="*/ 52324 h 52015"/>
                <a:gd name="csX12" fmla="*/ 32485 w 68163"/>
                <a:gd name="csY12" fmla="*/ 43320 h 52015"/>
                <a:gd name="csX13" fmla="*/ 32485 w 68163"/>
                <a:gd name="csY13" fmla="*/ 25684 h 52015"/>
                <a:gd name="csX14" fmla="*/ 29210 w 68163"/>
                <a:gd name="csY14" fmla="*/ 13257 h 52015"/>
                <a:gd name="csX15" fmla="*/ 20057 w 68163"/>
                <a:gd name="csY15" fmla="*/ 9610 h 52015"/>
                <a:gd name="csX16" fmla="*/ 12728 w 68163"/>
                <a:gd name="csY16" fmla="*/ 11768 h 52015"/>
                <a:gd name="csX17" fmla="*/ 8709 w 68163"/>
                <a:gd name="csY17" fmla="*/ 17461 h 52015"/>
                <a:gd name="csX18" fmla="*/ 8114 w 68163"/>
                <a:gd name="csY18" fmla="*/ 25870 h 52015"/>
                <a:gd name="csX19" fmla="*/ 8114 w 68163"/>
                <a:gd name="csY19" fmla="*/ 43320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41" y="52324"/>
                  </a:moveTo>
                  <a:lnTo>
                    <a:pt x="77" y="52324"/>
                  </a:lnTo>
                  <a:lnTo>
                    <a:pt x="77" y="26614"/>
                  </a:lnTo>
                  <a:cubicBezTo>
                    <a:pt x="77" y="22112"/>
                    <a:pt x="263" y="18652"/>
                    <a:pt x="710" y="16233"/>
                  </a:cubicBezTo>
                  <a:cubicBezTo>
                    <a:pt x="1268" y="12885"/>
                    <a:pt x="2347" y="10094"/>
                    <a:pt x="3910" y="7824"/>
                  </a:cubicBezTo>
                  <a:cubicBezTo>
                    <a:pt x="5472" y="5555"/>
                    <a:pt x="7667" y="3732"/>
                    <a:pt x="10495" y="2355"/>
                  </a:cubicBezTo>
                  <a:cubicBezTo>
                    <a:pt x="13286" y="978"/>
                    <a:pt x="16411" y="309"/>
                    <a:pt x="19797" y="309"/>
                  </a:cubicBezTo>
                  <a:cubicBezTo>
                    <a:pt x="25564" y="309"/>
                    <a:pt x="30475" y="2132"/>
                    <a:pt x="34494" y="5815"/>
                  </a:cubicBezTo>
                  <a:cubicBezTo>
                    <a:pt x="38512" y="9536"/>
                    <a:pt x="40521" y="16196"/>
                    <a:pt x="40521" y="25833"/>
                  </a:cubicBezTo>
                  <a:lnTo>
                    <a:pt x="40521" y="43320"/>
                  </a:lnTo>
                  <a:lnTo>
                    <a:pt x="68241" y="43320"/>
                  </a:lnTo>
                  <a:lnTo>
                    <a:pt x="68241" y="52324"/>
                  </a:lnTo>
                  <a:moveTo>
                    <a:pt x="32485" y="43320"/>
                  </a:moveTo>
                  <a:lnTo>
                    <a:pt x="32485" y="25684"/>
                  </a:lnTo>
                  <a:cubicBezTo>
                    <a:pt x="32485" y="19880"/>
                    <a:pt x="31406" y="15712"/>
                    <a:pt x="29210" y="13257"/>
                  </a:cubicBezTo>
                  <a:cubicBezTo>
                    <a:pt x="27052" y="10838"/>
                    <a:pt x="24001" y="9610"/>
                    <a:pt x="20057" y="9610"/>
                  </a:cubicBezTo>
                  <a:cubicBezTo>
                    <a:pt x="17192" y="9610"/>
                    <a:pt x="14774" y="10317"/>
                    <a:pt x="12728" y="11768"/>
                  </a:cubicBezTo>
                  <a:cubicBezTo>
                    <a:pt x="10718" y="13220"/>
                    <a:pt x="9379" y="15117"/>
                    <a:pt x="8709" y="17461"/>
                  </a:cubicBezTo>
                  <a:cubicBezTo>
                    <a:pt x="8300" y="18987"/>
                    <a:pt x="8114" y="21777"/>
                    <a:pt x="8114" y="25870"/>
                  </a:cubicBezTo>
                  <a:lnTo>
                    <a:pt x="8114" y="4332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1E055FD4-ED17-F66B-A0A3-B6D682F1C85D}"/>
                </a:ext>
              </a:extLst>
            </p:cNvPr>
            <p:cNvSpPr/>
            <p:nvPr/>
          </p:nvSpPr>
          <p:spPr>
            <a:xfrm>
              <a:off x="1164306" y="3269583"/>
              <a:ext cx="68163" cy="65075"/>
            </a:xfrm>
            <a:custGeom>
              <a:avLst/>
              <a:gdLst>
                <a:gd name="csX0" fmla="*/ 68241 w 68163"/>
                <a:gd name="csY0" fmla="*/ 65377 h 65075"/>
                <a:gd name="csX1" fmla="*/ 77 w 68163"/>
                <a:gd name="csY1" fmla="*/ 65377 h 65075"/>
                <a:gd name="csX2" fmla="*/ 77 w 68163"/>
                <a:gd name="csY2" fmla="*/ 51797 h 65075"/>
                <a:gd name="csX3" fmla="*/ 48335 w 68163"/>
                <a:gd name="csY3" fmla="*/ 35649 h 65075"/>
                <a:gd name="csX4" fmla="*/ 58418 w 68163"/>
                <a:gd name="csY4" fmla="*/ 32412 h 65075"/>
                <a:gd name="csX5" fmla="*/ 47516 w 68163"/>
                <a:gd name="csY5" fmla="*/ 28765 h 65075"/>
                <a:gd name="csX6" fmla="*/ 77 w 68163"/>
                <a:gd name="csY6" fmla="*/ 12469 h 65075"/>
                <a:gd name="csX7" fmla="*/ 77 w 68163"/>
                <a:gd name="csY7" fmla="*/ 302 h 65075"/>
                <a:gd name="csX8" fmla="*/ 68241 w 68163"/>
                <a:gd name="csY8" fmla="*/ 302 h 65075"/>
                <a:gd name="csX9" fmla="*/ 68241 w 68163"/>
                <a:gd name="csY9" fmla="*/ 9008 h 65075"/>
                <a:gd name="csX10" fmla="*/ 11165 w 68163"/>
                <a:gd name="csY10" fmla="*/ 9008 h 65075"/>
                <a:gd name="csX11" fmla="*/ 68241 w 68163"/>
                <a:gd name="csY11" fmla="*/ 28840 h 65075"/>
                <a:gd name="csX12" fmla="*/ 68241 w 68163"/>
                <a:gd name="csY12" fmla="*/ 36951 h 65075"/>
                <a:gd name="csX13" fmla="*/ 10198 w 68163"/>
                <a:gd name="csY13" fmla="*/ 56671 h 65075"/>
                <a:gd name="csX14" fmla="*/ 68241 w 68163"/>
                <a:gd name="csY14" fmla="*/ 56671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241" y="65377"/>
                  </a:moveTo>
                  <a:lnTo>
                    <a:pt x="77" y="65377"/>
                  </a:lnTo>
                  <a:lnTo>
                    <a:pt x="77" y="51797"/>
                  </a:lnTo>
                  <a:lnTo>
                    <a:pt x="48335" y="35649"/>
                  </a:lnTo>
                  <a:cubicBezTo>
                    <a:pt x="52837" y="34160"/>
                    <a:pt x="56185" y="33081"/>
                    <a:pt x="58418" y="32412"/>
                  </a:cubicBezTo>
                  <a:cubicBezTo>
                    <a:pt x="55962" y="31630"/>
                    <a:pt x="52316" y="30402"/>
                    <a:pt x="47516" y="28765"/>
                  </a:cubicBezTo>
                  <a:lnTo>
                    <a:pt x="77" y="12469"/>
                  </a:lnTo>
                  <a:lnTo>
                    <a:pt x="77" y="302"/>
                  </a:lnTo>
                  <a:lnTo>
                    <a:pt x="68241" y="302"/>
                  </a:lnTo>
                  <a:lnTo>
                    <a:pt x="68241" y="9008"/>
                  </a:lnTo>
                  <a:lnTo>
                    <a:pt x="11165" y="9008"/>
                  </a:lnTo>
                  <a:lnTo>
                    <a:pt x="68241" y="28840"/>
                  </a:lnTo>
                  <a:lnTo>
                    <a:pt x="68241" y="36951"/>
                  </a:lnTo>
                  <a:lnTo>
                    <a:pt x="10198" y="56671"/>
                  </a:lnTo>
                  <a:lnTo>
                    <a:pt x="68241" y="566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E2C8B80B-B6ED-3F21-A731-C5E514DD11CE}"/>
                </a:ext>
              </a:extLst>
            </p:cNvPr>
            <p:cNvSpPr/>
            <p:nvPr/>
          </p:nvSpPr>
          <p:spPr>
            <a:xfrm>
              <a:off x="1181942" y="3213233"/>
              <a:ext cx="69465" cy="42862"/>
            </a:xfrm>
            <a:custGeom>
              <a:avLst/>
              <a:gdLst>
                <a:gd name="csX0" fmla="*/ 69543 w 69465"/>
                <a:gd name="csY0" fmla="*/ 43156 h 42862"/>
                <a:gd name="csX1" fmla="*/ 1193 w 69465"/>
                <a:gd name="csY1" fmla="*/ 43156 h 42862"/>
                <a:gd name="csX2" fmla="*/ 1193 w 69465"/>
                <a:gd name="csY2" fmla="*/ 35529 h 42862"/>
                <a:gd name="csX3" fmla="*/ 7630 w 69465"/>
                <a:gd name="csY3" fmla="*/ 35529 h 42862"/>
                <a:gd name="csX4" fmla="*/ 1975 w 69465"/>
                <a:gd name="csY4" fmla="*/ 29427 h 42862"/>
                <a:gd name="csX5" fmla="*/ 77 w 69465"/>
                <a:gd name="csY5" fmla="*/ 21204 h 42862"/>
                <a:gd name="csX6" fmla="*/ 3351 w 69465"/>
                <a:gd name="csY6" fmla="*/ 10042 h 42862"/>
                <a:gd name="csX7" fmla="*/ 12542 w 69465"/>
                <a:gd name="csY7" fmla="*/ 2749 h 42862"/>
                <a:gd name="csX8" fmla="*/ 25527 w 69465"/>
                <a:gd name="csY8" fmla="*/ 294 h 42862"/>
                <a:gd name="csX9" fmla="*/ 39182 w 69465"/>
                <a:gd name="csY9" fmla="*/ 3010 h 42862"/>
                <a:gd name="csX10" fmla="*/ 48484 w 69465"/>
                <a:gd name="csY10" fmla="*/ 10898 h 42862"/>
                <a:gd name="csX11" fmla="*/ 51721 w 69465"/>
                <a:gd name="csY11" fmla="*/ 21837 h 42862"/>
                <a:gd name="csX12" fmla="*/ 49972 w 69465"/>
                <a:gd name="csY12" fmla="*/ 29315 h 42862"/>
                <a:gd name="csX13" fmla="*/ 45507 w 69465"/>
                <a:gd name="csY13" fmla="*/ 34785 h 42862"/>
                <a:gd name="csX14" fmla="*/ 69543 w 69465"/>
                <a:gd name="csY14" fmla="*/ 34785 h 42862"/>
                <a:gd name="csX15" fmla="*/ 69543 w 69465"/>
                <a:gd name="csY15" fmla="*/ 43156 h 42862"/>
                <a:gd name="csX16" fmla="*/ 26197 w 69465"/>
                <a:gd name="csY16" fmla="*/ 35566 h 42862"/>
                <a:gd name="csX17" fmla="*/ 40298 w 69465"/>
                <a:gd name="csY17" fmla="*/ 31734 h 42862"/>
                <a:gd name="csX18" fmla="*/ 44837 w 69465"/>
                <a:gd name="csY18" fmla="*/ 22357 h 42862"/>
                <a:gd name="csX19" fmla="*/ 40112 w 69465"/>
                <a:gd name="csY19" fmla="*/ 12832 h 42862"/>
                <a:gd name="csX20" fmla="*/ 25490 w 69465"/>
                <a:gd name="csY20" fmla="*/ 8851 h 42862"/>
                <a:gd name="csX21" fmla="*/ 11351 w 69465"/>
                <a:gd name="csY21" fmla="*/ 12721 h 42862"/>
                <a:gd name="csX22" fmla="*/ 6663 w 69465"/>
                <a:gd name="csY22" fmla="*/ 21985 h 42862"/>
                <a:gd name="csX23" fmla="*/ 11649 w 69465"/>
                <a:gd name="csY23" fmla="*/ 31473 h 42862"/>
                <a:gd name="csX24" fmla="*/ 26197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543" y="43156"/>
                  </a:moveTo>
                  <a:lnTo>
                    <a:pt x="1193" y="43156"/>
                  </a:lnTo>
                  <a:lnTo>
                    <a:pt x="1193" y="35529"/>
                  </a:lnTo>
                  <a:lnTo>
                    <a:pt x="7630" y="35529"/>
                  </a:lnTo>
                  <a:cubicBezTo>
                    <a:pt x="5137" y="33743"/>
                    <a:pt x="3240" y="31696"/>
                    <a:pt x="1975" y="29427"/>
                  </a:cubicBezTo>
                  <a:cubicBezTo>
                    <a:pt x="710" y="27194"/>
                    <a:pt x="77" y="24441"/>
                    <a:pt x="77" y="21204"/>
                  </a:cubicBezTo>
                  <a:cubicBezTo>
                    <a:pt x="77" y="17000"/>
                    <a:pt x="1193" y="13279"/>
                    <a:pt x="3351" y="10042"/>
                  </a:cubicBezTo>
                  <a:cubicBezTo>
                    <a:pt x="5509" y="6842"/>
                    <a:pt x="8598" y="4386"/>
                    <a:pt x="12542" y="2749"/>
                  </a:cubicBezTo>
                  <a:cubicBezTo>
                    <a:pt x="16486" y="1112"/>
                    <a:pt x="20839" y="294"/>
                    <a:pt x="25527" y="294"/>
                  </a:cubicBezTo>
                  <a:cubicBezTo>
                    <a:pt x="30587" y="294"/>
                    <a:pt x="35126" y="1187"/>
                    <a:pt x="39182" y="3010"/>
                  </a:cubicBezTo>
                  <a:cubicBezTo>
                    <a:pt x="43237" y="4833"/>
                    <a:pt x="46326" y="7437"/>
                    <a:pt x="48484" y="10898"/>
                  </a:cubicBezTo>
                  <a:cubicBezTo>
                    <a:pt x="50642" y="14358"/>
                    <a:pt x="51721" y="18004"/>
                    <a:pt x="51721" y="21837"/>
                  </a:cubicBezTo>
                  <a:cubicBezTo>
                    <a:pt x="51721" y="24590"/>
                    <a:pt x="51125" y="27120"/>
                    <a:pt x="49972" y="29315"/>
                  </a:cubicBezTo>
                  <a:cubicBezTo>
                    <a:pt x="48781" y="31548"/>
                    <a:pt x="47293" y="33371"/>
                    <a:pt x="45507" y="34785"/>
                  </a:cubicBezTo>
                  <a:lnTo>
                    <a:pt x="69543" y="34785"/>
                  </a:lnTo>
                  <a:lnTo>
                    <a:pt x="69543" y="43156"/>
                  </a:lnTo>
                  <a:moveTo>
                    <a:pt x="26197" y="35566"/>
                  </a:moveTo>
                  <a:cubicBezTo>
                    <a:pt x="32559" y="35566"/>
                    <a:pt x="37247" y="34301"/>
                    <a:pt x="40298" y="31734"/>
                  </a:cubicBezTo>
                  <a:cubicBezTo>
                    <a:pt x="43312" y="29166"/>
                    <a:pt x="44837" y="26041"/>
                    <a:pt x="44837" y="22357"/>
                  </a:cubicBezTo>
                  <a:cubicBezTo>
                    <a:pt x="44837" y="18637"/>
                    <a:pt x="43275" y="15474"/>
                    <a:pt x="40112" y="12832"/>
                  </a:cubicBezTo>
                  <a:cubicBezTo>
                    <a:pt x="36987" y="10154"/>
                    <a:pt x="32112" y="8851"/>
                    <a:pt x="25490" y="8851"/>
                  </a:cubicBezTo>
                  <a:cubicBezTo>
                    <a:pt x="19202" y="8851"/>
                    <a:pt x="14476" y="10154"/>
                    <a:pt x="11351" y="12721"/>
                  </a:cubicBezTo>
                  <a:cubicBezTo>
                    <a:pt x="8226" y="15325"/>
                    <a:pt x="6663" y="18413"/>
                    <a:pt x="6663" y="21985"/>
                  </a:cubicBezTo>
                  <a:cubicBezTo>
                    <a:pt x="6663" y="25557"/>
                    <a:pt x="8337" y="28720"/>
                    <a:pt x="11649" y="31473"/>
                  </a:cubicBezTo>
                  <a:cubicBezTo>
                    <a:pt x="14997" y="34226"/>
                    <a:pt x="19834" y="35566"/>
                    <a:pt x="26197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85" name="Graphic 4">
            <a:extLst>
              <a:ext uri="{FF2B5EF4-FFF2-40B4-BE49-F238E27FC236}">
                <a16:creationId xmlns:a16="http://schemas.microsoft.com/office/drawing/2014/main" id="{166A97EA-705C-A2F2-653F-1D245558C7FC}"/>
              </a:ext>
            </a:extLst>
          </p:cNvPr>
          <p:cNvGrpSpPr/>
          <p:nvPr/>
        </p:nvGrpSpPr>
        <p:grpSpPr>
          <a:xfrm>
            <a:off x="1622509" y="3213195"/>
            <a:ext cx="87101" cy="222898"/>
            <a:chOff x="1240692" y="3213195"/>
            <a:chExt cx="87101" cy="222898"/>
          </a:xfrm>
          <a:solidFill>
            <a:srgbClr val="000000"/>
          </a:solidFill>
        </p:grpSpPr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75AD4487-D77E-4F40-B7D2-B1EA67C63467}"/>
                </a:ext>
              </a:extLst>
            </p:cNvPr>
            <p:cNvSpPr/>
            <p:nvPr/>
          </p:nvSpPr>
          <p:spPr>
            <a:xfrm>
              <a:off x="1258328" y="3395947"/>
              <a:ext cx="50527" cy="40146"/>
            </a:xfrm>
            <a:custGeom>
              <a:avLst/>
              <a:gdLst>
                <a:gd name="csX0" fmla="*/ 50612 w 50527"/>
                <a:gd name="csY0" fmla="*/ 40459 h 40146"/>
                <a:gd name="csX1" fmla="*/ 1201 w 50527"/>
                <a:gd name="csY1" fmla="*/ 40459 h 40146"/>
                <a:gd name="csX2" fmla="*/ 1201 w 50527"/>
                <a:gd name="csY2" fmla="*/ 32943 h 40146"/>
                <a:gd name="csX3" fmla="*/ 8234 w 50527"/>
                <a:gd name="csY3" fmla="*/ 32943 h 40146"/>
                <a:gd name="csX4" fmla="*/ 85 w 50527"/>
                <a:gd name="csY4" fmla="*/ 17205 h 40146"/>
                <a:gd name="csX5" fmla="*/ 1722 w 50527"/>
                <a:gd name="csY5" fmla="*/ 9019 h 40146"/>
                <a:gd name="csX6" fmla="*/ 5927 w 50527"/>
                <a:gd name="csY6" fmla="*/ 3401 h 40146"/>
                <a:gd name="csX7" fmla="*/ 12103 w 50527"/>
                <a:gd name="csY7" fmla="*/ 796 h 40146"/>
                <a:gd name="csX8" fmla="*/ 20251 w 50527"/>
                <a:gd name="csY8" fmla="*/ 313 h 40146"/>
                <a:gd name="csX9" fmla="*/ 50612 w 50527"/>
                <a:gd name="csY9" fmla="*/ 313 h 40146"/>
                <a:gd name="csX10" fmla="*/ 50612 w 50527"/>
                <a:gd name="csY10" fmla="*/ 8721 h 40146"/>
                <a:gd name="csX11" fmla="*/ 20586 w 50527"/>
                <a:gd name="csY11" fmla="*/ 8721 h 40146"/>
                <a:gd name="csX12" fmla="*/ 12922 w 50527"/>
                <a:gd name="csY12" fmla="*/ 9689 h 40146"/>
                <a:gd name="csX13" fmla="*/ 8866 w 50527"/>
                <a:gd name="csY13" fmla="*/ 13149 h 40146"/>
                <a:gd name="csX14" fmla="*/ 7378 w 50527"/>
                <a:gd name="csY14" fmla="*/ 18990 h 40146"/>
                <a:gd name="csX15" fmla="*/ 10764 w 50527"/>
                <a:gd name="csY15" fmla="*/ 28218 h 40146"/>
                <a:gd name="csX16" fmla="*/ 23637 w 50527"/>
                <a:gd name="csY16" fmla="*/ 32087 h 40146"/>
                <a:gd name="csX17" fmla="*/ 50612 w 50527"/>
                <a:gd name="csY17" fmla="*/ 32087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12" y="40459"/>
                  </a:moveTo>
                  <a:lnTo>
                    <a:pt x="1201" y="40459"/>
                  </a:lnTo>
                  <a:lnTo>
                    <a:pt x="1201" y="32943"/>
                  </a:lnTo>
                  <a:lnTo>
                    <a:pt x="8234" y="32943"/>
                  </a:lnTo>
                  <a:cubicBezTo>
                    <a:pt x="2801" y="29297"/>
                    <a:pt x="85" y="24051"/>
                    <a:pt x="85" y="17205"/>
                  </a:cubicBezTo>
                  <a:cubicBezTo>
                    <a:pt x="85" y="14228"/>
                    <a:pt x="643" y="11512"/>
                    <a:pt x="1722" y="9019"/>
                  </a:cubicBezTo>
                  <a:cubicBezTo>
                    <a:pt x="2764" y="6526"/>
                    <a:pt x="4178" y="4629"/>
                    <a:pt x="5927" y="3401"/>
                  </a:cubicBezTo>
                  <a:cubicBezTo>
                    <a:pt x="7638" y="2173"/>
                    <a:pt x="9722" y="1280"/>
                    <a:pt x="12103" y="796"/>
                  </a:cubicBezTo>
                  <a:cubicBezTo>
                    <a:pt x="13666" y="499"/>
                    <a:pt x="16382" y="313"/>
                    <a:pt x="20251" y="313"/>
                  </a:cubicBezTo>
                  <a:lnTo>
                    <a:pt x="50612" y="313"/>
                  </a:lnTo>
                  <a:lnTo>
                    <a:pt x="50612" y="8721"/>
                  </a:lnTo>
                  <a:lnTo>
                    <a:pt x="20586" y="8721"/>
                  </a:lnTo>
                  <a:cubicBezTo>
                    <a:pt x="17163" y="8721"/>
                    <a:pt x="14596" y="9019"/>
                    <a:pt x="12922" y="9689"/>
                  </a:cubicBezTo>
                  <a:cubicBezTo>
                    <a:pt x="11210" y="10321"/>
                    <a:pt x="9871" y="11475"/>
                    <a:pt x="8866" y="13149"/>
                  </a:cubicBezTo>
                  <a:cubicBezTo>
                    <a:pt x="7862" y="14786"/>
                    <a:pt x="7378" y="16758"/>
                    <a:pt x="7378" y="18990"/>
                  </a:cubicBezTo>
                  <a:cubicBezTo>
                    <a:pt x="7378" y="22562"/>
                    <a:pt x="8494" y="25613"/>
                    <a:pt x="10764" y="28218"/>
                  </a:cubicBezTo>
                  <a:cubicBezTo>
                    <a:pt x="13033" y="30785"/>
                    <a:pt x="17312" y="32087"/>
                    <a:pt x="23637" y="32087"/>
                  </a:cubicBezTo>
                  <a:lnTo>
                    <a:pt x="50612" y="3208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BDE029E5-E1E0-8E90-1FEA-FFB94057D1CF}"/>
                </a:ext>
              </a:extLst>
            </p:cNvPr>
            <p:cNvSpPr/>
            <p:nvPr/>
          </p:nvSpPr>
          <p:spPr>
            <a:xfrm>
              <a:off x="1240692" y="3330025"/>
              <a:ext cx="68163" cy="52015"/>
            </a:xfrm>
            <a:custGeom>
              <a:avLst/>
              <a:gdLst>
                <a:gd name="csX0" fmla="*/ 68249 w 68163"/>
                <a:gd name="csY0" fmla="*/ 52322 h 52015"/>
                <a:gd name="csX1" fmla="*/ 85 w 68163"/>
                <a:gd name="csY1" fmla="*/ 52322 h 52015"/>
                <a:gd name="csX2" fmla="*/ 85 w 68163"/>
                <a:gd name="csY2" fmla="*/ 26612 h 52015"/>
                <a:gd name="csX3" fmla="*/ 718 w 68163"/>
                <a:gd name="csY3" fmla="*/ 16232 h 52015"/>
                <a:gd name="csX4" fmla="*/ 3918 w 68163"/>
                <a:gd name="csY4" fmla="*/ 7823 h 52015"/>
                <a:gd name="csX5" fmla="*/ 10503 w 68163"/>
                <a:gd name="csY5" fmla="*/ 2353 h 52015"/>
                <a:gd name="csX6" fmla="*/ 19805 w 68163"/>
                <a:gd name="csY6" fmla="*/ 307 h 52015"/>
                <a:gd name="csX7" fmla="*/ 34502 w 68163"/>
                <a:gd name="csY7" fmla="*/ 5814 h 52015"/>
                <a:gd name="csX8" fmla="*/ 40529 w 68163"/>
                <a:gd name="csY8" fmla="*/ 25831 h 52015"/>
                <a:gd name="csX9" fmla="*/ 40529 w 68163"/>
                <a:gd name="csY9" fmla="*/ 43318 h 52015"/>
                <a:gd name="csX10" fmla="*/ 68249 w 68163"/>
                <a:gd name="csY10" fmla="*/ 43318 h 52015"/>
                <a:gd name="csX11" fmla="*/ 68249 w 68163"/>
                <a:gd name="csY11" fmla="*/ 52322 h 52015"/>
                <a:gd name="csX12" fmla="*/ 32493 w 68163"/>
                <a:gd name="csY12" fmla="*/ 43318 h 52015"/>
                <a:gd name="csX13" fmla="*/ 32493 w 68163"/>
                <a:gd name="csY13" fmla="*/ 25682 h 52015"/>
                <a:gd name="csX14" fmla="*/ 29218 w 68163"/>
                <a:gd name="csY14" fmla="*/ 13255 h 52015"/>
                <a:gd name="csX15" fmla="*/ 20065 w 68163"/>
                <a:gd name="csY15" fmla="*/ 9609 h 52015"/>
                <a:gd name="csX16" fmla="*/ 12736 w 68163"/>
                <a:gd name="csY16" fmla="*/ 11767 h 52015"/>
                <a:gd name="csX17" fmla="*/ 8717 w 68163"/>
                <a:gd name="csY17" fmla="*/ 17459 h 52015"/>
                <a:gd name="csX18" fmla="*/ 8122 w 68163"/>
                <a:gd name="csY18" fmla="*/ 25868 h 52015"/>
                <a:gd name="csX19" fmla="*/ 8122 w 68163"/>
                <a:gd name="csY19" fmla="*/ 43318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49" y="52322"/>
                  </a:moveTo>
                  <a:lnTo>
                    <a:pt x="85" y="52322"/>
                  </a:lnTo>
                  <a:lnTo>
                    <a:pt x="85" y="26612"/>
                  </a:lnTo>
                  <a:cubicBezTo>
                    <a:pt x="85" y="22110"/>
                    <a:pt x="271" y="18650"/>
                    <a:pt x="718" y="16232"/>
                  </a:cubicBezTo>
                  <a:cubicBezTo>
                    <a:pt x="1276" y="12883"/>
                    <a:pt x="2355" y="10092"/>
                    <a:pt x="3918" y="7823"/>
                  </a:cubicBezTo>
                  <a:cubicBezTo>
                    <a:pt x="5480" y="5553"/>
                    <a:pt x="7675" y="3730"/>
                    <a:pt x="10503" y="2353"/>
                  </a:cubicBezTo>
                  <a:cubicBezTo>
                    <a:pt x="13294" y="977"/>
                    <a:pt x="16419" y="307"/>
                    <a:pt x="19805" y="307"/>
                  </a:cubicBezTo>
                  <a:cubicBezTo>
                    <a:pt x="25572" y="307"/>
                    <a:pt x="30483" y="2130"/>
                    <a:pt x="34502" y="5814"/>
                  </a:cubicBezTo>
                  <a:cubicBezTo>
                    <a:pt x="38520" y="9534"/>
                    <a:pt x="40529" y="16194"/>
                    <a:pt x="40529" y="25831"/>
                  </a:cubicBezTo>
                  <a:lnTo>
                    <a:pt x="40529" y="43318"/>
                  </a:lnTo>
                  <a:lnTo>
                    <a:pt x="68249" y="43318"/>
                  </a:lnTo>
                  <a:lnTo>
                    <a:pt x="68249" y="52322"/>
                  </a:lnTo>
                  <a:moveTo>
                    <a:pt x="32493" y="43318"/>
                  </a:moveTo>
                  <a:lnTo>
                    <a:pt x="32493" y="25682"/>
                  </a:lnTo>
                  <a:cubicBezTo>
                    <a:pt x="32493" y="19878"/>
                    <a:pt x="31414" y="15711"/>
                    <a:pt x="29218" y="13255"/>
                  </a:cubicBezTo>
                  <a:cubicBezTo>
                    <a:pt x="27060" y="10837"/>
                    <a:pt x="24009" y="9609"/>
                    <a:pt x="20065" y="9609"/>
                  </a:cubicBezTo>
                  <a:cubicBezTo>
                    <a:pt x="17200" y="9609"/>
                    <a:pt x="14782" y="10316"/>
                    <a:pt x="12736" y="11767"/>
                  </a:cubicBezTo>
                  <a:cubicBezTo>
                    <a:pt x="10726" y="13218"/>
                    <a:pt x="9387" y="15115"/>
                    <a:pt x="8717" y="17459"/>
                  </a:cubicBezTo>
                  <a:cubicBezTo>
                    <a:pt x="8308" y="18985"/>
                    <a:pt x="8122" y="21775"/>
                    <a:pt x="8122" y="25868"/>
                  </a:cubicBezTo>
                  <a:lnTo>
                    <a:pt x="8122" y="433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762B9483-1509-BD7D-08BF-085389B3BC5E}"/>
                </a:ext>
              </a:extLst>
            </p:cNvPr>
            <p:cNvSpPr/>
            <p:nvPr/>
          </p:nvSpPr>
          <p:spPr>
            <a:xfrm>
              <a:off x="1240692" y="3266494"/>
              <a:ext cx="68163" cy="52015"/>
            </a:xfrm>
            <a:custGeom>
              <a:avLst/>
              <a:gdLst>
                <a:gd name="csX0" fmla="*/ 68249 w 68163"/>
                <a:gd name="csY0" fmla="*/ 52316 h 52015"/>
                <a:gd name="csX1" fmla="*/ 85 w 68163"/>
                <a:gd name="csY1" fmla="*/ 52316 h 52015"/>
                <a:gd name="csX2" fmla="*/ 85 w 68163"/>
                <a:gd name="csY2" fmla="*/ 26606 h 52015"/>
                <a:gd name="csX3" fmla="*/ 718 w 68163"/>
                <a:gd name="csY3" fmla="*/ 16225 h 52015"/>
                <a:gd name="csX4" fmla="*/ 3918 w 68163"/>
                <a:gd name="csY4" fmla="*/ 7816 h 52015"/>
                <a:gd name="csX5" fmla="*/ 10503 w 68163"/>
                <a:gd name="csY5" fmla="*/ 2347 h 52015"/>
                <a:gd name="csX6" fmla="*/ 19805 w 68163"/>
                <a:gd name="csY6" fmla="*/ 300 h 52015"/>
                <a:gd name="csX7" fmla="*/ 34502 w 68163"/>
                <a:gd name="csY7" fmla="*/ 5807 h 52015"/>
                <a:gd name="csX8" fmla="*/ 40529 w 68163"/>
                <a:gd name="csY8" fmla="*/ 25824 h 52015"/>
                <a:gd name="csX9" fmla="*/ 40529 w 68163"/>
                <a:gd name="csY9" fmla="*/ 43312 h 52015"/>
                <a:gd name="csX10" fmla="*/ 68249 w 68163"/>
                <a:gd name="csY10" fmla="*/ 43312 h 52015"/>
                <a:gd name="csX11" fmla="*/ 68249 w 68163"/>
                <a:gd name="csY11" fmla="*/ 52316 h 52015"/>
                <a:gd name="csX12" fmla="*/ 32493 w 68163"/>
                <a:gd name="csY12" fmla="*/ 43312 h 52015"/>
                <a:gd name="csX13" fmla="*/ 32493 w 68163"/>
                <a:gd name="csY13" fmla="*/ 25676 h 52015"/>
                <a:gd name="csX14" fmla="*/ 29218 w 68163"/>
                <a:gd name="csY14" fmla="*/ 13248 h 52015"/>
                <a:gd name="csX15" fmla="*/ 20065 w 68163"/>
                <a:gd name="csY15" fmla="*/ 9602 h 52015"/>
                <a:gd name="csX16" fmla="*/ 12736 w 68163"/>
                <a:gd name="csY16" fmla="*/ 11760 h 52015"/>
                <a:gd name="csX17" fmla="*/ 8717 w 68163"/>
                <a:gd name="csY17" fmla="*/ 17453 h 52015"/>
                <a:gd name="csX18" fmla="*/ 8122 w 68163"/>
                <a:gd name="csY18" fmla="*/ 25862 h 52015"/>
                <a:gd name="csX19" fmla="*/ 8122 w 68163"/>
                <a:gd name="csY19" fmla="*/ 43312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49" y="52316"/>
                  </a:moveTo>
                  <a:lnTo>
                    <a:pt x="85" y="52316"/>
                  </a:lnTo>
                  <a:lnTo>
                    <a:pt x="85" y="26606"/>
                  </a:lnTo>
                  <a:cubicBezTo>
                    <a:pt x="85" y="22104"/>
                    <a:pt x="271" y="18643"/>
                    <a:pt x="718" y="16225"/>
                  </a:cubicBezTo>
                  <a:cubicBezTo>
                    <a:pt x="1276" y="12876"/>
                    <a:pt x="2355" y="10086"/>
                    <a:pt x="3918" y="7816"/>
                  </a:cubicBezTo>
                  <a:cubicBezTo>
                    <a:pt x="5480" y="5547"/>
                    <a:pt x="7675" y="3723"/>
                    <a:pt x="10503" y="2347"/>
                  </a:cubicBezTo>
                  <a:cubicBezTo>
                    <a:pt x="13294" y="970"/>
                    <a:pt x="16419" y="300"/>
                    <a:pt x="19805" y="300"/>
                  </a:cubicBezTo>
                  <a:cubicBezTo>
                    <a:pt x="25572" y="300"/>
                    <a:pt x="30483" y="2123"/>
                    <a:pt x="34502" y="5807"/>
                  </a:cubicBezTo>
                  <a:cubicBezTo>
                    <a:pt x="38520" y="9528"/>
                    <a:pt x="40529" y="16188"/>
                    <a:pt x="40529" y="25824"/>
                  </a:cubicBezTo>
                  <a:lnTo>
                    <a:pt x="40529" y="43312"/>
                  </a:lnTo>
                  <a:lnTo>
                    <a:pt x="68249" y="43312"/>
                  </a:lnTo>
                  <a:lnTo>
                    <a:pt x="68249" y="52316"/>
                  </a:lnTo>
                  <a:moveTo>
                    <a:pt x="32493" y="43312"/>
                  </a:moveTo>
                  <a:lnTo>
                    <a:pt x="32493" y="25676"/>
                  </a:lnTo>
                  <a:cubicBezTo>
                    <a:pt x="32493" y="19871"/>
                    <a:pt x="31414" y="15704"/>
                    <a:pt x="29218" y="13248"/>
                  </a:cubicBezTo>
                  <a:cubicBezTo>
                    <a:pt x="27060" y="10830"/>
                    <a:pt x="24009" y="9602"/>
                    <a:pt x="20065" y="9602"/>
                  </a:cubicBezTo>
                  <a:cubicBezTo>
                    <a:pt x="17200" y="9602"/>
                    <a:pt x="14782" y="10309"/>
                    <a:pt x="12736" y="11760"/>
                  </a:cubicBezTo>
                  <a:cubicBezTo>
                    <a:pt x="10726" y="13211"/>
                    <a:pt x="9387" y="15109"/>
                    <a:pt x="8717" y="17453"/>
                  </a:cubicBezTo>
                  <a:cubicBezTo>
                    <a:pt x="8308" y="18978"/>
                    <a:pt x="8122" y="21769"/>
                    <a:pt x="8122" y="25862"/>
                  </a:cubicBezTo>
                  <a:lnTo>
                    <a:pt x="8122" y="433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FCA78763-A4C3-F853-A28B-01C613D85E42}"/>
                </a:ext>
              </a:extLst>
            </p:cNvPr>
            <p:cNvSpPr/>
            <p:nvPr/>
          </p:nvSpPr>
          <p:spPr>
            <a:xfrm>
              <a:off x="1258328" y="3213195"/>
              <a:ext cx="69465" cy="42862"/>
            </a:xfrm>
            <a:custGeom>
              <a:avLst/>
              <a:gdLst>
                <a:gd name="csX0" fmla="*/ 69551 w 69465"/>
                <a:gd name="csY0" fmla="*/ 43156 h 42862"/>
                <a:gd name="csX1" fmla="*/ 1201 w 69465"/>
                <a:gd name="csY1" fmla="*/ 43156 h 42862"/>
                <a:gd name="csX2" fmla="*/ 1201 w 69465"/>
                <a:gd name="csY2" fmla="*/ 35529 h 42862"/>
                <a:gd name="csX3" fmla="*/ 7638 w 69465"/>
                <a:gd name="csY3" fmla="*/ 35529 h 42862"/>
                <a:gd name="csX4" fmla="*/ 1983 w 69465"/>
                <a:gd name="csY4" fmla="*/ 29427 h 42862"/>
                <a:gd name="csX5" fmla="*/ 85 w 69465"/>
                <a:gd name="csY5" fmla="*/ 21204 h 42862"/>
                <a:gd name="csX6" fmla="*/ 3359 w 69465"/>
                <a:gd name="csY6" fmla="*/ 10042 h 42862"/>
                <a:gd name="csX7" fmla="*/ 12550 w 69465"/>
                <a:gd name="csY7" fmla="*/ 2749 h 42862"/>
                <a:gd name="csX8" fmla="*/ 25535 w 69465"/>
                <a:gd name="csY8" fmla="*/ 294 h 42862"/>
                <a:gd name="csX9" fmla="*/ 39190 w 69465"/>
                <a:gd name="csY9" fmla="*/ 3010 h 42862"/>
                <a:gd name="csX10" fmla="*/ 48492 w 69465"/>
                <a:gd name="csY10" fmla="*/ 10898 h 42862"/>
                <a:gd name="csX11" fmla="*/ 51729 w 69465"/>
                <a:gd name="csY11" fmla="*/ 21837 h 42862"/>
                <a:gd name="csX12" fmla="*/ 49980 w 69465"/>
                <a:gd name="csY12" fmla="*/ 29315 h 42862"/>
                <a:gd name="csX13" fmla="*/ 45515 w 69465"/>
                <a:gd name="csY13" fmla="*/ 34785 h 42862"/>
                <a:gd name="csX14" fmla="*/ 69551 w 69465"/>
                <a:gd name="csY14" fmla="*/ 34785 h 42862"/>
                <a:gd name="csX15" fmla="*/ 69551 w 69465"/>
                <a:gd name="csY15" fmla="*/ 43156 h 42862"/>
                <a:gd name="csX16" fmla="*/ 26205 w 69465"/>
                <a:gd name="csY16" fmla="*/ 35566 h 42862"/>
                <a:gd name="csX17" fmla="*/ 40306 w 69465"/>
                <a:gd name="csY17" fmla="*/ 31734 h 42862"/>
                <a:gd name="csX18" fmla="*/ 44845 w 69465"/>
                <a:gd name="csY18" fmla="*/ 22357 h 42862"/>
                <a:gd name="csX19" fmla="*/ 40120 w 69465"/>
                <a:gd name="csY19" fmla="*/ 12832 h 42862"/>
                <a:gd name="csX20" fmla="*/ 25498 w 69465"/>
                <a:gd name="csY20" fmla="*/ 8851 h 42862"/>
                <a:gd name="csX21" fmla="*/ 11359 w 69465"/>
                <a:gd name="csY21" fmla="*/ 12721 h 42862"/>
                <a:gd name="csX22" fmla="*/ 6671 w 69465"/>
                <a:gd name="csY22" fmla="*/ 21985 h 42862"/>
                <a:gd name="csX23" fmla="*/ 11657 w 69465"/>
                <a:gd name="csY23" fmla="*/ 31473 h 42862"/>
                <a:gd name="csX24" fmla="*/ 26205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551" y="43156"/>
                  </a:moveTo>
                  <a:lnTo>
                    <a:pt x="1201" y="43156"/>
                  </a:lnTo>
                  <a:lnTo>
                    <a:pt x="1201" y="35529"/>
                  </a:lnTo>
                  <a:lnTo>
                    <a:pt x="7638" y="35529"/>
                  </a:lnTo>
                  <a:cubicBezTo>
                    <a:pt x="5145" y="33743"/>
                    <a:pt x="3248" y="31696"/>
                    <a:pt x="1983" y="29427"/>
                  </a:cubicBezTo>
                  <a:cubicBezTo>
                    <a:pt x="718" y="27194"/>
                    <a:pt x="85" y="24441"/>
                    <a:pt x="85" y="21204"/>
                  </a:cubicBezTo>
                  <a:cubicBezTo>
                    <a:pt x="85" y="17000"/>
                    <a:pt x="1201" y="13279"/>
                    <a:pt x="3359" y="10042"/>
                  </a:cubicBezTo>
                  <a:cubicBezTo>
                    <a:pt x="5517" y="6842"/>
                    <a:pt x="8606" y="4386"/>
                    <a:pt x="12550" y="2749"/>
                  </a:cubicBezTo>
                  <a:cubicBezTo>
                    <a:pt x="16494" y="1112"/>
                    <a:pt x="20847" y="294"/>
                    <a:pt x="25535" y="294"/>
                  </a:cubicBezTo>
                  <a:cubicBezTo>
                    <a:pt x="30595" y="294"/>
                    <a:pt x="35134" y="1187"/>
                    <a:pt x="39190" y="3010"/>
                  </a:cubicBezTo>
                  <a:cubicBezTo>
                    <a:pt x="43245" y="4833"/>
                    <a:pt x="46334" y="7437"/>
                    <a:pt x="48492" y="10898"/>
                  </a:cubicBezTo>
                  <a:cubicBezTo>
                    <a:pt x="50650" y="14358"/>
                    <a:pt x="51729" y="18004"/>
                    <a:pt x="51729" y="21837"/>
                  </a:cubicBezTo>
                  <a:cubicBezTo>
                    <a:pt x="51729" y="24590"/>
                    <a:pt x="51133" y="27120"/>
                    <a:pt x="49980" y="29315"/>
                  </a:cubicBezTo>
                  <a:cubicBezTo>
                    <a:pt x="48789" y="31548"/>
                    <a:pt x="47301" y="33371"/>
                    <a:pt x="45515" y="34785"/>
                  </a:cubicBezTo>
                  <a:lnTo>
                    <a:pt x="69551" y="34785"/>
                  </a:lnTo>
                  <a:lnTo>
                    <a:pt x="69551" y="43156"/>
                  </a:lnTo>
                  <a:moveTo>
                    <a:pt x="26205" y="35566"/>
                  </a:moveTo>
                  <a:cubicBezTo>
                    <a:pt x="32567" y="35566"/>
                    <a:pt x="37255" y="34301"/>
                    <a:pt x="40306" y="31734"/>
                  </a:cubicBezTo>
                  <a:cubicBezTo>
                    <a:pt x="43320" y="29166"/>
                    <a:pt x="44845" y="26041"/>
                    <a:pt x="44845" y="22357"/>
                  </a:cubicBezTo>
                  <a:cubicBezTo>
                    <a:pt x="44845" y="18637"/>
                    <a:pt x="43283" y="15474"/>
                    <a:pt x="40120" y="12832"/>
                  </a:cubicBezTo>
                  <a:cubicBezTo>
                    <a:pt x="36995" y="10154"/>
                    <a:pt x="32121" y="8851"/>
                    <a:pt x="25498" y="8851"/>
                  </a:cubicBezTo>
                  <a:cubicBezTo>
                    <a:pt x="19210" y="8851"/>
                    <a:pt x="14484" y="10154"/>
                    <a:pt x="11359" y="12721"/>
                  </a:cubicBezTo>
                  <a:cubicBezTo>
                    <a:pt x="8234" y="15325"/>
                    <a:pt x="6671" y="18413"/>
                    <a:pt x="6671" y="21985"/>
                  </a:cubicBezTo>
                  <a:cubicBezTo>
                    <a:pt x="6671" y="25557"/>
                    <a:pt x="8345" y="28720"/>
                    <a:pt x="11657" y="31473"/>
                  </a:cubicBezTo>
                  <a:cubicBezTo>
                    <a:pt x="15005" y="34226"/>
                    <a:pt x="19842" y="35566"/>
                    <a:pt x="26205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90" name="Graphic 4">
            <a:extLst>
              <a:ext uri="{FF2B5EF4-FFF2-40B4-BE49-F238E27FC236}">
                <a16:creationId xmlns:a16="http://schemas.microsoft.com/office/drawing/2014/main" id="{E0D02FB8-BED9-01DA-3E01-030D4F15382D}"/>
              </a:ext>
            </a:extLst>
          </p:cNvPr>
          <p:cNvGrpSpPr/>
          <p:nvPr/>
        </p:nvGrpSpPr>
        <p:grpSpPr>
          <a:xfrm>
            <a:off x="1698858" y="3213195"/>
            <a:ext cx="87101" cy="254523"/>
            <a:chOff x="1317041" y="3213195"/>
            <a:chExt cx="87101" cy="254523"/>
          </a:xfrm>
          <a:solidFill>
            <a:srgbClr val="000000"/>
          </a:solidFill>
        </p:grpSpPr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DC348000-D9D3-E11E-5202-E7ECDE9B0471}"/>
                </a:ext>
              </a:extLst>
            </p:cNvPr>
            <p:cNvSpPr/>
            <p:nvPr/>
          </p:nvSpPr>
          <p:spPr>
            <a:xfrm>
              <a:off x="1334677" y="3427573"/>
              <a:ext cx="50527" cy="40146"/>
            </a:xfrm>
            <a:custGeom>
              <a:avLst/>
              <a:gdLst>
                <a:gd name="csX0" fmla="*/ 50620 w 50527"/>
                <a:gd name="csY0" fmla="*/ 40462 h 40146"/>
                <a:gd name="csX1" fmla="*/ 1209 w 50527"/>
                <a:gd name="csY1" fmla="*/ 40462 h 40146"/>
                <a:gd name="csX2" fmla="*/ 1209 w 50527"/>
                <a:gd name="csY2" fmla="*/ 32946 h 40146"/>
                <a:gd name="csX3" fmla="*/ 8242 w 50527"/>
                <a:gd name="csY3" fmla="*/ 32946 h 40146"/>
                <a:gd name="csX4" fmla="*/ 93 w 50527"/>
                <a:gd name="csY4" fmla="*/ 17208 h 40146"/>
                <a:gd name="csX5" fmla="*/ 1730 w 50527"/>
                <a:gd name="csY5" fmla="*/ 9022 h 40146"/>
                <a:gd name="csX6" fmla="*/ 5935 w 50527"/>
                <a:gd name="csY6" fmla="*/ 3404 h 40146"/>
                <a:gd name="csX7" fmla="*/ 12111 w 50527"/>
                <a:gd name="csY7" fmla="*/ 800 h 40146"/>
                <a:gd name="csX8" fmla="*/ 20259 w 50527"/>
                <a:gd name="csY8" fmla="*/ 316 h 40146"/>
                <a:gd name="csX9" fmla="*/ 50620 w 50527"/>
                <a:gd name="csY9" fmla="*/ 316 h 40146"/>
                <a:gd name="csX10" fmla="*/ 50620 w 50527"/>
                <a:gd name="csY10" fmla="*/ 8725 h 40146"/>
                <a:gd name="csX11" fmla="*/ 20594 w 50527"/>
                <a:gd name="csY11" fmla="*/ 8725 h 40146"/>
                <a:gd name="csX12" fmla="*/ 12930 w 50527"/>
                <a:gd name="csY12" fmla="*/ 9692 h 40146"/>
                <a:gd name="csX13" fmla="*/ 8874 w 50527"/>
                <a:gd name="csY13" fmla="*/ 13152 h 40146"/>
                <a:gd name="csX14" fmla="*/ 7386 w 50527"/>
                <a:gd name="csY14" fmla="*/ 18994 h 40146"/>
                <a:gd name="csX15" fmla="*/ 10772 w 50527"/>
                <a:gd name="csY15" fmla="*/ 28221 h 40146"/>
                <a:gd name="csX16" fmla="*/ 23645 w 50527"/>
                <a:gd name="csY16" fmla="*/ 32091 h 40146"/>
                <a:gd name="csX17" fmla="*/ 50620 w 50527"/>
                <a:gd name="csY17" fmla="*/ 32091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20" y="40462"/>
                  </a:moveTo>
                  <a:lnTo>
                    <a:pt x="1209" y="40462"/>
                  </a:lnTo>
                  <a:lnTo>
                    <a:pt x="1209" y="32946"/>
                  </a:lnTo>
                  <a:lnTo>
                    <a:pt x="8242" y="32946"/>
                  </a:lnTo>
                  <a:cubicBezTo>
                    <a:pt x="2809" y="29300"/>
                    <a:pt x="93" y="24054"/>
                    <a:pt x="93" y="17208"/>
                  </a:cubicBezTo>
                  <a:cubicBezTo>
                    <a:pt x="93" y="14231"/>
                    <a:pt x="651" y="11515"/>
                    <a:pt x="1730" y="9022"/>
                  </a:cubicBezTo>
                  <a:cubicBezTo>
                    <a:pt x="2772" y="6529"/>
                    <a:pt x="4186" y="4632"/>
                    <a:pt x="5935" y="3404"/>
                  </a:cubicBezTo>
                  <a:cubicBezTo>
                    <a:pt x="7646" y="2176"/>
                    <a:pt x="9730" y="1283"/>
                    <a:pt x="12111" y="800"/>
                  </a:cubicBezTo>
                  <a:cubicBezTo>
                    <a:pt x="13674" y="502"/>
                    <a:pt x="16390" y="316"/>
                    <a:pt x="20259" y="316"/>
                  </a:cubicBezTo>
                  <a:lnTo>
                    <a:pt x="50620" y="316"/>
                  </a:lnTo>
                  <a:lnTo>
                    <a:pt x="50620" y="8725"/>
                  </a:lnTo>
                  <a:lnTo>
                    <a:pt x="20594" y="8725"/>
                  </a:lnTo>
                  <a:cubicBezTo>
                    <a:pt x="17171" y="8725"/>
                    <a:pt x="14604" y="9022"/>
                    <a:pt x="12930" y="9692"/>
                  </a:cubicBezTo>
                  <a:cubicBezTo>
                    <a:pt x="11218" y="10325"/>
                    <a:pt x="9879" y="11478"/>
                    <a:pt x="8874" y="13152"/>
                  </a:cubicBezTo>
                  <a:cubicBezTo>
                    <a:pt x="7870" y="14789"/>
                    <a:pt x="7386" y="16761"/>
                    <a:pt x="7386" y="18994"/>
                  </a:cubicBezTo>
                  <a:cubicBezTo>
                    <a:pt x="7386" y="22566"/>
                    <a:pt x="8502" y="25617"/>
                    <a:pt x="10772" y="28221"/>
                  </a:cubicBezTo>
                  <a:cubicBezTo>
                    <a:pt x="13041" y="30788"/>
                    <a:pt x="17320" y="32091"/>
                    <a:pt x="23645" y="32091"/>
                  </a:cubicBezTo>
                  <a:lnTo>
                    <a:pt x="50620" y="3209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C3ABE923-87F8-A1D0-A38A-BA7AE3A439B2}"/>
                </a:ext>
              </a:extLst>
            </p:cNvPr>
            <p:cNvSpPr/>
            <p:nvPr/>
          </p:nvSpPr>
          <p:spPr>
            <a:xfrm>
              <a:off x="1317041" y="3348889"/>
              <a:ext cx="68163" cy="65075"/>
            </a:xfrm>
            <a:custGeom>
              <a:avLst/>
              <a:gdLst>
                <a:gd name="csX0" fmla="*/ 68257 w 68163"/>
                <a:gd name="csY0" fmla="*/ 65385 h 65075"/>
                <a:gd name="csX1" fmla="*/ 93 w 68163"/>
                <a:gd name="csY1" fmla="*/ 65385 h 65075"/>
                <a:gd name="csX2" fmla="*/ 93 w 68163"/>
                <a:gd name="csY2" fmla="*/ 51805 h 65075"/>
                <a:gd name="csX3" fmla="*/ 48351 w 68163"/>
                <a:gd name="csY3" fmla="*/ 35657 h 65075"/>
                <a:gd name="csX4" fmla="*/ 58434 w 68163"/>
                <a:gd name="csY4" fmla="*/ 32420 h 65075"/>
                <a:gd name="csX5" fmla="*/ 47532 w 68163"/>
                <a:gd name="csY5" fmla="*/ 28774 h 65075"/>
                <a:gd name="csX6" fmla="*/ 93 w 68163"/>
                <a:gd name="csY6" fmla="*/ 12477 h 65075"/>
                <a:gd name="csX7" fmla="*/ 93 w 68163"/>
                <a:gd name="csY7" fmla="*/ 310 h 65075"/>
                <a:gd name="csX8" fmla="*/ 68257 w 68163"/>
                <a:gd name="csY8" fmla="*/ 310 h 65075"/>
                <a:gd name="csX9" fmla="*/ 68257 w 68163"/>
                <a:gd name="csY9" fmla="*/ 9017 h 65075"/>
                <a:gd name="csX10" fmla="*/ 11181 w 68163"/>
                <a:gd name="csY10" fmla="*/ 9017 h 65075"/>
                <a:gd name="csX11" fmla="*/ 68257 w 68163"/>
                <a:gd name="csY11" fmla="*/ 28848 h 65075"/>
                <a:gd name="csX12" fmla="*/ 68257 w 68163"/>
                <a:gd name="csY12" fmla="*/ 36959 h 65075"/>
                <a:gd name="csX13" fmla="*/ 10214 w 68163"/>
                <a:gd name="csY13" fmla="*/ 56679 h 65075"/>
                <a:gd name="csX14" fmla="*/ 68257 w 68163"/>
                <a:gd name="csY14" fmla="*/ 56679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257" y="65385"/>
                  </a:moveTo>
                  <a:lnTo>
                    <a:pt x="93" y="65385"/>
                  </a:lnTo>
                  <a:lnTo>
                    <a:pt x="93" y="51805"/>
                  </a:lnTo>
                  <a:lnTo>
                    <a:pt x="48351" y="35657"/>
                  </a:lnTo>
                  <a:cubicBezTo>
                    <a:pt x="52853" y="34169"/>
                    <a:pt x="56201" y="33090"/>
                    <a:pt x="58434" y="32420"/>
                  </a:cubicBezTo>
                  <a:cubicBezTo>
                    <a:pt x="55978" y="31639"/>
                    <a:pt x="52332" y="30411"/>
                    <a:pt x="47532" y="28774"/>
                  </a:cubicBezTo>
                  <a:lnTo>
                    <a:pt x="93" y="12477"/>
                  </a:lnTo>
                  <a:lnTo>
                    <a:pt x="93" y="310"/>
                  </a:lnTo>
                  <a:lnTo>
                    <a:pt x="68257" y="310"/>
                  </a:lnTo>
                  <a:lnTo>
                    <a:pt x="68257" y="9017"/>
                  </a:lnTo>
                  <a:lnTo>
                    <a:pt x="11181" y="9017"/>
                  </a:lnTo>
                  <a:lnTo>
                    <a:pt x="68257" y="28848"/>
                  </a:lnTo>
                  <a:lnTo>
                    <a:pt x="68257" y="36959"/>
                  </a:lnTo>
                  <a:lnTo>
                    <a:pt x="10214" y="56679"/>
                  </a:lnTo>
                  <a:lnTo>
                    <a:pt x="68257" y="5667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1A5626EA-A4EB-CAB2-EA09-9A810BD43E9C}"/>
                </a:ext>
              </a:extLst>
            </p:cNvPr>
            <p:cNvSpPr/>
            <p:nvPr/>
          </p:nvSpPr>
          <p:spPr>
            <a:xfrm>
              <a:off x="1317041" y="3269545"/>
              <a:ext cx="68163" cy="65075"/>
            </a:xfrm>
            <a:custGeom>
              <a:avLst/>
              <a:gdLst>
                <a:gd name="csX0" fmla="*/ 68257 w 68163"/>
                <a:gd name="csY0" fmla="*/ 65377 h 65075"/>
                <a:gd name="csX1" fmla="*/ 93 w 68163"/>
                <a:gd name="csY1" fmla="*/ 65377 h 65075"/>
                <a:gd name="csX2" fmla="*/ 93 w 68163"/>
                <a:gd name="csY2" fmla="*/ 51797 h 65075"/>
                <a:gd name="csX3" fmla="*/ 48351 w 68163"/>
                <a:gd name="csY3" fmla="*/ 35649 h 65075"/>
                <a:gd name="csX4" fmla="*/ 58434 w 68163"/>
                <a:gd name="csY4" fmla="*/ 32412 h 65075"/>
                <a:gd name="csX5" fmla="*/ 47532 w 68163"/>
                <a:gd name="csY5" fmla="*/ 28765 h 65075"/>
                <a:gd name="csX6" fmla="*/ 93 w 68163"/>
                <a:gd name="csY6" fmla="*/ 12469 h 65075"/>
                <a:gd name="csX7" fmla="*/ 93 w 68163"/>
                <a:gd name="csY7" fmla="*/ 302 h 65075"/>
                <a:gd name="csX8" fmla="*/ 68257 w 68163"/>
                <a:gd name="csY8" fmla="*/ 302 h 65075"/>
                <a:gd name="csX9" fmla="*/ 68257 w 68163"/>
                <a:gd name="csY9" fmla="*/ 9008 h 65075"/>
                <a:gd name="csX10" fmla="*/ 11181 w 68163"/>
                <a:gd name="csY10" fmla="*/ 9008 h 65075"/>
                <a:gd name="csX11" fmla="*/ 68257 w 68163"/>
                <a:gd name="csY11" fmla="*/ 28840 h 65075"/>
                <a:gd name="csX12" fmla="*/ 68257 w 68163"/>
                <a:gd name="csY12" fmla="*/ 36951 h 65075"/>
                <a:gd name="csX13" fmla="*/ 10214 w 68163"/>
                <a:gd name="csY13" fmla="*/ 56671 h 65075"/>
                <a:gd name="csX14" fmla="*/ 68257 w 68163"/>
                <a:gd name="csY14" fmla="*/ 56671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257" y="65377"/>
                  </a:moveTo>
                  <a:lnTo>
                    <a:pt x="93" y="65377"/>
                  </a:lnTo>
                  <a:lnTo>
                    <a:pt x="93" y="51797"/>
                  </a:lnTo>
                  <a:lnTo>
                    <a:pt x="48351" y="35649"/>
                  </a:lnTo>
                  <a:cubicBezTo>
                    <a:pt x="52853" y="34160"/>
                    <a:pt x="56201" y="33081"/>
                    <a:pt x="58434" y="32412"/>
                  </a:cubicBezTo>
                  <a:cubicBezTo>
                    <a:pt x="55978" y="31630"/>
                    <a:pt x="52332" y="30402"/>
                    <a:pt x="47532" y="28765"/>
                  </a:cubicBezTo>
                  <a:lnTo>
                    <a:pt x="93" y="12469"/>
                  </a:lnTo>
                  <a:lnTo>
                    <a:pt x="93" y="302"/>
                  </a:lnTo>
                  <a:lnTo>
                    <a:pt x="68257" y="302"/>
                  </a:lnTo>
                  <a:lnTo>
                    <a:pt x="68257" y="9008"/>
                  </a:lnTo>
                  <a:lnTo>
                    <a:pt x="11181" y="9008"/>
                  </a:lnTo>
                  <a:lnTo>
                    <a:pt x="68257" y="28840"/>
                  </a:lnTo>
                  <a:lnTo>
                    <a:pt x="68257" y="36951"/>
                  </a:lnTo>
                  <a:lnTo>
                    <a:pt x="10214" y="56671"/>
                  </a:lnTo>
                  <a:lnTo>
                    <a:pt x="68257" y="566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BECCA72D-8214-D013-AF3F-BF20D619569B}"/>
                </a:ext>
              </a:extLst>
            </p:cNvPr>
            <p:cNvSpPr/>
            <p:nvPr/>
          </p:nvSpPr>
          <p:spPr>
            <a:xfrm>
              <a:off x="1334677" y="3213195"/>
              <a:ext cx="69465" cy="42862"/>
            </a:xfrm>
            <a:custGeom>
              <a:avLst/>
              <a:gdLst>
                <a:gd name="csX0" fmla="*/ 69559 w 69465"/>
                <a:gd name="csY0" fmla="*/ 43156 h 42862"/>
                <a:gd name="csX1" fmla="*/ 1209 w 69465"/>
                <a:gd name="csY1" fmla="*/ 43156 h 42862"/>
                <a:gd name="csX2" fmla="*/ 1209 w 69465"/>
                <a:gd name="csY2" fmla="*/ 35529 h 42862"/>
                <a:gd name="csX3" fmla="*/ 7646 w 69465"/>
                <a:gd name="csY3" fmla="*/ 35529 h 42862"/>
                <a:gd name="csX4" fmla="*/ 1991 w 69465"/>
                <a:gd name="csY4" fmla="*/ 29427 h 42862"/>
                <a:gd name="csX5" fmla="*/ 93 w 69465"/>
                <a:gd name="csY5" fmla="*/ 21204 h 42862"/>
                <a:gd name="csX6" fmla="*/ 3367 w 69465"/>
                <a:gd name="csY6" fmla="*/ 10042 h 42862"/>
                <a:gd name="csX7" fmla="*/ 12558 w 69465"/>
                <a:gd name="csY7" fmla="*/ 2749 h 42862"/>
                <a:gd name="csX8" fmla="*/ 25543 w 69465"/>
                <a:gd name="csY8" fmla="*/ 294 h 42862"/>
                <a:gd name="csX9" fmla="*/ 39198 w 69465"/>
                <a:gd name="csY9" fmla="*/ 3010 h 42862"/>
                <a:gd name="csX10" fmla="*/ 48500 w 69465"/>
                <a:gd name="csY10" fmla="*/ 10898 h 42862"/>
                <a:gd name="csX11" fmla="*/ 51737 w 69465"/>
                <a:gd name="csY11" fmla="*/ 21837 h 42862"/>
                <a:gd name="csX12" fmla="*/ 49988 w 69465"/>
                <a:gd name="csY12" fmla="*/ 29315 h 42862"/>
                <a:gd name="csX13" fmla="*/ 45523 w 69465"/>
                <a:gd name="csY13" fmla="*/ 34785 h 42862"/>
                <a:gd name="csX14" fmla="*/ 69559 w 69465"/>
                <a:gd name="csY14" fmla="*/ 34785 h 42862"/>
                <a:gd name="csX15" fmla="*/ 69559 w 69465"/>
                <a:gd name="csY15" fmla="*/ 43156 h 42862"/>
                <a:gd name="csX16" fmla="*/ 26213 w 69465"/>
                <a:gd name="csY16" fmla="*/ 35566 h 42862"/>
                <a:gd name="csX17" fmla="*/ 40314 w 69465"/>
                <a:gd name="csY17" fmla="*/ 31734 h 42862"/>
                <a:gd name="csX18" fmla="*/ 44853 w 69465"/>
                <a:gd name="csY18" fmla="*/ 22357 h 42862"/>
                <a:gd name="csX19" fmla="*/ 40128 w 69465"/>
                <a:gd name="csY19" fmla="*/ 12832 h 42862"/>
                <a:gd name="csX20" fmla="*/ 25506 w 69465"/>
                <a:gd name="csY20" fmla="*/ 8851 h 42862"/>
                <a:gd name="csX21" fmla="*/ 11367 w 69465"/>
                <a:gd name="csY21" fmla="*/ 12721 h 42862"/>
                <a:gd name="csX22" fmla="*/ 6679 w 69465"/>
                <a:gd name="csY22" fmla="*/ 21985 h 42862"/>
                <a:gd name="csX23" fmla="*/ 11665 w 69465"/>
                <a:gd name="csY23" fmla="*/ 31473 h 42862"/>
                <a:gd name="csX24" fmla="*/ 26213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559" y="43156"/>
                  </a:moveTo>
                  <a:lnTo>
                    <a:pt x="1209" y="43156"/>
                  </a:lnTo>
                  <a:lnTo>
                    <a:pt x="1209" y="35529"/>
                  </a:lnTo>
                  <a:lnTo>
                    <a:pt x="7646" y="35529"/>
                  </a:lnTo>
                  <a:cubicBezTo>
                    <a:pt x="5153" y="33743"/>
                    <a:pt x="3256" y="31696"/>
                    <a:pt x="1991" y="29427"/>
                  </a:cubicBezTo>
                  <a:cubicBezTo>
                    <a:pt x="726" y="27194"/>
                    <a:pt x="93" y="24441"/>
                    <a:pt x="93" y="21204"/>
                  </a:cubicBezTo>
                  <a:cubicBezTo>
                    <a:pt x="93" y="17000"/>
                    <a:pt x="1209" y="13279"/>
                    <a:pt x="3367" y="10042"/>
                  </a:cubicBezTo>
                  <a:cubicBezTo>
                    <a:pt x="5525" y="6842"/>
                    <a:pt x="8614" y="4386"/>
                    <a:pt x="12558" y="2749"/>
                  </a:cubicBezTo>
                  <a:cubicBezTo>
                    <a:pt x="16502" y="1112"/>
                    <a:pt x="20855" y="294"/>
                    <a:pt x="25543" y="294"/>
                  </a:cubicBezTo>
                  <a:cubicBezTo>
                    <a:pt x="30603" y="294"/>
                    <a:pt x="35142" y="1187"/>
                    <a:pt x="39198" y="3010"/>
                  </a:cubicBezTo>
                  <a:cubicBezTo>
                    <a:pt x="43253" y="4833"/>
                    <a:pt x="46342" y="7437"/>
                    <a:pt x="48500" y="10898"/>
                  </a:cubicBezTo>
                  <a:cubicBezTo>
                    <a:pt x="50658" y="14358"/>
                    <a:pt x="51737" y="18004"/>
                    <a:pt x="51737" y="21837"/>
                  </a:cubicBezTo>
                  <a:cubicBezTo>
                    <a:pt x="51737" y="24590"/>
                    <a:pt x="51141" y="27120"/>
                    <a:pt x="49988" y="29315"/>
                  </a:cubicBezTo>
                  <a:cubicBezTo>
                    <a:pt x="48797" y="31548"/>
                    <a:pt x="47309" y="33371"/>
                    <a:pt x="45523" y="34785"/>
                  </a:cubicBezTo>
                  <a:lnTo>
                    <a:pt x="69559" y="34785"/>
                  </a:lnTo>
                  <a:lnTo>
                    <a:pt x="69559" y="43156"/>
                  </a:lnTo>
                  <a:moveTo>
                    <a:pt x="26213" y="35566"/>
                  </a:moveTo>
                  <a:cubicBezTo>
                    <a:pt x="32575" y="35566"/>
                    <a:pt x="37263" y="34301"/>
                    <a:pt x="40314" y="31734"/>
                  </a:cubicBezTo>
                  <a:cubicBezTo>
                    <a:pt x="43328" y="29166"/>
                    <a:pt x="44853" y="26041"/>
                    <a:pt x="44853" y="22357"/>
                  </a:cubicBezTo>
                  <a:cubicBezTo>
                    <a:pt x="44853" y="18637"/>
                    <a:pt x="43291" y="15474"/>
                    <a:pt x="40128" y="12832"/>
                  </a:cubicBezTo>
                  <a:cubicBezTo>
                    <a:pt x="37003" y="10154"/>
                    <a:pt x="32129" y="8851"/>
                    <a:pt x="25506" y="8851"/>
                  </a:cubicBezTo>
                  <a:cubicBezTo>
                    <a:pt x="19218" y="8851"/>
                    <a:pt x="14492" y="10154"/>
                    <a:pt x="11367" y="12721"/>
                  </a:cubicBezTo>
                  <a:cubicBezTo>
                    <a:pt x="8242" y="15325"/>
                    <a:pt x="6679" y="18413"/>
                    <a:pt x="6679" y="21985"/>
                  </a:cubicBezTo>
                  <a:cubicBezTo>
                    <a:pt x="6679" y="25557"/>
                    <a:pt x="8353" y="28720"/>
                    <a:pt x="11665" y="31473"/>
                  </a:cubicBezTo>
                  <a:cubicBezTo>
                    <a:pt x="15013" y="34226"/>
                    <a:pt x="19850" y="35566"/>
                    <a:pt x="26213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95" name="Graphic 4">
            <a:extLst>
              <a:ext uri="{FF2B5EF4-FFF2-40B4-BE49-F238E27FC236}">
                <a16:creationId xmlns:a16="http://schemas.microsoft.com/office/drawing/2014/main" id="{207CEC0F-8BC7-5490-DEF2-97EDD2B091DF}"/>
              </a:ext>
            </a:extLst>
          </p:cNvPr>
          <p:cNvGrpSpPr/>
          <p:nvPr/>
        </p:nvGrpSpPr>
        <p:grpSpPr>
          <a:xfrm>
            <a:off x="1774016" y="3213205"/>
            <a:ext cx="88292" cy="249268"/>
            <a:chOff x="1392199" y="3213205"/>
            <a:chExt cx="88292" cy="249268"/>
          </a:xfrm>
          <a:solidFill>
            <a:srgbClr val="000000"/>
          </a:solidFill>
        </p:grpSpPr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C2B2A235-41B8-B94C-157E-249035B240DE}"/>
                </a:ext>
              </a:extLst>
            </p:cNvPr>
            <p:cNvSpPr/>
            <p:nvPr/>
          </p:nvSpPr>
          <p:spPr>
            <a:xfrm>
              <a:off x="1411026" y="3422327"/>
              <a:ext cx="50527" cy="40146"/>
            </a:xfrm>
            <a:custGeom>
              <a:avLst/>
              <a:gdLst>
                <a:gd name="csX0" fmla="*/ 50628 w 50527"/>
                <a:gd name="csY0" fmla="*/ 40462 h 40146"/>
                <a:gd name="csX1" fmla="*/ 1217 w 50527"/>
                <a:gd name="csY1" fmla="*/ 40462 h 40146"/>
                <a:gd name="csX2" fmla="*/ 1217 w 50527"/>
                <a:gd name="csY2" fmla="*/ 32946 h 40146"/>
                <a:gd name="csX3" fmla="*/ 8250 w 50527"/>
                <a:gd name="csY3" fmla="*/ 32946 h 40146"/>
                <a:gd name="csX4" fmla="*/ 101 w 50527"/>
                <a:gd name="csY4" fmla="*/ 17207 h 40146"/>
                <a:gd name="csX5" fmla="*/ 1738 w 50527"/>
                <a:gd name="csY5" fmla="*/ 9022 h 40146"/>
                <a:gd name="csX6" fmla="*/ 5943 w 50527"/>
                <a:gd name="csY6" fmla="*/ 3404 h 40146"/>
                <a:gd name="csX7" fmla="*/ 12119 w 50527"/>
                <a:gd name="csY7" fmla="*/ 799 h 40146"/>
                <a:gd name="csX8" fmla="*/ 20267 w 50527"/>
                <a:gd name="csY8" fmla="*/ 315 h 40146"/>
                <a:gd name="csX9" fmla="*/ 50628 w 50527"/>
                <a:gd name="csY9" fmla="*/ 315 h 40146"/>
                <a:gd name="csX10" fmla="*/ 50628 w 50527"/>
                <a:gd name="csY10" fmla="*/ 8724 h 40146"/>
                <a:gd name="csX11" fmla="*/ 20602 w 50527"/>
                <a:gd name="csY11" fmla="*/ 8724 h 40146"/>
                <a:gd name="csX12" fmla="*/ 12938 w 50527"/>
                <a:gd name="csY12" fmla="*/ 9692 h 40146"/>
                <a:gd name="csX13" fmla="*/ 8882 w 50527"/>
                <a:gd name="csY13" fmla="*/ 13152 h 40146"/>
                <a:gd name="csX14" fmla="*/ 7394 w 50527"/>
                <a:gd name="csY14" fmla="*/ 18993 h 40146"/>
                <a:gd name="csX15" fmla="*/ 10780 w 50527"/>
                <a:gd name="csY15" fmla="*/ 28221 h 40146"/>
                <a:gd name="csX16" fmla="*/ 23653 w 50527"/>
                <a:gd name="csY16" fmla="*/ 32090 h 40146"/>
                <a:gd name="csX17" fmla="*/ 50628 w 50527"/>
                <a:gd name="csY17" fmla="*/ 32090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28" y="40462"/>
                  </a:moveTo>
                  <a:lnTo>
                    <a:pt x="1217" y="40462"/>
                  </a:lnTo>
                  <a:lnTo>
                    <a:pt x="1217" y="32946"/>
                  </a:lnTo>
                  <a:lnTo>
                    <a:pt x="8250" y="32946"/>
                  </a:lnTo>
                  <a:cubicBezTo>
                    <a:pt x="2817" y="29300"/>
                    <a:pt x="101" y="24053"/>
                    <a:pt x="101" y="17207"/>
                  </a:cubicBezTo>
                  <a:cubicBezTo>
                    <a:pt x="101" y="14231"/>
                    <a:pt x="659" y="11515"/>
                    <a:pt x="1738" y="9022"/>
                  </a:cubicBezTo>
                  <a:cubicBezTo>
                    <a:pt x="2780" y="6529"/>
                    <a:pt x="4194" y="4631"/>
                    <a:pt x="5943" y="3404"/>
                  </a:cubicBezTo>
                  <a:cubicBezTo>
                    <a:pt x="7654" y="2176"/>
                    <a:pt x="9738" y="1283"/>
                    <a:pt x="12119" y="799"/>
                  </a:cubicBezTo>
                  <a:cubicBezTo>
                    <a:pt x="13682" y="501"/>
                    <a:pt x="16398" y="315"/>
                    <a:pt x="20267" y="315"/>
                  </a:cubicBezTo>
                  <a:lnTo>
                    <a:pt x="50628" y="315"/>
                  </a:lnTo>
                  <a:lnTo>
                    <a:pt x="50628" y="8724"/>
                  </a:lnTo>
                  <a:lnTo>
                    <a:pt x="20602" y="8724"/>
                  </a:lnTo>
                  <a:cubicBezTo>
                    <a:pt x="17179" y="8724"/>
                    <a:pt x="14612" y="9022"/>
                    <a:pt x="12938" y="9692"/>
                  </a:cubicBezTo>
                  <a:cubicBezTo>
                    <a:pt x="11226" y="10324"/>
                    <a:pt x="9887" y="11477"/>
                    <a:pt x="8882" y="13152"/>
                  </a:cubicBezTo>
                  <a:cubicBezTo>
                    <a:pt x="7878" y="14789"/>
                    <a:pt x="7394" y="16761"/>
                    <a:pt x="7394" y="18993"/>
                  </a:cubicBezTo>
                  <a:cubicBezTo>
                    <a:pt x="7394" y="22565"/>
                    <a:pt x="8510" y="25616"/>
                    <a:pt x="10780" y="28221"/>
                  </a:cubicBezTo>
                  <a:cubicBezTo>
                    <a:pt x="13049" y="30788"/>
                    <a:pt x="17328" y="32090"/>
                    <a:pt x="23653" y="32090"/>
                  </a:cubicBezTo>
                  <a:lnTo>
                    <a:pt x="50628" y="3209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07BB3C5D-B5D1-BB63-050A-ECF03138684C}"/>
                </a:ext>
              </a:extLst>
            </p:cNvPr>
            <p:cNvSpPr/>
            <p:nvPr/>
          </p:nvSpPr>
          <p:spPr>
            <a:xfrm>
              <a:off x="1392199" y="3347662"/>
              <a:ext cx="70507" cy="63065"/>
            </a:xfrm>
            <a:custGeom>
              <a:avLst/>
              <a:gdLst>
                <a:gd name="csX0" fmla="*/ 42703 w 70507"/>
                <a:gd name="csY0" fmla="*/ 29182 h 63065"/>
                <a:gd name="csX1" fmla="*/ 34704 w 70507"/>
                <a:gd name="csY1" fmla="*/ 29182 h 63065"/>
                <a:gd name="csX2" fmla="*/ 34667 w 70507"/>
                <a:gd name="csY2" fmla="*/ 310 h 63065"/>
                <a:gd name="csX3" fmla="*/ 59967 w 70507"/>
                <a:gd name="csY3" fmla="*/ 310 h 63065"/>
                <a:gd name="csX4" fmla="*/ 67930 w 70507"/>
                <a:gd name="csY4" fmla="*/ 14039 h 63065"/>
                <a:gd name="csX5" fmla="*/ 70609 w 70507"/>
                <a:gd name="csY5" fmla="*/ 28550 h 63065"/>
                <a:gd name="csX6" fmla="*/ 66330 w 70507"/>
                <a:gd name="csY6" fmla="*/ 46781 h 63065"/>
                <a:gd name="csX7" fmla="*/ 53865 w 70507"/>
                <a:gd name="csY7" fmla="*/ 59171 h 63065"/>
                <a:gd name="csX8" fmla="*/ 35671 w 70507"/>
                <a:gd name="csY8" fmla="*/ 63376 h 63065"/>
                <a:gd name="csX9" fmla="*/ 17105 w 70507"/>
                <a:gd name="csY9" fmla="*/ 59209 h 63065"/>
                <a:gd name="csX10" fmla="*/ 4306 w 70507"/>
                <a:gd name="csY10" fmla="*/ 47228 h 63065"/>
                <a:gd name="csX11" fmla="*/ 101 w 70507"/>
                <a:gd name="csY11" fmla="*/ 29220 h 63065"/>
                <a:gd name="csX12" fmla="*/ 2520 w 70507"/>
                <a:gd name="csY12" fmla="*/ 15862 h 63065"/>
                <a:gd name="csX13" fmla="*/ 9180 w 70507"/>
                <a:gd name="csY13" fmla="*/ 6486 h 63065"/>
                <a:gd name="csX14" fmla="*/ 20342 w 70507"/>
                <a:gd name="csY14" fmla="*/ 1314 h 63065"/>
                <a:gd name="csX15" fmla="*/ 22574 w 70507"/>
                <a:gd name="csY15" fmla="*/ 9463 h 63065"/>
                <a:gd name="csX16" fmla="*/ 14389 w 70507"/>
                <a:gd name="csY16" fmla="*/ 13295 h 63065"/>
                <a:gd name="csX17" fmla="*/ 9626 w 70507"/>
                <a:gd name="csY17" fmla="*/ 19769 h 63065"/>
                <a:gd name="csX18" fmla="*/ 7840 w 70507"/>
                <a:gd name="csY18" fmla="*/ 29182 h 63065"/>
                <a:gd name="csX19" fmla="*/ 9701 w 70507"/>
                <a:gd name="csY19" fmla="*/ 39861 h 63065"/>
                <a:gd name="csX20" fmla="*/ 14686 w 70507"/>
                <a:gd name="csY20" fmla="*/ 47153 h 63065"/>
                <a:gd name="csX21" fmla="*/ 21421 w 70507"/>
                <a:gd name="csY21" fmla="*/ 51469 h 63065"/>
                <a:gd name="csX22" fmla="*/ 35150 w 70507"/>
                <a:gd name="csY22" fmla="*/ 54074 h 63065"/>
                <a:gd name="csX23" fmla="*/ 50405 w 70507"/>
                <a:gd name="csY23" fmla="*/ 50911 h 63065"/>
                <a:gd name="csX24" fmla="*/ 59521 w 70507"/>
                <a:gd name="csY24" fmla="*/ 41796 h 63065"/>
                <a:gd name="csX25" fmla="*/ 62497 w 70507"/>
                <a:gd name="csY25" fmla="*/ 29034 h 63065"/>
                <a:gd name="csX26" fmla="*/ 60228 w 70507"/>
                <a:gd name="csY26" fmla="*/ 17611 h 63065"/>
                <a:gd name="csX27" fmla="*/ 55428 w 70507"/>
                <a:gd name="csY27" fmla="*/ 9128 h 63065"/>
                <a:gd name="csX28" fmla="*/ 42703 w 70507"/>
                <a:gd name="csY28" fmla="*/ 9128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03" y="29182"/>
                  </a:moveTo>
                  <a:lnTo>
                    <a:pt x="34704" y="29182"/>
                  </a:lnTo>
                  <a:lnTo>
                    <a:pt x="34667" y="310"/>
                  </a:lnTo>
                  <a:lnTo>
                    <a:pt x="59967" y="310"/>
                  </a:lnTo>
                  <a:cubicBezTo>
                    <a:pt x="63502" y="4737"/>
                    <a:pt x="66144" y="9314"/>
                    <a:pt x="67930" y="14039"/>
                  </a:cubicBezTo>
                  <a:cubicBezTo>
                    <a:pt x="69716" y="18727"/>
                    <a:pt x="70609" y="23564"/>
                    <a:pt x="70609" y="28550"/>
                  </a:cubicBezTo>
                  <a:cubicBezTo>
                    <a:pt x="70609" y="35247"/>
                    <a:pt x="69195" y="41312"/>
                    <a:pt x="66330" y="46781"/>
                  </a:cubicBezTo>
                  <a:cubicBezTo>
                    <a:pt x="63465" y="52251"/>
                    <a:pt x="59298" y="56381"/>
                    <a:pt x="53865" y="59171"/>
                  </a:cubicBezTo>
                  <a:cubicBezTo>
                    <a:pt x="48433" y="61962"/>
                    <a:pt x="42368" y="63376"/>
                    <a:pt x="35671" y="63376"/>
                  </a:cubicBezTo>
                  <a:cubicBezTo>
                    <a:pt x="29048" y="63376"/>
                    <a:pt x="22872" y="61962"/>
                    <a:pt x="17105" y="59209"/>
                  </a:cubicBezTo>
                  <a:cubicBezTo>
                    <a:pt x="11375" y="56418"/>
                    <a:pt x="7096" y="52437"/>
                    <a:pt x="4306" y="47228"/>
                  </a:cubicBezTo>
                  <a:cubicBezTo>
                    <a:pt x="1515" y="42019"/>
                    <a:pt x="101" y="36029"/>
                    <a:pt x="101" y="29220"/>
                  </a:cubicBezTo>
                  <a:cubicBezTo>
                    <a:pt x="101" y="24308"/>
                    <a:pt x="920" y="19843"/>
                    <a:pt x="2520" y="15862"/>
                  </a:cubicBezTo>
                  <a:cubicBezTo>
                    <a:pt x="4120" y="11881"/>
                    <a:pt x="6315" y="8756"/>
                    <a:pt x="9180" y="6486"/>
                  </a:cubicBezTo>
                  <a:cubicBezTo>
                    <a:pt x="12045" y="4217"/>
                    <a:pt x="15765" y="2505"/>
                    <a:pt x="20342" y="1314"/>
                  </a:cubicBezTo>
                  <a:lnTo>
                    <a:pt x="22574" y="9463"/>
                  </a:lnTo>
                  <a:cubicBezTo>
                    <a:pt x="19114" y="10467"/>
                    <a:pt x="16361" y="11770"/>
                    <a:pt x="14389" y="13295"/>
                  </a:cubicBezTo>
                  <a:cubicBezTo>
                    <a:pt x="12417" y="14783"/>
                    <a:pt x="10817" y="16979"/>
                    <a:pt x="9626" y="19769"/>
                  </a:cubicBezTo>
                  <a:cubicBezTo>
                    <a:pt x="8436" y="22597"/>
                    <a:pt x="7840" y="25722"/>
                    <a:pt x="7840" y="29182"/>
                  </a:cubicBezTo>
                  <a:cubicBezTo>
                    <a:pt x="7840" y="33312"/>
                    <a:pt x="8473" y="36884"/>
                    <a:pt x="9701" y="39861"/>
                  </a:cubicBezTo>
                  <a:cubicBezTo>
                    <a:pt x="10966" y="42875"/>
                    <a:pt x="12603" y="45330"/>
                    <a:pt x="14686" y="47153"/>
                  </a:cubicBezTo>
                  <a:cubicBezTo>
                    <a:pt x="16696" y="49014"/>
                    <a:pt x="18965" y="50428"/>
                    <a:pt x="21421" y="51469"/>
                  </a:cubicBezTo>
                  <a:cubicBezTo>
                    <a:pt x="25625" y="53181"/>
                    <a:pt x="30202" y="54074"/>
                    <a:pt x="35150" y="54074"/>
                  </a:cubicBezTo>
                  <a:cubicBezTo>
                    <a:pt x="41215" y="54074"/>
                    <a:pt x="46312" y="53032"/>
                    <a:pt x="50405" y="50911"/>
                  </a:cubicBezTo>
                  <a:cubicBezTo>
                    <a:pt x="54498" y="48828"/>
                    <a:pt x="57512" y="45777"/>
                    <a:pt x="59521" y="41796"/>
                  </a:cubicBezTo>
                  <a:cubicBezTo>
                    <a:pt x="61493" y="37777"/>
                    <a:pt x="62497" y="33536"/>
                    <a:pt x="62497" y="29034"/>
                  </a:cubicBezTo>
                  <a:cubicBezTo>
                    <a:pt x="62497" y="25127"/>
                    <a:pt x="61716" y="21332"/>
                    <a:pt x="60228" y="17611"/>
                  </a:cubicBezTo>
                  <a:cubicBezTo>
                    <a:pt x="58702" y="13890"/>
                    <a:pt x="57102" y="11063"/>
                    <a:pt x="55428" y="9128"/>
                  </a:cubicBezTo>
                  <a:lnTo>
                    <a:pt x="42703" y="912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0825B455-8ACE-B121-DE48-2A8EE7E146D5}"/>
                </a:ext>
              </a:extLst>
            </p:cNvPr>
            <p:cNvSpPr/>
            <p:nvPr/>
          </p:nvSpPr>
          <p:spPr>
            <a:xfrm>
              <a:off x="1393390" y="3269555"/>
              <a:ext cx="68163" cy="65075"/>
            </a:xfrm>
            <a:custGeom>
              <a:avLst/>
              <a:gdLst>
                <a:gd name="csX0" fmla="*/ 68265 w 68163"/>
                <a:gd name="csY0" fmla="*/ 65377 h 65075"/>
                <a:gd name="csX1" fmla="*/ 101 w 68163"/>
                <a:gd name="csY1" fmla="*/ 65377 h 65075"/>
                <a:gd name="csX2" fmla="*/ 101 w 68163"/>
                <a:gd name="csY2" fmla="*/ 51797 h 65075"/>
                <a:gd name="csX3" fmla="*/ 48359 w 68163"/>
                <a:gd name="csY3" fmla="*/ 35649 h 65075"/>
                <a:gd name="csX4" fmla="*/ 58442 w 68163"/>
                <a:gd name="csY4" fmla="*/ 32412 h 65075"/>
                <a:gd name="csX5" fmla="*/ 47540 w 68163"/>
                <a:gd name="csY5" fmla="*/ 28765 h 65075"/>
                <a:gd name="csX6" fmla="*/ 101 w 68163"/>
                <a:gd name="csY6" fmla="*/ 12469 h 65075"/>
                <a:gd name="csX7" fmla="*/ 101 w 68163"/>
                <a:gd name="csY7" fmla="*/ 302 h 65075"/>
                <a:gd name="csX8" fmla="*/ 68265 w 68163"/>
                <a:gd name="csY8" fmla="*/ 302 h 65075"/>
                <a:gd name="csX9" fmla="*/ 68265 w 68163"/>
                <a:gd name="csY9" fmla="*/ 9008 h 65075"/>
                <a:gd name="csX10" fmla="*/ 11189 w 68163"/>
                <a:gd name="csY10" fmla="*/ 9008 h 65075"/>
                <a:gd name="csX11" fmla="*/ 68265 w 68163"/>
                <a:gd name="csY11" fmla="*/ 28840 h 65075"/>
                <a:gd name="csX12" fmla="*/ 68265 w 68163"/>
                <a:gd name="csY12" fmla="*/ 36951 h 65075"/>
                <a:gd name="csX13" fmla="*/ 10222 w 68163"/>
                <a:gd name="csY13" fmla="*/ 56671 h 65075"/>
                <a:gd name="csX14" fmla="*/ 68265 w 68163"/>
                <a:gd name="csY14" fmla="*/ 56671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265" y="65377"/>
                  </a:moveTo>
                  <a:lnTo>
                    <a:pt x="101" y="65377"/>
                  </a:lnTo>
                  <a:lnTo>
                    <a:pt x="101" y="51797"/>
                  </a:lnTo>
                  <a:lnTo>
                    <a:pt x="48359" y="35649"/>
                  </a:lnTo>
                  <a:cubicBezTo>
                    <a:pt x="52861" y="34160"/>
                    <a:pt x="56209" y="33081"/>
                    <a:pt x="58442" y="32412"/>
                  </a:cubicBezTo>
                  <a:cubicBezTo>
                    <a:pt x="55986" y="31630"/>
                    <a:pt x="52340" y="30402"/>
                    <a:pt x="47540" y="28765"/>
                  </a:cubicBezTo>
                  <a:lnTo>
                    <a:pt x="101" y="12469"/>
                  </a:lnTo>
                  <a:lnTo>
                    <a:pt x="101" y="302"/>
                  </a:lnTo>
                  <a:lnTo>
                    <a:pt x="68265" y="302"/>
                  </a:lnTo>
                  <a:lnTo>
                    <a:pt x="68265" y="9008"/>
                  </a:lnTo>
                  <a:lnTo>
                    <a:pt x="11189" y="9008"/>
                  </a:lnTo>
                  <a:lnTo>
                    <a:pt x="68265" y="28840"/>
                  </a:lnTo>
                  <a:lnTo>
                    <a:pt x="68265" y="36951"/>
                  </a:lnTo>
                  <a:lnTo>
                    <a:pt x="10222" y="56671"/>
                  </a:lnTo>
                  <a:lnTo>
                    <a:pt x="68265" y="566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07764709-7D0A-7643-8549-54FDA775731D}"/>
                </a:ext>
              </a:extLst>
            </p:cNvPr>
            <p:cNvSpPr/>
            <p:nvPr/>
          </p:nvSpPr>
          <p:spPr>
            <a:xfrm>
              <a:off x="1411026" y="3213205"/>
              <a:ext cx="69465" cy="42862"/>
            </a:xfrm>
            <a:custGeom>
              <a:avLst/>
              <a:gdLst>
                <a:gd name="csX0" fmla="*/ 69567 w 69465"/>
                <a:gd name="csY0" fmla="*/ 43156 h 42862"/>
                <a:gd name="csX1" fmla="*/ 1217 w 69465"/>
                <a:gd name="csY1" fmla="*/ 43156 h 42862"/>
                <a:gd name="csX2" fmla="*/ 1217 w 69465"/>
                <a:gd name="csY2" fmla="*/ 35529 h 42862"/>
                <a:gd name="csX3" fmla="*/ 7654 w 69465"/>
                <a:gd name="csY3" fmla="*/ 35529 h 42862"/>
                <a:gd name="csX4" fmla="*/ 1999 w 69465"/>
                <a:gd name="csY4" fmla="*/ 29427 h 42862"/>
                <a:gd name="csX5" fmla="*/ 101 w 69465"/>
                <a:gd name="csY5" fmla="*/ 21204 h 42862"/>
                <a:gd name="csX6" fmla="*/ 3375 w 69465"/>
                <a:gd name="csY6" fmla="*/ 10042 h 42862"/>
                <a:gd name="csX7" fmla="*/ 12566 w 69465"/>
                <a:gd name="csY7" fmla="*/ 2749 h 42862"/>
                <a:gd name="csX8" fmla="*/ 25551 w 69465"/>
                <a:gd name="csY8" fmla="*/ 294 h 42862"/>
                <a:gd name="csX9" fmla="*/ 39206 w 69465"/>
                <a:gd name="csY9" fmla="*/ 3010 h 42862"/>
                <a:gd name="csX10" fmla="*/ 48508 w 69465"/>
                <a:gd name="csY10" fmla="*/ 10898 h 42862"/>
                <a:gd name="csX11" fmla="*/ 51745 w 69465"/>
                <a:gd name="csY11" fmla="*/ 21837 h 42862"/>
                <a:gd name="csX12" fmla="*/ 49996 w 69465"/>
                <a:gd name="csY12" fmla="*/ 29315 h 42862"/>
                <a:gd name="csX13" fmla="*/ 45531 w 69465"/>
                <a:gd name="csY13" fmla="*/ 34785 h 42862"/>
                <a:gd name="csX14" fmla="*/ 69567 w 69465"/>
                <a:gd name="csY14" fmla="*/ 34785 h 42862"/>
                <a:gd name="csX15" fmla="*/ 69567 w 69465"/>
                <a:gd name="csY15" fmla="*/ 43156 h 42862"/>
                <a:gd name="csX16" fmla="*/ 26221 w 69465"/>
                <a:gd name="csY16" fmla="*/ 35566 h 42862"/>
                <a:gd name="csX17" fmla="*/ 40322 w 69465"/>
                <a:gd name="csY17" fmla="*/ 31734 h 42862"/>
                <a:gd name="csX18" fmla="*/ 44861 w 69465"/>
                <a:gd name="csY18" fmla="*/ 22357 h 42862"/>
                <a:gd name="csX19" fmla="*/ 40136 w 69465"/>
                <a:gd name="csY19" fmla="*/ 12832 h 42862"/>
                <a:gd name="csX20" fmla="*/ 25514 w 69465"/>
                <a:gd name="csY20" fmla="*/ 8851 h 42862"/>
                <a:gd name="csX21" fmla="*/ 11375 w 69465"/>
                <a:gd name="csY21" fmla="*/ 12721 h 42862"/>
                <a:gd name="csX22" fmla="*/ 6687 w 69465"/>
                <a:gd name="csY22" fmla="*/ 21985 h 42862"/>
                <a:gd name="csX23" fmla="*/ 11673 w 69465"/>
                <a:gd name="csY23" fmla="*/ 31473 h 42862"/>
                <a:gd name="csX24" fmla="*/ 26221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567" y="43156"/>
                  </a:moveTo>
                  <a:lnTo>
                    <a:pt x="1217" y="43156"/>
                  </a:lnTo>
                  <a:lnTo>
                    <a:pt x="1217" y="35529"/>
                  </a:lnTo>
                  <a:lnTo>
                    <a:pt x="7654" y="35529"/>
                  </a:lnTo>
                  <a:cubicBezTo>
                    <a:pt x="5161" y="33743"/>
                    <a:pt x="3264" y="31696"/>
                    <a:pt x="1999" y="29427"/>
                  </a:cubicBezTo>
                  <a:cubicBezTo>
                    <a:pt x="734" y="27194"/>
                    <a:pt x="101" y="24441"/>
                    <a:pt x="101" y="21204"/>
                  </a:cubicBezTo>
                  <a:cubicBezTo>
                    <a:pt x="101" y="17000"/>
                    <a:pt x="1217" y="13279"/>
                    <a:pt x="3375" y="10042"/>
                  </a:cubicBezTo>
                  <a:cubicBezTo>
                    <a:pt x="5534" y="6842"/>
                    <a:pt x="8622" y="4386"/>
                    <a:pt x="12566" y="2749"/>
                  </a:cubicBezTo>
                  <a:cubicBezTo>
                    <a:pt x="16510" y="1112"/>
                    <a:pt x="20863" y="294"/>
                    <a:pt x="25551" y="294"/>
                  </a:cubicBezTo>
                  <a:cubicBezTo>
                    <a:pt x="30611" y="294"/>
                    <a:pt x="35150" y="1187"/>
                    <a:pt x="39206" y="3010"/>
                  </a:cubicBezTo>
                  <a:cubicBezTo>
                    <a:pt x="43261" y="4833"/>
                    <a:pt x="46350" y="7437"/>
                    <a:pt x="48508" y="10898"/>
                  </a:cubicBezTo>
                  <a:cubicBezTo>
                    <a:pt x="50666" y="14358"/>
                    <a:pt x="51745" y="18004"/>
                    <a:pt x="51745" y="21837"/>
                  </a:cubicBezTo>
                  <a:cubicBezTo>
                    <a:pt x="51745" y="24590"/>
                    <a:pt x="51149" y="27120"/>
                    <a:pt x="49996" y="29315"/>
                  </a:cubicBezTo>
                  <a:cubicBezTo>
                    <a:pt x="48805" y="31548"/>
                    <a:pt x="47317" y="33371"/>
                    <a:pt x="45531" y="34785"/>
                  </a:cubicBezTo>
                  <a:lnTo>
                    <a:pt x="69567" y="34785"/>
                  </a:lnTo>
                  <a:lnTo>
                    <a:pt x="69567" y="43156"/>
                  </a:lnTo>
                  <a:moveTo>
                    <a:pt x="26221" y="35566"/>
                  </a:moveTo>
                  <a:cubicBezTo>
                    <a:pt x="32583" y="35566"/>
                    <a:pt x="37271" y="34301"/>
                    <a:pt x="40322" y="31734"/>
                  </a:cubicBezTo>
                  <a:cubicBezTo>
                    <a:pt x="43336" y="29166"/>
                    <a:pt x="44861" y="26041"/>
                    <a:pt x="44861" y="22357"/>
                  </a:cubicBezTo>
                  <a:cubicBezTo>
                    <a:pt x="44861" y="18637"/>
                    <a:pt x="43299" y="15474"/>
                    <a:pt x="40136" y="12832"/>
                  </a:cubicBezTo>
                  <a:cubicBezTo>
                    <a:pt x="37011" y="10154"/>
                    <a:pt x="32137" y="8851"/>
                    <a:pt x="25514" y="8851"/>
                  </a:cubicBezTo>
                  <a:cubicBezTo>
                    <a:pt x="19226" y="8851"/>
                    <a:pt x="14500" y="10154"/>
                    <a:pt x="11375" y="12721"/>
                  </a:cubicBezTo>
                  <a:cubicBezTo>
                    <a:pt x="8250" y="15325"/>
                    <a:pt x="6687" y="18413"/>
                    <a:pt x="6687" y="21985"/>
                  </a:cubicBezTo>
                  <a:cubicBezTo>
                    <a:pt x="6687" y="25557"/>
                    <a:pt x="8361" y="28720"/>
                    <a:pt x="11673" y="31473"/>
                  </a:cubicBezTo>
                  <a:cubicBezTo>
                    <a:pt x="15021" y="34226"/>
                    <a:pt x="19858" y="35566"/>
                    <a:pt x="26221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0" name="Graphic 4">
            <a:extLst>
              <a:ext uri="{FF2B5EF4-FFF2-40B4-BE49-F238E27FC236}">
                <a16:creationId xmlns:a16="http://schemas.microsoft.com/office/drawing/2014/main" id="{643D0428-42C2-E393-24A9-786FBAA08BF3}"/>
              </a:ext>
            </a:extLst>
          </p:cNvPr>
          <p:cNvGrpSpPr/>
          <p:nvPr/>
        </p:nvGrpSpPr>
        <p:grpSpPr>
          <a:xfrm>
            <a:off x="1851593" y="3213419"/>
            <a:ext cx="69279" cy="222674"/>
            <a:chOff x="1469776" y="3213419"/>
            <a:chExt cx="69279" cy="222674"/>
          </a:xfrm>
          <a:solidFill>
            <a:srgbClr val="000000"/>
          </a:solidFill>
        </p:grpSpPr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02A3C79C-9833-D026-A074-96F57ED18355}"/>
                </a:ext>
              </a:extLst>
            </p:cNvPr>
            <p:cNvSpPr/>
            <p:nvPr/>
          </p:nvSpPr>
          <p:spPr>
            <a:xfrm>
              <a:off x="1487412" y="3395947"/>
              <a:ext cx="50527" cy="40146"/>
            </a:xfrm>
            <a:custGeom>
              <a:avLst/>
              <a:gdLst>
                <a:gd name="csX0" fmla="*/ 50636 w 50527"/>
                <a:gd name="csY0" fmla="*/ 40459 h 40146"/>
                <a:gd name="csX1" fmla="*/ 1226 w 50527"/>
                <a:gd name="csY1" fmla="*/ 40459 h 40146"/>
                <a:gd name="csX2" fmla="*/ 1226 w 50527"/>
                <a:gd name="csY2" fmla="*/ 32943 h 40146"/>
                <a:gd name="csX3" fmla="*/ 8258 w 50527"/>
                <a:gd name="csY3" fmla="*/ 32943 h 40146"/>
                <a:gd name="csX4" fmla="*/ 109 w 50527"/>
                <a:gd name="csY4" fmla="*/ 17205 h 40146"/>
                <a:gd name="csX5" fmla="*/ 1746 w 50527"/>
                <a:gd name="csY5" fmla="*/ 9019 h 40146"/>
                <a:gd name="csX6" fmla="*/ 5951 w 50527"/>
                <a:gd name="csY6" fmla="*/ 3401 h 40146"/>
                <a:gd name="csX7" fmla="*/ 12127 w 50527"/>
                <a:gd name="csY7" fmla="*/ 796 h 40146"/>
                <a:gd name="csX8" fmla="*/ 20276 w 50527"/>
                <a:gd name="csY8" fmla="*/ 313 h 40146"/>
                <a:gd name="csX9" fmla="*/ 50636 w 50527"/>
                <a:gd name="csY9" fmla="*/ 313 h 40146"/>
                <a:gd name="csX10" fmla="*/ 50636 w 50527"/>
                <a:gd name="csY10" fmla="*/ 8721 h 40146"/>
                <a:gd name="csX11" fmla="*/ 20610 w 50527"/>
                <a:gd name="csY11" fmla="*/ 8721 h 40146"/>
                <a:gd name="csX12" fmla="*/ 12946 w 50527"/>
                <a:gd name="csY12" fmla="*/ 9689 h 40146"/>
                <a:gd name="csX13" fmla="*/ 8890 w 50527"/>
                <a:gd name="csY13" fmla="*/ 13149 h 40146"/>
                <a:gd name="csX14" fmla="*/ 7402 w 50527"/>
                <a:gd name="csY14" fmla="*/ 18990 h 40146"/>
                <a:gd name="csX15" fmla="*/ 10788 w 50527"/>
                <a:gd name="csY15" fmla="*/ 28218 h 40146"/>
                <a:gd name="csX16" fmla="*/ 23661 w 50527"/>
                <a:gd name="csY16" fmla="*/ 32087 h 40146"/>
                <a:gd name="csX17" fmla="*/ 50636 w 50527"/>
                <a:gd name="csY17" fmla="*/ 32087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36" y="40459"/>
                  </a:moveTo>
                  <a:lnTo>
                    <a:pt x="1226" y="40459"/>
                  </a:lnTo>
                  <a:lnTo>
                    <a:pt x="1226" y="32943"/>
                  </a:lnTo>
                  <a:lnTo>
                    <a:pt x="8258" y="32943"/>
                  </a:lnTo>
                  <a:cubicBezTo>
                    <a:pt x="2825" y="29297"/>
                    <a:pt x="109" y="24051"/>
                    <a:pt x="109" y="17205"/>
                  </a:cubicBezTo>
                  <a:cubicBezTo>
                    <a:pt x="109" y="14228"/>
                    <a:pt x="667" y="11512"/>
                    <a:pt x="1746" y="9019"/>
                  </a:cubicBezTo>
                  <a:cubicBezTo>
                    <a:pt x="2788" y="6526"/>
                    <a:pt x="4202" y="4629"/>
                    <a:pt x="5951" y="3401"/>
                  </a:cubicBezTo>
                  <a:cubicBezTo>
                    <a:pt x="7662" y="2173"/>
                    <a:pt x="9746" y="1280"/>
                    <a:pt x="12127" y="796"/>
                  </a:cubicBezTo>
                  <a:cubicBezTo>
                    <a:pt x="13690" y="499"/>
                    <a:pt x="16406" y="313"/>
                    <a:pt x="20276" y="313"/>
                  </a:cubicBezTo>
                  <a:lnTo>
                    <a:pt x="50636" y="313"/>
                  </a:lnTo>
                  <a:lnTo>
                    <a:pt x="50636" y="8721"/>
                  </a:lnTo>
                  <a:lnTo>
                    <a:pt x="20610" y="8721"/>
                  </a:lnTo>
                  <a:cubicBezTo>
                    <a:pt x="17187" y="8721"/>
                    <a:pt x="14620" y="9019"/>
                    <a:pt x="12946" y="9689"/>
                  </a:cubicBezTo>
                  <a:cubicBezTo>
                    <a:pt x="11234" y="10321"/>
                    <a:pt x="9895" y="11475"/>
                    <a:pt x="8890" y="13149"/>
                  </a:cubicBezTo>
                  <a:cubicBezTo>
                    <a:pt x="7886" y="14786"/>
                    <a:pt x="7402" y="16758"/>
                    <a:pt x="7402" y="18990"/>
                  </a:cubicBezTo>
                  <a:cubicBezTo>
                    <a:pt x="7402" y="22562"/>
                    <a:pt x="8518" y="25613"/>
                    <a:pt x="10788" y="28218"/>
                  </a:cubicBezTo>
                  <a:cubicBezTo>
                    <a:pt x="13057" y="30785"/>
                    <a:pt x="17336" y="32087"/>
                    <a:pt x="23661" y="32087"/>
                  </a:cubicBezTo>
                  <a:lnTo>
                    <a:pt x="50636" y="3208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97F667BD-EB35-9CC8-DB98-C661B927B547}"/>
                </a:ext>
              </a:extLst>
            </p:cNvPr>
            <p:cNvSpPr/>
            <p:nvPr/>
          </p:nvSpPr>
          <p:spPr>
            <a:xfrm>
              <a:off x="1469776" y="3330025"/>
              <a:ext cx="68163" cy="52015"/>
            </a:xfrm>
            <a:custGeom>
              <a:avLst/>
              <a:gdLst>
                <a:gd name="csX0" fmla="*/ 68273 w 68163"/>
                <a:gd name="csY0" fmla="*/ 52322 h 52015"/>
                <a:gd name="csX1" fmla="*/ 109 w 68163"/>
                <a:gd name="csY1" fmla="*/ 52322 h 52015"/>
                <a:gd name="csX2" fmla="*/ 109 w 68163"/>
                <a:gd name="csY2" fmla="*/ 26612 h 52015"/>
                <a:gd name="csX3" fmla="*/ 742 w 68163"/>
                <a:gd name="csY3" fmla="*/ 16232 h 52015"/>
                <a:gd name="csX4" fmla="*/ 3942 w 68163"/>
                <a:gd name="csY4" fmla="*/ 7823 h 52015"/>
                <a:gd name="csX5" fmla="*/ 10527 w 68163"/>
                <a:gd name="csY5" fmla="*/ 2353 h 52015"/>
                <a:gd name="csX6" fmla="*/ 19829 w 68163"/>
                <a:gd name="csY6" fmla="*/ 307 h 52015"/>
                <a:gd name="csX7" fmla="*/ 34526 w 68163"/>
                <a:gd name="csY7" fmla="*/ 5814 h 52015"/>
                <a:gd name="csX8" fmla="*/ 40553 w 68163"/>
                <a:gd name="csY8" fmla="*/ 25831 h 52015"/>
                <a:gd name="csX9" fmla="*/ 40553 w 68163"/>
                <a:gd name="csY9" fmla="*/ 43318 h 52015"/>
                <a:gd name="csX10" fmla="*/ 68273 w 68163"/>
                <a:gd name="csY10" fmla="*/ 43318 h 52015"/>
                <a:gd name="csX11" fmla="*/ 68273 w 68163"/>
                <a:gd name="csY11" fmla="*/ 52322 h 52015"/>
                <a:gd name="csX12" fmla="*/ 32517 w 68163"/>
                <a:gd name="csY12" fmla="*/ 43318 h 52015"/>
                <a:gd name="csX13" fmla="*/ 32517 w 68163"/>
                <a:gd name="csY13" fmla="*/ 25682 h 52015"/>
                <a:gd name="csX14" fmla="*/ 29242 w 68163"/>
                <a:gd name="csY14" fmla="*/ 13255 h 52015"/>
                <a:gd name="csX15" fmla="*/ 20089 w 68163"/>
                <a:gd name="csY15" fmla="*/ 9609 h 52015"/>
                <a:gd name="csX16" fmla="*/ 12760 w 68163"/>
                <a:gd name="csY16" fmla="*/ 11767 h 52015"/>
                <a:gd name="csX17" fmla="*/ 8741 w 68163"/>
                <a:gd name="csY17" fmla="*/ 17459 h 52015"/>
                <a:gd name="csX18" fmla="*/ 8146 w 68163"/>
                <a:gd name="csY18" fmla="*/ 25868 h 52015"/>
                <a:gd name="csX19" fmla="*/ 8146 w 68163"/>
                <a:gd name="csY19" fmla="*/ 43318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73" y="52322"/>
                  </a:moveTo>
                  <a:lnTo>
                    <a:pt x="109" y="52322"/>
                  </a:lnTo>
                  <a:lnTo>
                    <a:pt x="109" y="26612"/>
                  </a:lnTo>
                  <a:cubicBezTo>
                    <a:pt x="109" y="22110"/>
                    <a:pt x="295" y="18650"/>
                    <a:pt x="742" y="16232"/>
                  </a:cubicBezTo>
                  <a:cubicBezTo>
                    <a:pt x="1300" y="12883"/>
                    <a:pt x="2379" y="10092"/>
                    <a:pt x="3942" y="7823"/>
                  </a:cubicBezTo>
                  <a:cubicBezTo>
                    <a:pt x="5504" y="5553"/>
                    <a:pt x="7700" y="3730"/>
                    <a:pt x="10527" y="2353"/>
                  </a:cubicBezTo>
                  <a:cubicBezTo>
                    <a:pt x="13318" y="977"/>
                    <a:pt x="16443" y="307"/>
                    <a:pt x="19829" y="307"/>
                  </a:cubicBezTo>
                  <a:cubicBezTo>
                    <a:pt x="25596" y="307"/>
                    <a:pt x="30507" y="2130"/>
                    <a:pt x="34526" y="5814"/>
                  </a:cubicBezTo>
                  <a:cubicBezTo>
                    <a:pt x="38544" y="9534"/>
                    <a:pt x="40553" y="16194"/>
                    <a:pt x="40553" y="25831"/>
                  </a:cubicBezTo>
                  <a:lnTo>
                    <a:pt x="40553" y="43318"/>
                  </a:lnTo>
                  <a:lnTo>
                    <a:pt x="68273" y="43318"/>
                  </a:lnTo>
                  <a:lnTo>
                    <a:pt x="68273" y="52322"/>
                  </a:lnTo>
                  <a:moveTo>
                    <a:pt x="32517" y="43318"/>
                  </a:moveTo>
                  <a:lnTo>
                    <a:pt x="32517" y="25682"/>
                  </a:lnTo>
                  <a:cubicBezTo>
                    <a:pt x="32517" y="19878"/>
                    <a:pt x="31438" y="15711"/>
                    <a:pt x="29242" y="13255"/>
                  </a:cubicBezTo>
                  <a:cubicBezTo>
                    <a:pt x="27084" y="10837"/>
                    <a:pt x="24033" y="9609"/>
                    <a:pt x="20089" y="9609"/>
                  </a:cubicBezTo>
                  <a:cubicBezTo>
                    <a:pt x="17225" y="9609"/>
                    <a:pt x="14806" y="10316"/>
                    <a:pt x="12760" y="11767"/>
                  </a:cubicBezTo>
                  <a:cubicBezTo>
                    <a:pt x="10751" y="13218"/>
                    <a:pt x="9411" y="15115"/>
                    <a:pt x="8741" y="17459"/>
                  </a:cubicBezTo>
                  <a:cubicBezTo>
                    <a:pt x="8332" y="18985"/>
                    <a:pt x="8146" y="21775"/>
                    <a:pt x="8146" y="25868"/>
                  </a:cubicBezTo>
                  <a:lnTo>
                    <a:pt x="8146" y="433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F2DCF388-0785-07D8-DD93-88917464BD5E}"/>
                </a:ext>
              </a:extLst>
            </p:cNvPr>
            <p:cNvSpPr/>
            <p:nvPr/>
          </p:nvSpPr>
          <p:spPr>
            <a:xfrm>
              <a:off x="1469776" y="3266494"/>
              <a:ext cx="68163" cy="52015"/>
            </a:xfrm>
            <a:custGeom>
              <a:avLst/>
              <a:gdLst>
                <a:gd name="csX0" fmla="*/ 68273 w 68163"/>
                <a:gd name="csY0" fmla="*/ 52316 h 52015"/>
                <a:gd name="csX1" fmla="*/ 109 w 68163"/>
                <a:gd name="csY1" fmla="*/ 52316 h 52015"/>
                <a:gd name="csX2" fmla="*/ 109 w 68163"/>
                <a:gd name="csY2" fmla="*/ 26606 h 52015"/>
                <a:gd name="csX3" fmla="*/ 742 w 68163"/>
                <a:gd name="csY3" fmla="*/ 16225 h 52015"/>
                <a:gd name="csX4" fmla="*/ 3942 w 68163"/>
                <a:gd name="csY4" fmla="*/ 7816 h 52015"/>
                <a:gd name="csX5" fmla="*/ 10527 w 68163"/>
                <a:gd name="csY5" fmla="*/ 2347 h 52015"/>
                <a:gd name="csX6" fmla="*/ 19829 w 68163"/>
                <a:gd name="csY6" fmla="*/ 300 h 52015"/>
                <a:gd name="csX7" fmla="*/ 34526 w 68163"/>
                <a:gd name="csY7" fmla="*/ 5807 h 52015"/>
                <a:gd name="csX8" fmla="*/ 40553 w 68163"/>
                <a:gd name="csY8" fmla="*/ 25824 h 52015"/>
                <a:gd name="csX9" fmla="*/ 40553 w 68163"/>
                <a:gd name="csY9" fmla="*/ 43312 h 52015"/>
                <a:gd name="csX10" fmla="*/ 68273 w 68163"/>
                <a:gd name="csY10" fmla="*/ 43312 h 52015"/>
                <a:gd name="csX11" fmla="*/ 68273 w 68163"/>
                <a:gd name="csY11" fmla="*/ 52316 h 52015"/>
                <a:gd name="csX12" fmla="*/ 32517 w 68163"/>
                <a:gd name="csY12" fmla="*/ 43312 h 52015"/>
                <a:gd name="csX13" fmla="*/ 32517 w 68163"/>
                <a:gd name="csY13" fmla="*/ 25676 h 52015"/>
                <a:gd name="csX14" fmla="*/ 29242 w 68163"/>
                <a:gd name="csY14" fmla="*/ 13248 h 52015"/>
                <a:gd name="csX15" fmla="*/ 20089 w 68163"/>
                <a:gd name="csY15" fmla="*/ 9602 h 52015"/>
                <a:gd name="csX16" fmla="*/ 12760 w 68163"/>
                <a:gd name="csY16" fmla="*/ 11760 h 52015"/>
                <a:gd name="csX17" fmla="*/ 8741 w 68163"/>
                <a:gd name="csY17" fmla="*/ 17453 h 52015"/>
                <a:gd name="csX18" fmla="*/ 8146 w 68163"/>
                <a:gd name="csY18" fmla="*/ 25862 h 52015"/>
                <a:gd name="csX19" fmla="*/ 8146 w 68163"/>
                <a:gd name="csY19" fmla="*/ 43312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73" y="52316"/>
                  </a:moveTo>
                  <a:lnTo>
                    <a:pt x="109" y="52316"/>
                  </a:lnTo>
                  <a:lnTo>
                    <a:pt x="109" y="26606"/>
                  </a:lnTo>
                  <a:cubicBezTo>
                    <a:pt x="109" y="22104"/>
                    <a:pt x="295" y="18643"/>
                    <a:pt x="742" y="16225"/>
                  </a:cubicBezTo>
                  <a:cubicBezTo>
                    <a:pt x="1300" y="12876"/>
                    <a:pt x="2379" y="10086"/>
                    <a:pt x="3942" y="7816"/>
                  </a:cubicBezTo>
                  <a:cubicBezTo>
                    <a:pt x="5504" y="5547"/>
                    <a:pt x="7700" y="3723"/>
                    <a:pt x="10527" y="2347"/>
                  </a:cubicBezTo>
                  <a:cubicBezTo>
                    <a:pt x="13318" y="970"/>
                    <a:pt x="16443" y="300"/>
                    <a:pt x="19829" y="300"/>
                  </a:cubicBezTo>
                  <a:cubicBezTo>
                    <a:pt x="25596" y="300"/>
                    <a:pt x="30507" y="2123"/>
                    <a:pt x="34526" y="5807"/>
                  </a:cubicBezTo>
                  <a:cubicBezTo>
                    <a:pt x="38544" y="9528"/>
                    <a:pt x="40553" y="16188"/>
                    <a:pt x="40553" y="25824"/>
                  </a:cubicBezTo>
                  <a:lnTo>
                    <a:pt x="40553" y="43312"/>
                  </a:lnTo>
                  <a:lnTo>
                    <a:pt x="68273" y="43312"/>
                  </a:lnTo>
                  <a:lnTo>
                    <a:pt x="68273" y="52316"/>
                  </a:lnTo>
                  <a:moveTo>
                    <a:pt x="32517" y="43312"/>
                  </a:moveTo>
                  <a:lnTo>
                    <a:pt x="32517" y="25676"/>
                  </a:lnTo>
                  <a:cubicBezTo>
                    <a:pt x="32517" y="19871"/>
                    <a:pt x="31438" y="15704"/>
                    <a:pt x="29242" y="13248"/>
                  </a:cubicBezTo>
                  <a:cubicBezTo>
                    <a:pt x="27084" y="10830"/>
                    <a:pt x="24033" y="9602"/>
                    <a:pt x="20089" y="9602"/>
                  </a:cubicBezTo>
                  <a:cubicBezTo>
                    <a:pt x="17225" y="9602"/>
                    <a:pt x="14806" y="10309"/>
                    <a:pt x="12760" y="11760"/>
                  </a:cubicBezTo>
                  <a:cubicBezTo>
                    <a:pt x="10751" y="13211"/>
                    <a:pt x="9411" y="15109"/>
                    <a:pt x="8741" y="17453"/>
                  </a:cubicBezTo>
                  <a:cubicBezTo>
                    <a:pt x="8332" y="18978"/>
                    <a:pt x="8146" y="21769"/>
                    <a:pt x="8146" y="25862"/>
                  </a:cubicBezTo>
                  <a:lnTo>
                    <a:pt x="8146" y="433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D3B2B776-9E5A-D900-9D37-0A0DFD672EF4}"/>
                </a:ext>
              </a:extLst>
            </p:cNvPr>
            <p:cNvSpPr/>
            <p:nvPr/>
          </p:nvSpPr>
          <p:spPr>
            <a:xfrm>
              <a:off x="1487412" y="3213419"/>
              <a:ext cx="51643" cy="45466"/>
            </a:xfrm>
            <a:custGeom>
              <a:avLst/>
              <a:gdLst>
                <a:gd name="csX0" fmla="*/ 44534 w 51643"/>
                <a:gd name="csY0" fmla="*/ 10712 h 45466"/>
                <a:gd name="csX1" fmla="*/ 50116 w 51643"/>
                <a:gd name="csY1" fmla="*/ 19679 h 45466"/>
                <a:gd name="csX2" fmla="*/ 51753 w 51643"/>
                <a:gd name="csY2" fmla="*/ 28906 h 45466"/>
                <a:gd name="csX3" fmla="*/ 47772 w 51643"/>
                <a:gd name="csY3" fmla="*/ 41407 h 45466"/>
                <a:gd name="csX4" fmla="*/ 37614 w 51643"/>
                <a:gd name="csY4" fmla="*/ 45761 h 45466"/>
                <a:gd name="csX5" fmla="*/ 30991 w 51643"/>
                <a:gd name="csY5" fmla="*/ 44124 h 45466"/>
                <a:gd name="csX6" fmla="*/ 26154 w 51643"/>
                <a:gd name="csY6" fmla="*/ 39808 h 45466"/>
                <a:gd name="csX7" fmla="*/ 23438 w 51643"/>
                <a:gd name="csY7" fmla="*/ 33780 h 45466"/>
                <a:gd name="csX8" fmla="*/ 22173 w 51643"/>
                <a:gd name="csY8" fmla="*/ 26339 h 45466"/>
                <a:gd name="csX9" fmla="*/ 19308 w 51643"/>
                <a:gd name="csY9" fmla="*/ 11419 h 45466"/>
                <a:gd name="csX10" fmla="*/ 17113 w 51643"/>
                <a:gd name="csY10" fmla="*/ 11344 h 45466"/>
                <a:gd name="csX11" fmla="*/ 9895 w 51643"/>
                <a:gd name="csY11" fmla="*/ 13725 h 45466"/>
                <a:gd name="csX12" fmla="*/ 7067 w 51643"/>
                <a:gd name="csY12" fmla="*/ 23250 h 45466"/>
                <a:gd name="csX13" fmla="*/ 9113 w 51643"/>
                <a:gd name="csY13" fmla="*/ 31994 h 45466"/>
                <a:gd name="csX14" fmla="*/ 16443 w 51643"/>
                <a:gd name="csY14" fmla="*/ 36161 h 45466"/>
                <a:gd name="csX15" fmla="*/ 15327 w 51643"/>
                <a:gd name="csY15" fmla="*/ 44347 h 45466"/>
                <a:gd name="csX16" fmla="*/ 6844 w 51643"/>
                <a:gd name="csY16" fmla="*/ 40663 h 45466"/>
                <a:gd name="csX17" fmla="*/ 1858 w 51643"/>
                <a:gd name="csY17" fmla="*/ 33259 h 45466"/>
                <a:gd name="csX18" fmla="*/ 109 w 51643"/>
                <a:gd name="csY18" fmla="*/ 22060 h 45466"/>
                <a:gd name="csX19" fmla="*/ 1598 w 51643"/>
                <a:gd name="csY19" fmla="*/ 11791 h 45466"/>
                <a:gd name="csX20" fmla="*/ 5355 w 51643"/>
                <a:gd name="csY20" fmla="*/ 5986 h 45466"/>
                <a:gd name="csX21" fmla="*/ 11048 w 51643"/>
                <a:gd name="csY21" fmla="*/ 3382 h 45466"/>
                <a:gd name="csX22" fmla="*/ 18787 w 51643"/>
                <a:gd name="csY22" fmla="*/ 2935 h 45466"/>
                <a:gd name="csX23" fmla="*/ 29949 w 51643"/>
                <a:gd name="csY23" fmla="*/ 2935 h 45466"/>
                <a:gd name="csX24" fmla="*/ 44721 w 51643"/>
                <a:gd name="csY24" fmla="*/ 2414 h 45466"/>
                <a:gd name="csX25" fmla="*/ 50636 w 51643"/>
                <a:gd name="csY25" fmla="*/ 294 h 45466"/>
                <a:gd name="csX26" fmla="*/ 50636 w 51643"/>
                <a:gd name="csY26" fmla="*/ 9037 h 45466"/>
                <a:gd name="csX27" fmla="*/ 44534 w 51643"/>
                <a:gd name="csY27" fmla="*/ 10712 h 45466"/>
                <a:gd name="csX28" fmla="*/ 25857 w 51643"/>
                <a:gd name="csY28" fmla="*/ 11419 h 45466"/>
                <a:gd name="csX29" fmla="*/ 29019 w 51643"/>
                <a:gd name="csY29" fmla="*/ 25074 h 45466"/>
                <a:gd name="csX30" fmla="*/ 30693 w 51643"/>
                <a:gd name="csY30" fmla="*/ 32366 h 45466"/>
                <a:gd name="csX31" fmla="*/ 33410 w 51643"/>
                <a:gd name="csY31" fmla="*/ 35678 h 45466"/>
                <a:gd name="csX32" fmla="*/ 37391 w 51643"/>
                <a:gd name="csY32" fmla="*/ 36868 h 45466"/>
                <a:gd name="csX33" fmla="*/ 42972 w 51643"/>
                <a:gd name="csY33" fmla="*/ 34301 h 45466"/>
                <a:gd name="csX34" fmla="*/ 45204 w 51643"/>
                <a:gd name="csY34" fmla="*/ 26897 h 45466"/>
                <a:gd name="csX35" fmla="*/ 43083 w 51643"/>
                <a:gd name="csY35" fmla="*/ 18302 h 45466"/>
                <a:gd name="csX36" fmla="*/ 37279 w 51643"/>
                <a:gd name="csY36" fmla="*/ 12758 h 45466"/>
                <a:gd name="csX37" fmla="*/ 28908 w 51643"/>
                <a:gd name="csY37" fmla="*/ 11419 h 45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51643" h="45466">
                  <a:moveTo>
                    <a:pt x="44534" y="10712"/>
                  </a:moveTo>
                  <a:cubicBezTo>
                    <a:pt x="47176" y="13800"/>
                    <a:pt x="49037" y="16814"/>
                    <a:pt x="50116" y="19679"/>
                  </a:cubicBezTo>
                  <a:cubicBezTo>
                    <a:pt x="51195" y="22543"/>
                    <a:pt x="51753" y="25594"/>
                    <a:pt x="51753" y="28906"/>
                  </a:cubicBezTo>
                  <a:cubicBezTo>
                    <a:pt x="51753" y="34338"/>
                    <a:pt x="50413" y="38505"/>
                    <a:pt x="47772" y="41407"/>
                  </a:cubicBezTo>
                  <a:cubicBezTo>
                    <a:pt x="45130" y="44310"/>
                    <a:pt x="41744" y="45761"/>
                    <a:pt x="37614" y="45761"/>
                  </a:cubicBezTo>
                  <a:cubicBezTo>
                    <a:pt x="35196" y="45761"/>
                    <a:pt x="33000" y="45240"/>
                    <a:pt x="30991" y="44124"/>
                  </a:cubicBezTo>
                  <a:cubicBezTo>
                    <a:pt x="28982" y="43045"/>
                    <a:pt x="27382" y="41593"/>
                    <a:pt x="26154" y="39808"/>
                  </a:cubicBezTo>
                  <a:cubicBezTo>
                    <a:pt x="24964" y="38022"/>
                    <a:pt x="24033" y="36012"/>
                    <a:pt x="23438" y="33780"/>
                  </a:cubicBezTo>
                  <a:cubicBezTo>
                    <a:pt x="22992" y="32143"/>
                    <a:pt x="22582" y="29650"/>
                    <a:pt x="22173" y="26339"/>
                  </a:cubicBezTo>
                  <a:cubicBezTo>
                    <a:pt x="21355" y="19567"/>
                    <a:pt x="20424" y="14618"/>
                    <a:pt x="19308" y="11419"/>
                  </a:cubicBezTo>
                  <a:cubicBezTo>
                    <a:pt x="18155" y="11381"/>
                    <a:pt x="17411" y="11344"/>
                    <a:pt x="17113" y="11344"/>
                  </a:cubicBezTo>
                  <a:cubicBezTo>
                    <a:pt x="13690" y="11344"/>
                    <a:pt x="11309" y="12163"/>
                    <a:pt x="9895" y="13725"/>
                  </a:cubicBezTo>
                  <a:cubicBezTo>
                    <a:pt x="7997" y="15883"/>
                    <a:pt x="7067" y="19046"/>
                    <a:pt x="7067" y="23250"/>
                  </a:cubicBezTo>
                  <a:cubicBezTo>
                    <a:pt x="7067" y="27194"/>
                    <a:pt x="7737" y="30097"/>
                    <a:pt x="9113" y="31994"/>
                  </a:cubicBezTo>
                  <a:cubicBezTo>
                    <a:pt x="10490" y="33854"/>
                    <a:pt x="12946" y="35268"/>
                    <a:pt x="16443" y="36161"/>
                  </a:cubicBezTo>
                  <a:lnTo>
                    <a:pt x="15327" y="44347"/>
                  </a:lnTo>
                  <a:cubicBezTo>
                    <a:pt x="11830" y="43603"/>
                    <a:pt x="9002" y="42375"/>
                    <a:pt x="6844" y="40663"/>
                  </a:cubicBezTo>
                  <a:cubicBezTo>
                    <a:pt x="4686" y="38952"/>
                    <a:pt x="3049" y="36496"/>
                    <a:pt x="1858" y="33259"/>
                  </a:cubicBezTo>
                  <a:cubicBezTo>
                    <a:pt x="705" y="30059"/>
                    <a:pt x="109" y="26301"/>
                    <a:pt x="109" y="22060"/>
                  </a:cubicBezTo>
                  <a:cubicBezTo>
                    <a:pt x="109" y="17855"/>
                    <a:pt x="630" y="14432"/>
                    <a:pt x="1598" y="11791"/>
                  </a:cubicBezTo>
                  <a:cubicBezTo>
                    <a:pt x="2602" y="9149"/>
                    <a:pt x="3867" y="7214"/>
                    <a:pt x="5355" y="5986"/>
                  </a:cubicBezTo>
                  <a:cubicBezTo>
                    <a:pt x="6881" y="4721"/>
                    <a:pt x="8779" y="3866"/>
                    <a:pt x="11048" y="3382"/>
                  </a:cubicBezTo>
                  <a:cubicBezTo>
                    <a:pt x="12499" y="3084"/>
                    <a:pt x="15067" y="2935"/>
                    <a:pt x="18787" y="2935"/>
                  </a:cubicBezTo>
                  <a:lnTo>
                    <a:pt x="29949" y="2935"/>
                  </a:lnTo>
                  <a:cubicBezTo>
                    <a:pt x="37726" y="2935"/>
                    <a:pt x="42637" y="2749"/>
                    <a:pt x="44721" y="2414"/>
                  </a:cubicBezTo>
                  <a:cubicBezTo>
                    <a:pt x="46767" y="2042"/>
                    <a:pt x="48739" y="1335"/>
                    <a:pt x="50636" y="294"/>
                  </a:cubicBezTo>
                  <a:lnTo>
                    <a:pt x="50636" y="9037"/>
                  </a:lnTo>
                  <a:cubicBezTo>
                    <a:pt x="48888" y="9893"/>
                    <a:pt x="46879" y="10451"/>
                    <a:pt x="44534" y="10712"/>
                  </a:cubicBezTo>
                  <a:moveTo>
                    <a:pt x="25857" y="11419"/>
                  </a:moveTo>
                  <a:cubicBezTo>
                    <a:pt x="27084" y="14432"/>
                    <a:pt x="28126" y="19009"/>
                    <a:pt x="29019" y="25074"/>
                  </a:cubicBezTo>
                  <a:cubicBezTo>
                    <a:pt x="29503" y="28534"/>
                    <a:pt x="30061" y="30952"/>
                    <a:pt x="30693" y="32366"/>
                  </a:cubicBezTo>
                  <a:cubicBezTo>
                    <a:pt x="31289" y="33817"/>
                    <a:pt x="32219" y="34896"/>
                    <a:pt x="33410" y="35678"/>
                  </a:cubicBezTo>
                  <a:cubicBezTo>
                    <a:pt x="34600" y="36459"/>
                    <a:pt x="35940" y="36868"/>
                    <a:pt x="37391" y="36868"/>
                  </a:cubicBezTo>
                  <a:cubicBezTo>
                    <a:pt x="39623" y="36868"/>
                    <a:pt x="41484" y="36012"/>
                    <a:pt x="42972" y="34301"/>
                  </a:cubicBezTo>
                  <a:cubicBezTo>
                    <a:pt x="44460" y="32627"/>
                    <a:pt x="45204" y="30171"/>
                    <a:pt x="45204" y="26897"/>
                  </a:cubicBezTo>
                  <a:cubicBezTo>
                    <a:pt x="45204" y="23660"/>
                    <a:pt x="44497" y="20795"/>
                    <a:pt x="43083" y="18302"/>
                  </a:cubicBezTo>
                  <a:cubicBezTo>
                    <a:pt x="41670" y="15772"/>
                    <a:pt x="39735" y="13949"/>
                    <a:pt x="37279" y="12758"/>
                  </a:cubicBezTo>
                  <a:cubicBezTo>
                    <a:pt x="35382" y="11865"/>
                    <a:pt x="32591" y="11419"/>
                    <a:pt x="28908" y="1141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5" name="Graphic 4">
            <a:extLst>
              <a:ext uri="{FF2B5EF4-FFF2-40B4-BE49-F238E27FC236}">
                <a16:creationId xmlns:a16="http://schemas.microsoft.com/office/drawing/2014/main" id="{AF3C6072-C675-C799-0B2C-69049CF9F3E3}"/>
              </a:ext>
            </a:extLst>
          </p:cNvPr>
          <p:cNvGrpSpPr/>
          <p:nvPr/>
        </p:nvGrpSpPr>
        <p:grpSpPr>
          <a:xfrm>
            <a:off x="1927942" y="3215846"/>
            <a:ext cx="68163" cy="77818"/>
            <a:chOff x="1546125" y="3215846"/>
            <a:chExt cx="68163" cy="77818"/>
          </a:xfrm>
          <a:solidFill>
            <a:srgbClr val="000000"/>
          </a:solidFill>
        </p:grpSpPr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0E1FAAC5-5B04-53B7-D559-21887AC2170F}"/>
                </a:ext>
              </a:extLst>
            </p:cNvPr>
            <p:cNvSpPr/>
            <p:nvPr/>
          </p:nvSpPr>
          <p:spPr>
            <a:xfrm>
              <a:off x="1546125" y="3231269"/>
              <a:ext cx="68163" cy="62396"/>
            </a:xfrm>
            <a:custGeom>
              <a:avLst/>
              <a:gdLst>
                <a:gd name="csX0" fmla="*/ 68281 w 68163"/>
                <a:gd name="csY0" fmla="*/ 36276 h 62396"/>
                <a:gd name="csX1" fmla="*/ 117 w 68163"/>
                <a:gd name="csY1" fmla="*/ 62693 h 62396"/>
                <a:gd name="csX2" fmla="*/ 117 w 68163"/>
                <a:gd name="csY2" fmla="*/ 52908 h 62396"/>
                <a:gd name="csX3" fmla="*/ 49640 w 68163"/>
                <a:gd name="csY3" fmla="*/ 35197 h 62396"/>
                <a:gd name="csX4" fmla="*/ 60802 w 68163"/>
                <a:gd name="csY4" fmla="*/ 31625 h 62396"/>
                <a:gd name="csX5" fmla="*/ 49640 w 68163"/>
                <a:gd name="csY5" fmla="*/ 27942 h 62396"/>
                <a:gd name="csX6" fmla="*/ 117 w 68163"/>
                <a:gd name="csY6" fmla="*/ 9524 h 62396"/>
                <a:gd name="csX7" fmla="*/ 117 w 68163"/>
                <a:gd name="csY7" fmla="*/ 297 h 62396"/>
                <a:gd name="csX8" fmla="*/ 68281 w 68163"/>
                <a:gd name="csY8" fmla="*/ 27012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281" y="36276"/>
                  </a:moveTo>
                  <a:lnTo>
                    <a:pt x="117" y="62693"/>
                  </a:lnTo>
                  <a:lnTo>
                    <a:pt x="117" y="52908"/>
                  </a:lnTo>
                  <a:lnTo>
                    <a:pt x="49640" y="35197"/>
                  </a:lnTo>
                  <a:cubicBezTo>
                    <a:pt x="53584" y="33783"/>
                    <a:pt x="57305" y="32593"/>
                    <a:pt x="60802" y="31625"/>
                  </a:cubicBezTo>
                  <a:cubicBezTo>
                    <a:pt x="57081" y="30546"/>
                    <a:pt x="53361" y="29318"/>
                    <a:pt x="49640" y="27942"/>
                  </a:cubicBezTo>
                  <a:lnTo>
                    <a:pt x="117" y="9524"/>
                  </a:lnTo>
                  <a:lnTo>
                    <a:pt x="117" y="297"/>
                  </a:lnTo>
                  <a:lnTo>
                    <a:pt x="68281" y="270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CE04019F-413A-6E17-C47E-9B5E392626C2}"/>
                </a:ext>
              </a:extLst>
            </p:cNvPr>
            <p:cNvSpPr/>
            <p:nvPr/>
          </p:nvSpPr>
          <p:spPr>
            <a:xfrm>
              <a:off x="1546125" y="3215846"/>
              <a:ext cx="68163" cy="8371"/>
            </a:xfrm>
            <a:custGeom>
              <a:avLst/>
              <a:gdLst>
                <a:gd name="csX0" fmla="*/ 9717 w 68163"/>
                <a:gd name="csY0" fmla="*/ 8662 h 8371"/>
                <a:gd name="csX1" fmla="*/ 117 w 68163"/>
                <a:gd name="csY1" fmla="*/ 8662 h 8371"/>
                <a:gd name="csX2" fmla="*/ 117 w 68163"/>
                <a:gd name="csY2" fmla="*/ 290 h 8371"/>
                <a:gd name="csX3" fmla="*/ 9717 w 68163"/>
                <a:gd name="csY3" fmla="*/ 290 h 8371"/>
                <a:gd name="csX4" fmla="*/ 9717 w 68163"/>
                <a:gd name="csY4" fmla="*/ 8662 h 8371"/>
                <a:gd name="csX5" fmla="*/ 68281 w 68163"/>
                <a:gd name="csY5" fmla="*/ 8662 h 8371"/>
                <a:gd name="csX6" fmla="*/ 18870 w 68163"/>
                <a:gd name="csY6" fmla="*/ 8662 h 8371"/>
                <a:gd name="csX7" fmla="*/ 18870 w 68163"/>
                <a:gd name="csY7" fmla="*/ 290 h 8371"/>
                <a:gd name="csX8" fmla="*/ 68281 w 68163"/>
                <a:gd name="csY8" fmla="*/ 290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8371">
                  <a:moveTo>
                    <a:pt x="9717" y="8662"/>
                  </a:moveTo>
                  <a:lnTo>
                    <a:pt x="117" y="8662"/>
                  </a:lnTo>
                  <a:lnTo>
                    <a:pt x="117" y="290"/>
                  </a:lnTo>
                  <a:lnTo>
                    <a:pt x="9717" y="290"/>
                  </a:lnTo>
                  <a:lnTo>
                    <a:pt x="9717" y="8662"/>
                  </a:lnTo>
                  <a:moveTo>
                    <a:pt x="68281" y="8662"/>
                  </a:moveTo>
                  <a:lnTo>
                    <a:pt x="18870" y="8662"/>
                  </a:lnTo>
                  <a:lnTo>
                    <a:pt x="18870" y="290"/>
                  </a:lnTo>
                  <a:lnTo>
                    <a:pt x="68281" y="29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8" name="Graphic 4">
            <a:extLst>
              <a:ext uri="{FF2B5EF4-FFF2-40B4-BE49-F238E27FC236}">
                <a16:creationId xmlns:a16="http://schemas.microsoft.com/office/drawing/2014/main" id="{50EFDCA8-532E-1AC4-BA20-A48535C13165}"/>
              </a:ext>
            </a:extLst>
          </p:cNvPr>
          <p:cNvGrpSpPr/>
          <p:nvPr/>
        </p:nvGrpSpPr>
        <p:grpSpPr>
          <a:xfrm>
            <a:off x="2004328" y="3213428"/>
            <a:ext cx="69279" cy="157850"/>
            <a:chOff x="1622511" y="3213428"/>
            <a:chExt cx="69279" cy="157850"/>
          </a:xfrm>
          <a:solidFill>
            <a:srgbClr val="000000"/>
          </a:solidFill>
        </p:grpSpPr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605FE360-DB90-4705-BD57-F31288FDA09F}"/>
                </a:ext>
              </a:extLst>
            </p:cNvPr>
            <p:cNvSpPr/>
            <p:nvPr/>
          </p:nvSpPr>
          <p:spPr>
            <a:xfrm>
              <a:off x="1622511" y="3317254"/>
              <a:ext cx="68163" cy="54024"/>
            </a:xfrm>
            <a:custGeom>
              <a:avLst/>
              <a:gdLst>
                <a:gd name="csX0" fmla="*/ 68289 w 68163"/>
                <a:gd name="csY0" fmla="*/ 31857 h 54024"/>
                <a:gd name="csX1" fmla="*/ 8162 w 68163"/>
                <a:gd name="csY1" fmla="*/ 31857 h 54024"/>
                <a:gd name="csX2" fmla="*/ 8162 w 68163"/>
                <a:gd name="csY2" fmla="*/ 54330 h 54024"/>
                <a:gd name="csX3" fmla="*/ 125 w 68163"/>
                <a:gd name="csY3" fmla="*/ 54330 h 54024"/>
                <a:gd name="csX4" fmla="*/ 125 w 68163"/>
                <a:gd name="csY4" fmla="*/ 305 h 54024"/>
                <a:gd name="csX5" fmla="*/ 8162 w 68163"/>
                <a:gd name="csY5" fmla="*/ 305 h 54024"/>
                <a:gd name="csX6" fmla="*/ 8162 w 68163"/>
                <a:gd name="csY6" fmla="*/ 22853 h 54024"/>
                <a:gd name="csX7" fmla="*/ 68289 w 68163"/>
                <a:gd name="csY7" fmla="*/ 22853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289" y="31857"/>
                  </a:moveTo>
                  <a:lnTo>
                    <a:pt x="8162" y="31857"/>
                  </a:lnTo>
                  <a:lnTo>
                    <a:pt x="8162" y="54330"/>
                  </a:lnTo>
                  <a:lnTo>
                    <a:pt x="125" y="54330"/>
                  </a:lnTo>
                  <a:lnTo>
                    <a:pt x="125" y="305"/>
                  </a:lnTo>
                  <a:lnTo>
                    <a:pt x="8162" y="305"/>
                  </a:lnTo>
                  <a:lnTo>
                    <a:pt x="8162" y="22853"/>
                  </a:lnTo>
                  <a:lnTo>
                    <a:pt x="68289" y="2285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7BAD16A0-A88D-149D-3D5B-FBA43176FE26}"/>
                </a:ext>
              </a:extLst>
            </p:cNvPr>
            <p:cNvSpPr/>
            <p:nvPr/>
          </p:nvSpPr>
          <p:spPr>
            <a:xfrm>
              <a:off x="1622511" y="3265769"/>
              <a:ext cx="68163" cy="42564"/>
            </a:xfrm>
            <a:custGeom>
              <a:avLst/>
              <a:gdLst>
                <a:gd name="csX0" fmla="*/ 68289 w 68163"/>
                <a:gd name="csY0" fmla="*/ 42864 h 42564"/>
                <a:gd name="csX1" fmla="*/ 125 w 68163"/>
                <a:gd name="csY1" fmla="*/ 42864 h 42564"/>
                <a:gd name="csX2" fmla="*/ 125 w 68163"/>
                <a:gd name="csY2" fmla="*/ 33860 h 42564"/>
                <a:gd name="csX3" fmla="*/ 60252 w 68163"/>
                <a:gd name="csY3" fmla="*/ 33860 h 42564"/>
                <a:gd name="csX4" fmla="*/ 60252 w 68163"/>
                <a:gd name="csY4" fmla="*/ 299 h 42564"/>
                <a:gd name="csX5" fmla="*/ 68289 w 68163"/>
                <a:gd name="csY5" fmla="*/ 299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289" y="42864"/>
                  </a:moveTo>
                  <a:lnTo>
                    <a:pt x="125" y="42864"/>
                  </a:lnTo>
                  <a:lnTo>
                    <a:pt x="125" y="33860"/>
                  </a:lnTo>
                  <a:lnTo>
                    <a:pt x="60252" y="33860"/>
                  </a:lnTo>
                  <a:lnTo>
                    <a:pt x="60252" y="299"/>
                  </a:lnTo>
                  <a:lnTo>
                    <a:pt x="68289" y="29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0F57A235-C922-654A-1193-35786BBF2280}"/>
                </a:ext>
              </a:extLst>
            </p:cNvPr>
            <p:cNvSpPr/>
            <p:nvPr/>
          </p:nvSpPr>
          <p:spPr>
            <a:xfrm>
              <a:off x="1640147" y="3213428"/>
              <a:ext cx="51643" cy="45466"/>
            </a:xfrm>
            <a:custGeom>
              <a:avLst/>
              <a:gdLst>
                <a:gd name="csX0" fmla="*/ 44551 w 51643"/>
                <a:gd name="csY0" fmla="*/ 10712 h 45466"/>
                <a:gd name="csX1" fmla="*/ 50132 w 51643"/>
                <a:gd name="csY1" fmla="*/ 19679 h 45466"/>
                <a:gd name="csX2" fmla="*/ 51769 w 51643"/>
                <a:gd name="csY2" fmla="*/ 28906 h 45466"/>
                <a:gd name="csX3" fmla="*/ 47788 w 51643"/>
                <a:gd name="csY3" fmla="*/ 41407 h 45466"/>
                <a:gd name="csX4" fmla="*/ 37630 w 51643"/>
                <a:gd name="csY4" fmla="*/ 45761 h 45466"/>
                <a:gd name="csX5" fmla="*/ 31007 w 51643"/>
                <a:gd name="csY5" fmla="*/ 44124 h 45466"/>
                <a:gd name="csX6" fmla="*/ 26170 w 51643"/>
                <a:gd name="csY6" fmla="*/ 39808 h 45466"/>
                <a:gd name="csX7" fmla="*/ 23454 w 51643"/>
                <a:gd name="csY7" fmla="*/ 33780 h 45466"/>
                <a:gd name="csX8" fmla="*/ 22189 w 51643"/>
                <a:gd name="csY8" fmla="*/ 26339 h 45466"/>
                <a:gd name="csX9" fmla="*/ 19324 w 51643"/>
                <a:gd name="csY9" fmla="*/ 11419 h 45466"/>
                <a:gd name="csX10" fmla="*/ 17129 w 51643"/>
                <a:gd name="csY10" fmla="*/ 11344 h 45466"/>
                <a:gd name="csX11" fmla="*/ 9911 w 51643"/>
                <a:gd name="csY11" fmla="*/ 13725 h 45466"/>
                <a:gd name="csX12" fmla="*/ 7083 w 51643"/>
                <a:gd name="csY12" fmla="*/ 23250 h 45466"/>
                <a:gd name="csX13" fmla="*/ 9129 w 51643"/>
                <a:gd name="csY13" fmla="*/ 31994 h 45466"/>
                <a:gd name="csX14" fmla="*/ 16459 w 51643"/>
                <a:gd name="csY14" fmla="*/ 36161 h 45466"/>
                <a:gd name="csX15" fmla="*/ 15343 w 51643"/>
                <a:gd name="csY15" fmla="*/ 44347 h 45466"/>
                <a:gd name="csX16" fmla="*/ 6860 w 51643"/>
                <a:gd name="csY16" fmla="*/ 40663 h 45466"/>
                <a:gd name="csX17" fmla="*/ 1874 w 51643"/>
                <a:gd name="csY17" fmla="*/ 33259 h 45466"/>
                <a:gd name="csX18" fmla="*/ 125 w 51643"/>
                <a:gd name="csY18" fmla="*/ 22060 h 45466"/>
                <a:gd name="csX19" fmla="*/ 1614 w 51643"/>
                <a:gd name="csY19" fmla="*/ 11791 h 45466"/>
                <a:gd name="csX20" fmla="*/ 5372 w 51643"/>
                <a:gd name="csY20" fmla="*/ 5986 h 45466"/>
                <a:gd name="csX21" fmla="*/ 11064 w 51643"/>
                <a:gd name="csY21" fmla="*/ 3382 h 45466"/>
                <a:gd name="csX22" fmla="*/ 18803 w 51643"/>
                <a:gd name="csY22" fmla="*/ 2935 h 45466"/>
                <a:gd name="csX23" fmla="*/ 29965 w 51643"/>
                <a:gd name="csY23" fmla="*/ 2935 h 45466"/>
                <a:gd name="csX24" fmla="*/ 44737 w 51643"/>
                <a:gd name="csY24" fmla="*/ 2414 h 45466"/>
                <a:gd name="csX25" fmla="*/ 50652 w 51643"/>
                <a:gd name="csY25" fmla="*/ 294 h 45466"/>
                <a:gd name="csX26" fmla="*/ 50652 w 51643"/>
                <a:gd name="csY26" fmla="*/ 9037 h 45466"/>
                <a:gd name="csX27" fmla="*/ 44551 w 51643"/>
                <a:gd name="csY27" fmla="*/ 10712 h 45466"/>
                <a:gd name="csX28" fmla="*/ 25873 w 51643"/>
                <a:gd name="csY28" fmla="*/ 11419 h 45466"/>
                <a:gd name="csX29" fmla="*/ 29035 w 51643"/>
                <a:gd name="csY29" fmla="*/ 25074 h 45466"/>
                <a:gd name="csX30" fmla="*/ 30710 w 51643"/>
                <a:gd name="csY30" fmla="*/ 32366 h 45466"/>
                <a:gd name="csX31" fmla="*/ 33426 w 51643"/>
                <a:gd name="csY31" fmla="*/ 35678 h 45466"/>
                <a:gd name="csX32" fmla="*/ 37407 w 51643"/>
                <a:gd name="csY32" fmla="*/ 36868 h 45466"/>
                <a:gd name="csX33" fmla="*/ 42988 w 51643"/>
                <a:gd name="csY33" fmla="*/ 34301 h 45466"/>
                <a:gd name="csX34" fmla="*/ 45220 w 51643"/>
                <a:gd name="csY34" fmla="*/ 26897 h 45466"/>
                <a:gd name="csX35" fmla="*/ 43099 w 51643"/>
                <a:gd name="csY35" fmla="*/ 18302 h 45466"/>
                <a:gd name="csX36" fmla="*/ 37295 w 51643"/>
                <a:gd name="csY36" fmla="*/ 12758 h 45466"/>
                <a:gd name="csX37" fmla="*/ 28924 w 51643"/>
                <a:gd name="csY37" fmla="*/ 11419 h 45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51643" h="45466">
                  <a:moveTo>
                    <a:pt x="44551" y="10712"/>
                  </a:moveTo>
                  <a:cubicBezTo>
                    <a:pt x="47192" y="13800"/>
                    <a:pt x="49053" y="16814"/>
                    <a:pt x="50132" y="19679"/>
                  </a:cubicBezTo>
                  <a:cubicBezTo>
                    <a:pt x="51211" y="22543"/>
                    <a:pt x="51769" y="25594"/>
                    <a:pt x="51769" y="28906"/>
                  </a:cubicBezTo>
                  <a:cubicBezTo>
                    <a:pt x="51769" y="34338"/>
                    <a:pt x="50429" y="38505"/>
                    <a:pt x="47788" y="41407"/>
                  </a:cubicBezTo>
                  <a:cubicBezTo>
                    <a:pt x="45146" y="44310"/>
                    <a:pt x="41760" y="45761"/>
                    <a:pt x="37630" y="45761"/>
                  </a:cubicBezTo>
                  <a:cubicBezTo>
                    <a:pt x="35212" y="45761"/>
                    <a:pt x="33016" y="45240"/>
                    <a:pt x="31007" y="44124"/>
                  </a:cubicBezTo>
                  <a:cubicBezTo>
                    <a:pt x="28998" y="43045"/>
                    <a:pt x="27398" y="41593"/>
                    <a:pt x="26170" y="39808"/>
                  </a:cubicBezTo>
                  <a:cubicBezTo>
                    <a:pt x="24980" y="38022"/>
                    <a:pt x="24049" y="36012"/>
                    <a:pt x="23454" y="33780"/>
                  </a:cubicBezTo>
                  <a:cubicBezTo>
                    <a:pt x="23008" y="32143"/>
                    <a:pt x="22598" y="29650"/>
                    <a:pt x="22189" y="26339"/>
                  </a:cubicBezTo>
                  <a:cubicBezTo>
                    <a:pt x="21371" y="19567"/>
                    <a:pt x="20440" y="14618"/>
                    <a:pt x="19324" y="11419"/>
                  </a:cubicBezTo>
                  <a:cubicBezTo>
                    <a:pt x="18171" y="11381"/>
                    <a:pt x="17427" y="11344"/>
                    <a:pt x="17129" y="11344"/>
                  </a:cubicBezTo>
                  <a:cubicBezTo>
                    <a:pt x="13706" y="11344"/>
                    <a:pt x="11325" y="12163"/>
                    <a:pt x="9911" y="13725"/>
                  </a:cubicBezTo>
                  <a:cubicBezTo>
                    <a:pt x="8013" y="15883"/>
                    <a:pt x="7083" y="19046"/>
                    <a:pt x="7083" y="23250"/>
                  </a:cubicBezTo>
                  <a:cubicBezTo>
                    <a:pt x="7083" y="27194"/>
                    <a:pt x="7753" y="30097"/>
                    <a:pt x="9129" y="31994"/>
                  </a:cubicBezTo>
                  <a:cubicBezTo>
                    <a:pt x="10506" y="33854"/>
                    <a:pt x="12962" y="35268"/>
                    <a:pt x="16459" y="36161"/>
                  </a:cubicBezTo>
                  <a:lnTo>
                    <a:pt x="15343" y="44347"/>
                  </a:lnTo>
                  <a:cubicBezTo>
                    <a:pt x="11846" y="43603"/>
                    <a:pt x="9018" y="42375"/>
                    <a:pt x="6860" y="40663"/>
                  </a:cubicBezTo>
                  <a:cubicBezTo>
                    <a:pt x="4702" y="38952"/>
                    <a:pt x="3065" y="36496"/>
                    <a:pt x="1874" y="33259"/>
                  </a:cubicBezTo>
                  <a:cubicBezTo>
                    <a:pt x="721" y="30059"/>
                    <a:pt x="125" y="26301"/>
                    <a:pt x="125" y="22060"/>
                  </a:cubicBezTo>
                  <a:cubicBezTo>
                    <a:pt x="125" y="17855"/>
                    <a:pt x="646" y="14432"/>
                    <a:pt x="1614" y="11791"/>
                  </a:cubicBezTo>
                  <a:cubicBezTo>
                    <a:pt x="2618" y="9149"/>
                    <a:pt x="3883" y="7214"/>
                    <a:pt x="5372" y="5986"/>
                  </a:cubicBezTo>
                  <a:cubicBezTo>
                    <a:pt x="6897" y="4721"/>
                    <a:pt x="8795" y="3866"/>
                    <a:pt x="11064" y="3382"/>
                  </a:cubicBezTo>
                  <a:cubicBezTo>
                    <a:pt x="12515" y="3084"/>
                    <a:pt x="15083" y="2935"/>
                    <a:pt x="18803" y="2935"/>
                  </a:cubicBezTo>
                  <a:lnTo>
                    <a:pt x="29965" y="2935"/>
                  </a:lnTo>
                  <a:cubicBezTo>
                    <a:pt x="37742" y="2935"/>
                    <a:pt x="42653" y="2749"/>
                    <a:pt x="44737" y="2414"/>
                  </a:cubicBezTo>
                  <a:cubicBezTo>
                    <a:pt x="46783" y="2042"/>
                    <a:pt x="48755" y="1335"/>
                    <a:pt x="50652" y="294"/>
                  </a:cubicBezTo>
                  <a:lnTo>
                    <a:pt x="50652" y="9037"/>
                  </a:lnTo>
                  <a:cubicBezTo>
                    <a:pt x="48904" y="9893"/>
                    <a:pt x="46895" y="10451"/>
                    <a:pt x="44551" y="10712"/>
                  </a:cubicBezTo>
                  <a:moveTo>
                    <a:pt x="25873" y="11419"/>
                  </a:moveTo>
                  <a:cubicBezTo>
                    <a:pt x="27100" y="14432"/>
                    <a:pt x="28142" y="19009"/>
                    <a:pt x="29035" y="25074"/>
                  </a:cubicBezTo>
                  <a:cubicBezTo>
                    <a:pt x="29519" y="28534"/>
                    <a:pt x="30077" y="30952"/>
                    <a:pt x="30710" y="32366"/>
                  </a:cubicBezTo>
                  <a:cubicBezTo>
                    <a:pt x="31305" y="33817"/>
                    <a:pt x="32235" y="34896"/>
                    <a:pt x="33426" y="35678"/>
                  </a:cubicBezTo>
                  <a:cubicBezTo>
                    <a:pt x="34616" y="36459"/>
                    <a:pt x="35956" y="36868"/>
                    <a:pt x="37407" y="36868"/>
                  </a:cubicBezTo>
                  <a:cubicBezTo>
                    <a:pt x="39639" y="36868"/>
                    <a:pt x="41500" y="36012"/>
                    <a:pt x="42988" y="34301"/>
                  </a:cubicBezTo>
                  <a:cubicBezTo>
                    <a:pt x="44476" y="32627"/>
                    <a:pt x="45220" y="30171"/>
                    <a:pt x="45220" y="26897"/>
                  </a:cubicBezTo>
                  <a:cubicBezTo>
                    <a:pt x="45220" y="23660"/>
                    <a:pt x="44513" y="20795"/>
                    <a:pt x="43099" y="18302"/>
                  </a:cubicBezTo>
                  <a:cubicBezTo>
                    <a:pt x="41686" y="15772"/>
                    <a:pt x="39751" y="13949"/>
                    <a:pt x="37295" y="12758"/>
                  </a:cubicBezTo>
                  <a:cubicBezTo>
                    <a:pt x="35398" y="11865"/>
                    <a:pt x="32607" y="11419"/>
                    <a:pt x="28924" y="1141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12" name="Graphic 4">
            <a:extLst>
              <a:ext uri="{FF2B5EF4-FFF2-40B4-BE49-F238E27FC236}">
                <a16:creationId xmlns:a16="http://schemas.microsoft.com/office/drawing/2014/main" id="{A79A8BAD-0AF4-E5E3-960D-F09A69A2DBF9}"/>
              </a:ext>
            </a:extLst>
          </p:cNvPr>
          <p:cNvGrpSpPr/>
          <p:nvPr/>
        </p:nvGrpSpPr>
        <p:grpSpPr>
          <a:xfrm>
            <a:off x="2079486" y="3215911"/>
            <a:ext cx="70507" cy="176686"/>
            <a:chOff x="1697669" y="3215911"/>
            <a:chExt cx="70507" cy="176686"/>
          </a:xfrm>
          <a:solidFill>
            <a:srgbClr val="000000"/>
          </a:solidFill>
        </p:grpSpPr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8C27F281-12EE-0E66-3997-983BB8CCD2D1}"/>
                </a:ext>
              </a:extLst>
            </p:cNvPr>
            <p:cNvSpPr/>
            <p:nvPr/>
          </p:nvSpPr>
          <p:spPr>
            <a:xfrm>
              <a:off x="1698860" y="3340583"/>
              <a:ext cx="68163" cy="52015"/>
            </a:xfrm>
            <a:custGeom>
              <a:avLst/>
              <a:gdLst>
                <a:gd name="csX0" fmla="*/ 68297 w 68163"/>
                <a:gd name="csY0" fmla="*/ 52324 h 52015"/>
                <a:gd name="csX1" fmla="*/ 133 w 68163"/>
                <a:gd name="csY1" fmla="*/ 52324 h 52015"/>
                <a:gd name="csX2" fmla="*/ 133 w 68163"/>
                <a:gd name="csY2" fmla="*/ 26613 h 52015"/>
                <a:gd name="csX3" fmla="*/ 766 w 68163"/>
                <a:gd name="csY3" fmla="*/ 16233 h 52015"/>
                <a:gd name="csX4" fmla="*/ 3966 w 68163"/>
                <a:gd name="csY4" fmla="*/ 7824 h 52015"/>
                <a:gd name="csX5" fmla="*/ 10551 w 68163"/>
                <a:gd name="csY5" fmla="*/ 2355 h 52015"/>
                <a:gd name="csX6" fmla="*/ 19853 w 68163"/>
                <a:gd name="csY6" fmla="*/ 308 h 52015"/>
                <a:gd name="csX7" fmla="*/ 34550 w 68163"/>
                <a:gd name="csY7" fmla="*/ 5815 h 52015"/>
                <a:gd name="csX8" fmla="*/ 40577 w 68163"/>
                <a:gd name="csY8" fmla="*/ 25832 h 52015"/>
                <a:gd name="csX9" fmla="*/ 40577 w 68163"/>
                <a:gd name="csY9" fmla="*/ 43319 h 52015"/>
                <a:gd name="csX10" fmla="*/ 68297 w 68163"/>
                <a:gd name="csY10" fmla="*/ 43319 h 52015"/>
                <a:gd name="csX11" fmla="*/ 68297 w 68163"/>
                <a:gd name="csY11" fmla="*/ 52324 h 52015"/>
                <a:gd name="csX12" fmla="*/ 32541 w 68163"/>
                <a:gd name="csY12" fmla="*/ 43319 h 52015"/>
                <a:gd name="csX13" fmla="*/ 32541 w 68163"/>
                <a:gd name="csY13" fmla="*/ 25683 h 52015"/>
                <a:gd name="csX14" fmla="*/ 29266 w 68163"/>
                <a:gd name="csY14" fmla="*/ 13256 h 52015"/>
                <a:gd name="csX15" fmla="*/ 20114 w 68163"/>
                <a:gd name="csY15" fmla="*/ 9610 h 52015"/>
                <a:gd name="csX16" fmla="*/ 12784 w 68163"/>
                <a:gd name="csY16" fmla="*/ 11768 h 52015"/>
                <a:gd name="csX17" fmla="*/ 8765 w 68163"/>
                <a:gd name="csY17" fmla="*/ 17461 h 52015"/>
                <a:gd name="csX18" fmla="*/ 8170 w 68163"/>
                <a:gd name="csY18" fmla="*/ 25869 h 52015"/>
                <a:gd name="csX19" fmla="*/ 8170 w 68163"/>
                <a:gd name="csY19" fmla="*/ 43319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297" y="52324"/>
                  </a:moveTo>
                  <a:lnTo>
                    <a:pt x="133" y="52324"/>
                  </a:lnTo>
                  <a:lnTo>
                    <a:pt x="133" y="26613"/>
                  </a:lnTo>
                  <a:cubicBezTo>
                    <a:pt x="133" y="22111"/>
                    <a:pt x="319" y="18651"/>
                    <a:pt x="766" y="16233"/>
                  </a:cubicBezTo>
                  <a:cubicBezTo>
                    <a:pt x="1324" y="12884"/>
                    <a:pt x="2403" y="10094"/>
                    <a:pt x="3966" y="7824"/>
                  </a:cubicBezTo>
                  <a:cubicBezTo>
                    <a:pt x="5528" y="5554"/>
                    <a:pt x="7724" y="3731"/>
                    <a:pt x="10551" y="2355"/>
                  </a:cubicBezTo>
                  <a:cubicBezTo>
                    <a:pt x="13342" y="978"/>
                    <a:pt x="16467" y="308"/>
                    <a:pt x="19853" y="308"/>
                  </a:cubicBezTo>
                  <a:cubicBezTo>
                    <a:pt x="25620" y="308"/>
                    <a:pt x="30531" y="2131"/>
                    <a:pt x="34550" y="5815"/>
                  </a:cubicBezTo>
                  <a:cubicBezTo>
                    <a:pt x="38568" y="9535"/>
                    <a:pt x="40577" y="16196"/>
                    <a:pt x="40577" y="25832"/>
                  </a:cubicBezTo>
                  <a:lnTo>
                    <a:pt x="40577" y="43319"/>
                  </a:lnTo>
                  <a:lnTo>
                    <a:pt x="68297" y="43319"/>
                  </a:lnTo>
                  <a:lnTo>
                    <a:pt x="68297" y="52324"/>
                  </a:lnTo>
                  <a:moveTo>
                    <a:pt x="32541" y="43319"/>
                  </a:moveTo>
                  <a:lnTo>
                    <a:pt x="32541" y="25683"/>
                  </a:lnTo>
                  <a:cubicBezTo>
                    <a:pt x="32541" y="19879"/>
                    <a:pt x="31462" y="15712"/>
                    <a:pt x="29266" y="13256"/>
                  </a:cubicBezTo>
                  <a:cubicBezTo>
                    <a:pt x="27108" y="10838"/>
                    <a:pt x="24057" y="9610"/>
                    <a:pt x="20114" y="9610"/>
                  </a:cubicBezTo>
                  <a:cubicBezTo>
                    <a:pt x="17249" y="9610"/>
                    <a:pt x="14830" y="10317"/>
                    <a:pt x="12784" y="11768"/>
                  </a:cubicBezTo>
                  <a:cubicBezTo>
                    <a:pt x="10775" y="13219"/>
                    <a:pt x="9435" y="15117"/>
                    <a:pt x="8765" y="17461"/>
                  </a:cubicBezTo>
                  <a:cubicBezTo>
                    <a:pt x="8356" y="18986"/>
                    <a:pt x="8170" y="21777"/>
                    <a:pt x="8170" y="25869"/>
                  </a:cubicBezTo>
                  <a:lnTo>
                    <a:pt x="8170" y="4331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B5BDF023-C269-CAC3-4ED5-9F6B6D0092C0}"/>
                </a:ext>
              </a:extLst>
            </p:cNvPr>
            <p:cNvSpPr/>
            <p:nvPr/>
          </p:nvSpPr>
          <p:spPr>
            <a:xfrm>
              <a:off x="1697669" y="3268308"/>
              <a:ext cx="70507" cy="63065"/>
            </a:xfrm>
            <a:custGeom>
              <a:avLst/>
              <a:gdLst>
                <a:gd name="csX0" fmla="*/ 42735 w 70507"/>
                <a:gd name="csY0" fmla="*/ 29174 h 63065"/>
                <a:gd name="csX1" fmla="*/ 34736 w 70507"/>
                <a:gd name="csY1" fmla="*/ 29174 h 63065"/>
                <a:gd name="csX2" fmla="*/ 34699 w 70507"/>
                <a:gd name="csY2" fmla="*/ 301 h 63065"/>
                <a:gd name="csX3" fmla="*/ 59999 w 70507"/>
                <a:gd name="csY3" fmla="*/ 301 h 63065"/>
                <a:gd name="csX4" fmla="*/ 67962 w 70507"/>
                <a:gd name="csY4" fmla="*/ 14031 h 63065"/>
                <a:gd name="csX5" fmla="*/ 70641 w 70507"/>
                <a:gd name="csY5" fmla="*/ 28542 h 63065"/>
                <a:gd name="csX6" fmla="*/ 66362 w 70507"/>
                <a:gd name="csY6" fmla="*/ 46773 h 63065"/>
                <a:gd name="csX7" fmla="*/ 53898 w 70507"/>
                <a:gd name="csY7" fmla="*/ 59163 h 63065"/>
                <a:gd name="csX8" fmla="*/ 35703 w 70507"/>
                <a:gd name="csY8" fmla="*/ 63367 h 63065"/>
                <a:gd name="csX9" fmla="*/ 17137 w 70507"/>
                <a:gd name="csY9" fmla="*/ 59200 h 63065"/>
                <a:gd name="csX10" fmla="*/ 4338 w 70507"/>
                <a:gd name="csY10" fmla="*/ 47220 h 63065"/>
                <a:gd name="csX11" fmla="*/ 133 w 70507"/>
                <a:gd name="csY11" fmla="*/ 29211 h 63065"/>
                <a:gd name="csX12" fmla="*/ 2552 w 70507"/>
                <a:gd name="csY12" fmla="*/ 15854 h 63065"/>
                <a:gd name="csX13" fmla="*/ 9212 w 70507"/>
                <a:gd name="csY13" fmla="*/ 6478 h 63065"/>
                <a:gd name="csX14" fmla="*/ 20374 w 70507"/>
                <a:gd name="csY14" fmla="*/ 1306 h 63065"/>
                <a:gd name="csX15" fmla="*/ 22606 w 70507"/>
                <a:gd name="csY15" fmla="*/ 9454 h 63065"/>
                <a:gd name="csX16" fmla="*/ 14421 w 70507"/>
                <a:gd name="csY16" fmla="*/ 13287 h 63065"/>
                <a:gd name="csX17" fmla="*/ 9658 w 70507"/>
                <a:gd name="csY17" fmla="*/ 19761 h 63065"/>
                <a:gd name="csX18" fmla="*/ 7872 w 70507"/>
                <a:gd name="csY18" fmla="*/ 29174 h 63065"/>
                <a:gd name="csX19" fmla="*/ 9733 w 70507"/>
                <a:gd name="csY19" fmla="*/ 39853 h 63065"/>
                <a:gd name="csX20" fmla="*/ 14719 w 70507"/>
                <a:gd name="csY20" fmla="*/ 47145 h 63065"/>
                <a:gd name="csX21" fmla="*/ 21453 w 70507"/>
                <a:gd name="csY21" fmla="*/ 51461 h 63065"/>
                <a:gd name="csX22" fmla="*/ 35182 w 70507"/>
                <a:gd name="csY22" fmla="*/ 54066 h 63065"/>
                <a:gd name="csX23" fmla="*/ 50437 w 70507"/>
                <a:gd name="csY23" fmla="*/ 50903 h 63065"/>
                <a:gd name="csX24" fmla="*/ 59553 w 70507"/>
                <a:gd name="csY24" fmla="*/ 41787 h 63065"/>
                <a:gd name="csX25" fmla="*/ 62530 w 70507"/>
                <a:gd name="csY25" fmla="*/ 29025 h 63065"/>
                <a:gd name="csX26" fmla="*/ 60260 w 70507"/>
                <a:gd name="csY26" fmla="*/ 17603 h 63065"/>
                <a:gd name="csX27" fmla="*/ 55460 w 70507"/>
                <a:gd name="csY27" fmla="*/ 9120 h 63065"/>
                <a:gd name="csX28" fmla="*/ 42735 w 70507"/>
                <a:gd name="csY28" fmla="*/ 9120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35" y="29174"/>
                  </a:moveTo>
                  <a:lnTo>
                    <a:pt x="34736" y="29174"/>
                  </a:lnTo>
                  <a:lnTo>
                    <a:pt x="34699" y="301"/>
                  </a:lnTo>
                  <a:lnTo>
                    <a:pt x="59999" y="301"/>
                  </a:lnTo>
                  <a:cubicBezTo>
                    <a:pt x="63534" y="4729"/>
                    <a:pt x="66176" y="9306"/>
                    <a:pt x="67962" y="14031"/>
                  </a:cubicBezTo>
                  <a:cubicBezTo>
                    <a:pt x="69748" y="18719"/>
                    <a:pt x="70641" y="23556"/>
                    <a:pt x="70641" y="28542"/>
                  </a:cubicBezTo>
                  <a:cubicBezTo>
                    <a:pt x="70641" y="35239"/>
                    <a:pt x="69227" y="41304"/>
                    <a:pt x="66362" y="46773"/>
                  </a:cubicBezTo>
                  <a:cubicBezTo>
                    <a:pt x="63497" y="52242"/>
                    <a:pt x="59330" y="56372"/>
                    <a:pt x="53898" y="59163"/>
                  </a:cubicBezTo>
                  <a:cubicBezTo>
                    <a:pt x="48465" y="61953"/>
                    <a:pt x="42401" y="63367"/>
                    <a:pt x="35703" y="63367"/>
                  </a:cubicBezTo>
                  <a:cubicBezTo>
                    <a:pt x="29080" y="63367"/>
                    <a:pt x="22904" y="61953"/>
                    <a:pt x="17137" y="59200"/>
                  </a:cubicBezTo>
                  <a:cubicBezTo>
                    <a:pt x="11407" y="56410"/>
                    <a:pt x="7128" y="52428"/>
                    <a:pt x="4338" y="47220"/>
                  </a:cubicBezTo>
                  <a:cubicBezTo>
                    <a:pt x="1547" y="42011"/>
                    <a:pt x="133" y="36020"/>
                    <a:pt x="133" y="29211"/>
                  </a:cubicBezTo>
                  <a:cubicBezTo>
                    <a:pt x="133" y="24300"/>
                    <a:pt x="952" y="19835"/>
                    <a:pt x="2552" y="15854"/>
                  </a:cubicBezTo>
                  <a:cubicBezTo>
                    <a:pt x="4152" y="11873"/>
                    <a:pt x="6347" y="8747"/>
                    <a:pt x="9212" y="6478"/>
                  </a:cubicBezTo>
                  <a:cubicBezTo>
                    <a:pt x="12077" y="4208"/>
                    <a:pt x="15798" y="2497"/>
                    <a:pt x="20374" y="1306"/>
                  </a:cubicBezTo>
                  <a:lnTo>
                    <a:pt x="22606" y="9454"/>
                  </a:lnTo>
                  <a:cubicBezTo>
                    <a:pt x="19146" y="10459"/>
                    <a:pt x="16393" y="11761"/>
                    <a:pt x="14421" y="13287"/>
                  </a:cubicBezTo>
                  <a:cubicBezTo>
                    <a:pt x="12449" y="14775"/>
                    <a:pt x="10849" y="16970"/>
                    <a:pt x="9658" y="19761"/>
                  </a:cubicBezTo>
                  <a:cubicBezTo>
                    <a:pt x="8468" y="22588"/>
                    <a:pt x="7872" y="25714"/>
                    <a:pt x="7872" y="29174"/>
                  </a:cubicBezTo>
                  <a:cubicBezTo>
                    <a:pt x="7872" y="33304"/>
                    <a:pt x="8505" y="36876"/>
                    <a:pt x="9733" y="39853"/>
                  </a:cubicBezTo>
                  <a:cubicBezTo>
                    <a:pt x="10998" y="42866"/>
                    <a:pt x="12635" y="45322"/>
                    <a:pt x="14719" y="47145"/>
                  </a:cubicBezTo>
                  <a:cubicBezTo>
                    <a:pt x="16728" y="49005"/>
                    <a:pt x="18997" y="50419"/>
                    <a:pt x="21453" y="51461"/>
                  </a:cubicBezTo>
                  <a:cubicBezTo>
                    <a:pt x="25657" y="53173"/>
                    <a:pt x="30234" y="54066"/>
                    <a:pt x="35182" y="54066"/>
                  </a:cubicBezTo>
                  <a:cubicBezTo>
                    <a:pt x="41247" y="54066"/>
                    <a:pt x="46344" y="53024"/>
                    <a:pt x="50437" y="50903"/>
                  </a:cubicBezTo>
                  <a:cubicBezTo>
                    <a:pt x="54530" y="48819"/>
                    <a:pt x="57544" y="45768"/>
                    <a:pt x="59553" y="41787"/>
                  </a:cubicBezTo>
                  <a:cubicBezTo>
                    <a:pt x="61525" y="37769"/>
                    <a:pt x="62530" y="33527"/>
                    <a:pt x="62530" y="29025"/>
                  </a:cubicBezTo>
                  <a:cubicBezTo>
                    <a:pt x="62530" y="25119"/>
                    <a:pt x="61748" y="21323"/>
                    <a:pt x="60260" y="17603"/>
                  </a:cubicBezTo>
                  <a:cubicBezTo>
                    <a:pt x="58734" y="13882"/>
                    <a:pt x="57135" y="11054"/>
                    <a:pt x="55460" y="9120"/>
                  </a:cubicBezTo>
                  <a:lnTo>
                    <a:pt x="42735" y="912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EAA8F207-77B0-7D18-1C79-11EB37A08D71}"/>
                </a:ext>
              </a:extLst>
            </p:cNvPr>
            <p:cNvSpPr/>
            <p:nvPr/>
          </p:nvSpPr>
          <p:spPr>
            <a:xfrm>
              <a:off x="1716496" y="3215911"/>
              <a:ext cx="50527" cy="40146"/>
            </a:xfrm>
            <a:custGeom>
              <a:avLst/>
              <a:gdLst>
                <a:gd name="csX0" fmla="*/ 50661 w 50527"/>
                <a:gd name="csY0" fmla="*/ 40440 h 40146"/>
                <a:gd name="csX1" fmla="*/ 1250 w 50527"/>
                <a:gd name="csY1" fmla="*/ 40440 h 40146"/>
                <a:gd name="csX2" fmla="*/ 1250 w 50527"/>
                <a:gd name="csY2" fmla="*/ 32924 h 40146"/>
                <a:gd name="csX3" fmla="*/ 8282 w 50527"/>
                <a:gd name="csY3" fmla="*/ 32924 h 40146"/>
                <a:gd name="csX4" fmla="*/ 133 w 50527"/>
                <a:gd name="csY4" fmla="*/ 17186 h 40146"/>
                <a:gd name="csX5" fmla="*/ 1770 w 50527"/>
                <a:gd name="csY5" fmla="*/ 9000 h 40146"/>
                <a:gd name="csX6" fmla="*/ 5975 w 50527"/>
                <a:gd name="csY6" fmla="*/ 3382 h 40146"/>
                <a:gd name="csX7" fmla="*/ 12151 w 50527"/>
                <a:gd name="csY7" fmla="*/ 777 h 40146"/>
                <a:gd name="csX8" fmla="*/ 20300 w 50527"/>
                <a:gd name="csY8" fmla="*/ 294 h 40146"/>
                <a:gd name="csX9" fmla="*/ 50661 w 50527"/>
                <a:gd name="csY9" fmla="*/ 294 h 40146"/>
                <a:gd name="csX10" fmla="*/ 50661 w 50527"/>
                <a:gd name="csY10" fmla="*/ 8702 h 40146"/>
                <a:gd name="csX11" fmla="*/ 20634 w 50527"/>
                <a:gd name="csY11" fmla="*/ 8702 h 40146"/>
                <a:gd name="csX12" fmla="*/ 12970 w 50527"/>
                <a:gd name="csY12" fmla="*/ 9670 h 40146"/>
                <a:gd name="csX13" fmla="*/ 8914 w 50527"/>
                <a:gd name="csY13" fmla="*/ 13130 h 40146"/>
                <a:gd name="csX14" fmla="*/ 7426 w 50527"/>
                <a:gd name="csY14" fmla="*/ 18972 h 40146"/>
                <a:gd name="csX15" fmla="*/ 10812 w 50527"/>
                <a:gd name="csY15" fmla="*/ 28199 h 40146"/>
                <a:gd name="csX16" fmla="*/ 23685 w 50527"/>
                <a:gd name="csY16" fmla="*/ 32068 h 40146"/>
                <a:gd name="csX17" fmla="*/ 50661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61" y="40440"/>
                  </a:moveTo>
                  <a:lnTo>
                    <a:pt x="1250" y="40440"/>
                  </a:lnTo>
                  <a:lnTo>
                    <a:pt x="1250" y="32924"/>
                  </a:lnTo>
                  <a:lnTo>
                    <a:pt x="8282" y="32924"/>
                  </a:lnTo>
                  <a:cubicBezTo>
                    <a:pt x="2849" y="29278"/>
                    <a:pt x="133" y="24032"/>
                    <a:pt x="133" y="17186"/>
                  </a:cubicBezTo>
                  <a:cubicBezTo>
                    <a:pt x="133" y="14209"/>
                    <a:pt x="691" y="11493"/>
                    <a:pt x="1770" y="9000"/>
                  </a:cubicBezTo>
                  <a:cubicBezTo>
                    <a:pt x="2812" y="6507"/>
                    <a:pt x="4226" y="4610"/>
                    <a:pt x="5975" y="3382"/>
                  </a:cubicBezTo>
                  <a:cubicBezTo>
                    <a:pt x="7686" y="2154"/>
                    <a:pt x="9770" y="1261"/>
                    <a:pt x="12151" y="777"/>
                  </a:cubicBezTo>
                  <a:cubicBezTo>
                    <a:pt x="13714" y="480"/>
                    <a:pt x="16430" y="294"/>
                    <a:pt x="20300" y="294"/>
                  </a:cubicBezTo>
                  <a:lnTo>
                    <a:pt x="50661" y="294"/>
                  </a:lnTo>
                  <a:lnTo>
                    <a:pt x="50661" y="8702"/>
                  </a:lnTo>
                  <a:lnTo>
                    <a:pt x="20634" y="8702"/>
                  </a:lnTo>
                  <a:cubicBezTo>
                    <a:pt x="17211" y="8702"/>
                    <a:pt x="14644" y="9000"/>
                    <a:pt x="12970" y="9670"/>
                  </a:cubicBezTo>
                  <a:cubicBezTo>
                    <a:pt x="11258" y="10302"/>
                    <a:pt x="9919" y="11456"/>
                    <a:pt x="8914" y="13130"/>
                  </a:cubicBezTo>
                  <a:cubicBezTo>
                    <a:pt x="7910" y="14767"/>
                    <a:pt x="7426" y="16739"/>
                    <a:pt x="7426" y="18972"/>
                  </a:cubicBezTo>
                  <a:cubicBezTo>
                    <a:pt x="7426" y="22543"/>
                    <a:pt x="8542" y="25594"/>
                    <a:pt x="10812" y="28199"/>
                  </a:cubicBezTo>
                  <a:cubicBezTo>
                    <a:pt x="13081" y="30766"/>
                    <a:pt x="17360" y="32068"/>
                    <a:pt x="23685" y="32068"/>
                  </a:cubicBezTo>
                  <a:lnTo>
                    <a:pt x="50661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16" name="Graphic 4">
            <a:extLst>
              <a:ext uri="{FF2B5EF4-FFF2-40B4-BE49-F238E27FC236}">
                <a16:creationId xmlns:a16="http://schemas.microsoft.com/office/drawing/2014/main" id="{E51C654E-B1C4-4D10-CF57-77E35ABFEE2E}"/>
              </a:ext>
            </a:extLst>
          </p:cNvPr>
          <p:cNvGrpSpPr/>
          <p:nvPr/>
        </p:nvGrpSpPr>
        <p:grpSpPr>
          <a:xfrm>
            <a:off x="2155872" y="3215930"/>
            <a:ext cx="70507" cy="115462"/>
            <a:chOff x="1774055" y="3215930"/>
            <a:chExt cx="70507" cy="115462"/>
          </a:xfrm>
          <a:solidFill>
            <a:srgbClr val="000000"/>
          </a:solidFill>
        </p:grpSpPr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18EF3695-FFF2-DEDF-8471-BAE903EE4FA3}"/>
                </a:ext>
              </a:extLst>
            </p:cNvPr>
            <p:cNvSpPr/>
            <p:nvPr/>
          </p:nvSpPr>
          <p:spPr>
            <a:xfrm>
              <a:off x="1774055" y="3268327"/>
              <a:ext cx="70507" cy="63065"/>
            </a:xfrm>
            <a:custGeom>
              <a:avLst/>
              <a:gdLst>
                <a:gd name="csX0" fmla="*/ 42743 w 70507"/>
                <a:gd name="csY0" fmla="*/ 29174 h 63065"/>
                <a:gd name="csX1" fmla="*/ 34744 w 70507"/>
                <a:gd name="csY1" fmla="*/ 29174 h 63065"/>
                <a:gd name="csX2" fmla="*/ 34707 w 70507"/>
                <a:gd name="csY2" fmla="*/ 301 h 63065"/>
                <a:gd name="csX3" fmla="*/ 60007 w 70507"/>
                <a:gd name="csY3" fmla="*/ 301 h 63065"/>
                <a:gd name="csX4" fmla="*/ 67970 w 70507"/>
                <a:gd name="csY4" fmla="*/ 14031 h 63065"/>
                <a:gd name="csX5" fmla="*/ 70649 w 70507"/>
                <a:gd name="csY5" fmla="*/ 28542 h 63065"/>
                <a:gd name="csX6" fmla="*/ 66370 w 70507"/>
                <a:gd name="csY6" fmla="*/ 46773 h 63065"/>
                <a:gd name="csX7" fmla="*/ 53906 w 70507"/>
                <a:gd name="csY7" fmla="*/ 59163 h 63065"/>
                <a:gd name="csX8" fmla="*/ 35711 w 70507"/>
                <a:gd name="csY8" fmla="*/ 63367 h 63065"/>
                <a:gd name="csX9" fmla="*/ 17145 w 70507"/>
                <a:gd name="csY9" fmla="*/ 59200 h 63065"/>
                <a:gd name="csX10" fmla="*/ 4346 w 70507"/>
                <a:gd name="csY10" fmla="*/ 47220 h 63065"/>
                <a:gd name="csX11" fmla="*/ 141 w 70507"/>
                <a:gd name="csY11" fmla="*/ 29211 h 63065"/>
                <a:gd name="csX12" fmla="*/ 2560 w 70507"/>
                <a:gd name="csY12" fmla="*/ 15854 h 63065"/>
                <a:gd name="csX13" fmla="*/ 9220 w 70507"/>
                <a:gd name="csY13" fmla="*/ 6478 h 63065"/>
                <a:gd name="csX14" fmla="*/ 20382 w 70507"/>
                <a:gd name="csY14" fmla="*/ 1306 h 63065"/>
                <a:gd name="csX15" fmla="*/ 22614 w 70507"/>
                <a:gd name="csY15" fmla="*/ 9454 h 63065"/>
                <a:gd name="csX16" fmla="*/ 14429 w 70507"/>
                <a:gd name="csY16" fmla="*/ 13287 h 63065"/>
                <a:gd name="csX17" fmla="*/ 9666 w 70507"/>
                <a:gd name="csY17" fmla="*/ 19761 h 63065"/>
                <a:gd name="csX18" fmla="*/ 7880 w 70507"/>
                <a:gd name="csY18" fmla="*/ 29174 h 63065"/>
                <a:gd name="csX19" fmla="*/ 9741 w 70507"/>
                <a:gd name="csY19" fmla="*/ 39853 h 63065"/>
                <a:gd name="csX20" fmla="*/ 14727 w 70507"/>
                <a:gd name="csY20" fmla="*/ 47145 h 63065"/>
                <a:gd name="csX21" fmla="*/ 21461 w 70507"/>
                <a:gd name="csY21" fmla="*/ 51461 h 63065"/>
                <a:gd name="csX22" fmla="*/ 35190 w 70507"/>
                <a:gd name="csY22" fmla="*/ 54066 h 63065"/>
                <a:gd name="csX23" fmla="*/ 50445 w 70507"/>
                <a:gd name="csY23" fmla="*/ 50903 h 63065"/>
                <a:gd name="csX24" fmla="*/ 59561 w 70507"/>
                <a:gd name="csY24" fmla="*/ 41787 h 63065"/>
                <a:gd name="csX25" fmla="*/ 62538 w 70507"/>
                <a:gd name="csY25" fmla="*/ 29025 h 63065"/>
                <a:gd name="csX26" fmla="*/ 60268 w 70507"/>
                <a:gd name="csY26" fmla="*/ 17603 h 63065"/>
                <a:gd name="csX27" fmla="*/ 55468 w 70507"/>
                <a:gd name="csY27" fmla="*/ 9120 h 63065"/>
                <a:gd name="csX28" fmla="*/ 42743 w 70507"/>
                <a:gd name="csY28" fmla="*/ 9120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43" y="29174"/>
                  </a:moveTo>
                  <a:lnTo>
                    <a:pt x="34744" y="29174"/>
                  </a:lnTo>
                  <a:lnTo>
                    <a:pt x="34707" y="301"/>
                  </a:lnTo>
                  <a:lnTo>
                    <a:pt x="60007" y="301"/>
                  </a:lnTo>
                  <a:cubicBezTo>
                    <a:pt x="63542" y="4729"/>
                    <a:pt x="66184" y="9306"/>
                    <a:pt x="67970" y="14031"/>
                  </a:cubicBezTo>
                  <a:cubicBezTo>
                    <a:pt x="69756" y="18719"/>
                    <a:pt x="70649" y="23556"/>
                    <a:pt x="70649" y="28542"/>
                  </a:cubicBezTo>
                  <a:cubicBezTo>
                    <a:pt x="70649" y="35239"/>
                    <a:pt x="69235" y="41304"/>
                    <a:pt x="66370" y="46773"/>
                  </a:cubicBezTo>
                  <a:cubicBezTo>
                    <a:pt x="63505" y="52242"/>
                    <a:pt x="59338" y="56372"/>
                    <a:pt x="53906" y="59163"/>
                  </a:cubicBezTo>
                  <a:cubicBezTo>
                    <a:pt x="48473" y="61953"/>
                    <a:pt x="42409" y="63367"/>
                    <a:pt x="35711" y="63367"/>
                  </a:cubicBezTo>
                  <a:cubicBezTo>
                    <a:pt x="29088" y="63367"/>
                    <a:pt x="22912" y="61953"/>
                    <a:pt x="17145" y="59200"/>
                  </a:cubicBezTo>
                  <a:cubicBezTo>
                    <a:pt x="11415" y="56410"/>
                    <a:pt x="7136" y="52428"/>
                    <a:pt x="4346" y="47220"/>
                  </a:cubicBezTo>
                  <a:cubicBezTo>
                    <a:pt x="1555" y="42011"/>
                    <a:pt x="141" y="36020"/>
                    <a:pt x="141" y="29211"/>
                  </a:cubicBezTo>
                  <a:cubicBezTo>
                    <a:pt x="141" y="24300"/>
                    <a:pt x="960" y="19835"/>
                    <a:pt x="2560" y="15854"/>
                  </a:cubicBezTo>
                  <a:cubicBezTo>
                    <a:pt x="4160" y="11873"/>
                    <a:pt x="6355" y="8747"/>
                    <a:pt x="9220" y="6478"/>
                  </a:cubicBezTo>
                  <a:cubicBezTo>
                    <a:pt x="12085" y="4208"/>
                    <a:pt x="15806" y="2497"/>
                    <a:pt x="20382" y="1306"/>
                  </a:cubicBezTo>
                  <a:lnTo>
                    <a:pt x="22614" y="9454"/>
                  </a:lnTo>
                  <a:cubicBezTo>
                    <a:pt x="19154" y="10459"/>
                    <a:pt x="16401" y="11761"/>
                    <a:pt x="14429" y="13287"/>
                  </a:cubicBezTo>
                  <a:cubicBezTo>
                    <a:pt x="12457" y="14775"/>
                    <a:pt x="10857" y="16970"/>
                    <a:pt x="9666" y="19761"/>
                  </a:cubicBezTo>
                  <a:cubicBezTo>
                    <a:pt x="8476" y="22588"/>
                    <a:pt x="7880" y="25714"/>
                    <a:pt x="7880" y="29174"/>
                  </a:cubicBezTo>
                  <a:cubicBezTo>
                    <a:pt x="7880" y="33304"/>
                    <a:pt x="8513" y="36876"/>
                    <a:pt x="9741" y="39853"/>
                  </a:cubicBezTo>
                  <a:cubicBezTo>
                    <a:pt x="11006" y="42866"/>
                    <a:pt x="12643" y="45322"/>
                    <a:pt x="14727" y="47145"/>
                  </a:cubicBezTo>
                  <a:cubicBezTo>
                    <a:pt x="16736" y="49005"/>
                    <a:pt x="19005" y="50419"/>
                    <a:pt x="21461" y="51461"/>
                  </a:cubicBezTo>
                  <a:cubicBezTo>
                    <a:pt x="25665" y="53173"/>
                    <a:pt x="30242" y="54066"/>
                    <a:pt x="35190" y="54066"/>
                  </a:cubicBezTo>
                  <a:cubicBezTo>
                    <a:pt x="41255" y="54066"/>
                    <a:pt x="46352" y="53024"/>
                    <a:pt x="50445" y="50903"/>
                  </a:cubicBezTo>
                  <a:cubicBezTo>
                    <a:pt x="54538" y="48819"/>
                    <a:pt x="57552" y="45768"/>
                    <a:pt x="59561" y="41787"/>
                  </a:cubicBezTo>
                  <a:cubicBezTo>
                    <a:pt x="61533" y="37769"/>
                    <a:pt x="62538" y="33527"/>
                    <a:pt x="62538" y="29025"/>
                  </a:cubicBezTo>
                  <a:cubicBezTo>
                    <a:pt x="62538" y="25119"/>
                    <a:pt x="61756" y="21323"/>
                    <a:pt x="60268" y="17603"/>
                  </a:cubicBezTo>
                  <a:cubicBezTo>
                    <a:pt x="58742" y="13882"/>
                    <a:pt x="57143" y="11054"/>
                    <a:pt x="55468" y="9120"/>
                  </a:cubicBezTo>
                  <a:lnTo>
                    <a:pt x="42743" y="912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59102B68-C5C0-70FB-E5EF-5299FF0388DF}"/>
                </a:ext>
              </a:extLst>
            </p:cNvPr>
            <p:cNvSpPr/>
            <p:nvPr/>
          </p:nvSpPr>
          <p:spPr>
            <a:xfrm>
              <a:off x="1792882" y="3215930"/>
              <a:ext cx="50527" cy="40146"/>
            </a:xfrm>
            <a:custGeom>
              <a:avLst/>
              <a:gdLst>
                <a:gd name="csX0" fmla="*/ 50669 w 50527"/>
                <a:gd name="csY0" fmla="*/ 40440 h 40146"/>
                <a:gd name="csX1" fmla="*/ 1258 w 50527"/>
                <a:gd name="csY1" fmla="*/ 40440 h 40146"/>
                <a:gd name="csX2" fmla="*/ 1258 w 50527"/>
                <a:gd name="csY2" fmla="*/ 32924 h 40146"/>
                <a:gd name="csX3" fmla="*/ 8290 w 50527"/>
                <a:gd name="csY3" fmla="*/ 32924 h 40146"/>
                <a:gd name="csX4" fmla="*/ 141 w 50527"/>
                <a:gd name="csY4" fmla="*/ 17186 h 40146"/>
                <a:gd name="csX5" fmla="*/ 1778 w 50527"/>
                <a:gd name="csY5" fmla="*/ 9000 h 40146"/>
                <a:gd name="csX6" fmla="*/ 5983 w 50527"/>
                <a:gd name="csY6" fmla="*/ 3382 h 40146"/>
                <a:gd name="csX7" fmla="*/ 12159 w 50527"/>
                <a:gd name="csY7" fmla="*/ 777 h 40146"/>
                <a:gd name="csX8" fmla="*/ 20308 w 50527"/>
                <a:gd name="csY8" fmla="*/ 294 h 40146"/>
                <a:gd name="csX9" fmla="*/ 50669 w 50527"/>
                <a:gd name="csY9" fmla="*/ 294 h 40146"/>
                <a:gd name="csX10" fmla="*/ 50669 w 50527"/>
                <a:gd name="csY10" fmla="*/ 8702 h 40146"/>
                <a:gd name="csX11" fmla="*/ 20642 w 50527"/>
                <a:gd name="csY11" fmla="*/ 8702 h 40146"/>
                <a:gd name="csX12" fmla="*/ 12978 w 50527"/>
                <a:gd name="csY12" fmla="*/ 9670 h 40146"/>
                <a:gd name="csX13" fmla="*/ 8922 w 50527"/>
                <a:gd name="csY13" fmla="*/ 13130 h 40146"/>
                <a:gd name="csX14" fmla="*/ 7434 w 50527"/>
                <a:gd name="csY14" fmla="*/ 18972 h 40146"/>
                <a:gd name="csX15" fmla="*/ 10820 w 50527"/>
                <a:gd name="csY15" fmla="*/ 28199 h 40146"/>
                <a:gd name="csX16" fmla="*/ 23693 w 50527"/>
                <a:gd name="csY16" fmla="*/ 32068 h 40146"/>
                <a:gd name="csX17" fmla="*/ 50669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669" y="40440"/>
                  </a:moveTo>
                  <a:lnTo>
                    <a:pt x="1258" y="40440"/>
                  </a:lnTo>
                  <a:lnTo>
                    <a:pt x="1258" y="32924"/>
                  </a:lnTo>
                  <a:lnTo>
                    <a:pt x="8290" y="32924"/>
                  </a:lnTo>
                  <a:cubicBezTo>
                    <a:pt x="2857" y="29278"/>
                    <a:pt x="141" y="24032"/>
                    <a:pt x="141" y="17186"/>
                  </a:cubicBezTo>
                  <a:cubicBezTo>
                    <a:pt x="141" y="14209"/>
                    <a:pt x="699" y="11493"/>
                    <a:pt x="1778" y="9000"/>
                  </a:cubicBezTo>
                  <a:cubicBezTo>
                    <a:pt x="2820" y="6507"/>
                    <a:pt x="4234" y="4610"/>
                    <a:pt x="5983" y="3382"/>
                  </a:cubicBezTo>
                  <a:cubicBezTo>
                    <a:pt x="7694" y="2154"/>
                    <a:pt x="9778" y="1261"/>
                    <a:pt x="12159" y="777"/>
                  </a:cubicBezTo>
                  <a:cubicBezTo>
                    <a:pt x="13722" y="480"/>
                    <a:pt x="16438" y="294"/>
                    <a:pt x="20308" y="294"/>
                  </a:cubicBezTo>
                  <a:lnTo>
                    <a:pt x="50669" y="294"/>
                  </a:lnTo>
                  <a:lnTo>
                    <a:pt x="50669" y="8702"/>
                  </a:lnTo>
                  <a:lnTo>
                    <a:pt x="20642" y="8702"/>
                  </a:lnTo>
                  <a:cubicBezTo>
                    <a:pt x="17219" y="8702"/>
                    <a:pt x="14652" y="9000"/>
                    <a:pt x="12978" y="9670"/>
                  </a:cubicBezTo>
                  <a:cubicBezTo>
                    <a:pt x="11266" y="10302"/>
                    <a:pt x="9927" y="11456"/>
                    <a:pt x="8922" y="13130"/>
                  </a:cubicBezTo>
                  <a:cubicBezTo>
                    <a:pt x="7918" y="14767"/>
                    <a:pt x="7434" y="16739"/>
                    <a:pt x="7434" y="18972"/>
                  </a:cubicBezTo>
                  <a:cubicBezTo>
                    <a:pt x="7434" y="22543"/>
                    <a:pt x="8550" y="25594"/>
                    <a:pt x="10820" y="28199"/>
                  </a:cubicBezTo>
                  <a:cubicBezTo>
                    <a:pt x="13089" y="30766"/>
                    <a:pt x="17368" y="32068"/>
                    <a:pt x="23693" y="32068"/>
                  </a:cubicBezTo>
                  <a:lnTo>
                    <a:pt x="50669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19" name="Graphic 4">
            <a:extLst>
              <a:ext uri="{FF2B5EF4-FFF2-40B4-BE49-F238E27FC236}">
                <a16:creationId xmlns:a16="http://schemas.microsoft.com/office/drawing/2014/main" id="{C685430F-17F5-DE4D-F42B-319E5AA3E54B}"/>
              </a:ext>
            </a:extLst>
          </p:cNvPr>
          <p:cNvGrpSpPr/>
          <p:nvPr/>
        </p:nvGrpSpPr>
        <p:grpSpPr>
          <a:xfrm>
            <a:off x="2232184" y="3211298"/>
            <a:ext cx="70544" cy="193467"/>
            <a:chOff x="1850367" y="3211298"/>
            <a:chExt cx="70544" cy="193467"/>
          </a:xfrm>
          <a:solidFill>
            <a:srgbClr val="000000"/>
          </a:solidFill>
        </p:grpSpPr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07D5718E-1CF1-906B-3BC3-813AFE3659C3}"/>
                </a:ext>
              </a:extLst>
            </p:cNvPr>
            <p:cNvSpPr/>
            <p:nvPr/>
          </p:nvSpPr>
          <p:spPr>
            <a:xfrm>
              <a:off x="1851595" y="3342369"/>
              <a:ext cx="68163" cy="62396"/>
            </a:xfrm>
            <a:custGeom>
              <a:avLst/>
              <a:gdLst>
                <a:gd name="csX0" fmla="*/ 68313 w 68163"/>
                <a:gd name="csY0" fmla="*/ 36288 h 62396"/>
                <a:gd name="csX1" fmla="*/ 149 w 68163"/>
                <a:gd name="csY1" fmla="*/ 62705 h 62396"/>
                <a:gd name="csX2" fmla="*/ 149 w 68163"/>
                <a:gd name="csY2" fmla="*/ 52919 h 62396"/>
                <a:gd name="csX3" fmla="*/ 49672 w 68163"/>
                <a:gd name="csY3" fmla="*/ 35209 h 62396"/>
                <a:gd name="csX4" fmla="*/ 60834 w 68163"/>
                <a:gd name="csY4" fmla="*/ 31637 h 62396"/>
                <a:gd name="csX5" fmla="*/ 49672 w 68163"/>
                <a:gd name="csY5" fmla="*/ 27953 h 62396"/>
                <a:gd name="csX6" fmla="*/ 149 w 68163"/>
                <a:gd name="csY6" fmla="*/ 9536 h 62396"/>
                <a:gd name="csX7" fmla="*/ 149 w 68163"/>
                <a:gd name="csY7" fmla="*/ 309 h 62396"/>
                <a:gd name="csX8" fmla="*/ 68313 w 68163"/>
                <a:gd name="csY8" fmla="*/ 27023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313" y="36288"/>
                  </a:moveTo>
                  <a:lnTo>
                    <a:pt x="149" y="62705"/>
                  </a:lnTo>
                  <a:lnTo>
                    <a:pt x="149" y="52919"/>
                  </a:lnTo>
                  <a:lnTo>
                    <a:pt x="49672" y="35209"/>
                  </a:lnTo>
                  <a:cubicBezTo>
                    <a:pt x="53616" y="33795"/>
                    <a:pt x="57337" y="32604"/>
                    <a:pt x="60834" y="31637"/>
                  </a:cubicBezTo>
                  <a:cubicBezTo>
                    <a:pt x="57113" y="30558"/>
                    <a:pt x="53393" y="29330"/>
                    <a:pt x="49672" y="27953"/>
                  </a:cubicBezTo>
                  <a:lnTo>
                    <a:pt x="149" y="9536"/>
                  </a:lnTo>
                  <a:lnTo>
                    <a:pt x="149" y="309"/>
                  </a:lnTo>
                  <a:lnTo>
                    <a:pt x="68313" y="27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FD8DBA7D-CAF1-9935-70EF-32636CE399EC}"/>
                </a:ext>
              </a:extLst>
            </p:cNvPr>
            <p:cNvSpPr/>
            <p:nvPr/>
          </p:nvSpPr>
          <p:spPr>
            <a:xfrm>
              <a:off x="1850367" y="3271843"/>
              <a:ext cx="70544" cy="65186"/>
            </a:xfrm>
            <a:custGeom>
              <a:avLst/>
              <a:gdLst>
                <a:gd name="csX0" fmla="*/ 36352 w 70544"/>
                <a:gd name="csY0" fmla="*/ 65489 h 65186"/>
                <a:gd name="csX1" fmla="*/ 9749 w 70544"/>
                <a:gd name="csY1" fmla="*/ 56373 h 65186"/>
                <a:gd name="csX2" fmla="*/ 149 w 70544"/>
                <a:gd name="csY2" fmla="*/ 32858 h 65186"/>
                <a:gd name="csX3" fmla="*/ 4651 w 70544"/>
                <a:gd name="csY3" fmla="*/ 15817 h 65186"/>
                <a:gd name="csX4" fmla="*/ 17227 w 70544"/>
                <a:gd name="csY4" fmla="*/ 4283 h 65186"/>
                <a:gd name="csX5" fmla="*/ 35533 w 70544"/>
                <a:gd name="csY5" fmla="*/ 302 h 65186"/>
                <a:gd name="csX6" fmla="*/ 54100 w 70544"/>
                <a:gd name="csY6" fmla="*/ 4469 h 65186"/>
                <a:gd name="csX7" fmla="*/ 66490 w 70544"/>
                <a:gd name="csY7" fmla="*/ 16338 h 65186"/>
                <a:gd name="csX8" fmla="*/ 70694 w 70544"/>
                <a:gd name="csY8" fmla="*/ 32895 h 65186"/>
                <a:gd name="csX9" fmla="*/ 66043 w 70544"/>
                <a:gd name="csY9" fmla="*/ 50085 h 65186"/>
                <a:gd name="csX10" fmla="*/ 53355 w 70544"/>
                <a:gd name="csY10" fmla="*/ 61582 h 65186"/>
                <a:gd name="csX11" fmla="*/ 36352 w 70544"/>
                <a:gd name="csY11" fmla="*/ 65489 h 65186"/>
                <a:gd name="csX12" fmla="*/ 36463 w 70544"/>
                <a:gd name="csY12" fmla="*/ 56187 h 65186"/>
                <a:gd name="csX13" fmla="*/ 55886 w 70544"/>
                <a:gd name="csY13" fmla="*/ 49564 h 65186"/>
                <a:gd name="csX14" fmla="*/ 62992 w 70544"/>
                <a:gd name="csY14" fmla="*/ 32933 h 65186"/>
                <a:gd name="csX15" fmla="*/ 55811 w 70544"/>
                <a:gd name="csY15" fmla="*/ 16189 h 65186"/>
                <a:gd name="csX16" fmla="*/ 35496 w 70544"/>
                <a:gd name="csY16" fmla="*/ 9604 h 65186"/>
                <a:gd name="csX17" fmla="*/ 20948 w 70544"/>
                <a:gd name="csY17" fmla="*/ 12394 h 65186"/>
                <a:gd name="csX18" fmla="*/ 11349 w 70544"/>
                <a:gd name="csY18" fmla="*/ 20654 h 65186"/>
                <a:gd name="csX19" fmla="*/ 7926 w 70544"/>
                <a:gd name="csY19" fmla="*/ 32784 h 65186"/>
                <a:gd name="csX20" fmla="*/ 14511 w 70544"/>
                <a:gd name="csY20" fmla="*/ 49304 h 65186"/>
                <a:gd name="csX21" fmla="*/ 36463 w 70544"/>
                <a:gd name="csY21" fmla="*/ 56187 h 65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0544" h="65186">
                  <a:moveTo>
                    <a:pt x="36352" y="65489"/>
                  </a:moveTo>
                  <a:cubicBezTo>
                    <a:pt x="25004" y="65489"/>
                    <a:pt x="16148" y="62475"/>
                    <a:pt x="9749" y="56373"/>
                  </a:cubicBezTo>
                  <a:cubicBezTo>
                    <a:pt x="3349" y="50308"/>
                    <a:pt x="149" y="42458"/>
                    <a:pt x="149" y="32858"/>
                  </a:cubicBezTo>
                  <a:cubicBezTo>
                    <a:pt x="149" y="26570"/>
                    <a:pt x="1638" y="20877"/>
                    <a:pt x="4651" y="15817"/>
                  </a:cubicBezTo>
                  <a:cubicBezTo>
                    <a:pt x="7665" y="10757"/>
                    <a:pt x="11870" y="6925"/>
                    <a:pt x="17227" y="4283"/>
                  </a:cubicBezTo>
                  <a:cubicBezTo>
                    <a:pt x="22622" y="1604"/>
                    <a:pt x="28724" y="302"/>
                    <a:pt x="35533" y="302"/>
                  </a:cubicBezTo>
                  <a:cubicBezTo>
                    <a:pt x="42454" y="302"/>
                    <a:pt x="48630" y="1679"/>
                    <a:pt x="54100" y="4469"/>
                  </a:cubicBezTo>
                  <a:cubicBezTo>
                    <a:pt x="59569" y="7260"/>
                    <a:pt x="63699" y="11241"/>
                    <a:pt x="66490" y="16338"/>
                  </a:cubicBezTo>
                  <a:cubicBezTo>
                    <a:pt x="69317" y="21436"/>
                    <a:pt x="70694" y="26979"/>
                    <a:pt x="70694" y="32895"/>
                  </a:cubicBezTo>
                  <a:cubicBezTo>
                    <a:pt x="70694" y="39295"/>
                    <a:pt x="69168" y="45062"/>
                    <a:pt x="66043" y="50085"/>
                  </a:cubicBezTo>
                  <a:cubicBezTo>
                    <a:pt x="62955" y="55145"/>
                    <a:pt x="58713" y="58977"/>
                    <a:pt x="53355" y="61582"/>
                  </a:cubicBezTo>
                  <a:cubicBezTo>
                    <a:pt x="47998" y="64186"/>
                    <a:pt x="42305" y="65489"/>
                    <a:pt x="36352" y="65489"/>
                  </a:cubicBezTo>
                  <a:moveTo>
                    <a:pt x="36463" y="56187"/>
                  </a:moveTo>
                  <a:cubicBezTo>
                    <a:pt x="44686" y="56187"/>
                    <a:pt x="51160" y="53992"/>
                    <a:pt x="55886" y="49564"/>
                  </a:cubicBezTo>
                  <a:cubicBezTo>
                    <a:pt x="60611" y="45136"/>
                    <a:pt x="62992" y="39593"/>
                    <a:pt x="62992" y="32933"/>
                  </a:cubicBezTo>
                  <a:cubicBezTo>
                    <a:pt x="62992" y="26161"/>
                    <a:pt x="60611" y="20580"/>
                    <a:pt x="55811" y="16189"/>
                  </a:cubicBezTo>
                  <a:cubicBezTo>
                    <a:pt x="51049" y="11799"/>
                    <a:pt x="44277" y="9604"/>
                    <a:pt x="35496" y="9604"/>
                  </a:cubicBezTo>
                  <a:cubicBezTo>
                    <a:pt x="29952" y="9604"/>
                    <a:pt x="25115" y="10534"/>
                    <a:pt x="20948" y="12394"/>
                  </a:cubicBezTo>
                  <a:cubicBezTo>
                    <a:pt x="16818" y="14292"/>
                    <a:pt x="13618" y="17045"/>
                    <a:pt x="11349" y="20654"/>
                  </a:cubicBezTo>
                  <a:cubicBezTo>
                    <a:pt x="9042" y="24263"/>
                    <a:pt x="7926" y="28319"/>
                    <a:pt x="7926" y="32784"/>
                  </a:cubicBezTo>
                  <a:cubicBezTo>
                    <a:pt x="7926" y="39183"/>
                    <a:pt x="10121" y="44690"/>
                    <a:pt x="14511" y="49304"/>
                  </a:cubicBezTo>
                  <a:cubicBezTo>
                    <a:pt x="18902" y="53880"/>
                    <a:pt x="26194" y="56187"/>
                    <a:pt x="36463" y="5618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886B117F-A318-A156-F607-ED923C75A34C}"/>
                </a:ext>
              </a:extLst>
            </p:cNvPr>
            <p:cNvSpPr/>
            <p:nvPr/>
          </p:nvSpPr>
          <p:spPr>
            <a:xfrm>
              <a:off x="1851595" y="3211298"/>
              <a:ext cx="68163" cy="54024"/>
            </a:xfrm>
            <a:custGeom>
              <a:avLst/>
              <a:gdLst>
                <a:gd name="csX0" fmla="*/ 68313 w 68163"/>
                <a:gd name="csY0" fmla="*/ 31846 h 54024"/>
                <a:gd name="csX1" fmla="*/ 8186 w 68163"/>
                <a:gd name="csY1" fmla="*/ 31846 h 54024"/>
                <a:gd name="csX2" fmla="*/ 8186 w 68163"/>
                <a:gd name="csY2" fmla="*/ 54319 h 54024"/>
                <a:gd name="csX3" fmla="*/ 149 w 68163"/>
                <a:gd name="csY3" fmla="*/ 54319 h 54024"/>
                <a:gd name="csX4" fmla="*/ 149 w 68163"/>
                <a:gd name="csY4" fmla="*/ 294 h 54024"/>
                <a:gd name="csX5" fmla="*/ 8186 w 68163"/>
                <a:gd name="csY5" fmla="*/ 294 h 54024"/>
                <a:gd name="csX6" fmla="*/ 8186 w 68163"/>
                <a:gd name="csY6" fmla="*/ 22842 h 54024"/>
                <a:gd name="csX7" fmla="*/ 68313 w 68163"/>
                <a:gd name="csY7" fmla="*/ 22842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313" y="31846"/>
                  </a:moveTo>
                  <a:lnTo>
                    <a:pt x="8186" y="31846"/>
                  </a:lnTo>
                  <a:lnTo>
                    <a:pt x="8186" y="54319"/>
                  </a:lnTo>
                  <a:lnTo>
                    <a:pt x="149" y="54319"/>
                  </a:lnTo>
                  <a:lnTo>
                    <a:pt x="149" y="294"/>
                  </a:lnTo>
                  <a:lnTo>
                    <a:pt x="8186" y="294"/>
                  </a:lnTo>
                  <a:lnTo>
                    <a:pt x="8186" y="22842"/>
                  </a:lnTo>
                  <a:lnTo>
                    <a:pt x="68313" y="2284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23" name="Graphic 4">
            <a:extLst>
              <a:ext uri="{FF2B5EF4-FFF2-40B4-BE49-F238E27FC236}">
                <a16:creationId xmlns:a16="http://schemas.microsoft.com/office/drawing/2014/main" id="{E6B42D5D-3EED-4FC0-0195-C242E57A58D4}"/>
              </a:ext>
            </a:extLst>
          </p:cNvPr>
          <p:cNvGrpSpPr/>
          <p:nvPr/>
        </p:nvGrpSpPr>
        <p:grpSpPr>
          <a:xfrm>
            <a:off x="2308607" y="3215502"/>
            <a:ext cx="70507" cy="203475"/>
            <a:chOff x="1926790" y="3215502"/>
            <a:chExt cx="70507" cy="203475"/>
          </a:xfrm>
          <a:solidFill>
            <a:srgbClr val="000000"/>
          </a:solidFill>
        </p:grpSpPr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93033F83-CA83-64D6-68D1-A10C4A3F0AF8}"/>
                </a:ext>
              </a:extLst>
            </p:cNvPr>
            <p:cNvSpPr/>
            <p:nvPr/>
          </p:nvSpPr>
          <p:spPr>
            <a:xfrm>
              <a:off x="1927981" y="3366963"/>
              <a:ext cx="68163" cy="52015"/>
            </a:xfrm>
            <a:custGeom>
              <a:avLst/>
              <a:gdLst>
                <a:gd name="csX0" fmla="*/ 68321 w 68163"/>
                <a:gd name="csY0" fmla="*/ 52326 h 52015"/>
                <a:gd name="csX1" fmla="*/ 157 w 68163"/>
                <a:gd name="csY1" fmla="*/ 52326 h 52015"/>
                <a:gd name="csX2" fmla="*/ 157 w 68163"/>
                <a:gd name="csY2" fmla="*/ 26616 h 52015"/>
                <a:gd name="csX3" fmla="*/ 790 w 68163"/>
                <a:gd name="csY3" fmla="*/ 16235 h 52015"/>
                <a:gd name="csX4" fmla="*/ 3990 w 68163"/>
                <a:gd name="csY4" fmla="*/ 7827 h 52015"/>
                <a:gd name="csX5" fmla="*/ 10575 w 68163"/>
                <a:gd name="csY5" fmla="*/ 2357 h 52015"/>
                <a:gd name="csX6" fmla="*/ 19877 w 68163"/>
                <a:gd name="csY6" fmla="*/ 311 h 52015"/>
                <a:gd name="csX7" fmla="*/ 34574 w 68163"/>
                <a:gd name="csY7" fmla="*/ 5818 h 52015"/>
                <a:gd name="csX8" fmla="*/ 40601 w 68163"/>
                <a:gd name="csY8" fmla="*/ 25835 h 52015"/>
                <a:gd name="csX9" fmla="*/ 40601 w 68163"/>
                <a:gd name="csY9" fmla="*/ 43322 h 52015"/>
                <a:gd name="csX10" fmla="*/ 68321 w 68163"/>
                <a:gd name="csY10" fmla="*/ 43322 h 52015"/>
                <a:gd name="csX11" fmla="*/ 68321 w 68163"/>
                <a:gd name="csY11" fmla="*/ 52326 h 52015"/>
                <a:gd name="csX12" fmla="*/ 32565 w 68163"/>
                <a:gd name="csY12" fmla="*/ 43322 h 52015"/>
                <a:gd name="csX13" fmla="*/ 32565 w 68163"/>
                <a:gd name="csY13" fmla="*/ 25686 h 52015"/>
                <a:gd name="csX14" fmla="*/ 29291 w 68163"/>
                <a:gd name="csY14" fmla="*/ 13259 h 52015"/>
                <a:gd name="csX15" fmla="*/ 20138 w 68163"/>
                <a:gd name="csY15" fmla="*/ 9613 h 52015"/>
                <a:gd name="csX16" fmla="*/ 12808 w 68163"/>
                <a:gd name="csY16" fmla="*/ 11771 h 52015"/>
                <a:gd name="csX17" fmla="*/ 8789 w 68163"/>
                <a:gd name="csY17" fmla="*/ 17463 h 52015"/>
                <a:gd name="csX18" fmla="*/ 8194 w 68163"/>
                <a:gd name="csY18" fmla="*/ 25872 h 52015"/>
                <a:gd name="csX19" fmla="*/ 8194 w 68163"/>
                <a:gd name="csY19" fmla="*/ 43322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21" y="52326"/>
                  </a:moveTo>
                  <a:lnTo>
                    <a:pt x="157" y="52326"/>
                  </a:lnTo>
                  <a:lnTo>
                    <a:pt x="157" y="26616"/>
                  </a:lnTo>
                  <a:cubicBezTo>
                    <a:pt x="157" y="22114"/>
                    <a:pt x="343" y="18654"/>
                    <a:pt x="790" y="16235"/>
                  </a:cubicBezTo>
                  <a:cubicBezTo>
                    <a:pt x="1348" y="12887"/>
                    <a:pt x="2427" y="10096"/>
                    <a:pt x="3990" y="7827"/>
                  </a:cubicBezTo>
                  <a:cubicBezTo>
                    <a:pt x="5552" y="5557"/>
                    <a:pt x="7748" y="3734"/>
                    <a:pt x="10575" y="2357"/>
                  </a:cubicBezTo>
                  <a:cubicBezTo>
                    <a:pt x="13366" y="981"/>
                    <a:pt x="16491" y="311"/>
                    <a:pt x="19877" y="311"/>
                  </a:cubicBezTo>
                  <a:cubicBezTo>
                    <a:pt x="25644" y="311"/>
                    <a:pt x="30556" y="2134"/>
                    <a:pt x="34574" y="5818"/>
                  </a:cubicBezTo>
                  <a:cubicBezTo>
                    <a:pt x="38592" y="9538"/>
                    <a:pt x="40601" y="16198"/>
                    <a:pt x="40601" y="25835"/>
                  </a:cubicBezTo>
                  <a:lnTo>
                    <a:pt x="40601" y="43322"/>
                  </a:lnTo>
                  <a:lnTo>
                    <a:pt x="68321" y="43322"/>
                  </a:lnTo>
                  <a:lnTo>
                    <a:pt x="68321" y="52326"/>
                  </a:lnTo>
                  <a:moveTo>
                    <a:pt x="32565" y="43322"/>
                  </a:moveTo>
                  <a:lnTo>
                    <a:pt x="32565" y="25686"/>
                  </a:lnTo>
                  <a:cubicBezTo>
                    <a:pt x="32565" y="19882"/>
                    <a:pt x="31486" y="15715"/>
                    <a:pt x="29291" y="13259"/>
                  </a:cubicBezTo>
                  <a:cubicBezTo>
                    <a:pt x="27132" y="10840"/>
                    <a:pt x="24082" y="9613"/>
                    <a:pt x="20138" y="9613"/>
                  </a:cubicBezTo>
                  <a:cubicBezTo>
                    <a:pt x="17273" y="9613"/>
                    <a:pt x="14854" y="10320"/>
                    <a:pt x="12808" y="11771"/>
                  </a:cubicBezTo>
                  <a:cubicBezTo>
                    <a:pt x="10799" y="13222"/>
                    <a:pt x="9459" y="15119"/>
                    <a:pt x="8789" y="17463"/>
                  </a:cubicBezTo>
                  <a:cubicBezTo>
                    <a:pt x="8380" y="18989"/>
                    <a:pt x="8194" y="21779"/>
                    <a:pt x="8194" y="25872"/>
                  </a:cubicBezTo>
                  <a:lnTo>
                    <a:pt x="8194" y="4332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67905E39-A231-6ED8-E4FD-64EA0ABF0D21}"/>
                </a:ext>
              </a:extLst>
            </p:cNvPr>
            <p:cNvSpPr/>
            <p:nvPr/>
          </p:nvSpPr>
          <p:spPr>
            <a:xfrm>
              <a:off x="1926790" y="3294688"/>
              <a:ext cx="70507" cy="63065"/>
            </a:xfrm>
            <a:custGeom>
              <a:avLst/>
              <a:gdLst>
                <a:gd name="csX0" fmla="*/ 42759 w 70507"/>
                <a:gd name="csY0" fmla="*/ 29177 h 63065"/>
                <a:gd name="csX1" fmla="*/ 34760 w 70507"/>
                <a:gd name="csY1" fmla="*/ 29177 h 63065"/>
                <a:gd name="csX2" fmla="*/ 34723 w 70507"/>
                <a:gd name="csY2" fmla="*/ 304 h 63065"/>
                <a:gd name="csX3" fmla="*/ 60024 w 70507"/>
                <a:gd name="csY3" fmla="*/ 304 h 63065"/>
                <a:gd name="csX4" fmla="*/ 67986 w 70507"/>
                <a:gd name="csY4" fmla="*/ 14034 h 63065"/>
                <a:gd name="csX5" fmla="*/ 70665 w 70507"/>
                <a:gd name="csY5" fmla="*/ 28544 h 63065"/>
                <a:gd name="csX6" fmla="*/ 66386 w 70507"/>
                <a:gd name="csY6" fmla="*/ 46776 h 63065"/>
                <a:gd name="csX7" fmla="*/ 53922 w 70507"/>
                <a:gd name="csY7" fmla="*/ 59166 h 63065"/>
                <a:gd name="csX8" fmla="*/ 35727 w 70507"/>
                <a:gd name="csY8" fmla="*/ 63370 h 63065"/>
                <a:gd name="csX9" fmla="*/ 17161 w 70507"/>
                <a:gd name="csY9" fmla="*/ 59203 h 63065"/>
                <a:gd name="csX10" fmla="*/ 4362 w 70507"/>
                <a:gd name="csY10" fmla="*/ 47222 h 63065"/>
                <a:gd name="csX11" fmla="*/ 157 w 70507"/>
                <a:gd name="csY11" fmla="*/ 29214 h 63065"/>
                <a:gd name="csX12" fmla="*/ 2576 w 70507"/>
                <a:gd name="csY12" fmla="*/ 15857 h 63065"/>
                <a:gd name="csX13" fmla="*/ 9236 w 70507"/>
                <a:gd name="csY13" fmla="*/ 6481 h 63065"/>
                <a:gd name="csX14" fmla="*/ 20398 w 70507"/>
                <a:gd name="csY14" fmla="*/ 1309 h 63065"/>
                <a:gd name="csX15" fmla="*/ 22630 w 70507"/>
                <a:gd name="csY15" fmla="*/ 9457 h 63065"/>
                <a:gd name="csX16" fmla="*/ 14445 w 70507"/>
                <a:gd name="csY16" fmla="*/ 13289 h 63065"/>
                <a:gd name="csX17" fmla="*/ 9682 w 70507"/>
                <a:gd name="csY17" fmla="*/ 19763 h 63065"/>
                <a:gd name="csX18" fmla="*/ 7896 w 70507"/>
                <a:gd name="csY18" fmla="*/ 29177 h 63065"/>
                <a:gd name="csX19" fmla="*/ 9757 w 70507"/>
                <a:gd name="csY19" fmla="*/ 39855 h 63065"/>
                <a:gd name="csX20" fmla="*/ 14743 w 70507"/>
                <a:gd name="csY20" fmla="*/ 47148 h 63065"/>
                <a:gd name="csX21" fmla="*/ 21477 w 70507"/>
                <a:gd name="csY21" fmla="*/ 51464 h 63065"/>
                <a:gd name="csX22" fmla="*/ 35206 w 70507"/>
                <a:gd name="csY22" fmla="*/ 54068 h 63065"/>
                <a:gd name="csX23" fmla="*/ 50461 w 70507"/>
                <a:gd name="csY23" fmla="*/ 50906 h 63065"/>
                <a:gd name="csX24" fmla="*/ 59577 w 70507"/>
                <a:gd name="csY24" fmla="*/ 41790 h 63065"/>
                <a:gd name="csX25" fmla="*/ 62554 w 70507"/>
                <a:gd name="csY25" fmla="*/ 29028 h 63065"/>
                <a:gd name="csX26" fmla="*/ 60284 w 70507"/>
                <a:gd name="csY26" fmla="*/ 17605 h 63065"/>
                <a:gd name="csX27" fmla="*/ 55484 w 70507"/>
                <a:gd name="csY27" fmla="*/ 9122 h 63065"/>
                <a:gd name="csX28" fmla="*/ 42759 w 70507"/>
                <a:gd name="csY28" fmla="*/ 9122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59" y="29177"/>
                  </a:moveTo>
                  <a:lnTo>
                    <a:pt x="34760" y="29177"/>
                  </a:lnTo>
                  <a:lnTo>
                    <a:pt x="34723" y="304"/>
                  </a:lnTo>
                  <a:lnTo>
                    <a:pt x="60024" y="304"/>
                  </a:lnTo>
                  <a:cubicBezTo>
                    <a:pt x="63558" y="4732"/>
                    <a:pt x="66200" y="9308"/>
                    <a:pt x="67986" y="14034"/>
                  </a:cubicBezTo>
                  <a:cubicBezTo>
                    <a:pt x="69772" y="18722"/>
                    <a:pt x="70665" y="23559"/>
                    <a:pt x="70665" y="28544"/>
                  </a:cubicBezTo>
                  <a:cubicBezTo>
                    <a:pt x="70665" y="35242"/>
                    <a:pt x="69251" y="41306"/>
                    <a:pt x="66386" y="46776"/>
                  </a:cubicBezTo>
                  <a:cubicBezTo>
                    <a:pt x="63521" y="52245"/>
                    <a:pt x="59354" y="56375"/>
                    <a:pt x="53922" y="59166"/>
                  </a:cubicBezTo>
                  <a:cubicBezTo>
                    <a:pt x="48489" y="61956"/>
                    <a:pt x="42425" y="63370"/>
                    <a:pt x="35727" y="63370"/>
                  </a:cubicBezTo>
                  <a:cubicBezTo>
                    <a:pt x="29104" y="63370"/>
                    <a:pt x="22928" y="61956"/>
                    <a:pt x="17161" y="59203"/>
                  </a:cubicBezTo>
                  <a:cubicBezTo>
                    <a:pt x="11431" y="56412"/>
                    <a:pt x="7152" y="52431"/>
                    <a:pt x="4362" y="47222"/>
                  </a:cubicBezTo>
                  <a:cubicBezTo>
                    <a:pt x="1571" y="42013"/>
                    <a:pt x="157" y="36023"/>
                    <a:pt x="157" y="29214"/>
                  </a:cubicBezTo>
                  <a:cubicBezTo>
                    <a:pt x="157" y="24303"/>
                    <a:pt x="976" y="19838"/>
                    <a:pt x="2576" y="15857"/>
                  </a:cubicBezTo>
                  <a:cubicBezTo>
                    <a:pt x="4176" y="11876"/>
                    <a:pt x="6371" y="8750"/>
                    <a:pt x="9236" y="6481"/>
                  </a:cubicBezTo>
                  <a:cubicBezTo>
                    <a:pt x="12101" y="4211"/>
                    <a:pt x="15822" y="2499"/>
                    <a:pt x="20398" y="1309"/>
                  </a:cubicBezTo>
                  <a:lnTo>
                    <a:pt x="22630" y="9457"/>
                  </a:lnTo>
                  <a:cubicBezTo>
                    <a:pt x="19170" y="10462"/>
                    <a:pt x="16417" y="11764"/>
                    <a:pt x="14445" y="13289"/>
                  </a:cubicBezTo>
                  <a:cubicBezTo>
                    <a:pt x="12473" y="14778"/>
                    <a:pt x="10873" y="16973"/>
                    <a:pt x="9682" y="19763"/>
                  </a:cubicBezTo>
                  <a:cubicBezTo>
                    <a:pt x="8492" y="22591"/>
                    <a:pt x="7896" y="25717"/>
                    <a:pt x="7896" y="29177"/>
                  </a:cubicBezTo>
                  <a:cubicBezTo>
                    <a:pt x="7896" y="33307"/>
                    <a:pt x="8529" y="36879"/>
                    <a:pt x="9757" y="39855"/>
                  </a:cubicBezTo>
                  <a:cubicBezTo>
                    <a:pt x="11022" y="42869"/>
                    <a:pt x="12659" y="45325"/>
                    <a:pt x="14743" y="47148"/>
                  </a:cubicBezTo>
                  <a:cubicBezTo>
                    <a:pt x="16752" y="49008"/>
                    <a:pt x="19021" y="50422"/>
                    <a:pt x="21477" y="51464"/>
                  </a:cubicBezTo>
                  <a:cubicBezTo>
                    <a:pt x="25681" y="53175"/>
                    <a:pt x="30258" y="54068"/>
                    <a:pt x="35206" y="54068"/>
                  </a:cubicBezTo>
                  <a:cubicBezTo>
                    <a:pt x="41271" y="54068"/>
                    <a:pt x="46369" y="53027"/>
                    <a:pt x="50461" y="50906"/>
                  </a:cubicBezTo>
                  <a:cubicBezTo>
                    <a:pt x="54554" y="48822"/>
                    <a:pt x="57568" y="45771"/>
                    <a:pt x="59577" y="41790"/>
                  </a:cubicBezTo>
                  <a:cubicBezTo>
                    <a:pt x="61549" y="37772"/>
                    <a:pt x="62554" y="33530"/>
                    <a:pt x="62554" y="29028"/>
                  </a:cubicBezTo>
                  <a:cubicBezTo>
                    <a:pt x="62554" y="25121"/>
                    <a:pt x="61772" y="21326"/>
                    <a:pt x="60284" y="17605"/>
                  </a:cubicBezTo>
                  <a:cubicBezTo>
                    <a:pt x="58758" y="13885"/>
                    <a:pt x="57159" y="11057"/>
                    <a:pt x="55484" y="9122"/>
                  </a:cubicBezTo>
                  <a:lnTo>
                    <a:pt x="42759" y="912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65DF9696-CC87-DB6A-4C52-2B405ACCB97C}"/>
                </a:ext>
              </a:extLst>
            </p:cNvPr>
            <p:cNvSpPr/>
            <p:nvPr/>
          </p:nvSpPr>
          <p:spPr>
            <a:xfrm>
              <a:off x="1945617" y="3215502"/>
              <a:ext cx="50527" cy="66935"/>
            </a:xfrm>
            <a:custGeom>
              <a:avLst/>
              <a:gdLst>
                <a:gd name="csX0" fmla="*/ 50685 w 50527"/>
                <a:gd name="csY0" fmla="*/ 67232 h 66935"/>
                <a:gd name="csX1" fmla="*/ 1274 w 50527"/>
                <a:gd name="csY1" fmla="*/ 67232 h 66935"/>
                <a:gd name="csX2" fmla="*/ 1274 w 50527"/>
                <a:gd name="csY2" fmla="*/ 59753 h 66935"/>
                <a:gd name="csX3" fmla="*/ 8231 w 50527"/>
                <a:gd name="csY3" fmla="*/ 59753 h 66935"/>
                <a:gd name="csX4" fmla="*/ 2390 w 50527"/>
                <a:gd name="csY4" fmla="*/ 53577 h 66935"/>
                <a:gd name="csX5" fmla="*/ 157 w 50527"/>
                <a:gd name="csY5" fmla="*/ 44759 h 66935"/>
                <a:gd name="csX6" fmla="*/ 2464 w 50527"/>
                <a:gd name="csY6" fmla="*/ 35792 h 66935"/>
                <a:gd name="csX7" fmla="*/ 8827 w 50527"/>
                <a:gd name="csY7" fmla="*/ 30806 h 66935"/>
                <a:gd name="csX8" fmla="*/ 157 w 50527"/>
                <a:gd name="csY8" fmla="*/ 15551 h 66935"/>
                <a:gd name="csX9" fmla="*/ 4250 w 50527"/>
                <a:gd name="csY9" fmla="*/ 4278 h 66935"/>
                <a:gd name="csX10" fmla="*/ 16789 w 50527"/>
                <a:gd name="csY10" fmla="*/ 296 h 66935"/>
                <a:gd name="csX11" fmla="*/ 50685 w 50527"/>
                <a:gd name="csY11" fmla="*/ 296 h 66935"/>
                <a:gd name="csX12" fmla="*/ 50685 w 50527"/>
                <a:gd name="csY12" fmla="*/ 8631 h 66935"/>
                <a:gd name="csX13" fmla="*/ 19579 w 50527"/>
                <a:gd name="csY13" fmla="*/ 8631 h 66935"/>
                <a:gd name="csX14" fmla="*/ 12324 w 50527"/>
                <a:gd name="csY14" fmla="*/ 9449 h 66935"/>
                <a:gd name="csX15" fmla="*/ 8789 w 50527"/>
                <a:gd name="csY15" fmla="*/ 12426 h 66935"/>
                <a:gd name="csX16" fmla="*/ 7450 w 50527"/>
                <a:gd name="csY16" fmla="*/ 17412 h 66935"/>
                <a:gd name="csX17" fmla="*/ 10910 w 50527"/>
                <a:gd name="csY17" fmla="*/ 26081 h 66935"/>
                <a:gd name="csX18" fmla="*/ 21998 w 50527"/>
                <a:gd name="csY18" fmla="*/ 29541 h 66935"/>
                <a:gd name="csX19" fmla="*/ 50685 w 50527"/>
                <a:gd name="csY19" fmla="*/ 29541 h 66935"/>
                <a:gd name="csX20" fmla="*/ 50685 w 50527"/>
                <a:gd name="csY20" fmla="*/ 37876 h 66935"/>
                <a:gd name="csX21" fmla="*/ 18612 w 50527"/>
                <a:gd name="csY21" fmla="*/ 37876 h 66935"/>
                <a:gd name="csX22" fmla="*/ 10203 w 50527"/>
                <a:gd name="csY22" fmla="*/ 39922 h 66935"/>
                <a:gd name="csX23" fmla="*/ 7450 w 50527"/>
                <a:gd name="csY23" fmla="*/ 46619 h 66935"/>
                <a:gd name="csX24" fmla="*/ 9310 w 50527"/>
                <a:gd name="csY24" fmla="*/ 53168 h 66935"/>
                <a:gd name="csX25" fmla="*/ 14743 w 50527"/>
                <a:gd name="csY25" fmla="*/ 57521 h 66935"/>
                <a:gd name="csX26" fmla="*/ 25049 w 50527"/>
                <a:gd name="csY26" fmla="*/ 58860 h 66935"/>
                <a:gd name="csX27" fmla="*/ 50685 w 50527"/>
                <a:gd name="csY27" fmla="*/ 58860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685" y="67232"/>
                  </a:moveTo>
                  <a:lnTo>
                    <a:pt x="1274" y="67232"/>
                  </a:lnTo>
                  <a:lnTo>
                    <a:pt x="1274" y="59753"/>
                  </a:lnTo>
                  <a:lnTo>
                    <a:pt x="8231" y="59753"/>
                  </a:lnTo>
                  <a:cubicBezTo>
                    <a:pt x="5813" y="58191"/>
                    <a:pt x="3841" y="56144"/>
                    <a:pt x="2390" y="53577"/>
                  </a:cubicBezTo>
                  <a:cubicBezTo>
                    <a:pt x="902" y="51010"/>
                    <a:pt x="157" y="48070"/>
                    <a:pt x="157" y="44759"/>
                  </a:cubicBezTo>
                  <a:cubicBezTo>
                    <a:pt x="157" y="41113"/>
                    <a:pt x="939" y="38136"/>
                    <a:pt x="2464" y="35792"/>
                  </a:cubicBezTo>
                  <a:cubicBezTo>
                    <a:pt x="3990" y="33448"/>
                    <a:pt x="6111" y="31774"/>
                    <a:pt x="8827" y="30806"/>
                  </a:cubicBezTo>
                  <a:cubicBezTo>
                    <a:pt x="3060" y="26937"/>
                    <a:pt x="157" y="21839"/>
                    <a:pt x="157" y="15551"/>
                  </a:cubicBezTo>
                  <a:cubicBezTo>
                    <a:pt x="157" y="10677"/>
                    <a:pt x="1534" y="6919"/>
                    <a:pt x="4250" y="4278"/>
                  </a:cubicBezTo>
                  <a:cubicBezTo>
                    <a:pt x="6966" y="1636"/>
                    <a:pt x="11133" y="296"/>
                    <a:pt x="16789" y="296"/>
                  </a:cubicBezTo>
                  <a:lnTo>
                    <a:pt x="50685" y="296"/>
                  </a:lnTo>
                  <a:lnTo>
                    <a:pt x="50685" y="8631"/>
                  </a:lnTo>
                  <a:lnTo>
                    <a:pt x="19579" y="8631"/>
                  </a:lnTo>
                  <a:cubicBezTo>
                    <a:pt x="16231" y="8631"/>
                    <a:pt x="13812" y="8928"/>
                    <a:pt x="12324" y="9449"/>
                  </a:cubicBezTo>
                  <a:cubicBezTo>
                    <a:pt x="10873" y="10007"/>
                    <a:pt x="9682" y="10975"/>
                    <a:pt x="8789" y="12426"/>
                  </a:cubicBezTo>
                  <a:cubicBezTo>
                    <a:pt x="7896" y="13840"/>
                    <a:pt x="7450" y="15514"/>
                    <a:pt x="7450" y="17412"/>
                  </a:cubicBezTo>
                  <a:cubicBezTo>
                    <a:pt x="7450" y="20909"/>
                    <a:pt x="8603" y="23774"/>
                    <a:pt x="10910" y="26081"/>
                  </a:cubicBezTo>
                  <a:cubicBezTo>
                    <a:pt x="13217" y="28388"/>
                    <a:pt x="16901" y="29541"/>
                    <a:pt x="21998" y="29541"/>
                  </a:cubicBezTo>
                  <a:lnTo>
                    <a:pt x="50685" y="29541"/>
                  </a:lnTo>
                  <a:lnTo>
                    <a:pt x="50685" y="37876"/>
                  </a:lnTo>
                  <a:lnTo>
                    <a:pt x="18612" y="37876"/>
                  </a:lnTo>
                  <a:cubicBezTo>
                    <a:pt x="14891" y="37876"/>
                    <a:pt x="12101" y="38582"/>
                    <a:pt x="10203" y="39922"/>
                  </a:cubicBezTo>
                  <a:cubicBezTo>
                    <a:pt x="8380" y="41299"/>
                    <a:pt x="7450" y="43531"/>
                    <a:pt x="7450" y="46619"/>
                  </a:cubicBezTo>
                  <a:cubicBezTo>
                    <a:pt x="7450" y="49000"/>
                    <a:pt x="8045" y="51158"/>
                    <a:pt x="9310" y="53168"/>
                  </a:cubicBezTo>
                  <a:cubicBezTo>
                    <a:pt x="10538" y="55177"/>
                    <a:pt x="12361" y="56628"/>
                    <a:pt x="14743" y="57521"/>
                  </a:cubicBezTo>
                  <a:cubicBezTo>
                    <a:pt x="17124" y="58414"/>
                    <a:pt x="20547" y="58860"/>
                    <a:pt x="25049" y="58860"/>
                  </a:cubicBezTo>
                  <a:lnTo>
                    <a:pt x="50685" y="588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27" name="Graphic 4">
            <a:extLst>
              <a:ext uri="{FF2B5EF4-FFF2-40B4-BE49-F238E27FC236}">
                <a16:creationId xmlns:a16="http://schemas.microsoft.com/office/drawing/2014/main" id="{83C3A388-5CA9-7A10-B737-2DED26636228}"/>
              </a:ext>
            </a:extLst>
          </p:cNvPr>
          <p:cNvGrpSpPr/>
          <p:nvPr/>
        </p:nvGrpSpPr>
        <p:grpSpPr>
          <a:xfrm>
            <a:off x="2384956" y="3213419"/>
            <a:ext cx="70507" cy="179179"/>
            <a:chOff x="2003139" y="3213419"/>
            <a:chExt cx="70507" cy="179179"/>
          </a:xfrm>
          <a:solidFill>
            <a:srgbClr val="000000"/>
          </a:solidFill>
        </p:grpSpPr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C5F7FA03-9D2F-BFD1-A036-DF077DEE6F91}"/>
                </a:ext>
              </a:extLst>
            </p:cNvPr>
            <p:cNvSpPr/>
            <p:nvPr/>
          </p:nvSpPr>
          <p:spPr>
            <a:xfrm>
              <a:off x="2004329" y="3340583"/>
              <a:ext cx="68163" cy="52015"/>
            </a:xfrm>
            <a:custGeom>
              <a:avLst/>
              <a:gdLst>
                <a:gd name="csX0" fmla="*/ 68329 w 68163"/>
                <a:gd name="csY0" fmla="*/ 52324 h 52015"/>
                <a:gd name="csX1" fmla="*/ 165 w 68163"/>
                <a:gd name="csY1" fmla="*/ 52324 h 52015"/>
                <a:gd name="csX2" fmla="*/ 165 w 68163"/>
                <a:gd name="csY2" fmla="*/ 26613 h 52015"/>
                <a:gd name="csX3" fmla="*/ 798 w 68163"/>
                <a:gd name="csY3" fmla="*/ 16233 h 52015"/>
                <a:gd name="csX4" fmla="*/ 3998 w 68163"/>
                <a:gd name="csY4" fmla="*/ 7824 h 52015"/>
                <a:gd name="csX5" fmla="*/ 10583 w 68163"/>
                <a:gd name="csY5" fmla="*/ 2355 h 52015"/>
                <a:gd name="csX6" fmla="*/ 19885 w 68163"/>
                <a:gd name="csY6" fmla="*/ 308 h 52015"/>
                <a:gd name="csX7" fmla="*/ 34582 w 68163"/>
                <a:gd name="csY7" fmla="*/ 5815 h 52015"/>
                <a:gd name="csX8" fmla="*/ 40609 w 68163"/>
                <a:gd name="csY8" fmla="*/ 25832 h 52015"/>
                <a:gd name="csX9" fmla="*/ 40609 w 68163"/>
                <a:gd name="csY9" fmla="*/ 43319 h 52015"/>
                <a:gd name="csX10" fmla="*/ 68329 w 68163"/>
                <a:gd name="csY10" fmla="*/ 43319 h 52015"/>
                <a:gd name="csX11" fmla="*/ 68329 w 68163"/>
                <a:gd name="csY11" fmla="*/ 52324 h 52015"/>
                <a:gd name="csX12" fmla="*/ 32573 w 68163"/>
                <a:gd name="csY12" fmla="*/ 43319 h 52015"/>
                <a:gd name="csX13" fmla="*/ 32573 w 68163"/>
                <a:gd name="csY13" fmla="*/ 25683 h 52015"/>
                <a:gd name="csX14" fmla="*/ 29299 w 68163"/>
                <a:gd name="csY14" fmla="*/ 13256 h 52015"/>
                <a:gd name="csX15" fmla="*/ 20146 w 68163"/>
                <a:gd name="csY15" fmla="*/ 9610 h 52015"/>
                <a:gd name="csX16" fmla="*/ 12816 w 68163"/>
                <a:gd name="csY16" fmla="*/ 11768 h 52015"/>
                <a:gd name="csX17" fmla="*/ 8797 w 68163"/>
                <a:gd name="csY17" fmla="*/ 17461 h 52015"/>
                <a:gd name="csX18" fmla="*/ 8202 w 68163"/>
                <a:gd name="csY18" fmla="*/ 25869 h 52015"/>
                <a:gd name="csX19" fmla="*/ 8202 w 68163"/>
                <a:gd name="csY19" fmla="*/ 43319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29" y="52324"/>
                  </a:moveTo>
                  <a:lnTo>
                    <a:pt x="165" y="52324"/>
                  </a:lnTo>
                  <a:lnTo>
                    <a:pt x="165" y="26613"/>
                  </a:lnTo>
                  <a:cubicBezTo>
                    <a:pt x="165" y="22111"/>
                    <a:pt x="351" y="18651"/>
                    <a:pt x="798" y="16233"/>
                  </a:cubicBezTo>
                  <a:cubicBezTo>
                    <a:pt x="1356" y="12884"/>
                    <a:pt x="2435" y="10094"/>
                    <a:pt x="3998" y="7824"/>
                  </a:cubicBezTo>
                  <a:cubicBezTo>
                    <a:pt x="5560" y="5554"/>
                    <a:pt x="7756" y="3731"/>
                    <a:pt x="10583" y="2355"/>
                  </a:cubicBezTo>
                  <a:cubicBezTo>
                    <a:pt x="13374" y="978"/>
                    <a:pt x="16499" y="308"/>
                    <a:pt x="19885" y="308"/>
                  </a:cubicBezTo>
                  <a:cubicBezTo>
                    <a:pt x="25652" y="308"/>
                    <a:pt x="30564" y="2131"/>
                    <a:pt x="34582" y="5815"/>
                  </a:cubicBezTo>
                  <a:cubicBezTo>
                    <a:pt x="38600" y="9535"/>
                    <a:pt x="40609" y="16196"/>
                    <a:pt x="40609" y="25832"/>
                  </a:cubicBezTo>
                  <a:lnTo>
                    <a:pt x="40609" y="43319"/>
                  </a:lnTo>
                  <a:lnTo>
                    <a:pt x="68329" y="43319"/>
                  </a:lnTo>
                  <a:lnTo>
                    <a:pt x="68329" y="52324"/>
                  </a:lnTo>
                  <a:moveTo>
                    <a:pt x="32573" y="43319"/>
                  </a:moveTo>
                  <a:lnTo>
                    <a:pt x="32573" y="25683"/>
                  </a:lnTo>
                  <a:cubicBezTo>
                    <a:pt x="32573" y="19879"/>
                    <a:pt x="31494" y="15712"/>
                    <a:pt x="29299" y="13256"/>
                  </a:cubicBezTo>
                  <a:cubicBezTo>
                    <a:pt x="27141" y="10838"/>
                    <a:pt x="24090" y="9610"/>
                    <a:pt x="20146" y="9610"/>
                  </a:cubicBezTo>
                  <a:cubicBezTo>
                    <a:pt x="17281" y="9610"/>
                    <a:pt x="14862" y="10317"/>
                    <a:pt x="12816" y="11768"/>
                  </a:cubicBezTo>
                  <a:cubicBezTo>
                    <a:pt x="10807" y="13219"/>
                    <a:pt x="9467" y="15117"/>
                    <a:pt x="8797" y="17461"/>
                  </a:cubicBezTo>
                  <a:cubicBezTo>
                    <a:pt x="8388" y="18986"/>
                    <a:pt x="8202" y="21777"/>
                    <a:pt x="8202" y="25869"/>
                  </a:cubicBezTo>
                  <a:lnTo>
                    <a:pt x="8202" y="4331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C445EF66-AB93-A6B9-32EB-2EC405B6CA7A}"/>
                </a:ext>
              </a:extLst>
            </p:cNvPr>
            <p:cNvSpPr/>
            <p:nvPr/>
          </p:nvSpPr>
          <p:spPr>
            <a:xfrm>
              <a:off x="2003139" y="3268308"/>
              <a:ext cx="70507" cy="63065"/>
            </a:xfrm>
            <a:custGeom>
              <a:avLst/>
              <a:gdLst>
                <a:gd name="csX0" fmla="*/ 42767 w 70507"/>
                <a:gd name="csY0" fmla="*/ 29174 h 63065"/>
                <a:gd name="csX1" fmla="*/ 34768 w 70507"/>
                <a:gd name="csY1" fmla="*/ 29174 h 63065"/>
                <a:gd name="csX2" fmla="*/ 34731 w 70507"/>
                <a:gd name="csY2" fmla="*/ 301 h 63065"/>
                <a:gd name="csX3" fmla="*/ 60032 w 70507"/>
                <a:gd name="csY3" fmla="*/ 301 h 63065"/>
                <a:gd name="csX4" fmla="*/ 67994 w 70507"/>
                <a:gd name="csY4" fmla="*/ 14031 h 63065"/>
                <a:gd name="csX5" fmla="*/ 70673 w 70507"/>
                <a:gd name="csY5" fmla="*/ 28542 h 63065"/>
                <a:gd name="csX6" fmla="*/ 66394 w 70507"/>
                <a:gd name="csY6" fmla="*/ 46773 h 63065"/>
                <a:gd name="csX7" fmla="*/ 53930 w 70507"/>
                <a:gd name="csY7" fmla="*/ 59163 h 63065"/>
                <a:gd name="csX8" fmla="*/ 35735 w 70507"/>
                <a:gd name="csY8" fmla="*/ 63367 h 63065"/>
                <a:gd name="csX9" fmla="*/ 17169 w 70507"/>
                <a:gd name="csY9" fmla="*/ 59200 h 63065"/>
                <a:gd name="csX10" fmla="*/ 4370 w 70507"/>
                <a:gd name="csY10" fmla="*/ 47220 h 63065"/>
                <a:gd name="csX11" fmla="*/ 165 w 70507"/>
                <a:gd name="csY11" fmla="*/ 29211 h 63065"/>
                <a:gd name="csX12" fmla="*/ 2584 w 70507"/>
                <a:gd name="csY12" fmla="*/ 15854 h 63065"/>
                <a:gd name="csX13" fmla="*/ 9244 w 70507"/>
                <a:gd name="csY13" fmla="*/ 6478 h 63065"/>
                <a:gd name="csX14" fmla="*/ 20406 w 70507"/>
                <a:gd name="csY14" fmla="*/ 1306 h 63065"/>
                <a:gd name="csX15" fmla="*/ 22638 w 70507"/>
                <a:gd name="csY15" fmla="*/ 9454 h 63065"/>
                <a:gd name="csX16" fmla="*/ 14453 w 70507"/>
                <a:gd name="csY16" fmla="*/ 13287 h 63065"/>
                <a:gd name="csX17" fmla="*/ 9690 w 70507"/>
                <a:gd name="csY17" fmla="*/ 19761 h 63065"/>
                <a:gd name="csX18" fmla="*/ 7904 w 70507"/>
                <a:gd name="csY18" fmla="*/ 29174 h 63065"/>
                <a:gd name="csX19" fmla="*/ 9765 w 70507"/>
                <a:gd name="csY19" fmla="*/ 39853 h 63065"/>
                <a:gd name="csX20" fmla="*/ 14751 w 70507"/>
                <a:gd name="csY20" fmla="*/ 47145 h 63065"/>
                <a:gd name="csX21" fmla="*/ 21485 w 70507"/>
                <a:gd name="csY21" fmla="*/ 51461 h 63065"/>
                <a:gd name="csX22" fmla="*/ 35214 w 70507"/>
                <a:gd name="csY22" fmla="*/ 54066 h 63065"/>
                <a:gd name="csX23" fmla="*/ 50469 w 70507"/>
                <a:gd name="csY23" fmla="*/ 50903 h 63065"/>
                <a:gd name="csX24" fmla="*/ 59585 w 70507"/>
                <a:gd name="csY24" fmla="*/ 41787 h 63065"/>
                <a:gd name="csX25" fmla="*/ 62562 w 70507"/>
                <a:gd name="csY25" fmla="*/ 29025 h 63065"/>
                <a:gd name="csX26" fmla="*/ 60292 w 70507"/>
                <a:gd name="csY26" fmla="*/ 17603 h 63065"/>
                <a:gd name="csX27" fmla="*/ 55492 w 70507"/>
                <a:gd name="csY27" fmla="*/ 9120 h 63065"/>
                <a:gd name="csX28" fmla="*/ 42767 w 70507"/>
                <a:gd name="csY28" fmla="*/ 9120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67" y="29174"/>
                  </a:moveTo>
                  <a:lnTo>
                    <a:pt x="34768" y="29174"/>
                  </a:lnTo>
                  <a:lnTo>
                    <a:pt x="34731" y="301"/>
                  </a:lnTo>
                  <a:lnTo>
                    <a:pt x="60032" y="301"/>
                  </a:lnTo>
                  <a:cubicBezTo>
                    <a:pt x="63566" y="4729"/>
                    <a:pt x="66208" y="9306"/>
                    <a:pt x="67994" y="14031"/>
                  </a:cubicBezTo>
                  <a:cubicBezTo>
                    <a:pt x="69780" y="18719"/>
                    <a:pt x="70673" y="23556"/>
                    <a:pt x="70673" y="28542"/>
                  </a:cubicBezTo>
                  <a:cubicBezTo>
                    <a:pt x="70673" y="35239"/>
                    <a:pt x="69259" y="41304"/>
                    <a:pt x="66394" y="46773"/>
                  </a:cubicBezTo>
                  <a:cubicBezTo>
                    <a:pt x="63529" y="52242"/>
                    <a:pt x="59362" y="56372"/>
                    <a:pt x="53930" y="59163"/>
                  </a:cubicBezTo>
                  <a:cubicBezTo>
                    <a:pt x="48497" y="61953"/>
                    <a:pt x="42433" y="63367"/>
                    <a:pt x="35735" y="63367"/>
                  </a:cubicBezTo>
                  <a:cubicBezTo>
                    <a:pt x="29112" y="63367"/>
                    <a:pt x="22936" y="61953"/>
                    <a:pt x="17169" y="59200"/>
                  </a:cubicBezTo>
                  <a:cubicBezTo>
                    <a:pt x="11439" y="56410"/>
                    <a:pt x="7160" y="52428"/>
                    <a:pt x="4370" y="47220"/>
                  </a:cubicBezTo>
                  <a:cubicBezTo>
                    <a:pt x="1579" y="42011"/>
                    <a:pt x="165" y="36020"/>
                    <a:pt x="165" y="29211"/>
                  </a:cubicBezTo>
                  <a:cubicBezTo>
                    <a:pt x="165" y="24300"/>
                    <a:pt x="984" y="19835"/>
                    <a:pt x="2584" y="15854"/>
                  </a:cubicBezTo>
                  <a:cubicBezTo>
                    <a:pt x="4184" y="11873"/>
                    <a:pt x="6379" y="8747"/>
                    <a:pt x="9244" y="6478"/>
                  </a:cubicBezTo>
                  <a:cubicBezTo>
                    <a:pt x="12109" y="4208"/>
                    <a:pt x="15830" y="2497"/>
                    <a:pt x="20406" y="1306"/>
                  </a:cubicBezTo>
                  <a:lnTo>
                    <a:pt x="22638" y="9454"/>
                  </a:lnTo>
                  <a:cubicBezTo>
                    <a:pt x="19178" y="10459"/>
                    <a:pt x="16425" y="11761"/>
                    <a:pt x="14453" y="13287"/>
                  </a:cubicBezTo>
                  <a:cubicBezTo>
                    <a:pt x="12481" y="14775"/>
                    <a:pt x="10881" y="16970"/>
                    <a:pt x="9690" y="19761"/>
                  </a:cubicBezTo>
                  <a:cubicBezTo>
                    <a:pt x="8500" y="22588"/>
                    <a:pt x="7904" y="25714"/>
                    <a:pt x="7904" y="29174"/>
                  </a:cubicBezTo>
                  <a:cubicBezTo>
                    <a:pt x="7904" y="33304"/>
                    <a:pt x="8537" y="36876"/>
                    <a:pt x="9765" y="39853"/>
                  </a:cubicBezTo>
                  <a:cubicBezTo>
                    <a:pt x="11030" y="42866"/>
                    <a:pt x="12667" y="45322"/>
                    <a:pt x="14751" y="47145"/>
                  </a:cubicBezTo>
                  <a:cubicBezTo>
                    <a:pt x="16760" y="49005"/>
                    <a:pt x="19029" y="50419"/>
                    <a:pt x="21485" y="51461"/>
                  </a:cubicBezTo>
                  <a:cubicBezTo>
                    <a:pt x="25689" y="53173"/>
                    <a:pt x="30266" y="54066"/>
                    <a:pt x="35214" y="54066"/>
                  </a:cubicBezTo>
                  <a:cubicBezTo>
                    <a:pt x="41279" y="54066"/>
                    <a:pt x="46377" y="53024"/>
                    <a:pt x="50469" y="50903"/>
                  </a:cubicBezTo>
                  <a:cubicBezTo>
                    <a:pt x="54562" y="48819"/>
                    <a:pt x="57576" y="45768"/>
                    <a:pt x="59585" y="41787"/>
                  </a:cubicBezTo>
                  <a:cubicBezTo>
                    <a:pt x="61557" y="37769"/>
                    <a:pt x="62562" y="33527"/>
                    <a:pt x="62562" y="29025"/>
                  </a:cubicBezTo>
                  <a:cubicBezTo>
                    <a:pt x="62562" y="25119"/>
                    <a:pt x="61780" y="21323"/>
                    <a:pt x="60292" y="17603"/>
                  </a:cubicBezTo>
                  <a:cubicBezTo>
                    <a:pt x="58766" y="13882"/>
                    <a:pt x="57167" y="11054"/>
                    <a:pt x="55492" y="9120"/>
                  </a:cubicBezTo>
                  <a:lnTo>
                    <a:pt x="42767" y="912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A62A8F99-7057-2216-4323-E641CC98A4E6}"/>
                </a:ext>
              </a:extLst>
            </p:cNvPr>
            <p:cNvSpPr/>
            <p:nvPr/>
          </p:nvSpPr>
          <p:spPr>
            <a:xfrm>
              <a:off x="2021966" y="3213419"/>
              <a:ext cx="51643" cy="45466"/>
            </a:xfrm>
            <a:custGeom>
              <a:avLst/>
              <a:gdLst>
                <a:gd name="csX0" fmla="*/ 44591 w 51643"/>
                <a:gd name="csY0" fmla="*/ 10712 h 45466"/>
                <a:gd name="csX1" fmla="*/ 50172 w 51643"/>
                <a:gd name="csY1" fmla="*/ 19679 h 45466"/>
                <a:gd name="csX2" fmla="*/ 51809 w 51643"/>
                <a:gd name="csY2" fmla="*/ 28906 h 45466"/>
                <a:gd name="csX3" fmla="*/ 47828 w 51643"/>
                <a:gd name="csY3" fmla="*/ 41407 h 45466"/>
                <a:gd name="csX4" fmla="*/ 37670 w 51643"/>
                <a:gd name="csY4" fmla="*/ 45761 h 45466"/>
                <a:gd name="csX5" fmla="*/ 31047 w 51643"/>
                <a:gd name="csY5" fmla="*/ 44124 h 45466"/>
                <a:gd name="csX6" fmla="*/ 26210 w 51643"/>
                <a:gd name="csY6" fmla="*/ 39808 h 45466"/>
                <a:gd name="csX7" fmla="*/ 23494 w 51643"/>
                <a:gd name="csY7" fmla="*/ 33780 h 45466"/>
                <a:gd name="csX8" fmla="*/ 22229 w 51643"/>
                <a:gd name="csY8" fmla="*/ 26339 h 45466"/>
                <a:gd name="csX9" fmla="*/ 19364 w 51643"/>
                <a:gd name="csY9" fmla="*/ 11419 h 45466"/>
                <a:gd name="csX10" fmla="*/ 17169 w 51643"/>
                <a:gd name="csY10" fmla="*/ 11344 h 45466"/>
                <a:gd name="csX11" fmla="*/ 9951 w 51643"/>
                <a:gd name="csY11" fmla="*/ 13725 h 45466"/>
                <a:gd name="csX12" fmla="*/ 7123 w 51643"/>
                <a:gd name="csY12" fmla="*/ 23250 h 45466"/>
                <a:gd name="csX13" fmla="*/ 9170 w 51643"/>
                <a:gd name="csY13" fmla="*/ 31994 h 45466"/>
                <a:gd name="csX14" fmla="*/ 16499 w 51643"/>
                <a:gd name="csY14" fmla="*/ 36161 h 45466"/>
                <a:gd name="csX15" fmla="*/ 15383 w 51643"/>
                <a:gd name="csY15" fmla="*/ 44347 h 45466"/>
                <a:gd name="csX16" fmla="*/ 6900 w 51643"/>
                <a:gd name="csY16" fmla="*/ 40663 h 45466"/>
                <a:gd name="csX17" fmla="*/ 1914 w 51643"/>
                <a:gd name="csY17" fmla="*/ 33259 h 45466"/>
                <a:gd name="csX18" fmla="*/ 165 w 51643"/>
                <a:gd name="csY18" fmla="*/ 22060 h 45466"/>
                <a:gd name="csX19" fmla="*/ 1654 w 51643"/>
                <a:gd name="csY19" fmla="*/ 11791 h 45466"/>
                <a:gd name="csX20" fmla="*/ 5412 w 51643"/>
                <a:gd name="csY20" fmla="*/ 5986 h 45466"/>
                <a:gd name="csX21" fmla="*/ 11104 w 51643"/>
                <a:gd name="csY21" fmla="*/ 3382 h 45466"/>
                <a:gd name="csX22" fmla="*/ 18843 w 51643"/>
                <a:gd name="csY22" fmla="*/ 2935 h 45466"/>
                <a:gd name="csX23" fmla="*/ 30005 w 51643"/>
                <a:gd name="csY23" fmla="*/ 2935 h 45466"/>
                <a:gd name="csX24" fmla="*/ 44777 w 51643"/>
                <a:gd name="csY24" fmla="*/ 2414 h 45466"/>
                <a:gd name="csX25" fmla="*/ 50693 w 51643"/>
                <a:gd name="csY25" fmla="*/ 294 h 45466"/>
                <a:gd name="csX26" fmla="*/ 50693 w 51643"/>
                <a:gd name="csY26" fmla="*/ 9037 h 45466"/>
                <a:gd name="csX27" fmla="*/ 44591 w 51643"/>
                <a:gd name="csY27" fmla="*/ 10712 h 45466"/>
                <a:gd name="csX28" fmla="*/ 25913 w 51643"/>
                <a:gd name="csY28" fmla="*/ 11419 h 45466"/>
                <a:gd name="csX29" fmla="*/ 29075 w 51643"/>
                <a:gd name="csY29" fmla="*/ 25074 h 45466"/>
                <a:gd name="csX30" fmla="*/ 30750 w 51643"/>
                <a:gd name="csY30" fmla="*/ 32366 h 45466"/>
                <a:gd name="csX31" fmla="*/ 33466 w 51643"/>
                <a:gd name="csY31" fmla="*/ 35678 h 45466"/>
                <a:gd name="csX32" fmla="*/ 37447 w 51643"/>
                <a:gd name="csY32" fmla="*/ 36868 h 45466"/>
                <a:gd name="csX33" fmla="*/ 43028 w 51643"/>
                <a:gd name="csY33" fmla="*/ 34301 h 45466"/>
                <a:gd name="csX34" fmla="*/ 45260 w 51643"/>
                <a:gd name="csY34" fmla="*/ 26897 h 45466"/>
                <a:gd name="csX35" fmla="*/ 43140 w 51643"/>
                <a:gd name="csY35" fmla="*/ 18302 h 45466"/>
                <a:gd name="csX36" fmla="*/ 37335 w 51643"/>
                <a:gd name="csY36" fmla="*/ 12758 h 45466"/>
                <a:gd name="csX37" fmla="*/ 28964 w 51643"/>
                <a:gd name="csY37" fmla="*/ 11419 h 45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51643" h="45466">
                  <a:moveTo>
                    <a:pt x="44591" y="10712"/>
                  </a:moveTo>
                  <a:cubicBezTo>
                    <a:pt x="47232" y="13800"/>
                    <a:pt x="49093" y="16814"/>
                    <a:pt x="50172" y="19679"/>
                  </a:cubicBezTo>
                  <a:cubicBezTo>
                    <a:pt x="51251" y="22543"/>
                    <a:pt x="51809" y="25594"/>
                    <a:pt x="51809" y="28906"/>
                  </a:cubicBezTo>
                  <a:cubicBezTo>
                    <a:pt x="51809" y="34338"/>
                    <a:pt x="50469" y="38505"/>
                    <a:pt x="47828" y="41407"/>
                  </a:cubicBezTo>
                  <a:cubicBezTo>
                    <a:pt x="45186" y="44310"/>
                    <a:pt x="41800" y="45761"/>
                    <a:pt x="37670" y="45761"/>
                  </a:cubicBezTo>
                  <a:cubicBezTo>
                    <a:pt x="35252" y="45761"/>
                    <a:pt x="33056" y="45240"/>
                    <a:pt x="31047" y="44124"/>
                  </a:cubicBezTo>
                  <a:cubicBezTo>
                    <a:pt x="29038" y="43045"/>
                    <a:pt x="27438" y="41593"/>
                    <a:pt x="26210" y="39808"/>
                  </a:cubicBezTo>
                  <a:cubicBezTo>
                    <a:pt x="25020" y="38022"/>
                    <a:pt x="24090" y="36012"/>
                    <a:pt x="23494" y="33780"/>
                  </a:cubicBezTo>
                  <a:cubicBezTo>
                    <a:pt x="23048" y="32143"/>
                    <a:pt x="22638" y="29650"/>
                    <a:pt x="22229" y="26339"/>
                  </a:cubicBezTo>
                  <a:cubicBezTo>
                    <a:pt x="21411" y="19567"/>
                    <a:pt x="20480" y="14618"/>
                    <a:pt x="19364" y="11419"/>
                  </a:cubicBezTo>
                  <a:cubicBezTo>
                    <a:pt x="18211" y="11381"/>
                    <a:pt x="17467" y="11344"/>
                    <a:pt x="17169" y="11344"/>
                  </a:cubicBezTo>
                  <a:cubicBezTo>
                    <a:pt x="13746" y="11344"/>
                    <a:pt x="11365" y="12163"/>
                    <a:pt x="9951" y="13725"/>
                  </a:cubicBezTo>
                  <a:cubicBezTo>
                    <a:pt x="8053" y="15883"/>
                    <a:pt x="7123" y="19046"/>
                    <a:pt x="7123" y="23250"/>
                  </a:cubicBezTo>
                  <a:cubicBezTo>
                    <a:pt x="7123" y="27194"/>
                    <a:pt x="7793" y="30097"/>
                    <a:pt x="9170" y="31994"/>
                  </a:cubicBezTo>
                  <a:cubicBezTo>
                    <a:pt x="10546" y="33854"/>
                    <a:pt x="13002" y="35268"/>
                    <a:pt x="16499" y="36161"/>
                  </a:cubicBezTo>
                  <a:lnTo>
                    <a:pt x="15383" y="44347"/>
                  </a:lnTo>
                  <a:cubicBezTo>
                    <a:pt x="11886" y="43603"/>
                    <a:pt x="9058" y="42375"/>
                    <a:pt x="6900" y="40663"/>
                  </a:cubicBezTo>
                  <a:cubicBezTo>
                    <a:pt x="4742" y="38952"/>
                    <a:pt x="3105" y="36496"/>
                    <a:pt x="1914" y="33259"/>
                  </a:cubicBezTo>
                  <a:cubicBezTo>
                    <a:pt x="761" y="30059"/>
                    <a:pt x="165" y="26301"/>
                    <a:pt x="165" y="22060"/>
                  </a:cubicBezTo>
                  <a:cubicBezTo>
                    <a:pt x="165" y="17855"/>
                    <a:pt x="686" y="14432"/>
                    <a:pt x="1654" y="11791"/>
                  </a:cubicBezTo>
                  <a:cubicBezTo>
                    <a:pt x="2658" y="9149"/>
                    <a:pt x="3923" y="7214"/>
                    <a:pt x="5412" y="5986"/>
                  </a:cubicBezTo>
                  <a:cubicBezTo>
                    <a:pt x="6937" y="4721"/>
                    <a:pt x="8835" y="3866"/>
                    <a:pt x="11104" y="3382"/>
                  </a:cubicBezTo>
                  <a:cubicBezTo>
                    <a:pt x="12555" y="3084"/>
                    <a:pt x="15123" y="2935"/>
                    <a:pt x="18843" y="2935"/>
                  </a:cubicBezTo>
                  <a:lnTo>
                    <a:pt x="30005" y="2935"/>
                  </a:lnTo>
                  <a:cubicBezTo>
                    <a:pt x="37782" y="2935"/>
                    <a:pt x="42693" y="2749"/>
                    <a:pt x="44777" y="2414"/>
                  </a:cubicBezTo>
                  <a:cubicBezTo>
                    <a:pt x="46823" y="2042"/>
                    <a:pt x="48795" y="1335"/>
                    <a:pt x="50693" y="294"/>
                  </a:cubicBezTo>
                  <a:lnTo>
                    <a:pt x="50693" y="9037"/>
                  </a:lnTo>
                  <a:cubicBezTo>
                    <a:pt x="48944" y="9893"/>
                    <a:pt x="46935" y="10451"/>
                    <a:pt x="44591" y="10712"/>
                  </a:cubicBezTo>
                  <a:moveTo>
                    <a:pt x="25913" y="11419"/>
                  </a:moveTo>
                  <a:cubicBezTo>
                    <a:pt x="27141" y="14432"/>
                    <a:pt x="28182" y="19009"/>
                    <a:pt x="29075" y="25074"/>
                  </a:cubicBezTo>
                  <a:cubicBezTo>
                    <a:pt x="29559" y="28534"/>
                    <a:pt x="30117" y="30952"/>
                    <a:pt x="30750" y="32366"/>
                  </a:cubicBezTo>
                  <a:cubicBezTo>
                    <a:pt x="31345" y="33817"/>
                    <a:pt x="32275" y="34896"/>
                    <a:pt x="33466" y="35678"/>
                  </a:cubicBezTo>
                  <a:cubicBezTo>
                    <a:pt x="34656" y="36459"/>
                    <a:pt x="35996" y="36868"/>
                    <a:pt x="37447" y="36868"/>
                  </a:cubicBezTo>
                  <a:cubicBezTo>
                    <a:pt x="39679" y="36868"/>
                    <a:pt x="41540" y="36012"/>
                    <a:pt x="43028" y="34301"/>
                  </a:cubicBezTo>
                  <a:cubicBezTo>
                    <a:pt x="44516" y="32627"/>
                    <a:pt x="45260" y="30171"/>
                    <a:pt x="45260" y="26897"/>
                  </a:cubicBezTo>
                  <a:cubicBezTo>
                    <a:pt x="45260" y="23660"/>
                    <a:pt x="44553" y="20795"/>
                    <a:pt x="43140" y="18302"/>
                  </a:cubicBezTo>
                  <a:cubicBezTo>
                    <a:pt x="41726" y="15772"/>
                    <a:pt x="39791" y="13949"/>
                    <a:pt x="37335" y="12758"/>
                  </a:cubicBezTo>
                  <a:cubicBezTo>
                    <a:pt x="35438" y="11865"/>
                    <a:pt x="32647" y="11419"/>
                    <a:pt x="28964" y="1141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31" name="Graphic 4">
            <a:extLst>
              <a:ext uri="{FF2B5EF4-FFF2-40B4-BE49-F238E27FC236}">
                <a16:creationId xmlns:a16="http://schemas.microsoft.com/office/drawing/2014/main" id="{FE3FAB5C-3F4C-C881-15CA-303F324A8239}"/>
              </a:ext>
            </a:extLst>
          </p:cNvPr>
          <p:cNvGrpSpPr/>
          <p:nvPr/>
        </p:nvGrpSpPr>
        <p:grpSpPr>
          <a:xfrm>
            <a:off x="2461342" y="3217204"/>
            <a:ext cx="70507" cy="191020"/>
            <a:chOff x="2079525" y="3217204"/>
            <a:chExt cx="70507" cy="191020"/>
          </a:xfrm>
          <a:solidFill>
            <a:srgbClr val="000000"/>
          </a:solidFill>
        </p:grpSpPr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C9C5ADF7-DDED-8B81-0A99-B304289E84F1}"/>
                </a:ext>
              </a:extLst>
            </p:cNvPr>
            <p:cNvSpPr/>
            <p:nvPr/>
          </p:nvSpPr>
          <p:spPr>
            <a:xfrm>
              <a:off x="2080715" y="3354201"/>
              <a:ext cx="68163" cy="54024"/>
            </a:xfrm>
            <a:custGeom>
              <a:avLst/>
              <a:gdLst>
                <a:gd name="csX0" fmla="*/ 68337 w 68163"/>
                <a:gd name="csY0" fmla="*/ 31861 h 54024"/>
                <a:gd name="csX1" fmla="*/ 8210 w 68163"/>
                <a:gd name="csY1" fmla="*/ 31861 h 54024"/>
                <a:gd name="csX2" fmla="*/ 8210 w 68163"/>
                <a:gd name="csY2" fmla="*/ 54334 h 54024"/>
                <a:gd name="csX3" fmla="*/ 173 w 68163"/>
                <a:gd name="csY3" fmla="*/ 54334 h 54024"/>
                <a:gd name="csX4" fmla="*/ 173 w 68163"/>
                <a:gd name="csY4" fmla="*/ 309 h 54024"/>
                <a:gd name="csX5" fmla="*/ 8210 w 68163"/>
                <a:gd name="csY5" fmla="*/ 309 h 54024"/>
                <a:gd name="csX6" fmla="*/ 8210 w 68163"/>
                <a:gd name="csY6" fmla="*/ 22857 h 54024"/>
                <a:gd name="csX7" fmla="*/ 68337 w 68163"/>
                <a:gd name="csY7" fmla="*/ 22857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337" y="31861"/>
                  </a:moveTo>
                  <a:lnTo>
                    <a:pt x="8210" y="31861"/>
                  </a:lnTo>
                  <a:lnTo>
                    <a:pt x="8210" y="54334"/>
                  </a:lnTo>
                  <a:lnTo>
                    <a:pt x="173" y="54334"/>
                  </a:lnTo>
                  <a:lnTo>
                    <a:pt x="173" y="309"/>
                  </a:lnTo>
                  <a:lnTo>
                    <a:pt x="8210" y="309"/>
                  </a:lnTo>
                  <a:lnTo>
                    <a:pt x="8210" y="22857"/>
                  </a:lnTo>
                  <a:lnTo>
                    <a:pt x="68337" y="2285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10EFB0C0-1564-97CB-8096-E26936AD0281}"/>
                </a:ext>
              </a:extLst>
            </p:cNvPr>
            <p:cNvSpPr/>
            <p:nvPr/>
          </p:nvSpPr>
          <p:spPr>
            <a:xfrm>
              <a:off x="2079525" y="3284149"/>
              <a:ext cx="70507" cy="63065"/>
            </a:xfrm>
            <a:custGeom>
              <a:avLst/>
              <a:gdLst>
                <a:gd name="csX0" fmla="*/ 42775 w 70507"/>
                <a:gd name="csY0" fmla="*/ 29176 h 63065"/>
                <a:gd name="csX1" fmla="*/ 34776 w 70507"/>
                <a:gd name="csY1" fmla="*/ 29176 h 63065"/>
                <a:gd name="csX2" fmla="*/ 34739 w 70507"/>
                <a:gd name="csY2" fmla="*/ 303 h 63065"/>
                <a:gd name="csX3" fmla="*/ 60040 w 70507"/>
                <a:gd name="csY3" fmla="*/ 303 h 63065"/>
                <a:gd name="csX4" fmla="*/ 68002 w 70507"/>
                <a:gd name="csY4" fmla="*/ 14032 h 63065"/>
                <a:gd name="csX5" fmla="*/ 70681 w 70507"/>
                <a:gd name="csY5" fmla="*/ 28543 h 63065"/>
                <a:gd name="csX6" fmla="*/ 66402 w 70507"/>
                <a:gd name="csY6" fmla="*/ 46775 h 63065"/>
                <a:gd name="csX7" fmla="*/ 53938 w 70507"/>
                <a:gd name="csY7" fmla="*/ 59165 h 63065"/>
                <a:gd name="csX8" fmla="*/ 35743 w 70507"/>
                <a:gd name="csY8" fmla="*/ 63369 h 63065"/>
                <a:gd name="csX9" fmla="*/ 17177 w 70507"/>
                <a:gd name="csY9" fmla="*/ 59202 h 63065"/>
                <a:gd name="csX10" fmla="*/ 4378 w 70507"/>
                <a:gd name="csY10" fmla="*/ 47221 h 63065"/>
                <a:gd name="csX11" fmla="*/ 173 w 70507"/>
                <a:gd name="csY11" fmla="*/ 29213 h 63065"/>
                <a:gd name="csX12" fmla="*/ 2592 w 70507"/>
                <a:gd name="csY12" fmla="*/ 15856 h 63065"/>
                <a:gd name="csX13" fmla="*/ 9252 w 70507"/>
                <a:gd name="csY13" fmla="*/ 6479 h 63065"/>
                <a:gd name="csX14" fmla="*/ 20414 w 70507"/>
                <a:gd name="csY14" fmla="*/ 1308 h 63065"/>
                <a:gd name="csX15" fmla="*/ 22646 w 70507"/>
                <a:gd name="csY15" fmla="*/ 9456 h 63065"/>
                <a:gd name="csX16" fmla="*/ 14461 w 70507"/>
                <a:gd name="csY16" fmla="*/ 13288 h 63065"/>
                <a:gd name="csX17" fmla="*/ 9698 w 70507"/>
                <a:gd name="csY17" fmla="*/ 19762 h 63065"/>
                <a:gd name="csX18" fmla="*/ 7913 w 70507"/>
                <a:gd name="csY18" fmla="*/ 29176 h 63065"/>
                <a:gd name="csX19" fmla="*/ 9773 w 70507"/>
                <a:gd name="csY19" fmla="*/ 39854 h 63065"/>
                <a:gd name="csX20" fmla="*/ 14759 w 70507"/>
                <a:gd name="csY20" fmla="*/ 47147 h 63065"/>
                <a:gd name="csX21" fmla="*/ 21493 w 70507"/>
                <a:gd name="csY21" fmla="*/ 51463 h 63065"/>
                <a:gd name="csX22" fmla="*/ 35222 w 70507"/>
                <a:gd name="csY22" fmla="*/ 54067 h 63065"/>
                <a:gd name="csX23" fmla="*/ 50477 w 70507"/>
                <a:gd name="csY23" fmla="*/ 50905 h 63065"/>
                <a:gd name="csX24" fmla="*/ 59593 w 70507"/>
                <a:gd name="csY24" fmla="*/ 41789 h 63065"/>
                <a:gd name="csX25" fmla="*/ 62570 w 70507"/>
                <a:gd name="csY25" fmla="*/ 29027 h 63065"/>
                <a:gd name="csX26" fmla="*/ 60300 w 70507"/>
                <a:gd name="csY26" fmla="*/ 17604 h 63065"/>
                <a:gd name="csX27" fmla="*/ 55500 w 70507"/>
                <a:gd name="csY27" fmla="*/ 9121 h 63065"/>
                <a:gd name="csX28" fmla="*/ 42775 w 70507"/>
                <a:gd name="csY28" fmla="*/ 9121 h 63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0507" h="63065">
                  <a:moveTo>
                    <a:pt x="42775" y="29176"/>
                  </a:moveTo>
                  <a:lnTo>
                    <a:pt x="34776" y="29176"/>
                  </a:lnTo>
                  <a:lnTo>
                    <a:pt x="34739" y="303"/>
                  </a:lnTo>
                  <a:lnTo>
                    <a:pt x="60040" y="303"/>
                  </a:lnTo>
                  <a:cubicBezTo>
                    <a:pt x="63574" y="4731"/>
                    <a:pt x="66216" y="9307"/>
                    <a:pt x="68002" y="14032"/>
                  </a:cubicBezTo>
                  <a:cubicBezTo>
                    <a:pt x="69788" y="18721"/>
                    <a:pt x="70681" y="23557"/>
                    <a:pt x="70681" y="28543"/>
                  </a:cubicBezTo>
                  <a:cubicBezTo>
                    <a:pt x="70681" y="35241"/>
                    <a:pt x="69267" y="41305"/>
                    <a:pt x="66402" y="46775"/>
                  </a:cubicBezTo>
                  <a:cubicBezTo>
                    <a:pt x="63537" y="52244"/>
                    <a:pt x="59370" y="56374"/>
                    <a:pt x="53938" y="59165"/>
                  </a:cubicBezTo>
                  <a:cubicBezTo>
                    <a:pt x="48505" y="61955"/>
                    <a:pt x="42441" y="63369"/>
                    <a:pt x="35743" y="63369"/>
                  </a:cubicBezTo>
                  <a:cubicBezTo>
                    <a:pt x="29121" y="63369"/>
                    <a:pt x="22944" y="61955"/>
                    <a:pt x="17177" y="59202"/>
                  </a:cubicBezTo>
                  <a:cubicBezTo>
                    <a:pt x="11447" y="56411"/>
                    <a:pt x="7168" y="52430"/>
                    <a:pt x="4378" y="47221"/>
                  </a:cubicBezTo>
                  <a:cubicBezTo>
                    <a:pt x="1587" y="42012"/>
                    <a:pt x="173" y="36022"/>
                    <a:pt x="173" y="29213"/>
                  </a:cubicBezTo>
                  <a:cubicBezTo>
                    <a:pt x="173" y="24302"/>
                    <a:pt x="992" y="19837"/>
                    <a:pt x="2592" y="15856"/>
                  </a:cubicBezTo>
                  <a:cubicBezTo>
                    <a:pt x="4192" y="11874"/>
                    <a:pt x="6387" y="8749"/>
                    <a:pt x="9252" y="6479"/>
                  </a:cubicBezTo>
                  <a:cubicBezTo>
                    <a:pt x="12117" y="4210"/>
                    <a:pt x="15838" y="2498"/>
                    <a:pt x="20414" y="1308"/>
                  </a:cubicBezTo>
                  <a:lnTo>
                    <a:pt x="22646" y="9456"/>
                  </a:lnTo>
                  <a:cubicBezTo>
                    <a:pt x="19186" y="10461"/>
                    <a:pt x="16433" y="11763"/>
                    <a:pt x="14461" y="13288"/>
                  </a:cubicBezTo>
                  <a:cubicBezTo>
                    <a:pt x="12489" y="14777"/>
                    <a:pt x="10889" y="16972"/>
                    <a:pt x="9698" y="19762"/>
                  </a:cubicBezTo>
                  <a:cubicBezTo>
                    <a:pt x="8508" y="22590"/>
                    <a:pt x="7913" y="25716"/>
                    <a:pt x="7913" y="29176"/>
                  </a:cubicBezTo>
                  <a:cubicBezTo>
                    <a:pt x="7913" y="33306"/>
                    <a:pt x="8545" y="36878"/>
                    <a:pt x="9773" y="39854"/>
                  </a:cubicBezTo>
                  <a:cubicBezTo>
                    <a:pt x="11038" y="42868"/>
                    <a:pt x="12675" y="45324"/>
                    <a:pt x="14759" y="47147"/>
                  </a:cubicBezTo>
                  <a:cubicBezTo>
                    <a:pt x="16768" y="49007"/>
                    <a:pt x="19037" y="50421"/>
                    <a:pt x="21493" y="51463"/>
                  </a:cubicBezTo>
                  <a:cubicBezTo>
                    <a:pt x="25697" y="53174"/>
                    <a:pt x="30274" y="54067"/>
                    <a:pt x="35222" y="54067"/>
                  </a:cubicBezTo>
                  <a:cubicBezTo>
                    <a:pt x="41287" y="54067"/>
                    <a:pt x="46385" y="53025"/>
                    <a:pt x="50477" y="50905"/>
                  </a:cubicBezTo>
                  <a:cubicBezTo>
                    <a:pt x="54570" y="48821"/>
                    <a:pt x="57584" y="45770"/>
                    <a:pt x="59593" y="41789"/>
                  </a:cubicBezTo>
                  <a:cubicBezTo>
                    <a:pt x="61565" y="37771"/>
                    <a:pt x="62570" y="33529"/>
                    <a:pt x="62570" y="29027"/>
                  </a:cubicBezTo>
                  <a:cubicBezTo>
                    <a:pt x="62570" y="25120"/>
                    <a:pt x="61788" y="21325"/>
                    <a:pt x="60300" y="17604"/>
                  </a:cubicBezTo>
                  <a:cubicBezTo>
                    <a:pt x="58775" y="13884"/>
                    <a:pt x="57175" y="11056"/>
                    <a:pt x="55500" y="9121"/>
                  </a:cubicBezTo>
                  <a:lnTo>
                    <a:pt x="42775" y="912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CDE73854-8DF6-C6FE-39FB-69E96219B821}"/>
                </a:ext>
              </a:extLst>
            </p:cNvPr>
            <p:cNvSpPr/>
            <p:nvPr/>
          </p:nvSpPr>
          <p:spPr>
            <a:xfrm>
              <a:off x="2080715" y="3217204"/>
              <a:ext cx="68163" cy="53726"/>
            </a:xfrm>
            <a:custGeom>
              <a:avLst/>
              <a:gdLst>
                <a:gd name="csX0" fmla="*/ 68337 w 68163"/>
                <a:gd name="csY0" fmla="*/ 54022 h 53726"/>
                <a:gd name="csX1" fmla="*/ 173 w 68163"/>
                <a:gd name="csY1" fmla="*/ 54022 h 53726"/>
                <a:gd name="csX2" fmla="*/ 173 w 68163"/>
                <a:gd name="csY2" fmla="*/ 44758 h 53726"/>
                <a:gd name="csX3" fmla="*/ 53677 w 68163"/>
                <a:gd name="csY3" fmla="*/ 8965 h 53726"/>
                <a:gd name="csX4" fmla="*/ 173 w 68163"/>
                <a:gd name="csY4" fmla="*/ 8965 h 53726"/>
                <a:gd name="csX5" fmla="*/ 173 w 68163"/>
                <a:gd name="csY5" fmla="*/ 295 h 53726"/>
                <a:gd name="csX6" fmla="*/ 68337 w 68163"/>
                <a:gd name="csY6" fmla="*/ 295 h 53726"/>
                <a:gd name="csX7" fmla="*/ 68337 w 68163"/>
                <a:gd name="csY7" fmla="*/ 9560 h 53726"/>
                <a:gd name="csX8" fmla="*/ 14759 w 68163"/>
                <a:gd name="csY8" fmla="*/ 45353 h 53726"/>
                <a:gd name="csX9" fmla="*/ 68337 w 68163"/>
                <a:gd name="csY9" fmla="*/ 45353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337" y="54022"/>
                  </a:moveTo>
                  <a:lnTo>
                    <a:pt x="173" y="54022"/>
                  </a:lnTo>
                  <a:lnTo>
                    <a:pt x="173" y="44758"/>
                  </a:lnTo>
                  <a:lnTo>
                    <a:pt x="53677" y="8965"/>
                  </a:lnTo>
                  <a:lnTo>
                    <a:pt x="173" y="8965"/>
                  </a:lnTo>
                  <a:lnTo>
                    <a:pt x="173" y="295"/>
                  </a:lnTo>
                  <a:lnTo>
                    <a:pt x="68337" y="295"/>
                  </a:lnTo>
                  <a:lnTo>
                    <a:pt x="68337" y="9560"/>
                  </a:lnTo>
                  <a:lnTo>
                    <a:pt x="14759" y="45353"/>
                  </a:lnTo>
                  <a:lnTo>
                    <a:pt x="68337" y="4535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35" name="Graphic 4">
            <a:extLst>
              <a:ext uri="{FF2B5EF4-FFF2-40B4-BE49-F238E27FC236}">
                <a16:creationId xmlns:a16="http://schemas.microsoft.com/office/drawing/2014/main" id="{DCFC0B3C-8C4B-C902-80D2-0A26C7C95026}"/>
              </a:ext>
            </a:extLst>
          </p:cNvPr>
          <p:cNvGrpSpPr/>
          <p:nvPr/>
        </p:nvGrpSpPr>
        <p:grpSpPr>
          <a:xfrm>
            <a:off x="2538881" y="3213530"/>
            <a:ext cx="68163" cy="120913"/>
            <a:chOff x="2157064" y="3213530"/>
            <a:chExt cx="68163" cy="120913"/>
          </a:xfrm>
          <a:solidFill>
            <a:srgbClr val="000000"/>
          </a:solidFill>
        </p:grpSpPr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723E0027-E2D5-2D7B-B7B6-7CE9EA95958E}"/>
                </a:ext>
              </a:extLst>
            </p:cNvPr>
            <p:cNvSpPr/>
            <p:nvPr/>
          </p:nvSpPr>
          <p:spPr>
            <a:xfrm>
              <a:off x="2157064" y="3280717"/>
              <a:ext cx="68163" cy="53726"/>
            </a:xfrm>
            <a:custGeom>
              <a:avLst/>
              <a:gdLst>
                <a:gd name="csX0" fmla="*/ 68345 w 68163"/>
                <a:gd name="csY0" fmla="*/ 54029 h 53726"/>
                <a:gd name="csX1" fmla="*/ 181 w 68163"/>
                <a:gd name="csY1" fmla="*/ 54029 h 53726"/>
                <a:gd name="csX2" fmla="*/ 181 w 68163"/>
                <a:gd name="csY2" fmla="*/ 44764 h 53726"/>
                <a:gd name="csX3" fmla="*/ 53685 w 68163"/>
                <a:gd name="csY3" fmla="*/ 8971 h 53726"/>
                <a:gd name="csX4" fmla="*/ 181 w 68163"/>
                <a:gd name="csY4" fmla="*/ 8971 h 53726"/>
                <a:gd name="csX5" fmla="*/ 181 w 68163"/>
                <a:gd name="csY5" fmla="*/ 302 h 53726"/>
                <a:gd name="csX6" fmla="*/ 68345 w 68163"/>
                <a:gd name="csY6" fmla="*/ 302 h 53726"/>
                <a:gd name="csX7" fmla="*/ 68345 w 68163"/>
                <a:gd name="csY7" fmla="*/ 9567 h 53726"/>
                <a:gd name="csX8" fmla="*/ 14767 w 68163"/>
                <a:gd name="csY8" fmla="*/ 45360 h 53726"/>
                <a:gd name="csX9" fmla="*/ 68345 w 68163"/>
                <a:gd name="csY9" fmla="*/ 45360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345" y="54029"/>
                  </a:moveTo>
                  <a:lnTo>
                    <a:pt x="181" y="54029"/>
                  </a:lnTo>
                  <a:lnTo>
                    <a:pt x="181" y="44764"/>
                  </a:lnTo>
                  <a:lnTo>
                    <a:pt x="53685" y="8971"/>
                  </a:lnTo>
                  <a:lnTo>
                    <a:pt x="181" y="8971"/>
                  </a:lnTo>
                  <a:lnTo>
                    <a:pt x="181" y="302"/>
                  </a:lnTo>
                  <a:lnTo>
                    <a:pt x="68345" y="302"/>
                  </a:lnTo>
                  <a:lnTo>
                    <a:pt x="68345" y="9567"/>
                  </a:lnTo>
                  <a:lnTo>
                    <a:pt x="14767" y="45360"/>
                  </a:lnTo>
                  <a:lnTo>
                    <a:pt x="68345" y="453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D2D253E9-DC7D-1ECA-8CBD-B7207FAC68D7}"/>
                </a:ext>
              </a:extLst>
            </p:cNvPr>
            <p:cNvSpPr/>
            <p:nvPr/>
          </p:nvSpPr>
          <p:spPr>
            <a:xfrm>
              <a:off x="2157064" y="3213530"/>
              <a:ext cx="68163" cy="52015"/>
            </a:xfrm>
            <a:custGeom>
              <a:avLst/>
              <a:gdLst>
                <a:gd name="csX0" fmla="*/ 68345 w 68163"/>
                <a:gd name="csY0" fmla="*/ 52310 h 52015"/>
                <a:gd name="csX1" fmla="*/ 181 w 68163"/>
                <a:gd name="csY1" fmla="*/ 52310 h 52015"/>
                <a:gd name="csX2" fmla="*/ 181 w 68163"/>
                <a:gd name="csY2" fmla="*/ 26600 h 52015"/>
                <a:gd name="csX3" fmla="*/ 814 w 68163"/>
                <a:gd name="csY3" fmla="*/ 16219 h 52015"/>
                <a:gd name="csX4" fmla="*/ 4014 w 68163"/>
                <a:gd name="csY4" fmla="*/ 7811 h 52015"/>
                <a:gd name="csX5" fmla="*/ 10599 w 68163"/>
                <a:gd name="csY5" fmla="*/ 2341 h 52015"/>
                <a:gd name="csX6" fmla="*/ 19901 w 68163"/>
                <a:gd name="csY6" fmla="*/ 295 h 52015"/>
                <a:gd name="csX7" fmla="*/ 34598 w 68163"/>
                <a:gd name="csY7" fmla="*/ 5801 h 52015"/>
                <a:gd name="csX8" fmla="*/ 40626 w 68163"/>
                <a:gd name="csY8" fmla="*/ 25819 h 52015"/>
                <a:gd name="csX9" fmla="*/ 40626 w 68163"/>
                <a:gd name="csY9" fmla="*/ 43306 h 52015"/>
                <a:gd name="csX10" fmla="*/ 68345 w 68163"/>
                <a:gd name="csY10" fmla="*/ 43306 h 52015"/>
                <a:gd name="csX11" fmla="*/ 68345 w 68163"/>
                <a:gd name="csY11" fmla="*/ 52310 h 52015"/>
                <a:gd name="csX12" fmla="*/ 32589 w 68163"/>
                <a:gd name="csY12" fmla="*/ 43306 h 52015"/>
                <a:gd name="csX13" fmla="*/ 32589 w 68163"/>
                <a:gd name="csY13" fmla="*/ 25670 h 52015"/>
                <a:gd name="csX14" fmla="*/ 29315 w 68163"/>
                <a:gd name="csY14" fmla="*/ 13243 h 52015"/>
                <a:gd name="csX15" fmla="*/ 20162 w 68163"/>
                <a:gd name="csY15" fmla="*/ 9597 h 52015"/>
                <a:gd name="csX16" fmla="*/ 12832 w 68163"/>
                <a:gd name="csY16" fmla="*/ 11755 h 52015"/>
                <a:gd name="csX17" fmla="*/ 8813 w 68163"/>
                <a:gd name="csY17" fmla="*/ 17447 h 52015"/>
                <a:gd name="csX18" fmla="*/ 8218 w 68163"/>
                <a:gd name="csY18" fmla="*/ 25856 h 52015"/>
                <a:gd name="csX19" fmla="*/ 8218 w 68163"/>
                <a:gd name="csY19" fmla="*/ 43306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45" y="52310"/>
                  </a:moveTo>
                  <a:lnTo>
                    <a:pt x="181" y="52310"/>
                  </a:lnTo>
                  <a:lnTo>
                    <a:pt x="181" y="26600"/>
                  </a:lnTo>
                  <a:cubicBezTo>
                    <a:pt x="181" y="22098"/>
                    <a:pt x="367" y="18638"/>
                    <a:pt x="814" y="16219"/>
                  </a:cubicBezTo>
                  <a:cubicBezTo>
                    <a:pt x="1372" y="12871"/>
                    <a:pt x="2451" y="10080"/>
                    <a:pt x="4014" y="7811"/>
                  </a:cubicBezTo>
                  <a:cubicBezTo>
                    <a:pt x="5576" y="5541"/>
                    <a:pt x="7772" y="3718"/>
                    <a:pt x="10599" y="2341"/>
                  </a:cubicBezTo>
                  <a:cubicBezTo>
                    <a:pt x="13390" y="965"/>
                    <a:pt x="16515" y="295"/>
                    <a:pt x="19901" y="295"/>
                  </a:cubicBezTo>
                  <a:cubicBezTo>
                    <a:pt x="25668" y="295"/>
                    <a:pt x="30580" y="2118"/>
                    <a:pt x="34598" y="5801"/>
                  </a:cubicBezTo>
                  <a:cubicBezTo>
                    <a:pt x="38616" y="9522"/>
                    <a:pt x="40626" y="16182"/>
                    <a:pt x="40626" y="25819"/>
                  </a:cubicBezTo>
                  <a:lnTo>
                    <a:pt x="40626" y="43306"/>
                  </a:lnTo>
                  <a:lnTo>
                    <a:pt x="68345" y="43306"/>
                  </a:lnTo>
                  <a:lnTo>
                    <a:pt x="68345" y="52310"/>
                  </a:lnTo>
                  <a:moveTo>
                    <a:pt x="32589" y="43306"/>
                  </a:moveTo>
                  <a:lnTo>
                    <a:pt x="32589" y="25670"/>
                  </a:lnTo>
                  <a:cubicBezTo>
                    <a:pt x="32589" y="19866"/>
                    <a:pt x="31510" y="15698"/>
                    <a:pt x="29315" y="13243"/>
                  </a:cubicBezTo>
                  <a:cubicBezTo>
                    <a:pt x="27157" y="10824"/>
                    <a:pt x="24106" y="9597"/>
                    <a:pt x="20162" y="9597"/>
                  </a:cubicBezTo>
                  <a:cubicBezTo>
                    <a:pt x="17297" y="9597"/>
                    <a:pt x="14878" y="10303"/>
                    <a:pt x="12832" y="11755"/>
                  </a:cubicBezTo>
                  <a:cubicBezTo>
                    <a:pt x="10823" y="13206"/>
                    <a:pt x="9483" y="15103"/>
                    <a:pt x="8813" y="17447"/>
                  </a:cubicBezTo>
                  <a:cubicBezTo>
                    <a:pt x="8404" y="18973"/>
                    <a:pt x="8218" y="21763"/>
                    <a:pt x="8218" y="25856"/>
                  </a:cubicBezTo>
                  <a:lnTo>
                    <a:pt x="8218" y="4330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38" name="Graphic 4">
            <a:extLst>
              <a:ext uri="{FF2B5EF4-FFF2-40B4-BE49-F238E27FC236}">
                <a16:creationId xmlns:a16="http://schemas.microsoft.com/office/drawing/2014/main" id="{C930EC99-FD30-5575-29BD-5C51022F64B0}"/>
              </a:ext>
            </a:extLst>
          </p:cNvPr>
          <p:cNvGrpSpPr/>
          <p:nvPr/>
        </p:nvGrpSpPr>
        <p:grpSpPr>
          <a:xfrm>
            <a:off x="2614039" y="3215530"/>
            <a:ext cx="70507" cy="192918"/>
            <a:chOff x="2232222" y="3215530"/>
            <a:chExt cx="70507" cy="192918"/>
          </a:xfrm>
          <a:solidFill>
            <a:srgbClr val="000000"/>
          </a:solidFill>
        </p:grpSpPr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306742D8-2CF1-B12E-B5EE-61F4A3349F18}"/>
                </a:ext>
              </a:extLst>
            </p:cNvPr>
            <p:cNvSpPr/>
            <p:nvPr/>
          </p:nvSpPr>
          <p:spPr>
            <a:xfrm>
              <a:off x="2233413" y="3356433"/>
              <a:ext cx="68163" cy="52015"/>
            </a:xfrm>
            <a:custGeom>
              <a:avLst/>
              <a:gdLst>
                <a:gd name="csX0" fmla="*/ 68353 w 68163"/>
                <a:gd name="csY0" fmla="*/ 52325 h 52015"/>
                <a:gd name="csX1" fmla="*/ 189 w 68163"/>
                <a:gd name="csY1" fmla="*/ 52325 h 52015"/>
                <a:gd name="csX2" fmla="*/ 189 w 68163"/>
                <a:gd name="csY2" fmla="*/ 26615 h 52015"/>
                <a:gd name="csX3" fmla="*/ 822 w 68163"/>
                <a:gd name="csY3" fmla="*/ 16234 h 52015"/>
                <a:gd name="csX4" fmla="*/ 4022 w 68163"/>
                <a:gd name="csY4" fmla="*/ 7826 h 52015"/>
                <a:gd name="csX5" fmla="*/ 10607 w 68163"/>
                <a:gd name="csY5" fmla="*/ 2356 h 52015"/>
                <a:gd name="csX6" fmla="*/ 19909 w 68163"/>
                <a:gd name="csY6" fmla="*/ 310 h 52015"/>
                <a:gd name="csX7" fmla="*/ 34606 w 68163"/>
                <a:gd name="csY7" fmla="*/ 5816 h 52015"/>
                <a:gd name="csX8" fmla="*/ 40634 w 68163"/>
                <a:gd name="csY8" fmla="*/ 25834 h 52015"/>
                <a:gd name="csX9" fmla="*/ 40634 w 68163"/>
                <a:gd name="csY9" fmla="*/ 43321 h 52015"/>
                <a:gd name="csX10" fmla="*/ 68353 w 68163"/>
                <a:gd name="csY10" fmla="*/ 43321 h 52015"/>
                <a:gd name="csX11" fmla="*/ 68353 w 68163"/>
                <a:gd name="csY11" fmla="*/ 52325 h 52015"/>
                <a:gd name="csX12" fmla="*/ 32597 w 68163"/>
                <a:gd name="csY12" fmla="*/ 43321 h 52015"/>
                <a:gd name="csX13" fmla="*/ 32597 w 68163"/>
                <a:gd name="csY13" fmla="*/ 25685 h 52015"/>
                <a:gd name="csX14" fmla="*/ 29323 w 68163"/>
                <a:gd name="csY14" fmla="*/ 13258 h 52015"/>
                <a:gd name="csX15" fmla="*/ 20170 w 68163"/>
                <a:gd name="csY15" fmla="*/ 9612 h 52015"/>
                <a:gd name="csX16" fmla="*/ 12840 w 68163"/>
                <a:gd name="csY16" fmla="*/ 11770 h 52015"/>
                <a:gd name="csX17" fmla="*/ 8822 w 68163"/>
                <a:gd name="csY17" fmla="*/ 17462 h 52015"/>
                <a:gd name="csX18" fmla="*/ 8226 w 68163"/>
                <a:gd name="csY18" fmla="*/ 25871 h 52015"/>
                <a:gd name="csX19" fmla="*/ 8226 w 68163"/>
                <a:gd name="csY19" fmla="*/ 43321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53" y="52325"/>
                  </a:moveTo>
                  <a:lnTo>
                    <a:pt x="189" y="52325"/>
                  </a:lnTo>
                  <a:lnTo>
                    <a:pt x="189" y="26615"/>
                  </a:lnTo>
                  <a:cubicBezTo>
                    <a:pt x="189" y="22113"/>
                    <a:pt x="375" y="18653"/>
                    <a:pt x="822" y="16234"/>
                  </a:cubicBezTo>
                  <a:cubicBezTo>
                    <a:pt x="1380" y="12886"/>
                    <a:pt x="2459" y="10095"/>
                    <a:pt x="4022" y="7826"/>
                  </a:cubicBezTo>
                  <a:cubicBezTo>
                    <a:pt x="5584" y="5556"/>
                    <a:pt x="7780" y="3733"/>
                    <a:pt x="10607" y="2356"/>
                  </a:cubicBezTo>
                  <a:cubicBezTo>
                    <a:pt x="13398" y="980"/>
                    <a:pt x="16523" y="310"/>
                    <a:pt x="19909" y="310"/>
                  </a:cubicBezTo>
                  <a:cubicBezTo>
                    <a:pt x="25676" y="310"/>
                    <a:pt x="30588" y="2133"/>
                    <a:pt x="34606" y="5816"/>
                  </a:cubicBezTo>
                  <a:cubicBezTo>
                    <a:pt x="38624" y="9537"/>
                    <a:pt x="40634" y="16197"/>
                    <a:pt x="40634" y="25834"/>
                  </a:cubicBezTo>
                  <a:lnTo>
                    <a:pt x="40634" y="43321"/>
                  </a:lnTo>
                  <a:lnTo>
                    <a:pt x="68353" y="43321"/>
                  </a:lnTo>
                  <a:lnTo>
                    <a:pt x="68353" y="52325"/>
                  </a:lnTo>
                  <a:moveTo>
                    <a:pt x="32597" y="43321"/>
                  </a:moveTo>
                  <a:lnTo>
                    <a:pt x="32597" y="25685"/>
                  </a:lnTo>
                  <a:cubicBezTo>
                    <a:pt x="32597" y="19881"/>
                    <a:pt x="31518" y="15713"/>
                    <a:pt x="29323" y="13258"/>
                  </a:cubicBezTo>
                  <a:cubicBezTo>
                    <a:pt x="27165" y="10839"/>
                    <a:pt x="24114" y="9612"/>
                    <a:pt x="20170" y="9612"/>
                  </a:cubicBezTo>
                  <a:cubicBezTo>
                    <a:pt x="17305" y="9612"/>
                    <a:pt x="14886" y="10318"/>
                    <a:pt x="12840" y="11770"/>
                  </a:cubicBezTo>
                  <a:cubicBezTo>
                    <a:pt x="10831" y="13221"/>
                    <a:pt x="9491" y="15118"/>
                    <a:pt x="8822" y="17462"/>
                  </a:cubicBezTo>
                  <a:cubicBezTo>
                    <a:pt x="8412" y="18988"/>
                    <a:pt x="8226" y="21778"/>
                    <a:pt x="8226" y="25871"/>
                  </a:cubicBezTo>
                  <a:lnTo>
                    <a:pt x="8226" y="4332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173ECBC1-64D3-ED06-2355-D46E44AF46F1}"/>
                </a:ext>
              </a:extLst>
            </p:cNvPr>
            <p:cNvSpPr/>
            <p:nvPr/>
          </p:nvSpPr>
          <p:spPr>
            <a:xfrm>
              <a:off x="2232222" y="3293721"/>
              <a:ext cx="70507" cy="54285"/>
            </a:xfrm>
            <a:custGeom>
              <a:avLst/>
              <a:gdLst>
                <a:gd name="csX0" fmla="*/ 47628 w 70507"/>
                <a:gd name="csY0" fmla="*/ 54588 h 54285"/>
                <a:gd name="csX1" fmla="*/ 46884 w 70507"/>
                <a:gd name="csY1" fmla="*/ 46068 h 54285"/>
                <a:gd name="csX2" fmla="*/ 55293 w 70507"/>
                <a:gd name="csY2" fmla="*/ 43277 h 54285"/>
                <a:gd name="csX3" fmla="*/ 60576 w 70507"/>
                <a:gd name="csY3" fmla="*/ 36394 h 54285"/>
                <a:gd name="csX4" fmla="*/ 62623 w 70507"/>
                <a:gd name="csY4" fmla="*/ 25939 h 54285"/>
                <a:gd name="csX5" fmla="*/ 61097 w 70507"/>
                <a:gd name="csY5" fmla="*/ 16823 h 54285"/>
                <a:gd name="csX6" fmla="*/ 56856 w 70507"/>
                <a:gd name="csY6" fmla="*/ 10944 h 54285"/>
                <a:gd name="csX7" fmla="*/ 51051 w 70507"/>
                <a:gd name="csY7" fmla="*/ 9010 h 54285"/>
                <a:gd name="csX8" fmla="*/ 45433 w 70507"/>
                <a:gd name="csY8" fmla="*/ 10870 h 54285"/>
                <a:gd name="csX9" fmla="*/ 41415 w 70507"/>
                <a:gd name="csY9" fmla="*/ 17009 h 54285"/>
                <a:gd name="csX10" fmla="*/ 38066 w 70507"/>
                <a:gd name="csY10" fmla="*/ 29139 h 54285"/>
                <a:gd name="csX11" fmla="*/ 33825 w 70507"/>
                <a:gd name="csY11" fmla="*/ 42310 h 54285"/>
                <a:gd name="csX12" fmla="*/ 27462 w 70507"/>
                <a:gd name="csY12" fmla="*/ 49602 h 54285"/>
                <a:gd name="csX13" fmla="*/ 18979 w 70507"/>
                <a:gd name="csY13" fmla="*/ 51984 h 54285"/>
                <a:gd name="csX14" fmla="*/ 9342 w 70507"/>
                <a:gd name="csY14" fmla="*/ 49044 h 54285"/>
                <a:gd name="csX15" fmla="*/ 2534 w 70507"/>
                <a:gd name="csY15" fmla="*/ 40487 h 54285"/>
                <a:gd name="csX16" fmla="*/ 189 w 70507"/>
                <a:gd name="csY16" fmla="*/ 27985 h 54285"/>
                <a:gd name="csX17" fmla="*/ 2645 w 70507"/>
                <a:gd name="csY17" fmla="*/ 14628 h 54285"/>
                <a:gd name="csX18" fmla="*/ 9826 w 70507"/>
                <a:gd name="csY18" fmla="*/ 5698 h 54285"/>
                <a:gd name="csX19" fmla="*/ 20579 w 70507"/>
                <a:gd name="csY19" fmla="*/ 2349 h 54285"/>
                <a:gd name="csX20" fmla="*/ 21211 w 70507"/>
                <a:gd name="csY20" fmla="*/ 11019 h 54285"/>
                <a:gd name="csX21" fmla="*/ 11463 w 70507"/>
                <a:gd name="csY21" fmla="*/ 15744 h 54285"/>
                <a:gd name="csX22" fmla="*/ 8152 w 70507"/>
                <a:gd name="csY22" fmla="*/ 27613 h 54285"/>
                <a:gd name="csX23" fmla="*/ 11166 w 70507"/>
                <a:gd name="csY23" fmla="*/ 39557 h 54285"/>
                <a:gd name="csX24" fmla="*/ 18384 w 70507"/>
                <a:gd name="csY24" fmla="*/ 43277 h 54285"/>
                <a:gd name="csX25" fmla="*/ 24448 w 70507"/>
                <a:gd name="csY25" fmla="*/ 40636 h 54285"/>
                <a:gd name="csX26" fmla="*/ 29285 w 70507"/>
                <a:gd name="csY26" fmla="*/ 27018 h 54285"/>
                <a:gd name="csX27" fmla="*/ 33639 w 70507"/>
                <a:gd name="csY27" fmla="*/ 11949 h 54285"/>
                <a:gd name="csX28" fmla="*/ 40596 w 70507"/>
                <a:gd name="csY28" fmla="*/ 3131 h 54285"/>
                <a:gd name="csX29" fmla="*/ 50307 w 70507"/>
                <a:gd name="csY29" fmla="*/ 303 h 54285"/>
                <a:gd name="csX30" fmla="*/ 60539 w 70507"/>
                <a:gd name="csY30" fmla="*/ 3429 h 54285"/>
                <a:gd name="csX31" fmla="*/ 68018 w 70507"/>
                <a:gd name="csY31" fmla="*/ 12395 h 54285"/>
                <a:gd name="csX32" fmla="*/ 70697 w 70507"/>
                <a:gd name="csY32" fmla="*/ 25529 h 54285"/>
                <a:gd name="csX33" fmla="*/ 68018 w 70507"/>
                <a:gd name="csY33" fmla="*/ 41045 h 54285"/>
                <a:gd name="csX34" fmla="*/ 59907 w 70507"/>
                <a:gd name="csY34" fmla="*/ 50830 h 54285"/>
                <a:gd name="csX35" fmla="*/ 47628 w 70507"/>
                <a:gd name="csY35" fmla="*/ 54588 h 54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70507" h="54285">
                  <a:moveTo>
                    <a:pt x="47628" y="54588"/>
                  </a:moveTo>
                  <a:lnTo>
                    <a:pt x="46884" y="46068"/>
                  </a:lnTo>
                  <a:cubicBezTo>
                    <a:pt x="50307" y="45658"/>
                    <a:pt x="53098" y="44728"/>
                    <a:pt x="55293" y="43277"/>
                  </a:cubicBezTo>
                  <a:cubicBezTo>
                    <a:pt x="57488" y="41789"/>
                    <a:pt x="59237" y="39519"/>
                    <a:pt x="60576" y="36394"/>
                  </a:cubicBezTo>
                  <a:cubicBezTo>
                    <a:pt x="61953" y="33306"/>
                    <a:pt x="62623" y="29808"/>
                    <a:pt x="62623" y="25939"/>
                  </a:cubicBezTo>
                  <a:cubicBezTo>
                    <a:pt x="62623" y="22516"/>
                    <a:pt x="62102" y="19465"/>
                    <a:pt x="61097" y="16823"/>
                  </a:cubicBezTo>
                  <a:cubicBezTo>
                    <a:pt x="60056" y="14181"/>
                    <a:pt x="58642" y="12209"/>
                    <a:pt x="56856" y="10944"/>
                  </a:cubicBezTo>
                  <a:cubicBezTo>
                    <a:pt x="55070" y="9642"/>
                    <a:pt x="53135" y="9010"/>
                    <a:pt x="51051" y="9010"/>
                  </a:cubicBezTo>
                  <a:cubicBezTo>
                    <a:pt x="48893" y="9010"/>
                    <a:pt x="47033" y="9642"/>
                    <a:pt x="45433" y="10870"/>
                  </a:cubicBezTo>
                  <a:cubicBezTo>
                    <a:pt x="43833" y="12098"/>
                    <a:pt x="42494" y="14144"/>
                    <a:pt x="41415" y="17009"/>
                  </a:cubicBezTo>
                  <a:cubicBezTo>
                    <a:pt x="40708" y="18832"/>
                    <a:pt x="39592" y="22888"/>
                    <a:pt x="38066" y="29139"/>
                  </a:cubicBezTo>
                  <a:cubicBezTo>
                    <a:pt x="36578" y="35427"/>
                    <a:pt x="35164" y="39817"/>
                    <a:pt x="33825" y="42310"/>
                  </a:cubicBezTo>
                  <a:cubicBezTo>
                    <a:pt x="32113" y="45547"/>
                    <a:pt x="29992" y="48003"/>
                    <a:pt x="27462" y="49602"/>
                  </a:cubicBezTo>
                  <a:cubicBezTo>
                    <a:pt x="24932" y="51202"/>
                    <a:pt x="22104" y="51984"/>
                    <a:pt x="18979" y="51984"/>
                  </a:cubicBezTo>
                  <a:cubicBezTo>
                    <a:pt x="15556" y="51984"/>
                    <a:pt x="12319" y="51016"/>
                    <a:pt x="9342" y="49044"/>
                  </a:cubicBezTo>
                  <a:cubicBezTo>
                    <a:pt x="6329" y="47110"/>
                    <a:pt x="4059" y="44245"/>
                    <a:pt x="2534" y="40487"/>
                  </a:cubicBezTo>
                  <a:cubicBezTo>
                    <a:pt x="971" y="36729"/>
                    <a:pt x="189" y="32562"/>
                    <a:pt x="189" y="27985"/>
                  </a:cubicBezTo>
                  <a:cubicBezTo>
                    <a:pt x="189" y="22925"/>
                    <a:pt x="1008" y="18460"/>
                    <a:pt x="2645" y="14628"/>
                  </a:cubicBezTo>
                  <a:cubicBezTo>
                    <a:pt x="4282" y="10758"/>
                    <a:pt x="6663" y="7782"/>
                    <a:pt x="9826" y="5698"/>
                  </a:cubicBezTo>
                  <a:cubicBezTo>
                    <a:pt x="12989" y="3615"/>
                    <a:pt x="16561" y="2498"/>
                    <a:pt x="20579" y="2349"/>
                  </a:cubicBezTo>
                  <a:lnTo>
                    <a:pt x="21211" y="11019"/>
                  </a:lnTo>
                  <a:cubicBezTo>
                    <a:pt x="16895" y="11465"/>
                    <a:pt x="13658" y="13065"/>
                    <a:pt x="11463" y="15744"/>
                  </a:cubicBezTo>
                  <a:cubicBezTo>
                    <a:pt x="9268" y="18423"/>
                    <a:pt x="8152" y="22367"/>
                    <a:pt x="8152" y="27613"/>
                  </a:cubicBezTo>
                  <a:cubicBezTo>
                    <a:pt x="8152" y="33083"/>
                    <a:pt x="9156" y="37064"/>
                    <a:pt x="11166" y="39557"/>
                  </a:cubicBezTo>
                  <a:cubicBezTo>
                    <a:pt x="13138" y="42049"/>
                    <a:pt x="15556" y="43277"/>
                    <a:pt x="18384" y="43277"/>
                  </a:cubicBezTo>
                  <a:cubicBezTo>
                    <a:pt x="20839" y="43277"/>
                    <a:pt x="22849" y="42384"/>
                    <a:pt x="24448" y="40636"/>
                  </a:cubicBezTo>
                  <a:cubicBezTo>
                    <a:pt x="26011" y="38887"/>
                    <a:pt x="27648" y="34348"/>
                    <a:pt x="29285" y="27018"/>
                  </a:cubicBezTo>
                  <a:cubicBezTo>
                    <a:pt x="30960" y="19688"/>
                    <a:pt x="32411" y="14665"/>
                    <a:pt x="33639" y="11949"/>
                  </a:cubicBezTo>
                  <a:cubicBezTo>
                    <a:pt x="35462" y="7968"/>
                    <a:pt x="37769" y="5028"/>
                    <a:pt x="40596" y="3131"/>
                  </a:cubicBezTo>
                  <a:cubicBezTo>
                    <a:pt x="43387" y="1270"/>
                    <a:pt x="46624" y="303"/>
                    <a:pt x="50307" y="303"/>
                  </a:cubicBezTo>
                  <a:cubicBezTo>
                    <a:pt x="53916" y="303"/>
                    <a:pt x="57339" y="1345"/>
                    <a:pt x="60539" y="3429"/>
                  </a:cubicBezTo>
                  <a:cubicBezTo>
                    <a:pt x="63739" y="5512"/>
                    <a:pt x="66232" y="8489"/>
                    <a:pt x="68018" y="12395"/>
                  </a:cubicBezTo>
                  <a:cubicBezTo>
                    <a:pt x="69804" y="16265"/>
                    <a:pt x="70697" y="20655"/>
                    <a:pt x="70697" y="25529"/>
                  </a:cubicBezTo>
                  <a:cubicBezTo>
                    <a:pt x="70697" y="31706"/>
                    <a:pt x="69804" y="36878"/>
                    <a:pt x="68018" y="41045"/>
                  </a:cubicBezTo>
                  <a:cubicBezTo>
                    <a:pt x="66195" y="45212"/>
                    <a:pt x="63516" y="48486"/>
                    <a:pt x="59907" y="50830"/>
                  </a:cubicBezTo>
                  <a:cubicBezTo>
                    <a:pt x="56298" y="53212"/>
                    <a:pt x="52205" y="54477"/>
                    <a:pt x="47628" y="545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5DC491C0-737E-A345-B68B-C8F4E88BA151}"/>
                </a:ext>
              </a:extLst>
            </p:cNvPr>
            <p:cNvSpPr/>
            <p:nvPr/>
          </p:nvSpPr>
          <p:spPr>
            <a:xfrm>
              <a:off x="2251049" y="3215530"/>
              <a:ext cx="50527" cy="66935"/>
            </a:xfrm>
            <a:custGeom>
              <a:avLst/>
              <a:gdLst>
                <a:gd name="csX0" fmla="*/ 50717 w 50527"/>
                <a:gd name="csY0" fmla="*/ 67232 h 66935"/>
                <a:gd name="csX1" fmla="*/ 1306 w 50527"/>
                <a:gd name="csY1" fmla="*/ 67232 h 66935"/>
                <a:gd name="csX2" fmla="*/ 1306 w 50527"/>
                <a:gd name="csY2" fmla="*/ 59753 h 66935"/>
                <a:gd name="csX3" fmla="*/ 8263 w 50527"/>
                <a:gd name="csY3" fmla="*/ 59753 h 66935"/>
                <a:gd name="csX4" fmla="*/ 2422 w 50527"/>
                <a:gd name="csY4" fmla="*/ 53577 h 66935"/>
                <a:gd name="csX5" fmla="*/ 189 w 50527"/>
                <a:gd name="csY5" fmla="*/ 44759 h 66935"/>
                <a:gd name="csX6" fmla="*/ 2496 w 50527"/>
                <a:gd name="csY6" fmla="*/ 35792 h 66935"/>
                <a:gd name="csX7" fmla="*/ 8859 w 50527"/>
                <a:gd name="csY7" fmla="*/ 30806 h 66935"/>
                <a:gd name="csX8" fmla="*/ 189 w 50527"/>
                <a:gd name="csY8" fmla="*/ 15551 h 66935"/>
                <a:gd name="csX9" fmla="*/ 4282 w 50527"/>
                <a:gd name="csY9" fmla="*/ 4278 h 66935"/>
                <a:gd name="csX10" fmla="*/ 16821 w 50527"/>
                <a:gd name="csY10" fmla="*/ 296 h 66935"/>
                <a:gd name="csX11" fmla="*/ 50717 w 50527"/>
                <a:gd name="csY11" fmla="*/ 296 h 66935"/>
                <a:gd name="csX12" fmla="*/ 50717 w 50527"/>
                <a:gd name="csY12" fmla="*/ 8631 h 66935"/>
                <a:gd name="csX13" fmla="*/ 19612 w 50527"/>
                <a:gd name="csY13" fmla="*/ 8631 h 66935"/>
                <a:gd name="csX14" fmla="*/ 12356 w 50527"/>
                <a:gd name="csY14" fmla="*/ 9449 h 66935"/>
                <a:gd name="csX15" fmla="*/ 8822 w 50527"/>
                <a:gd name="csY15" fmla="*/ 12426 h 66935"/>
                <a:gd name="csX16" fmla="*/ 7482 w 50527"/>
                <a:gd name="csY16" fmla="*/ 17412 h 66935"/>
                <a:gd name="csX17" fmla="*/ 10942 w 50527"/>
                <a:gd name="csY17" fmla="*/ 26081 h 66935"/>
                <a:gd name="csX18" fmla="*/ 22030 w 50527"/>
                <a:gd name="csY18" fmla="*/ 29541 h 66935"/>
                <a:gd name="csX19" fmla="*/ 50717 w 50527"/>
                <a:gd name="csY19" fmla="*/ 29541 h 66935"/>
                <a:gd name="csX20" fmla="*/ 50717 w 50527"/>
                <a:gd name="csY20" fmla="*/ 37876 h 66935"/>
                <a:gd name="csX21" fmla="*/ 18644 w 50527"/>
                <a:gd name="csY21" fmla="*/ 37876 h 66935"/>
                <a:gd name="csX22" fmla="*/ 10235 w 50527"/>
                <a:gd name="csY22" fmla="*/ 39922 h 66935"/>
                <a:gd name="csX23" fmla="*/ 7482 w 50527"/>
                <a:gd name="csY23" fmla="*/ 46619 h 66935"/>
                <a:gd name="csX24" fmla="*/ 9342 w 50527"/>
                <a:gd name="csY24" fmla="*/ 53168 h 66935"/>
                <a:gd name="csX25" fmla="*/ 14775 w 50527"/>
                <a:gd name="csY25" fmla="*/ 57521 h 66935"/>
                <a:gd name="csX26" fmla="*/ 25081 w 50527"/>
                <a:gd name="csY26" fmla="*/ 58860 h 66935"/>
                <a:gd name="csX27" fmla="*/ 50717 w 50527"/>
                <a:gd name="csY27" fmla="*/ 58860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717" y="67232"/>
                  </a:moveTo>
                  <a:lnTo>
                    <a:pt x="1306" y="67232"/>
                  </a:lnTo>
                  <a:lnTo>
                    <a:pt x="1306" y="59753"/>
                  </a:lnTo>
                  <a:lnTo>
                    <a:pt x="8263" y="59753"/>
                  </a:lnTo>
                  <a:cubicBezTo>
                    <a:pt x="5845" y="58191"/>
                    <a:pt x="3873" y="56144"/>
                    <a:pt x="2422" y="53577"/>
                  </a:cubicBezTo>
                  <a:cubicBezTo>
                    <a:pt x="934" y="51010"/>
                    <a:pt x="189" y="48070"/>
                    <a:pt x="189" y="44759"/>
                  </a:cubicBezTo>
                  <a:cubicBezTo>
                    <a:pt x="189" y="41113"/>
                    <a:pt x="971" y="38136"/>
                    <a:pt x="2496" y="35792"/>
                  </a:cubicBezTo>
                  <a:cubicBezTo>
                    <a:pt x="4022" y="33448"/>
                    <a:pt x="6143" y="31774"/>
                    <a:pt x="8859" y="30806"/>
                  </a:cubicBezTo>
                  <a:cubicBezTo>
                    <a:pt x="3092" y="26937"/>
                    <a:pt x="189" y="21839"/>
                    <a:pt x="189" y="15551"/>
                  </a:cubicBezTo>
                  <a:cubicBezTo>
                    <a:pt x="189" y="10677"/>
                    <a:pt x="1566" y="6919"/>
                    <a:pt x="4282" y="4278"/>
                  </a:cubicBezTo>
                  <a:cubicBezTo>
                    <a:pt x="6998" y="1636"/>
                    <a:pt x="11166" y="296"/>
                    <a:pt x="16821" y="296"/>
                  </a:cubicBezTo>
                  <a:lnTo>
                    <a:pt x="50717" y="296"/>
                  </a:lnTo>
                  <a:lnTo>
                    <a:pt x="50717" y="8631"/>
                  </a:lnTo>
                  <a:lnTo>
                    <a:pt x="19612" y="8631"/>
                  </a:lnTo>
                  <a:cubicBezTo>
                    <a:pt x="16263" y="8631"/>
                    <a:pt x="13844" y="8928"/>
                    <a:pt x="12356" y="9449"/>
                  </a:cubicBezTo>
                  <a:cubicBezTo>
                    <a:pt x="10905" y="10007"/>
                    <a:pt x="9714" y="10975"/>
                    <a:pt x="8822" y="12426"/>
                  </a:cubicBezTo>
                  <a:cubicBezTo>
                    <a:pt x="7929" y="13840"/>
                    <a:pt x="7482" y="15514"/>
                    <a:pt x="7482" y="17412"/>
                  </a:cubicBezTo>
                  <a:cubicBezTo>
                    <a:pt x="7482" y="20909"/>
                    <a:pt x="8635" y="23774"/>
                    <a:pt x="10942" y="26081"/>
                  </a:cubicBezTo>
                  <a:cubicBezTo>
                    <a:pt x="13249" y="28388"/>
                    <a:pt x="16933" y="29541"/>
                    <a:pt x="22030" y="29541"/>
                  </a:cubicBezTo>
                  <a:lnTo>
                    <a:pt x="50717" y="29541"/>
                  </a:lnTo>
                  <a:lnTo>
                    <a:pt x="50717" y="37876"/>
                  </a:lnTo>
                  <a:lnTo>
                    <a:pt x="18644" y="37876"/>
                  </a:lnTo>
                  <a:cubicBezTo>
                    <a:pt x="14923" y="37876"/>
                    <a:pt x="12133" y="38582"/>
                    <a:pt x="10235" y="39922"/>
                  </a:cubicBezTo>
                  <a:cubicBezTo>
                    <a:pt x="8412" y="41299"/>
                    <a:pt x="7482" y="43531"/>
                    <a:pt x="7482" y="46619"/>
                  </a:cubicBezTo>
                  <a:cubicBezTo>
                    <a:pt x="7482" y="49000"/>
                    <a:pt x="8077" y="51158"/>
                    <a:pt x="9342" y="53168"/>
                  </a:cubicBezTo>
                  <a:cubicBezTo>
                    <a:pt x="10570" y="55177"/>
                    <a:pt x="12393" y="56628"/>
                    <a:pt x="14775" y="57521"/>
                  </a:cubicBezTo>
                  <a:cubicBezTo>
                    <a:pt x="17156" y="58414"/>
                    <a:pt x="20579" y="58860"/>
                    <a:pt x="25081" y="58860"/>
                  </a:cubicBezTo>
                  <a:lnTo>
                    <a:pt x="50717" y="588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42" name="Graphic 4">
            <a:extLst>
              <a:ext uri="{FF2B5EF4-FFF2-40B4-BE49-F238E27FC236}">
                <a16:creationId xmlns:a16="http://schemas.microsoft.com/office/drawing/2014/main" id="{39111B51-03F7-6D12-2F41-B437B74BF786}"/>
              </a:ext>
            </a:extLst>
          </p:cNvPr>
          <p:cNvGrpSpPr/>
          <p:nvPr/>
        </p:nvGrpSpPr>
        <p:grpSpPr>
          <a:xfrm>
            <a:off x="2690425" y="3213521"/>
            <a:ext cx="70507" cy="179077"/>
            <a:chOff x="2308608" y="3213521"/>
            <a:chExt cx="70507" cy="179077"/>
          </a:xfrm>
          <a:solidFill>
            <a:srgbClr val="000000"/>
          </a:solidFill>
        </p:grpSpPr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3926676E-C090-8818-9E89-CB5B1B841443}"/>
                </a:ext>
              </a:extLst>
            </p:cNvPr>
            <p:cNvSpPr/>
            <p:nvPr/>
          </p:nvSpPr>
          <p:spPr>
            <a:xfrm>
              <a:off x="2309799" y="3340583"/>
              <a:ext cx="68163" cy="52015"/>
            </a:xfrm>
            <a:custGeom>
              <a:avLst/>
              <a:gdLst>
                <a:gd name="csX0" fmla="*/ 68361 w 68163"/>
                <a:gd name="csY0" fmla="*/ 52324 h 52015"/>
                <a:gd name="csX1" fmla="*/ 197 w 68163"/>
                <a:gd name="csY1" fmla="*/ 52324 h 52015"/>
                <a:gd name="csX2" fmla="*/ 197 w 68163"/>
                <a:gd name="csY2" fmla="*/ 26613 h 52015"/>
                <a:gd name="csX3" fmla="*/ 830 w 68163"/>
                <a:gd name="csY3" fmla="*/ 16233 h 52015"/>
                <a:gd name="csX4" fmla="*/ 4030 w 68163"/>
                <a:gd name="csY4" fmla="*/ 7824 h 52015"/>
                <a:gd name="csX5" fmla="*/ 10615 w 68163"/>
                <a:gd name="csY5" fmla="*/ 2355 h 52015"/>
                <a:gd name="csX6" fmla="*/ 19917 w 68163"/>
                <a:gd name="csY6" fmla="*/ 308 h 52015"/>
                <a:gd name="csX7" fmla="*/ 34614 w 68163"/>
                <a:gd name="csY7" fmla="*/ 5815 h 52015"/>
                <a:gd name="csX8" fmla="*/ 40642 w 68163"/>
                <a:gd name="csY8" fmla="*/ 25832 h 52015"/>
                <a:gd name="csX9" fmla="*/ 40642 w 68163"/>
                <a:gd name="csY9" fmla="*/ 43319 h 52015"/>
                <a:gd name="csX10" fmla="*/ 68361 w 68163"/>
                <a:gd name="csY10" fmla="*/ 43319 h 52015"/>
                <a:gd name="csX11" fmla="*/ 68361 w 68163"/>
                <a:gd name="csY11" fmla="*/ 52324 h 52015"/>
                <a:gd name="csX12" fmla="*/ 32605 w 68163"/>
                <a:gd name="csY12" fmla="*/ 43319 h 52015"/>
                <a:gd name="csX13" fmla="*/ 32605 w 68163"/>
                <a:gd name="csY13" fmla="*/ 25683 h 52015"/>
                <a:gd name="csX14" fmla="*/ 29331 w 68163"/>
                <a:gd name="csY14" fmla="*/ 13256 h 52015"/>
                <a:gd name="csX15" fmla="*/ 20178 w 68163"/>
                <a:gd name="csY15" fmla="*/ 9610 h 52015"/>
                <a:gd name="csX16" fmla="*/ 12848 w 68163"/>
                <a:gd name="csY16" fmla="*/ 11768 h 52015"/>
                <a:gd name="csX17" fmla="*/ 8830 w 68163"/>
                <a:gd name="csY17" fmla="*/ 17461 h 52015"/>
                <a:gd name="csX18" fmla="*/ 8234 w 68163"/>
                <a:gd name="csY18" fmla="*/ 25869 h 52015"/>
                <a:gd name="csX19" fmla="*/ 8234 w 68163"/>
                <a:gd name="csY19" fmla="*/ 43319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61" y="52324"/>
                  </a:moveTo>
                  <a:lnTo>
                    <a:pt x="197" y="52324"/>
                  </a:lnTo>
                  <a:lnTo>
                    <a:pt x="197" y="26613"/>
                  </a:lnTo>
                  <a:cubicBezTo>
                    <a:pt x="197" y="22111"/>
                    <a:pt x="384" y="18651"/>
                    <a:pt x="830" y="16233"/>
                  </a:cubicBezTo>
                  <a:cubicBezTo>
                    <a:pt x="1388" y="12884"/>
                    <a:pt x="2467" y="10094"/>
                    <a:pt x="4030" y="7824"/>
                  </a:cubicBezTo>
                  <a:cubicBezTo>
                    <a:pt x="5593" y="5554"/>
                    <a:pt x="7788" y="3731"/>
                    <a:pt x="10615" y="2355"/>
                  </a:cubicBezTo>
                  <a:cubicBezTo>
                    <a:pt x="13406" y="978"/>
                    <a:pt x="16531" y="308"/>
                    <a:pt x="19917" y="308"/>
                  </a:cubicBezTo>
                  <a:cubicBezTo>
                    <a:pt x="25684" y="308"/>
                    <a:pt x="30596" y="2131"/>
                    <a:pt x="34614" y="5815"/>
                  </a:cubicBezTo>
                  <a:cubicBezTo>
                    <a:pt x="38632" y="9535"/>
                    <a:pt x="40642" y="16196"/>
                    <a:pt x="40642" y="25832"/>
                  </a:cubicBezTo>
                  <a:lnTo>
                    <a:pt x="40642" y="43319"/>
                  </a:lnTo>
                  <a:lnTo>
                    <a:pt x="68361" y="43319"/>
                  </a:lnTo>
                  <a:lnTo>
                    <a:pt x="68361" y="52324"/>
                  </a:lnTo>
                  <a:moveTo>
                    <a:pt x="32605" y="43319"/>
                  </a:moveTo>
                  <a:lnTo>
                    <a:pt x="32605" y="25683"/>
                  </a:lnTo>
                  <a:cubicBezTo>
                    <a:pt x="32605" y="19879"/>
                    <a:pt x="31526" y="15712"/>
                    <a:pt x="29331" y="13256"/>
                  </a:cubicBezTo>
                  <a:cubicBezTo>
                    <a:pt x="27173" y="10838"/>
                    <a:pt x="24122" y="9610"/>
                    <a:pt x="20178" y="9610"/>
                  </a:cubicBezTo>
                  <a:cubicBezTo>
                    <a:pt x="17313" y="9610"/>
                    <a:pt x="14894" y="10317"/>
                    <a:pt x="12848" y="11768"/>
                  </a:cubicBezTo>
                  <a:cubicBezTo>
                    <a:pt x="10839" y="13219"/>
                    <a:pt x="9499" y="15117"/>
                    <a:pt x="8830" y="17461"/>
                  </a:cubicBezTo>
                  <a:cubicBezTo>
                    <a:pt x="8420" y="18986"/>
                    <a:pt x="8234" y="21777"/>
                    <a:pt x="8234" y="25869"/>
                  </a:cubicBezTo>
                  <a:lnTo>
                    <a:pt x="8234" y="4331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0450EE60-D2E3-FEEC-BA92-FFDDCAA200EB}"/>
                </a:ext>
              </a:extLst>
            </p:cNvPr>
            <p:cNvSpPr/>
            <p:nvPr/>
          </p:nvSpPr>
          <p:spPr>
            <a:xfrm>
              <a:off x="2308608" y="3277870"/>
              <a:ext cx="70507" cy="54285"/>
            </a:xfrm>
            <a:custGeom>
              <a:avLst/>
              <a:gdLst>
                <a:gd name="csX0" fmla="*/ 47636 w 70507"/>
                <a:gd name="csY0" fmla="*/ 54587 h 54285"/>
                <a:gd name="csX1" fmla="*/ 46892 w 70507"/>
                <a:gd name="csY1" fmla="*/ 46066 h 54285"/>
                <a:gd name="csX2" fmla="*/ 55301 w 70507"/>
                <a:gd name="csY2" fmla="*/ 43276 h 54285"/>
                <a:gd name="csX3" fmla="*/ 60585 w 70507"/>
                <a:gd name="csY3" fmla="*/ 36392 h 54285"/>
                <a:gd name="csX4" fmla="*/ 62631 w 70507"/>
                <a:gd name="csY4" fmla="*/ 25937 h 54285"/>
                <a:gd name="csX5" fmla="*/ 61105 w 70507"/>
                <a:gd name="csY5" fmla="*/ 16821 h 54285"/>
                <a:gd name="csX6" fmla="*/ 56864 w 70507"/>
                <a:gd name="csY6" fmla="*/ 10943 h 54285"/>
                <a:gd name="csX7" fmla="*/ 51060 w 70507"/>
                <a:gd name="csY7" fmla="*/ 9008 h 54285"/>
                <a:gd name="csX8" fmla="*/ 45441 w 70507"/>
                <a:gd name="csY8" fmla="*/ 10868 h 54285"/>
                <a:gd name="csX9" fmla="*/ 41423 w 70507"/>
                <a:gd name="csY9" fmla="*/ 17007 h 54285"/>
                <a:gd name="csX10" fmla="*/ 38074 w 70507"/>
                <a:gd name="csY10" fmla="*/ 29137 h 54285"/>
                <a:gd name="csX11" fmla="*/ 33833 w 70507"/>
                <a:gd name="csY11" fmla="*/ 42308 h 54285"/>
                <a:gd name="csX12" fmla="*/ 27470 w 70507"/>
                <a:gd name="csY12" fmla="*/ 49601 h 54285"/>
                <a:gd name="csX13" fmla="*/ 18987 w 70507"/>
                <a:gd name="csY13" fmla="*/ 51982 h 54285"/>
                <a:gd name="csX14" fmla="*/ 9350 w 70507"/>
                <a:gd name="csY14" fmla="*/ 49043 h 54285"/>
                <a:gd name="csX15" fmla="*/ 2542 w 70507"/>
                <a:gd name="csY15" fmla="*/ 40485 h 54285"/>
                <a:gd name="csX16" fmla="*/ 197 w 70507"/>
                <a:gd name="csY16" fmla="*/ 27983 h 54285"/>
                <a:gd name="csX17" fmla="*/ 2653 w 70507"/>
                <a:gd name="csY17" fmla="*/ 14626 h 54285"/>
                <a:gd name="csX18" fmla="*/ 9834 w 70507"/>
                <a:gd name="csY18" fmla="*/ 5696 h 54285"/>
                <a:gd name="csX19" fmla="*/ 20587 w 70507"/>
                <a:gd name="csY19" fmla="*/ 2348 h 54285"/>
                <a:gd name="csX20" fmla="*/ 21219 w 70507"/>
                <a:gd name="csY20" fmla="*/ 11017 h 54285"/>
                <a:gd name="csX21" fmla="*/ 11471 w 70507"/>
                <a:gd name="csY21" fmla="*/ 15742 h 54285"/>
                <a:gd name="csX22" fmla="*/ 8160 w 70507"/>
                <a:gd name="csY22" fmla="*/ 27611 h 54285"/>
                <a:gd name="csX23" fmla="*/ 11174 w 70507"/>
                <a:gd name="csY23" fmla="*/ 39555 h 54285"/>
                <a:gd name="csX24" fmla="*/ 18392 w 70507"/>
                <a:gd name="csY24" fmla="*/ 43276 h 54285"/>
                <a:gd name="csX25" fmla="*/ 24456 w 70507"/>
                <a:gd name="csY25" fmla="*/ 40634 h 54285"/>
                <a:gd name="csX26" fmla="*/ 29293 w 70507"/>
                <a:gd name="csY26" fmla="*/ 27016 h 54285"/>
                <a:gd name="csX27" fmla="*/ 33647 w 70507"/>
                <a:gd name="csY27" fmla="*/ 11947 h 54285"/>
                <a:gd name="csX28" fmla="*/ 40604 w 70507"/>
                <a:gd name="csY28" fmla="*/ 3129 h 54285"/>
                <a:gd name="csX29" fmla="*/ 50315 w 70507"/>
                <a:gd name="csY29" fmla="*/ 301 h 54285"/>
                <a:gd name="csX30" fmla="*/ 60547 w 70507"/>
                <a:gd name="csY30" fmla="*/ 3427 h 54285"/>
                <a:gd name="csX31" fmla="*/ 68026 w 70507"/>
                <a:gd name="csY31" fmla="*/ 12394 h 54285"/>
                <a:gd name="csX32" fmla="*/ 70705 w 70507"/>
                <a:gd name="csY32" fmla="*/ 25528 h 54285"/>
                <a:gd name="csX33" fmla="*/ 68026 w 70507"/>
                <a:gd name="csY33" fmla="*/ 41043 h 54285"/>
                <a:gd name="csX34" fmla="*/ 59915 w 70507"/>
                <a:gd name="csY34" fmla="*/ 50829 h 54285"/>
                <a:gd name="csX35" fmla="*/ 47636 w 70507"/>
                <a:gd name="csY35" fmla="*/ 54587 h 54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70507" h="54285">
                  <a:moveTo>
                    <a:pt x="47636" y="54587"/>
                  </a:moveTo>
                  <a:lnTo>
                    <a:pt x="46892" y="46066"/>
                  </a:lnTo>
                  <a:cubicBezTo>
                    <a:pt x="50315" y="45657"/>
                    <a:pt x="53106" y="44727"/>
                    <a:pt x="55301" y="43276"/>
                  </a:cubicBezTo>
                  <a:cubicBezTo>
                    <a:pt x="57496" y="41787"/>
                    <a:pt x="59245" y="39518"/>
                    <a:pt x="60585" y="36392"/>
                  </a:cubicBezTo>
                  <a:cubicBezTo>
                    <a:pt x="61961" y="33304"/>
                    <a:pt x="62631" y="29807"/>
                    <a:pt x="62631" y="25937"/>
                  </a:cubicBezTo>
                  <a:cubicBezTo>
                    <a:pt x="62631" y="22514"/>
                    <a:pt x="62110" y="19463"/>
                    <a:pt x="61105" y="16821"/>
                  </a:cubicBezTo>
                  <a:cubicBezTo>
                    <a:pt x="60064" y="14180"/>
                    <a:pt x="58650" y="12208"/>
                    <a:pt x="56864" y="10943"/>
                  </a:cubicBezTo>
                  <a:cubicBezTo>
                    <a:pt x="55078" y="9640"/>
                    <a:pt x="53143" y="9008"/>
                    <a:pt x="51060" y="9008"/>
                  </a:cubicBezTo>
                  <a:cubicBezTo>
                    <a:pt x="48901" y="9008"/>
                    <a:pt x="47041" y="9640"/>
                    <a:pt x="45441" y="10868"/>
                  </a:cubicBezTo>
                  <a:cubicBezTo>
                    <a:pt x="43841" y="12096"/>
                    <a:pt x="42502" y="14142"/>
                    <a:pt x="41423" y="17007"/>
                  </a:cubicBezTo>
                  <a:cubicBezTo>
                    <a:pt x="40716" y="18831"/>
                    <a:pt x="39600" y="22886"/>
                    <a:pt x="38074" y="29137"/>
                  </a:cubicBezTo>
                  <a:cubicBezTo>
                    <a:pt x="36586" y="35425"/>
                    <a:pt x="35172" y="39815"/>
                    <a:pt x="33833" y="42308"/>
                  </a:cubicBezTo>
                  <a:cubicBezTo>
                    <a:pt x="32121" y="45545"/>
                    <a:pt x="30000" y="48001"/>
                    <a:pt x="27470" y="49601"/>
                  </a:cubicBezTo>
                  <a:cubicBezTo>
                    <a:pt x="24940" y="51201"/>
                    <a:pt x="22112" y="51982"/>
                    <a:pt x="18987" y="51982"/>
                  </a:cubicBezTo>
                  <a:cubicBezTo>
                    <a:pt x="15564" y="51982"/>
                    <a:pt x="12327" y="51015"/>
                    <a:pt x="9350" y="49043"/>
                  </a:cubicBezTo>
                  <a:cubicBezTo>
                    <a:pt x="6337" y="47108"/>
                    <a:pt x="4067" y="44243"/>
                    <a:pt x="2542" y="40485"/>
                  </a:cubicBezTo>
                  <a:cubicBezTo>
                    <a:pt x="979" y="36727"/>
                    <a:pt x="197" y="32560"/>
                    <a:pt x="197" y="27983"/>
                  </a:cubicBezTo>
                  <a:cubicBezTo>
                    <a:pt x="197" y="22923"/>
                    <a:pt x="1016" y="18458"/>
                    <a:pt x="2653" y="14626"/>
                  </a:cubicBezTo>
                  <a:cubicBezTo>
                    <a:pt x="4290" y="10757"/>
                    <a:pt x="6672" y="7780"/>
                    <a:pt x="9834" y="5696"/>
                  </a:cubicBezTo>
                  <a:cubicBezTo>
                    <a:pt x="12997" y="3613"/>
                    <a:pt x="16569" y="2497"/>
                    <a:pt x="20587" y="2348"/>
                  </a:cubicBezTo>
                  <a:lnTo>
                    <a:pt x="21219" y="11017"/>
                  </a:lnTo>
                  <a:cubicBezTo>
                    <a:pt x="16903" y="11464"/>
                    <a:pt x="13666" y="13063"/>
                    <a:pt x="11471" y="15742"/>
                  </a:cubicBezTo>
                  <a:cubicBezTo>
                    <a:pt x="9276" y="18421"/>
                    <a:pt x="8160" y="22365"/>
                    <a:pt x="8160" y="27611"/>
                  </a:cubicBezTo>
                  <a:cubicBezTo>
                    <a:pt x="8160" y="33081"/>
                    <a:pt x="9164" y="37062"/>
                    <a:pt x="11174" y="39555"/>
                  </a:cubicBezTo>
                  <a:cubicBezTo>
                    <a:pt x="13146" y="42048"/>
                    <a:pt x="15564" y="43276"/>
                    <a:pt x="18392" y="43276"/>
                  </a:cubicBezTo>
                  <a:cubicBezTo>
                    <a:pt x="20847" y="43276"/>
                    <a:pt x="22857" y="42383"/>
                    <a:pt x="24456" y="40634"/>
                  </a:cubicBezTo>
                  <a:cubicBezTo>
                    <a:pt x="26019" y="38885"/>
                    <a:pt x="27656" y="34346"/>
                    <a:pt x="29293" y="27016"/>
                  </a:cubicBezTo>
                  <a:cubicBezTo>
                    <a:pt x="30968" y="19686"/>
                    <a:pt x="32419" y="14663"/>
                    <a:pt x="33647" y="11947"/>
                  </a:cubicBezTo>
                  <a:cubicBezTo>
                    <a:pt x="35470" y="7966"/>
                    <a:pt x="37777" y="5027"/>
                    <a:pt x="40604" y="3129"/>
                  </a:cubicBezTo>
                  <a:cubicBezTo>
                    <a:pt x="43395" y="1269"/>
                    <a:pt x="46632" y="301"/>
                    <a:pt x="50315" y="301"/>
                  </a:cubicBezTo>
                  <a:cubicBezTo>
                    <a:pt x="53924" y="301"/>
                    <a:pt x="57347" y="1343"/>
                    <a:pt x="60547" y="3427"/>
                  </a:cubicBezTo>
                  <a:cubicBezTo>
                    <a:pt x="63747" y="5510"/>
                    <a:pt x="66240" y="8487"/>
                    <a:pt x="68026" y="12394"/>
                  </a:cubicBezTo>
                  <a:cubicBezTo>
                    <a:pt x="69812" y="16263"/>
                    <a:pt x="70705" y="20654"/>
                    <a:pt x="70705" y="25528"/>
                  </a:cubicBezTo>
                  <a:cubicBezTo>
                    <a:pt x="70705" y="31704"/>
                    <a:pt x="69812" y="36876"/>
                    <a:pt x="68026" y="41043"/>
                  </a:cubicBezTo>
                  <a:cubicBezTo>
                    <a:pt x="66203" y="45210"/>
                    <a:pt x="63524" y="48485"/>
                    <a:pt x="59915" y="50829"/>
                  </a:cubicBezTo>
                  <a:cubicBezTo>
                    <a:pt x="56306" y="53210"/>
                    <a:pt x="52213" y="54475"/>
                    <a:pt x="47636" y="5458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3E2F1B11-C24D-8C40-66C9-6DFABF633DDF}"/>
                </a:ext>
              </a:extLst>
            </p:cNvPr>
            <p:cNvSpPr/>
            <p:nvPr/>
          </p:nvSpPr>
          <p:spPr>
            <a:xfrm>
              <a:off x="2309799" y="3213521"/>
              <a:ext cx="68163" cy="52015"/>
            </a:xfrm>
            <a:custGeom>
              <a:avLst/>
              <a:gdLst>
                <a:gd name="csX0" fmla="*/ 68361 w 68163"/>
                <a:gd name="csY0" fmla="*/ 52310 h 52015"/>
                <a:gd name="csX1" fmla="*/ 197 w 68163"/>
                <a:gd name="csY1" fmla="*/ 52310 h 52015"/>
                <a:gd name="csX2" fmla="*/ 197 w 68163"/>
                <a:gd name="csY2" fmla="*/ 26600 h 52015"/>
                <a:gd name="csX3" fmla="*/ 830 w 68163"/>
                <a:gd name="csY3" fmla="*/ 16219 h 52015"/>
                <a:gd name="csX4" fmla="*/ 4030 w 68163"/>
                <a:gd name="csY4" fmla="*/ 7811 h 52015"/>
                <a:gd name="csX5" fmla="*/ 10615 w 68163"/>
                <a:gd name="csY5" fmla="*/ 2341 h 52015"/>
                <a:gd name="csX6" fmla="*/ 19917 w 68163"/>
                <a:gd name="csY6" fmla="*/ 295 h 52015"/>
                <a:gd name="csX7" fmla="*/ 34614 w 68163"/>
                <a:gd name="csY7" fmla="*/ 5801 h 52015"/>
                <a:gd name="csX8" fmla="*/ 40642 w 68163"/>
                <a:gd name="csY8" fmla="*/ 25819 h 52015"/>
                <a:gd name="csX9" fmla="*/ 40642 w 68163"/>
                <a:gd name="csY9" fmla="*/ 43306 h 52015"/>
                <a:gd name="csX10" fmla="*/ 68361 w 68163"/>
                <a:gd name="csY10" fmla="*/ 43306 h 52015"/>
                <a:gd name="csX11" fmla="*/ 68361 w 68163"/>
                <a:gd name="csY11" fmla="*/ 52310 h 52015"/>
                <a:gd name="csX12" fmla="*/ 32605 w 68163"/>
                <a:gd name="csY12" fmla="*/ 43306 h 52015"/>
                <a:gd name="csX13" fmla="*/ 32605 w 68163"/>
                <a:gd name="csY13" fmla="*/ 25670 h 52015"/>
                <a:gd name="csX14" fmla="*/ 29331 w 68163"/>
                <a:gd name="csY14" fmla="*/ 13243 h 52015"/>
                <a:gd name="csX15" fmla="*/ 20178 w 68163"/>
                <a:gd name="csY15" fmla="*/ 9597 h 52015"/>
                <a:gd name="csX16" fmla="*/ 12848 w 68163"/>
                <a:gd name="csY16" fmla="*/ 11755 h 52015"/>
                <a:gd name="csX17" fmla="*/ 8830 w 68163"/>
                <a:gd name="csY17" fmla="*/ 17447 h 52015"/>
                <a:gd name="csX18" fmla="*/ 8234 w 68163"/>
                <a:gd name="csY18" fmla="*/ 25856 h 52015"/>
                <a:gd name="csX19" fmla="*/ 8234 w 68163"/>
                <a:gd name="csY19" fmla="*/ 43306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61" y="52310"/>
                  </a:moveTo>
                  <a:lnTo>
                    <a:pt x="197" y="52310"/>
                  </a:lnTo>
                  <a:lnTo>
                    <a:pt x="197" y="26600"/>
                  </a:lnTo>
                  <a:cubicBezTo>
                    <a:pt x="197" y="22098"/>
                    <a:pt x="384" y="18638"/>
                    <a:pt x="830" y="16219"/>
                  </a:cubicBezTo>
                  <a:cubicBezTo>
                    <a:pt x="1388" y="12871"/>
                    <a:pt x="2467" y="10080"/>
                    <a:pt x="4030" y="7811"/>
                  </a:cubicBezTo>
                  <a:cubicBezTo>
                    <a:pt x="5593" y="5541"/>
                    <a:pt x="7788" y="3718"/>
                    <a:pt x="10615" y="2341"/>
                  </a:cubicBezTo>
                  <a:cubicBezTo>
                    <a:pt x="13406" y="965"/>
                    <a:pt x="16531" y="295"/>
                    <a:pt x="19917" y="295"/>
                  </a:cubicBezTo>
                  <a:cubicBezTo>
                    <a:pt x="25684" y="295"/>
                    <a:pt x="30596" y="2118"/>
                    <a:pt x="34614" y="5801"/>
                  </a:cubicBezTo>
                  <a:cubicBezTo>
                    <a:pt x="38632" y="9522"/>
                    <a:pt x="40642" y="16182"/>
                    <a:pt x="40642" y="25819"/>
                  </a:cubicBezTo>
                  <a:lnTo>
                    <a:pt x="40642" y="43306"/>
                  </a:lnTo>
                  <a:lnTo>
                    <a:pt x="68361" y="43306"/>
                  </a:lnTo>
                  <a:lnTo>
                    <a:pt x="68361" y="52310"/>
                  </a:lnTo>
                  <a:moveTo>
                    <a:pt x="32605" y="43306"/>
                  </a:moveTo>
                  <a:lnTo>
                    <a:pt x="32605" y="25670"/>
                  </a:lnTo>
                  <a:cubicBezTo>
                    <a:pt x="32605" y="19866"/>
                    <a:pt x="31526" y="15698"/>
                    <a:pt x="29331" y="13243"/>
                  </a:cubicBezTo>
                  <a:cubicBezTo>
                    <a:pt x="27173" y="10824"/>
                    <a:pt x="24122" y="9597"/>
                    <a:pt x="20178" y="9597"/>
                  </a:cubicBezTo>
                  <a:cubicBezTo>
                    <a:pt x="17313" y="9597"/>
                    <a:pt x="14894" y="10303"/>
                    <a:pt x="12848" y="11755"/>
                  </a:cubicBezTo>
                  <a:cubicBezTo>
                    <a:pt x="10839" y="13206"/>
                    <a:pt x="9499" y="15103"/>
                    <a:pt x="8830" y="17447"/>
                  </a:cubicBezTo>
                  <a:cubicBezTo>
                    <a:pt x="8420" y="18973"/>
                    <a:pt x="8234" y="21763"/>
                    <a:pt x="8234" y="25856"/>
                  </a:cubicBezTo>
                  <a:lnTo>
                    <a:pt x="8234" y="4330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46" name="Graphic 4">
            <a:extLst>
              <a:ext uri="{FF2B5EF4-FFF2-40B4-BE49-F238E27FC236}">
                <a16:creationId xmlns:a16="http://schemas.microsoft.com/office/drawing/2014/main" id="{0DAD3132-AD00-A5F6-8F2B-A8C53C6CAE8F}"/>
              </a:ext>
            </a:extLst>
          </p:cNvPr>
          <p:cNvGrpSpPr/>
          <p:nvPr/>
        </p:nvGrpSpPr>
        <p:grpSpPr>
          <a:xfrm>
            <a:off x="2767965" y="3215921"/>
            <a:ext cx="68163" cy="110114"/>
            <a:chOff x="2386148" y="3215921"/>
            <a:chExt cx="68163" cy="110114"/>
          </a:xfrm>
          <a:solidFill>
            <a:srgbClr val="000000"/>
          </a:solidFill>
        </p:grpSpPr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89B855DE-F095-C4C0-BEF9-ABC76A3C2D95}"/>
                </a:ext>
              </a:extLst>
            </p:cNvPr>
            <p:cNvSpPr/>
            <p:nvPr/>
          </p:nvSpPr>
          <p:spPr>
            <a:xfrm>
              <a:off x="2386148" y="3262225"/>
              <a:ext cx="68163" cy="63810"/>
            </a:xfrm>
            <a:custGeom>
              <a:avLst/>
              <a:gdLst>
                <a:gd name="csX0" fmla="*/ 68369 w 68163"/>
                <a:gd name="csY0" fmla="*/ 64110 h 63810"/>
                <a:gd name="csX1" fmla="*/ 206 w 68163"/>
                <a:gd name="csY1" fmla="*/ 37917 h 63810"/>
                <a:gd name="csX2" fmla="*/ 206 w 68163"/>
                <a:gd name="csY2" fmla="*/ 28206 h 63810"/>
                <a:gd name="csX3" fmla="*/ 68369 w 68163"/>
                <a:gd name="csY3" fmla="*/ 300 h 63810"/>
                <a:gd name="csX4" fmla="*/ 68369 w 68163"/>
                <a:gd name="csY4" fmla="*/ 10569 h 63810"/>
                <a:gd name="csX5" fmla="*/ 47719 w 68163"/>
                <a:gd name="csY5" fmla="*/ 18532 h 63810"/>
                <a:gd name="csX6" fmla="*/ 47719 w 68163"/>
                <a:gd name="csY6" fmla="*/ 47032 h 63810"/>
                <a:gd name="csX7" fmla="*/ 68369 w 68163"/>
                <a:gd name="csY7" fmla="*/ 54511 h 63810"/>
                <a:gd name="csX8" fmla="*/ 68369 w 68163"/>
                <a:gd name="csY8" fmla="*/ 64110 h 63810"/>
                <a:gd name="csX9" fmla="*/ 40389 w 68163"/>
                <a:gd name="csY9" fmla="*/ 44428 h 63810"/>
                <a:gd name="csX10" fmla="*/ 40389 w 68163"/>
                <a:gd name="csY10" fmla="*/ 21322 h 63810"/>
                <a:gd name="csX11" fmla="*/ 21488 w 68163"/>
                <a:gd name="csY11" fmla="*/ 28429 h 63810"/>
                <a:gd name="csX12" fmla="*/ 7349 w 68163"/>
                <a:gd name="csY12" fmla="*/ 33266 h 63810"/>
                <a:gd name="csX13" fmla="*/ 20372 w 68163"/>
                <a:gd name="csY13" fmla="*/ 36949 h 63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8163" h="63810">
                  <a:moveTo>
                    <a:pt x="68369" y="64110"/>
                  </a:moveTo>
                  <a:lnTo>
                    <a:pt x="206" y="37917"/>
                  </a:lnTo>
                  <a:lnTo>
                    <a:pt x="206" y="28206"/>
                  </a:lnTo>
                  <a:lnTo>
                    <a:pt x="68369" y="300"/>
                  </a:lnTo>
                  <a:lnTo>
                    <a:pt x="68369" y="10569"/>
                  </a:lnTo>
                  <a:lnTo>
                    <a:pt x="47719" y="18532"/>
                  </a:lnTo>
                  <a:lnTo>
                    <a:pt x="47719" y="47032"/>
                  </a:lnTo>
                  <a:lnTo>
                    <a:pt x="68369" y="54511"/>
                  </a:lnTo>
                  <a:lnTo>
                    <a:pt x="68369" y="64110"/>
                  </a:lnTo>
                  <a:moveTo>
                    <a:pt x="40389" y="44428"/>
                  </a:moveTo>
                  <a:lnTo>
                    <a:pt x="40389" y="21322"/>
                  </a:lnTo>
                  <a:lnTo>
                    <a:pt x="21488" y="28429"/>
                  </a:lnTo>
                  <a:cubicBezTo>
                    <a:pt x="15758" y="30587"/>
                    <a:pt x="11033" y="32224"/>
                    <a:pt x="7349" y="33266"/>
                  </a:cubicBezTo>
                  <a:cubicBezTo>
                    <a:pt x="11740" y="34122"/>
                    <a:pt x="16056" y="35349"/>
                    <a:pt x="20372" y="3694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BDE1D8DD-CE5F-C2C9-00CF-2C81C09D8B2D}"/>
                </a:ext>
              </a:extLst>
            </p:cNvPr>
            <p:cNvSpPr/>
            <p:nvPr/>
          </p:nvSpPr>
          <p:spPr>
            <a:xfrm>
              <a:off x="2403784" y="3215921"/>
              <a:ext cx="50527" cy="40146"/>
            </a:xfrm>
            <a:custGeom>
              <a:avLst/>
              <a:gdLst>
                <a:gd name="csX0" fmla="*/ 50733 w 50527"/>
                <a:gd name="csY0" fmla="*/ 40440 h 40146"/>
                <a:gd name="csX1" fmla="*/ 1322 w 50527"/>
                <a:gd name="csY1" fmla="*/ 40440 h 40146"/>
                <a:gd name="csX2" fmla="*/ 1322 w 50527"/>
                <a:gd name="csY2" fmla="*/ 32924 h 40146"/>
                <a:gd name="csX3" fmla="*/ 8354 w 50527"/>
                <a:gd name="csY3" fmla="*/ 32924 h 40146"/>
                <a:gd name="csX4" fmla="*/ 206 w 50527"/>
                <a:gd name="csY4" fmla="*/ 17186 h 40146"/>
                <a:gd name="csX5" fmla="*/ 1843 w 50527"/>
                <a:gd name="csY5" fmla="*/ 9000 h 40146"/>
                <a:gd name="csX6" fmla="*/ 6047 w 50527"/>
                <a:gd name="csY6" fmla="*/ 3382 h 40146"/>
                <a:gd name="csX7" fmla="*/ 12223 w 50527"/>
                <a:gd name="csY7" fmla="*/ 777 h 40146"/>
                <a:gd name="csX8" fmla="*/ 20372 w 50527"/>
                <a:gd name="csY8" fmla="*/ 294 h 40146"/>
                <a:gd name="csX9" fmla="*/ 50733 w 50527"/>
                <a:gd name="csY9" fmla="*/ 294 h 40146"/>
                <a:gd name="csX10" fmla="*/ 50733 w 50527"/>
                <a:gd name="csY10" fmla="*/ 8702 h 40146"/>
                <a:gd name="csX11" fmla="*/ 20707 w 50527"/>
                <a:gd name="csY11" fmla="*/ 8702 h 40146"/>
                <a:gd name="csX12" fmla="*/ 13042 w 50527"/>
                <a:gd name="csY12" fmla="*/ 9670 h 40146"/>
                <a:gd name="csX13" fmla="*/ 8986 w 50527"/>
                <a:gd name="csY13" fmla="*/ 13130 h 40146"/>
                <a:gd name="csX14" fmla="*/ 7498 w 50527"/>
                <a:gd name="csY14" fmla="*/ 18972 h 40146"/>
                <a:gd name="csX15" fmla="*/ 10884 w 50527"/>
                <a:gd name="csY15" fmla="*/ 28199 h 40146"/>
                <a:gd name="csX16" fmla="*/ 23758 w 50527"/>
                <a:gd name="csY16" fmla="*/ 32068 h 40146"/>
                <a:gd name="csX17" fmla="*/ 50733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733" y="40440"/>
                  </a:moveTo>
                  <a:lnTo>
                    <a:pt x="1322" y="40440"/>
                  </a:lnTo>
                  <a:lnTo>
                    <a:pt x="1322" y="32924"/>
                  </a:lnTo>
                  <a:lnTo>
                    <a:pt x="8354" y="32924"/>
                  </a:lnTo>
                  <a:cubicBezTo>
                    <a:pt x="2922" y="29278"/>
                    <a:pt x="206" y="24032"/>
                    <a:pt x="206" y="17186"/>
                  </a:cubicBezTo>
                  <a:cubicBezTo>
                    <a:pt x="206" y="14209"/>
                    <a:pt x="764" y="11493"/>
                    <a:pt x="1843" y="9000"/>
                  </a:cubicBezTo>
                  <a:cubicBezTo>
                    <a:pt x="2884" y="6507"/>
                    <a:pt x="4298" y="4610"/>
                    <a:pt x="6047" y="3382"/>
                  </a:cubicBezTo>
                  <a:cubicBezTo>
                    <a:pt x="7759" y="2154"/>
                    <a:pt x="9842" y="1261"/>
                    <a:pt x="12223" y="777"/>
                  </a:cubicBezTo>
                  <a:cubicBezTo>
                    <a:pt x="13786" y="480"/>
                    <a:pt x="16502" y="294"/>
                    <a:pt x="20372" y="294"/>
                  </a:cubicBezTo>
                  <a:lnTo>
                    <a:pt x="50733" y="294"/>
                  </a:lnTo>
                  <a:lnTo>
                    <a:pt x="50733" y="8702"/>
                  </a:lnTo>
                  <a:lnTo>
                    <a:pt x="20707" y="8702"/>
                  </a:lnTo>
                  <a:cubicBezTo>
                    <a:pt x="17284" y="8702"/>
                    <a:pt x="14716" y="9000"/>
                    <a:pt x="13042" y="9670"/>
                  </a:cubicBezTo>
                  <a:cubicBezTo>
                    <a:pt x="11330" y="10302"/>
                    <a:pt x="9991" y="11456"/>
                    <a:pt x="8986" y="13130"/>
                  </a:cubicBezTo>
                  <a:cubicBezTo>
                    <a:pt x="7982" y="14767"/>
                    <a:pt x="7498" y="16739"/>
                    <a:pt x="7498" y="18972"/>
                  </a:cubicBezTo>
                  <a:cubicBezTo>
                    <a:pt x="7498" y="22543"/>
                    <a:pt x="8614" y="25594"/>
                    <a:pt x="10884" y="28199"/>
                  </a:cubicBezTo>
                  <a:cubicBezTo>
                    <a:pt x="13154" y="30766"/>
                    <a:pt x="17432" y="32068"/>
                    <a:pt x="23758" y="32068"/>
                  </a:cubicBezTo>
                  <a:lnTo>
                    <a:pt x="50733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49" name="Graphic 4">
            <a:extLst>
              <a:ext uri="{FF2B5EF4-FFF2-40B4-BE49-F238E27FC236}">
                <a16:creationId xmlns:a16="http://schemas.microsoft.com/office/drawing/2014/main" id="{6B86394E-B7E6-18E3-C74C-FB49E66BE704}"/>
              </a:ext>
            </a:extLst>
          </p:cNvPr>
          <p:cNvGrpSpPr/>
          <p:nvPr/>
        </p:nvGrpSpPr>
        <p:grpSpPr>
          <a:xfrm>
            <a:off x="2843160" y="3213530"/>
            <a:ext cx="70507" cy="123407"/>
            <a:chOff x="2461343" y="3213530"/>
            <a:chExt cx="70507" cy="123407"/>
          </a:xfrm>
          <a:solidFill>
            <a:srgbClr val="000000"/>
          </a:solidFill>
        </p:grpSpPr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C08132F1-A436-4A18-01DC-D5E004596ADB}"/>
                </a:ext>
              </a:extLst>
            </p:cNvPr>
            <p:cNvSpPr/>
            <p:nvPr/>
          </p:nvSpPr>
          <p:spPr>
            <a:xfrm>
              <a:off x="2461343" y="3276661"/>
              <a:ext cx="70507" cy="60276"/>
            </a:xfrm>
            <a:custGeom>
              <a:avLst/>
              <a:gdLst>
                <a:gd name="csX0" fmla="*/ 45681 w 70507"/>
                <a:gd name="csY0" fmla="*/ 9343 h 60276"/>
                <a:gd name="csX1" fmla="*/ 47950 w 70507"/>
                <a:gd name="csY1" fmla="*/ 302 h 60276"/>
                <a:gd name="csX2" fmla="*/ 64879 w 70507"/>
                <a:gd name="csY2" fmla="*/ 10534 h 60276"/>
                <a:gd name="csX3" fmla="*/ 70721 w 70507"/>
                <a:gd name="csY3" fmla="*/ 28542 h 60276"/>
                <a:gd name="csX4" fmla="*/ 66256 w 70507"/>
                <a:gd name="csY4" fmla="*/ 46476 h 60276"/>
                <a:gd name="csX5" fmla="*/ 53234 w 70507"/>
                <a:gd name="csY5" fmla="*/ 57006 h 60276"/>
                <a:gd name="csX6" fmla="*/ 34965 w 70507"/>
                <a:gd name="csY6" fmla="*/ 60577 h 60276"/>
                <a:gd name="csX7" fmla="*/ 16399 w 70507"/>
                <a:gd name="csY7" fmla="*/ 56522 h 60276"/>
                <a:gd name="csX8" fmla="*/ 4344 w 70507"/>
                <a:gd name="csY8" fmla="*/ 44950 h 60276"/>
                <a:gd name="csX9" fmla="*/ 214 w 70507"/>
                <a:gd name="csY9" fmla="*/ 28393 h 60276"/>
                <a:gd name="csX10" fmla="*/ 5423 w 70507"/>
                <a:gd name="csY10" fmla="*/ 11204 h 60276"/>
                <a:gd name="csX11" fmla="*/ 20082 w 70507"/>
                <a:gd name="csY11" fmla="*/ 1493 h 60276"/>
                <a:gd name="csX12" fmla="*/ 22166 w 70507"/>
                <a:gd name="csY12" fmla="*/ 10348 h 60276"/>
                <a:gd name="csX13" fmla="*/ 11338 w 70507"/>
                <a:gd name="csY13" fmla="*/ 17268 h 60276"/>
                <a:gd name="csX14" fmla="*/ 7953 w 70507"/>
                <a:gd name="csY14" fmla="*/ 28579 h 60276"/>
                <a:gd name="csX15" fmla="*/ 11710 w 70507"/>
                <a:gd name="csY15" fmla="*/ 41751 h 60276"/>
                <a:gd name="csX16" fmla="*/ 21831 w 70507"/>
                <a:gd name="csY16" fmla="*/ 49155 h 60276"/>
                <a:gd name="csX17" fmla="*/ 34928 w 70507"/>
                <a:gd name="csY17" fmla="*/ 51276 h 60276"/>
                <a:gd name="csX18" fmla="*/ 50108 w 70507"/>
                <a:gd name="csY18" fmla="*/ 48746 h 60276"/>
                <a:gd name="csX19" fmla="*/ 59819 w 70507"/>
                <a:gd name="csY19" fmla="*/ 40858 h 60276"/>
                <a:gd name="csX20" fmla="*/ 63019 w 70507"/>
                <a:gd name="csY20" fmla="*/ 29286 h 60276"/>
                <a:gd name="csX21" fmla="*/ 58629 w 70507"/>
                <a:gd name="csY21" fmla="*/ 16450 h 60276"/>
                <a:gd name="csX22" fmla="*/ 45681 w 70507"/>
                <a:gd name="csY22" fmla="*/ 9343 h 60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0507" h="60276">
                  <a:moveTo>
                    <a:pt x="45681" y="9343"/>
                  </a:moveTo>
                  <a:lnTo>
                    <a:pt x="47950" y="302"/>
                  </a:lnTo>
                  <a:cubicBezTo>
                    <a:pt x="55354" y="2200"/>
                    <a:pt x="61010" y="5623"/>
                    <a:pt x="64879" y="10534"/>
                  </a:cubicBezTo>
                  <a:cubicBezTo>
                    <a:pt x="68786" y="15445"/>
                    <a:pt x="70721" y="21436"/>
                    <a:pt x="70721" y="28542"/>
                  </a:cubicBezTo>
                  <a:cubicBezTo>
                    <a:pt x="70721" y="35909"/>
                    <a:pt x="69233" y="41862"/>
                    <a:pt x="66256" y="46476"/>
                  </a:cubicBezTo>
                  <a:cubicBezTo>
                    <a:pt x="63242" y="51090"/>
                    <a:pt x="58926" y="54587"/>
                    <a:pt x="53234" y="57006"/>
                  </a:cubicBezTo>
                  <a:cubicBezTo>
                    <a:pt x="47578" y="59387"/>
                    <a:pt x="41476" y="60615"/>
                    <a:pt x="34965" y="60577"/>
                  </a:cubicBezTo>
                  <a:cubicBezTo>
                    <a:pt x="27858" y="60615"/>
                    <a:pt x="21682" y="59238"/>
                    <a:pt x="16399" y="56522"/>
                  </a:cubicBezTo>
                  <a:cubicBezTo>
                    <a:pt x="11115" y="53806"/>
                    <a:pt x="7097" y="49936"/>
                    <a:pt x="4344" y="44950"/>
                  </a:cubicBezTo>
                  <a:cubicBezTo>
                    <a:pt x="1590" y="39927"/>
                    <a:pt x="214" y="34421"/>
                    <a:pt x="214" y="28393"/>
                  </a:cubicBezTo>
                  <a:cubicBezTo>
                    <a:pt x="214" y="21584"/>
                    <a:pt x="1962" y="15855"/>
                    <a:pt x="5423" y="11204"/>
                  </a:cubicBezTo>
                  <a:cubicBezTo>
                    <a:pt x="8920" y="6553"/>
                    <a:pt x="13794" y="3316"/>
                    <a:pt x="20082" y="1493"/>
                  </a:cubicBezTo>
                  <a:lnTo>
                    <a:pt x="22166" y="10348"/>
                  </a:lnTo>
                  <a:cubicBezTo>
                    <a:pt x="17217" y="11948"/>
                    <a:pt x="13608" y="14255"/>
                    <a:pt x="11338" y="17268"/>
                  </a:cubicBezTo>
                  <a:cubicBezTo>
                    <a:pt x="9069" y="20245"/>
                    <a:pt x="7953" y="24040"/>
                    <a:pt x="7953" y="28579"/>
                  </a:cubicBezTo>
                  <a:cubicBezTo>
                    <a:pt x="7953" y="33826"/>
                    <a:pt x="9218" y="38216"/>
                    <a:pt x="11710" y="41751"/>
                  </a:cubicBezTo>
                  <a:cubicBezTo>
                    <a:pt x="14203" y="45248"/>
                    <a:pt x="17589" y="47741"/>
                    <a:pt x="21831" y="49155"/>
                  </a:cubicBezTo>
                  <a:cubicBezTo>
                    <a:pt x="26072" y="50569"/>
                    <a:pt x="30426" y="51276"/>
                    <a:pt x="34928" y="51276"/>
                  </a:cubicBezTo>
                  <a:cubicBezTo>
                    <a:pt x="40732" y="51276"/>
                    <a:pt x="45792" y="50457"/>
                    <a:pt x="50108" y="48746"/>
                  </a:cubicBezTo>
                  <a:cubicBezTo>
                    <a:pt x="54424" y="47071"/>
                    <a:pt x="57661" y="44430"/>
                    <a:pt x="59819" y="40858"/>
                  </a:cubicBezTo>
                  <a:cubicBezTo>
                    <a:pt x="61940" y="37323"/>
                    <a:pt x="63019" y="33453"/>
                    <a:pt x="63019" y="29286"/>
                  </a:cubicBezTo>
                  <a:cubicBezTo>
                    <a:pt x="63019" y="24226"/>
                    <a:pt x="61568" y="19947"/>
                    <a:pt x="58629" y="16450"/>
                  </a:cubicBezTo>
                  <a:cubicBezTo>
                    <a:pt x="55726" y="12952"/>
                    <a:pt x="51410" y="10571"/>
                    <a:pt x="45681" y="934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29CA9B40-32C8-633C-237A-2C72EC2743CB}"/>
                </a:ext>
              </a:extLst>
            </p:cNvPr>
            <p:cNvSpPr/>
            <p:nvPr/>
          </p:nvSpPr>
          <p:spPr>
            <a:xfrm>
              <a:off x="2462534" y="3213530"/>
              <a:ext cx="68163" cy="52015"/>
            </a:xfrm>
            <a:custGeom>
              <a:avLst/>
              <a:gdLst>
                <a:gd name="csX0" fmla="*/ 68377 w 68163"/>
                <a:gd name="csY0" fmla="*/ 52310 h 52015"/>
                <a:gd name="csX1" fmla="*/ 214 w 68163"/>
                <a:gd name="csY1" fmla="*/ 52310 h 52015"/>
                <a:gd name="csX2" fmla="*/ 214 w 68163"/>
                <a:gd name="csY2" fmla="*/ 26600 h 52015"/>
                <a:gd name="csX3" fmla="*/ 846 w 68163"/>
                <a:gd name="csY3" fmla="*/ 16219 h 52015"/>
                <a:gd name="csX4" fmla="*/ 4046 w 68163"/>
                <a:gd name="csY4" fmla="*/ 7811 h 52015"/>
                <a:gd name="csX5" fmla="*/ 10631 w 68163"/>
                <a:gd name="csY5" fmla="*/ 2341 h 52015"/>
                <a:gd name="csX6" fmla="*/ 19933 w 68163"/>
                <a:gd name="csY6" fmla="*/ 295 h 52015"/>
                <a:gd name="csX7" fmla="*/ 34630 w 68163"/>
                <a:gd name="csY7" fmla="*/ 5801 h 52015"/>
                <a:gd name="csX8" fmla="*/ 40658 w 68163"/>
                <a:gd name="csY8" fmla="*/ 25819 h 52015"/>
                <a:gd name="csX9" fmla="*/ 40658 w 68163"/>
                <a:gd name="csY9" fmla="*/ 43306 h 52015"/>
                <a:gd name="csX10" fmla="*/ 68377 w 68163"/>
                <a:gd name="csY10" fmla="*/ 43306 h 52015"/>
                <a:gd name="csX11" fmla="*/ 68377 w 68163"/>
                <a:gd name="csY11" fmla="*/ 52310 h 52015"/>
                <a:gd name="csX12" fmla="*/ 32621 w 68163"/>
                <a:gd name="csY12" fmla="*/ 43306 h 52015"/>
                <a:gd name="csX13" fmla="*/ 32621 w 68163"/>
                <a:gd name="csY13" fmla="*/ 25670 h 52015"/>
                <a:gd name="csX14" fmla="*/ 29347 w 68163"/>
                <a:gd name="csY14" fmla="*/ 13243 h 52015"/>
                <a:gd name="csX15" fmla="*/ 20194 w 68163"/>
                <a:gd name="csY15" fmla="*/ 9597 h 52015"/>
                <a:gd name="csX16" fmla="*/ 12864 w 68163"/>
                <a:gd name="csY16" fmla="*/ 11755 h 52015"/>
                <a:gd name="csX17" fmla="*/ 8846 w 68163"/>
                <a:gd name="csY17" fmla="*/ 17447 h 52015"/>
                <a:gd name="csX18" fmla="*/ 8250 w 68163"/>
                <a:gd name="csY18" fmla="*/ 25856 h 52015"/>
                <a:gd name="csX19" fmla="*/ 8250 w 68163"/>
                <a:gd name="csY19" fmla="*/ 43306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377" y="52310"/>
                  </a:moveTo>
                  <a:lnTo>
                    <a:pt x="214" y="52310"/>
                  </a:lnTo>
                  <a:lnTo>
                    <a:pt x="214" y="26600"/>
                  </a:lnTo>
                  <a:cubicBezTo>
                    <a:pt x="214" y="22098"/>
                    <a:pt x="400" y="18638"/>
                    <a:pt x="846" y="16219"/>
                  </a:cubicBezTo>
                  <a:cubicBezTo>
                    <a:pt x="1404" y="12871"/>
                    <a:pt x="2483" y="10080"/>
                    <a:pt x="4046" y="7811"/>
                  </a:cubicBezTo>
                  <a:cubicBezTo>
                    <a:pt x="5609" y="5541"/>
                    <a:pt x="7804" y="3718"/>
                    <a:pt x="10631" y="2341"/>
                  </a:cubicBezTo>
                  <a:cubicBezTo>
                    <a:pt x="13422" y="965"/>
                    <a:pt x="16547" y="295"/>
                    <a:pt x="19933" y="295"/>
                  </a:cubicBezTo>
                  <a:cubicBezTo>
                    <a:pt x="25700" y="295"/>
                    <a:pt x="30612" y="2118"/>
                    <a:pt x="34630" y="5801"/>
                  </a:cubicBezTo>
                  <a:cubicBezTo>
                    <a:pt x="38648" y="9522"/>
                    <a:pt x="40658" y="16182"/>
                    <a:pt x="40658" y="25819"/>
                  </a:cubicBezTo>
                  <a:lnTo>
                    <a:pt x="40658" y="43306"/>
                  </a:lnTo>
                  <a:lnTo>
                    <a:pt x="68377" y="43306"/>
                  </a:lnTo>
                  <a:lnTo>
                    <a:pt x="68377" y="52310"/>
                  </a:lnTo>
                  <a:moveTo>
                    <a:pt x="32621" y="43306"/>
                  </a:moveTo>
                  <a:lnTo>
                    <a:pt x="32621" y="25670"/>
                  </a:lnTo>
                  <a:cubicBezTo>
                    <a:pt x="32621" y="19866"/>
                    <a:pt x="31542" y="15698"/>
                    <a:pt x="29347" y="13243"/>
                  </a:cubicBezTo>
                  <a:cubicBezTo>
                    <a:pt x="27189" y="10824"/>
                    <a:pt x="24138" y="9597"/>
                    <a:pt x="20194" y="9597"/>
                  </a:cubicBezTo>
                  <a:cubicBezTo>
                    <a:pt x="17329" y="9597"/>
                    <a:pt x="14910" y="10303"/>
                    <a:pt x="12864" y="11755"/>
                  </a:cubicBezTo>
                  <a:cubicBezTo>
                    <a:pt x="10855" y="13206"/>
                    <a:pt x="9515" y="15103"/>
                    <a:pt x="8846" y="17447"/>
                  </a:cubicBezTo>
                  <a:cubicBezTo>
                    <a:pt x="8436" y="18973"/>
                    <a:pt x="8250" y="21763"/>
                    <a:pt x="8250" y="25856"/>
                  </a:cubicBezTo>
                  <a:lnTo>
                    <a:pt x="8250" y="4330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52" name="Graphic 4">
            <a:extLst>
              <a:ext uri="{FF2B5EF4-FFF2-40B4-BE49-F238E27FC236}">
                <a16:creationId xmlns:a16="http://schemas.microsoft.com/office/drawing/2014/main" id="{7F86293E-1FF1-83D8-7CB3-088748BFF332}"/>
              </a:ext>
            </a:extLst>
          </p:cNvPr>
          <p:cNvGrpSpPr/>
          <p:nvPr/>
        </p:nvGrpSpPr>
        <p:grpSpPr>
          <a:xfrm>
            <a:off x="2920700" y="3215939"/>
            <a:ext cx="68163" cy="188900"/>
            <a:chOff x="2538883" y="3215939"/>
            <a:chExt cx="68163" cy="188900"/>
          </a:xfrm>
          <a:solidFill>
            <a:srgbClr val="000000"/>
          </a:solidFill>
        </p:grpSpPr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BF1F8DF1-5969-3FE3-39DE-117F7DAEF9B7}"/>
                </a:ext>
              </a:extLst>
            </p:cNvPr>
            <p:cNvSpPr/>
            <p:nvPr/>
          </p:nvSpPr>
          <p:spPr>
            <a:xfrm>
              <a:off x="2538883" y="3342443"/>
              <a:ext cx="68163" cy="62396"/>
            </a:xfrm>
            <a:custGeom>
              <a:avLst/>
              <a:gdLst>
                <a:gd name="csX0" fmla="*/ 68385 w 68163"/>
                <a:gd name="csY0" fmla="*/ 36288 h 62396"/>
                <a:gd name="csX1" fmla="*/ 222 w 68163"/>
                <a:gd name="csY1" fmla="*/ 62705 h 62396"/>
                <a:gd name="csX2" fmla="*/ 222 w 68163"/>
                <a:gd name="csY2" fmla="*/ 52919 h 62396"/>
                <a:gd name="csX3" fmla="*/ 49744 w 68163"/>
                <a:gd name="csY3" fmla="*/ 35209 h 62396"/>
                <a:gd name="csX4" fmla="*/ 60906 w 68163"/>
                <a:gd name="csY4" fmla="*/ 31637 h 62396"/>
                <a:gd name="csX5" fmla="*/ 49744 w 68163"/>
                <a:gd name="csY5" fmla="*/ 27953 h 62396"/>
                <a:gd name="csX6" fmla="*/ 222 w 68163"/>
                <a:gd name="csY6" fmla="*/ 9536 h 62396"/>
                <a:gd name="csX7" fmla="*/ 222 w 68163"/>
                <a:gd name="csY7" fmla="*/ 309 h 62396"/>
                <a:gd name="csX8" fmla="*/ 68385 w 68163"/>
                <a:gd name="csY8" fmla="*/ 27023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385" y="36288"/>
                  </a:moveTo>
                  <a:lnTo>
                    <a:pt x="222" y="62705"/>
                  </a:lnTo>
                  <a:lnTo>
                    <a:pt x="222" y="52919"/>
                  </a:lnTo>
                  <a:lnTo>
                    <a:pt x="49744" y="35209"/>
                  </a:lnTo>
                  <a:cubicBezTo>
                    <a:pt x="53688" y="33795"/>
                    <a:pt x="57409" y="32604"/>
                    <a:pt x="60906" y="31637"/>
                  </a:cubicBezTo>
                  <a:cubicBezTo>
                    <a:pt x="57186" y="30558"/>
                    <a:pt x="53465" y="29330"/>
                    <a:pt x="49744" y="27953"/>
                  </a:cubicBezTo>
                  <a:lnTo>
                    <a:pt x="222" y="9536"/>
                  </a:lnTo>
                  <a:lnTo>
                    <a:pt x="222" y="309"/>
                  </a:lnTo>
                  <a:lnTo>
                    <a:pt x="68385" y="27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302B5128-EECD-07ED-97DA-752C100749AD}"/>
                </a:ext>
              </a:extLst>
            </p:cNvPr>
            <p:cNvSpPr/>
            <p:nvPr/>
          </p:nvSpPr>
          <p:spPr>
            <a:xfrm>
              <a:off x="2538883" y="3269573"/>
              <a:ext cx="68163" cy="65075"/>
            </a:xfrm>
            <a:custGeom>
              <a:avLst/>
              <a:gdLst>
                <a:gd name="csX0" fmla="*/ 68385 w 68163"/>
                <a:gd name="csY0" fmla="*/ 65377 h 65075"/>
                <a:gd name="csX1" fmla="*/ 222 w 68163"/>
                <a:gd name="csY1" fmla="*/ 65377 h 65075"/>
                <a:gd name="csX2" fmla="*/ 222 w 68163"/>
                <a:gd name="csY2" fmla="*/ 51797 h 65075"/>
                <a:gd name="csX3" fmla="*/ 48479 w 68163"/>
                <a:gd name="csY3" fmla="*/ 35649 h 65075"/>
                <a:gd name="csX4" fmla="*/ 58562 w 68163"/>
                <a:gd name="csY4" fmla="*/ 32412 h 65075"/>
                <a:gd name="csX5" fmla="*/ 47661 w 68163"/>
                <a:gd name="csY5" fmla="*/ 28765 h 65075"/>
                <a:gd name="csX6" fmla="*/ 222 w 68163"/>
                <a:gd name="csY6" fmla="*/ 12469 h 65075"/>
                <a:gd name="csX7" fmla="*/ 222 w 68163"/>
                <a:gd name="csY7" fmla="*/ 302 h 65075"/>
                <a:gd name="csX8" fmla="*/ 68385 w 68163"/>
                <a:gd name="csY8" fmla="*/ 302 h 65075"/>
                <a:gd name="csX9" fmla="*/ 68385 w 68163"/>
                <a:gd name="csY9" fmla="*/ 9008 h 65075"/>
                <a:gd name="csX10" fmla="*/ 11309 w 68163"/>
                <a:gd name="csY10" fmla="*/ 9008 h 65075"/>
                <a:gd name="csX11" fmla="*/ 68385 w 68163"/>
                <a:gd name="csY11" fmla="*/ 28840 h 65075"/>
                <a:gd name="csX12" fmla="*/ 68385 w 68163"/>
                <a:gd name="csY12" fmla="*/ 36951 h 65075"/>
                <a:gd name="csX13" fmla="*/ 10342 w 68163"/>
                <a:gd name="csY13" fmla="*/ 56671 h 65075"/>
                <a:gd name="csX14" fmla="*/ 68385 w 68163"/>
                <a:gd name="csY14" fmla="*/ 56671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385" y="65377"/>
                  </a:moveTo>
                  <a:lnTo>
                    <a:pt x="222" y="65377"/>
                  </a:lnTo>
                  <a:lnTo>
                    <a:pt x="222" y="51797"/>
                  </a:lnTo>
                  <a:lnTo>
                    <a:pt x="48479" y="35649"/>
                  </a:lnTo>
                  <a:cubicBezTo>
                    <a:pt x="52981" y="34160"/>
                    <a:pt x="56330" y="33081"/>
                    <a:pt x="58562" y="32412"/>
                  </a:cubicBezTo>
                  <a:cubicBezTo>
                    <a:pt x="56107" y="31630"/>
                    <a:pt x="52460" y="30402"/>
                    <a:pt x="47661" y="28765"/>
                  </a:cubicBezTo>
                  <a:lnTo>
                    <a:pt x="222" y="12469"/>
                  </a:lnTo>
                  <a:lnTo>
                    <a:pt x="222" y="302"/>
                  </a:lnTo>
                  <a:lnTo>
                    <a:pt x="68385" y="302"/>
                  </a:lnTo>
                  <a:lnTo>
                    <a:pt x="68385" y="9008"/>
                  </a:lnTo>
                  <a:lnTo>
                    <a:pt x="11309" y="9008"/>
                  </a:lnTo>
                  <a:lnTo>
                    <a:pt x="68385" y="28840"/>
                  </a:lnTo>
                  <a:lnTo>
                    <a:pt x="68385" y="36951"/>
                  </a:lnTo>
                  <a:lnTo>
                    <a:pt x="10342" y="56671"/>
                  </a:lnTo>
                  <a:lnTo>
                    <a:pt x="68385" y="566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A76311B4-AA1A-62AE-C22B-179B5D11F639}"/>
                </a:ext>
              </a:extLst>
            </p:cNvPr>
            <p:cNvSpPr/>
            <p:nvPr/>
          </p:nvSpPr>
          <p:spPr>
            <a:xfrm>
              <a:off x="2556519" y="3215939"/>
              <a:ext cx="50527" cy="40146"/>
            </a:xfrm>
            <a:custGeom>
              <a:avLst/>
              <a:gdLst>
                <a:gd name="csX0" fmla="*/ 50749 w 50527"/>
                <a:gd name="csY0" fmla="*/ 40440 h 40146"/>
                <a:gd name="csX1" fmla="*/ 1338 w 50527"/>
                <a:gd name="csY1" fmla="*/ 40440 h 40146"/>
                <a:gd name="csX2" fmla="*/ 1338 w 50527"/>
                <a:gd name="csY2" fmla="*/ 32924 h 40146"/>
                <a:gd name="csX3" fmla="*/ 8370 w 50527"/>
                <a:gd name="csY3" fmla="*/ 32924 h 40146"/>
                <a:gd name="csX4" fmla="*/ 222 w 50527"/>
                <a:gd name="csY4" fmla="*/ 17186 h 40146"/>
                <a:gd name="csX5" fmla="*/ 1859 w 50527"/>
                <a:gd name="csY5" fmla="*/ 9000 h 40146"/>
                <a:gd name="csX6" fmla="*/ 6063 w 50527"/>
                <a:gd name="csY6" fmla="*/ 3382 h 40146"/>
                <a:gd name="csX7" fmla="*/ 12239 w 50527"/>
                <a:gd name="csY7" fmla="*/ 777 h 40146"/>
                <a:gd name="csX8" fmla="*/ 20388 w 50527"/>
                <a:gd name="csY8" fmla="*/ 294 h 40146"/>
                <a:gd name="csX9" fmla="*/ 50749 w 50527"/>
                <a:gd name="csY9" fmla="*/ 294 h 40146"/>
                <a:gd name="csX10" fmla="*/ 50749 w 50527"/>
                <a:gd name="csY10" fmla="*/ 8702 h 40146"/>
                <a:gd name="csX11" fmla="*/ 20723 w 50527"/>
                <a:gd name="csY11" fmla="*/ 8702 h 40146"/>
                <a:gd name="csX12" fmla="*/ 13058 w 50527"/>
                <a:gd name="csY12" fmla="*/ 9670 h 40146"/>
                <a:gd name="csX13" fmla="*/ 9002 w 50527"/>
                <a:gd name="csY13" fmla="*/ 13130 h 40146"/>
                <a:gd name="csX14" fmla="*/ 7514 w 50527"/>
                <a:gd name="csY14" fmla="*/ 18972 h 40146"/>
                <a:gd name="csX15" fmla="*/ 10900 w 50527"/>
                <a:gd name="csY15" fmla="*/ 28199 h 40146"/>
                <a:gd name="csX16" fmla="*/ 23774 w 50527"/>
                <a:gd name="csY16" fmla="*/ 32068 h 40146"/>
                <a:gd name="csX17" fmla="*/ 50749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749" y="40440"/>
                  </a:moveTo>
                  <a:lnTo>
                    <a:pt x="1338" y="40440"/>
                  </a:lnTo>
                  <a:lnTo>
                    <a:pt x="1338" y="32924"/>
                  </a:lnTo>
                  <a:lnTo>
                    <a:pt x="8370" y="32924"/>
                  </a:lnTo>
                  <a:cubicBezTo>
                    <a:pt x="2938" y="29278"/>
                    <a:pt x="222" y="24032"/>
                    <a:pt x="222" y="17186"/>
                  </a:cubicBezTo>
                  <a:cubicBezTo>
                    <a:pt x="222" y="14209"/>
                    <a:pt x="780" y="11493"/>
                    <a:pt x="1859" y="9000"/>
                  </a:cubicBezTo>
                  <a:cubicBezTo>
                    <a:pt x="2900" y="6507"/>
                    <a:pt x="4314" y="4610"/>
                    <a:pt x="6063" y="3382"/>
                  </a:cubicBezTo>
                  <a:cubicBezTo>
                    <a:pt x="7775" y="2154"/>
                    <a:pt x="9858" y="1261"/>
                    <a:pt x="12239" y="777"/>
                  </a:cubicBezTo>
                  <a:cubicBezTo>
                    <a:pt x="13802" y="480"/>
                    <a:pt x="16518" y="294"/>
                    <a:pt x="20388" y="294"/>
                  </a:cubicBezTo>
                  <a:lnTo>
                    <a:pt x="50749" y="294"/>
                  </a:lnTo>
                  <a:lnTo>
                    <a:pt x="50749" y="8702"/>
                  </a:lnTo>
                  <a:lnTo>
                    <a:pt x="20723" y="8702"/>
                  </a:lnTo>
                  <a:cubicBezTo>
                    <a:pt x="17300" y="8702"/>
                    <a:pt x="14732" y="9000"/>
                    <a:pt x="13058" y="9670"/>
                  </a:cubicBezTo>
                  <a:cubicBezTo>
                    <a:pt x="11346" y="10302"/>
                    <a:pt x="10007" y="11456"/>
                    <a:pt x="9002" y="13130"/>
                  </a:cubicBezTo>
                  <a:cubicBezTo>
                    <a:pt x="7998" y="14767"/>
                    <a:pt x="7514" y="16739"/>
                    <a:pt x="7514" y="18972"/>
                  </a:cubicBezTo>
                  <a:cubicBezTo>
                    <a:pt x="7514" y="22543"/>
                    <a:pt x="8630" y="25594"/>
                    <a:pt x="10900" y="28199"/>
                  </a:cubicBezTo>
                  <a:cubicBezTo>
                    <a:pt x="13170" y="30766"/>
                    <a:pt x="17448" y="32068"/>
                    <a:pt x="23774" y="32068"/>
                  </a:cubicBezTo>
                  <a:lnTo>
                    <a:pt x="50749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56" name="Graphic 4">
            <a:extLst>
              <a:ext uri="{FF2B5EF4-FFF2-40B4-BE49-F238E27FC236}">
                <a16:creationId xmlns:a16="http://schemas.microsoft.com/office/drawing/2014/main" id="{AC848211-C162-A55A-AD11-BCCB861A90C6}"/>
              </a:ext>
            </a:extLst>
          </p:cNvPr>
          <p:cNvGrpSpPr/>
          <p:nvPr/>
        </p:nvGrpSpPr>
        <p:grpSpPr>
          <a:xfrm>
            <a:off x="2997086" y="3215911"/>
            <a:ext cx="68163" cy="61493"/>
            <a:chOff x="2615269" y="3215911"/>
            <a:chExt cx="68163" cy="61493"/>
          </a:xfrm>
          <a:solidFill>
            <a:srgbClr val="000000"/>
          </a:solidFill>
        </p:grpSpPr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AE496395-78C7-BA33-8D68-05214AF6E508}"/>
                </a:ext>
              </a:extLst>
            </p:cNvPr>
            <p:cNvSpPr/>
            <p:nvPr/>
          </p:nvSpPr>
          <p:spPr>
            <a:xfrm>
              <a:off x="2615269" y="3269034"/>
              <a:ext cx="68163" cy="8371"/>
            </a:xfrm>
            <a:custGeom>
              <a:avLst/>
              <a:gdLst>
                <a:gd name="csX0" fmla="*/ 68393 w 68163"/>
                <a:gd name="csY0" fmla="*/ 8667 h 8371"/>
                <a:gd name="csX1" fmla="*/ 230 w 68163"/>
                <a:gd name="csY1" fmla="*/ 8667 h 8371"/>
                <a:gd name="csX2" fmla="*/ 230 w 68163"/>
                <a:gd name="csY2" fmla="*/ 296 h 8371"/>
                <a:gd name="csX3" fmla="*/ 68393 w 68163"/>
                <a:gd name="csY3" fmla="*/ 296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393" y="8667"/>
                  </a:moveTo>
                  <a:lnTo>
                    <a:pt x="230" y="8667"/>
                  </a:lnTo>
                  <a:lnTo>
                    <a:pt x="230" y="296"/>
                  </a:lnTo>
                  <a:lnTo>
                    <a:pt x="68393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A0642A7D-DC7F-822E-8DFB-5DDCE5022299}"/>
                </a:ext>
              </a:extLst>
            </p:cNvPr>
            <p:cNvSpPr/>
            <p:nvPr/>
          </p:nvSpPr>
          <p:spPr>
            <a:xfrm>
              <a:off x="2632905" y="3215911"/>
              <a:ext cx="50527" cy="40146"/>
            </a:xfrm>
            <a:custGeom>
              <a:avLst/>
              <a:gdLst>
                <a:gd name="csX0" fmla="*/ 50757 w 50527"/>
                <a:gd name="csY0" fmla="*/ 40440 h 40146"/>
                <a:gd name="csX1" fmla="*/ 1346 w 50527"/>
                <a:gd name="csY1" fmla="*/ 40440 h 40146"/>
                <a:gd name="csX2" fmla="*/ 1346 w 50527"/>
                <a:gd name="csY2" fmla="*/ 32924 h 40146"/>
                <a:gd name="csX3" fmla="*/ 8378 w 50527"/>
                <a:gd name="csY3" fmla="*/ 32924 h 40146"/>
                <a:gd name="csX4" fmla="*/ 230 w 50527"/>
                <a:gd name="csY4" fmla="*/ 17186 h 40146"/>
                <a:gd name="csX5" fmla="*/ 1867 w 50527"/>
                <a:gd name="csY5" fmla="*/ 9000 h 40146"/>
                <a:gd name="csX6" fmla="*/ 6071 w 50527"/>
                <a:gd name="csY6" fmla="*/ 3382 h 40146"/>
                <a:gd name="csX7" fmla="*/ 12247 w 50527"/>
                <a:gd name="csY7" fmla="*/ 777 h 40146"/>
                <a:gd name="csX8" fmla="*/ 20396 w 50527"/>
                <a:gd name="csY8" fmla="*/ 294 h 40146"/>
                <a:gd name="csX9" fmla="*/ 50757 w 50527"/>
                <a:gd name="csY9" fmla="*/ 294 h 40146"/>
                <a:gd name="csX10" fmla="*/ 50757 w 50527"/>
                <a:gd name="csY10" fmla="*/ 8702 h 40146"/>
                <a:gd name="csX11" fmla="*/ 20731 w 50527"/>
                <a:gd name="csY11" fmla="*/ 8702 h 40146"/>
                <a:gd name="csX12" fmla="*/ 13066 w 50527"/>
                <a:gd name="csY12" fmla="*/ 9670 h 40146"/>
                <a:gd name="csX13" fmla="*/ 9010 w 50527"/>
                <a:gd name="csY13" fmla="*/ 13130 h 40146"/>
                <a:gd name="csX14" fmla="*/ 7522 w 50527"/>
                <a:gd name="csY14" fmla="*/ 18972 h 40146"/>
                <a:gd name="csX15" fmla="*/ 10908 w 50527"/>
                <a:gd name="csY15" fmla="*/ 28199 h 40146"/>
                <a:gd name="csX16" fmla="*/ 23782 w 50527"/>
                <a:gd name="csY16" fmla="*/ 32068 h 40146"/>
                <a:gd name="csX17" fmla="*/ 50757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757" y="40440"/>
                  </a:moveTo>
                  <a:lnTo>
                    <a:pt x="1346" y="40440"/>
                  </a:lnTo>
                  <a:lnTo>
                    <a:pt x="1346" y="32924"/>
                  </a:lnTo>
                  <a:lnTo>
                    <a:pt x="8378" y="32924"/>
                  </a:lnTo>
                  <a:cubicBezTo>
                    <a:pt x="2946" y="29278"/>
                    <a:pt x="230" y="24032"/>
                    <a:pt x="230" y="17186"/>
                  </a:cubicBezTo>
                  <a:cubicBezTo>
                    <a:pt x="230" y="14209"/>
                    <a:pt x="788" y="11493"/>
                    <a:pt x="1867" y="9000"/>
                  </a:cubicBezTo>
                  <a:cubicBezTo>
                    <a:pt x="2908" y="6507"/>
                    <a:pt x="4322" y="4610"/>
                    <a:pt x="6071" y="3382"/>
                  </a:cubicBezTo>
                  <a:cubicBezTo>
                    <a:pt x="7783" y="2154"/>
                    <a:pt x="9866" y="1261"/>
                    <a:pt x="12247" y="777"/>
                  </a:cubicBezTo>
                  <a:cubicBezTo>
                    <a:pt x="13810" y="480"/>
                    <a:pt x="16526" y="294"/>
                    <a:pt x="20396" y="294"/>
                  </a:cubicBezTo>
                  <a:lnTo>
                    <a:pt x="50757" y="294"/>
                  </a:lnTo>
                  <a:lnTo>
                    <a:pt x="50757" y="8702"/>
                  </a:lnTo>
                  <a:lnTo>
                    <a:pt x="20731" y="8702"/>
                  </a:lnTo>
                  <a:cubicBezTo>
                    <a:pt x="17308" y="8702"/>
                    <a:pt x="14740" y="9000"/>
                    <a:pt x="13066" y="9670"/>
                  </a:cubicBezTo>
                  <a:cubicBezTo>
                    <a:pt x="11354" y="10302"/>
                    <a:pt x="10015" y="11456"/>
                    <a:pt x="9010" y="13130"/>
                  </a:cubicBezTo>
                  <a:cubicBezTo>
                    <a:pt x="8006" y="14767"/>
                    <a:pt x="7522" y="16739"/>
                    <a:pt x="7522" y="18972"/>
                  </a:cubicBezTo>
                  <a:cubicBezTo>
                    <a:pt x="7522" y="22543"/>
                    <a:pt x="8638" y="25594"/>
                    <a:pt x="10908" y="28199"/>
                  </a:cubicBezTo>
                  <a:cubicBezTo>
                    <a:pt x="13178" y="30766"/>
                    <a:pt x="17456" y="32068"/>
                    <a:pt x="23782" y="32068"/>
                  </a:cubicBezTo>
                  <a:lnTo>
                    <a:pt x="50757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59" name="Graphic 4">
            <a:extLst>
              <a:ext uri="{FF2B5EF4-FFF2-40B4-BE49-F238E27FC236}">
                <a16:creationId xmlns:a16="http://schemas.microsoft.com/office/drawing/2014/main" id="{4502EB9A-0ADA-557B-65E8-B353B400DD39}"/>
              </a:ext>
            </a:extLst>
          </p:cNvPr>
          <p:cNvGrpSpPr/>
          <p:nvPr/>
        </p:nvGrpSpPr>
        <p:grpSpPr>
          <a:xfrm>
            <a:off x="3072244" y="3215865"/>
            <a:ext cx="70507" cy="134391"/>
            <a:chOff x="2690427" y="3215865"/>
            <a:chExt cx="70507" cy="134391"/>
          </a:xfrm>
          <a:solidFill>
            <a:srgbClr val="000000"/>
          </a:solidFill>
        </p:grpSpPr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335CF6DD-1F14-2593-F4AF-2824E2E409A7}"/>
                </a:ext>
              </a:extLst>
            </p:cNvPr>
            <p:cNvSpPr/>
            <p:nvPr/>
          </p:nvSpPr>
          <p:spPr>
            <a:xfrm>
              <a:off x="2691618" y="3298241"/>
              <a:ext cx="68163" cy="52015"/>
            </a:xfrm>
            <a:custGeom>
              <a:avLst/>
              <a:gdLst>
                <a:gd name="csX0" fmla="*/ 68401 w 68163"/>
                <a:gd name="csY0" fmla="*/ 52319 h 52015"/>
                <a:gd name="csX1" fmla="*/ 238 w 68163"/>
                <a:gd name="csY1" fmla="*/ 52319 h 52015"/>
                <a:gd name="csX2" fmla="*/ 238 w 68163"/>
                <a:gd name="csY2" fmla="*/ 26609 h 52015"/>
                <a:gd name="csX3" fmla="*/ 870 w 68163"/>
                <a:gd name="csY3" fmla="*/ 16228 h 52015"/>
                <a:gd name="csX4" fmla="*/ 4070 w 68163"/>
                <a:gd name="csY4" fmla="*/ 7819 h 52015"/>
                <a:gd name="csX5" fmla="*/ 10656 w 68163"/>
                <a:gd name="csY5" fmla="*/ 2350 h 52015"/>
                <a:gd name="csX6" fmla="*/ 19957 w 68163"/>
                <a:gd name="csY6" fmla="*/ 304 h 52015"/>
                <a:gd name="csX7" fmla="*/ 34654 w 68163"/>
                <a:gd name="csY7" fmla="*/ 5810 h 52015"/>
                <a:gd name="csX8" fmla="*/ 40682 w 68163"/>
                <a:gd name="csY8" fmla="*/ 25828 h 52015"/>
                <a:gd name="csX9" fmla="*/ 40682 w 68163"/>
                <a:gd name="csY9" fmla="*/ 43315 h 52015"/>
                <a:gd name="csX10" fmla="*/ 68401 w 68163"/>
                <a:gd name="csY10" fmla="*/ 43315 h 52015"/>
                <a:gd name="csX11" fmla="*/ 68401 w 68163"/>
                <a:gd name="csY11" fmla="*/ 52319 h 52015"/>
                <a:gd name="csX12" fmla="*/ 32645 w 68163"/>
                <a:gd name="csY12" fmla="*/ 43315 h 52015"/>
                <a:gd name="csX13" fmla="*/ 32645 w 68163"/>
                <a:gd name="csY13" fmla="*/ 25679 h 52015"/>
                <a:gd name="csX14" fmla="*/ 29371 w 68163"/>
                <a:gd name="csY14" fmla="*/ 13252 h 52015"/>
                <a:gd name="csX15" fmla="*/ 20218 w 68163"/>
                <a:gd name="csY15" fmla="*/ 9605 h 52015"/>
                <a:gd name="csX16" fmla="*/ 12888 w 68163"/>
                <a:gd name="csY16" fmla="*/ 11763 h 52015"/>
                <a:gd name="csX17" fmla="*/ 8870 w 68163"/>
                <a:gd name="csY17" fmla="*/ 17456 h 52015"/>
                <a:gd name="csX18" fmla="*/ 8274 w 68163"/>
                <a:gd name="csY18" fmla="*/ 25865 h 52015"/>
                <a:gd name="csX19" fmla="*/ 8274 w 68163"/>
                <a:gd name="csY19" fmla="*/ 43315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401" y="52319"/>
                  </a:moveTo>
                  <a:lnTo>
                    <a:pt x="238" y="52319"/>
                  </a:lnTo>
                  <a:lnTo>
                    <a:pt x="238" y="26609"/>
                  </a:lnTo>
                  <a:cubicBezTo>
                    <a:pt x="238" y="22107"/>
                    <a:pt x="424" y="18647"/>
                    <a:pt x="870" y="16228"/>
                  </a:cubicBezTo>
                  <a:cubicBezTo>
                    <a:pt x="1428" y="12880"/>
                    <a:pt x="2507" y="10089"/>
                    <a:pt x="4070" y="7819"/>
                  </a:cubicBezTo>
                  <a:cubicBezTo>
                    <a:pt x="5633" y="5550"/>
                    <a:pt x="7828" y="3727"/>
                    <a:pt x="10656" y="2350"/>
                  </a:cubicBezTo>
                  <a:cubicBezTo>
                    <a:pt x="13446" y="973"/>
                    <a:pt x="16571" y="304"/>
                    <a:pt x="19957" y="304"/>
                  </a:cubicBezTo>
                  <a:cubicBezTo>
                    <a:pt x="25724" y="304"/>
                    <a:pt x="30636" y="2127"/>
                    <a:pt x="34654" y="5810"/>
                  </a:cubicBezTo>
                  <a:cubicBezTo>
                    <a:pt x="38672" y="9531"/>
                    <a:pt x="40682" y="16191"/>
                    <a:pt x="40682" y="25828"/>
                  </a:cubicBezTo>
                  <a:lnTo>
                    <a:pt x="40682" y="43315"/>
                  </a:lnTo>
                  <a:lnTo>
                    <a:pt x="68401" y="43315"/>
                  </a:lnTo>
                  <a:lnTo>
                    <a:pt x="68401" y="52319"/>
                  </a:lnTo>
                  <a:moveTo>
                    <a:pt x="32645" y="43315"/>
                  </a:moveTo>
                  <a:lnTo>
                    <a:pt x="32645" y="25679"/>
                  </a:lnTo>
                  <a:cubicBezTo>
                    <a:pt x="32645" y="19875"/>
                    <a:pt x="31566" y="15707"/>
                    <a:pt x="29371" y="13252"/>
                  </a:cubicBezTo>
                  <a:cubicBezTo>
                    <a:pt x="27213" y="10833"/>
                    <a:pt x="24162" y="9605"/>
                    <a:pt x="20218" y="9605"/>
                  </a:cubicBezTo>
                  <a:cubicBezTo>
                    <a:pt x="17353" y="9605"/>
                    <a:pt x="14934" y="10312"/>
                    <a:pt x="12888" y="11763"/>
                  </a:cubicBezTo>
                  <a:cubicBezTo>
                    <a:pt x="10879" y="13215"/>
                    <a:pt x="9539" y="15112"/>
                    <a:pt x="8870" y="17456"/>
                  </a:cubicBezTo>
                  <a:cubicBezTo>
                    <a:pt x="8460" y="18982"/>
                    <a:pt x="8274" y="21772"/>
                    <a:pt x="8274" y="25865"/>
                  </a:cubicBezTo>
                  <a:lnTo>
                    <a:pt x="8274" y="4331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C57EBC19-98FC-37D2-CA47-BDCBFF037D67}"/>
                </a:ext>
              </a:extLst>
            </p:cNvPr>
            <p:cNvSpPr/>
            <p:nvPr/>
          </p:nvSpPr>
          <p:spPr>
            <a:xfrm>
              <a:off x="2690427" y="3235529"/>
              <a:ext cx="70507" cy="54285"/>
            </a:xfrm>
            <a:custGeom>
              <a:avLst/>
              <a:gdLst>
                <a:gd name="csX0" fmla="*/ 47677 w 70507"/>
                <a:gd name="csY0" fmla="*/ 54582 h 54285"/>
                <a:gd name="csX1" fmla="*/ 46932 w 70507"/>
                <a:gd name="csY1" fmla="*/ 46062 h 54285"/>
                <a:gd name="csX2" fmla="*/ 55341 w 70507"/>
                <a:gd name="csY2" fmla="*/ 43271 h 54285"/>
                <a:gd name="csX3" fmla="*/ 60625 w 70507"/>
                <a:gd name="csY3" fmla="*/ 36388 h 54285"/>
                <a:gd name="csX4" fmla="*/ 62671 w 70507"/>
                <a:gd name="csY4" fmla="*/ 25933 h 54285"/>
                <a:gd name="csX5" fmla="*/ 61145 w 70507"/>
                <a:gd name="csY5" fmla="*/ 16817 h 54285"/>
                <a:gd name="csX6" fmla="*/ 56904 w 70507"/>
                <a:gd name="csY6" fmla="*/ 10938 h 54285"/>
                <a:gd name="csX7" fmla="*/ 51100 w 70507"/>
                <a:gd name="csY7" fmla="*/ 9003 h 54285"/>
                <a:gd name="csX8" fmla="*/ 45481 w 70507"/>
                <a:gd name="csY8" fmla="*/ 10864 h 54285"/>
                <a:gd name="csX9" fmla="*/ 41463 w 70507"/>
                <a:gd name="csY9" fmla="*/ 17003 h 54285"/>
                <a:gd name="csX10" fmla="*/ 38114 w 70507"/>
                <a:gd name="csY10" fmla="*/ 29132 h 54285"/>
                <a:gd name="csX11" fmla="*/ 33873 w 70507"/>
                <a:gd name="csY11" fmla="*/ 42304 h 54285"/>
                <a:gd name="csX12" fmla="*/ 27510 w 70507"/>
                <a:gd name="csY12" fmla="*/ 49596 h 54285"/>
                <a:gd name="csX13" fmla="*/ 19027 w 70507"/>
                <a:gd name="csY13" fmla="*/ 51978 h 54285"/>
                <a:gd name="csX14" fmla="*/ 9391 w 70507"/>
                <a:gd name="csY14" fmla="*/ 49038 h 54285"/>
                <a:gd name="csX15" fmla="*/ 2582 w 70507"/>
                <a:gd name="csY15" fmla="*/ 40481 h 54285"/>
                <a:gd name="csX16" fmla="*/ 238 w 70507"/>
                <a:gd name="csY16" fmla="*/ 27979 h 54285"/>
                <a:gd name="csX17" fmla="*/ 2693 w 70507"/>
                <a:gd name="csY17" fmla="*/ 14622 h 54285"/>
                <a:gd name="csX18" fmla="*/ 9874 w 70507"/>
                <a:gd name="csY18" fmla="*/ 5692 h 54285"/>
                <a:gd name="csX19" fmla="*/ 20627 w 70507"/>
                <a:gd name="csY19" fmla="*/ 2343 h 54285"/>
                <a:gd name="csX20" fmla="*/ 21260 w 70507"/>
                <a:gd name="csY20" fmla="*/ 11013 h 54285"/>
                <a:gd name="csX21" fmla="*/ 11511 w 70507"/>
                <a:gd name="csY21" fmla="*/ 15738 h 54285"/>
                <a:gd name="csX22" fmla="*/ 8200 w 70507"/>
                <a:gd name="csY22" fmla="*/ 27607 h 54285"/>
                <a:gd name="csX23" fmla="*/ 11214 w 70507"/>
                <a:gd name="csY23" fmla="*/ 39550 h 54285"/>
                <a:gd name="csX24" fmla="*/ 18432 w 70507"/>
                <a:gd name="csY24" fmla="*/ 43271 h 54285"/>
                <a:gd name="csX25" fmla="*/ 24497 w 70507"/>
                <a:gd name="csY25" fmla="*/ 40629 h 54285"/>
                <a:gd name="csX26" fmla="*/ 29333 w 70507"/>
                <a:gd name="csY26" fmla="*/ 27012 h 54285"/>
                <a:gd name="csX27" fmla="*/ 33687 w 70507"/>
                <a:gd name="csY27" fmla="*/ 11943 h 54285"/>
                <a:gd name="csX28" fmla="*/ 40644 w 70507"/>
                <a:gd name="csY28" fmla="*/ 3125 h 54285"/>
                <a:gd name="csX29" fmla="*/ 50355 w 70507"/>
                <a:gd name="csY29" fmla="*/ 297 h 54285"/>
                <a:gd name="csX30" fmla="*/ 60587 w 70507"/>
                <a:gd name="csY30" fmla="*/ 3422 h 54285"/>
                <a:gd name="csX31" fmla="*/ 68066 w 70507"/>
                <a:gd name="csY31" fmla="*/ 12389 h 54285"/>
                <a:gd name="csX32" fmla="*/ 70745 w 70507"/>
                <a:gd name="csY32" fmla="*/ 25523 h 54285"/>
                <a:gd name="csX33" fmla="*/ 68066 w 70507"/>
                <a:gd name="csY33" fmla="*/ 41039 h 54285"/>
                <a:gd name="csX34" fmla="*/ 59955 w 70507"/>
                <a:gd name="csY34" fmla="*/ 50824 h 54285"/>
                <a:gd name="csX35" fmla="*/ 47677 w 70507"/>
                <a:gd name="csY35" fmla="*/ 54582 h 54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70507" h="54285">
                  <a:moveTo>
                    <a:pt x="47677" y="54582"/>
                  </a:moveTo>
                  <a:lnTo>
                    <a:pt x="46932" y="46062"/>
                  </a:lnTo>
                  <a:cubicBezTo>
                    <a:pt x="50355" y="45652"/>
                    <a:pt x="53146" y="44722"/>
                    <a:pt x="55341" y="43271"/>
                  </a:cubicBezTo>
                  <a:cubicBezTo>
                    <a:pt x="57536" y="41783"/>
                    <a:pt x="59285" y="39513"/>
                    <a:pt x="60625" y="36388"/>
                  </a:cubicBezTo>
                  <a:cubicBezTo>
                    <a:pt x="62001" y="33300"/>
                    <a:pt x="62671" y="29802"/>
                    <a:pt x="62671" y="25933"/>
                  </a:cubicBezTo>
                  <a:cubicBezTo>
                    <a:pt x="62671" y="22510"/>
                    <a:pt x="62150" y="19459"/>
                    <a:pt x="61145" y="16817"/>
                  </a:cubicBezTo>
                  <a:cubicBezTo>
                    <a:pt x="60104" y="14175"/>
                    <a:pt x="58690" y="12203"/>
                    <a:pt x="56904" y="10938"/>
                  </a:cubicBezTo>
                  <a:cubicBezTo>
                    <a:pt x="55118" y="9636"/>
                    <a:pt x="53183" y="9003"/>
                    <a:pt x="51100" y="9003"/>
                  </a:cubicBezTo>
                  <a:cubicBezTo>
                    <a:pt x="48942" y="9003"/>
                    <a:pt x="47081" y="9636"/>
                    <a:pt x="45481" y="10864"/>
                  </a:cubicBezTo>
                  <a:cubicBezTo>
                    <a:pt x="43881" y="12092"/>
                    <a:pt x="42542" y="14138"/>
                    <a:pt x="41463" y="17003"/>
                  </a:cubicBezTo>
                  <a:cubicBezTo>
                    <a:pt x="40756" y="18826"/>
                    <a:pt x="39640" y="22882"/>
                    <a:pt x="38114" y="29132"/>
                  </a:cubicBezTo>
                  <a:cubicBezTo>
                    <a:pt x="36626" y="35420"/>
                    <a:pt x="35212" y="39811"/>
                    <a:pt x="33873" y="42304"/>
                  </a:cubicBezTo>
                  <a:cubicBezTo>
                    <a:pt x="32161" y="45541"/>
                    <a:pt x="30040" y="47996"/>
                    <a:pt x="27510" y="49596"/>
                  </a:cubicBezTo>
                  <a:cubicBezTo>
                    <a:pt x="24980" y="51196"/>
                    <a:pt x="22153" y="51978"/>
                    <a:pt x="19027" y="51978"/>
                  </a:cubicBezTo>
                  <a:cubicBezTo>
                    <a:pt x="15604" y="51978"/>
                    <a:pt x="12367" y="51010"/>
                    <a:pt x="9391" y="49038"/>
                  </a:cubicBezTo>
                  <a:cubicBezTo>
                    <a:pt x="6377" y="47103"/>
                    <a:pt x="4107" y="44239"/>
                    <a:pt x="2582" y="40481"/>
                  </a:cubicBezTo>
                  <a:cubicBezTo>
                    <a:pt x="1019" y="36723"/>
                    <a:pt x="238" y="32555"/>
                    <a:pt x="238" y="27979"/>
                  </a:cubicBezTo>
                  <a:cubicBezTo>
                    <a:pt x="238" y="22919"/>
                    <a:pt x="1056" y="18454"/>
                    <a:pt x="2693" y="14622"/>
                  </a:cubicBezTo>
                  <a:cubicBezTo>
                    <a:pt x="4330" y="10752"/>
                    <a:pt x="6712" y="7776"/>
                    <a:pt x="9874" y="5692"/>
                  </a:cubicBezTo>
                  <a:cubicBezTo>
                    <a:pt x="13037" y="3608"/>
                    <a:pt x="16609" y="2492"/>
                    <a:pt x="20627" y="2343"/>
                  </a:cubicBezTo>
                  <a:lnTo>
                    <a:pt x="21260" y="11013"/>
                  </a:lnTo>
                  <a:cubicBezTo>
                    <a:pt x="16944" y="11459"/>
                    <a:pt x="13707" y="13059"/>
                    <a:pt x="11511" y="15738"/>
                  </a:cubicBezTo>
                  <a:cubicBezTo>
                    <a:pt x="9316" y="18417"/>
                    <a:pt x="8200" y="22361"/>
                    <a:pt x="8200" y="27607"/>
                  </a:cubicBezTo>
                  <a:cubicBezTo>
                    <a:pt x="8200" y="33076"/>
                    <a:pt x="9204" y="37058"/>
                    <a:pt x="11214" y="39550"/>
                  </a:cubicBezTo>
                  <a:cubicBezTo>
                    <a:pt x="13186" y="42043"/>
                    <a:pt x="15604" y="43271"/>
                    <a:pt x="18432" y="43271"/>
                  </a:cubicBezTo>
                  <a:cubicBezTo>
                    <a:pt x="20887" y="43271"/>
                    <a:pt x="22897" y="42378"/>
                    <a:pt x="24497" y="40629"/>
                  </a:cubicBezTo>
                  <a:cubicBezTo>
                    <a:pt x="26059" y="38881"/>
                    <a:pt x="27696" y="34341"/>
                    <a:pt x="29333" y="27012"/>
                  </a:cubicBezTo>
                  <a:cubicBezTo>
                    <a:pt x="31008" y="19682"/>
                    <a:pt x="32459" y="14659"/>
                    <a:pt x="33687" y="11943"/>
                  </a:cubicBezTo>
                  <a:cubicBezTo>
                    <a:pt x="35510" y="7962"/>
                    <a:pt x="37817" y="5022"/>
                    <a:pt x="40644" y="3125"/>
                  </a:cubicBezTo>
                  <a:cubicBezTo>
                    <a:pt x="43435" y="1264"/>
                    <a:pt x="46672" y="297"/>
                    <a:pt x="50355" y="297"/>
                  </a:cubicBezTo>
                  <a:cubicBezTo>
                    <a:pt x="53965" y="297"/>
                    <a:pt x="57388" y="1339"/>
                    <a:pt x="60587" y="3422"/>
                  </a:cubicBezTo>
                  <a:cubicBezTo>
                    <a:pt x="63787" y="5506"/>
                    <a:pt x="66280" y="8483"/>
                    <a:pt x="68066" y="12389"/>
                  </a:cubicBezTo>
                  <a:cubicBezTo>
                    <a:pt x="69852" y="16259"/>
                    <a:pt x="70745" y="20649"/>
                    <a:pt x="70745" y="25523"/>
                  </a:cubicBezTo>
                  <a:cubicBezTo>
                    <a:pt x="70745" y="31700"/>
                    <a:pt x="69852" y="36872"/>
                    <a:pt x="68066" y="41039"/>
                  </a:cubicBezTo>
                  <a:cubicBezTo>
                    <a:pt x="66243" y="45206"/>
                    <a:pt x="63564" y="48480"/>
                    <a:pt x="59955" y="50824"/>
                  </a:cubicBezTo>
                  <a:cubicBezTo>
                    <a:pt x="56346" y="53205"/>
                    <a:pt x="52253" y="54470"/>
                    <a:pt x="47677" y="5458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1BC571D7-462C-1A8A-071E-EAC0D1A122D5}"/>
                </a:ext>
              </a:extLst>
            </p:cNvPr>
            <p:cNvSpPr/>
            <p:nvPr/>
          </p:nvSpPr>
          <p:spPr>
            <a:xfrm>
              <a:off x="2691618" y="3215865"/>
              <a:ext cx="68163" cy="8371"/>
            </a:xfrm>
            <a:custGeom>
              <a:avLst/>
              <a:gdLst>
                <a:gd name="csX0" fmla="*/ 9837 w 68163"/>
                <a:gd name="csY0" fmla="*/ 8662 h 8371"/>
                <a:gd name="csX1" fmla="*/ 238 w 68163"/>
                <a:gd name="csY1" fmla="*/ 8662 h 8371"/>
                <a:gd name="csX2" fmla="*/ 238 w 68163"/>
                <a:gd name="csY2" fmla="*/ 290 h 8371"/>
                <a:gd name="csX3" fmla="*/ 9837 w 68163"/>
                <a:gd name="csY3" fmla="*/ 290 h 8371"/>
                <a:gd name="csX4" fmla="*/ 9837 w 68163"/>
                <a:gd name="csY4" fmla="*/ 8662 h 8371"/>
                <a:gd name="csX5" fmla="*/ 68401 w 68163"/>
                <a:gd name="csY5" fmla="*/ 8662 h 8371"/>
                <a:gd name="csX6" fmla="*/ 18990 w 68163"/>
                <a:gd name="csY6" fmla="*/ 8662 h 8371"/>
                <a:gd name="csX7" fmla="*/ 18990 w 68163"/>
                <a:gd name="csY7" fmla="*/ 290 h 8371"/>
                <a:gd name="csX8" fmla="*/ 68401 w 68163"/>
                <a:gd name="csY8" fmla="*/ 290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8371">
                  <a:moveTo>
                    <a:pt x="9837" y="8662"/>
                  </a:moveTo>
                  <a:lnTo>
                    <a:pt x="238" y="8662"/>
                  </a:lnTo>
                  <a:lnTo>
                    <a:pt x="238" y="290"/>
                  </a:lnTo>
                  <a:lnTo>
                    <a:pt x="9837" y="290"/>
                  </a:lnTo>
                  <a:lnTo>
                    <a:pt x="9837" y="8662"/>
                  </a:lnTo>
                  <a:moveTo>
                    <a:pt x="68401" y="8662"/>
                  </a:moveTo>
                  <a:lnTo>
                    <a:pt x="18990" y="8662"/>
                  </a:lnTo>
                  <a:lnTo>
                    <a:pt x="18990" y="290"/>
                  </a:lnTo>
                  <a:lnTo>
                    <a:pt x="68401" y="29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63" name="Graphic 4">
            <a:extLst>
              <a:ext uri="{FF2B5EF4-FFF2-40B4-BE49-F238E27FC236}">
                <a16:creationId xmlns:a16="http://schemas.microsoft.com/office/drawing/2014/main" id="{83DB12C2-6F15-22DD-6811-9669A00C10B7}"/>
              </a:ext>
            </a:extLst>
          </p:cNvPr>
          <p:cNvGrpSpPr/>
          <p:nvPr/>
        </p:nvGrpSpPr>
        <p:grpSpPr>
          <a:xfrm>
            <a:off x="3148630" y="3213158"/>
            <a:ext cx="70507" cy="126569"/>
            <a:chOff x="2766813" y="3213158"/>
            <a:chExt cx="70507" cy="126569"/>
          </a:xfrm>
          <a:solidFill>
            <a:srgbClr val="000000"/>
          </a:solidFill>
        </p:grpSpPr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CE1F0939-D9B4-0C6F-732B-E7F8AED15117}"/>
                </a:ext>
              </a:extLst>
            </p:cNvPr>
            <p:cNvSpPr/>
            <p:nvPr/>
          </p:nvSpPr>
          <p:spPr>
            <a:xfrm>
              <a:off x="2768004" y="3286000"/>
              <a:ext cx="68163" cy="53726"/>
            </a:xfrm>
            <a:custGeom>
              <a:avLst/>
              <a:gdLst>
                <a:gd name="csX0" fmla="*/ 68409 w 68163"/>
                <a:gd name="csY0" fmla="*/ 54030 h 53726"/>
                <a:gd name="csX1" fmla="*/ 246 w 68163"/>
                <a:gd name="csY1" fmla="*/ 54030 h 53726"/>
                <a:gd name="csX2" fmla="*/ 246 w 68163"/>
                <a:gd name="csY2" fmla="*/ 44765 h 53726"/>
                <a:gd name="csX3" fmla="*/ 53749 w 68163"/>
                <a:gd name="csY3" fmla="*/ 8972 h 53726"/>
                <a:gd name="csX4" fmla="*/ 246 w 68163"/>
                <a:gd name="csY4" fmla="*/ 8972 h 53726"/>
                <a:gd name="csX5" fmla="*/ 246 w 68163"/>
                <a:gd name="csY5" fmla="*/ 303 h 53726"/>
                <a:gd name="csX6" fmla="*/ 68409 w 68163"/>
                <a:gd name="csY6" fmla="*/ 303 h 53726"/>
                <a:gd name="csX7" fmla="*/ 68409 w 68163"/>
                <a:gd name="csY7" fmla="*/ 9567 h 53726"/>
                <a:gd name="csX8" fmla="*/ 14831 w 68163"/>
                <a:gd name="csY8" fmla="*/ 45360 h 53726"/>
                <a:gd name="csX9" fmla="*/ 68409 w 68163"/>
                <a:gd name="csY9" fmla="*/ 45360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409" y="54030"/>
                  </a:moveTo>
                  <a:lnTo>
                    <a:pt x="246" y="54030"/>
                  </a:lnTo>
                  <a:lnTo>
                    <a:pt x="246" y="44765"/>
                  </a:lnTo>
                  <a:lnTo>
                    <a:pt x="53749" y="8972"/>
                  </a:lnTo>
                  <a:lnTo>
                    <a:pt x="246" y="8972"/>
                  </a:lnTo>
                  <a:lnTo>
                    <a:pt x="246" y="303"/>
                  </a:lnTo>
                  <a:lnTo>
                    <a:pt x="68409" y="303"/>
                  </a:lnTo>
                  <a:lnTo>
                    <a:pt x="68409" y="9567"/>
                  </a:lnTo>
                  <a:lnTo>
                    <a:pt x="14831" y="45360"/>
                  </a:lnTo>
                  <a:lnTo>
                    <a:pt x="68409" y="453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DE8025ED-AA2B-7750-AFB9-AD7938E1EA08}"/>
                </a:ext>
              </a:extLst>
            </p:cNvPr>
            <p:cNvSpPr/>
            <p:nvPr/>
          </p:nvSpPr>
          <p:spPr>
            <a:xfrm>
              <a:off x="2766813" y="3213158"/>
              <a:ext cx="70507" cy="60276"/>
            </a:xfrm>
            <a:custGeom>
              <a:avLst/>
              <a:gdLst>
                <a:gd name="csX0" fmla="*/ 45713 w 70507"/>
                <a:gd name="csY0" fmla="*/ 9337 h 60276"/>
                <a:gd name="csX1" fmla="*/ 47982 w 70507"/>
                <a:gd name="csY1" fmla="*/ 295 h 60276"/>
                <a:gd name="csX2" fmla="*/ 64911 w 70507"/>
                <a:gd name="csY2" fmla="*/ 10527 h 60276"/>
                <a:gd name="csX3" fmla="*/ 70753 w 70507"/>
                <a:gd name="csY3" fmla="*/ 28535 h 60276"/>
                <a:gd name="csX4" fmla="*/ 66288 w 70507"/>
                <a:gd name="csY4" fmla="*/ 46469 h 60276"/>
                <a:gd name="csX5" fmla="*/ 53266 w 70507"/>
                <a:gd name="csY5" fmla="*/ 56999 h 60276"/>
                <a:gd name="csX6" fmla="*/ 34997 w 70507"/>
                <a:gd name="csY6" fmla="*/ 60571 h 60276"/>
                <a:gd name="csX7" fmla="*/ 16431 w 70507"/>
                <a:gd name="csY7" fmla="*/ 56515 h 60276"/>
                <a:gd name="csX8" fmla="*/ 4376 w 70507"/>
                <a:gd name="csY8" fmla="*/ 44944 h 60276"/>
                <a:gd name="csX9" fmla="*/ 246 w 70507"/>
                <a:gd name="csY9" fmla="*/ 28387 h 60276"/>
                <a:gd name="csX10" fmla="*/ 5455 w 70507"/>
                <a:gd name="csY10" fmla="*/ 11197 h 60276"/>
                <a:gd name="csX11" fmla="*/ 20114 w 70507"/>
                <a:gd name="csY11" fmla="*/ 1486 h 60276"/>
                <a:gd name="csX12" fmla="*/ 22198 w 70507"/>
                <a:gd name="csY12" fmla="*/ 10341 h 60276"/>
                <a:gd name="csX13" fmla="*/ 11371 w 70507"/>
                <a:gd name="csY13" fmla="*/ 17262 h 60276"/>
                <a:gd name="csX14" fmla="*/ 7985 w 70507"/>
                <a:gd name="csY14" fmla="*/ 28573 h 60276"/>
                <a:gd name="csX15" fmla="*/ 11743 w 70507"/>
                <a:gd name="csY15" fmla="*/ 41744 h 60276"/>
                <a:gd name="csX16" fmla="*/ 21863 w 70507"/>
                <a:gd name="csY16" fmla="*/ 49148 h 60276"/>
                <a:gd name="csX17" fmla="*/ 34960 w 70507"/>
                <a:gd name="csY17" fmla="*/ 51269 h 60276"/>
                <a:gd name="csX18" fmla="*/ 50140 w 70507"/>
                <a:gd name="csY18" fmla="*/ 48739 h 60276"/>
                <a:gd name="csX19" fmla="*/ 59851 w 70507"/>
                <a:gd name="csY19" fmla="*/ 40851 h 60276"/>
                <a:gd name="csX20" fmla="*/ 63051 w 70507"/>
                <a:gd name="csY20" fmla="*/ 29280 h 60276"/>
                <a:gd name="csX21" fmla="*/ 58661 w 70507"/>
                <a:gd name="csY21" fmla="*/ 16443 h 60276"/>
                <a:gd name="csX22" fmla="*/ 45713 w 70507"/>
                <a:gd name="csY22" fmla="*/ 9337 h 60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0507" h="60276">
                  <a:moveTo>
                    <a:pt x="45713" y="9337"/>
                  </a:moveTo>
                  <a:lnTo>
                    <a:pt x="47982" y="295"/>
                  </a:lnTo>
                  <a:cubicBezTo>
                    <a:pt x="55386" y="2193"/>
                    <a:pt x="61042" y="5616"/>
                    <a:pt x="64911" y="10527"/>
                  </a:cubicBezTo>
                  <a:cubicBezTo>
                    <a:pt x="68818" y="15439"/>
                    <a:pt x="70753" y="21429"/>
                    <a:pt x="70753" y="28535"/>
                  </a:cubicBezTo>
                  <a:cubicBezTo>
                    <a:pt x="70753" y="35902"/>
                    <a:pt x="69265" y="41856"/>
                    <a:pt x="66288" y="46469"/>
                  </a:cubicBezTo>
                  <a:cubicBezTo>
                    <a:pt x="63274" y="51083"/>
                    <a:pt x="58958" y="54580"/>
                    <a:pt x="53266" y="56999"/>
                  </a:cubicBezTo>
                  <a:cubicBezTo>
                    <a:pt x="47610" y="59380"/>
                    <a:pt x="41508" y="60608"/>
                    <a:pt x="34997" y="60571"/>
                  </a:cubicBezTo>
                  <a:cubicBezTo>
                    <a:pt x="27890" y="60608"/>
                    <a:pt x="21714" y="59231"/>
                    <a:pt x="16431" y="56515"/>
                  </a:cubicBezTo>
                  <a:cubicBezTo>
                    <a:pt x="11147" y="53799"/>
                    <a:pt x="7129" y="49930"/>
                    <a:pt x="4376" y="44944"/>
                  </a:cubicBezTo>
                  <a:cubicBezTo>
                    <a:pt x="1622" y="39921"/>
                    <a:pt x="246" y="34414"/>
                    <a:pt x="246" y="28387"/>
                  </a:cubicBezTo>
                  <a:cubicBezTo>
                    <a:pt x="246" y="21578"/>
                    <a:pt x="1994" y="15848"/>
                    <a:pt x="5455" y="11197"/>
                  </a:cubicBezTo>
                  <a:cubicBezTo>
                    <a:pt x="8952" y="6546"/>
                    <a:pt x="13826" y="3309"/>
                    <a:pt x="20114" y="1486"/>
                  </a:cubicBezTo>
                  <a:lnTo>
                    <a:pt x="22198" y="10341"/>
                  </a:lnTo>
                  <a:cubicBezTo>
                    <a:pt x="17249" y="11941"/>
                    <a:pt x="13640" y="14248"/>
                    <a:pt x="11371" y="17262"/>
                  </a:cubicBezTo>
                  <a:cubicBezTo>
                    <a:pt x="9101" y="20238"/>
                    <a:pt x="7985" y="24033"/>
                    <a:pt x="7985" y="28573"/>
                  </a:cubicBezTo>
                  <a:cubicBezTo>
                    <a:pt x="7985" y="33819"/>
                    <a:pt x="9250" y="38209"/>
                    <a:pt x="11743" y="41744"/>
                  </a:cubicBezTo>
                  <a:cubicBezTo>
                    <a:pt x="14235" y="45241"/>
                    <a:pt x="17621" y="47734"/>
                    <a:pt x="21863" y="49148"/>
                  </a:cubicBezTo>
                  <a:cubicBezTo>
                    <a:pt x="26104" y="50562"/>
                    <a:pt x="30458" y="51269"/>
                    <a:pt x="34960" y="51269"/>
                  </a:cubicBezTo>
                  <a:cubicBezTo>
                    <a:pt x="40764" y="51269"/>
                    <a:pt x="45824" y="50450"/>
                    <a:pt x="50140" y="48739"/>
                  </a:cubicBezTo>
                  <a:cubicBezTo>
                    <a:pt x="54456" y="47065"/>
                    <a:pt x="57693" y="44423"/>
                    <a:pt x="59851" y="40851"/>
                  </a:cubicBezTo>
                  <a:cubicBezTo>
                    <a:pt x="61972" y="37316"/>
                    <a:pt x="63051" y="33447"/>
                    <a:pt x="63051" y="29280"/>
                  </a:cubicBezTo>
                  <a:cubicBezTo>
                    <a:pt x="63051" y="24219"/>
                    <a:pt x="61600" y="19941"/>
                    <a:pt x="58661" y="16443"/>
                  </a:cubicBezTo>
                  <a:cubicBezTo>
                    <a:pt x="55758" y="12946"/>
                    <a:pt x="51442" y="10564"/>
                    <a:pt x="45713" y="93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66" name="Graphic 4">
            <a:extLst>
              <a:ext uri="{FF2B5EF4-FFF2-40B4-BE49-F238E27FC236}">
                <a16:creationId xmlns:a16="http://schemas.microsoft.com/office/drawing/2014/main" id="{970EC378-CD52-FEFD-7092-25B44ED07B97}"/>
              </a:ext>
            </a:extLst>
          </p:cNvPr>
          <p:cNvGrpSpPr/>
          <p:nvPr/>
        </p:nvGrpSpPr>
        <p:grpSpPr>
          <a:xfrm>
            <a:off x="3226170" y="3216256"/>
            <a:ext cx="69279" cy="161571"/>
            <a:chOff x="2844353" y="3216256"/>
            <a:chExt cx="69279" cy="161571"/>
          </a:xfrm>
          <a:solidFill>
            <a:srgbClr val="000000"/>
          </a:solidFill>
        </p:grpSpPr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2A702B8B-F668-608B-44D5-579BAB0C662E}"/>
                </a:ext>
              </a:extLst>
            </p:cNvPr>
            <p:cNvSpPr/>
            <p:nvPr/>
          </p:nvSpPr>
          <p:spPr>
            <a:xfrm>
              <a:off x="2861989" y="3337681"/>
              <a:ext cx="50527" cy="40146"/>
            </a:xfrm>
            <a:custGeom>
              <a:avLst/>
              <a:gdLst>
                <a:gd name="csX0" fmla="*/ 50781 w 50527"/>
                <a:gd name="csY0" fmla="*/ 40453 h 40146"/>
                <a:gd name="csX1" fmla="*/ 1370 w 50527"/>
                <a:gd name="csY1" fmla="*/ 40453 h 40146"/>
                <a:gd name="csX2" fmla="*/ 1370 w 50527"/>
                <a:gd name="csY2" fmla="*/ 32937 h 40146"/>
                <a:gd name="csX3" fmla="*/ 8402 w 50527"/>
                <a:gd name="csY3" fmla="*/ 32937 h 40146"/>
                <a:gd name="csX4" fmla="*/ 254 w 50527"/>
                <a:gd name="csY4" fmla="*/ 17198 h 40146"/>
                <a:gd name="csX5" fmla="*/ 1891 w 50527"/>
                <a:gd name="csY5" fmla="*/ 9013 h 40146"/>
                <a:gd name="csX6" fmla="*/ 6095 w 50527"/>
                <a:gd name="csY6" fmla="*/ 3395 h 40146"/>
                <a:gd name="csX7" fmla="*/ 12271 w 50527"/>
                <a:gd name="csY7" fmla="*/ 790 h 40146"/>
                <a:gd name="csX8" fmla="*/ 20420 w 50527"/>
                <a:gd name="csY8" fmla="*/ 306 h 40146"/>
                <a:gd name="csX9" fmla="*/ 50781 w 50527"/>
                <a:gd name="csY9" fmla="*/ 306 h 40146"/>
                <a:gd name="csX10" fmla="*/ 50781 w 50527"/>
                <a:gd name="csY10" fmla="*/ 8715 h 40146"/>
                <a:gd name="csX11" fmla="*/ 20755 w 50527"/>
                <a:gd name="csY11" fmla="*/ 8715 h 40146"/>
                <a:gd name="csX12" fmla="*/ 13090 w 50527"/>
                <a:gd name="csY12" fmla="*/ 9683 h 40146"/>
                <a:gd name="csX13" fmla="*/ 9034 w 50527"/>
                <a:gd name="csY13" fmla="*/ 13143 h 40146"/>
                <a:gd name="csX14" fmla="*/ 7546 w 50527"/>
                <a:gd name="csY14" fmla="*/ 18984 h 40146"/>
                <a:gd name="csX15" fmla="*/ 10932 w 50527"/>
                <a:gd name="csY15" fmla="*/ 28212 h 40146"/>
                <a:gd name="csX16" fmla="*/ 23806 w 50527"/>
                <a:gd name="csY16" fmla="*/ 32081 h 40146"/>
                <a:gd name="csX17" fmla="*/ 50781 w 50527"/>
                <a:gd name="csY17" fmla="*/ 32081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781" y="40453"/>
                  </a:moveTo>
                  <a:lnTo>
                    <a:pt x="1370" y="40453"/>
                  </a:lnTo>
                  <a:lnTo>
                    <a:pt x="1370" y="32937"/>
                  </a:lnTo>
                  <a:lnTo>
                    <a:pt x="8402" y="32937"/>
                  </a:lnTo>
                  <a:cubicBezTo>
                    <a:pt x="2970" y="29291"/>
                    <a:pt x="254" y="24045"/>
                    <a:pt x="254" y="17198"/>
                  </a:cubicBezTo>
                  <a:cubicBezTo>
                    <a:pt x="254" y="14222"/>
                    <a:pt x="812" y="11506"/>
                    <a:pt x="1891" y="9013"/>
                  </a:cubicBezTo>
                  <a:cubicBezTo>
                    <a:pt x="2933" y="6520"/>
                    <a:pt x="4346" y="4622"/>
                    <a:pt x="6095" y="3395"/>
                  </a:cubicBezTo>
                  <a:cubicBezTo>
                    <a:pt x="7807" y="2167"/>
                    <a:pt x="9890" y="1274"/>
                    <a:pt x="12271" y="790"/>
                  </a:cubicBezTo>
                  <a:cubicBezTo>
                    <a:pt x="13834" y="492"/>
                    <a:pt x="16550" y="306"/>
                    <a:pt x="20420" y="306"/>
                  </a:cubicBezTo>
                  <a:lnTo>
                    <a:pt x="50781" y="306"/>
                  </a:lnTo>
                  <a:lnTo>
                    <a:pt x="50781" y="8715"/>
                  </a:lnTo>
                  <a:lnTo>
                    <a:pt x="20755" y="8715"/>
                  </a:lnTo>
                  <a:cubicBezTo>
                    <a:pt x="17332" y="8715"/>
                    <a:pt x="14764" y="9013"/>
                    <a:pt x="13090" y="9683"/>
                  </a:cubicBezTo>
                  <a:cubicBezTo>
                    <a:pt x="11379" y="10315"/>
                    <a:pt x="10039" y="11469"/>
                    <a:pt x="9034" y="13143"/>
                  </a:cubicBezTo>
                  <a:cubicBezTo>
                    <a:pt x="8030" y="14780"/>
                    <a:pt x="7546" y="16752"/>
                    <a:pt x="7546" y="18984"/>
                  </a:cubicBezTo>
                  <a:cubicBezTo>
                    <a:pt x="7546" y="22556"/>
                    <a:pt x="8662" y="25607"/>
                    <a:pt x="10932" y="28212"/>
                  </a:cubicBezTo>
                  <a:cubicBezTo>
                    <a:pt x="13202" y="30779"/>
                    <a:pt x="17480" y="32081"/>
                    <a:pt x="23806" y="32081"/>
                  </a:cubicBezTo>
                  <a:lnTo>
                    <a:pt x="50781" y="3208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0D0209FD-72DA-74E5-9D00-40953B1234D6}"/>
                </a:ext>
              </a:extLst>
            </p:cNvPr>
            <p:cNvSpPr/>
            <p:nvPr/>
          </p:nvSpPr>
          <p:spPr>
            <a:xfrm>
              <a:off x="2844353" y="3270048"/>
              <a:ext cx="68163" cy="53466"/>
            </a:xfrm>
            <a:custGeom>
              <a:avLst/>
              <a:gdLst>
                <a:gd name="csX0" fmla="*/ 68417 w 68163"/>
                <a:gd name="csY0" fmla="*/ 53767 h 53466"/>
                <a:gd name="csX1" fmla="*/ 254 w 68163"/>
                <a:gd name="csY1" fmla="*/ 53767 h 53466"/>
                <a:gd name="csX2" fmla="*/ 254 w 68163"/>
                <a:gd name="csY2" fmla="*/ 44726 h 53466"/>
                <a:gd name="csX3" fmla="*/ 28233 w 68163"/>
                <a:gd name="csY3" fmla="*/ 44726 h 53466"/>
                <a:gd name="csX4" fmla="*/ 28233 w 68163"/>
                <a:gd name="csY4" fmla="*/ 9305 h 53466"/>
                <a:gd name="csX5" fmla="*/ 254 w 68163"/>
                <a:gd name="csY5" fmla="*/ 9305 h 53466"/>
                <a:gd name="csX6" fmla="*/ 254 w 68163"/>
                <a:gd name="csY6" fmla="*/ 301 h 53466"/>
                <a:gd name="csX7" fmla="*/ 68417 w 68163"/>
                <a:gd name="csY7" fmla="*/ 301 h 53466"/>
                <a:gd name="csX8" fmla="*/ 68417 w 68163"/>
                <a:gd name="csY8" fmla="*/ 9305 h 53466"/>
                <a:gd name="csX9" fmla="*/ 36270 w 68163"/>
                <a:gd name="csY9" fmla="*/ 9305 h 53466"/>
                <a:gd name="csX10" fmla="*/ 36270 w 68163"/>
                <a:gd name="csY10" fmla="*/ 44726 h 53466"/>
                <a:gd name="csX11" fmla="*/ 68417 w 68163"/>
                <a:gd name="csY11" fmla="*/ 44726 h 53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8163" h="53466">
                  <a:moveTo>
                    <a:pt x="68417" y="53767"/>
                  </a:moveTo>
                  <a:lnTo>
                    <a:pt x="254" y="53767"/>
                  </a:lnTo>
                  <a:lnTo>
                    <a:pt x="254" y="44726"/>
                  </a:lnTo>
                  <a:lnTo>
                    <a:pt x="28233" y="44726"/>
                  </a:lnTo>
                  <a:lnTo>
                    <a:pt x="28233" y="9305"/>
                  </a:lnTo>
                  <a:lnTo>
                    <a:pt x="254" y="9305"/>
                  </a:lnTo>
                  <a:lnTo>
                    <a:pt x="254" y="301"/>
                  </a:lnTo>
                  <a:lnTo>
                    <a:pt x="68417" y="301"/>
                  </a:lnTo>
                  <a:lnTo>
                    <a:pt x="68417" y="9305"/>
                  </a:lnTo>
                  <a:lnTo>
                    <a:pt x="36270" y="9305"/>
                  </a:lnTo>
                  <a:lnTo>
                    <a:pt x="36270" y="44726"/>
                  </a:lnTo>
                  <a:lnTo>
                    <a:pt x="68417" y="4472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ECB06160-DE62-5971-6C42-DFA55AB02A81}"/>
                </a:ext>
              </a:extLst>
            </p:cNvPr>
            <p:cNvSpPr/>
            <p:nvPr/>
          </p:nvSpPr>
          <p:spPr>
            <a:xfrm>
              <a:off x="2844353" y="3216256"/>
              <a:ext cx="69279" cy="42825"/>
            </a:xfrm>
            <a:custGeom>
              <a:avLst/>
              <a:gdLst>
                <a:gd name="csX0" fmla="*/ 68417 w 69279"/>
                <a:gd name="csY0" fmla="*/ 8070 h 42825"/>
                <a:gd name="csX1" fmla="*/ 62203 w 69279"/>
                <a:gd name="csY1" fmla="*/ 8070 h 42825"/>
                <a:gd name="csX2" fmla="*/ 69533 w 69279"/>
                <a:gd name="csY2" fmla="*/ 21874 h 42825"/>
                <a:gd name="csX3" fmla="*/ 66296 w 69279"/>
                <a:gd name="csY3" fmla="*/ 32738 h 42825"/>
                <a:gd name="csX4" fmla="*/ 57180 w 69279"/>
                <a:gd name="csY4" fmla="*/ 40403 h 42825"/>
                <a:gd name="csX5" fmla="*/ 43786 w 69279"/>
                <a:gd name="csY5" fmla="*/ 43119 h 42825"/>
                <a:gd name="csX6" fmla="*/ 30354 w 69279"/>
                <a:gd name="csY6" fmla="*/ 40663 h 42825"/>
                <a:gd name="csX7" fmla="*/ 21127 w 69279"/>
                <a:gd name="csY7" fmla="*/ 33259 h 42825"/>
                <a:gd name="csX8" fmla="*/ 17890 w 69279"/>
                <a:gd name="csY8" fmla="*/ 22246 h 42825"/>
                <a:gd name="csX9" fmla="*/ 19787 w 69279"/>
                <a:gd name="csY9" fmla="*/ 14284 h 42825"/>
                <a:gd name="csX10" fmla="*/ 24699 w 69279"/>
                <a:gd name="csY10" fmla="*/ 8628 h 42825"/>
                <a:gd name="csX11" fmla="*/ 254 w 69279"/>
                <a:gd name="csY11" fmla="*/ 8628 h 42825"/>
                <a:gd name="csX12" fmla="*/ 254 w 69279"/>
                <a:gd name="csY12" fmla="*/ 294 h 42825"/>
                <a:gd name="csX13" fmla="*/ 68417 w 69279"/>
                <a:gd name="csY13" fmla="*/ 294 h 42825"/>
                <a:gd name="csX14" fmla="*/ 68417 w 69279"/>
                <a:gd name="csY14" fmla="*/ 8070 h 42825"/>
                <a:gd name="csX15" fmla="*/ 43786 w 69279"/>
                <a:gd name="csY15" fmla="*/ 34524 h 42825"/>
                <a:gd name="csX16" fmla="*/ 57962 w 69279"/>
                <a:gd name="csY16" fmla="*/ 30543 h 42825"/>
                <a:gd name="csX17" fmla="*/ 62650 w 69279"/>
                <a:gd name="csY17" fmla="*/ 21092 h 42825"/>
                <a:gd name="csX18" fmla="*/ 58148 w 69279"/>
                <a:gd name="csY18" fmla="*/ 11753 h 42825"/>
                <a:gd name="csX19" fmla="*/ 44456 w 69279"/>
                <a:gd name="csY19" fmla="*/ 7921 h 42825"/>
                <a:gd name="csX20" fmla="*/ 29573 w 69279"/>
                <a:gd name="csY20" fmla="*/ 11828 h 42825"/>
                <a:gd name="csX21" fmla="*/ 24847 w 69279"/>
                <a:gd name="csY21" fmla="*/ 21464 h 42825"/>
                <a:gd name="csX22" fmla="*/ 29387 w 69279"/>
                <a:gd name="csY22" fmla="*/ 30803 h 42825"/>
                <a:gd name="csX23" fmla="*/ 43786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17" y="8070"/>
                  </a:moveTo>
                  <a:lnTo>
                    <a:pt x="62203" y="8070"/>
                  </a:lnTo>
                  <a:cubicBezTo>
                    <a:pt x="67077" y="11195"/>
                    <a:pt x="69533" y="15809"/>
                    <a:pt x="69533" y="21874"/>
                  </a:cubicBezTo>
                  <a:cubicBezTo>
                    <a:pt x="69533" y="25818"/>
                    <a:pt x="68454" y="29427"/>
                    <a:pt x="66296" y="32738"/>
                  </a:cubicBezTo>
                  <a:cubicBezTo>
                    <a:pt x="64101" y="36050"/>
                    <a:pt x="61087" y="38617"/>
                    <a:pt x="57180" y="40403"/>
                  </a:cubicBezTo>
                  <a:cubicBezTo>
                    <a:pt x="53311" y="42226"/>
                    <a:pt x="48809" y="43119"/>
                    <a:pt x="43786" y="43119"/>
                  </a:cubicBezTo>
                  <a:cubicBezTo>
                    <a:pt x="38837" y="43119"/>
                    <a:pt x="34372" y="42300"/>
                    <a:pt x="30354" y="40663"/>
                  </a:cubicBezTo>
                  <a:cubicBezTo>
                    <a:pt x="26336" y="39026"/>
                    <a:pt x="23248" y="36571"/>
                    <a:pt x="21127" y="33259"/>
                  </a:cubicBezTo>
                  <a:cubicBezTo>
                    <a:pt x="18969" y="29985"/>
                    <a:pt x="17890" y="26301"/>
                    <a:pt x="17890" y="22246"/>
                  </a:cubicBezTo>
                  <a:cubicBezTo>
                    <a:pt x="17890" y="19269"/>
                    <a:pt x="18522" y="16628"/>
                    <a:pt x="19787" y="14284"/>
                  </a:cubicBezTo>
                  <a:cubicBezTo>
                    <a:pt x="21052" y="11977"/>
                    <a:pt x="22689" y="10079"/>
                    <a:pt x="24699" y="8628"/>
                  </a:cubicBezTo>
                  <a:lnTo>
                    <a:pt x="254" y="8628"/>
                  </a:lnTo>
                  <a:lnTo>
                    <a:pt x="254" y="294"/>
                  </a:lnTo>
                  <a:lnTo>
                    <a:pt x="68417" y="294"/>
                  </a:lnTo>
                  <a:lnTo>
                    <a:pt x="68417" y="8070"/>
                  </a:lnTo>
                  <a:moveTo>
                    <a:pt x="43786" y="34524"/>
                  </a:moveTo>
                  <a:cubicBezTo>
                    <a:pt x="50111" y="34524"/>
                    <a:pt x="54836" y="33185"/>
                    <a:pt x="57962" y="30543"/>
                  </a:cubicBezTo>
                  <a:cubicBezTo>
                    <a:pt x="61087" y="27864"/>
                    <a:pt x="62650" y="24739"/>
                    <a:pt x="62650" y="21092"/>
                  </a:cubicBezTo>
                  <a:cubicBezTo>
                    <a:pt x="62650" y="17446"/>
                    <a:pt x="61162" y="14321"/>
                    <a:pt x="58148" y="11753"/>
                  </a:cubicBezTo>
                  <a:cubicBezTo>
                    <a:pt x="55171" y="9223"/>
                    <a:pt x="50595" y="7921"/>
                    <a:pt x="44456" y="7921"/>
                  </a:cubicBezTo>
                  <a:cubicBezTo>
                    <a:pt x="37721" y="7921"/>
                    <a:pt x="32735" y="9223"/>
                    <a:pt x="29573" y="11828"/>
                  </a:cubicBezTo>
                  <a:cubicBezTo>
                    <a:pt x="26410" y="14432"/>
                    <a:pt x="24847" y="17632"/>
                    <a:pt x="24847" y="21464"/>
                  </a:cubicBezTo>
                  <a:cubicBezTo>
                    <a:pt x="24847" y="25185"/>
                    <a:pt x="26373" y="28311"/>
                    <a:pt x="29387" y="30803"/>
                  </a:cubicBezTo>
                  <a:cubicBezTo>
                    <a:pt x="32438" y="33296"/>
                    <a:pt x="37237" y="34524"/>
                    <a:pt x="43786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70" name="Graphic 4">
            <a:extLst>
              <a:ext uri="{FF2B5EF4-FFF2-40B4-BE49-F238E27FC236}">
                <a16:creationId xmlns:a16="http://schemas.microsoft.com/office/drawing/2014/main" id="{2A0114B2-244D-D799-EAF4-848ABC176AF9}"/>
              </a:ext>
            </a:extLst>
          </p:cNvPr>
          <p:cNvGrpSpPr/>
          <p:nvPr/>
        </p:nvGrpSpPr>
        <p:grpSpPr>
          <a:xfrm>
            <a:off x="3302556" y="3210488"/>
            <a:ext cx="68163" cy="161980"/>
            <a:chOff x="2920739" y="3210488"/>
            <a:chExt cx="68163" cy="161980"/>
          </a:xfrm>
          <a:solidFill>
            <a:srgbClr val="000000"/>
          </a:solidFill>
        </p:grpSpPr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69F4C5E3-111A-4F6D-8B50-F5EC642AB29B}"/>
                </a:ext>
              </a:extLst>
            </p:cNvPr>
            <p:cNvSpPr/>
            <p:nvPr/>
          </p:nvSpPr>
          <p:spPr>
            <a:xfrm>
              <a:off x="2938375" y="3332323"/>
              <a:ext cx="50527" cy="40146"/>
            </a:xfrm>
            <a:custGeom>
              <a:avLst/>
              <a:gdLst>
                <a:gd name="csX0" fmla="*/ 50789 w 50527"/>
                <a:gd name="csY0" fmla="*/ 40452 h 40146"/>
                <a:gd name="csX1" fmla="*/ 1378 w 50527"/>
                <a:gd name="csY1" fmla="*/ 40452 h 40146"/>
                <a:gd name="csX2" fmla="*/ 1378 w 50527"/>
                <a:gd name="csY2" fmla="*/ 32936 h 40146"/>
                <a:gd name="csX3" fmla="*/ 8410 w 50527"/>
                <a:gd name="csY3" fmla="*/ 32936 h 40146"/>
                <a:gd name="csX4" fmla="*/ 262 w 50527"/>
                <a:gd name="csY4" fmla="*/ 17198 h 40146"/>
                <a:gd name="csX5" fmla="*/ 1899 w 50527"/>
                <a:gd name="csY5" fmla="*/ 9012 h 40146"/>
                <a:gd name="csX6" fmla="*/ 6103 w 50527"/>
                <a:gd name="csY6" fmla="*/ 3394 h 40146"/>
                <a:gd name="csX7" fmla="*/ 12280 w 50527"/>
                <a:gd name="csY7" fmla="*/ 790 h 40146"/>
                <a:gd name="csX8" fmla="*/ 20428 w 50527"/>
                <a:gd name="csY8" fmla="*/ 306 h 40146"/>
                <a:gd name="csX9" fmla="*/ 50789 w 50527"/>
                <a:gd name="csY9" fmla="*/ 306 h 40146"/>
                <a:gd name="csX10" fmla="*/ 50789 w 50527"/>
                <a:gd name="csY10" fmla="*/ 8715 h 40146"/>
                <a:gd name="csX11" fmla="*/ 20763 w 50527"/>
                <a:gd name="csY11" fmla="*/ 8715 h 40146"/>
                <a:gd name="csX12" fmla="*/ 13098 w 50527"/>
                <a:gd name="csY12" fmla="*/ 9682 h 40146"/>
                <a:gd name="csX13" fmla="*/ 9042 w 50527"/>
                <a:gd name="csY13" fmla="*/ 13142 h 40146"/>
                <a:gd name="csX14" fmla="*/ 7554 w 50527"/>
                <a:gd name="csY14" fmla="*/ 18984 h 40146"/>
                <a:gd name="csX15" fmla="*/ 10940 w 50527"/>
                <a:gd name="csY15" fmla="*/ 28211 h 40146"/>
                <a:gd name="csX16" fmla="*/ 23814 w 50527"/>
                <a:gd name="csY16" fmla="*/ 32081 h 40146"/>
                <a:gd name="csX17" fmla="*/ 50789 w 50527"/>
                <a:gd name="csY17" fmla="*/ 32081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789" y="40452"/>
                  </a:moveTo>
                  <a:lnTo>
                    <a:pt x="1378" y="40452"/>
                  </a:lnTo>
                  <a:lnTo>
                    <a:pt x="1378" y="32936"/>
                  </a:lnTo>
                  <a:lnTo>
                    <a:pt x="8410" y="32936"/>
                  </a:lnTo>
                  <a:cubicBezTo>
                    <a:pt x="2978" y="29290"/>
                    <a:pt x="262" y="24044"/>
                    <a:pt x="262" y="17198"/>
                  </a:cubicBezTo>
                  <a:cubicBezTo>
                    <a:pt x="262" y="14221"/>
                    <a:pt x="820" y="11505"/>
                    <a:pt x="1899" y="9012"/>
                  </a:cubicBezTo>
                  <a:cubicBezTo>
                    <a:pt x="2941" y="6519"/>
                    <a:pt x="4354" y="4622"/>
                    <a:pt x="6103" y="3394"/>
                  </a:cubicBezTo>
                  <a:cubicBezTo>
                    <a:pt x="7815" y="2166"/>
                    <a:pt x="9898" y="1273"/>
                    <a:pt x="12280" y="790"/>
                  </a:cubicBezTo>
                  <a:cubicBezTo>
                    <a:pt x="13842" y="492"/>
                    <a:pt x="16558" y="306"/>
                    <a:pt x="20428" y="306"/>
                  </a:cubicBezTo>
                  <a:lnTo>
                    <a:pt x="50789" y="306"/>
                  </a:lnTo>
                  <a:lnTo>
                    <a:pt x="50789" y="8715"/>
                  </a:lnTo>
                  <a:lnTo>
                    <a:pt x="20763" y="8715"/>
                  </a:lnTo>
                  <a:cubicBezTo>
                    <a:pt x="17340" y="8715"/>
                    <a:pt x="14772" y="9012"/>
                    <a:pt x="13098" y="9682"/>
                  </a:cubicBezTo>
                  <a:cubicBezTo>
                    <a:pt x="11387" y="10315"/>
                    <a:pt x="10047" y="11468"/>
                    <a:pt x="9042" y="13142"/>
                  </a:cubicBezTo>
                  <a:cubicBezTo>
                    <a:pt x="8038" y="14779"/>
                    <a:pt x="7554" y="16751"/>
                    <a:pt x="7554" y="18984"/>
                  </a:cubicBezTo>
                  <a:cubicBezTo>
                    <a:pt x="7554" y="22556"/>
                    <a:pt x="8670" y="25607"/>
                    <a:pt x="10940" y="28211"/>
                  </a:cubicBezTo>
                  <a:cubicBezTo>
                    <a:pt x="13210" y="30778"/>
                    <a:pt x="17488" y="32081"/>
                    <a:pt x="23814" y="32081"/>
                  </a:cubicBezTo>
                  <a:lnTo>
                    <a:pt x="50789" y="3208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1CD5C321-EA97-5232-DBD0-1125A5900A14}"/>
                </a:ext>
              </a:extLst>
            </p:cNvPr>
            <p:cNvSpPr/>
            <p:nvPr/>
          </p:nvSpPr>
          <p:spPr>
            <a:xfrm>
              <a:off x="2920739" y="3264690"/>
              <a:ext cx="68163" cy="53466"/>
            </a:xfrm>
            <a:custGeom>
              <a:avLst/>
              <a:gdLst>
                <a:gd name="csX0" fmla="*/ 68425 w 68163"/>
                <a:gd name="csY0" fmla="*/ 53767 h 53466"/>
                <a:gd name="csX1" fmla="*/ 262 w 68163"/>
                <a:gd name="csY1" fmla="*/ 53767 h 53466"/>
                <a:gd name="csX2" fmla="*/ 262 w 68163"/>
                <a:gd name="csY2" fmla="*/ 44726 h 53466"/>
                <a:gd name="csX3" fmla="*/ 28241 w 68163"/>
                <a:gd name="csY3" fmla="*/ 44726 h 53466"/>
                <a:gd name="csX4" fmla="*/ 28241 w 68163"/>
                <a:gd name="csY4" fmla="*/ 9304 h 53466"/>
                <a:gd name="csX5" fmla="*/ 262 w 68163"/>
                <a:gd name="csY5" fmla="*/ 9304 h 53466"/>
                <a:gd name="csX6" fmla="*/ 262 w 68163"/>
                <a:gd name="csY6" fmla="*/ 300 h 53466"/>
                <a:gd name="csX7" fmla="*/ 68425 w 68163"/>
                <a:gd name="csY7" fmla="*/ 300 h 53466"/>
                <a:gd name="csX8" fmla="*/ 68425 w 68163"/>
                <a:gd name="csY8" fmla="*/ 9304 h 53466"/>
                <a:gd name="csX9" fmla="*/ 36278 w 68163"/>
                <a:gd name="csY9" fmla="*/ 9304 h 53466"/>
                <a:gd name="csX10" fmla="*/ 36278 w 68163"/>
                <a:gd name="csY10" fmla="*/ 44726 h 53466"/>
                <a:gd name="csX11" fmla="*/ 68425 w 68163"/>
                <a:gd name="csY11" fmla="*/ 44726 h 53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8163" h="53466">
                  <a:moveTo>
                    <a:pt x="68425" y="53767"/>
                  </a:moveTo>
                  <a:lnTo>
                    <a:pt x="262" y="53767"/>
                  </a:lnTo>
                  <a:lnTo>
                    <a:pt x="262" y="44726"/>
                  </a:lnTo>
                  <a:lnTo>
                    <a:pt x="28241" y="44726"/>
                  </a:lnTo>
                  <a:lnTo>
                    <a:pt x="28241" y="9304"/>
                  </a:lnTo>
                  <a:lnTo>
                    <a:pt x="262" y="9304"/>
                  </a:lnTo>
                  <a:lnTo>
                    <a:pt x="262" y="300"/>
                  </a:lnTo>
                  <a:lnTo>
                    <a:pt x="68425" y="300"/>
                  </a:lnTo>
                  <a:lnTo>
                    <a:pt x="68425" y="9304"/>
                  </a:lnTo>
                  <a:lnTo>
                    <a:pt x="36278" y="9304"/>
                  </a:lnTo>
                  <a:lnTo>
                    <a:pt x="36278" y="44726"/>
                  </a:lnTo>
                  <a:lnTo>
                    <a:pt x="68425" y="4472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720F1AC8-D3A8-C2E6-F699-F3A4C9968FDF}"/>
                </a:ext>
              </a:extLst>
            </p:cNvPr>
            <p:cNvSpPr/>
            <p:nvPr/>
          </p:nvSpPr>
          <p:spPr>
            <a:xfrm>
              <a:off x="2939491" y="3210488"/>
              <a:ext cx="49410" cy="45280"/>
            </a:xfrm>
            <a:custGeom>
              <a:avLst/>
              <a:gdLst>
                <a:gd name="csX0" fmla="*/ 49673 w 49410"/>
                <a:gd name="csY0" fmla="*/ 26785 h 45280"/>
                <a:gd name="csX1" fmla="*/ 262 w 49410"/>
                <a:gd name="csY1" fmla="*/ 45574 h 45280"/>
                <a:gd name="csX2" fmla="*/ 262 w 49410"/>
                <a:gd name="csY2" fmla="*/ 36756 h 45280"/>
                <a:gd name="csX3" fmla="*/ 29878 w 49410"/>
                <a:gd name="csY3" fmla="*/ 26152 h 45280"/>
                <a:gd name="csX4" fmla="*/ 39813 w 49410"/>
                <a:gd name="csY4" fmla="*/ 22989 h 45280"/>
                <a:gd name="csX5" fmla="*/ 30399 w 49410"/>
                <a:gd name="csY5" fmla="*/ 19864 h 45280"/>
                <a:gd name="csX6" fmla="*/ 262 w 49410"/>
                <a:gd name="csY6" fmla="*/ 8888 h 45280"/>
                <a:gd name="csX7" fmla="*/ 262 w 49410"/>
                <a:gd name="csY7" fmla="*/ 293 h 45280"/>
                <a:gd name="csX8" fmla="*/ 49673 w 49410"/>
                <a:gd name="csY8" fmla="*/ 18971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673" y="26785"/>
                  </a:moveTo>
                  <a:lnTo>
                    <a:pt x="262" y="45574"/>
                  </a:lnTo>
                  <a:lnTo>
                    <a:pt x="262" y="36756"/>
                  </a:lnTo>
                  <a:lnTo>
                    <a:pt x="29878" y="26152"/>
                  </a:lnTo>
                  <a:cubicBezTo>
                    <a:pt x="33041" y="24999"/>
                    <a:pt x="36390" y="23957"/>
                    <a:pt x="39813" y="22989"/>
                  </a:cubicBezTo>
                  <a:cubicBezTo>
                    <a:pt x="37208" y="22245"/>
                    <a:pt x="34083" y="21203"/>
                    <a:pt x="30399" y="19864"/>
                  </a:cubicBezTo>
                  <a:lnTo>
                    <a:pt x="262" y="8888"/>
                  </a:lnTo>
                  <a:lnTo>
                    <a:pt x="262" y="293"/>
                  </a:lnTo>
                  <a:lnTo>
                    <a:pt x="49673" y="189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74" name="Graphic 4">
            <a:extLst>
              <a:ext uri="{FF2B5EF4-FFF2-40B4-BE49-F238E27FC236}">
                <a16:creationId xmlns:a16="http://schemas.microsoft.com/office/drawing/2014/main" id="{198E824D-8D73-13CE-5826-09A5CA559E54}"/>
              </a:ext>
            </a:extLst>
          </p:cNvPr>
          <p:cNvGrpSpPr/>
          <p:nvPr/>
        </p:nvGrpSpPr>
        <p:grpSpPr>
          <a:xfrm>
            <a:off x="3378904" y="3213214"/>
            <a:ext cx="87101" cy="168631"/>
            <a:chOff x="2997087" y="3213214"/>
            <a:chExt cx="87101" cy="168631"/>
          </a:xfrm>
          <a:solidFill>
            <a:srgbClr val="000000"/>
          </a:solidFill>
        </p:grpSpPr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42D0BBA8-7EE0-B345-33EF-372322439DBD}"/>
                </a:ext>
              </a:extLst>
            </p:cNvPr>
            <p:cNvSpPr/>
            <p:nvPr/>
          </p:nvSpPr>
          <p:spPr>
            <a:xfrm>
              <a:off x="2997087" y="3327821"/>
              <a:ext cx="68163" cy="54024"/>
            </a:xfrm>
            <a:custGeom>
              <a:avLst/>
              <a:gdLst>
                <a:gd name="csX0" fmla="*/ 68433 w 68163"/>
                <a:gd name="csY0" fmla="*/ 31858 h 54024"/>
                <a:gd name="csX1" fmla="*/ 8306 w 68163"/>
                <a:gd name="csY1" fmla="*/ 31858 h 54024"/>
                <a:gd name="csX2" fmla="*/ 8306 w 68163"/>
                <a:gd name="csY2" fmla="*/ 54331 h 54024"/>
                <a:gd name="csX3" fmla="*/ 270 w 68163"/>
                <a:gd name="csY3" fmla="*/ 54331 h 54024"/>
                <a:gd name="csX4" fmla="*/ 270 w 68163"/>
                <a:gd name="csY4" fmla="*/ 306 h 54024"/>
                <a:gd name="csX5" fmla="*/ 8306 w 68163"/>
                <a:gd name="csY5" fmla="*/ 306 h 54024"/>
                <a:gd name="csX6" fmla="*/ 8306 w 68163"/>
                <a:gd name="csY6" fmla="*/ 22854 h 54024"/>
                <a:gd name="csX7" fmla="*/ 68433 w 68163"/>
                <a:gd name="csY7" fmla="*/ 22854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433" y="31858"/>
                  </a:moveTo>
                  <a:lnTo>
                    <a:pt x="8306" y="31858"/>
                  </a:lnTo>
                  <a:lnTo>
                    <a:pt x="8306" y="54331"/>
                  </a:lnTo>
                  <a:lnTo>
                    <a:pt x="270" y="54331"/>
                  </a:lnTo>
                  <a:lnTo>
                    <a:pt x="270" y="306"/>
                  </a:lnTo>
                  <a:lnTo>
                    <a:pt x="8306" y="306"/>
                  </a:lnTo>
                  <a:lnTo>
                    <a:pt x="8306" y="22854"/>
                  </a:lnTo>
                  <a:lnTo>
                    <a:pt x="68433" y="2285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395C1EEE-440B-A6C7-4008-CA39C84B2B12}"/>
                </a:ext>
              </a:extLst>
            </p:cNvPr>
            <p:cNvSpPr/>
            <p:nvPr/>
          </p:nvSpPr>
          <p:spPr>
            <a:xfrm>
              <a:off x="2997087" y="3266513"/>
              <a:ext cx="68163" cy="52015"/>
            </a:xfrm>
            <a:custGeom>
              <a:avLst/>
              <a:gdLst>
                <a:gd name="csX0" fmla="*/ 68433 w 68163"/>
                <a:gd name="csY0" fmla="*/ 52316 h 52015"/>
                <a:gd name="csX1" fmla="*/ 270 w 68163"/>
                <a:gd name="csY1" fmla="*/ 52316 h 52015"/>
                <a:gd name="csX2" fmla="*/ 270 w 68163"/>
                <a:gd name="csY2" fmla="*/ 26606 h 52015"/>
                <a:gd name="csX3" fmla="*/ 902 w 68163"/>
                <a:gd name="csY3" fmla="*/ 16225 h 52015"/>
                <a:gd name="csX4" fmla="*/ 4102 w 68163"/>
                <a:gd name="csY4" fmla="*/ 7816 h 52015"/>
                <a:gd name="csX5" fmla="*/ 10688 w 68163"/>
                <a:gd name="csY5" fmla="*/ 2347 h 52015"/>
                <a:gd name="csX6" fmla="*/ 19989 w 68163"/>
                <a:gd name="csY6" fmla="*/ 300 h 52015"/>
                <a:gd name="csX7" fmla="*/ 34686 w 68163"/>
                <a:gd name="csY7" fmla="*/ 5807 h 52015"/>
                <a:gd name="csX8" fmla="*/ 40714 w 68163"/>
                <a:gd name="csY8" fmla="*/ 25824 h 52015"/>
                <a:gd name="csX9" fmla="*/ 40714 w 68163"/>
                <a:gd name="csY9" fmla="*/ 43312 h 52015"/>
                <a:gd name="csX10" fmla="*/ 68433 w 68163"/>
                <a:gd name="csY10" fmla="*/ 43312 h 52015"/>
                <a:gd name="csX11" fmla="*/ 68433 w 68163"/>
                <a:gd name="csY11" fmla="*/ 52316 h 52015"/>
                <a:gd name="csX12" fmla="*/ 32677 w 68163"/>
                <a:gd name="csY12" fmla="*/ 43312 h 52015"/>
                <a:gd name="csX13" fmla="*/ 32677 w 68163"/>
                <a:gd name="csY13" fmla="*/ 25676 h 52015"/>
                <a:gd name="csX14" fmla="*/ 29403 w 68163"/>
                <a:gd name="csY14" fmla="*/ 13248 h 52015"/>
                <a:gd name="csX15" fmla="*/ 20250 w 68163"/>
                <a:gd name="csY15" fmla="*/ 9602 h 52015"/>
                <a:gd name="csX16" fmla="*/ 12920 w 68163"/>
                <a:gd name="csY16" fmla="*/ 11760 h 52015"/>
                <a:gd name="csX17" fmla="*/ 8902 w 68163"/>
                <a:gd name="csY17" fmla="*/ 17453 h 52015"/>
                <a:gd name="csX18" fmla="*/ 8306 w 68163"/>
                <a:gd name="csY18" fmla="*/ 25862 h 52015"/>
                <a:gd name="csX19" fmla="*/ 8306 w 68163"/>
                <a:gd name="csY19" fmla="*/ 43312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433" y="52316"/>
                  </a:moveTo>
                  <a:lnTo>
                    <a:pt x="270" y="52316"/>
                  </a:lnTo>
                  <a:lnTo>
                    <a:pt x="270" y="26606"/>
                  </a:lnTo>
                  <a:cubicBezTo>
                    <a:pt x="270" y="22104"/>
                    <a:pt x="456" y="18643"/>
                    <a:pt x="902" y="16225"/>
                  </a:cubicBezTo>
                  <a:cubicBezTo>
                    <a:pt x="1460" y="12876"/>
                    <a:pt x="2539" y="10086"/>
                    <a:pt x="4102" y="7816"/>
                  </a:cubicBezTo>
                  <a:cubicBezTo>
                    <a:pt x="5665" y="5547"/>
                    <a:pt x="7860" y="3723"/>
                    <a:pt x="10688" y="2347"/>
                  </a:cubicBezTo>
                  <a:cubicBezTo>
                    <a:pt x="13478" y="970"/>
                    <a:pt x="16604" y="300"/>
                    <a:pt x="19989" y="300"/>
                  </a:cubicBezTo>
                  <a:cubicBezTo>
                    <a:pt x="25756" y="300"/>
                    <a:pt x="30668" y="2123"/>
                    <a:pt x="34686" y="5807"/>
                  </a:cubicBezTo>
                  <a:cubicBezTo>
                    <a:pt x="38705" y="9528"/>
                    <a:pt x="40714" y="16188"/>
                    <a:pt x="40714" y="25824"/>
                  </a:cubicBezTo>
                  <a:lnTo>
                    <a:pt x="40714" y="43312"/>
                  </a:lnTo>
                  <a:lnTo>
                    <a:pt x="68433" y="43312"/>
                  </a:lnTo>
                  <a:lnTo>
                    <a:pt x="68433" y="52316"/>
                  </a:lnTo>
                  <a:moveTo>
                    <a:pt x="32677" y="43312"/>
                  </a:moveTo>
                  <a:lnTo>
                    <a:pt x="32677" y="25676"/>
                  </a:lnTo>
                  <a:cubicBezTo>
                    <a:pt x="32677" y="19871"/>
                    <a:pt x="31598" y="15704"/>
                    <a:pt x="29403" y="13248"/>
                  </a:cubicBezTo>
                  <a:cubicBezTo>
                    <a:pt x="27245" y="10830"/>
                    <a:pt x="24194" y="9602"/>
                    <a:pt x="20250" y="9602"/>
                  </a:cubicBezTo>
                  <a:cubicBezTo>
                    <a:pt x="17385" y="9602"/>
                    <a:pt x="14966" y="10309"/>
                    <a:pt x="12920" y="11760"/>
                  </a:cubicBezTo>
                  <a:cubicBezTo>
                    <a:pt x="10911" y="13211"/>
                    <a:pt x="9571" y="15109"/>
                    <a:pt x="8902" y="17453"/>
                  </a:cubicBezTo>
                  <a:cubicBezTo>
                    <a:pt x="8492" y="18978"/>
                    <a:pt x="8306" y="21769"/>
                    <a:pt x="8306" y="25862"/>
                  </a:cubicBezTo>
                  <a:lnTo>
                    <a:pt x="8306" y="433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ABA3FD84-EE54-270D-33EE-F0C7CE89D21C}"/>
                </a:ext>
              </a:extLst>
            </p:cNvPr>
            <p:cNvSpPr/>
            <p:nvPr/>
          </p:nvSpPr>
          <p:spPr>
            <a:xfrm>
              <a:off x="3014724" y="3213214"/>
              <a:ext cx="69465" cy="42862"/>
            </a:xfrm>
            <a:custGeom>
              <a:avLst/>
              <a:gdLst>
                <a:gd name="csX0" fmla="*/ 69735 w 69465"/>
                <a:gd name="csY0" fmla="*/ 43156 h 42862"/>
                <a:gd name="csX1" fmla="*/ 1386 w 69465"/>
                <a:gd name="csY1" fmla="*/ 43156 h 42862"/>
                <a:gd name="csX2" fmla="*/ 1386 w 69465"/>
                <a:gd name="csY2" fmla="*/ 35529 h 42862"/>
                <a:gd name="csX3" fmla="*/ 7823 w 69465"/>
                <a:gd name="csY3" fmla="*/ 35529 h 42862"/>
                <a:gd name="csX4" fmla="*/ 2167 w 69465"/>
                <a:gd name="csY4" fmla="*/ 29427 h 42862"/>
                <a:gd name="csX5" fmla="*/ 270 w 69465"/>
                <a:gd name="csY5" fmla="*/ 21204 h 42862"/>
                <a:gd name="csX6" fmla="*/ 3544 w 69465"/>
                <a:gd name="csY6" fmla="*/ 10042 h 42862"/>
                <a:gd name="csX7" fmla="*/ 12734 w 69465"/>
                <a:gd name="csY7" fmla="*/ 2749 h 42862"/>
                <a:gd name="csX8" fmla="*/ 25719 w 69465"/>
                <a:gd name="csY8" fmla="*/ 294 h 42862"/>
                <a:gd name="csX9" fmla="*/ 39374 w 69465"/>
                <a:gd name="csY9" fmla="*/ 3010 h 42862"/>
                <a:gd name="csX10" fmla="*/ 48676 w 69465"/>
                <a:gd name="csY10" fmla="*/ 10898 h 42862"/>
                <a:gd name="csX11" fmla="*/ 51913 w 69465"/>
                <a:gd name="csY11" fmla="*/ 21837 h 42862"/>
                <a:gd name="csX12" fmla="*/ 50164 w 69465"/>
                <a:gd name="csY12" fmla="*/ 29315 h 42862"/>
                <a:gd name="csX13" fmla="*/ 45699 w 69465"/>
                <a:gd name="csY13" fmla="*/ 34785 h 42862"/>
                <a:gd name="csX14" fmla="*/ 69735 w 69465"/>
                <a:gd name="csY14" fmla="*/ 34785 h 42862"/>
                <a:gd name="csX15" fmla="*/ 69735 w 69465"/>
                <a:gd name="csY15" fmla="*/ 43156 h 42862"/>
                <a:gd name="csX16" fmla="*/ 26389 w 69465"/>
                <a:gd name="csY16" fmla="*/ 35566 h 42862"/>
                <a:gd name="csX17" fmla="*/ 40490 w 69465"/>
                <a:gd name="csY17" fmla="*/ 31734 h 42862"/>
                <a:gd name="csX18" fmla="*/ 45030 w 69465"/>
                <a:gd name="csY18" fmla="*/ 22357 h 42862"/>
                <a:gd name="csX19" fmla="*/ 40304 w 69465"/>
                <a:gd name="csY19" fmla="*/ 12832 h 42862"/>
                <a:gd name="csX20" fmla="*/ 25682 w 69465"/>
                <a:gd name="csY20" fmla="*/ 8851 h 42862"/>
                <a:gd name="csX21" fmla="*/ 11543 w 69465"/>
                <a:gd name="csY21" fmla="*/ 12721 h 42862"/>
                <a:gd name="csX22" fmla="*/ 6855 w 69465"/>
                <a:gd name="csY22" fmla="*/ 21985 h 42862"/>
                <a:gd name="csX23" fmla="*/ 11841 w 69465"/>
                <a:gd name="csY23" fmla="*/ 31473 h 42862"/>
                <a:gd name="csX24" fmla="*/ 26389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735" y="43156"/>
                  </a:moveTo>
                  <a:lnTo>
                    <a:pt x="1386" y="43156"/>
                  </a:lnTo>
                  <a:lnTo>
                    <a:pt x="1386" y="35529"/>
                  </a:lnTo>
                  <a:lnTo>
                    <a:pt x="7823" y="35529"/>
                  </a:lnTo>
                  <a:cubicBezTo>
                    <a:pt x="5330" y="33743"/>
                    <a:pt x="3432" y="31696"/>
                    <a:pt x="2167" y="29427"/>
                  </a:cubicBezTo>
                  <a:cubicBezTo>
                    <a:pt x="902" y="27194"/>
                    <a:pt x="270" y="24441"/>
                    <a:pt x="270" y="21204"/>
                  </a:cubicBezTo>
                  <a:cubicBezTo>
                    <a:pt x="270" y="17000"/>
                    <a:pt x="1386" y="13279"/>
                    <a:pt x="3544" y="10042"/>
                  </a:cubicBezTo>
                  <a:cubicBezTo>
                    <a:pt x="5702" y="6842"/>
                    <a:pt x="8790" y="4386"/>
                    <a:pt x="12734" y="2749"/>
                  </a:cubicBezTo>
                  <a:cubicBezTo>
                    <a:pt x="16678" y="1112"/>
                    <a:pt x="21031" y="294"/>
                    <a:pt x="25719" y="294"/>
                  </a:cubicBezTo>
                  <a:cubicBezTo>
                    <a:pt x="30779" y="294"/>
                    <a:pt x="35319" y="1187"/>
                    <a:pt x="39374" y="3010"/>
                  </a:cubicBezTo>
                  <a:cubicBezTo>
                    <a:pt x="43430" y="4833"/>
                    <a:pt x="46518" y="7437"/>
                    <a:pt x="48676" y="10898"/>
                  </a:cubicBezTo>
                  <a:cubicBezTo>
                    <a:pt x="50834" y="14358"/>
                    <a:pt x="51913" y="18004"/>
                    <a:pt x="51913" y="21837"/>
                  </a:cubicBezTo>
                  <a:cubicBezTo>
                    <a:pt x="51913" y="24590"/>
                    <a:pt x="51318" y="27120"/>
                    <a:pt x="50164" y="29315"/>
                  </a:cubicBezTo>
                  <a:cubicBezTo>
                    <a:pt x="48974" y="31548"/>
                    <a:pt x="47485" y="33371"/>
                    <a:pt x="45699" y="34785"/>
                  </a:cubicBezTo>
                  <a:lnTo>
                    <a:pt x="69735" y="34785"/>
                  </a:lnTo>
                  <a:lnTo>
                    <a:pt x="69735" y="43156"/>
                  </a:lnTo>
                  <a:moveTo>
                    <a:pt x="26389" y="35566"/>
                  </a:moveTo>
                  <a:cubicBezTo>
                    <a:pt x="32751" y="35566"/>
                    <a:pt x="37439" y="34301"/>
                    <a:pt x="40490" y="31734"/>
                  </a:cubicBezTo>
                  <a:cubicBezTo>
                    <a:pt x="43504" y="29166"/>
                    <a:pt x="45030" y="26041"/>
                    <a:pt x="45030" y="22357"/>
                  </a:cubicBezTo>
                  <a:cubicBezTo>
                    <a:pt x="45030" y="18637"/>
                    <a:pt x="43467" y="15474"/>
                    <a:pt x="40304" y="12832"/>
                  </a:cubicBezTo>
                  <a:cubicBezTo>
                    <a:pt x="37179" y="10154"/>
                    <a:pt x="32305" y="8851"/>
                    <a:pt x="25682" y="8851"/>
                  </a:cubicBezTo>
                  <a:cubicBezTo>
                    <a:pt x="19394" y="8851"/>
                    <a:pt x="14669" y="10154"/>
                    <a:pt x="11543" y="12721"/>
                  </a:cubicBezTo>
                  <a:cubicBezTo>
                    <a:pt x="8418" y="15325"/>
                    <a:pt x="6855" y="18413"/>
                    <a:pt x="6855" y="21985"/>
                  </a:cubicBezTo>
                  <a:cubicBezTo>
                    <a:pt x="6855" y="25557"/>
                    <a:pt x="8530" y="28720"/>
                    <a:pt x="11841" y="31473"/>
                  </a:cubicBezTo>
                  <a:cubicBezTo>
                    <a:pt x="15190" y="34226"/>
                    <a:pt x="20027" y="35566"/>
                    <a:pt x="26389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78" name="Graphic 4">
            <a:extLst>
              <a:ext uri="{FF2B5EF4-FFF2-40B4-BE49-F238E27FC236}">
                <a16:creationId xmlns:a16="http://schemas.microsoft.com/office/drawing/2014/main" id="{D1887ED1-EECB-6E6C-57BF-FE0F384DB0C3}"/>
              </a:ext>
            </a:extLst>
          </p:cNvPr>
          <p:cNvGrpSpPr/>
          <p:nvPr/>
        </p:nvGrpSpPr>
        <p:grpSpPr>
          <a:xfrm>
            <a:off x="3454956" y="3214405"/>
            <a:ext cx="69577" cy="188723"/>
            <a:chOff x="3073139" y="3214405"/>
            <a:chExt cx="69577" cy="188723"/>
          </a:xfrm>
          <a:solidFill>
            <a:srgbClr val="000000"/>
          </a:solidFill>
        </p:grpSpPr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A34C0BAA-92A0-3FF9-BFB0-7A7F3CC05BBF}"/>
                </a:ext>
              </a:extLst>
            </p:cNvPr>
            <p:cNvSpPr/>
            <p:nvPr/>
          </p:nvSpPr>
          <p:spPr>
            <a:xfrm>
              <a:off x="3073436" y="3346796"/>
              <a:ext cx="68163" cy="56331"/>
            </a:xfrm>
            <a:custGeom>
              <a:avLst/>
              <a:gdLst>
                <a:gd name="csX0" fmla="*/ 68441 w 68163"/>
                <a:gd name="csY0" fmla="*/ 56641 h 56331"/>
                <a:gd name="csX1" fmla="*/ 278 w 68163"/>
                <a:gd name="csY1" fmla="*/ 56641 h 56331"/>
                <a:gd name="csX2" fmla="*/ 278 w 68163"/>
                <a:gd name="csY2" fmla="*/ 33163 h 56331"/>
                <a:gd name="csX3" fmla="*/ 1245 w 68163"/>
                <a:gd name="csY3" fmla="*/ 21034 h 56331"/>
                <a:gd name="csX4" fmla="*/ 6119 w 68163"/>
                <a:gd name="csY4" fmla="*/ 11025 h 56331"/>
                <a:gd name="csX5" fmla="*/ 17765 w 68163"/>
                <a:gd name="csY5" fmla="*/ 2951 h 56331"/>
                <a:gd name="csX6" fmla="*/ 33987 w 68163"/>
                <a:gd name="csY6" fmla="*/ 309 h 56331"/>
                <a:gd name="csX7" fmla="*/ 47754 w 68163"/>
                <a:gd name="csY7" fmla="*/ 2095 h 56331"/>
                <a:gd name="csX8" fmla="*/ 57688 w 68163"/>
                <a:gd name="csY8" fmla="*/ 6746 h 56331"/>
                <a:gd name="csX9" fmla="*/ 63864 w 68163"/>
                <a:gd name="csY9" fmla="*/ 12960 h 56331"/>
                <a:gd name="csX10" fmla="*/ 67288 w 68163"/>
                <a:gd name="csY10" fmla="*/ 21108 h 56331"/>
                <a:gd name="csX11" fmla="*/ 68441 w 68163"/>
                <a:gd name="csY11" fmla="*/ 32047 h 56331"/>
                <a:gd name="csX12" fmla="*/ 68441 w 68163"/>
                <a:gd name="csY12" fmla="*/ 56641 h 56331"/>
                <a:gd name="csX13" fmla="*/ 60404 w 68163"/>
                <a:gd name="csY13" fmla="*/ 47637 h 56331"/>
                <a:gd name="csX14" fmla="*/ 60404 w 68163"/>
                <a:gd name="csY14" fmla="*/ 33089 h 56331"/>
                <a:gd name="csX15" fmla="*/ 59139 w 68163"/>
                <a:gd name="csY15" fmla="*/ 22485 h 56331"/>
                <a:gd name="csX16" fmla="*/ 55605 w 68163"/>
                <a:gd name="csY16" fmla="*/ 16383 h 56331"/>
                <a:gd name="csX17" fmla="*/ 46972 w 68163"/>
                <a:gd name="csY17" fmla="*/ 11397 h 56331"/>
                <a:gd name="csX18" fmla="*/ 33838 w 68163"/>
                <a:gd name="csY18" fmla="*/ 9611 h 56331"/>
                <a:gd name="csX19" fmla="*/ 17393 w 68163"/>
                <a:gd name="csY19" fmla="*/ 13108 h 56331"/>
                <a:gd name="csX20" fmla="*/ 9691 w 68163"/>
                <a:gd name="csY20" fmla="*/ 21629 h 56331"/>
                <a:gd name="csX21" fmla="*/ 8314 w 68163"/>
                <a:gd name="csY21" fmla="*/ 33312 h 56331"/>
                <a:gd name="csX22" fmla="*/ 8314 w 68163"/>
                <a:gd name="csY22" fmla="*/ 47637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41" y="56641"/>
                  </a:moveTo>
                  <a:lnTo>
                    <a:pt x="278" y="56641"/>
                  </a:lnTo>
                  <a:lnTo>
                    <a:pt x="278" y="33163"/>
                  </a:lnTo>
                  <a:cubicBezTo>
                    <a:pt x="278" y="27880"/>
                    <a:pt x="575" y="23824"/>
                    <a:pt x="1245" y="21034"/>
                  </a:cubicBezTo>
                  <a:cubicBezTo>
                    <a:pt x="2138" y="17127"/>
                    <a:pt x="3775" y="13778"/>
                    <a:pt x="6119" y="11025"/>
                  </a:cubicBezTo>
                  <a:cubicBezTo>
                    <a:pt x="9170" y="7453"/>
                    <a:pt x="13040" y="4737"/>
                    <a:pt x="17765" y="2951"/>
                  </a:cubicBezTo>
                  <a:cubicBezTo>
                    <a:pt x="22490" y="1165"/>
                    <a:pt x="27885" y="309"/>
                    <a:pt x="33987" y="309"/>
                  </a:cubicBezTo>
                  <a:cubicBezTo>
                    <a:pt x="39159" y="309"/>
                    <a:pt x="43735" y="905"/>
                    <a:pt x="47754" y="2095"/>
                  </a:cubicBezTo>
                  <a:cubicBezTo>
                    <a:pt x="51735" y="3323"/>
                    <a:pt x="55046" y="4848"/>
                    <a:pt x="57688" y="6746"/>
                  </a:cubicBezTo>
                  <a:cubicBezTo>
                    <a:pt x="60293" y="8644"/>
                    <a:pt x="62339" y="10727"/>
                    <a:pt x="63864" y="12960"/>
                  </a:cubicBezTo>
                  <a:cubicBezTo>
                    <a:pt x="65353" y="15229"/>
                    <a:pt x="66506" y="17908"/>
                    <a:pt x="67288" y="21108"/>
                  </a:cubicBezTo>
                  <a:cubicBezTo>
                    <a:pt x="68069" y="24271"/>
                    <a:pt x="68441" y="27917"/>
                    <a:pt x="68441" y="32047"/>
                  </a:cubicBezTo>
                  <a:lnTo>
                    <a:pt x="68441" y="56641"/>
                  </a:lnTo>
                  <a:moveTo>
                    <a:pt x="60404" y="47637"/>
                  </a:moveTo>
                  <a:lnTo>
                    <a:pt x="60404" y="33089"/>
                  </a:lnTo>
                  <a:cubicBezTo>
                    <a:pt x="60404" y="28587"/>
                    <a:pt x="59995" y="25052"/>
                    <a:pt x="59139" y="22485"/>
                  </a:cubicBezTo>
                  <a:cubicBezTo>
                    <a:pt x="58321" y="19955"/>
                    <a:pt x="57130" y="17908"/>
                    <a:pt x="55605" y="16383"/>
                  </a:cubicBezTo>
                  <a:cubicBezTo>
                    <a:pt x="53484" y="14225"/>
                    <a:pt x="50582" y="12588"/>
                    <a:pt x="46972" y="11397"/>
                  </a:cubicBezTo>
                  <a:cubicBezTo>
                    <a:pt x="43363" y="10206"/>
                    <a:pt x="38973" y="9611"/>
                    <a:pt x="33838" y="9611"/>
                  </a:cubicBezTo>
                  <a:cubicBezTo>
                    <a:pt x="26695" y="9611"/>
                    <a:pt x="21225" y="10764"/>
                    <a:pt x="17393" y="13108"/>
                  </a:cubicBezTo>
                  <a:cubicBezTo>
                    <a:pt x="13561" y="15452"/>
                    <a:pt x="10993" y="18280"/>
                    <a:pt x="9691" y="21629"/>
                  </a:cubicBezTo>
                  <a:cubicBezTo>
                    <a:pt x="8761" y="24047"/>
                    <a:pt x="8314" y="27954"/>
                    <a:pt x="8314" y="33312"/>
                  </a:cubicBezTo>
                  <a:lnTo>
                    <a:pt x="8314" y="4763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0C39C00E-A2F6-F7FF-9E94-AE7C39BD62D5}"/>
                </a:ext>
              </a:extLst>
            </p:cNvPr>
            <p:cNvSpPr/>
            <p:nvPr/>
          </p:nvSpPr>
          <p:spPr>
            <a:xfrm>
              <a:off x="3091072" y="3294976"/>
              <a:ext cx="51643" cy="43011"/>
            </a:xfrm>
            <a:custGeom>
              <a:avLst/>
              <a:gdLst>
                <a:gd name="csX0" fmla="*/ 32722 w 51643"/>
                <a:gd name="csY0" fmla="*/ 8525 h 43011"/>
                <a:gd name="csX1" fmla="*/ 33801 w 51643"/>
                <a:gd name="csY1" fmla="*/ 302 h 43011"/>
                <a:gd name="csX2" fmla="*/ 47121 w 51643"/>
                <a:gd name="csY2" fmla="*/ 7185 h 43011"/>
                <a:gd name="csX3" fmla="*/ 51921 w 51643"/>
                <a:gd name="csY3" fmla="*/ 20840 h 43011"/>
                <a:gd name="csX4" fmla="*/ 45298 w 51643"/>
                <a:gd name="csY4" fmla="*/ 37137 h 43011"/>
                <a:gd name="csX5" fmla="*/ 26285 w 51643"/>
                <a:gd name="csY5" fmla="*/ 43313 h 43011"/>
                <a:gd name="csX6" fmla="*/ 12296 w 51643"/>
                <a:gd name="csY6" fmla="*/ 40672 h 43011"/>
                <a:gd name="csX7" fmla="*/ 3291 w 51643"/>
                <a:gd name="csY7" fmla="*/ 32598 h 43011"/>
                <a:gd name="csX8" fmla="*/ 278 w 51643"/>
                <a:gd name="csY8" fmla="*/ 20803 h 43011"/>
                <a:gd name="csX9" fmla="*/ 4370 w 51643"/>
                <a:gd name="csY9" fmla="*/ 7632 h 43011"/>
                <a:gd name="csX10" fmla="*/ 15942 w 51643"/>
                <a:gd name="csY10" fmla="*/ 1083 h 43011"/>
                <a:gd name="csX11" fmla="*/ 17170 w 51643"/>
                <a:gd name="csY11" fmla="*/ 9232 h 43011"/>
                <a:gd name="csX12" fmla="*/ 9691 w 51643"/>
                <a:gd name="csY12" fmla="*/ 13324 h 43011"/>
                <a:gd name="csX13" fmla="*/ 7198 w 51643"/>
                <a:gd name="csY13" fmla="*/ 20468 h 43011"/>
                <a:gd name="csX14" fmla="*/ 11700 w 51643"/>
                <a:gd name="csY14" fmla="*/ 30737 h 43011"/>
                <a:gd name="csX15" fmla="*/ 26062 w 51643"/>
                <a:gd name="csY15" fmla="*/ 34718 h 43011"/>
                <a:gd name="csX16" fmla="*/ 40536 w 51643"/>
                <a:gd name="csY16" fmla="*/ 30886 h 43011"/>
                <a:gd name="csX17" fmla="*/ 45038 w 51643"/>
                <a:gd name="csY17" fmla="*/ 20952 h 43011"/>
                <a:gd name="csX18" fmla="*/ 42024 w 51643"/>
                <a:gd name="csY18" fmla="*/ 12729 h 43011"/>
                <a:gd name="csX19" fmla="*/ 32722 w 51643"/>
                <a:gd name="csY19" fmla="*/ 8525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722" y="8525"/>
                  </a:moveTo>
                  <a:lnTo>
                    <a:pt x="33801" y="302"/>
                  </a:lnTo>
                  <a:cubicBezTo>
                    <a:pt x="39457" y="1195"/>
                    <a:pt x="43884" y="3502"/>
                    <a:pt x="47121" y="7185"/>
                  </a:cubicBezTo>
                  <a:cubicBezTo>
                    <a:pt x="50321" y="10906"/>
                    <a:pt x="51921" y="15445"/>
                    <a:pt x="51921" y="20840"/>
                  </a:cubicBezTo>
                  <a:cubicBezTo>
                    <a:pt x="51921" y="27612"/>
                    <a:pt x="49726" y="33044"/>
                    <a:pt x="45298" y="37137"/>
                  </a:cubicBezTo>
                  <a:cubicBezTo>
                    <a:pt x="40871" y="41267"/>
                    <a:pt x="34545" y="43313"/>
                    <a:pt x="26285" y="43313"/>
                  </a:cubicBezTo>
                  <a:cubicBezTo>
                    <a:pt x="20965" y="43313"/>
                    <a:pt x="16277" y="42420"/>
                    <a:pt x="12296" y="40672"/>
                  </a:cubicBezTo>
                  <a:cubicBezTo>
                    <a:pt x="8314" y="38886"/>
                    <a:pt x="5301" y="36207"/>
                    <a:pt x="3291" y="32598"/>
                  </a:cubicBezTo>
                  <a:cubicBezTo>
                    <a:pt x="1282" y="28989"/>
                    <a:pt x="278" y="25045"/>
                    <a:pt x="278" y="20803"/>
                  </a:cubicBezTo>
                  <a:cubicBezTo>
                    <a:pt x="278" y="15445"/>
                    <a:pt x="1654" y="11055"/>
                    <a:pt x="4370" y="7632"/>
                  </a:cubicBezTo>
                  <a:cubicBezTo>
                    <a:pt x="7087" y="4246"/>
                    <a:pt x="10919" y="2051"/>
                    <a:pt x="15942" y="1083"/>
                  </a:cubicBezTo>
                  <a:lnTo>
                    <a:pt x="17170" y="9232"/>
                  </a:lnTo>
                  <a:cubicBezTo>
                    <a:pt x="13858" y="10013"/>
                    <a:pt x="11365" y="11352"/>
                    <a:pt x="9691" y="13324"/>
                  </a:cubicBezTo>
                  <a:cubicBezTo>
                    <a:pt x="8017" y="15296"/>
                    <a:pt x="7198" y="17678"/>
                    <a:pt x="7198" y="20468"/>
                  </a:cubicBezTo>
                  <a:cubicBezTo>
                    <a:pt x="7198" y="24710"/>
                    <a:pt x="8686" y="28133"/>
                    <a:pt x="11700" y="30737"/>
                  </a:cubicBezTo>
                  <a:cubicBezTo>
                    <a:pt x="14751" y="33379"/>
                    <a:pt x="19514" y="34718"/>
                    <a:pt x="26062" y="34718"/>
                  </a:cubicBezTo>
                  <a:cubicBezTo>
                    <a:pt x="32685" y="34718"/>
                    <a:pt x="37522" y="33453"/>
                    <a:pt x="40536" y="30886"/>
                  </a:cubicBezTo>
                  <a:cubicBezTo>
                    <a:pt x="43549" y="28356"/>
                    <a:pt x="45038" y="25045"/>
                    <a:pt x="45038" y="20952"/>
                  </a:cubicBezTo>
                  <a:cubicBezTo>
                    <a:pt x="45038" y="17640"/>
                    <a:pt x="44033" y="14924"/>
                    <a:pt x="42024" y="12729"/>
                  </a:cubicBezTo>
                  <a:cubicBezTo>
                    <a:pt x="40015" y="10497"/>
                    <a:pt x="36889" y="9120"/>
                    <a:pt x="32722" y="852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BEFB1F4A-78E7-7D34-FEDA-63B840057141}"/>
                </a:ext>
              </a:extLst>
            </p:cNvPr>
            <p:cNvSpPr/>
            <p:nvPr/>
          </p:nvSpPr>
          <p:spPr>
            <a:xfrm>
              <a:off x="3112727" y="3265360"/>
              <a:ext cx="8408" cy="25710"/>
            </a:xfrm>
            <a:custGeom>
              <a:avLst/>
              <a:gdLst>
                <a:gd name="csX0" fmla="*/ 8686 w 8408"/>
                <a:gd name="csY0" fmla="*/ 26007 h 25710"/>
                <a:gd name="csX1" fmla="*/ 278 w 8408"/>
                <a:gd name="csY1" fmla="*/ 26007 h 25710"/>
                <a:gd name="csX2" fmla="*/ 278 w 8408"/>
                <a:gd name="csY2" fmla="*/ 297 h 25710"/>
                <a:gd name="csX3" fmla="*/ 8686 w 8408"/>
                <a:gd name="csY3" fmla="*/ 297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686" y="26007"/>
                  </a:moveTo>
                  <a:lnTo>
                    <a:pt x="278" y="26007"/>
                  </a:lnTo>
                  <a:lnTo>
                    <a:pt x="278" y="297"/>
                  </a:lnTo>
                  <a:lnTo>
                    <a:pt x="8686" y="29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319ED61B-9BD9-E9BB-B7EE-D17F745F8A1C}"/>
                </a:ext>
              </a:extLst>
            </p:cNvPr>
            <p:cNvSpPr/>
            <p:nvPr/>
          </p:nvSpPr>
          <p:spPr>
            <a:xfrm>
              <a:off x="3073139" y="3214405"/>
              <a:ext cx="68460" cy="45067"/>
            </a:xfrm>
            <a:custGeom>
              <a:avLst/>
              <a:gdLst>
                <a:gd name="csX0" fmla="*/ 60702 w 68460"/>
                <a:gd name="csY0" fmla="*/ 294 h 45067"/>
                <a:gd name="csX1" fmla="*/ 68739 w 68460"/>
                <a:gd name="csY1" fmla="*/ 294 h 45067"/>
                <a:gd name="csX2" fmla="*/ 68739 w 68460"/>
                <a:gd name="csY2" fmla="*/ 45351 h 45067"/>
                <a:gd name="csX3" fmla="*/ 62934 w 68460"/>
                <a:gd name="csY3" fmla="*/ 44384 h 45067"/>
                <a:gd name="csX4" fmla="*/ 53856 w 68460"/>
                <a:gd name="csY4" fmla="*/ 38877 h 45067"/>
                <a:gd name="csX5" fmla="*/ 43512 w 68460"/>
                <a:gd name="csY5" fmla="*/ 27938 h 45067"/>
                <a:gd name="csX6" fmla="*/ 29076 w 68460"/>
                <a:gd name="csY6" fmla="*/ 12907 h 45067"/>
                <a:gd name="csX7" fmla="*/ 19030 w 68460"/>
                <a:gd name="csY7" fmla="*/ 9000 h 45067"/>
                <a:gd name="csX8" fmla="*/ 10621 w 68460"/>
                <a:gd name="csY8" fmla="*/ 12572 h 45067"/>
                <a:gd name="csX9" fmla="*/ 7198 w 68460"/>
                <a:gd name="csY9" fmla="*/ 21837 h 45067"/>
                <a:gd name="csX10" fmla="*/ 10844 w 68460"/>
                <a:gd name="csY10" fmla="*/ 31510 h 45067"/>
                <a:gd name="csX11" fmla="*/ 20890 w 68460"/>
                <a:gd name="csY11" fmla="*/ 35194 h 45067"/>
                <a:gd name="csX12" fmla="*/ 19997 w 68460"/>
                <a:gd name="csY12" fmla="*/ 43789 h 45067"/>
                <a:gd name="csX13" fmla="*/ 5338 w 68460"/>
                <a:gd name="csY13" fmla="*/ 37129 h 45067"/>
                <a:gd name="csX14" fmla="*/ 278 w 68460"/>
                <a:gd name="csY14" fmla="*/ 21650 h 45067"/>
                <a:gd name="csX15" fmla="*/ 5710 w 68460"/>
                <a:gd name="csY15" fmla="*/ 6135 h 45067"/>
                <a:gd name="csX16" fmla="*/ 19216 w 68460"/>
                <a:gd name="csY16" fmla="*/ 405 h 45067"/>
                <a:gd name="csX17" fmla="*/ 27253 w 68460"/>
                <a:gd name="csY17" fmla="*/ 2080 h 45067"/>
                <a:gd name="csX18" fmla="*/ 35587 w 68460"/>
                <a:gd name="csY18" fmla="*/ 7623 h 45067"/>
                <a:gd name="csX19" fmla="*/ 47568 w 68460"/>
                <a:gd name="csY19" fmla="*/ 20534 h 45067"/>
                <a:gd name="csX20" fmla="*/ 56163 w 68460"/>
                <a:gd name="csY20" fmla="*/ 30208 h 45067"/>
                <a:gd name="csX21" fmla="*/ 60702 w 68460"/>
                <a:gd name="csY21" fmla="*/ 33743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702" y="294"/>
                  </a:moveTo>
                  <a:lnTo>
                    <a:pt x="68739" y="294"/>
                  </a:lnTo>
                  <a:lnTo>
                    <a:pt x="68739" y="45351"/>
                  </a:lnTo>
                  <a:cubicBezTo>
                    <a:pt x="66729" y="45426"/>
                    <a:pt x="64795" y="45091"/>
                    <a:pt x="62934" y="44384"/>
                  </a:cubicBezTo>
                  <a:cubicBezTo>
                    <a:pt x="59846" y="43231"/>
                    <a:pt x="56832" y="41407"/>
                    <a:pt x="53856" y="38877"/>
                  </a:cubicBezTo>
                  <a:cubicBezTo>
                    <a:pt x="50879" y="36347"/>
                    <a:pt x="47456" y="32701"/>
                    <a:pt x="43512" y="27938"/>
                  </a:cubicBezTo>
                  <a:cubicBezTo>
                    <a:pt x="37447" y="20534"/>
                    <a:pt x="32648" y="15511"/>
                    <a:pt x="29076" y="12907"/>
                  </a:cubicBezTo>
                  <a:cubicBezTo>
                    <a:pt x="25541" y="10302"/>
                    <a:pt x="22193" y="9000"/>
                    <a:pt x="19030" y="9000"/>
                  </a:cubicBezTo>
                  <a:cubicBezTo>
                    <a:pt x="15719" y="9000"/>
                    <a:pt x="12891" y="10191"/>
                    <a:pt x="10621" y="12572"/>
                  </a:cubicBezTo>
                  <a:cubicBezTo>
                    <a:pt x="8352" y="14916"/>
                    <a:pt x="7198" y="18004"/>
                    <a:pt x="7198" y="21837"/>
                  </a:cubicBezTo>
                  <a:cubicBezTo>
                    <a:pt x="7198" y="25855"/>
                    <a:pt x="8426" y="29092"/>
                    <a:pt x="10844" y="31510"/>
                  </a:cubicBezTo>
                  <a:cubicBezTo>
                    <a:pt x="13263" y="33929"/>
                    <a:pt x="16612" y="35157"/>
                    <a:pt x="20890" y="35194"/>
                  </a:cubicBezTo>
                  <a:lnTo>
                    <a:pt x="19997" y="43789"/>
                  </a:lnTo>
                  <a:cubicBezTo>
                    <a:pt x="13598" y="43193"/>
                    <a:pt x="8686" y="40998"/>
                    <a:pt x="5338" y="37129"/>
                  </a:cubicBezTo>
                  <a:cubicBezTo>
                    <a:pt x="1952" y="33296"/>
                    <a:pt x="278" y="28125"/>
                    <a:pt x="278" y="21650"/>
                  </a:cubicBezTo>
                  <a:cubicBezTo>
                    <a:pt x="278" y="15102"/>
                    <a:pt x="2101" y="9930"/>
                    <a:pt x="5710" y="6135"/>
                  </a:cubicBezTo>
                  <a:cubicBezTo>
                    <a:pt x="9356" y="2303"/>
                    <a:pt x="13858" y="405"/>
                    <a:pt x="19216" y="405"/>
                  </a:cubicBezTo>
                  <a:cubicBezTo>
                    <a:pt x="21932" y="405"/>
                    <a:pt x="24611" y="963"/>
                    <a:pt x="27253" y="2080"/>
                  </a:cubicBezTo>
                  <a:cubicBezTo>
                    <a:pt x="29894" y="3196"/>
                    <a:pt x="32648" y="5056"/>
                    <a:pt x="35587" y="7623"/>
                  </a:cubicBezTo>
                  <a:cubicBezTo>
                    <a:pt x="38489" y="10228"/>
                    <a:pt x="42508" y="14507"/>
                    <a:pt x="47568" y="20534"/>
                  </a:cubicBezTo>
                  <a:cubicBezTo>
                    <a:pt x="51809" y="25557"/>
                    <a:pt x="54637" y="28794"/>
                    <a:pt x="56163" y="30208"/>
                  </a:cubicBezTo>
                  <a:cubicBezTo>
                    <a:pt x="57651" y="31622"/>
                    <a:pt x="59176" y="32813"/>
                    <a:pt x="60702" y="3374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83" name="Graphic 4">
            <a:extLst>
              <a:ext uri="{FF2B5EF4-FFF2-40B4-BE49-F238E27FC236}">
                <a16:creationId xmlns:a16="http://schemas.microsoft.com/office/drawing/2014/main" id="{41739325-9EAC-0115-73B1-B571D0E7BC96}"/>
              </a:ext>
            </a:extLst>
          </p:cNvPr>
          <p:cNvGrpSpPr/>
          <p:nvPr/>
        </p:nvGrpSpPr>
        <p:grpSpPr>
          <a:xfrm>
            <a:off x="3531639" y="3210507"/>
            <a:ext cx="69279" cy="192620"/>
            <a:chOff x="3149822" y="3210507"/>
            <a:chExt cx="69279" cy="192620"/>
          </a:xfrm>
          <a:solidFill>
            <a:srgbClr val="000000"/>
          </a:solidFill>
        </p:grpSpPr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8469CDAC-6A3A-2C93-64B0-7843CAA6DDAD}"/>
                </a:ext>
              </a:extLst>
            </p:cNvPr>
            <p:cNvSpPr/>
            <p:nvPr/>
          </p:nvSpPr>
          <p:spPr>
            <a:xfrm>
              <a:off x="3149822" y="3346796"/>
              <a:ext cx="68163" cy="56331"/>
            </a:xfrm>
            <a:custGeom>
              <a:avLst/>
              <a:gdLst>
                <a:gd name="csX0" fmla="*/ 68449 w 68163"/>
                <a:gd name="csY0" fmla="*/ 56641 h 56331"/>
                <a:gd name="csX1" fmla="*/ 286 w 68163"/>
                <a:gd name="csY1" fmla="*/ 56641 h 56331"/>
                <a:gd name="csX2" fmla="*/ 286 w 68163"/>
                <a:gd name="csY2" fmla="*/ 33163 h 56331"/>
                <a:gd name="csX3" fmla="*/ 1253 w 68163"/>
                <a:gd name="csY3" fmla="*/ 21034 h 56331"/>
                <a:gd name="csX4" fmla="*/ 6127 w 68163"/>
                <a:gd name="csY4" fmla="*/ 11025 h 56331"/>
                <a:gd name="csX5" fmla="*/ 17773 w 68163"/>
                <a:gd name="csY5" fmla="*/ 2951 h 56331"/>
                <a:gd name="csX6" fmla="*/ 33995 w 68163"/>
                <a:gd name="csY6" fmla="*/ 309 h 56331"/>
                <a:gd name="csX7" fmla="*/ 47762 w 68163"/>
                <a:gd name="csY7" fmla="*/ 2095 h 56331"/>
                <a:gd name="csX8" fmla="*/ 57696 w 68163"/>
                <a:gd name="csY8" fmla="*/ 6746 h 56331"/>
                <a:gd name="csX9" fmla="*/ 63872 w 68163"/>
                <a:gd name="csY9" fmla="*/ 12960 h 56331"/>
                <a:gd name="csX10" fmla="*/ 67296 w 68163"/>
                <a:gd name="csY10" fmla="*/ 21108 h 56331"/>
                <a:gd name="csX11" fmla="*/ 68449 w 68163"/>
                <a:gd name="csY11" fmla="*/ 32047 h 56331"/>
                <a:gd name="csX12" fmla="*/ 68449 w 68163"/>
                <a:gd name="csY12" fmla="*/ 56641 h 56331"/>
                <a:gd name="csX13" fmla="*/ 60412 w 68163"/>
                <a:gd name="csY13" fmla="*/ 47637 h 56331"/>
                <a:gd name="csX14" fmla="*/ 60412 w 68163"/>
                <a:gd name="csY14" fmla="*/ 33089 h 56331"/>
                <a:gd name="csX15" fmla="*/ 59147 w 68163"/>
                <a:gd name="csY15" fmla="*/ 22485 h 56331"/>
                <a:gd name="csX16" fmla="*/ 55613 w 68163"/>
                <a:gd name="csY16" fmla="*/ 16383 h 56331"/>
                <a:gd name="csX17" fmla="*/ 46981 w 68163"/>
                <a:gd name="csY17" fmla="*/ 11397 h 56331"/>
                <a:gd name="csX18" fmla="*/ 33846 w 68163"/>
                <a:gd name="csY18" fmla="*/ 9611 h 56331"/>
                <a:gd name="csX19" fmla="*/ 17401 w 68163"/>
                <a:gd name="csY19" fmla="*/ 13108 h 56331"/>
                <a:gd name="csX20" fmla="*/ 9699 w 68163"/>
                <a:gd name="csY20" fmla="*/ 21629 h 56331"/>
                <a:gd name="csX21" fmla="*/ 8322 w 68163"/>
                <a:gd name="csY21" fmla="*/ 33312 h 56331"/>
                <a:gd name="csX22" fmla="*/ 8322 w 68163"/>
                <a:gd name="csY22" fmla="*/ 47637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49" y="56641"/>
                  </a:moveTo>
                  <a:lnTo>
                    <a:pt x="286" y="56641"/>
                  </a:lnTo>
                  <a:lnTo>
                    <a:pt x="286" y="33163"/>
                  </a:lnTo>
                  <a:cubicBezTo>
                    <a:pt x="286" y="27880"/>
                    <a:pt x="583" y="23824"/>
                    <a:pt x="1253" y="21034"/>
                  </a:cubicBezTo>
                  <a:cubicBezTo>
                    <a:pt x="2146" y="17127"/>
                    <a:pt x="3783" y="13778"/>
                    <a:pt x="6127" y="11025"/>
                  </a:cubicBezTo>
                  <a:cubicBezTo>
                    <a:pt x="9178" y="7453"/>
                    <a:pt x="13048" y="4737"/>
                    <a:pt x="17773" y="2951"/>
                  </a:cubicBezTo>
                  <a:cubicBezTo>
                    <a:pt x="22498" y="1165"/>
                    <a:pt x="27893" y="309"/>
                    <a:pt x="33995" y="309"/>
                  </a:cubicBezTo>
                  <a:cubicBezTo>
                    <a:pt x="39167" y="309"/>
                    <a:pt x="43743" y="905"/>
                    <a:pt x="47762" y="2095"/>
                  </a:cubicBezTo>
                  <a:cubicBezTo>
                    <a:pt x="51743" y="3323"/>
                    <a:pt x="55054" y="4848"/>
                    <a:pt x="57696" y="6746"/>
                  </a:cubicBezTo>
                  <a:cubicBezTo>
                    <a:pt x="60301" y="8644"/>
                    <a:pt x="62347" y="10727"/>
                    <a:pt x="63872" y="12960"/>
                  </a:cubicBezTo>
                  <a:cubicBezTo>
                    <a:pt x="65361" y="15229"/>
                    <a:pt x="66514" y="17908"/>
                    <a:pt x="67296" y="21108"/>
                  </a:cubicBezTo>
                  <a:cubicBezTo>
                    <a:pt x="68077" y="24271"/>
                    <a:pt x="68449" y="27917"/>
                    <a:pt x="68449" y="32047"/>
                  </a:cubicBezTo>
                  <a:lnTo>
                    <a:pt x="68449" y="56641"/>
                  </a:lnTo>
                  <a:moveTo>
                    <a:pt x="60412" y="47637"/>
                  </a:moveTo>
                  <a:lnTo>
                    <a:pt x="60412" y="33089"/>
                  </a:lnTo>
                  <a:cubicBezTo>
                    <a:pt x="60412" y="28587"/>
                    <a:pt x="60003" y="25052"/>
                    <a:pt x="59147" y="22485"/>
                  </a:cubicBezTo>
                  <a:cubicBezTo>
                    <a:pt x="58329" y="19955"/>
                    <a:pt x="57138" y="17908"/>
                    <a:pt x="55613" y="16383"/>
                  </a:cubicBezTo>
                  <a:cubicBezTo>
                    <a:pt x="53492" y="14225"/>
                    <a:pt x="50590" y="12588"/>
                    <a:pt x="46981" y="11397"/>
                  </a:cubicBezTo>
                  <a:cubicBezTo>
                    <a:pt x="43371" y="10206"/>
                    <a:pt x="38981" y="9611"/>
                    <a:pt x="33846" y="9611"/>
                  </a:cubicBezTo>
                  <a:cubicBezTo>
                    <a:pt x="26703" y="9611"/>
                    <a:pt x="21233" y="10764"/>
                    <a:pt x="17401" y="13108"/>
                  </a:cubicBezTo>
                  <a:cubicBezTo>
                    <a:pt x="13569" y="15452"/>
                    <a:pt x="11001" y="18280"/>
                    <a:pt x="9699" y="21629"/>
                  </a:cubicBezTo>
                  <a:cubicBezTo>
                    <a:pt x="8769" y="24047"/>
                    <a:pt x="8322" y="27954"/>
                    <a:pt x="8322" y="33312"/>
                  </a:cubicBezTo>
                  <a:lnTo>
                    <a:pt x="8322" y="4763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397598C1-5BFA-9E78-E105-159DA1F3F481}"/>
                </a:ext>
              </a:extLst>
            </p:cNvPr>
            <p:cNvSpPr/>
            <p:nvPr/>
          </p:nvSpPr>
          <p:spPr>
            <a:xfrm>
              <a:off x="3149822" y="3295609"/>
              <a:ext cx="69279" cy="42825"/>
            </a:xfrm>
            <a:custGeom>
              <a:avLst/>
              <a:gdLst>
                <a:gd name="csX0" fmla="*/ 68449 w 69279"/>
                <a:gd name="csY0" fmla="*/ 8078 h 42825"/>
                <a:gd name="csX1" fmla="*/ 62235 w 69279"/>
                <a:gd name="csY1" fmla="*/ 8078 h 42825"/>
                <a:gd name="csX2" fmla="*/ 69565 w 69279"/>
                <a:gd name="csY2" fmla="*/ 21882 h 42825"/>
                <a:gd name="csX3" fmla="*/ 66328 w 69279"/>
                <a:gd name="csY3" fmla="*/ 32747 h 42825"/>
                <a:gd name="csX4" fmla="*/ 57212 w 69279"/>
                <a:gd name="csY4" fmla="*/ 40411 h 42825"/>
                <a:gd name="csX5" fmla="*/ 43818 w 69279"/>
                <a:gd name="csY5" fmla="*/ 43127 h 42825"/>
                <a:gd name="csX6" fmla="*/ 30386 w 69279"/>
                <a:gd name="csY6" fmla="*/ 40672 h 42825"/>
                <a:gd name="csX7" fmla="*/ 21159 w 69279"/>
                <a:gd name="csY7" fmla="*/ 33267 h 42825"/>
                <a:gd name="csX8" fmla="*/ 17922 w 69279"/>
                <a:gd name="csY8" fmla="*/ 22254 h 42825"/>
                <a:gd name="csX9" fmla="*/ 19819 w 69279"/>
                <a:gd name="csY9" fmla="*/ 14292 h 42825"/>
                <a:gd name="csX10" fmla="*/ 24731 w 69279"/>
                <a:gd name="csY10" fmla="*/ 8636 h 42825"/>
                <a:gd name="csX11" fmla="*/ 286 w 69279"/>
                <a:gd name="csY11" fmla="*/ 8636 h 42825"/>
                <a:gd name="csX12" fmla="*/ 286 w 69279"/>
                <a:gd name="csY12" fmla="*/ 302 h 42825"/>
                <a:gd name="csX13" fmla="*/ 68449 w 69279"/>
                <a:gd name="csY13" fmla="*/ 302 h 42825"/>
                <a:gd name="csX14" fmla="*/ 68449 w 69279"/>
                <a:gd name="csY14" fmla="*/ 8078 h 42825"/>
                <a:gd name="csX15" fmla="*/ 43818 w 69279"/>
                <a:gd name="csY15" fmla="*/ 34532 h 42825"/>
                <a:gd name="csX16" fmla="*/ 57994 w 69279"/>
                <a:gd name="csY16" fmla="*/ 30551 h 42825"/>
                <a:gd name="csX17" fmla="*/ 62682 w 69279"/>
                <a:gd name="csY17" fmla="*/ 21101 h 42825"/>
                <a:gd name="csX18" fmla="*/ 58180 w 69279"/>
                <a:gd name="csY18" fmla="*/ 11762 h 42825"/>
                <a:gd name="csX19" fmla="*/ 44488 w 69279"/>
                <a:gd name="csY19" fmla="*/ 7929 h 42825"/>
                <a:gd name="csX20" fmla="*/ 29605 w 69279"/>
                <a:gd name="csY20" fmla="*/ 11836 h 42825"/>
                <a:gd name="csX21" fmla="*/ 24880 w 69279"/>
                <a:gd name="csY21" fmla="*/ 21473 h 42825"/>
                <a:gd name="csX22" fmla="*/ 29419 w 69279"/>
                <a:gd name="csY22" fmla="*/ 30812 h 42825"/>
                <a:gd name="csX23" fmla="*/ 43818 w 69279"/>
                <a:gd name="csY23" fmla="*/ 34532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49" y="8078"/>
                  </a:moveTo>
                  <a:lnTo>
                    <a:pt x="62235" y="8078"/>
                  </a:lnTo>
                  <a:cubicBezTo>
                    <a:pt x="67110" y="11204"/>
                    <a:pt x="69565" y="15817"/>
                    <a:pt x="69565" y="21882"/>
                  </a:cubicBezTo>
                  <a:cubicBezTo>
                    <a:pt x="69565" y="25826"/>
                    <a:pt x="68486" y="29435"/>
                    <a:pt x="66328" y="32747"/>
                  </a:cubicBezTo>
                  <a:cubicBezTo>
                    <a:pt x="64133" y="36058"/>
                    <a:pt x="61119" y="38625"/>
                    <a:pt x="57212" y="40411"/>
                  </a:cubicBezTo>
                  <a:cubicBezTo>
                    <a:pt x="53343" y="42234"/>
                    <a:pt x="48841" y="43127"/>
                    <a:pt x="43818" y="43127"/>
                  </a:cubicBezTo>
                  <a:cubicBezTo>
                    <a:pt x="38869" y="43127"/>
                    <a:pt x="34405" y="42309"/>
                    <a:pt x="30386" y="40672"/>
                  </a:cubicBezTo>
                  <a:cubicBezTo>
                    <a:pt x="26368" y="39035"/>
                    <a:pt x="23280" y="36579"/>
                    <a:pt x="21159" y="33267"/>
                  </a:cubicBezTo>
                  <a:cubicBezTo>
                    <a:pt x="19001" y="29993"/>
                    <a:pt x="17922" y="26310"/>
                    <a:pt x="17922" y="22254"/>
                  </a:cubicBezTo>
                  <a:cubicBezTo>
                    <a:pt x="17922" y="19278"/>
                    <a:pt x="18554" y="16636"/>
                    <a:pt x="19819" y="14292"/>
                  </a:cubicBezTo>
                  <a:cubicBezTo>
                    <a:pt x="21084" y="11985"/>
                    <a:pt x="22722" y="10087"/>
                    <a:pt x="24731" y="8636"/>
                  </a:cubicBezTo>
                  <a:lnTo>
                    <a:pt x="286" y="8636"/>
                  </a:lnTo>
                  <a:lnTo>
                    <a:pt x="286" y="302"/>
                  </a:lnTo>
                  <a:lnTo>
                    <a:pt x="68449" y="302"/>
                  </a:lnTo>
                  <a:lnTo>
                    <a:pt x="68449" y="8078"/>
                  </a:lnTo>
                  <a:moveTo>
                    <a:pt x="43818" y="34532"/>
                  </a:moveTo>
                  <a:cubicBezTo>
                    <a:pt x="50143" y="34532"/>
                    <a:pt x="54868" y="33193"/>
                    <a:pt x="57994" y="30551"/>
                  </a:cubicBezTo>
                  <a:cubicBezTo>
                    <a:pt x="61119" y="27872"/>
                    <a:pt x="62682" y="24747"/>
                    <a:pt x="62682" y="21101"/>
                  </a:cubicBezTo>
                  <a:cubicBezTo>
                    <a:pt x="62682" y="17454"/>
                    <a:pt x="61194" y="14329"/>
                    <a:pt x="58180" y="11762"/>
                  </a:cubicBezTo>
                  <a:cubicBezTo>
                    <a:pt x="55203" y="9232"/>
                    <a:pt x="50627" y="7929"/>
                    <a:pt x="44488" y="7929"/>
                  </a:cubicBezTo>
                  <a:cubicBezTo>
                    <a:pt x="37753" y="7929"/>
                    <a:pt x="32767" y="9232"/>
                    <a:pt x="29605" y="11836"/>
                  </a:cubicBezTo>
                  <a:cubicBezTo>
                    <a:pt x="26442" y="14441"/>
                    <a:pt x="24880" y="17640"/>
                    <a:pt x="24880" y="21473"/>
                  </a:cubicBezTo>
                  <a:cubicBezTo>
                    <a:pt x="24880" y="25194"/>
                    <a:pt x="26405" y="28319"/>
                    <a:pt x="29419" y="30812"/>
                  </a:cubicBezTo>
                  <a:cubicBezTo>
                    <a:pt x="32470" y="33305"/>
                    <a:pt x="37269" y="34532"/>
                    <a:pt x="43818" y="34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26E05D0B-7889-7C0D-9D2D-35963E6857CB}"/>
                </a:ext>
              </a:extLst>
            </p:cNvPr>
            <p:cNvSpPr/>
            <p:nvPr/>
          </p:nvSpPr>
          <p:spPr>
            <a:xfrm>
              <a:off x="3189113" y="3260011"/>
              <a:ext cx="8408" cy="25710"/>
            </a:xfrm>
            <a:custGeom>
              <a:avLst/>
              <a:gdLst>
                <a:gd name="csX0" fmla="*/ 8694 w 8408"/>
                <a:gd name="csY0" fmla="*/ 26006 h 25710"/>
                <a:gd name="csX1" fmla="*/ 286 w 8408"/>
                <a:gd name="csY1" fmla="*/ 26006 h 25710"/>
                <a:gd name="csX2" fmla="*/ 286 w 8408"/>
                <a:gd name="csY2" fmla="*/ 296 h 25710"/>
                <a:gd name="csX3" fmla="*/ 8694 w 8408"/>
                <a:gd name="csY3" fmla="*/ 296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694" y="26006"/>
                  </a:moveTo>
                  <a:lnTo>
                    <a:pt x="286" y="26006"/>
                  </a:lnTo>
                  <a:lnTo>
                    <a:pt x="286" y="296"/>
                  </a:lnTo>
                  <a:lnTo>
                    <a:pt x="8694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79CD80CC-7BE4-8CA7-8D0C-93183E228D44}"/>
                </a:ext>
              </a:extLst>
            </p:cNvPr>
            <p:cNvSpPr/>
            <p:nvPr/>
          </p:nvSpPr>
          <p:spPr>
            <a:xfrm>
              <a:off x="3168575" y="3210507"/>
              <a:ext cx="49410" cy="45280"/>
            </a:xfrm>
            <a:custGeom>
              <a:avLst/>
              <a:gdLst>
                <a:gd name="csX0" fmla="*/ 49697 w 49410"/>
                <a:gd name="csY0" fmla="*/ 26785 h 45280"/>
                <a:gd name="csX1" fmla="*/ 286 w 49410"/>
                <a:gd name="csY1" fmla="*/ 45574 h 45280"/>
                <a:gd name="csX2" fmla="*/ 286 w 49410"/>
                <a:gd name="csY2" fmla="*/ 36756 h 45280"/>
                <a:gd name="csX3" fmla="*/ 29902 w 49410"/>
                <a:gd name="csY3" fmla="*/ 26152 h 45280"/>
                <a:gd name="csX4" fmla="*/ 39837 w 49410"/>
                <a:gd name="csY4" fmla="*/ 22989 h 45280"/>
                <a:gd name="csX5" fmla="*/ 30423 w 49410"/>
                <a:gd name="csY5" fmla="*/ 19864 h 45280"/>
                <a:gd name="csX6" fmla="*/ 286 w 49410"/>
                <a:gd name="csY6" fmla="*/ 8888 h 45280"/>
                <a:gd name="csX7" fmla="*/ 286 w 49410"/>
                <a:gd name="csY7" fmla="*/ 293 h 45280"/>
                <a:gd name="csX8" fmla="*/ 49697 w 49410"/>
                <a:gd name="csY8" fmla="*/ 18971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697" y="26785"/>
                  </a:moveTo>
                  <a:lnTo>
                    <a:pt x="286" y="45574"/>
                  </a:lnTo>
                  <a:lnTo>
                    <a:pt x="286" y="36756"/>
                  </a:lnTo>
                  <a:lnTo>
                    <a:pt x="29902" y="26152"/>
                  </a:lnTo>
                  <a:cubicBezTo>
                    <a:pt x="33065" y="24999"/>
                    <a:pt x="36414" y="23957"/>
                    <a:pt x="39837" y="22989"/>
                  </a:cubicBezTo>
                  <a:cubicBezTo>
                    <a:pt x="37232" y="22245"/>
                    <a:pt x="34107" y="21203"/>
                    <a:pt x="30423" y="19864"/>
                  </a:cubicBezTo>
                  <a:lnTo>
                    <a:pt x="286" y="8888"/>
                  </a:lnTo>
                  <a:lnTo>
                    <a:pt x="286" y="293"/>
                  </a:lnTo>
                  <a:lnTo>
                    <a:pt x="49697" y="189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88" name="Graphic 4">
            <a:extLst>
              <a:ext uri="{FF2B5EF4-FFF2-40B4-BE49-F238E27FC236}">
                <a16:creationId xmlns:a16="http://schemas.microsoft.com/office/drawing/2014/main" id="{B974DCAB-6388-C8F6-2E1A-021F6981D8B5}"/>
              </a:ext>
            </a:extLst>
          </p:cNvPr>
          <p:cNvGrpSpPr/>
          <p:nvPr/>
        </p:nvGrpSpPr>
        <p:grpSpPr>
          <a:xfrm>
            <a:off x="3607988" y="3213195"/>
            <a:ext cx="87101" cy="110569"/>
            <a:chOff x="3226171" y="3213195"/>
            <a:chExt cx="87101" cy="110569"/>
          </a:xfrm>
          <a:solidFill>
            <a:srgbClr val="000000"/>
          </a:solidFill>
        </p:grpSpPr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7098420E-33B1-FF3B-521C-942B65759FA5}"/>
                </a:ext>
              </a:extLst>
            </p:cNvPr>
            <p:cNvSpPr/>
            <p:nvPr/>
          </p:nvSpPr>
          <p:spPr>
            <a:xfrm>
              <a:off x="3226171" y="3267434"/>
              <a:ext cx="68163" cy="56331"/>
            </a:xfrm>
            <a:custGeom>
              <a:avLst/>
              <a:gdLst>
                <a:gd name="csX0" fmla="*/ 68457 w 68163"/>
                <a:gd name="csY0" fmla="*/ 56632 h 56331"/>
                <a:gd name="csX1" fmla="*/ 294 w 68163"/>
                <a:gd name="csY1" fmla="*/ 56632 h 56331"/>
                <a:gd name="csX2" fmla="*/ 294 w 68163"/>
                <a:gd name="csY2" fmla="*/ 33155 h 56331"/>
                <a:gd name="csX3" fmla="*/ 1261 w 68163"/>
                <a:gd name="csY3" fmla="*/ 21025 h 56331"/>
                <a:gd name="csX4" fmla="*/ 6135 w 68163"/>
                <a:gd name="csY4" fmla="*/ 11017 h 56331"/>
                <a:gd name="csX5" fmla="*/ 17781 w 68163"/>
                <a:gd name="csY5" fmla="*/ 2943 h 56331"/>
                <a:gd name="csX6" fmla="*/ 34003 w 68163"/>
                <a:gd name="csY6" fmla="*/ 301 h 56331"/>
                <a:gd name="csX7" fmla="*/ 47770 w 68163"/>
                <a:gd name="csY7" fmla="*/ 2087 h 56331"/>
                <a:gd name="csX8" fmla="*/ 57704 w 68163"/>
                <a:gd name="csY8" fmla="*/ 6738 h 56331"/>
                <a:gd name="csX9" fmla="*/ 63881 w 68163"/>
                <a:gd name="csY9" fmla="*/ 12951 h 56331"/>
                <a:gd name="csX10" fmla="*/ 67304 w 68163"/>
                <a:gd name="csY10" fmla="*/ 21100 h 56331"/>
                <a:gd name="csX11" fmla="*/ 68457 w 68163"/>
                <a:gd name="csY11" fmla="*/ 32038 h 56331"/>
                <a:gd name="csX12" fmla="*/ 68457 w 68163"/>
                <a:gd name="csY12" fmla="*/ 56632 h 56331"/>
                <a:gd name="csX13" fmla="*/ 60420 w 68163"/>
                <a:gd name="csY13" fmla="*/ 47628 h 56331"/>
                <a:gd name="csX14" fmla="*/ 60420 w 68163"/>
                <a:gd name="csY14" fmla="*/ 33080 h 56331"/>
                <a:gd name="csX15" fmla="*/ 59155 w 68163"/>
                <a:gd name="csY15" fmla="*/ 22476 h 56331"/>
                <a:gd name="csX16" fmla="*/ 55621 w 68163"/>
                <a:gd name="csY16" fmla="*/ 16374 h 56331"/>
                <a:gd name="csX17" fmla="*/ 46989 w 68163"/>
                <a:gd name="csY17" fmla="*/ 11389 h 56331"/>
                <a:gd name="csX18" fmla="*/ 33854 w 68163"/>
                <a:gd name="csY18" fmla="*/ 9603 h 56331"/>
                <a:gd name="csX19" fmla="*/ 17409 w 68163"/>
                <a:gd name="csY19" fmla="*/ 13100 h 56331"/>
                <a:gd name="csX20" fmla="*/ 9707 w 68163"/>
                <a:gd name="csY20" fmla="*/ 21621 h 56331"/>
                <a:gd name="csX21" fmla="*/ 8330 w 68163"/>
                <a:gd name="csY21" fmla="*/ 33304 h 56331"/>
                <a:gd name="csX22" fmla="*/ 8330 w 68163"/>
                <a:gd name="csY22" fmla="*/ 47628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57" y="56632"/>
                  </a:moveTo>
                  <a:lnTo>
                    <a:pt x="294" y="56632"/>
                  </a:lnTo>
                  <a:lnTo>
                    <a:pt x="294" y="33155"/>
                  </a:lnTo>
                  <a:cubicBezTo>
                    <a:pt x="294" y="27871"/>
                    <a:pt x="591" y="23816"/>
                    <a:pt x="1261" y="21025"/>
                  </a:cubicBezTo>
                  <a:cubicBezTo>
                    <a:pt x="2154" y="17118"/>
                    <a:pt x="3791" y="13770"/>
                    <a:pt x="6135" y="11017"/>
                  </a:cubicBezTo>
                  <a:cubicBezTo>
                    <a:pt x="9186" y="7445"/>
                    <a:pt x="13056" y="4729"/>
                    <a:pt x="17781" y="2943"/>
                  </a:cubicBezTo>
                  <a:cubicBezTo>
                    <a:pt x="22506" y="1157"/>
                    <a:pt x="27901" y="301"/>
                    <a:pt x="34003" y="301"/>
                  </a:cubicBezTo>
                  <a:cubicBezTo>
                    <a:pt x="39175" y="301"/>
                    <a:pt x="43752" y="896"/>
                    <a:pt x="47770" y="2087"/>
                  </a:cubicBezTo>
                  <a:cubicBezTo>
                    <a:pt x="51751" y="3315"/>
                    <a:pt x="55062" y="4840"/>
                    <a:pt x="57704" y="6738"/>
                  </a:cubicBezTo>
                  <a:cubicBezTo>
                    <a:pt x="60309" y="8635"/>
                    <a:pt x="62355" y="10719"/>
                    <a:pt x="63881" y="12951"/>
                  </a:cubicBezTo>
                  <a:cubicBezTo>
                    <a:pt x="65369" y="15221"/>
                    <a:pt x="66522" y="17900"/>
                    <a:pt x="67304" y="21100"/>
                  </a:cubicBezTo>
                  <a:cubicBezTo>
                    <a:pt x="68085" y="24262"/>
                    <a:pt x="68457" y="27909"/>
                    <a:pt x="68457" y="32038"/>
                  </a:cubicBezTo>
                  <a:lnTo>
                    <a:pt x="68457" y="56632"/>
                  </a:lnTo>
                  <a:moveTo>
                    <a:pt x="60420" y="47628"/>
                  </a:moveTo>
                  <a:lnTo>
                    <a:pt x="60420" y="33080"/>
                  </a:lnTo>
                  <a:cubicBezTo>
                    <a:pt x="60420" y="28578"/>
                    <a:pt x="60011" y="25044"/>
                    <a:pt x="59155" y="22476"/>
                  </a:cubicBezTo>
                  <a:cubicBezTo>
                    <a:pt x="58337" y="19946"/>
                    <a:pt x="57146" y="17900"/>
                    <a:pt x="55621" y="16374"/>
                  </a:cubicBezTo>
                  <a:cubicBezTo>
                    <a:pt x="53500" y="14216"/>
                    <a:pt x="50598" y="12579"/>
                    <a:pt x="46989" y="11389"/>
                  </a:cubicBezTo>
                  <a:cubicBezTo>
                    <a:pt x="43379" y="10198"/>
                    <a:pt x="38989" y="9603"/>
                    <a:pt x="33854" y="9603"/>
                  </a:cubicBezTo>
                  <a:cubicBezTo>
                    <a:pt x="26711" y="9603"/>
                    <a:pt x="21241" y="10756"/>
                    <a:pt x="17409" y="13100"/>
                  </a:cubicBezTo>
                  <a:cubicBezTo>
                    <a:pt x="13577" y="15444"/>
                    <a:pt x="11009" y="18272"/>
                    <a:pt x="9707" y="21621"/>
                  </a:cubicBezTo>
                  <a:cubicBezTo>
                    <a:pt x="8777" y="24039"/>
                    <a:pt x="8330" y="27946"/>
                    <a:pt x="8330" y="33304"/>
                  </a:cubicBezTo>
                  <a:lnTo>
                    <a:pt x="8330" y="4762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373B20E8-AEF4-ABC1-2B85-36130C230E63}"/>
                </a:ext>
              </a:extLst>
            </p:cNvPr>
            <p:cNvSpPr/>
            <p:nvPr/>
          </p:nvSpPr>
          <p:spPr>
            <a:xfrm>
              <a:off x="3243807" y="3213195"/>
              <a:ext cx="69465" cy="42862"/>
            </a:xfrm>
            <a:custGeom>
              <a:avLst/>
              <a:gdLst>
                <a:gd name="csX0" fmla="*/ 69759 w 69465"/>
                <a:gd name="csY0" fmla="*/ 43156 h 42862"/>
                <a:gd name="csX1" fmla="*/ 1410 w 69465"/>
                <a:gd name="csY1" fmla="*/ 43156 h 42862"/>
                <a:gd name="csX2" fmla="*/ 1410 w 69465"/>
                <a:gd name="csY2" fmla="*/ 35529 h 42862"/>
                <a:gd name="csX3" fmla="*/ 7847 w 69465"/>
                <a:gd name="csY3" fmla="*/ 35529 h 42862"/>
                <a:gd name="csX4" fmla="*/ 2191 w 69465"/>
                <a:gd name="csY4" fmla="*/ 29427 h 42862"/>
                <a:gd name="csX5" fmla="*/ 294 w 69465"/>
                <a:gd name="csY5" fmla="*/ 21204 h 42862"/>
                <a:gd name="csX6" fmla="*/ 3568 w 69465"/>
                <a:gd name="csY6" fmla="*/ 10042 h 42862"/>
                <a:gd name="csX7" fmla="*/ 12758 w 69465"/>
                <a:gd name="csY7" fmla="*/ 2749 h 42862"/>
                <a:gd name="csX8" fmla="*/ 25743 w 69465"/>
                <a:gd name="csY8" fmla="*/ 294 h 42862"/>
                <a:gd name="csX9" fmla="*/ 39398 w 69465"/>
                <a:gd name="csY9" fmla="*/ 3010 h 42862"/>
                <a:gd name="csX10" fmla="*/ 48700 w 69465"/>
                <a:gd name="csY10" fmla="*/ 10898 h 42862"/>
                <a:gd name="csX11" fmla="*/ 51937 w 69465"/>
                <a:gd name="csY11" fmla="*/ 21837 h 42862"/>
                <a:gd name="csX12" fmla="*/ 50188 w 69465"/>
                <a:gd name="csY12" fmla="*/ 29315 h 42862"/>
                <a:gd name="csX13" fmla="*/ 45723 w 69465"/>
                <a:gd name="csY13" fmla="*/ 34785 h 42862"/>
                <a:gd name="csX14" fmla="*/ 69759 w 69465"/>
                <a:gd name="csY14" fmla="*/ 34785 h 42862"/>
                <a:gd name="csX15" fmla="*/ 69759 w 69465"/>
                <a:gd name="csY15" fmla="*/ 43156 h 42862"/>
                <a:gd name="csX16" fmla="*/ 26413 w 69465"/>
                <a:gd name="csY16" fmla="*/ 35566 h 42862"/>
                <a:gd name="csX17" fmla="*/ 40515 w 69465"/>
                <a:gd name="csY17" fmla="*/ 31734 h 42862"/>
                <a:gd name="csX18" fmla="*/ 45054 w 69465"/>
                <a:gd name="csY18" fmla="*/ 22357 h 42862"/>
                <a:gd name="csX19" fmla="*/ 40328 w 69465"/>
                <a:gd name="csY19" fmla="*/ 12832 h 42862"/>
                <a:gd name="csX20" fmla="*/ 25706 w 69465"/>
                <a:gd name="csY20" fmla="*/ 8851 h 42862"/>
                <a:gd name="csX21" fmla="*/ 11567 w 69465"/>
                <a:gd name="csY21" fmla="*/ 12721 h 42862"/>
                <a:gd name="csX22" fmla="*/ 6879 w 69465"/>
                <a:gd name="csY22" fmla="*/ 21985 h 42862"/>
                <a:gd name="csX23" fmla="*/ 11865 w 69465"/>
                <a:gd name="csY23" fmla="*/ 31473 h 42862"/>
                <a:gd name="csX24" fmla="*/ 26413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759" y="43156"/>
                  </a:moveTo>
                  <a:lnTo>
                    <a:pt x="1410" y="43156"/>
                  </a:lnTo>
                  <a:lnTo>
                    <a:pt x="1410" y="35529"/>
                  </a:lnTo>
                  <a:lnTo>
                    <a:pt x="7847" y="35529"/>
                  </a:lnTo>
                  <a:cubicBezTo>
                    <a:pt x="5354" y="33743"/>
                    <a:pt x="3456" y="31696"/>
                    <a:pt x="2191" y="29427"/>
                  </a:cubicBezTo>
                  <a:cubicBezTo>
                    <a:pt x="926" y="27194"/>
                    <a:pt x="294" y="24441"/>
                    <a:pt x="294" y="21204"/>
                  </a:cubicBezTo>
                  <a:cubicBezTo>
                    <a:pt x="294" y="17000"/>
                    <a:pt x="1410" y="13279"/>
                    <a:pt x="3568" y="10042"/>
                  </a:cubicBezTo>
                  <a:cubicBezTo>
                    <a:pt x="5726" y="6842"/>
                    <a:pt x="8814" y="4386"/>
                    <a:pt x="12758" y="2749"/>
                  </a:cubicBezTo>
                  <a:cubicBezTo>
                    <a:pt x="16702" y="1112"/>
                    <a:pt x="21055" y="294"/>
                    <a:pt x="25743" y="294"/>
                  </a:cubicBezTo>
                  <a:cubicBezTo>
                    <a:pt x="30803" y="294"/>
                    <a:pt x="35343" y="1187"/>
                    <a:pt x="39398" y="3010"/>
                  </a:cubicBezTo>
                  <a:cubicBezTo>
                    <a:pt x="43454" y="4833"/>
                    <a:pt x="46542" y="7437"/>
                    <a:pt x="48700" y="10898"/>
                  </a:cubicBezTo>
                  <a:cubicBezTo>
                    <a:pt x="50858" y="14358"/>
                    <a:pt x="51937" y="18004"/>
                    <a:pt x="51937" y="21837"/>
                  </a:cubicBezTo>
                  <a:cubicBezTo>
                    <a:pt x="51937" y="24590"/>
                    <a:pt x="51342" y="27120"/>
                    <a:pt x="50188" y="29315"/>
                  </a:cubicBezTo>
                  <a:cubicBezTo>
                    <a:pt x="48998" y="31548"/>
                    <a:pt x="47509" y="33371"/>
                    <a:pt x="45723" y="34785"/>
                  </a:cubicBezTo>
                  <a:lnTo>
                    <a:pt x="69759" y="34785"/>
                  </a:lnTo>
                  <a:lnTo>
                    <a:pt x="69759" y="43156"/>
                  </a:lnTo>
                  <a:moveTo>
                    <a:pt x="26413" y="35566"/>
                  </a:moveTo>
                  <a:cubicBezTo>
                    <a:pt x="32775" y="35566"/>
                    <a:pt x="37464" y="34301"/>
                    <a:pt x="40515" y="31734"/>
                  </a:cubicBezTo>
                  <a:cubicBezTo>
                    <a:pt x="43528" y="29166"/>
                    <a:pt x="45054" y="26041"/>
                    <a:pt x="45054" y="22357"/>
                  </a:cubicBezTo>
                  <a:cubicBezTo>
                    <a:pt x="45054" y="18637"/>
                    <a:pt x="43491" y="15474"/>
                    <a:pt x="40328" y="12832"/>
                  </a:cubicBezTo>
                  <a:cubicBezTo>
                    <a:pt x="37203" y="10154"/>
                    <a:pt x="32329" y="8851"/>
                    <a:pt x="25706" y="8851"/>
                  </a:cubicBezTo>
                  <a:cubicBezTo>
                    <a:pt x="19418" y="8851"/>
                    <a:pt x="14693" y="10154"/>
                    <a:pt x="11567" y="12721"/>
                  </a:cubicBezTo>
                  <a:cubicBezTo>
                    <a:pt x="8442" y="15325"/>
                    <a:pt x="6879" y="18413"/>
                    <a:pt x="6879" y="21985"/>
                  </a:cubicBezTo>
                  <a:cubicBezTo>
                    <a:pt x="6879" y="25557"/>
                    <a:pt x="8554" y="28720"/>
                    <a:pt x="11865" y="31473"/>
                  </a:cubicBezTo>
                  <a:cubicBezTo>
                    <a:pt x="15214" y="34226"/>
                    <a:pt x="20051" y="35566"/>
                    <a:pt x="26413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91" name="Graphic 4">
            <a:extLst>
              <a:ext uri="{FF2B5EF4-FFF2-40B4-BE49-F238E27FC236}">
                <a16:creationId xmlns:a16="http://schemas.microsoft.com/office/drawing/2014/main" id="{7A3937D5-DFC2-96F5-4267-A1A6A1851CA6}"/>
              </a:ext>
            </a:extLst>
          </p:cNvPr>
          <p:cNvGrpSpPr/>
          <p:nvPr/>
        </p:nvGrpSpPr>
        <p:grpSpPr>
          <a:xfrm>
            <a:off x="3684374" y="3216274"/>
            <a:ext cx="69279" cy="192211"/>
            <a:chOff x="3302557" y="3216274"/>
            <a:chExt cx="69279" cy="192211"/>
          </a:xfrm>
          <a:solidFill>
            <a:srgbClr val="000000"/>
          </a:solidFill>
        </p:grpSpPr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8159FD8D-99F3-1D1B-24B8-6ADDE2B3763E}"/>
                </a:ext>
              </a:extLst>
            </p:cNvPr>
            <p:cNvSpPr/>
            <p:nvPr/>
          </p:nvSpPr>
          <p:spPr>
            <a:xfrm>
              <a:off x="3302557" y="3352154"/>
              <a:ext cx="68163" cy="56331"/>
            </a:xfrm>
            <a:custGeom>
              <a:avLst/>
              <a:gdLst>
                <a:gd name="csX0" fmla="*/ 68465 w 68163"/>
                <a:gd name="csY0" fmla="*/ 56641 h 56331"/>
                <a:gd name="csX1" fmla="*/ 302 w 68163"/>
                <a:gd name="csY1" fmla="*/ 56641 h 56331"/>
                <a:gd name="csX2" fmla="*/ 302 w 68163"/>
                <a:gd name="csY2" fmla="*/ 33164 h 56331"/>
                <a:gd name="csX3" fmla="*/ 1269 w 68163"/>
                <a:gd name="csY3" fmla="*/ 21034 h 56331"/>
                <a:gd name="csX4" fmla="*/ 6143 w 68163"/>
                <a:gd name="csY4" fmla="*/ 11025 h 56331"/>
                <a:gd name="csX5" fmla="*/ 17789 w 68163"/>
                <a:gd name="csY5" fmla="*/ 2951 h 56331"/>
                <a:gd name="csX6" fmla="*/ 34011 w 68163"/>
                <a:gd name="csY6" fmla="*/ 310 h 56331"/>
                <a:gd name="csX7" fmla="*/ 47778 w 68163"/>
                <a:gd name="csY7" fmla="*/ 2096 h 56331"/>
                <a:gd name="csX8" fmla="*/ 57712 w 68163"/>
                <a:gd name="csY8" fmla="*/ 6747 h 56331"/>
                <a:gd name="csX9" fmla="*/ 63889 w 68163"/>
                <a:gd name="csY9" fmla="*/ 12960 h 56331"/>
                <a:gd name="csX10" fmla="*/ 67312 w 68163"/>
                <a:gd name="csY10" fmla="*/ 21109 h 56331"/>
                <a:gd name="csX11" fmla="*/ 68465 w 68163"/>
                <a:gd name="csY11" fmla="*/ 32047 h 56331"/>
                <a:gd name="csX12" fmla="*/ 68465 w 68163"/>
                <a:gd name="csY12" fmla="*/ 56641 h 56331"/>
                <a:gd name="csX13" fmla="*/ 60428 w 68163"/>
                <a:gd name="csY13" fmla="*/ 47637 h 56331"/>
                <a:gd name="csX14" fmla="*/ 60428 w 68163"/>
                <a:gd name="csY14" fmla="*/ 33089 h 56331"/>
                <a:gd name="csX15" fmla="*/ 59163 w 68163"/>
                <a:gd name="csY15" fmla="*/ 22485 h 56331"/>
                <a:gd name="csX16" fmla="*/ 55629 w 68163"/>
                <a:gd name="csY16" fmla="*/ 16383 h 56331"/>
                <a:gd name="csX17" fmla="*/ 46997 w 68163"/>
                <a:gd name="csY17" fmla="*/ 11397 h 56331"/>
                <a:gd name="csX18" fmla="*/ 33862 w 68163"/>
                <a:gd name="csY18" fmla="*/ 9612 h 56331"/>
                <a:gd name="csX19" fmla="*/ 17417 w 68163"/>
                <a:gd name="csY19" fmla="*/ 13109 h 56331"/>
                <a:gd name="csX20" fmla="*/ 9715 w 68163"/>
                <a:gd name="csY20" fmla="*/ 21629 h 56331"/>
                <a:gd name="csX21" fmla="*/ 8338 w 68163"/>
                <a:gd name="csY21" fmla="*/ 33312 h 56331"/>
                <a:gd name="csX22" fmla="*/ 8338 w 68163"/>
                <a:gd name="csY22" fmla="*/ 47637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65" y="56641"/>
                  </a:moveTo>
                  <a:lnTo>
                    <a:pt x="302" y="56641"/>
                  </a:lnTo>
                  <a:lnTo>
                    <a:pt x="302" y="33164"/>
                  </a:lnTo>
                  <a:cubicBezTo>
                    <a:pt x="302" y="27880"/>
                    <a:pt x="599" y="23825"/>
                    <a:pt x="1269" y="21034"/>
                  </a:cubicBezTo>
                  <a:cubicBezTo>
                    <a:pt x="2162" y="17127"/>
                    <a:pt x="3799" y="13779"/>
                    <a:pt x="6143" y="11025"/>
                  </a:cubicBezTo>
                  <a:cubicBezTo>
                    <a:pt x="9194" y="7454"/>
                    <a:pt x="13064" y="4737"/>
                    <a:pt x="17789" y="2951"/>
                  </a:cubicBezTo>
                  <a:cubicBezTo>
                    <a:pt x="22514" y="1166"/>
                    <a:pt x="27909" y="310"/>
                    <a:pt x="34011" y="310"/>
                  </a:cubicBezTo>
                  <a:cubicBezTo>
                    <a:pt x="39183" y="310"/>
                    <a:pt x="43760" y="905"/>
                    <a:pt x="47778" y="2096"/>
                  </a:cubicBezTo>
                  <a:cubicBezTo>
                    <a:pt x="51759" y="3324"/>
                    <a:pt x="55070" y="4849"/>
                    <a:pt x="57712" y="6747"/>
                  </a:cubicBezTo>
                  <a:cubicBezTo>
                    <a:pt x="60317" y="8644"/>
                    <a:pt x="62363" y="10728"/>
                    <a:pt x="63889" y="12960"/>
                  </a:cubicBezTo>
                  <a:cubicBezTo>
                    <a:pt x="65377" y="15230"/>
                    <a:pt x="66530" y="17909"/>
                    <a:pt x="67312" y="21109"/>
                  </a:cubicBezTo>
                  <a:cubicBezTo>
                    <a:pt x="68093" y="24271"/>
                    <a:pt x="68465" y="27917"/>
                    <a:pt x="68465" y="32047"/>
                  </a:cubicBezTo>
                  <a:lnTo>
                    <a:pt x="68465" y="56641"/>
                  </a:lnTo>
                  <a:moveTo>
                    <a:pt x="60428" y="47637"/>
                  </a:moveTo>
                  <a:lnTo>
                    <a:pt x="60428" y="33089"/>
                  </a:lnTo>
                  <a:cubicBezTo>
                    <a:pt x="60428" y="28587"/>
                    <a:pt x="60019" y="25052"/>
                    <a:pt x="59163" y="22485"/>
                  </a:cubicBezTo>
                  <a:cubicBezTo>
                    <a:pt x="58345" y="19955"/>
                    <a:pt x="57154" y="17909"/>
                    <a:pt x="55629" y="16383"/>
                  </a:cubicBezTo>
                  <a:cubicBezTo>
                    <a:pt x="53508" y="14225"/>
                    <a:pt x="50606" y="12588"/>
                    <a:pt x="46997" y="11397"/>
                  </a:cubicBezTo>
                  <a:cubicBezTo>
                    <a:pt x="43387" y="10207"/>
                    <a:pt x="38997" y="9612"/>
                    <a:pt x="33862" y="9612"/>
                  </a:cubicBezTo>
                  <a:cubicBezTo>
                    <a:pt x="26719" y="9612"/>
                    <a:pt x="21249" y="10765"/>
                    <a:pt x="17417" y="13109"/>
                  </a:cubicBezTo>
                  <a:cubicBezTo>
                    <a:pt x="13585" y="15453"/>
                    <a:pt x="11017" y="18281"/>
                    <a:pt x="9715" y="21629"/>
                  </a:cubicBezTo>
                  <a:cubicBezTo>
                    <a:pt x="8785" y="24048"/>
                    <a:pt x="8338" y="27955"/>
                    <a:pt x="8338" y="33312"/>
                  </a:cubicBezTo>
                  <a:lnTo>
                    <a:pt x="8338" y="4763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0BD9A930-0CF9-EA07-25E6-0E4F46221C78}"/>
                </a:ext>
              </a:extLst>
            </p:cNvPr>
            <p:cNvSpPr/>
            <p:nvPr/>
          </p:nvSpPr>
          <p:spPr>
            <a:xfrm>
              <a:off x="3302557" y="3300967"/>
              <a:ext cx="69279" cy="42825"/>
            </a:xfrm>
            <a:custGeom>
              <a:avLst/>
              <a:gdLst>
                <a:gd name="csX0" fmla="*/ 68465 w 69279"/>
                <a:gd name="csY0" fmla="*/ 8079 h 42825"/>
                <a:gd name="csX1" fmla="*/ 62251 w 69279"/>
                <a:gd name="csY1" fmla="*/ 8079 h 42825"/>
                <a:gd name="csX2" fmla="*/ 69581 w 69279"/>
                <a:gd name="csY2" fmla="*/ 21883 h 42825"/>
                <a:gd name="csX3" fmla="*/ 66344 w 69279"/>
                <a:gd name="csY3" fmla="*/ 32747 h 42825"/>
                <a:gd name="csX4" fmla="*/ 57228 w 69279"/>
                <a:gd name="csY4" fmla="*/ 40412 h 42825"/>
                <a:gd name="csX5" fmla="*/ 43834 w 69279"/>
                <a:gd name="csY5" fmla="*/ 43128 h 42825"/>
                <a:gd name="csX6" fmla="*/ 30402 w 69279"/>
                <a:gd name="csY6" fmla="*/ 40672 h 42825"/>
                <a:gd name="csX7" fmla="*/ 21175 w 69279"/>
                <a:gd name="csY7" fmla="*/ 33268 h 42825"/>
                <a:gd name="csX8" fmla="*/ 17938 w 69279"/>
                <a:gd name="csY8" fmla="*/ 22255 h 42825"/>
                <a:gd name="csX9" fmla="*/ 19835 w 69279"/>
                <a:gd name="csY9" fmla="*/ 14292 h 42825"/>
                <a:gd name="csX10" fmla="*/ 24747 w 69279"/>
                <a:gd name="csY10" fmla="*/ 8637 h 42825"/>
                <a:gd name="csX11" fmla="*/ 302 w 69279"/>
                <a:gd name="csY11" fmla="*/ 8637 h 42825"/>
                <a:gd name="csX12" fmla="*/ 302 w 69279"/>
                <a:gd name="csY12" fmla="*/ 303 h 42825"/>
                <a:gd name="csX13" fmla="*/ 68465 w 69279"/>
                <a:gd name="csY13" fmla="*/ 303 h 42825"/>
                <a:gd name="csX14" fmla="*/ 68465 w 69279"/>
                <a:gd name="csY14" fmla="*/ 8079 h 42825"/>
                <a:gd name="csX15" fmla="*/ 43834 w 69279"/>
                <a:gd name="csY15" fmla="*/ 34533 h 42825"/>
                <a:gd name="csX16" fmla="*/ 58010 w 69279"/>
                <a:gd name="csY16" fmla="*/ 30552 h 42825"/>
                <a:gd name="csX17" fmla="*/ 62698 w 69279"/>
                <a:gd name="csY17" fmla="*/ 21101 h 42825"/>
                <a:gd name="csX18" fmla="*/ 58196 w 69279"/>
                <a:gd name="csY18" fmla="*/ 11762 h 42825"/>
                <a:gd name="csX19" fmla="*/ 44504 w 69279"/>
                <a:gd name="csY19" fmla="*/ 7930 h 42825"/>
                <a:gd name="csX20" fmla="*/ 29621 w 69279"/>
                <a:gd name="csY20" fmla="*/ 11837 h 42825"/>
                <a:gd name="csX21" fmla="*/ 24896 w 69279"/>
                <a:gd name="csY21" fmla="*/ 21473 h 42825"/>
                <a:gd name="csX22" fmla="*/ 29435 w 69279"/>
                <a:gd name="csY22" fmla="*/ 30812 h 42825"/>
                <a:gd name="csX23" fmla="*/ 43834 w 69279"/>
                <a:gd name="csY23" fmla="*/ 34533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65" y="8079"/>
                  </a:moveTo>
                  <a:lnTo>
                    <a:pt x="62251" y="8079"/>
                  </a:lnTo>
                  <a:cubicBezTo>
                    <a:pt x="67126" y="11204"/>
                    <a:pt x="69581" y="15818"/>
                    <a:pt x="69581" y="21883"/>
                  </a:cubicBezTo>
                  <a:cubicBezTo>
                    <a:pt x="69581" y="25827"/>
                    <a:pt x="68502" y="29436"/>
                    <a:pt x="66344" y="32747"/>
                  </a:cubicBezTo>
                  <a:cubicBezTo>
                    <a:pt x="64149" y="36059"/>
                    <a:pt x="61135" y="38626"/>
                    <a:pt x="57228" y="40412"/>
                  </a:cubicBezTo>
                  <a:cubicBezTo>
                    <a:pt x="53359" y="42235"/>
                    <a:pt x="48857" y="43128"/>
                    <a:pt x="43834" y="43128"/>
                  </a:cubicBezTo>
                  <a:cubicBezTo>
                    <a:pt x="38885" y="43128"/>
                    <a:pt x="34421" y="42309"/>
                    <a:pt x="30402" y="40672"/>
                  </a:cubicBezTo>
                  <a:cubicBezTo>
                    <a:pt x="26384" y="39035"/>
                    <a:pt x="23296" y="36579"/>
                    <a:pt x="21175" y="33268"/>
                  </a:cubicBezTo>
                  <a:cubicBezTo>
                    <a:pt x="19017" y="29994"/>
                    <a:pt x="17938" y="26310"/>
                    <a:pt x="17938" y="22255"/>
                  </a:cubicBezTo>
                  <a:cubicBezTo>
                    <a:pt x="17938" y="19278"/>
                    <a:pt x="18570" y="16636"/>
                    <a:pt x="19835" y="14292"/>
                  </a:cubicBezTo>
                  <a:cubicBezTo>
                    <a:pt x="21100" y="11986"/>
                    <a:pt x="22738" y="10088"/>
                    <a:pt x="24747" y="8637"/>
                  </a:cubicBezTo>
                  <a:lnTo>
                    <a:pt x="302" y="8637"/>
                  </a:lnTo>
                  <a:lnTo>
                    <a:pt x="302" y="303"/>
                  </a:lnTo>
                  <a:lnTo>
                    <a:pt x="68465" y="303"/>
                  </a:lnTo>
                  <a:lnTo>
                    <a:pt x="68465" y="8079"/>
                  </a:lnTo>
                  <a:moveTo>
                    <a:pt x="43834" y="34533"/>
                  </a:moveTo>
                  <a:cubicBezTo>
                    <a:pt x="50159" y="34533"/>
                    <a:pt x="54884" y="33194"/>
                    <a:pt x="58010" y="30552"/>
                  </a:cubicBezTo>
                  <a:cubicBezTo>
                    <a:pt x="61135" y="27873"/>
                    <a:pt x="62698" y="24748"/>
                    <a:pt x="62698" y="21101"/>
                  </a:cubicBezTo>
                  <a:cubicBezTo>
                    <a:pt x="62698" y="17455"/>
                    <a:pt x="61210" y="14330"/>
                    <a:pt x="58196" y="11762"/>
                  </a:cubicBezTo>
                  <a:cubicBezTo>
                    <a:pt x="55219" y="9232"/>
                    <a:pt x="50643" y="7930"/>
                    <a:pt x="44504" y="7930"/>
                  </a:cubicBezTo>
                  <a:cubicBezTo>
                    <a:pt x="37769" y="7930"/>
                    <a:pt x="32783" y="9232"/>
                    <a:pt x="29621" y="11837"/>
                  </a:cubicBezTo>
                  <a:cubicBezTo>
                    <a:pt x="26458" y="14441"/>
                    <a:pt x="24896" y="17641"/>
                    <a:pt x="24896" y="21473"/>
                  </a:cubicBezTo>
                  <a:cubicBezTo>
                    <a:pt x="24896" y="25194"/>
                    <a:pt x="26421" y="28319"/>
                    <a:pt x="29435" y="30812"/>
                  </a:cubicBezTo>
                  <a:cubicBezTo>
                    <a:pt x="32486" y="33305"/>
                    <a:pt x="37286" y="34533"/>
                    <a:pt x="43834" y="3453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1E92A674-5341-8C42-F80E-24CF2CE2BBB1}"/>
                </a:ext>
              </a:extLst>
            </p:cNvPr>
            <p:cNvSpPr/>
            <p:nvPr/>
          </p:nvSpPr>
          <p:spPr>
            <a:xfrm>
              <a:off x="3341848" y="3265369"/>
              <a:ext cx="8408" cy="25710"/>
            </a:xfrm>
            <a:custGeom>
              <a:avLst/>
              <a:gdLst>
                <a:gd name="csX0" fmla="*/ 8710 w 8408"/>
                <a:gd name="csY0" fmla="*/ 26007 h 25710"/>
                <a:gd name="csX1" fmla="*/ 302 w 8408"/>
                <a:gd name="csY1" fmla="*/ 26007 h 25710"/>
                <a:gd name="csX2" fmla="*/ 302 w 8408"/>
                <a:gd name="csY2" fmla="*/ 297 h 25710"/>
                <a:gd name="csX3" fmla="*/ 8710 w 8408"/>
                <a:gd name="csY3" fmla="*/ 297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10" y="26007"/>
                  </a:moveTo>
                  <a:lnTo>
                    <a:pt x="302" y="26007"/>
                  </a:lnTo>
                  <a:lnTo>
                    <a:pt x="302" y="297"/>
                  </a:lnTo>
                  <a:lnTo>
                    <a:pt x="8710" y="29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E2DB9F67-A59F-03E9-3C04-E5366A64FCE4}"/>
                </a:ext>
              </a:extLst>
            </p:cNvPr>
            <p:cNvSpPr/>
            <p:nvPr/>
          </p:nvSpPr>
          <p:spPr>
            <a:xfrm>
              <a:off x="3302557" y="3216274"/>
              <a:ext cx="69279" cy="42825"/>
            </a:xfrm>
            <a:custGeom>
              <a:avLst/>
              <a:gdLst>
                <a:gd name="csX0" fmla="*/ 68465 w 69279"/>
                <a:gd name="csY0" fmla="*/ 8070 h 42825"/>
                <a:gd name="csX1" fmla="*/ 62251 w 69279"/>
                <a:gd name="csY1" fmla="*/ 8070 h 42825"/>
                <a:gd name="csX2" fmla="*/ 69581 w 69279"/>
                <a:gd name="csY2" fmla="*/ 21874 h 42825"/>
                <a:gd name="csX3" fmla="*/ 66344 w 69279"/>
                <a:gd name="csY3" fmla="*/ 32738 h 42825"/>
                <a:gd name="csX4" fmla="*/ 57228 w 69279"/>
                <a:gd name="csY4" fmla="*/ 40403 h 42825"/>
                <a:gd name="csX5" fmla="*/ 43834 w 69279"/>
                <a:gd name="csY5" fmla="*/ 43119 h 42825"/>
                <a:gd name="csX6" fmla="*/ 30402 w 69279"/>
                <a:gd name="csY6" fmla="*/ 40663 h 42825"/>
                <a:gd name="csX7" fmla="*/ 21175 w 69279"/>
                <a:gd name="csY7" fmla="*/ 33259 h 42825"/>
                <a:gd name="csX8" fmla="*/ 17938 w 69279"/>
                <a:gd name="csY8" fmla="*/ 22246 h 42825"/>
                <a:gd name="csX9" fmla="*/ 19835 w 69279"/>
                <a:gd name="csY9" fmla="*/ 14284 h 42825"/>
                <a:gd name="csX10" fmla="*/ 24747 w 69279"/>
                <a:gd name="csY10" fmla="*/ 8628 h 42825"/>
                <a:gd name="csX11" fmla="*/ 302 w 69279"/>
                <a:gd name="csY11" fmla="*/ 8628 h 42825"/>
                <a:gd name="csX12" fmla="*/ 302 w 69279"/>
                <a:gd name="csY12" fmla="*/ 294 h 42825"/>
                <a:gd name="csX13" fmla="*/ 68465 w 69279"/>
                <a:gd name="csY13" fmla="*/ 294 h 42825"/>
                <a:gd name="csX14" fmla="*/ 68465 w 69279"/>
                <a:gd name="csY14" fmla="*/ 8070 h 42825"/>
                <a:gd name="csX15" fmla="*/ 43834 w 69279"/>
                <a:gd name="csY15" fmla="*/ 34524 h 42825"/>
                <a:gd name="csX16" fmla="*/ 58010 w 69279"/>
                <a:gd name="csY16" fmla="*/ 30543 h 42825"/>
                <a:gd name="csX17" fmla="*/ 62698 w 69279"/>
                <a:gd name="csY17" fmla="*/ 21092 h 42825"/>
                <a:gd name="csX18" fmla="*/ 58196 w 69279"/>
                <a:gd name="csY18" fmla="*/ 11753 h 42825"/>
                <a:gd name="csX19" fmla="*/ 44504 w 69279"/>
                <a:gd name="csY19" fmla="*/ 7921 h 42825"/>
                <a:gd name="csX20" fmla="*/ 29621 w 69279"/>
                <a:gd name="csY20" fmla="*/ 11828 h 42825"/>
                <a:gd name="csX21" fmla="*/ 24896 w 69279"/>
                <a:gd name="csY21" fmla="*/ 21464 h 42825"/>
                <a:gd name="csX22" fmla="*/ 29435 w 69279"/>
                <a:gd name="csY22" fmla="*/ 30803 h 42825"/>
                <a:gd name="csX23" fmla="*/ 43834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65" y="8070"/>
                  </a:moveTo>
                  <a:lnTo>
                    <a:pt x="62251" y="8070"/>
                  </a:lnTo>
                  <a:cubicBezTo>
                    <a:pt x="67126" y="11195"/>
                    <a:pt x="69581" y="15809"/>
                    <a:pt x="69581" y="21874"/>
                  </a:cubicBezTo>
                  <a:cubicBezTo>
                    <a:pt x="69581" y="25818"/>
                    <a:pt x="68502" y="29427"/>
                    <a:pt x="66344" y="32738"/>
                  </a:cubicBezTo>
                  <a:cubicBezTo>
                    <a:pt x="64149" y="36050"/>
                    <a:pt x="61135" y="38617"/>
                    <a:pt x="57228" y="40403"/>
                  </a:cubicBezTo>
                  <a:cubicBezTo>
                    <a:pt x="53359" y="42226"/>
                    <a:pt x="48857" y="43119"/>
                    <a:pt x="43834" y="43119"/>
                  </a:cubicBezTo>
                  <a:cubicBezTo>
                    <a:pt x="38885" y="43119"/>
                    <a:pt x="34421" y="42300"/>
                    <a:pt x="30402" y="40663"/>
                  </a:cubicBezTo>
                  <a:cubicBezTo>
                    <a:pt x="26384" y="39026"/>
                    <a:pt x="23296" y="36571"/>
                    <a:pt x="21175" y="33259"/>
                  </a:cubicBezTo>
                  <a:cubicBezTo>
                    <a:pt x="19017" y="29985"/>
                    <a:pt x="17938" y="26301"/>
                    <a:pt x="17938" y="22246"/>
                  </a:cubicBezTo>
                  <a:cubicBezTo>
                    <a:pt x="17938" y="19269"/>
                    <a:pt x="18570" y="16628"/>
                    <a:pt x="19835" y="14284"/>
                  </a:cubicBezTo>
                  <a:cubicBezTo>
                    <a:pt x="21100" y="11977"/>
                    <a:pt x="22738" y="10079"/>
                    <a:pt x="24747" y="8628"/>
                  </a:cubicBezTo>
                  <a:lnTo>
                    <a:pt x="302" y="8628"/>
                  </a:lnTo>
                  <a:lnTo>
                    <a:pt x="302" y="294"/>
                  </a:lnTo>
                  <a:lnTo>
                    <a:pt x="68465" y="294"/>
                  </a:lnTo>
                  <a:lnTo>
                    <a:pt x="68465" y="8070"/>
                  </a:lnTo>
                  <a:moveTo>
                    <a:pt x="43834" y="34524"/>
                  </a:moveTo>
                  <a:cubicBezTo>
                    <a:pt x="50159" y="34524"/>
                    <a:pt x="54884" y="33185"/>
                    <a:pt x="58010" y="30543"/>
                  </a:cubicBezTo>
                  <a:cubicBezTo>
                    <a:pt x="61135" y="27864"/>
                    <a:pt x="62698" y="24739"/>
                    <a:pt x="62698" y="21092"/>
                  </a:cubicBezTo>
                  <a:cubicBezTo>
                    <a:pt x="62698" y="17446"/>
                    <a:pt x="61210" y="14321"/>
                    <a:pt x="58196" y="11753"/>
                  </a:cubicBezTo>
                  <a:cubicBezTo>
                    <a:pt x="55219" y="9223"/>
                    <a:pt x="50643" y="7921"/>
                    <a:pt x="44504" y="7921"/>
                  </a:cubicBezTo>
                  <a:cubicBezTo>
                    <a:pt x="37769" y="7921"/>
                    <a:pt x="32783" y="9223"/>
                    <a:pt x="29621" y="11828"/>
                  </a:cubicBezTo>
                  <a:cubicBezTo>
                    <a:pt x="26458" y="14432"/>
                    <a:pt x="24896" y="17632"/>
                    <a:pt x="24896" y="21464"/>
                  </a:cubicBezTo>
                  <a:cubicBezTo>
                    <a:pt x="24896" y="25185"/>
                    <a:pt x="26421" y="28311"/>
                    <a:pt x="29435" y="30803"/>
                  </a:cubicBezTo>
                  <a:cubicBezTo>
                    <a:pt x="32486" y="33296"/>
                    <a:pt x="37286" y="34524"/>
                    <a:pt x="43834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96" name="Graphic 4">
            <a:extLst>
              <a:ext uri="{FF2B5EF4-FFF2-40B4-BE49-F238E27FC236}">
                <a16:creationId xmlns:a16="http://schemas.microsoft.com/office/drawing/2014/main" id="{7C8F1BF8-4FA7-D9B8-3B48-7D2247097D66}"/>
              </a:ext>
            </a:extLst>
          </p:cNvPr>
          <p:cNvGrpSpPr/>
          <p:nvPr/>
        </p:nvGrpSpPr>
        <p:grpSpPr>
          <a:xfrm>
            <a:off x="3760723" y="3216283"/>
            <a:ext cx="88217" cy="213373"/>
            <a:chOff x="3378906" y="3216283"/>
            <a:chExt cx="88217" cy="213373"/>
          </a:xfrm>
          <a:solidFill>
            <a:srgbClr val="000000"/>
          </a:solidFill>
        </p:grpSpPr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922E5E2D-3AEA-EB70-8A0A-6BDCC4AAF9DD}"/>
                </a:ext>
              </a:extLst>
            </p:cNvPr>
            <p:cNvSpPr/>
            <p:nvPr/>
          </p:nvSpPr>
          <p:spPr>
            <a:xfrm>
              <a:off x="3378906" y="3373325"/>
              <a:ext cx="68163" cy="56331"/>
            </a:xfrm>
            <a:custGeom>
              <a:avLst/>
              <a:gdLst>
                <a:gd name="csX0" fmla="*/ 68473 w 68163"/>
                <a:gd name="csY0" fmla="*/ 56643 h 56331"/>
                <a:gd name="csX1" fmla="*/ 310 w 68163"/>
                <a:gd name="csY1" fmla="*/ 56643 h 56331"/>
                <a:gd name="csX2" fmla="*/ 310 w 68163"/>
                <a:gd name="csY2" fmla="*/ 33166 h 56331"/>
                <a:gd name="csX3" fmla="*/ 1277 w 68163"/>
                <a:gd name="csY3" fmla="*/ 21036 h 56331"/>
                <a:gd name="csX4" fmla="*/ 6151 w 68163"/>
                <a:gd name="csY4" fmla="*/ 11028 h 56331"/>
                <a:gd name="csX5" fmla="*/ 17797 w 68163"/>
                <a:gd name="csY5" fmla="*/ 2954 h 56331"/>
                <a:gd name="csX6" fmla="*/ 34019 w 68163"/>
                <a:gd name="csY6" fmla="*/ 312 h 56331"/>
                <a:gd name="csX7" fmla="*/ 47786 w 68163"/>
                <a:gd name="csY7" fmla="*/ 2098 h 56331"/>
                <a:gd name="csX8" fmla="*/ 57720 w 68163"/>
                <a:gd name="csY8" fmla="*/ 6749 h 56331"/>
                <a:gd name="csX9" fmla="*/ 63897 w 68163"/>
                <a:gd name="csY9" fmla="*/ 12962 h 56331"/>
                <a:gd name="csX10" fmla="*/ 67320 w 68163"/>
                <a:gd name="csY10" fmla="*/ 21111 h 56331"/>
                <a:gd name="csX11" fmla="*/ 68473 w 68163"/>
                <a:gd name="csY11" fmla="*/ 32050 h 56331"/>
                <a:gd name="csX12" fmla="*/ 68473 w 68163"/>
                <a:gd name="csY12" fmla="*/ 56643 h 56331"/>
                <a:gd name="csX13" fmla="*/ 60436 w 68163"/>
                <a:gd name="csY13" fmla="*/ 47639 h 56331"/>
                <a:gd name="csX14" fmla="*/ 60436 w 68163"/>
                <a:gd name="csY14" fmla="*/ 33091 h 56331"/>
                <a:gd name="csX15" fmla="*/ 59171 w 68163"/>
                <a:gd name="csY15" fmla="*/ 22487 h 56331"/>
                <a:gd name="csX16" fmla="*/ 55637 w 68163"/>
                <a:gd name="csY16" fmla="*/ 16385 h 56331"/>
                <a:gd name="csX17" fmla="*/ 47005 w 68163"/>
                <a:gd name="csY17" fmla="*/ 11400 h 56331"/>
                <a:gd name="csX18" fmla="*/ 33870 w 68163"/>
                <a:gd name="csY18" fmla="*/ 9614 h 56331"/>
                <a:gd name="csX19" fmla="*/ 17425 w 68163"/>
                <a:gd name="csY19" fmla="*/ 13111 h 56331"/>
                <a:gd name="csX20" fmla="*/ 9723 w 68163"/>
                <a:gd name="csY20" fmla="*/ 21632 h 56331"/>
                <a:gd name="csX21" fmla="*/ 8346 w 68163"/>
                <a:gd name="csY21" fmla="*/ 33315 h 56331"/>
                <a:gd name="csX22" fmla="*/ 8346 w 68163"/>
                <a:gd name="csY22" fmla="*/ 47639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73" y="56643"/>
                  </a:moveTo>
                  <a:lnTo>
                    <a:pt x="310" y="56643"/>
                  </a:lnTo>
                  <a:lnTo>
                    <a:pt x="310" y="33166"/>
                  </a:lnTo>
                  <a:cubicBezTo>
                    <a:pt x="310" y="27882"/>
                    <a:pt x="607" y="23827"/>
                    <a:pt x="1277" y="21036"/>
                  </a:cubicBezTo>
                  <a:cubicBezTo>
                    <a:pt x="2170" y="17130"/>
                    <a:pt x="3807" y="13781"/>
                    <a:pt x="6151" y="11028"/>
                  </a:cubicBezTo>
                  <a:cubicBezTo>
                    <a:pt x="9202" y="7456"/>
                    <a:pt x="13072" y="4740"/>
                    <a:pt x="17797" y="2954"/>
                  </a:cubicBezTo>
                  <a:cubicBezTo>
                    <a:pt x="22522" y="1168"/>
                    <a:pt x="27917" y="312"/>
                    <a:pt x="34019" y="312"/>
                  </a:cubicBezTo>
                  <a:cubicBezTo>
                    <a:pt x="39191" y="312"/>
                    <a:pt x="43768" y="907"/>
                    <a:pt x="47786" y="2098"/>
                  </a:cubicBezTo>
                  <a:cubicBezTo>
                    <a:pt x="51767" y="3326"/>
                    <a:pt x="55078" y="4851"/>
                    <a:pt x="57720" y="6749"/>
                  </a:cubicBezTo>
                  <a:cubicBezTo>
                    <a:pt x="60325" y="8646"/>
                    <a:pt x="62371" y="10730"/>
                    <a:pt x="63897" y="12962"/>
                  </a:cubicBezTo>
                  <a:cubicBezTo>
                    <a:pt x="65385" y="15232"/>
                    <a:pt x="66538" y="17911"/>
                    <a:pt x="67320" y="21111"/>
                  </a:cubicBezTo>
                  <a:cubicBezTo>
                    <a:pt x="68101" y="24273"/>
                    <a:pt x="68473" y="27920"/>
                    <a:pt x="68473" y="32050"/>
                  </a:cubicBezTo>
                  <a:lnTo>
                    <a:pt x="68473" y="56643"/>
                  </a:lnTo>
                  <a:moveTo>
                    <a:pt x="60436" y="47639"/>
                  </a:moveTo>
                  <a:lnTo>
                    <a:pt x="60436" y="33091"/>
                  </a:lnTo>
                  <a:cubicBezTo>
                    <a:pt x="60436" y="28589"/>
                    <a:pt x="60027" y="25055"/>
                    <a:pt x="59171" y="22487"/>
                  </a:cubicBezTo>
                  <a:cubicBezTo>
                    <a:pt x="58353" y="19957"/>
                    <a:pt x="57162" y="17911"/>
                    <a:pt x="55637" y="16385"/>
                  </a:cubicBezTo>
                  <a:cubicBezTo>
                    <a:pt x="53516" y="14227"/>
                    <a:pt x="50614" y="12590"/>
                    <a:pt x="47005" y="11400"/>
                  </a:cubicBezTo>
                  <a:cubicBezTo>
                    <a:pt x="43395" y="10209"/>
                    <a:pt x="39005" y="9614"/>
                    <a:pt x="33870" y="9614"/>
                  </a:cubicBezTo>
                  <a:cubicBezTo>
                    <a:pt x="26727" y="9614"/>
                    <a:pt x="21257" y="10767"/>
                    <a:pt x="17425" y="13111"/>
                  </a:cubicBezTo>
                  <a:cubicBezTo>
                    <a:pt x="13593" y="15455"/>
                    <a:pt x="11025" y="18283"/>
                    <a:pt x="9723" y="21632"/>
                  </a:cubicBezTo>
                  <a:cubicBezTo>
                    <a:pt x="8793" y="24050"/>
                    <a:pt x="8346" y="27957"/>
                    <a:pt x="8346" y="33315"/>
                  </a:cubicBezTo>
                  <a:lnTo>
                    <a:pt x="8346" y="4763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9886E7B2-CA15-51AF-FEF0-5C3E34113344}"/>
                </a:ext>
              </a:extLst>
            </p:cNvPr>
            <p:cNvSpPr/>
            <p:nvPr/>
          </p:nvSpPr>
          <p:spPr>
            <a:xfrm>
              <a:off x="3378906" y="3353763"/>
              <a:ext cx="68163" cy="8371"/>
            </a:xfrm>
            <a:custGeom>
              <a:avLst/>
              <a:gdLst>
                <a:gd name="csX0" fmla="*/ 68473 w 68163"/>
                <a:gd name="csY0" fmla="*/ 8676 h 8371"/>
                <a:gd name="csX1" fmla="*/ 310 w 68163"/>
                <a:gd name="csY1" fmla="*/ 8676 h 8371"/>
                <a:gd name="csX2" fmla="*/ 310 w 68163"/>
                <a:gd name="csY2" fmla="*/ 305 h 8371"/>
                <a:gd name="csX3" fmla="*/ 68473 w 68163"/>
                <a:gd name="csY3" fmla="*/ 305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473" y="8676"/>
                  </a:moveTo>
                  <a:lnTo>
                    <a:pt x="310" y="8676"/>
                  </a:lnTo>
                  <a:lnTo>
                    <a:pt x="310" y="305"/>
                  </a:lnTo>
                  <a:lnTo>
                    <a:pt x="68473" y="30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EE011231-BC6B-AF85-6C9E-DE310D1B44E5}"/>
                </a:ext>
              </a:extLst>
            </p:cNvPr>
            <p:cNvSpPr/>
            <p:nvPr/>
          </p:nvSpPr>
          <p:spPr>
            <a:xfrm>
              <a:off x="3418197" y="3318352"/>
              <a:ext cx="8408" cy="25710"/>
            </a:xfrm>
            <a:custGeom>
              <a:avLst/>
              <a:gdLst>
                <a:gd name="csX0" fmla="*/ 8719 w 8408"/>
                <a:gd name="csY0" fmla="*/ 26013 h 25710"/>
                <a:gd name="csX1" fmla="*/ 310 w 8408"/>
                <a:gd name="csY1" fmla="*/ 26013 h 25710"/>
                <a:gd name="csX2" fmla="*/ 310 w 8408"/>
                <a:gd name="csY2" fmla="*/ 303 h 25710"/>
                <a:gd name="csX3" fmla="*/ 8719 w 8408"/>
                <a:gd name="csY3" fmla="*/ 303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19" y="26013"/>
                  </a:moveTo>
                  <a:lnTo>
                    <a:pt x="310" y="26013"/>
                  </a:lnTo>
                  <a:lnTo>
                    <a:pt x="310" y="303"/>
                  </a:lnTo>
                  <a:lnTo>
                    <a:pt x="8719" y="30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0" name="Freeform 1399">
              <a:extLst>
                <a:ext uri="{FF2B5EF4-FFF2-40B4-BE49-F238E27FC236}">
                  <a16:creationId xmlns:a16="http://schemas.microsoft.com/office/drawing/2014/main" id="{01B49806-CC87-93DD-CF0E-EC2337F3ABDC}"/>
                </a:ext>
              </a:extLst>
            </p:cNvPr>
            <p:cNvSpPr/>
            <p:nvPr/>
          </p:nvSpPr>
          <p:spPr>
            <a:xfrm>
              <a:off x="3396542" y="3268773"/>
              <a:ext cx="70581" cy="43495"/>
            </a:xfrm>
            <a:custGeom>
              <a:avLst/>
              <a:gdLst>
                <a:gd name="csX0" fmla="*/ 54930 w 70581"/>
                <a:gd name="csY0" fmla="*/ 42120 h 43495"/>
                <a:gd name="csX1" fmla="*/ 56157 w 70581"/>
                <a:gd name="csY1" fmla="*/ 34009 h 43495"/>
                <a:gd name="csX2" fmla="*/ 61627 w 70581"/>
                <a:gd name="csY2" fmla="*/ 31181 h 43495"/>
                <a:gd name="csX3" fmla="*/ 63971 w 70581"/>
                <a:gd name="csY3" fmla="*/ 22661 h 43495"/>
                <a:gd name="csX4" fmla="*/ 61627 w 70581"/>
                <a:gd name="csY4" fmla="*/ 13694 h 43495"/>
                <a:gd name="csX5" fmla="*/ 55116 w 70581"/>
                <a:gd name="csY5" fmla="*/ 9378 h 43495"/>
                <a:gd name="csX6" fmla="*/ 44363 w 70581"/>
                <a:gd name="csY6" fmla="*/ 8782 h 43495"/>
                <a:gd name="csX7" fmla="*/ 50837 w 70581"/>
                <a:gd name="csY7" fmla="*/ 22475 h 43495"/>
                <a:gd name="csX8" fmla="*/ 43507 w 70581"/>
                <a:gd name="csY8" fmla="*/ 38250 h 43495"/>
                <a:gd name="csX9" fmla="*/ 25871 w 70581"/>
                <a:gd name="csY9" fmla="*/ 43794 h 43495"/>
                <a:gd name="csX10" fmla="*/ 12811 w 70581"/>
                <a:gd name="csY10" fmla="*/ 41264 h 43495"/>
                <a:gd name="csX11" fmla="*/ 3584 w 70581"/>
                <a:gd name="csY11" fmla="*/ 33823 h 43495"/>
                <a:gd name="csX12" fmla="*/ 310 w 70581"/>
                <a:gd name="csY12" fmla="*/ 22400 h 43495"/>
                <a:gd name="csX13" fmla="*/ 7379 w 70581"/>
                <a:gd name="csY13" fmla="*/ 8001 h 43495"/>
                <a:gd name="csX14" fmla="*/ 1426 w 70581"/>
                <a:gd name="csY14" fmla="*/ 8001 h 43495"/>
                <a:gd name="csX15" fmla="*/ 1426 w 70581"/>
                <a:gd name="csY15" fmla="*/ 299 h 43495"/>
                <a:gd name="csX16" fmla="*/ 44140 w 70581"/>
                <a:gd name="csY16" fmla="*/ 299 h 43495"/>
                <a:gd name="csX17" fmla="*/ 60474 w 70581"/>
                <a:gd name="csY17" fmla="*/ 2643 h 43495"/>
                <a:gd name="csX18" fmla="*/ 68101 w 70581"/>
                <a:gd name="csY18" fmla="*/ 10085 h 43495"/>
                <a:gd name="csX19" fmla="*/ 70891 w 70581"/>
                <a:gd name="csY19" fmla="*/ 22623 h 43495"/>
                <a:gd name="csX20" fmla="*/ 66910 w 70581"/>
                <a:gd name="csY20" fmla="*/ 36874 h 43495"/>
                <a:gd name="csX21" fmla="*/ 54930 w 70581"/>
                <a:gd name="csY21" fmla="*/ 42120 h 43495"/>
                <a:gd name="csX22" fmla="*/ 25238 w 70581"/>
                <a:gd name="csY22" fmla="*/ 35199 h 43495"/>
                <a:gd name="csX23" fmla="*/ 39452 w 70581"/>
                <a:gd name="csY23" fmla="*/ 31330 h 43495"/>
                <a:gd name="csX24" fmla="*/ 43916 w 70581"/>
                <a:gd name="csY24" fmla="*/ 21656 h 43495"/>
                <a:gd name="csX25" fmla="*/ 39452 w 70581"/>
                <a:gd name="csY25" fmla="*/ 11982 h 43495"/>
                <a:gd name="csX26" fmla="*/ 25536 w 70581"/>
                <a:gd name="csY26" fmla="*/ 8113 h 43495"/>
                <a:gd name="csX27" fmla="*/ 11844 w 70581"/>
                <a:gd name="csY27" fmla="*/ 12131 h 43495"/>
                <a:gd name="csX28" fmla="*/ 7267 w 70581"/>
                <a:gd name="csY28" fmla="*/ 21805 h 43495"/>
                <a:gd name="csX29" fmla="*/ 11807 w 70581"/>
                <a:gd name="csY29" fmla="*/ 31293 h 43495"/>
                <a:gd name="csX30" fmla="*/ 25238 w 70581"/>
                <a:gd name="csY30" fmla="*/ 35199 h 43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70581" h="43495">
                  <a:moveTo>
                    <a:pt x="54930" y="42120"/>
                  </a:moveTo>
                  <a:lnTo>
                    <a:pt x="56157" y="34009"/>
                  </a:lnTo>
                  <a:cubicBezTo>
                    <a:pt x="58650" y="33674"/>
                    <a:pt x="60474" y="32707"/>
                    <a:pt x="61627" y="31181"/>
                  </a:cubicBezTo>
                  <a:cubicBezTo>
                    <a:pt x="63190" y="29097"/>
                    <a:pt x="63971" y="26233"/>
                    <a:pt x="63971" y="22661"/>
                  </a:cubicBezTo>
                  <a:cubicBezTo>
                    <a:pt x="63971" y="18791"/>
                    <a:pt x="63190" y="15777"/>
                    <a:pt x="61627" y="13694"/>
                  </a:cubicBezTo>
                  <a:cubicBezTo>
                    <a:pt x="60064" y="11573"/>
                    <a:pt x="57906" y="10122"/>
                    <a:pt x="55116" y="9378"/>
                  </a:cubicBezTo>
                  <a:cubicBezTo>
                    <a:pt x="53404" y="8968"/>
                    <a:pt x="49832" y="8745"/>
                    <a:pt x="44363" y="8782"/>
                  </a:cubicBezTo>
                  <a:cubicBezTo>
                    <a:pt x="48679" y="12466"/>
                    <a:pt x="50837" y="17005"/>
                    <a:pt x="50837" y="22475"/>
                  </a:cubicBezTo>
                  <a:cubicBezTo>
                    <a:pt x="50837" y="29246"/>
                    <a:pt x="48381" y="34530"/>
                    <a:pt x="43507" y="38250"/>
                  </a:cubicBezTo>
                  <a:cubicBezTo>
                    <a:pt x="38596" y="41934"/>
                    <a:pt x="32717" y="43794"/>
                    <a:pt x="25871" y="43794"/>
                  </a:cubicBezTo>
                  <a:cubicBezTo>
                    <a:pt x="21146" y="43794"/>
                    <a:pt x="16792" y="42976"/>
                    <a:pt x="12811" y="41264"/>
                  </a:cubicBezTo>
                  <a:cubicBezTo>
                    <a:pt x="8830" y="39553"/>
                    <a:pt x="5742" y="37060"/>
                    <a:pt x="3584" y="33823"/>
                  </a:cubicBezTo>
                  <a:cubicBezTo>
                    <a:pt x="1426" y="30586"/>
                    <a:pt x="310" y="26791"/>
                    <a:pt x="310" y="22400"/>
                  </a:cubicBezTo>
                  <a:cubicBezTo>
                    <a:pt x="310" y="16596"/>
                    <a:pt x="2691" y="11796"/>
                    <a:pt x="7379" y="8001"/>
                  </a:cubicBezTo>
                  <a:lnTo>
                    <a:pt x="1426" y="8001"/>
                  </a:lnTo>
                  <a:lnTo>
                    <a:pt x="1426" y="299"/>
                  </a:lnTo>
                  <a:lnTo>
                    <a:pt x="44140" y="299"/>
                  </a:lnTo>
                  <a:cubicBezTo>
                    <a:pt x="51841" y="299"/>
                    <a:pt x="57274" y="1081"/>
                    <a:pt x="60474" y="2643"/>
                  </a:cubicBezTo>
                  <a:cubicBezTo>
                    <a:pt x="63711" y="4206"/>
                    <a:pt x="66241" y="6662"/>
                    <a:pt x="68101" y="10085"/>
                  </a:cubicBezTo>
                  <a:cubicBezTo>
                    <a:pt x="69961" y="13471"/>
                    <a:pt x="70891" y="17638"/>
                    <a:pt x="70891" y="22623"/>
                  </a:cubicBezTo>
                  <a:cubicBezTo>
                    <a:pt x="70891" y="28502"/>
                    <a:pt x="69552" y="33265"/>
                    <a:pt x="66910" y="36874"/>
                  </a:cubicBezTo>
                  <a:cubicBezTo>
                    <a:pt x="64269" y="40520"/>
                    <a:pt x="60250" y="42269"/>
                    <a:pt x="54930" y="42120"/>
                  </a:cubicBezTo>
                  <a:moveTo>
                    <a:pt x="25238" y="35199"/>
                  </a:moveTo>
                  <a:cubicBezTo>
                    <a:pt x="31750" y="35199"/>
                    <a:pt x="36475" y="33934"/>
                    <a:pt x="39452" y="31330"/>
                  </a:cubicBezTo>
                  <a:cubicBezTo>
                    <a:pt x="42428" y="28763"/>
                    <a:pt x="43916" y="25563"/>
                    <a:pt x="43916" y="21656"/>
                  </a:cubicBezTo>
                  <a:cubicBezTo>
                    <a:pt x="43916" y="17824"/>
                    <a:pt x="42428" y="14587"/>
                    <a:pt x="39452" y="11982"/>
                  </a:cubicBezTo>
                  <a:cubicBezTo>
                    <a:pt x="36512" y="9415"/>
                    <a:pt x="31861" y="8113"/>
                    <a:pt x="25536" y="8113"/>
                  </a:cubicBezTo>
                  <a:cubicBezTo>
                    <a:pt x="19509" y="8113"/>
                    <a:pt x="14932" y="9452"/>
                    <a:pt x="11844" y="12131"/>
                  </a:cubicBezTo>
                  <a:cubicBezTo>
                    <a:pt x="8793" y="14810"/>
                    <a:pt x="7267" y="18047"/>
                    <a:pt x="7267" y="21805"/>
                  </a:cubicBezTo>
                  <a:cubicBezTo>
                    <a:pt x="7267" y="25526"/>
                    <a:pt x="8756" y="28688"/>
                    <a:pt x="11807" y="31293"/>
                  </a:cubicBezTo>
                  <a:cubicBezTo>
                    <a:pt x="14820" y="33897"/>
                    <a:pt x="19285" y="35199"/>
                    <a:pt x="25238" y="3519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Freeform 1400">
              <a:extLst>
                <a:ext uri="{FF2B5EF4-FFF2-40B4-BE49-F238E27FC236}">
                  <a16:creationId xmlns:a16="http://schemas.microsoft.com/office/drawing/2014/main" id="{F2E2A0AB-CC4A-5A5E-8F9F-1AFD1D31EE83}"/>
                </a:ext>
              </a:extLst>
            </p:cNvPr>
            <p:cNvSpPr/>
            <p:nvPr/>
          </p:nvSpPr>
          <p:spPr>
            <a:xfrm>
              <a:off x="3378906" y="3216283"/>
              <a:ext cx="69279" cy="42825"/>
            </a:xfrm>
            <a:custGeom>
              <a:avLst/>
              <a:gdLst>
                <a:gd name="csX0" fmla="*/ 68473 w 69279"/>
                <a:gd name="csY0" fmla="*/ 8070 h 42825"/>
                <a:gd name="csX1" fmla="*/ 62259 w 69279"/>
                <a:gd name="csY1" fmla="*/ 8070 h 42825"/>
                <a:gd name="csX2" fmla="*/ 69589 w 69279"/>
                <a:gd name="csY2" fmla="*/ 21874 h 42825"/>
                <a:gd name="csX3" fmla="*/ 66352 w 69279"/>
                <a:gd name="csY3" fmla="*/ 32738 h 42825"/>
                <a:gd name="csX4" fmla="*/ 57236 w 69279"/>
                <a:gd name="csY4" fmla="*/ 40403 h 42825"/>
                <a:gd name="csX5" fmla="*/ 43842 w 69279"/>
                <a:gd name="csY5" fmla="*/ 43119 h 42825"/>
                <a:gd name="csX6" fmla="*/ 30410 w 69279"/>
                <a:gd name="csY6" fmla="*/ 40663 h 42825"/>
                <a:gd name="csX7" fmla="*/ 21183 w 69279"/>
                <a:gd name="csY7" fmla="*/ 33259 h 42825"/>
                <a:gd name="csX8" fmla="*/ 17946 w 69279"/>
                <a:gd name="csY8" fmla="*/ 22246 h 42825"/>
                <a:gd name="csX9" fmla="*/ 19843 w 69279"/>
                <a:gd name="csY9" fmla="*/ 14284 h 42825"/>
                <a:gd name="csX10" fmla="*/ 24755 w 69279"/>
                <a:gd name="csY10" fmla="*/ 8628 h 42825"/>
                <a:gd name="csX11" fmla="*/ 310 w 69279"/>
                <a:gd name="csY11" fmla="*/ 8628 h 42825"/>
                <a:gd name="csX12" fmla="*/ 310 w 69279"/>
                <a:gd name="csY12" fmla="*/ 294 h 42825"/>
                <a:gd name="csX13" fmla="*/ 68473 w 69279"/>
                <a:gd name="csY13" fmla="*/ 294 h 42825"/>
                <a:gd name="csX14" fmla="*/ 68473 w 69279"/>
                <a:gd name="csY14" fmla="*/ 8070 h 42825"/>
                <a:gd name="csX15" fmla="*/ 43842 w 69279"/>
                <a:gd name="csY15" fmla="*/ 34524 h 42825"/>
                <a:gd name="csX16" fmla="*/ 58018 w 69279"/>
                <a:gd name="csY16" fmla="*/ 30543 h 42825"/>
                <a:gd name="csX17" fmla="*/ 62706 w 69279"/>
                <a:gd name="csY17" fmla="*/ 21092 h 42825"/>
                <a:gd name="csX18" fmla="*/ 58204 w 69279"/>
                <a:gd name="csY18" fmla="*/ 11753 h 42825"/>
                <a:gd name="csX19" fmla="*/ 44512 w 69279"/>
                <a:gd name="csY19" fmla="*/ 7921 h 42825"/>
                <a:gd name="csX20" fmla="*/ 29629 w 69279"/>
                <a:gd name="csY20" fmla="*/ 11828 h 42825"/>
                <a:gd name="csX21" fmla="*/ 24904 w 69279"/>
                <a:gd name="csY21" fmla="*/ 21464 h 42825"/>
                <a:gd name="csX22" fmla="*/ 29443 w 69279"/>
                <a:gd name="csY22" fmla="*/ 30803 h 42825"/>
                <a:gd name="csX23" fmla="*/ 43842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73" y="8070"/>
                  </a:moveTo>
                  <a:lnTo>
                    <a:pt x="62259" y="8070"/>
                  </a:lnTo>
                  <a:cubicBezTo>
                    <a:pt x="67134" y="11195"/>
                    <a:pt x="69589" y="15809"/>
                    <a:pt x="69589" y="21874"/>
                  </a:cubicBezTo>
                  <a:cubicBezTo>
                    <a:pt x="69589" y="25818"/>
                    <a:pt x="68510" y="29427"/>
                    <a:pt x="66352" y="32738"/>
                  </a:cubicBezTo>
                  <a:cubicBezTo>
                    <a:pt x="64157" y="36050"/>
                    <a:pt x="61143" y="38617"/>
                    <a:pt x="57236" y="40403"/>
                  </a:cubicBezTo>
                  <a:cubicBezTo>
                    <a:pt x="53367" y="42226"/>
                    <a:pt x="48865" y="43119"/>
                    <a:pt x="43842" y="43119"/>
                  </a:cubicBezTo>
                  <a:cubicBezTo>
                    <a:pt x="38893" y="43119"/>
                    <a:pt x="34429" y="42300"/>
                    <a:pt x="30410" y="40663"/>
                  </a:cubicBezTo>
                  <a:cubicBezTo>
                    <a:pt x="26392" y="39026"/>
                    <a:pt x="23304" y="36571"/>
                    <a:pt x="21183" y="33259"/>
                  </a:cubicBezTo>
                  <a:cubicBezTo>
                    <a:pt x="19025" y="29985"/>
                    <a:pt x="17946" y="26301"/>
                    <a:pt x="17946" y="22246"/>
                  </a:cubicBezTo>
                  <a:cubicBezTo>
                    <a:pt x="17946" y="19269"/>
                    <a:pt x="18578" y="16628"/>
                    <a:pt x="19843" y="14284"/>
                  </a:cubicBezTo>
                  <a:cubicBezTo>
                    <a:pt x="21108" y="11977"/>
                    <a:pt x="22746" y="10079"/>
                    <a:pt x="24755" y="8628"/>
                  </a:cubicBezTo>
                  <a:lnTo>
                    <a:pt x="310" y="8628"/>
                  </a:lnTo>
                  <a:lnTo>
                    <a:pt x="310" y="294"/>
                  </a:lnTo>
                  <a:lnTo>
                    <a:pt x="68473" y="294"/>
                  </a:lnTo>
                  <a:lnTo>
                    <a:pt x="68473" y="8070"/>
                  </a:lnTo>
                  <a:moveTo>
                    <a:pt x="43842" y="34524"/>
                  </a:moveTo>
                  <a:cubicBezTo>
                    <a:pt x="50167" y="34524"/>
                    <a:pt x="54892" y="33185"/>
                    <a:pt x="58018" y="30543"/>
                  </a:cubicBezTo>
                  <a:cubicBezTo>
                    <a:pt x="61143" y="27864"/>
                    <a:pt x="62706" y="24739"/>
                    <a:pt x="62706" y="21092"/>
                  </a:cubicBezTo>
                  <a:cubicBezTo>
                    <a:pt x="62706" y="17446"/>
                    <a:pt x="61218" y="14321"/>
                    <a:pt x="58204" y="11753"/>
                  </a:cubicBezTo>
                  <a:cubicBezTo>
                    <a:pt x="55227" y="9223"/>
                    <a:pt x="50651" y="7921"/>
                    <a:pt x="44512" y="7921"/>
                  </a:cubicBezTo>
                  <a:cubicBezTo>
                    <a:pt x="37777" y="7921"/>
                    <a:pt x="32791" y="9223"/>
                    <a:pt x="29629" y="11828"/>
                  </a:cubicBezTo>
                  <a:cubicBezTo>
                    <a:pt x="26466" y="14432"/>
                    <a:pt x="24904" y="17632"/>
                    <a:pt x="24904" y="21464"/>
                  </a:cubicBezTo>
                  <a:cubicBezTo>
                    <a:pt x="24904" y="25185"/>
                    <a:pt x="26429" y="28311"/>
                    <a:pt x="29443" y="30803"/>
                  </a:cubicBezTo>
                  <a:cubicBezTo>
                    <a:pt x="32494" y="33296"/>
                    <a:pt x="37294" y="34524"/>
                    <a:pt x="43842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02" name="Graphic 4">
            <a:extLst>
              <a:ext uri="{FF2B5EF4-FFF2-40B4-BE49-F238E27FC236}">
                <a16:creationId xmlns:a16="http://schemas.microsoft.com/office/drawing/2014/main" id="{32B225F4-D594-561D-9606-B11F292CA0D9}"/>
              </a:ext>
            </a:extLst>
          </p:cNvPr>
          <p:cNvGrpSpPr/>
          <p:nvPr/>
        </p:nvGrpSpPr>
        <p:grpSpPr>
          <a:xfrm>
            <a:off x="3836811" y="3216283"/>
            <a:ext cx="69577" cy="260998"/>
            <a:chOff x="3454994" y="3216283"/>
            <a:chExt cx="69577" cy="260998"/>
          </a:xfrm>
          <a:solidFill>
            <a:srgbClr val="000000"/>
          </a:solidFill>
        </p:grpSpPr>
        <p:sp>
          <p:nvSpPr>
            <p:cNvPr id="1403" name="Freeform 1402">
              <a:extLst>
                <a:ext uri="{FF2B5EF4-FFF2-40B4-BE49-F238E27FC236}">
                  <a16:creationId xmlns:a16="http://schemas.microsoft.com/office/drawing/2014/main" id="{1A4EC3A9-17E7-4448-B8AF-E8556A31DC29}"/>
                </a:ext>
              </a:extLst>
            </p:cNvPr>
            <p:cNvSpPr/>
            <p:nvPr/>
          </p:nvSpPr>
          <p:spPr>
            <a:xfrm>
              <a:off x="3455292" y="3420950"/>
              <a:ext cx="68163" cy="56331"/>
            </a:xfrm>
            <a:custGeom>
              <a:avLst/>
              <a:gdLst>
                <a:gd name="csX0" fmla="*/ 68481 w 68163"/>
                <a:gd name="csY0" fmla="*/ 56648 h 56331"/>
                <a:gd name="csX1" fmla="*/ 318 w 68163"/>
                <a:gd name="csY1" fmla="*/ 56648 h 56331"/>
                <a:gd name="csX2" fmla="*/ 318 w 68163"/>
                <a:gd name="csY2" fmla="*/ 33171 h 56331"/>
                <a:gd name="csX3" fmla="*/ 1285 w 68163"/>
                <a:gd name="csY3" fmla="*/ 21041 h 56331"/>
                <a:gd name="csX4" fmla="*/ 6159 w 68163"/>
                <a:gd name="csY4" fmla="*/ 11033 h 56331"/>
                <a:gd name="csX5" fmla="*/ 17805 w 68163"/>
                <a:gd name="csY5" fmla="*/ 2959 h 56331"/>
                <a:gd name="csX6" fmla="*/ 34027 w 68163"/>
                <a:gd name="csY6" fmla="*/ 317 h 56331"/>
                <a:gd name="csX7" fmla="*/ 47794 w 68163"/>
                <a:gd name="csY7" fmla="*/ 2103 h 56331"/>
                <a:gd name="csX8" fmla="*/ 57728 w 68163"/>
                <a:gd name="csY8" fmla="*/ 6754 h 56331"/>
                <a:gd name="csX9" fmla="*/ 63905 w 68163"/>
                <a:gd name="csY9" fmla="*/ 12967 h 56331"/>
                <a:gd name="csX10" fmla="*/ 67328 w 68163"/>
                <a:gd name="csY10" fmla="*/ 21116 h 56331"/>
                <a:gd name="csX11" fmla="*/ 68481 w 68163"/>
                <a:gd name="csY11" fmla="*/ 32055 h 56331"/>
                <a:gd name="csX12" fmla="*/ 68481 w 68163"/>
                <a:gd name="csY12" fmla="*/ 56648 h 56331"/>
                <a:gd name="csX13" fmla="*/ 60444 w 68163"/>
                <a:gd name="csY13" fmla="*/ 47644 h 56331"/>
                <a:gd name="csX14" fmla="*/ 60444 w 68163"/>
                <a:gd name="csY14" fmla="*/ 33096 h 56331"/>
                <a:gd name="csX15" fmla="*/ 59179 w 68163"/>
                <a:gd name="csY15" fmla="*/ 22492 h 56331"/>
                <a:gd name="csX16" fmla="*/ 55645 w 68163"/>
                <a:gd name="csY16" fmla="*/ 16390 h 56331"/>
                <a:gd name="csX17" fmla="*/ 47013 w 68163"/>
                <a:gd name="csY17" fmla="*/ 11405 h 56331"/>
                <a:gd name="csX18" fmla="*/ 33878 w 68163"/>
                <a:gd name="csY18" fmla="*/ 9619 h 56331"/>
                <a:gd name="csX19" fmla="*/ 17433 w 68163"/>
                <a:gd name="csY19" fmla="*/ 13116 h 56331"/>
                <a:gd name="csX20" fmla="*/ 9731 w 68163"/>
                <a:gd name="csY20" fmla="*/ 21637 h 56331"/>
                <a:gd name="csX21" fmla="*/ 8354 w 68163"/>
                <a:gd name="csY21" fmla="*/ 33320 h 56331"/>
                <a:gd name="csX22" fmla="*/ 8354 w 68163"/>
                <a:gd name="csY22" fmla="*/ 47644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81" y="56648"/>
                  </a:moveTo>
                  <a:lnTo>
                    <a:pt x="318" y="56648"/>
                  </a:lnTo>
                  <a:lnTo>
                    <a:pt x="318" y="33171"/>
                  </a:lnTo>
                  <a:cubicBezTo>
                    <a:pt x="318" y="27887"/>
                    <a:pt x="615" y="23832"/>
                    <a:pt x="1285" y="21041"/>
                  </a:cubicBezTo>
                  <a:cubicBezTo>
                    <a:pt x="2178" y="17135"/>
                    <a:pt x="3815" y="13786"/>
                    <a:pt x="6159" y="11033"/>
                  </a:cubicBezTo>
                  <a:cubicBezTo>
                    <a:pt x="9210" y="7461"/>
                    <a:pt x="13080" y="4745"/>
                    <a:pt x="17805" y="2959"/>
                  </a:cubicBezTo>
                  <a:cubicBezTo>
                    <a:pt x="22530" y="1173"/>
                    <a:pt x="27925" y="317"/>
                    <a:pt x="34027" y="317"/>
                  </a:cubicBezTo>
                  <a:cubicBezTo>
                    <a:pt x="39199" y="317"/>
                    <a:pt x="43776" y="912"/>
                    <a:pt x="47794" y="2103"/>
                  </a:cubicBezTo>
                  <a:cubicBezTo>
                    <a:pt x="51775" y="3331"/>
                    <a:pt x="55087" y="4856"/>
                    <a:pt x="57728" y="6754"/>
                  </a:cubicBezTo>
                  <a:cubicBezTo>
                    <a:pt x="60333" y="8651"/>
                    <a:pt x="62379" y="10735"/>
                    <a:pt x="63905" y="12967"/>
                  </a:cubicBezTo>
                  <a:cubicBezTo>
                    <a:pt x="65393" y="15237"/>
                    <a:pt x="66546" y="17916"/>
                    <a:pt x="67328" y="21116"/>
                  </a:cubicBezTo>
                  <a:cubicBezTo>
                    <a:pt x="68109" y="24278"/>
                    <a:pt x="68481" y="27925"/>
                    <a:pt x="68481" y="32055"/>
                  </a:cubicBezTo>
                  <a:lnTo>
                    <a:pt x="68481" y="56648"/>
                  </a:lnTo>
                  <a:moveTo>
                    <a:pt x="60444" y="47644"/>
                  </a:moveTo>
                  <a:lnTo>
                    <a:pt x="60444" y="33096"/>
                  </a:lnTo>
                  <a:cubicBezTo>
                    <a:pt x="60444" y="28594"/>
                    <a:pt x="60035" y="25060"/>
                    <a:pt x="59179" y="22492"/>
                  </a:cubicBezTo>
                  <a:cubicBezTo>
                    <a:pt x="58361" y="19962"/>
                    <a:pt x="57170" y="17916"/>
                    <a:pt x="55645" y="16390"/>
                  </a:cubicBezTo>
                  <a:cubicBezTo>
                    <a:pt x="53524" y="14232"/>
                    <a:pt x="50622" y="12595"/>
                    <a:pt x="47013" y="11405"/>
                  </a:cubicBezTo>
                  <a:cubicBezTo>
                    <a:pt x="43403" y="10214"/>
                    <a:pt x="39013" y="9619"/>
                    <a:pt x="33878" y="9619"/>
                  </a:cubicBezTo>
                  <a:cubicBezTo>
                    <a:pt x="26735" y="9619"/>
                    <a:pt x="21265" y="10772"/>
                    <a:pt x="17433" y="13116"/>
                  </a:cubicBezTo>
                  <a:cubicBezTo>
                    <a:pt x="13601" y="15460"/>
                    <a:pt x="11033" y="18288"/>
                    <a:pt x="9731" y="21637"/>
                  </a:cubicBezTo>
                  <a:cubicBezTo>
                    <a:pt x="8801" y="24055"/>
                    <a:pt x="8354" y="27962"/>
                    <a:pt x="8354" y="33320"/>
                  </a:cubicBezTo>
                  <a:lnTo>
                    <a:pt x="8354" y="4764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Freeform 1403">
              <a:extLst>
                <a:ext uri="{FF2B5EF4-FFF2-40B4-BE49-F238E27FC236}">
                  <a16:creationId xmlns:a16="http://schemas.microsoft.com/office/drawing/2014/main" id="{52ABA283-30F9-BD97-9871-C302F0DCAF08}"/>
                </a:ext>
              </a:extLst>
            </p:cNvPr>
            <p:cNvSpPr/>
            <p:nvPr/>
          </p:nvSpPr>
          <p:spPr>
            <a:xfrm>
              <a:off x="3455292" y="3401388"/>
              <a:ext cx="68163" cy="8371"/>
            </a:xfrm>
            <a:custGeom>
              <a:avLst/>
              <a:gdLst>
                <a:gd name="csX0" fmla="*/ 68481 w 68163"/>
                <a:gd name="csY0" fmla="*/ 8681 h 8371"/>
                <a:gd name="csX1" fmla="*/ 318 w 68163"/>
                <a:gd name="csY1" fmla="*/ 8681 h 8371"/>
                <a:gd name="csX2" fmla="*/ 318 w 68163"/>
                <a:gd name="csY2" fmla="*/ 310 h 8371"/>
                <a:gd name="csX3" fmla="*/ 68481 w 68163"/>
                <a:gd name="csY3" fmla="*/ 310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481" y="8681"/>
                  </a:moveTo>
                  <a:lnTo>
                    <a:pt x="318" y="8681"/>
                  </a:lnTo>
                  <a:lnTo>
                    <a:pt x="318" y="310"/>
                  </a:lnTo>
                  <a:lnTo>
                    <a:pt x="68481" y="31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Freeform 1404">
              <a:extLst>
                <a:ext uri="{FF2B5EF4-FFF2-40B4-BE49-F238E27FC236}">
                  <a16:creationId xmlns:a16="http://schemas.microsoft.com/office/drawing/2014/main" id="{9C5956C1-BEB5-DD35-06E1-B70201003822}"/>
                </a:ext>
              </a:extLst>
            </p:cNvPr>
            <p:cNvSpPr/>
            <p:nvPr/>
          </p:nvSpPr>
          <p:spPr>
            <a:xfrm>
              <a:off x="3494583" y="3365977"/>
              <a:ext cx="8408" cy="25710"/>
            </a:xfrm>
            <a:custGeom>
              <a:avLst/>
              <a:gdLst>
                <a:gd name="csX0" fmla="*/ 8727 w 8408"/>
                <a:gd name="csY0" fmla="*/ 26018 h 25710"/>
                <a:gd name="csX1" fmla="*/ 318 w 8408"/>
                <a:gd name="csY1" fmla="*/ 26018 h 25710"/>
                <a:gd name="csX2" fmla="*/ 318 w 8408"/>
                <a:gd name="csY2" fmla="*/ 308 h 25710"/>
                <a:gd name="csX3" fmla="*/ 8727 w 8408"/>
                <a:gd name="csY3" fmla="*/ 308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27" y="26018"/>
                  </a:moveTo>
                  <a:lnTo>
                    <a:pt x="318" y="26018"/>
                  </a:lnTo>
                  <a:lnTo>
                    <a:pt x="318" y="308"/>
                  </a:lnTo>
                  <a:lnTo>
                    <a:pt x="8727" y="30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Freeform 1405">
              <a:extLst>
                <a:ext uri="{FF2B5EF4-FFF2-40B4-BE49-F238E27FC236}">
                  <a16:creationId xmlns:a16="http://schemas.microsoft.com/office/drawing/2014/main" id="{33C9FE26-6195-6710-DE91-0FF098C4094B}"/>
                </a:ext>
              </a:extLst>
            </p:cNvPr>
            <p:cNvSpPr/>
            <p:nvPr/>
          </p:nvSpPr>
          <p:spPr>
            <a:xfrm>
              <a:off x="3474044" y="3316473"/>
              <a:ext cx="49410" cy="45280"/>
            </a:xfrm>
            <a:custGeom>
              <a:avLst/>
              <a:gdLst>
                <a:gd name="csX0" fmla="*/ 49729 w 49410"/>
                <a:gd name="csY0" fmla="*/ 26796 h 45280"/>
                <a:gd name="csX1" fmla="*/ 318 w 49410"/>
                <a:gd name="csY1" fmla="*/ 45585 h 45280"/>
                <a:gd name="csX2" fmla="*/ 318 w 49410"/>
                <a:gd name="csY2" fmla="*/ 36767 h 45280"/>
                <a:gd name="csX3" fmla="*/ 29935 w 49410"/>
                <a:gd name="csY3" fmla="*/ 26163 h 45280"/>
                <a:gd name="csX4" fmla="*/ 39869 w 49410"/>
                <a:gd name="csY4" fmla="*/ 23001 h 45280"/>
                <a:gd name="csX5" fmla="*/ 30455 w 49410"/>
                <a:gd name="csY5" fmla="*/ 19875 h 45280"/>
                <a:gd name="csX6" fmla="*/ 318 w 49410"/>
                <a:gd name="csY6" fmla="*/ 8899 h 45280"/>
                <a:gd name="csX7" fmla="*/ 318 w 49410"/>
                <a:gd name="csY7" fmla="*/ 304 h 45280"/>
                <a:gd name="csX8" fmla="*/ 49729 w 49410"/>
                <a:gd name="csY8" fmla="*/ 18982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729" y="26796"/>
                  </a:moveTo>
                  <a:lnTo>
                    <a:pt x="318" y="45585"/>
                  </a:lnTo>
                  <a:lnTo>
                    <a:pt x="318" y="36767"/>
                  </a:lnTo>
                  <a:lnTo>
                    <a:pt x="29935" y="26163"/>
                  </a:lnTo>
                  <a:cubicBezTo>
                    <a:pt x="33097" y="25010"/>
                    <a:pt x="36446" y="23968"/>
                    <a:pt x="39869" y="23001"/>
                  </a:cubicBezTo>
                  <a:cubicBezTo>
                    <a:pt x="37264" y="22256"/>
                    <a:pt x="34139" y="21215"/>
                    <a:pt x="30455" y="19875"/>
                  </a:cubicBezTo>
                  <a:lnTo>
                    <a:pt x="318" y="8899"/>
                  </a:lnTo>
                  <a:lnTo>
                    <a:pt x="318" y="304"/>
                  </a:lnTo>
                  <a:lnTo>
                    <a:pt x="49729" y="1898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Freeform 1406">
              <a:extLst>
                <a:ext uri="{FF2B5EF4-FFF2-40B4-BE49-F238E27FC236}">
                  <a16:creationId xmlns:a16="http://schemas.microsoft.com/office/drawing/2014/main" id="{4C6E07F2-2FC0-5BAA-B494-BFBDD0061C0D}"/>
                </a:ext>
              </a:extLst>
            </p:cNvPr>
            <p:cNvSpPr/>
            <p:nvPr/>
          </p:nvSpPr>
          <p:spPr>
            <a:xfrm>
              <a:off x="3454994" y="3267397"/>
              <a:ext cx="68460" cy="45067"/>
            </a:xfrm>
            <a:custGeom>
              <a:avLst/>
              <a:gdLst>
                <a:gd name="csX0" fmla="*/ 60742 w 68460"/>
                <a:gd name="csY0" fmla="*/ 299 h 45067"/>
                <a:gd name="csX1" fmla="*/ 68779 w 68460"/>
                <a:gd name="csY1" fmla="*/ 299 h 45067"/>
                <a:gd name="csX2" fmla="*/ 68779 w 68460"/>
                <a:gd name="csY2" fmla="*/ 45357 h 45067"/>
                <a:gd name="csX3" fmla="*/ 62974 w 68460"/>
                <a:gd name="csY3" fmla="*/ 44390 h 45067"/>
                <a:gd name="csX4" fmla="*/ 53896 w 68460"/>
                <a:gd name="csY4" fmla="*/ 38883 h 45067"/>
                <a:gd name="csX5" fmla="*/ 43552 w 68460"/>
                <a:gd name="csY5" fmla="*/ 27944 h 45067"/>
                <a:gd name="csX6" fmla="*/ 29116 w 68460"/>
                <a:gd name="csY6" fmla="*/ 12912 h 45067"/>
                <a:gd name="csX7" fmla="*/ 19070 w 68460"/>
                <a:gd name="csY7" fmla="*/ 9006 h 45067"/>
                <a:gd name="csX8" fmla="*/ 10661 w 68460"/>
                <a:gd name="csY8" fmla="*/ 12578 h 45067"/>
                <a:gd name="csX9" fmla="*/ 7238 w 68460"/>
                <a:gd name="csY9" fmla="*/ 21842 h 45067"/>
                <a:gd name="csX10" fmla="*/ 10885 w 68460"/>
                <a:gd name="csY10" fmla="*/ 31516 h 45067"/>
                <a:gd name="csX11" fmla="*/ 20930 w 68460"/>
                <a:gd name="csY11" fmla="*/ 35199 h 45067"/>
                <a:gd name="csX12" fmla="*/ 20037 w 68460"/>
                <a:gd name="csY12" fmla="*/ 43794 h 45067"/>
                <a:gd name="csX13" fmla="*/ 5378 w 68460"/>
                <a:gd name="csY13" fmla="*/ 37134 h 45067"/>
                <a:gd name="csX14" fmla="*/ 318 w 68460"/>
                <a:gd name="csY14" fmla="*/ 21656 h 45067"/>
                <a:gd name="csX15" fmla="*/ 5750 w 68460"/>
                <a:gd name="csY15" fmla="*/ 6141 h 45067"/>
                <a:gd name="csX16" fmla="*/ 19256 w 68460"/>
                <a:gd name="csY16" fmla="*/ 411 h 45067"/>
                <a:gd name="csX17" fmla="*/ 27293 w 68460"/>
                <a:gd name="csY17" fmla="*/ 2085 h 45067"/>
                <a:gd name="csX18" fmla="*/ 35627 w 68460"/>
                <a:gd name="csY18" fmla="*/ 7629 h 45067"/>
                <a:gd name="csX19" fmla="*/ 47608 w 68460"/>
                <a:gd name="csY19" fmla="*/ 20540 h 45067"/>
                <a:gd name="csX20" fmla="*/ 56203 w 68460"/>
                <a:gd name="csY20" fmla="*/ 30214 h 45067"/>
                <a:gd name="csX21" fmla="*/ 60742 w 68460"/>
                <a:gd name="csY21" fmla="*/ 33748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742" y="299"/>
                  </a:moveTo>
                  <a:lnTo>
                    <a:pt x="68779" y="299"/>
                  </a:lnTo>
                  <a:lnTo>
                    <a:pt x="68779" y="45357"/>
                  </a:lnTo>
                  <a:cubicBezTo>
                    <a:pt x="66770" y="45431"/>
                    <a:pt x="64835" y="45096"/>
                    <a:pt x="62974" y="44390"/>
                  </a:cubicBezTo>
                  <a:cubicBezTo>
                    <a:pt x="59886" y="43236"/>
                    <a:pt x="56872" y="41413"/>
                    <a:pt x="53896" y="38883"/>
                  </a:cubicBezTo>
                  <a:cubicBezTo>
                    <a:pt x="50919" y="36353"/>
                    <a:pt x="47496" y="32707"/>
                    <a:pt x="43552" y="27944"/>
                  </a:cubicBezTo>
                  <a:cubicBezTo>
                    <a:pt x="37488" y="20540"/>
                    <a:pt x="32688" y="15517"/>
                    <a:pt x="29116" y="12912"/>
                  </a:cubicBezTo>
                  <a:cubicBezTo>
                    <a:pt x="25581" y="10308"/>
                    <a:pt x="22233" y="9006"/>
                    <a:pt x="19070" y="9006"/>
                  </a:cubicBezTo>
                  <a:cubicBezTo>
                    <a:pt x="15759" y="9006"/>
                    <a:pt x="12931" y="10196"/>
                    <a:pt x="10661" y="12578"/>
                  </a:cubicBezTo>
                  <a:cubicBezTo>
                    <a:pt x="8392" y="14922"/>
                    <a:pt x="7238" y="18010"/>
                    <a:pt x="7238" y="21842"/>
                  </a:cubicBezTo>
                  <a:cubicBezTo>
                    <a:pt x="7238" y="25860"/>
                    <a:pt x="8466" y="29097"/>
                    <a:pt x="10885" y="31516"/>
                  </a:cubicBezTo>
                  <a:cubicBezTo>
                    <a:pt x="13303" y="33934"/>
                    <a:pt x="16652" y="35162"/>
                    <a:pt x="20930" y="35199"/>
                  </a:cubicBezTo>
                  <a:lnTo>
                    <a:pt x="20037" y="43794"/>
                  </a:lnTo>
                  <a:cubicBezTo>
                    <a:pt x="13638" y="43199"/>
                    <a:pt x="8727" y="41004"/>
                    <a:pt x="5378" y="37134"/>
                  </a:cubicBezTo>
                  <a:cubicBezTo>
                    <a:pt x="1992" y="33302"/>
                    <a:pt x="318" y="28130"/>
                    <a:pt x="318" y="21656"/>
                  </a:cubicBezTo>
                  <a:cubicBezTo>
                    <a:pt x="318" y="15108"/>
                    <a:pt x="2141" y="9936"/>
                    <a:pt x="5750" y="6141"/>
                  </a:cubicBezTo>
                  <a:cubicBezTo>
                    <a:pt x="9396" y="2308"/>
                    <a:pt x="13898" y="411"/>
                    <a:pt x="19256" y="411"/>
                  </a:cubicBezTo>
                  <a:cubicBezTo>
                    <a:pt x="21972" y="411"/>
                    <a:pt x="24651" y="969"/>
                    <a:pt x="27293" y="2085"/>
                  </a:cubicBezTo>
                  <a:cubicBezTo>
                    <a:pt x="29935" y="3201"/>
                    <a:pt x="32688" y="5062"/>
                    <a:pt x="35627" y="7629"/>
                  </a:cubicBezTo>
                  <a:cubicBezTo>
                    <a:pt x="38529" y="10233"/>
                    <a:pt x="42548" y="14512"/>
                    <a:pt x="47608" y="20540"/>
                  </a:cubicBezTo>
                  <a:cubicBezTo>
                    <a:pt x="51849" y="25563"/>
                    <a:pt x="54677" y="28800"/>
                    <a:pt x="56203" y="30214"/>
                  </a:cubicBezTo>
                  <a:cubicBezTo>
                    <a:pt x="57691" y="31628"/>
                    <a:pt x="59216" y="32818"/>
                    <a:pt x="60742" y="3374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Freeform 1407">
              <a:extLst>
                <a:ext uri="{FF2B5EF4-FFF2-40B4-BE49-F238E27FC236}">
                  <a16:creationId xmlns:a16="http://schemas.microsoft.com/office/drawing/2014/main" id="{12F7F95B-2B66-6D84-E075-FB6B964F025C}"/>
                </a:ext>
              </a:extLst>
            </p:cNvPr>
            <p:cNvSpPr/>
            <p:nvPr/>
          </p:nvSpPr>
          <p:spPr>
            <a:xfrm>
              <a:off x="3455292" y="3216283"/>
              <a:ext cx="69279" cy="42825"/>
            </a:xfrm>
            <a:custGeom>
              <a:avLst/>
              <a:gdLst>
                <a:gd name="csX0" fmla="*/ 68481 w 69279"/>
                <a:gd name="csY0" fmla="*/ 8070 h 42825"/>
                <a:gd name="csX1" fmla="*/ 62267 w 69279"/>
                <a:gd name="csY1" fmla="*/ 8070 h 42825"/>
                <a:gd name="csX2" fmla="*/ 69597 w 69279"/>
                <a:gd name="csY2" fmla="*/ 21874 h 42825"/>
                <a:gd name="csX3" fmla="*/ 66360 w 69279"/>
                <a:gd name="csY3" fmla="*/ 32738 h 42825"/>
                <a:gd name="csX4" fmla="*/ 57245 w 69279"/>
                <a:gd name="csY4" fmla="*/ 40403 h 42825"/>
                <a:gd name="csX5" fmla="*/ 43850 w 69279"/>
                <a:gd name="csY5" fmla="*/ 43119 h 42825"/>
                <a:gd name="csX6" fmla="*/ 30418 w 69279"/>
                <a:gd name="csY6" fmla="*/ 40663 h 42825"/>
                <a:gd name="csX7" fmla="*/ 21191 w 69279"/>
                <a:gd name="csY7" fmla="*/ 33259 h 42825"/>
                <a:gd name="csX8" fmla="*/ 17954 w 69279"/>
                <a:gd name="csY8" fmla="*/ 22246 h 42825"/>
                <a:gd name="csX9" fmla="*/ 19851 w 69279"/>
                <a:gd name="csY9" fmla="*/ 14284 h 42825"/>
                <a:gd name="csX10" fmla="*/ 24763 w 69279"/>
                <a:gd name="csY10" fmla="*/ 8628 h 42825"/>
                <a:gd name="csX11" fmla="*/ 318 w 69279"/>
                <a:gd name="csY11" fmla="*/ 8628 h 42825"/>
                <a:gd name="csX12" fmla="*/ 318 w 69279"/>
                <a:gd name="csY12" fmla="*/ 294 h 42825"/>
                <a:gd name="csX13" fmla="*/ 68481 w 69279"/>
                <a:gd name="csY13" fmla="*/ 294 h 42825"/>
                <a:gd name="csX14" fmla="*/ 68481 w 69279"/>
                <a:gd name="csY14" fmla="*/ 8070 h 42825"/>
                <a:gd name="csX15" fmla="*/ 43850 w 69279"/>
                <a:gd name="csY15" fmla="*/ 34524 h 42825"/>
                <a:gd name="csX16" fmla="*/ 58026 w 69279"/>
                <a:gd name="csY16" fmla="*/ 30543 h 42825"/>
                <a:gd name="csX17" fmla="*/ 62714 w 69279"/>
                <a:gd name="csY17" fmla="*/ 21092 h 42825"/>
                <a:gd name="csX18" fmla="*/ 58212 w 69279"/>
                <a:gd name="csY18" fmla="*/ 11753 h 42825"/>
                <a:gd name="csX19" fmla="*/ 44520 w 69279"/>
                <a:gd name="csY19" fmla="*/ 7921 h 42825"/>
                <a:gd name="csX20" fmla="*/ 29637 w 69279"/>
                <a:gd name="csY20" fmla="*/ 11828 h 42825"/>
                <a:gd name="csX21" fmla="*/ 24912 w 69279"/>
                <a:gd name="csY21" fmla="*/ 21464 h 42825"/>
                <a:gd name="csX22" fmla="*/ 29451 w 69279"/>
                <a:gd name="csY22" fmla="*/ 30803 h 42825"/>
                <a:gd name="csX23" fmla="*/ 43850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481" y="8070"/>
                  </a:moveTo>
                  <a:lnTo>
                    <a:pt x="62267" y="8070"/>
                  </a:lnTo>
                  <a:cubicBezTo>
                    <a:pt x="67142" y="11195"/>
                    <a:pt x="69597" y="15809"/>
                    <a:pt x="69597" y="21874"/>
                  </a:cubicBezTo>
                  <a:cubicBezTo>
                    <a:pt x="69597" y="25818"/>
                    <a:pt x="68518" y="29427"/>
                    <a:pt x="66360" y="32738"/>
                  </a:cubicBezTo>
                  <a:cubicBezTo>
                    <a:pt x="64165" y="36050"/>
                    <a:pt x="61151" y="38617"/>
                    <a:pt x="57245" y="40403"/>
                  </a:cubicBezTo>
                  <a:cubicBezTo>
                    <a:pt x="53375" y="42226"/>
                    <a:pt x="48873" y="43119"/>
                    <a:pt x="43850" y="43119"/>
                  </a:cubicBezTo>
                  <a:cubicBezTo>
                    <a:pt x="38901" y="43119"/>
                    <a:pt x="34437" y="42300"/>
                    <a:pt x="30418" y="40663"/>
                  </a:cubicBezTo>
                  <a:cubicBezTo>
                    <a:pt x="26400" y="39026"/>
                    <a:pt x="23312" y="36571"/>
                    <a:pt x="21191" y="33259"/>
                  </a:cubicBezTo>
                  <a:cubicBezTo>
                    <a:pt x="19033" y="29985"/>
                    <a:pt x="17954" y="26301"/>
                    <a:pt x="17954" y="22246"/>
                  </a:cubicBezTo>
                  <a:cubicBezTo>
                    <a:pt x="17954" y="19269"/>
                    <a:pt x="18586" y="16628"/>
                    <a:pt x="19851" y="14284"/>
                  </a:cubicBezTo>
                  <a:cubicBezTo>
                    <a:pt x="21116" y="11977"/>
                    <a:pt x="22754" y="10079"/>
                    <a:pt x="24763" y="8628"/>
                  </a:cubicBezTo>
                  <a:lnTo>
                    <a:pt x="318" y="8628"/>
                  </a:lnTo>
                  <a:lnTo>
                    <a:pt x="318" y="294"/>
                  </a:lnTo>
                  <a:lnTo>
                    <a:pt x="68481" y="294"/>
                  </a:lnTo>
                  <a:lnTo>
                    <a:pt x="68481" y="8070"/>
                  </a:lnTo>
                  <a:moveTo>
                    <a:pt x="43850" y="34524"/>
                  </a:moveTo>
                  <a:cubicBezTo>
                    <a:pt x="50175" y="34524"/>
                    <a:pt x="54900" y="33185"/>
                    <a:pt x="58026" y="30543"/>
                  </a:cubicBezTo>
                  <a:cubicBezTo>
                    <a:pt x="61151" y="27864"/>
                    <a:pt x="62714" y="24739"/>
                    <a:pt x="62714" y="21092"/>
                  </a:cubicBezTo>
                  <a:cubicBezTo>
                    <a:pt x="62714" y="17446"/>
                    <a:pt x="61226" y="14321"/>
                    <a:pt x="58212" y="11753"/>
                  </a:cubicBezTo>
                  <a:cubicBezTo>
                    <a:pt x="55235" y="9223"/>
                    <a:pt x="50659" y="7921"/>
                    <a:pt x="44520" y="7921"/>
                  </a:cubicBezTo>
                  <a:cubicBezTo>
                    <a:pt x="37785" y="7921"/>
                    <a:pt x="32799" y="9223"/>
                    <a:pt x="29637" y="11828"/>
                  </a:cubicBezTo>
                  <a:cubicBezTo>
                    <a:pt x="26474" y="14432"/>
                    <a:pt x="24912" y="17632"/>
                    <a:pt x="24912" y="21464"/>
                  </a:cubicBezTo>
                  <a:cubicBezTo>
                    <a:pt x="24912" y="25185"/>
                    <a:pt x="26437" y="28311"/>
                    <a:pt x="29451" y="30803"/>
                  </a:cubicBezTo>
                  <a:cubicBezTo>
                    <a:pt x="32502" y="33296"/>
                    <a:pt x="37302" y="34524"/>
                    <a:pt x="43850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09" name="Graphic 4">
            <a:extLst>
              <a:ext uri="{FF2B5EF4-FFF2-40B4-BE49-F238E27FC236}">
                <a16:creationId xmlns:a16="http://schemas.microsoft.com/office/drawing/2014/main" id="{7E6F77A0-F362-9DF5-DFDC-8AFE4A753BB6}"/>
              </a:ext>
            </a:extLst>
          </p:cNvPr>
          <p:cNvGrpSpPr/>
          <p:nvPr/>
        </p:nvGrpSpPr>
        <p:grpSpPr>
          <a:xfrm>
            <a:off x="3913160" y="3226887"/>
            <a:ext cx="68460" cy="207977"/>
            <a:chOff x="3531343" y="3226887"/>
            <a:chExt cx="68460" cy="207977"/>
          </a:xfrm>
          <a:solidFill>
            <a:srgbClr val="000000"/>
          </a:solidFill>
        </p:grpSpPr>
        <p:sp>
          <p:nvSpPr>
            <p:cNvPr id="1410" name="Freeform 1409">
              <a:extLst>
                <a:ext uri="{FF2B5EF4-FFF2-40B4-BE49-F238E27FC236}">
                  <a16:creationId xmlns:a16="http://schemas.microsoft.com/office/drawing/2014/main" id="{A5787345-B2F3-3B2E-14F7-232ECCAE9F85}"/>
                </a:ext>
              </a:extLst>
            </p:cNvPr>
            <p:cNvSpPr/>
            <p:nvPr/>
          </p:nvSpPr>
          <p:spPr>
            <a:xfrm>
              <a:off x="3531641" y="3378534"/>
              <a:ext cx="68163" cy="56331"/>
            </a:xfrm>
            <a:custGeom>
              <a:avLst/>
              <a:gdLst>
                <a:gd name="csX0" fmla="*/ 68489 w 68163"/>
                <a:gd name="csY0" fmla="*/ 56644 h 56331"/>
                <a:gd name="csX1" fmla="*/ 326 w 68163"/>
                <a:gd name="csY1" fmla="*/ 56644 h 56331"/>
                <a:gd name="csX2" fmla="*/ 326 w 68163"/>
                <a:gd name="csY2" fmla="*/ 33166 h 56331"/>
                <a:gd name="csX3" fmla="*/ 1293 w 68163"/>
                <a:gd name="csY3" fmla="*/ 21037 h 56331"/>
                <a:gd name="csX4" fmla="*/ 6167 w 68163"/>
                <a:gd name="csY4" fmla="*/ 11028 h 56331"/>
                <a:gd name="csX5" fmla="*/ 17813 w 68163"/>
                <a:gd name="csY5" fmla="*/ 2954 h 56331"/>
                <a:gd name="csX6" fmla="*/ 34035 w 68163"/>
                <a:gd name="csY6" fmla="*/ 313 h 56331"/>
                <a:gd name="csX7" fmla="*/ 47802 w 68163"/>
                <a:gd name="csY7" fmla="*/ 2098 h 56331"/>
                <a:gd name="csX8" fmla="*/ 57736 w 68163"/>
                <a:gd name="csY8" fmla="*/ 6749 h 56331"/>
                <a:gd name="csX9" fmla="*/ 63913 w 68163"/>
                <a:gd name="csY9" fmla="*/ 12963 h 56331"/>
                <a:gd name="csX10" fmla="*/ 67336 w 68163"/>
                <a:gd name="csY10" fmla="*/ 21111 h 56331"/>
                <a:gd name="csX11" fmla="*/ 68489 w 68163"/>
                <a:gd name="csY11" fmla="*/ 32050 h 56331"/>
                <a:gd name="csX12" fmla="*/ 68489 w 68163"/>
                <a:gd name="csY12" fmla="*/ 56644 h 56331"/>
                <a:gd name="csX13" fmla="*/ 60452 w 68163"/>
                <a:gd name="csY13" fmla="*/ 47640 h 56331"/>
                <a:gd name="csX14" fmla="*/ 60452 w 68163"/>
                <a:gd name="csY14" fmla="*/ 33092 h 56331"/>
                <a:gd name="csX15" fmla="*/ 59187 w 68163"/>
                <a:gd name="csY15" fmla="*/ 22488 h 56331"/>
                <a:gd name="csX16" fmla="*/ 55653 w 68163"/>
                <a:gd name="csY16" fmla="*/ 16386 h 56331"/>
                <a:gd name="csX17" fmla="*/ 47021 w 68163"/>
                <a:gd name="csY17" fmla="*/ 11400 h 56331"/>
                <a:gd name="csX18" fmla="*/ 33887 w 68163"/>
                <a:gd name="csY18" fmla="*/ 9614 h 56331"/>
                <a:gd name="csX19" fmla="*/ 17441 w 68163"/>
                <a:gd name="csY19" fmla="*/ 13112 h 56331"/>
                <a:gd name="csX20" fmla="*/ 9739 w 68163"/>
                <a:gd name="csY20" fmla="*/ 21632 h 56331"/>
                <a:gd name="csX21" fmla="*/ 8362 w 68163"/>
                <a:gd name="csY21" fmla="*/ 33315 h 56331"/>
                <a:gd name="csX22" fmla="*/ 8362 w 68163"/>
                <a:gd name="csY22" fmla="*/ 47640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89" y="56644"/>
                  </a:moveTo>
                  <a:lnTo>
                    <a:pt x="326" y="56644"/>
                  </a:lnTo>
                  <a:lnTo>
                    <a:pt x="326" y="33166"/>
                  </a:lnTo>
                  <a:cubicBezTo>
                    <a:pt x="326" y="27883"/>
                    <a:pt x="623" y="23827"/>
                    <a:pt x="1293" y="21037"/>
                  </a:cubicBezTo>
                  <a:cubicBezTo>
                    <a:pt x="2186" y="17130"/>
                    <a:pt x="3823" y="13781"/>
                    <a:pt x="6167" y="11028"/>
                  </a:cubicBezTo>
                  <a:cubicBezTo>
                    <a:pt x="9218" y="7456"/>
                    <a:pt x="13088" y="4740"/>
                    <a:pt x="17813" y="2954"/>
                  </a:cubicBezTo>
                  <a:cubicBezTo>
                    <a:pt x="22538" y="1168"/>
                    <a:pt x="27933" y="313"/>
                    <a:pt x="34035" y="313"/>
                  </a:cubicBezTo>
                  <a:cubicBezTo>
                    <a:pt x="39207" y="313"/>
                    <a:pt x="43784" y="908"/>
                    <a:pt x="47802" y="2098"/>
                  </a:cubicBezTo>
                  <a:cubicBezTo>
                    <a:pt x="51783" y="3326"/>
                    <a:pt x="55095" y="4852"/>
                    <a:pt x="57736" y="6749"/>
                  </a:cubicBezTo>
                  <a:cubicBezTo>
                    <a:pt x="60341" y="8647"/>
                    <a:pt x="62387" y="10731"/>
                    <a:pt x="63913" y="12963"/>
                  </a:cubicBezTo>
                  <a:cubicBezTo>
                    <a:pt x="65401" y="15233"/>
                    <a:pt x="66554" y="17911"/>
                    <a:pt x="67336" y="21111"/>
                  </a:cubicBezTo>
                  <a:cubicBezTo>
                    <a:pt x="68117" y="24274"/>
                    <a:pt x="68489" y="27920"/>
                    <a:pt x="68489" y="32050"/>
                  </a:cubicBezTo>
                  <a:lnTo>
                    <a:pt x="68489" y="56644"/>
                  </a:lnTo>
                  <a:moveTo>
                    <a:pt x="60452" y="47640"/>
                  </a:moveTo>
                  <a:lnTo>
                    <a:pt x="60452" y="33092"/>
                  </a:lnTo>
                  <a:cubicBezTo>
                    <a:pt x="60452" y="28590"/>
                    <a:pt x="60043" y="25055"/>
                    <a:pt x="59187" y="22488"/>
                  </a:cubicBezTo>
                  <a:cubicBezTo>
                    <a:pt x="58369" y="19958"/>
                    <a:pt x="57178" y="17911"/>
                    <a:pt x="55653" y="16386"/>
                  </a:cubicBezTo>
                  <a:cubicBezTo>
                    <a:pt x="53532" y="14228"/>
                    <a:pt x="50630" y="12591"/>
                    <a:pt x="47021" y="11400"/>
                  </a:cubicBezTo>
                  <a:cubicBezTo>
                    <a:pt x="43412" y="10210"/>
                    <a:pt x="39021" y="9614"/>
                    <a:pt x="33887" y="9614"/>
                  </a:cubicBezTo>
                  <a:cubicBezTo>
                    <a:pt x="26743" y="9614"/>
                    <a:pt x="21273" y="10768"/>
                    <a:pt x="17441" y="13112"/>
                  </a:cubicBezTo>
                  <a:cubicBezTo>
                    <a:pt x="13609" y="15456"/>
                    <a:pt x="11041" y="18284"/>
                    <a:pt x="9739" y="21632"/>
                  </a:cubicBezTo>
                  <a:cubicBezTo>
                    <a:pt x="8809" y="24051"/>
                    <a:pt x="8362" y="27957"/>
                    <a:pt x="8362" y="33315"/>
                  </a:cubicBezTo>
                  <a:lnTo>
                    <a:pt x="8362" y="4764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Freeform 1410">
              <a:extLst>
                <a:ext uri="{FF2B5EF4-FFF2-40B4-BE49-F238E27FC236}">
                  <a16:creationId xmlns:a16="http://schemas.microsoft.com/office/drawing/2014/main" id="{5D52CE90-86C6-DD61-A2CA-C3A45D240A32}"/>
                </a:ext>
              </a:extLst>
            </p:cNvPr>
            <p:cNvSpPr/>
            <p:nvPr/>
          </p:nvSpPr>
          <p:spPr>
            <a:xfrm>
              <a:off x="3549277" y="3300223"/>
              <a:ext cx="50527" cy="66935"/>
            </a:xfrm>
            <a:custGeom>
              <a:avLst/>
              <a:gdLst>
                <a:gd name="csX0" fmla="*/ 50853 w 50527"/>
                <a:gd name="csY0" fmla="*/ 67241 h 66935"/>
                <a:gd name="csX1" fmla="*/ 1442 w 50527"/>
                <a:gd name="csY1" fmla="*/ 67241 h 66935"/>
                <a:gd name="csX2" fmla="*/ 1442 w 50527"/>
                <a:gd name="csY2" fmla="*/ 59762 h 66935"/>
                <a:gd name="csX3" fmla="*/ 8400 w 50527"/>
                <a:gd name="csY3" fmla="*/ 59762 h 66935"/>
                <a:gd name="csX4" fmla="*/ 2558 w 50527"/>
                <a:gd name="csY4" fmla="*/ 53586 h 66935"/>
                <a:gd name="csX5" fmla="*/ 326 w 50527"/>
                <a:gd name="csY5" fmla="*/ 44768 h 66935"/>
                <a:gd name="csX6" fmla="*/ 2633 w 50527"/>
                <a:gd name="csY6" fmla="*/ 35801 h 66935"/>
                <a:gd name="csX7" fmla="*/ 8995 w 50527"/>
                <a:gd name="csY7" fmla="*/ 30815 h 66935"/>
                <a:gd name="csX8" fmla="*/ 326 w 50527"/>
                <a:gd name="csY8" fmla="*/ 15560 h 66935"/>
                <a:gd name="csX9" fmla="*/ 4419 w 50527"/>
                <a:gd name="csY9" fmla="*/ 4286 h 66935"/>
                <a:gd name="csX10" fmla="*/ 16957 w 50527"/>
                <a:gd name="csY10" fmla="*/ 305 h 66935"/>
                <a:gd name="csX11" fmla="*/ 50853 w 50527"/>
                <a:gd name="csY11" fmla="*/ 305 h 66935"/>
                <a:gd name="csX12" fmla="*/ 50853 w 50527"/>
                <a:gd name="csY12" fmla="*/ 8640 h 66935"/>
                <a:gd name="csX13" fmla="*/ 19748 w 50527"/>
                <a:gd name="csY13" fmla="*/ 8640 h 66935"/>
                <a:gd name="csX14" fmla="*/ 12492 w 50527"/>
                <a:gd name="csY14" fmla="*/ 9458 h 66935"/>
                <a:gd name="csX15" fmla="*/ 8958 w 50527"/>
                <a:gd name="csY15" fmla="*/ 12435 h 66935"/>
                <a:gd name="csX16" fmla="*/ 7618 w 50527"/>
                <a:gd name="csY16" fmla="*/ 17421 h 66935"/>
                <a:gd name="csX17" fmla="*/ 11079 w 50527"/>
                <a:gd name="csY17" fmla="*/ 26090 h 66935"/>
                <a:gd name="csX18" fmla="*/ 22166 w 50527"/>
                <a:gd name="csY18" fmla="*/ 29550 h 66935"/>
                <a:gd name="csX19" fmla="*/ 50853 w 50527"/>
                <a:gd name="csY19" fmla="*/ 29550 h 66935"/>
                <a:gd name="csX20" fmla="*/ 50853 w 50527"/>
                <a:gd name="csY20" fmla="*/ 37884 h 66935"/>
                <a:gd name="csX21" fmla="*/ 18780 w 50527"/>
                <a:gd name="csY21" fmla="*/ 37884 h 66935"/>
                <a:gd name="csX22" fmla="*/ 10372 w 50527"/>
                <a:gd name="csY22" fmla="*/ 39931 h 66935"/>
                <a:gd name="csX23" fmla="*/ 7618 w 50527"/>
                <a:gd name="csY23" fmla="*/ 46628 h 66935"/>
                <a:gd name="csX24" fmla="*/ 9479 w 50527"/>
                <a:gd name="csY24" fmla="*/ 53177 h 66935"/>
                <a:gd name="csX25" fmla="*/ 14911 w 50527"/>
                <a:gd name="csY25" fmla="*/ 57530 h 66935"/>
                <a:gd name="csX26" fmla="*/ 25217 w 50527"/>
                <a:gd name="csY26" fmla="*/ 58869 h 66935"/>
                <a:gd name="csX27" fmla="*/ 50853 w 50527"/>
                <a:gd name="csY27" fmla="*/ 58869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853" y="67241"/>
                  </a:moveTo>
                  <a:lnTo>
                    <a:pt x="1442" y="67241"/>
                  </a:lnTo>
                  <a:lnTo>
                    <a:pt x="1442" y="59762"/>
                  </a:lnTo>
                  <a:lnTo>
                    <a:pt x="8400" y="59762"/>
                  </a:lnTo>
                  <a:cubicBezTo>
                    <a:pt x="5981" y="58199"/>
                    <a:pt x="4009" y="56153"/>
                    <a:pt x="2558" y="53586"/>
                  </a:cubicBezTo>
                  <a:cubicBezTo>
                    <a:pt x="1070" y="51019"/>
                    <a:pt x="326" y="48079"/>
                    <a:pt x="326" y="44768"/>
                  </a:cubicBezTo>
                  <a:cubicBezTo>
                    <a:pt x="326" y="41121"/>
                    <a:pt x="1107" y="38145"/>
                    <a:pt x="2633" y="35801"/>
                  </a:cubicBezTo>
                  <a:cubicBezTo>
                    <a:pt x="4158" y="33457"/>
                    <a:pt x="6279" y="31782"/>
                    <a:pt x="8995" y="30815"/>
                  </a:cubicBezTo>
                  <a:cubicBezTo>
                    <a:pt x="3228" y="26946"/>
                    <a:pt x="326" y="21848"/>
                    <a:pt x="326" y="15560"/>
                  </a:cubicBezTo>
                  <a:cubicBezTo>
                    <a:pt x="326" y="10686"/>
                    <a:pt x="1702" y="6928"/>
                    <a:pt x="4419" y="4286"/>
                  </a:cubicBezTo>
                  <a:cubicBezTo>
                    <a:pt x="7135" y="1645"/>
                    <a:pt x="11302" y="305"/>
                    <a:pt x="16957" y="305"/>
                  </a:cubicBezTo>
                  <a:lnTo>
                    <a:pt x="50853" y="305"/>
                  </a:lnTo>
                  <a:lnTo>
                    <a:pt x="50853" y="8640"/>
                  </a:lnTo>
                  <a:lnTo>
                    <a:pt x="19748" y="8640"/>
                  </a:lnTo>
                  <a:cubicBezTo>
                    <a:pt x="16399" y="8640"/>
                    <a:pt x="13981" y="8937"/>
                    <a:pt x="12492" y="9458"/>
                  </a:cubicBezTo>
                  <a:cubicBezTo>
                    <a:pt x="11041" y="10016"/>
                    <a:pt x="9851" y="10984"/>
                    <a:pt x="8958" y="12435"/>
                  </a:cubicBezTo>
                  <a:cubicBezTo>
                    <a:pt x="8065" y="13849"/>
                    <a:pt x="7618" y="15523"/>
                    <a:pt x="7618" y="17421"/>
                  </a:cubicBezTo>
                  <a:cubicBezTo>
                    <a:pt x="7618" y="20918"/>
                    <a:pt x="8772" y="23783"/>
                    <a:pt x="11079" y="26090"/>
                  </a:cubicBezTo>
                  <a:cubicBezTo>
                    <a:pt x="13385" y="28397"/>
                    <a:pt x="17069" y="29550"/>
                    <a:pt x="22166" y="29550"/>
                  </a:cubicBezTo>
                  <a:lnTo>
                    <a:pt x="50853" y="29550"/>
                  </a:lnTo>
                  <a:lnTo>
                    <a:pt x="50853" y="37884"/>
                  </a:lnTo>
                  <a:lnTo>
                    <a:pt x="18780" y="37884"/>
                  </a:lnTo>
                  <a:cubicBezTo>
                    <a:pt x="15060" y="37884"/>
                    <a:pt x="12269" y="38591"/>
                    <a:pt x="10372" y="39931"/>
                  </a:cubicBezTo>
                  <a:cubicBezTo>
                    <a:pt x="8549" y="41307"/>
                    <a:pt x="7618" y="43540"/>
                    <a:pt x="7618" y="46628"/>
                  </a:cubicBezTo>
                  <a:cubicBezTo>
                    <a:pt x="7618" y="49009"/>
                    <a:pt x="8214" y="51167"/>
                    <a:pt x="9479" y="53177"/>
                  </a:cubicBezTo>
                  <a:cubicBezTo>
                    <a:pt x="10707" y="55186"/>
                    <a:pt x="12530" y="56637"/>
                    <a:pt x="14911" y="57530"/>
                  </a:cubicBezTo>
                  <a:cubicBezTo>
                    <a:pt x="17292" y="58423"/>
                    <a:pt x="20715" y="58869"/>
                    <a:pt x="25217" y="58869"/>
                  </a:cubicBezTo>
                  <a:lnTo>
                    <a:pt x="50853" y="5886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Freeform 1411">
              <a:extLst>
                <a:ext uri="{FF2B5EF4-FFF2-40B4-BE49-F238E27FC236}">
                  <a16:creationId xmlns:a16="http://schemas.microsoft.com/office/drawing/2014/main" id="{689972E2-22B3-47E0-860A-23805DE4B148}"/>
                </a:ext>
              </a:extLst>
            </p:cNvPr>
            <p:cNvSpPr/>
            <p:nvPr/>
          </p:nvSpPr>
          <p:spPr>
            <a:xfrm>
              <a:off x="3570931" y="3265378"/>
              <a:ext cx="8408" cy="25710"/>
            </a:xfrm>
            <a:custGeom>
              <a:avLst/>
              <a:gdLst>
                <a:gd name="csX0" fmla="*/ 8735 w 8408"/>
                <a:gd name="csY0" fmla="*/ 26007 h 25710"/>
                <a:gd name="csX1" fmla="*/ 326 w 8408"/>
                <a:gd name="csY1" fmla="*/ 26007 h 25710"/>
                <a:gd name="csX2" fmla="*/ 326 w 8408"/>
                <a:gd name="csY2" fmla="*/ 297 h 25710"/>
                <a:gd name="csX3" fmla="*/ 8735 w 8408"/>
                <a:gd name="csY3" fmla="*/ 297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35" y="26007"/>
                  </a:moveTo>
                  <a:lnTo>
                    <a:pt x="326" y="26007"/>
                  </a:lnTo>
                  <a:lnTo>
                    <a:pt x="326" y="297"/>
                  </a:lnTo>
                  <a:lnTo>
                    <a:pt x="8735" y="29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Freeform 1412">
              <a:extLst>
                <a:ext uri="{FF2B5EF4-FFF2-40B4-BE49-F238E27FC236}">
                  <a16:creationId xmlns:a16="http://schemas.microsoft.com/office/drawing/2014/main" id="{F2A7564E-679F-6712-F609-C3937B097BCB}"/>
                </a:ext>
              </a:extLst>
            </p:cNvPr>
            <p:cNvSpPr/>
            <p:nvPr/>
          </p:nvSpPr>
          <p:spPr>
            <a:xfrm>
              <a:off x="3531343" y="3226887"/>
              <a:ext cx="68460" cy="25114"/>
            </a:xfrm>
            <a:custGeom>
              <a:avLst/>
              <a:gdLst>
                <a:gd name="csX0" fmla="*/ 68787 w 68460"/>
                <a:gd name="csY0" fmla="*/ 294 h 25114"/>
                <a:gd name="csX1" fmla="*/ 68787 w 68460"/>
                <a:gd name="csY1" fmla="*/ 8665 h 25114"/>
                <a:gd name="csX2" fmla="*/ 15432 w 68460"/>
                <a:gd name="csY2" fmla="*/ 8665 h 25114"/>
                <a:gd name="csX3" fmla="*/ 21199 w 68460"/>
                <a:gd name="csY3" fmla="*/ 16590 h 25114"/>
                <a:gd name="csX4" fmla="*/ 25552 w 68460"/>
                <a:gd name="csY4" fmla="*/ 25408 h 25114"/>
                <a:gd name="csX5" fmla="*/ 17441 w 68460"/>
                <a:gd name="csY5" fmla="*/ 25408 h 25114"/>
                <a:gd name="csX6" fmla="*/ 9441 w 68460"/>
                <a:gd name="csY6" fmla="*/ 13130 h 25114"/>
                <a:gd name="csX7" fmla="*/ 326 w 68460"/>
                <a:gd name="csY7" fmla="*/ 5689 h 25114"/>
                <a:gd name="csX8" fmla="*/ 326 w 68460"/>
                <a:gd name="csY8" fmla="*/ 294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787" y="294"/>
                  </a:moveTo>
                  <a:lnTo>
                    <a:pt x="68787" y="8665"/>
                  </a:lnTo>
                  <a:lnTo>
                    <a:pt x="15432" y="8665"/>
                  </a:lnTo>
                  <a:cubicBezTo>
                    <a:pt x="17367" y="10674"/>
                    <a:pt x="19301" y="13316"/>
                    <a:pt x="21199" y="16590"/>
                  </a:cubicBezTo>
                  <a:cubicBezTo>
                    <a:pt x="23134" y="19865"/>
                    <a:pt x="24585" y="22804"/>
                    <a:pt x="25552" y="25408"/>
                  </a:cubicBezTo>
                  <a:lnTo>
                    <a:pt x="17441" y="25408"/>
                  </a:lnTo>
                  <a:cubicBezTo>
                    <a:pt x="15246" y="20720"/>
                    <a:pt x="12567" y="16628"/>
                    <a:pt x="9441" y="13130"/>
                  </a:cubicBezTo>
                  <a:cubicBezTo>
                    <a:pt x="6316" y="9633"/>
                    <a:pt x="3265" y="7140"/>
                    <a:pt x="326" y="5689"/>
                  </a:cubicBezTo>
                  <a:lnTo>
                    <a:pt x="326" y="29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14" name="Graphic 4">
            <a:extLst>
              <a:ext uri="{FF2B5EF4-FFF2-40B4-BE49-F238E27FC236}">
                <a16:creationId xmlns:a16="http://schemas.microsoft.com/office/drawing/2014/main" id="{C555C8AD-C08E-7423-8165-1489E17CB027}"/>
              </a:ext>
            </a:extLst>
          </p:cNvPr>
          <p:cNvGrpSpPr/>
          <p:nvPr/>
        </p:nvGrpSpPr>
        <p:grpSpPr>
          <a:xfrm>
            <a:off x="3989844" y="3215790"/>
            <a:ext cx="88217" cy="160883"/>
            <a:chOff x="3608027" y="3215790"/>
            <a:chExt cx="88217" cy="160883"/>
          </a:xfrm>
          <a:solidFill>
            <a:srgbClr val="000000"/>
          </a:solidFill>
        </p:grpSpPr>
        <p:sp>
          <p:nvSpPr>
            <p:cNvPr id="1415" name="Freeform 1414">
              <a:extLst>
                <a:ext uri="{FF2B5EF4-FFF2-40B4-BE49-F238E27FC236}">
                  <a16:creationId xmlns:a16="http://schemas.microsoft.com/office/drawing/2014/main" id="{A9164245-D963-E043-BB9B-7483A2544B12}"/>
                </a:ext>
              </a:extLst>
            </p:cNvPr>
            <p:cNvSpPr/>
            <p:nvPr/>
          </p:nvSpPr>
          <p:spPr>
            <a:xfrm>
              <a:off x="3608027" y="3320342"/>
              <a:ext cx="68163" cy="56331"/>
            </a:xfrm>
            <a:custGeom>
              <a:avLst/>
              <a:gdLst>
                <a:gd name="csX0" fmla="*/ 68497 w 68163"/>
                <a:gd name="csY0" fmla="*/ 56638 h 56331"/>
                <a:gd name="csX1" fmla="*/ 334 w 68163"/>
                <a:gd name="csY1" fmla="*/ 56638 h 56331"/>
                <a:gd name="csX2" fmla="*/ 334 w 68163"/>
                <a:gd name="csY2" fmla="*/ 33160 h 56331"/>
                <a:gd name="csX3" fmla="*/ 1301 w 68163"/>
                <a:gd name="csY3" fmla="*/ 21031 h 56331"/>
                <a:gd name="csX4" fmla="*/ 6175 w 68163"/>
                <a:gd name="csY4" fmla="*/ 11022 h 56331"/>
                <a:gd name="csX5" fmla="*/ 17821 w 68163"/>
                <a:gd name="csY5" fmla="*/ 2948 h 56331"/>
                <a:gd name="csX6" fmla="*/ 34043 w 68163"/>
                <a:gd name="csY6" fmla="*/ 306 h 56331"/>
                <a:gd name="csX7" fmla="*/ 47810 w 68163"/>
                <a:gd name="csY7" fmla="*/ 2092 h 56331"/>
                <a:gd name="csX8" fmla="*/ 57744 w 68163"/>
                <a:gd name="csY8" fmla="*/ 6743 h 56331"/>
                <a:gd name="csX9" fmla="*/ 63921 w 68163"/>
                <a:gd name="csY9" fmla="*/ 12957 h 56331"/>
                <a:gd name="csX10" fmla="*/ 67344 w 68163"/>
                <a:gd name="csY10" fmla="*/ 21105 h 56331"/>
                <a:gd name="csX11" fmla="*/ 68497 w 68163"/>
                <a:gd name="csY11" fmla="*/ 32044 h 56331"/>
                <a:gd name="csX12" fmla="*/ 68497 w 68163"/>
                <a:gd name="csY12" fmla="*/ 56638 h 56331"/>
                <a:gd name="csX13" fmla="*/ 60460 w 68163"/>
                <a:gd name="csY13" fmla="*/ 47634 h 56331"/>
                <a:gd name="csX14" fmla="*/ 60460 w 68163"/>
                <a:gd name="csY14" fmla="*/ 33086 h 56331"/>
                <a:gd name="csX15" fmla="*/ 59195 w 68163"/>
                <a:gd name="csY15" fmla="*/ 22482 h 56331"/>
                <a:gd name="csX16" fmla="*/ 55661 w 68163"/>
                <a:gd name="csY16" fmla="*/ 16380 h 56331"/>
                <a:gd name="csX17" fmla="*/ 47029 w 68163"/>
                <a:gd name="csY17" fmla="*/ 11394 h 56331"/>
                <a:gd name="csX18" fmla="*/ 33895 w 68163"/>
                <a:gd name="csY18" fmla="*/ 9608 h 56331"/>
                <a:gd name="csX19" fmla="*/ 17449 w 68163"/>
                <a:gd name="csY19" fmla="*/ 13106 h 56331"/>
                <a:gd name="csX20" fmla="*/ 9747 w 68163"/>
                <a:gd name="csY20" fmla="*/ 21626 h 56331"/>
                <a:gd name="csX21" fmla="*/ 8371 w 68163"/>
                <a:gd name="csY21" fmla="*/ 33309 h 56331"/>
                <a:gd name="csX22" fmla="*/ 8371 w 68163"/>
                <a:gd name="csY22" fmla="*/ 47634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497" y="56638"/>
                  </a:moveTo>
                  <a:lnTo>
                    <a:pt x="334" y="56638"/>
                  </a:lnTo>
                  <a:lnTo>
                    <a:pt x="334" y="33160"/>
                  </a:lnTo>
                  <a:cubicBezTo>
                    <a:pt x="334" y="27877"/>
                    <a:pt x="631" y="23821"/>
                    <a:pt x="1301" y="21031"/>
                  </a:cubicBezTo>
                  <a:cubicBezTo>
                    <a:pt x="2194" y="17124"/>
                    <a:pt x="3831" y="13775"/>
                    <a:pt x="6175" y="11022"/>
                  </a:cubicBezTo>
                  <a:cubicBezTo>
                    <a:pt x="9226" y="7450"/>
                    <a:pt x="13096" y="4734"/>
                    <a:pt x="17821" y="2948"/>
                  </a:cubicBezTo>
                  <a:cubicBezTo>
                    <a:pt x="22546" y="1162"/>
                    <a:pt x="27941" y="306"/>
                    <a:pt x="34043" y="306"/>
                  </a:cubicBezTo>
                  <a:cubicBezTo>
                    <a:pt x="39215" y="306"/>
                    <a:pt x="43792" y="902"/>
                    <a:pt x="47810" y="2092"/>
                  </a:cubicBezTo>
                  <a:cubicBezTo>
                    <a:pt x="51791" y="3320"/>
                    <a:pt x="55103" y="4846"/>
                    <a:pt x="57744" y="6743"/>
                  </a:cubicBezTo>
                  <a:cubicBezTo>
                    <a:pt x="60349" y="8641"/>
                    <a:pt x="62395" y="10724"/>
                    <a:pt x="63921" y="12957"/>
                  </a:cubicBezTo>
                  <a:cubicBezTo>
                    <a:pt x="65409" y="15226"/>
                    <a:pt x="66562" y="17905"/>
                    <a:pt x="67344" y="21105"/>
                  </a:cubicBezTo>
                  <a:cubicBezTo>
                    <a:pt x="68125" y="24268"/>
                    <a:pt x="68497" y="27914"/>
                    <a:pt x="68497" y="32044"/>
                  </a:cubicBezTo>
                  <a:lnTo>
                    <a:pt x="68497" y="56638"/>
                  </a:lnTo>
                  <a:moveTo>
                    <a:pt x="60460" y="47634"/>
                  </a:moveTo>
                  <a:lnTo>
                    <a:pt x="60460" y="33086"/>
                  </a:lnTo>
                  <a:cubicBezTo>
                    <a:pt x="60460" y="28584"/>
                    <a:pt x="60051" y="25049"/>
                    <a:pt x="59195" y="22482"/>
                  </a:cubicBezTo>
                  <a:cubicBezTo>
                    <a:pt x="58377" y="19952"/>
                    <a:pt x="57186" y="17905"/>
                    <a:pt x="55661" y="16380"/>
                  </a:cubicBezTo>
                  <a:cubicBezTo>
                    <a:pt x="53540" y="14222"/>
                    <a:pt x="50638" y="12585"/>
                    <a:pt x="47029" y="11394"/>
                  </a:cubicBezTo>
                  <a:cubicBezTo>
                    <a:pt x="43420" y="10204"/>
                    <a:pt x="39029" y="9608"/>
                    <a:pt x="33895" y="9608"/>
                  </a:cubicBezTo>
                  <a:cubicBezTo>
                    <a:pt x="26751" y="9608"/>
                    <a:pt x="21281" y="10762"/>
                    <a:pt x="17449" y="13106"/>
                  </a:cubicBezTo>
                  <a:cubicBezTo>
                    <a:pt x="13617" y="15450"/>
                    <a:pt x="11049" y="18277"/>
                    <a:pt x="9747" y="21626"/>
                  </a:cubicBezTo>
                  <a:cubicBezTo>
                    <a:pt x="8817" y="24045"/>
                    <a:pt x="8371" y="27951"/>
                    <a:pt x="8371" y="33309"/>
                  </a:cubicBezTo>
                  <a:lnTo>
                    <a:pt x="8371" y="4763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Freeform 1415">
              <a:extLst>
                <a:ext uri="{FF2B5EF4-FFF2-40B4-BE49-F238E27FC236}">
                  <a16:creationId xmlns:a16="http://schemas.microsoft.com/office/drawing/2014/main" id="{87A89890-85DB-BA90-D371-AA7CFF3B707E}"/>
                </a:ext>
              </a:extLst>
            </p:cNvPr>
            <p:cNvSpPr/>
            <p:nvPr/>
          </p:nvSpPr>
          <p:spPr>
            <a:xfrm>
              <a:off x="3608027" y="3300781"/>
              <a:ext cx="68163" cy="8371"/>
            </a:xfrm>
            <a:custGeom>
              <a:avLst/>
              <a:gdLst>
                <a:gd name="csX0" fmla="*/ 68497 w 68163"/>
                <a:gd name="csY0" fmla="*/ 8671 h 8371"/>
                <a:gd name="csX1" fmla="*/ 334 w 68163"/>
                <a:gd name="csY1" fmla="*/ 8671 h 8371"/>
                <a:gd name="csX2" fmla="*/ 334 w 68163"/>
                <a:gd name="csY2" fmla="*/ 299 h 8371"/>
                <a:gd name="csX3" fmla="*/ 68497 w 68163"/>
                <a:gd name="csY3" fmla="*/ 299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497" y="8671"/>
                  </a:moveTo>
                  <a:lnTo>
                    <a:pt x="334" y="8671"/>
                  </a:lnTo>
                  <a:lnTo>
                    <a:pt x="334" y="299"/>
                  </a:lnTo>
                  <a:lnTo>
                    <a:pt x="68497" y="29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Freeform 1416">
              <a:extLst>
                <a:ext uri="{FF2B5EF4-FFF2-40B4-BE49-F238E27FC236}">
                  <a16:creationId xmlns:a16="http://schemas.microsoft.com/office/drawing/2014/main" id="{A3793CB9-C94D-6D75-9636-78628E059B3A}"/>
                </a:ext>
              </a:extLst>
            </p:cNvPr>
            <p:cNvSpPr/>
            <p:nvPr/>
          </p:nvSpPr>
          <p:spPr>
            <a:xfrm>
              <a:off x="3647317" y="3265369"/>
              <a:ext cx="8408" cy="25710"/>
            </a:xfrm>
            <a:custGeom>
              <a:avLst/>
              <a:gdLst>
                <a:gd name="csX0" fmla="*/ 8743 w 8408"/>
                <a:gd name="csY0" fmla="*/ 26007 h 25710"/>
                <a:gd name="csX1" fmla="*/ 334 w 8408"/>
                <a:gd name="csY1" fmla="*/ 26007 h 25710"/>
                <a:gd name="csX2" fmla="*/ 334 w 8408"/>
                <a:gd name="csY2" fmla="*/ 297 h 25710"/>
                <a:gd name="csX3" fmla="*/ 8743 w 8408"/>
                <a:gd name="csY3" fmla="*/ 297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43" y="26007"/>
                  </a:moveTo>
                  <a:lnTo>
                    <a:pt x="334" y="26007"/>
                  </a:lnTo>
                  <a:lnTo>
                    <a:pt x="334" y="297"/>
                  </a:lnTo>
                  <a:lnTo>
                    <a:pt x="8743" y="29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Freeform 1417">
              <a:extLst>
                <a:ext uri="{FF2B5EF4-FFF2-40B4-BE49-F238E27FC236}">
                  <a16:creationId xmlns:a16="http://schemas.microsoft.com/office/drawing/2014/main" id="{3B4B6A98-B257-3069-E962-CEB89414D4B0}"/>
                </a:ext>
              </a:extLst>
            </p:cNvPr>
            <p:cNvSpPr/>
            <p:nvPr/>
          </p:nvSpPr>
          <p:spPr>
            <a:xfrm>
              <a:off x="3625663" y="3215790"/>
              <a:ext cx="70581" cy="43495"/>
            </a:xfrm>
            <a:custGeom>
              <a:avLst/>
              <a:gdLst>
                <a:gd name="csX0" fmla="*/ 54954 w 70581"/>
                <a:gd name="csY0" fmla="*/ 42114 h 43495"/>
                <a:gd name="csX1" fmla="*/ 56182 w 70581"/>
                <a:gd name="csY1" fmla="*/ 34003 h 43495"/>
                <a:gd name="csX2" fmla="*/ 61651 w 70581"/>
                <a:gd name="csY2" fmla="*/ 31175 h 43495"/>
                <a:gd name="csX3" fmla="*/ 63995 w 70581"/>
                <a:gd name="csY3" fmla="*/ 22655 h 43495"/>
                <a:gd name="csX4" fmla="*/ 61651 w 70581"/>
                <a:gd name="csY4" fmla="*/ 13688 h 43495"/>
                <a:gd name="csX5" fmla="*/ 55140 w 70581"/>
                <a:gd name="csY5" fmla="*/ 9372 h 43495"/>
                <a:gd name="csX6" fmla="*/ 44387 w 70581"/>
                <a:gd name="csY6" fmla="*/ 8777 h 43495"/>
                <a:gd name="csX7" fmla="*/ 50861 w 70581"/>
                <a:gd name="csY7" fmla="*/ 22469 h 43495"/>
                <a:gd name="csX8" fmla="*/ 43531 w 70581"/>
                <a:gd name="csY8" fmla="*/ 38245 h 43495"/>
                <a:gd name="csX9" fmla="*/ 25895 w 70581"/>
                <a:gd name="csY9" fmla="*/ 43789 h 43495"/>
                <a:gd name="csX10" fmla="*/ 12835 w 70581"/>
                <a:gd name="csY10" fmla="*/ 41259 h 43495"/>
                <a:gd name="csX11" fmla="*/ 3608 w 70581"/>
                <a:gd name="csY11" fmla="*/ 33817 h 43495"/>
                <a:gd name="csX12" fmla="*/ 334 w 70581"/>
                <a:gd name="csY12" fmla="*/ 22395 h 43495"/>
                <a:gd name="csX13" fmla="*/ 7403 w 70581"/>
                <a:gd name="csY13" fmla="*/ 7996 h 43495"/>
                <a:gd name="csX14" fmla="*/ 1450 w 70581"/>
                <a:gd name="csY14" fmla="*/ 7996 h 43495"/>
                <a:gd name="csX15" fmla="*/ 1450 w 70581"/>
                <a:gd name="csY15" fmla="*/ 294 h 43495"/>
                <a:gd name="csX16" fmla="*/ 44164 w 70581"/>
                <a:gd name="csY16" fmla="*/ 294 h 43495"/>
                <a:gd name="csX17" fmla="*/ 60498 w 70581"/>
                <a:gd name="csY17" fmla="*/ 2638 h 43495"/>
                <a:gd name="csX18" fmla="*/ 68125 w 70581"/>
                <a:gd name="csY18" fmla="*/ 10079 h 43495"/>
                <a:gd name="csX19" fmla="*/ 70916 w 70581"/>
                <a:gd name="csY19" fmla="*/ 22618 h 43495"/>
                <a:gd name="csX20" fmla="*/ 66934 w 70581"/>
                <a:gd name="csY20" fmla="*/ 36868 h 43495"/>
                <a:gd name="csX21" fmla="*/ 54954 w 70581"/>
                <a:gd name="csY21" fmla="*/ 42114 h 43495"/>
                <a:gd name="csX22" fmla="*/ 25263 w 70581"/>
                <a:gd name="csY22" fmla="*/ 35194 h 43495"/>
                <a:gd name="csX23" fmla="*/ 39476 w 70581"/>
                <a:gd name="csY23" fmla="*/ 31324 h 43495"/>
                <a:gd name="csX24" fmla="*/ 43940 w 70581"/>
                <a:gd name="csY24" fmla="*/ 21650 h 43495"/>
                <a:gd name="csX25" fmla="*/ 39476 w 70581"/>
                <a:gd name="csY25" fmla="*/ 11977 h 43495"/>
                <a:gd name="csX26" fmla="*/ 25560 w 70581"/>
                <a:gd name="csY26" fmla="*/ 8107 h 43495"/>
                <a:gd name="csX27" fmla="*/ 11868 w 70581"/>
                <a:gd name="csY27" fmla="*/ 12125 h 43495"/>
                <a:gd name="csX28" fmla="*/ 7292 w 70581"/>
                <a:gd name="csY28" fmla="*/ 21799 h 43495"/>
                <a:gd name="csX29" fmla="*/ 11831 w 70581"/>
                <a:gd name="csY29" fmla="*/ 31287 h 43495"/>
                <a:gd name="csX30" fmla="*/ 25263 w 70581"/>
                <a:gd name="csY30" fmla="*/ 35194 h 43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70581" h="43495">
                  <a:moveTo>
                    <a:pt x="54954" y="42114"/>
                  </a:moveTo>
                  <a:lnTo>
                    <a:pt x="56182" y="34003"/>
                  </a:lnTo>
                  <a:cubicBezTo>
                    <a:pt x="58674" y="33668"/>
                    <a:pt x="60498" y="32701"/>
                    <a:pt x="61651" y="31175"/>
                  </a:cubicBezTo>
                  <a:cubicBezTo>
                    <a:pt x="63214" y="29092"/>
                    <a:pt x="63995" y="26227"/>
                    <a:pt x="63995" y="22655"/>
                  </a:cubicBezTo>
                  <a:cubicBezTo>
                    <a:pt x="63995" y="18786"/>
                    <a:pt x="63214" y="15772"/>
                    <a:pt x="61651" y="13688"/>
                  </a:cubicBezTo>
                  <a:cubicBezTo>
                    <a:pt x="60088" y="11567"/>
                    <a:pt x="57930" y="10116"/>
                    <a:pt x="55140" y="9372"/>
                  </a:cubicBezTo>
                  <a:cubicBezTo>
                    <a:pt x="53428" y="8963"/>
                    <a:pt x="49856" y="8740"/>
                    <a:pt x="44387" y="8777"/>
                  </a:cubicBezTo>
                  <a:cubicBezTo>
                    <a:pt x="48703" y="12460"/>
                    <a:pt x="50861" y="17000"/>
                    <a:pt x="50861" y="22469"/>
                  </a:cubicBezTo>
                  <a:cubicBezTo>
                    <a:pt x="50861" y="29241"/>
                    <a:pt x="48405" y="34524"/>
                    <a:pt x="43531" y="38245"/>
                  </a:cubicBezTo>
                  <a:cubicBezTo>
                    <a:pt x="38620" y="41928"/>
                    <a:pt x="32741" y="43789"/>
                    <a:pt x="25895" y="43789"/>
                  </a:cubicBezTo>
                  <a:cubicBezTo>
                    <a:pt x="21170" y="43789"/>
                    <a:pt x="16817" y="42970"/>
                    <a:pt x="12835" y="41259"/>
                  </a:cubicBezTo>
                  <a:cubicBezTo>
                    <a:pt x="8854" y="39547"/>
                    <a:pt x="5766" y="37054"/>
                    <a:pt x="3608" y="33817"/>
                  </a:cubicBezTo>
                  <a:cubicBezTo>
                    <a:pt x="1450" y="30580"/>
                    <a:pt x="334" y="26785"/>
                    <a:pt x="334" y="22395"/>
                  </a:cubicBezTo>
                  <a:cubicBezTo>
                    <a:pt x="334" y="16590"/>
                    <a:pt x="2715" y="11791"/>
                    <a:pt x="7403" y="7996"/>
                  </a:cubicBezTo>
                  <a:lnTo>
                    <a:pt x="1450" y="7996"/>
                  </a:lnTo>
                  <a:lnTo>
                    <a:pt x="1450" y="294"/>
                  </a:lnTo>
                  <a:lnTo>
                    <a:pt x="44164" y="294"/>
                  </a:lnTo>
                  <a:cubicBezTo>
                    <a:pt x="51866" y="294"/>
                    <a:pt x="57298" y="1075"/>
                    <a:pt x="60498" y="2638"/>
                  </a:cubicBezTo>
                  <a:cubicBezTo>
                    <a:pt x="63735" y="4200"/>
                    <a:pt x="66265" y="6656"/>
                    <a:pt x="68125" y="10079"/>
                  </a:cubicBezTo>
                  <a:cubicBezTo>
                    <a:pt x="69985" y="13465"/>
                    <a:pt x="70916" y="17632"/>
                    <a:pt x="70916" y="22618"/>
                  </a:cubicBezTo>
                  <a:cubicBezTo>
                    <a:pt x="70916" y="28497"/>
                    <a:pt x="69576" y="33259"/>
                    <a:pt x="66934" y="36868"/>
                  </a:cubicBezTo>
                  <a:cubicBezTo>
                    <a:pt x="64293" y="40514"/>
                    <a:pt x="60274" y="42263"/>
                    <a:pt x="54954" y="42114"/>
                  </a:cubicBezTo>
                  <a:moveTo>
                    <a:pt x="25263" y="35194"/>
                  </a:moveTo>
                  <a:cubicBezTo>
                    <a:pt x="31774" y="35194"/>
                    <a:pt x="36499" y="33929"/>
                    <a:pt x="39476" y="31324"/>
                  </a:cubicBezTo>
                  <a:cubicBezTo>
                    <a:pt x="42452" y="28757"/>
                    <a:pt x="43940" y="25557"/>
                    <a:pt x="43940" y="21650"/>
                  </a:cubicBezTo>
                  <a:cubicBezTo>
                    <a:pt x="43940" y="17818"/>
                    <a:pt x="42452" y="14581"/>
                    <a:pt x="39476" y="11977"/>
                  </a:cubicBezTo>
                  <a:cubicBezTo>
                    <a:pt x="36536" y="9409"/>
                    <a:pt x="31885" y="8107"/>
                    <a:pt x="25560" y="8107"/>
                  </a:cubicBezTo>
                  <a:cubicBezTo>
                    <a:pt x="19533" y="8107"/>
                    <a:pt x="14956" y="9447"/>
                    <a:pt x="11868" y="12125"/>
                  </a:cubicBezTo>
                  <a:cubicBezTo>
                    <a:pt x="8817" y="14804"/>
                    <a:pt x="7292" y="18041"/>
                    <a:pt x="7292" y="21799"/>
                  </a:cubicBezTo>
                  <a:cubicBezTo>
                    <a:pt x="7292" y="25520"/>
                    <a:pt x="8780" y="28683"/>
                    <a:pt x="11831" y="31287"/>
                  </a:cubicBezTo>
                  <a:cubicBezTo>
                    <a:pt x="14845" y="33892"/>
                    <a:pt x="19309" y="35194"/>
                    <a:pt x="25263" y="3519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19" name="Graphic 4">
            <a:extLst>
              <a:ext uri="{FF2B5EF4-FFF2-40B4-BE49-F238E27FC236}">
                <a16:creationId xmlns:a16="http://schemas.microsoft.com/office/drawing/2014/main" id="{50C83516-0B90-144B-894E-9CEBE94F7FBB}"/>
              </a:ext>
            </a:extLst>
          </p:cNvPr>
          <p:cNvGrpSpPr/>
          <p:nvPr/>
        </p:nvGrpSpPr>
        <p:grpSpPr>
          <a:xfrm>
            <a:off x="4065895" y="3214414"/>
            <a:ext cx="68460" cy="209884"/>
            <a:chOff x="3684078" y="3214414"/>
            <a:chExt cx="68460" cy="209884"/>
          </a:xfrm>
          <a:solidFill>
            <a:srgbClr val="000000"/>
          </a:solidFill>
        </p:grpSpPr>
        <p:sp>
          <p:nvSpPr>
            <p:cNvPr id="1420" name="Freeform 1419">
              <a:extLst>
                <a:ext uri="{FF2B5EF4-FFF2-40B4-BE49-F238E27FC236}">
                  <a16:creationId xmlns:a16="http://schemas.microsoft.com/office/drawing/2014/main" id="{3045565E-50E0-9FF2-3E19-D63729D0DD02}"/>
                </a:ext>
              </a:extLst>
            </p:cNvPr>
            <p:cNvSpPr/>
            <p:nvPr/>
          </p:nvSpPr>
          <p:spPr>
            <a:xfrm>
              <a:off x="3684376" y="3367967"/>
              <a:ext cx="68163" cy="56331"/>
            </a:xfrm>
            <a:custGeom>
              <a:avLst/>
              <a:gdLst>
                <a:gd name="csX0" fmla="*/ 68505 w 68163"/>
                <a:gd name="csY0" fmla="*/ 56643 h 56331"/>
                <a:gd name="csX1" fmla="*/ 342 w 68163"/>
                <a:gd name="csY1" fmla="*/ 56643 h 56331"/>
                <a:gd name="csX2" fmla="*/ 342 w 68163"/>
                <a:gd name="csY2" fmla="*/ 33165 h 56331"/>
                <a:gd name="csX3" fmla="*/ 1309 w 68163"/>
                <a:gd name="csY3" fmla="*/ 21036 h 56331"/>
                <a:gd name="csX4" fmla="*/ 6183 w 68163"/>
                <a:gd name="csY4" fmla="*/ 11027 h 56331"/>
                <a:gd name="csX5" fmla="*/ 17829 w 68163"/>
                <a:gd name="csY5" fmla="*/ 2953 h 56331"/>
                <a:gd name="csX6" fmla="*/ 34051 w 68163"/>
                <a:gd name="csY6" fmla="*/ 311 h 56331"/>
                <a:gd name="csX7" fmla="*/ 47818 w 68163"/>
                <a:gd name="csY7" fmla="*/ 2097 h 56331"/>
                <a:gd name="csX8" fmla="*/ 57752 w 68163"/>
                <a:gd name="csY8" fmla="*/ 6748 h 56331"/>
                <a:gd name="csX9" fmla="*/ 63929 w 68163"/>
                <a:gd name="csY9" fmla="*/ 12962 h 56331"/>
                <a:gd name="csX10" fmla="*/ 67352 w 68163"/>
                <a:gd name="csY10" fmla="*/ 21110 h 56331"/>
                <a:gd name="csX11" fmla="*/ 68505 w 68163"/>
                <a:gd name="csY11" fmla="*/ 32049 h 56331"/>
                <a:gd name="csX12" fmla="*/ 68505 w 68163"/>
                <a:gd name="csY12" fmla="*/ 56643 h 56331"/>
                <a:gd name="csX13" fmla="*/ 60468 w 68163"/>
                <a:gd name="csY13" fmla="*/ 47639 h 56331"/>
                <a:gd name="csX14" fmla="*/ 60468 w 68163"/>
                <a:gd name="csY14" fmla="*/ 33091 h 56331"/>
                <a:gd name="csX15" fmla="*/ 59203 w 68163"/>
                <a:gd name="csY15" fmla="*/ 22487 h 56331"/>
                <a:gd name="csX16" fmla="*/ 55669 w 68163"/>
                <a:gd name="csY16" fmla="*/ 16385 h 56331"/>
                <a:gd name="csX17" fmla="*/ 47037 w 68163"/>
                <a:gd name="csY17" fmla="*/ 11399 h 56331"/>
                <a:gd name="csX18" fmla="*/ 33903 w 68163"/>
                <a:gd name="csY18" fmla="*/ 9613 h 56331"/>
                <a:gd name="csX19" fmla="*/ 17457 w 68163"/>
                <a:gd name="csY19" fmla="*/ 13111 h 56331"/>
                <a:gd name="csX20" fmla="*/ 9755 w 68163"/>
                <a:gd name="csY20" fmla="*/ 21631 h 56331"/>
                <a:gd name="csX21" fmla="*/ 8379 w 68163"/>
                <a:gd name="csY21" fmla="*/ 33314 h 56331"/>
                <a:gd name="csX22" fmla="*/ 8379 w 68163"/>
                <a:gd name="csY22" fmla="*/ 47639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05" y="56643"/>
                  </a:moveTo>
                  <a:lnTo>
                    <a:pt x="342" y="56643"/>
                  </a:lnTo>
                  <a:lnTo>
                    <a:pt x="342" y="33165"/>
                  </a:lnTo>
                  <a:cubicBezTo>
                    <a:pt x="342" y="27882"/>
                    <a:pt x="639" y="23826"/>
                    <a:pt x="1309" y="21036"/>
                  </a:cubicBezTo>
                  <a:cubicBezTo>
                    <a:pt x="2202" y="17129"/>
                    <a:pt x="3839" y="13780"/>
                    <a:pt x="6183" y="11027"/>
                  </a:cubicBezTo>
                  <a:cubicBezTo>
                    <a:pt x="9234" y="7455"/>
                    <a:pt x="13104" y="4739"/>
                    <a:pt x="17829" y="2953"/>
                  </a:cubicBezTo>
                  <a:cubicBezTo>
                    <a:pt x="22554" y="1167"/>
                    <a:pt x="27949" y="311"/>
                    <a:pt x="34051" y="311"/>
                  </a:cubicBezTo>
                  <a:cubicBezTo>
                    <a:pt x="39223" y="311"/>
                    <a:pt x="43800" y="907"/>
                    <a:pt x="47818" y="2097"/>
                  </a:cubicBezTo>
                  <a:cubicBezTo>
                    <a:pt x="51799" y="3325"/>
                    <a:pt x="55111" y="4851"/>
                    <a:pt x="57752" y="6748"/>
                  </a:cubicBezTo>
                  <a:cubicBezTo>
                    <a:pt x="60357" y="8646"/>
                    <a:pt x="62403" y="10729"/>
                    <a:pt x="63929" y="12962"/>
                  </a:cubicBezTo>
                  <a:cubicBezTo>
                    <a:pt x="65417" y="15231"/>
                    <a:pt x="66570" y="17910"/>
                    <a:pt x="67352" y="21110"/>
                  </a:cubicBezTo>
                  <a:cubicBezTo>
                    <a:pt x="68133" y="24273"/>
                    <a:pt x="68505" y="27919"/>
                    <a:pt x="68505" y="32049"/>
                  </a:cubicBezTo>
                  <a:lnTo>
                    <a:pt x="68505" y="56643"/>
                  </a:lnTo>
                  <a:moveTo>
                    <a:pt x="60468" y="47639"/>
                  </a:moveTo>
                  <a:lnTo>
                    <a:pt x="60468" y="33091"/>
                  </a:lnTo>
                  <a:cubicBezTo>
                    <a:pt x="60468" y="28589"/>
                    <a:pt x="60059" y="25054"/>
                    <a:pt x="59203" y="22487"/>
                  </a:cubicBezTo>
                  <a:cubicBezTo>
                    <a:pt x="58385" y="19957"/>
                    <a:pt x="57194" y="17910"/>
                    <a:pt x="55669" y="16385"/>
                  </a:cubicBezTo>
                  <a:cubicBezTo>
                    <a:pt x="53548" y="14227"/>
                    <a:pt x="50646" y="12590"/>
                    <a:pt x="47037" y="11399"/>
                  </a:cubicBezTo>
                  <a:cubicBezTo>
                    <a:pt x="43428" y="10209"/>
                    <a:pt x="39037" y="9613"/>
                    <a:pt x="33903" y="9613"/>
                  </a:cubicBezTo>
                  <a:cubicBezTo>
                    <a:pt x="26759" y="9613"/>
                    <a:pt x="21289" y="10767"/>
                    <a:pt x="17457" y="13111"/>
                  </a:cubicBezTo>
                  <a:cubicBezTo>
                    <a:pt x="13625" y="15455"/>
                    <a:pt x="11057" y="18282"/>
                    <a:pt x="9755" y="21631"/>
                  </a:cubicBezTo>
                  <a:cubicBezTo>
                    <a:pt x="8825" y="24050"/>
                    <a:pt x="8379" y="27956"/>
                    <a:pt x="8379" y="33314"/>
                  </a:cubicBezTo>
                  <a:lnTo>
                    <a:pt x="8379" y="4763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Freeform 1420">
              <a:extLst>
                <a:ext uri="{FF2B5EF4-FFF2-40B4-BE49-F238E27FC236}">
                  <a16:creationId xmlns:a16="http://schemas.microsoft.com/office/drawing/2014/main" id="{6B398A3F-54D4-5884-69FC-7CA3AC897CE8}"/>
                </a:ext>
              </a:extLst>
            </p:cNvPr>
            <p:cNvSpPr/>
            <p:nvPr/>
          </p:nvSpPr>
          <p:spPr>
            <a:xfrm>
              <a:off x="3684376" y="3348406"/>
              <a:ext cx="68163" cy="8371"/>
            </a:xfrm>
            <a:custGeom>
              <a:avLst/>
              <a:gdLst>
                <a:gd name="csX0" fmla="*/ 68505 w 68163"/>
                <a:gd name="csY0" fmla="*/ 8676 h 8371"/>
                <a:gd name="csX1" fmla="*/ 342 w 68163"/>
                <a:gd name="csY1" fmla="*/ 8676 h 8371"/>
                <a:gd name="csX2" fmla="*/ 342 w 68163"/>
                <a:gd name="csY2" fmla="*/ 304 h 8371"/>
                <a:gd name="csX3" fmla="*/ 68505 w 68163"/>
                <a:gd name="csY3" fmla="*/ 304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505" y="8676"/>
                  </a:moveTo>
                  <a:lnTo>
                    <a:pt x="342" y="8676"/>
                  </a:lnTo>
                  <a:lnTo>
                    <a:pt x="342" y="304"/>
                  </a:lnTo>
                  <a:lnTo>
                    <a:pt x="68505" y="30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Freeform 1421">
              <a:extLst>
                <a:ext uri="{FF2B5EF4-FFF2-40B4-BE49-F238E27FC236}">
                  <a16:creationId xmlns:a16="http://schemas.microsoft.com/office/drawing/2014/main" id="{2E990A80-B6D4-BE89-8CBD-260972331AFE}"/>
                </a:ext>
              </a:extLst>
            </p:cNvPr>
            <p:cNvSpPr/>
            <p:nvPr/>
          </p:nvSpPr>
          <p:spPr>
            <a:xfrm>
              <a:off x="3723666" y="3312994"/>
              <a:ext cx="8408" cy="25710"/>
            </a:xfrm>
            <a:custGeom>
              <a:avLst/>
              <a:gdLst>
                <a:gd name="csX0" fmla="*/ 8751 w 8408"/>
                <a:gd name="csY0" fmla="*/ 26012 h 25710"/>
                <a:gd name="csX1" fmla="*/ 342 w 8408"/>
                <a:gd name="csY1" fmla="*/ 26012 h 25710"/>
                <a:gd name="csX2" fmla="*/ 342 w 8408"/>
                <a:gd name="csY2" fmla="*/ 302 h 25710"/>
                <a:gd name="csX3" fmla="*/ 8751 w 8408"/>
                <a:gd name="csY3" fmla="*/ 302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51" y="26012"/>
                  </a:moveTo>
                  <a:lnTo>
                    <a:pt x="342" y="26012"/>
                  </a:lnTo>
                  <a:lnTo>
                    <a:pt x="342" y="302"/>
                  </a:lnTo>
                  <a:lnTo>
                    <a:pt x="8751" y="30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Freeform 1422">
              <a:extLst>
                <a:ext uri="{FF2B5EF4-FFF2-40B4-BE49-F238E27FC236}">
                  <a16:creationId xmlns:a16="http://schemas.microsoft.com/office/drawing/2014/main" id="{F9C5EA5C-A162-023F-7A20-4A080E43FA5D}"/>
                </a:ext>
              </a:extLst>
            </p:cNvPr>
            <p:cNvSpPr/>
            <p:nvPr/>
          </p:nvSpPr>
          <p:spPr>
            <a:xfrm>
              <a:off x="3703128" y="3263490"/>
              <a:ext cx="49410" cy="45280"/>
            </a:xfrm>
            <a:custGeom>
              <a:avLst/>
              <a:gdLst>
                <a:gd name="csX0" fmla="*/ 49753 w 49410"/>
                <a:gd name="csY0" fmla="*/ 26790 h 45280"/>
                <a:gd name="csX1" fmla="*/ 342 w 49410"/>
                <a:gd name="csY1" fmla="*/ 45580 h 45280"/>
                <a:gd name="csX2" fmla="*/ 342 w 49410"/>
                <a:gd name="csY2" fmla="*/ 36762 h 45280"/>
                <a:gd name="csX3" fmla="*/ 29959 w 49410"/>
                <a:gd name="csY3" fmla="*/ 26158 h 45280"/>
                <a:gd name="csX4" fmla="*/ 39893 w 49410"/>
                <a:gd name="csY4" fmla="*/ 22995 h 45280"/>
                <a:gd name="csX5" fmla="*/ 30479 w 49410"/>
                <a:gd name="csY5" fmla="*/ 19870 h 45280"/>
                <a:gd name="csX6" fmla="*/ 342 w 49410"/>
                <a:gd name="csY6" fmla="*/ 8893 h 45280"/>
                <a:gd name="csX7" fmla="*/ 342 w 49410"/>
                <a:gd name="csY7" fmla="*/ 299 h 45280"/>
                <a:gd name="csX8" fmla="*/ 49753 w 49410"/>
                <a:gd name="csY8" fmla="*/ 18977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753" y="26790"/>
                  </a:moveTo>
                  <a:lnTo>
                    <a:pt x="342" y="45580"/>
                  </a:lnTo>
                  <a:lnTo>
                    <a:pt x="342" y="36762"/>
                  </a:lnTo>
                  <a:lnTo>
                    <a:pt x="29959" y="26158"/>
                  </a:lnTo>
                  <a:cubicBezTo>
                    <a:pt x="33121" y="25004"/>
                    <a:pt x="36470" y="23962"/>
                    <a:pt x="39893" y="22995"/>
                  </a:cubicBezTo>
                  <a:cubicBezTo>
                    <a:pt x="37288" y="22251"/>
                    <a:pt x="34163" y="21209"/>
                    <a:pt x="30479" y="19870"/>
                  </a:cubicBezTo>
                  <a:lnTo>
                    <a:pt x="342" y="8893"/>
                  </a:lnTo>
                  <a:lnTo>
                    <a:pt x="342" y="299"/>
                  </a:lnTo>
                  <a:lnTo>
                    <a:pt x="49753" y="189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Freeform 1423">
              <a:extLst>
                <a:ext uri="{FF2B5EF4-FFF2-40B4-BE49-F238E27FC236}">
                  <a16:creationId xmlns:a16="http://schemas.microsoft.com/office/drawing/2014/main" id="{94699C94-D1D1-F18F-C85F-E9BE645997DE}"/>
                </a:ext>
              </a:extLst>
            </p:cNvPr>
            <p:cNvSpPr/>
            <p:nvPr/>
          </p:nvSpPr>
          <p:spPr>
            <a:xfrm>
              <a:off x="3684078" y="3214414"/>
              <a:ext cx="68460" cy="45067"/>
            </a:xfrm>
            <a:custGeom>
              <a:avLst/>
              <a:gdLst>
                <a:gd name="csX0" fmla="*/ 60766 w 68460"/>
                <a:gd name="csY0" fmla="*/ 294 h 45067"/>
                <a:gd name="csX1" fmla="*/ 68803 w 68460"/>
                <a:gd name="csY1" fmla="*/ 294 h 45067"/>
                <a:gd name="csX2" fmla="*/ 68803 w 68460"/>
                <a:gd name="csY2" fmla="*/ 45351 h 45067"/>
                <a:gd name="csX3" fmla="*/ 62998 w 68460"/>
                <a:gd name="csY3" fmla="*/ 44384 h 45067"/>
                <a:gd name="csX4" fmla="*/ 53920 w 68460"/>
                <a:gd name="csY4" fmla="*/ 38877 h 45067"/>
                <a:gd name="csX5" fmla="*/ 43576 w 68460"/>
                <a:gd name="csY5" fmla="*/ 27938 h 45067"/>
                <a:gd name="csX6" fmla="*/ 29140 w 68460"/>
                <a:gd name="csY6" fmla="*/ 12907 h 45067"/>
                <a:gd name="csX7" fmla="*/ 19094 w 68460"/>
                <a:gd name="csY7" fmla="*/ 9000 h 45067"/>
                <a:gd name="csX8" fmla="*/ 10685 w 68460"/>
                <a:gd name="csY8" fmla="*/ 12572 h 45067"/>
                <a:gd name="csX9" fmla="*/ 7262 w 68460"/>
                <a:gd name="csY9" fmla="*/ 21837 h 45067"/>
                <a:gd name="csX10" fmla="*/ 10909 w 68460"/>
                <a:gd name="csY10" fmla="*/ 31510 h 45067"/>
                <a:gd name="csX11" fmla="*/ 20954 w 68460"/>
                <a:gd name="csY11" fmla="*/ 35194 h 45067"/>
                <a:gd name="csX12" fmla="*/ 20062 w 68460"/>
                <a:gd name="csY12" fmla="*/ 43789 h 45067"/>
                <a:gd name="csX13" fmla="*/ 5402 w 68460"/>
                <a:gd name="csY13" fmla="*/ 37129 h 45067"/>
                <a:gd name="csX14" fmla="*/ 342 w 68460"/>
                <a:gd name="csY14" fmla="*/ 21650 h 45067"/>
                <a:gd name="csX15" fmla="*/ 5774 w 68460"/>
                <a:gd name="csY15" fmla="*/ 6135 h 45067"/>
                <a:gd name="csX16" fmla="*/ 19280 w 68460"/>
                <a:gd name="csY16" fmla="*/ 405 h 45067"/>
                <a:gd name="csX17" fmla="*/ 27317 w 68460"/>
                <a:gd name="csY17" fmla="*/ 2080 h 45067"/>
                <a:gd name="csX18" fmla="*/ 35651 w 68460"/>
                <a:gd name="csY18" fmla="*/ 7623 h 45067"/>
                <a:gd name="csX19" fmla="*/ 47632 w 68460"/>
                <a:gd name="csY19" fmla="*/ 20534 h 45067"/>
                <a:gd name="csX20" fmla="*/ 56227 w 68460"/>
                <a:gd name="csY20" fmla="*/ 30208 h 45067"/>
                <a:gd name="csX21" fmla="*/ 60766 w 68460"/>
                <a:gd name="csY21" fmla="*/ 33743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766" y="294"/>
                  </a:moveTo>
                  <a:lnTo>
                    <a:pt x="68803" y="294"/>
                  </a:lnTo>
                  <a:lnTo>
                    <a:pt x="68803" y="45351"/>
                  </a:lnTo>
                  <a:cubicBezTo>
                    <a:pt x="66794" y="45426"/>
                    <a:pt x="64859" y="45091"/>
                    <a:pt x="62998" y="44384"/>
                  </a:cubicBezTo>
                  <a:cubicBezTo>
                    <a:pt x="59910" y="43231"/>
                    <a:pt x="56896" y="41407"/>
                    <a:pt x="53920" y="38877"/>
                  </a:cubicBezTo>
                  <a:cubicBezTo>
                    <a:pt x="50943" y="36347"/>
                    <a:pt x="47520" y="32701"/>
                    <a:pt x="43576" y="27938"/>
                  </a:cubicBezTo>
                  <a:cubicBezTo>
                    <a:pt x="37512" y="20534"/>
                    <a:pt x="32712" y="15511"/>
                    <a:pt x="29140" y="12907"/>
                  </a:cubicBezTo>
                  <a:cubicBezTo>
                    <a:pt x="25605" y="10302"/>
                    <a:pt x="22257" y="9000"/>
                    <a:pt x="19094" y="9000"/>
                  </a:cubicBezTo>
                  <a:cubicBezTo>
                    <a:pt x="15783" y="9000"/>
                    <a:pt x="12955" y="10191"/>
                    <a:pt x="10685" y="12572"/>
                  </a:cubicBezTo>
                  <a:cubicBezTo>
                    <a:pt x="8416" y="14916"/>
                    <a:pt x="7262" y="18004"/>
                    <a:pt x="7262" y="21837"/>
                  </a:cubicBezTo>
                  <a:cubicBezTo>
                    <a:pt x="7262" y="25855"/>
                    <a:pt x="8490" y="29092"/>
                    <a:pt x="10909" y="31510"/>
                  </a:cubicBezTo>
                  <a:cubicBezTo>
                    <a:pt x="13327" y="33929"/>
                    <a:pt x="16676" y="35157"/>
                    <a:pt x="20954" y="35194"/>
                  </a:cubicBezTo>
                  <a:lnTo>
                    <a:pt x="20062" y="43789"/>
                  </a:lnTo>
                  <a:cubicBezTo>
                    <a:pt x="13662" y="43193"/>
                    <a:pt x="8751" y="40998"/>
                    <a:pt x="5402" y="37129"/>
                  </a:cubicBezTo>
                  <a:cubicBezTo>
                    <a:pt x="2016" y="33296"/>
                    <a:pt x="342" y="28125"/>
                    <a:pt x="342" y="21650"/>
                  </a:cubicBezTo>
                  <a:cubicBezTo>
                    <a:pt x="342" y="15102"/>
                    <a:pt x="2165" y="9930"/>
                    <a:pt x="5774" y="6135"/>
                  </a:cubicBezTo>
                  <a:cubicBezTo>
                    <a:pt x="9420" y="2303"/>
                    <a:pt x="13922" y="405"/>
                    <a:pt x="19280" y="405"/>
                  </a:cubicBezTo>
                  <a:cubicBezTo>
                    <a:pt x="21996" y="405"/>
                    <a:pt x="24675" y="963"/>
                    <a:pt x="27317" y="2080"/>
                  </a:cubicBezTo>
                  <a:cubicBezTo>
                    <a:pt x="29959" y="3196"/>
                    <a:pt x="32712" y="5056"/>
                    <a:pt x="35651" y="7623"/>
                  </a:cubicBezTo>
                  <a:cubicBezTo>
                    <a:pt x="38553" y="10228"/>
                    <a:pt x="42572" y="14507"/>
                    <a:pt x="47632" y="20534"/>
                  </a:cubicBezTo>
                  <a:cubicBezTo>
                    <a:pt x="51874" y="25557"/>
                    <a:pt x="54701" y="28794"/>
                    <a:pt x="56227" y="30208"/>
                  </a:cubicBezTo>
                  <a:cubicBezTo>
                    <a:pt x="57715" y="31622"/>
                    <a:pt x="59241" y="32813"/>
                    <a:pt x="60766" y="3374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25" name="Graphic 4">
            <a:extLst>
              <a:ext uri="{FF2B5EF4-FFF2-40B4-BE49-F238E27FC236}">
                <a16:creationId xmlns:a16="http://schemas.microsoft.com/office/drawing/2014/main" id="{EF4B98B6-BD0C-0978-F4F3-2F732BEC7F60}"/>
              </a:ext>
            </a:extLst>
          </p:cNvPr>
          <p:cNvGrpSpPr/>
          <p:nvPr/>
        </p:nvGrpSpPr>
        <p:grpSpPr>
          <a:xfrm>
            <a:off x="4142281" y="3208070"/>
            <a:ext cx="68460" cy="258495"/>
            <a:chOff x="3760464" y="3208070"/>
            <a:chExt cx="68460" cy="258495"/>
          </a:xfrm>
          <a:solidFill>
            <a:srgbClr val="000000"/>
          </a:solidFill>
        </p:grpSpPr>
        <p:sp>
          <p:nvSpPr>
            <p:cNvPr id="1426" name="Freeform 1425">
              <a:extLst>
                <a:ext uri="{FF2B5EF4-FFF2-40B4-BE49-F238E27FC236}">
                  <a16:creationId xmlns:a16="http://schemas.microsoft.com/office/drawing/2014/main" id="{882DB088-7B0D-D05C-5F34-8B548E48C09A}"/>
                </a:ext>
              </a:extLst>
            </p:cNvPr>
            <p:cNvSpPr/>
            <p:nvPr/>
          </p:nvSpPr>
          <p:spPr>
            <a:xfrm>
              <a:off x="3760762" y="3410234"/>
              <a:ext cx="68163" cy="56331"/>
            </a:xfrm>
            <a:custGeom>
              <a:avLst/>
              <a:gdLst>
                <a:gd name="csX0" fmla="*/ 68513 w 68163"/>
                <a:gd name="csY0" fmla="*/ 56647 h 56331"/>
                <a:gd name="csX1" fmla="*/ 350 w 68163"/>
                <a:gd name="csY1" fmla="*/ 56647 h 56331"/>
                <a:gd name="csX2" fmla="*/ 350 w 68163"/>
                <a:gd name="csY2" fmla="*/ 33170 h 56331"/>
                <a:gd name="csX3" fmla="*/ 1317 w 68163"/>
                <a:gd name="csY3" fmla="*/ 21040 h 56331"/>
                <a:gd name="csX4" fmla="*/ 6191 w 68163"/>
                <a:gd name="csY4" fmla="*/ 11032 h 56331"/>
                <a:gd name="csX5" fmla="*/ 17837 w 68163"/>
                <a:gd name="csY5" fmla="*/ 2958 h 56331"/>
                <a:gd name="csX6" fmla="*/ 34059 w 68163"/>
                <a:gd name="csY6" fmla="*/ 316 h 56331"/>
                <a:gd name="csX7" fmla="*/ 47826 w 68163"/>
                <a:gd name="csY7" fmla="*/ 2102 h 56331"/>
                <a:gd name="csX8" fmla="*/ 57760 w 68163"/>
                <a:gd name="csY8" fmla="*/ 6753 h 56331"/>
                <a:gd name="csX9" fmla="*/ 63937 w 68163"/>
                <a:gd name="csY9" fmla="*/ 12966 h 56331"/>
                <a:gd name="csX10" fmla="*/ 67360 w 68163"/>
                <a:gd name="csY10" fmla="*/ 21115 h 56331"/>
                <a:gd name="csX11" fmla="*/ 68513 w 68163"/>
                <a:gd name="csY11" fmla="*/ 32053 h 56331"/>
                <a:gd name="csX12" fmla="*/ 68513 w 68163"/>
                <a:gd name="csY12" fmla="*/ 56647 h 56331"/>
                <a:gd name="csX13" fmla="*/ 60476 w 68163"/>
                <a:gd name="csY13" fmla="*/ 47643 h 56331"/>
                <a:gd name="csX14" fmla="*/ 60476 w 68163"/>
                <a:gd name="csY14" fmla="*/ 33095 h 56331"/>
                <a:gd name="csX15" fmla="*/ 59211 w 68163"/>
                <a:gd name="csY15" fmla="*/ 22491 h 56331"/>
                <a:gd name="csX16" fmla="*/ 55677 w 68163"/>
                <a:gd name="csY16" fmla="*/ 16389 h 56331"/>
                <a:gd name="csX17" fmla="*/ 47045 w 68163"/>
                <a:gd name="csY17" fmla="*/ 11404 h 56331"/>
                <a:gd name="csX18" fmla="*/ 33911 w 68163"/>
                <a:gd name="csY18" fmla="*/ 9618 h 56331"/>
                <a:gd name="csX19" fmla="*/ 17465 w 68163"/>
                <a:gd name="csY19" fmla="*/ 13115 h 56331"/>
                <a:gd name="csX20" fmla="*/ 9763 w 68163"/>
                <a:gd name="csY20" fmla="*/ 21636 h 56331"/>
                <a:gd name="csX21" fmla="*/ 8387 w 68163"/>
                <a:gd name="csY21" fmla="*/ 33319 h 56331"/>
                <a:gd name="csX22" fmla="*/ 8387 w 68163"/>
                <a:gd name="csY22" fmla="*/ 47643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13" y="56647"/>
                  </a:moveTo>
                  <a:lnTo>
                    <a:pt x="350" y="56647"/>
                  </a:lnTo>
                  <a:lnTo>
                    <a:pt x="350" y="33170"/>
                  </a:lnTo>
                  <a:cubicBezTo>
                    <a:pt x="350" y="27886"/>
                    <a:pt x="647" y="23831"/>
                    <a:pt x="1317" y="21040"/>
                  </a:cubicBezTo>
                  <a:cubicBezTo>
                    <a:pt x="2210" y="17133"/>
                    <a:pt x="3847" y="13785"/>
                    <a:pt x="6191" y="11032"/>
                  </a:cubicBezTo>
                  <a:cubicBezTo>
                    <a:pt x="9242" y="7460"/>
                    <a:pt x="13112" y="4744"/>
                    <a:pt x="17837" y="2958"/>
                  </a:cubicBezTo>
                  <a:cubicBezTo>
                    <a:pt x="22562" y="1172"/>
                    <a:pt x="27957" y="316"/>
                    <a:pt x="34059" y="316"/>
                  </a:cubicBezTo>
                  <a:cubicBezTo>
                    <a:pt x="39231" y="316"/>
                    <a:pt x="43808" y="911"/>
                    <a:pt x="47826" y="2102"/>
                  </a:cubicBezTo>
                  <a:cubicBezTo>
                    <a:pt x="51807" y="3330"/>
                    <a:pt x="55119" y="4855"/>
                    <a:pt x="57760" y="6753"/>
                  </a:cubicBezTo>
                  <a:cubicBezTo>
                    <a:pt x="60365" y="8650"/>
                    <a:pt x="62411" y="10734"/>
                    <a:pt x="63937" y="12966"/>
                  </a:cubicBezTo>
                  <a:cubicBezTo>
                    <a:pt x="65425" y="15236"/>
                    <a:pt x="66578" y="17915"/>
                    <a:pt x="67360" y="21115"/>
                  </a:cubicBezTo>
                  <a:cubicBezTo>
                    <a:pt x="68141" y="24277"/>
                    <a:pt x="68513" y="27923"/>
                    <a:pt x="68513" y="32053"/>
                  </a:cubicBezTo>
                  <a:lnTo>
                    <a:pt x="68513" y="56647"/>
                  </a:lnTo>
                  <a:moveTo>
                    <a:pt x="60476" y="47643"/>
                  </a:moveTo>
                  <a:lnTo>
                    <a:pt x="60476" y="33095"/>
                  </a:lnTo>
                  <a:cubicBezTo>
                    <a:pt x="60476" y="28593"/>
                    <a:pt x="60067" y="25059"/>
                    <a:pt x="59211" y="22491"/>
                  </a:cubicBezTo>
                  <a:cubicBezTo>
                    <a:pt x="58393" y="19961"/>
                    <a:pt x="57202" y="17915"/>
                    <a:pt x="55677" y="16389"/>
                  </a:cubicBezTo>
                  <a:cubicBezTo>
                    <a:pt x="53556" y="14231"/>
                    <a:pt x="50654" y="12594"/>
                    <a:pt x="47045" y="11404"/>
                  </a:cubicBezTo>
                  <a:cubicBezTo>
                    <a:pt x="43436" y="10213"/>
                    <a:pt x="39045" y="9618"/>
                    <a:pt x="33911" y="9618"/>
                  </a:cubicBezTo>
                  <a:cubicBezTo>
                    <a:pt x="26767" y="9618"/>
                    <a:pt x="21297" y="10771"/>
                    <a:pt x="17465" y="13115"/>
                  </a:cubicBezTo>
                  <a:cubicBezTo>
                    <a:pt x="13633" y="15459"/>
                    <a:pt x="11065" y="18287"/>
                    <a:pt x="9763" y="21636"/>
                  </a:cubicBezTo>
                  <a:cubicBezTo>
                    <a:pt x="8833" y="24054"/>
                    <a:pt x="8387" y="27961"/>
                    <a:pt x="8387" y="33319"/>
                  </a:cubicBezTo>
                  <a:lnTo>
                    <a:pt x="8387" y="4764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Freeform 1426">
              <a:extLst>
                <a:ext uri="{FF2B5EF4-FFF2-40B4-BE49-F238E27FC236}">
                  <a16:creationId xmlns:a16="http://schemas.microsoft.com/office/drawing/2014/main" id="{D87D19E6-8CB3-1D02-6D83-D383B52A0A3E}"/>
                </a:ext>
              </a:extLst>
            </p:cNvPr>
            <p:cNvSpPr/>
            <p:nvPr/>
          </p:nvSpPr>
          <p:spPr>
            <a:xfrm>
              <a:off x="3778398" y="3331923"/>
              <a:ext cx="50527" cy="66935"/>
            </a:xfrm>
            <a:custGeom>
              <a:avLst/>
              <a:gdLst>
                <a:gd name="csX0" fmla="*/ 50877 w 50527"/>
                <a:gd name="csY0" fmla="*/ 67244 h 66935"/>
                <a:gd name="csX1" fmla="*/ 1466 w 50527"/>
                <a:gd name="csY1" fmla="*/ 67244 h 66935"/>
                <a:gd name="csX2" fmla="*/ 1466 w 50527"/>
                <a:gd name="csY2" fmla="*/ 59765 h 66935"/>
                <a:gd name="csX3" fmla="*/ 8424 w 50527"/>
                <a:gd name="csY3" fmla="*/ 59765 h 66935"/>
                <a:gd name="csX4" fmla="*/ 2582 w 50527"/>
                <a:gd name="csY4" fmla="*/ 53589 h 66935"/>
                <a:gd name="csX5" fmla="*/ 350 w 50527"/>
                <a:gd name="csY5" fmla="*/ 44771 h 66935"/>
                <a:gd name="csX6" fmla="*/ 2657 w 50527"/>
                <a:gd name="csY6" fmla="*/ 35804 h 66935"/>
                <a:gd name="csX7" fmla="*/ 9019 w 50527"/>
                <a:gd name="csY7" fmla="*/ 30818 h 66935"/>
                <a:gd name="csX8" fmla="*/ 350 w 50527"/>
                <a:gd name="csY8" fmla="*/ 15564 h 66935"/>
                <a:gd name="csX9" fmla="*/ 4443 w 50527"/>
                <a:gd name="csY9" fmla="*/ 4290 h 66935"/>
                <a:gd name="csX10" fmla="*/ 16981 w 50527"/>
                <a:gd name="csY10" fmla="*/ 309 h 66935"/>
                <a:gd name="csX11" fmla="*/ 50877 w 50527"/>
                <a:gd name="csY11" fmla="*/ 309 h 66935"/>
                <a:gd name="csX12" fmla="*/ 50877 w 50527"/>
                <a:gd name="csY12" fmla="*/ 8643 h 66935"/>
                <a:gd name="csX13" fmla="*/ 19772 w 50527"/>
                <a:gd name="csY13" fmla="*/ 8643 h 66935"/>
                <a:gd name="csX14" fmla="*/ 12517 w 50527"/>
                <a:gd name="csY14" fmla="*/ 9462 h 66935"/>
                <a:gd name="csX15" fmla="*/ 8982 w 50527"/>
                <a:gd name="csY15" fmla="*/ 12438 h 66935"/>
                <a:gd name="csX16" fmla="*/ 7642 w 50527"/>
                <a:gd name="csY16" fmla="*/ 17424 h 66935"/>
                <a:gd name="csX17" fmla="*/ 11103 w 50527"/>
                <a:gd name="csY17" fmla="*/ 26093 h 66935"/>
                <a:gd name="csX18" fmla="*/ 22190 w 50527"/>
                <a:gd name="csY18" fmla="*/ 29553 h 66935"/>
                <a:gd name="csX19" fmla="*/ 50877 w 50527"/>
                <a:gd name="csY19" fmla="*/ 29553 h 66935"/>
                <a:gd name="csX20" fmla="*/ 50877 w 50527"/>
                <a:gd name="csY20" fmla="*/ 37888 h 66935"/>
                <a:gd name="csX21" fmla="*/ 18805 w 50527"/>
                <a:gd name="csY21" fmla="*/ 37888 h 66935"/>
                <a:gd name="csX22" fmla="*/ 10396 w 50527"/>
                <a:gd name="csY22" fmla="*/ 39934 h 66935"/>
                <a:gd name="csX23" fmla="*/ 7642 w 50527"/>
                <a:gd name="csY23" fmla="*/ 46631 h 66935"/>
                <a:gd name="csX24" fmla="*/ 9503 w 50527"/>
                <a:gd name="csY24" fmla="*/ 53180 h 66935"/>
                <a:gd name="csX25" fmla="*/ 14935 w 50527"/>
                <a:gd name="csY25" fmla="*/ 57533 h 66935"/>
                <a:gd name="csX26" fmla="*/ 25241 w 50527"/>
                <a:gd name="csY26" fmla="*/ 58873 h 66935"/>
                <a:gd name="csX27" fmla="*/ 50877 w 50527"/>
                <a:gd name="csY27" fmla="*/ 58873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877" y="67244"/>
                  </a:moveTo>
                  <a:lnTo>
                    <a:pt x="1466" y="67244"/>
                  </a:lnTo>
                  <a:lnTo>
                    <a:pt x="1466" y="59765"/>
                  </a:lnTo>
                  <a:lnTo>
                    <a:pt x="8424" y="59765"/>
                  </a:lnTo>
                  <a:cubicBezTo>
                    <a:pt x="6005" y="58203"/>
                    <a:pt x="4033" y="56156"/>
                    <a:pt x="2582" y="53589"/>
                  </a:cubicBezTo>
                  <a:cubicBezTo>
                    <a:pt x="1094" y="51022"/>
                    <a:pt x="350" y="48082"/>
                    <a:pt x="350" y="44771"/>
                  </a:cubicBezTo>
                  <a:cubicBezTo>
                    <a:pt x="350" y="41125"/>
                    <a:pt x="1131" y="38148"/>
                    <a:pt x="2657" y="35804"/>
                  </a:cubicBezTo>
                  <a:cubicBezTo>
                    <a:pt x="4182" y="33460"/>
                    <a:pt x="6303" y="31786"/>
                    <a:pt x="9019" y="30818"/>
                  </a:cubicBezTo>
                  <a:cubicBezTo>
                    <a:pt x="3252" y="26949"/>
                    <a:pt x="350" y="21852"/>
                    <a:pt x="350" y="15564"/>
                  </a:cubicBezTo>
                  <a:cubicBezTo>
                    <a:pt x="350" y="10689"/>
                    <a:pt x="1726" y="6932"/>
                    <a:pt x="4443" y="4290"/>
                  </a:cubicBezTo>
                  <a:cubicBezTo>
                    <a:pt x="7159" y="1648"/>
                    <a:pt x="11326" y="309"/>
                    <a:pt x="16981" y="309"/>
                  </a:cubicBezTo>
                  <a:lnTo>
                    <a:pt x="50877" y="309"/>
                  </a:lnTo>
                  <a:lnTo>
                    <a:pt x="50877" y="8643"/>
                  </a:lnTo>
                  <a:lnTo>
                    <a:pt x="19772" y="8643"/>
                  </a:lnTo>
                  <a:cubicBezTo>
                    <a:pt x="16423" y="8643"/>
                    <a:pt x="14005" y="8941"/>
                    <a:pt x="12517" y="9462"/>
                  </a:cubicBezTo>
                  <a:cubicBezTo>
                    <a:pt x="11065" y="10020"/>
                    <a:pt x="9875" y="10987"/>
                    <a:pt x="8982" y="12438"/>
                  </a:cubicBezTo>
                  <a:cubicBezTo>
                    <a:pt x="8089" y="13852"/>
                    <a:pt x="7642" y="15526"/>
                    <a:pt x="7642" y="17424"/>
                  </a:cubicBezTo>
                  <a:cubicBezTo>
                    <a:pt x="7642" y="20921"/>
                    <a:pt x="8796" y="23786"/>
                    <a:pt x="11103" y="26093"/>
                  </a:cubicBezTo>
                  <a:cubicBezTo>
                    <a:pt x="13409" y="28400"/>
                    <a:pt x="17093" y="29553"/>
                    <a:pt x="22190" y="29553"/>
                  </a:cubicBezTo>
                  <a:lnTo>
                    <a:pt x="50877" y="29553"/>
                  </a:lnTo>
                  <a:lnTo>
                    <a:pt x="50877" y="37888"/>
                  </a:lnTo>
                  <a:lnTo>
                    <a:pt x="18805" y="37888"/>
                  </a:lnTo>
                  <a:cubicBezTo>
                    <a:pt x="15084" y="37888"/>
                    <a:pt x="12293" y="38595"/>
                    <a:pt x="10396" y="39934"/>
                  </a:cubicBezTo>
                  <a:cubicBezTo>
                    <a:pt x="8573" y="41311"/>
                    <a:pt x="7642" y="43543"/>
                    <a:pt x="7642" y="46631"/>
                  </a:cubicBezTo>
                  <a:cubicBezTo>
                    <a:pt x="7642" y="49013"/>
                    <a:pt x="8238" y="51171"/>
                    <a:pt x="9503" y="53180"/>
                  </a:cubicBezTo>
                  <a:cubicBezTo>
                    <a:pt x="10731" y="55189"/>
                    <a:pt x="12554" y="56640"/>
                    <a:pt x="14935" y="57533"/>
                  </a:cubicBezTo>
                  <a:cubicBezTo>
                    <a:pt x="17316" y="58426"/>
                    <a:pt x="20739" y="58873"/>
                    <a:pt x="25241" y="58873"/>
                  </a:cubicBezTo>
                  <a:lnTo>
                    <a:pt x="50877" y="5887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Freeform 1427">
              <a:extLst>
                <a:ext uri="{FF2B5EF4-FFF2-40B4-BE49-F238E27FC236}">
                  <a16:creationId xmlns:a16="http://schemas.microsoft.com/office/drawing/2014/main" id="{99CB7761-BCB8-A03F-E4B8-09B75E6D88B3}"/>
                </a:ext>
              </a:extLst>
            </p:cNvPr>
            <p:cNvSpPr/>
            <p:nvPr/>
          </p:nvSpPr>
          <p:spPr>
            <a:xfrm>
              <a:off x="3800052" y="3297079"/>
              <a:ext cx="8408" cy="25710"/>
            </a:xfrm>
            <a:custGeom>
              <a:avLst/>
              <a:gdLst>
                <a:gd name="csX0" fmla="*/ 8759 w 8408"/>
                <a:gd name="csY0" fmla="*/ 26010 h 25710"/>
                <a:gd name="csX1" fmla="*/ 350 w 8408"/>
                <a:gd name="csY1" fmla="*/ 26010 h 25710"/>
                <a:gd name="csX2" fmla="*/ 350 w 8408"/>
                <a:gd name="csY2" fmla="*/ 300 h 25710"/>
                <a:gd name="csX3" fmla="*/ 8759 w 8408"/>
                <a:gd name="csY3" fmla="*/ 300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59" y="26010"/>
                  </a:moveTo>
                  <a:lnTo>
                    <a:pt x="350" y="26010"/>
                  </a:lnTo>
                  <a:lnTo>
                    <a:pt x="350" y="300"/>
                  </a:lnTo>
                  <a:lnTo>
                    <a:pt x="8759" y="30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Freeform 1428">
              <a:extLst>
                <a:ext uri="{FF2B5EF4-FFF2-40B4-BE49-F238E27FC236}">
                  <a16:creationId xmlns:a16="http://schemas.microsoft.com/office/drawing/2014/main" id="{7441E7FA-C5E2-B78F-00D7-CE96654B4432}"/>
                </a:ext>
              </a:extLst>
            </p:cNvPr>
            <p:cNvSpPr/>
            <p:nvPr/>
          </p:nvSpPr>
          <p:spPr>
            <a:xfrm>
              <a:off x="3760464" y="3246124"/>
              <a:ext cx="68460" cy="45067"/>
            </a:xfrm>
            <a:custGeom>
              <a:avLst/>
              <a:gdLst>
                <a:gd name="csX0" fmla="*/ 60774 w 68460"/>
                <a:gd name="csY0" fmla="*/ 297 h 45067"/>
                <a:gd name="csX1" fmla="*/ 68811 w 68460"/>
                <a:gd name="csY1" fmla="*/ 297 h 45067"/>
                <a:gd name="csX2" fmla="*/ 68811 w 68460"/>
                <a:gd name="csY2" fmla="*/ 45355 h 45067"/>
                <a:gd name="csX3" fmla="*/ 63006 w 68460"/>
                <a:gd name="csY3" fmla="*/ 44387 h 45067"/>
                <a:gd name="csX4" fmla="*/ 53928 w 68460"/>
                <a:gd name="csY4" fmla="*/ 38881 h 45067"/>
                <a:gd name="csX5" fmla="*/ 43584 w 68460"/>
                <a:gd name="csY5" fmla="*/ 27942 h 45067"/>
                <a:gd name="csX6" fmla="*/ 29148 w 68460"/>
                <a:gd name="csY6" fmla="*/ 12910 h 45067"/>
                <a:gd name="csX7" fmla="*/ 19102 w 68460"/>
                <a:gd name="csY7" fmla="*/ 9003 h 45067"/>
                <a:gd name="csX8" fmla="*/ 10693 w 68460"/>
                <a:gd name="csY8" fmla="*/ 12575 h 45067"/>
                <a:gd name="csX9" fmla="*/ 7270 w 68460"/>
                <a:gd name="csY9" fmla="*/ 21840 h 45067"/>
                <a:gd name="csX10" fmla="*/ 10917 w 68460"/>
                <a:gd name="csY10" fmla="*/ 31514 h 45067"/>
                <a:gd name="csX11" fmla="*/ 20963 w 68460"/>
                <a:gd name="csY11" fmla="*/ 35197 h 45067"/>
                <a:gd name="csX12" fmla="*/ 20070 w 68460"/>
                <a:gd name="csY12" fmla="*/ 43792 h 45067"/>
                <a:gd name="csX13" fmla="*/ 5410 w 68460"/>
                <a:gd name="csY13" fmla="*/ 37132 h 45067"/>
                <a:gd name="csX14" fmla="*/ 350 w 68460"/>
                <a:gd name="csY14" fmla="*/ 21654 h 45067"/>
                <a:gd name="csX15" fmla="*/ 5782 w 68460"/>
                <a:gd name="csY15" fmla="*/ 6138 h 45067"/>
                <a:gd name="csX16" fmla="*/ 19288 w 68460"/>
                <a:gd name="csY16" fmla="*/ 409 h 45067"/>
                <a:gd name="csX17" fmla="*/ 27325 w 68460"/>
                <a:gd name="csY17" fmla="*/ 2083 h 45067"/>
                <a:gd name="csX18" fmla="*/ 35659 w 68460"/>
                <a:gd name="csY18" fmla="*/ 7627 h 45067"/>
                <a:gd name="csX19" fmla="*/ 47640 w 68460"/>
                <a:gd name="csY19" fmla="*/ 20538 h 45067"/>
                <a:gd name="csX20" fmla="*/ 56235 w 68460"/>
                <a:gd name="csY20" fmla="*/ 30211 h 45067"/>
                <a:gd name="csX21" fmla="*/ 60774 w 68460"/>
                <a:gd name="csY21" fmla="*/ 33746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774" y="297"/>
                  </a:moveTo>
                  <a:lnTo>
                    <a:pt x="68811" y="297"/>
                  </a:lnTo>
                  <a:lnTo>
                    <a:pt x="68811" y="45355"/>
                  </a:lnTo>
                  <a:cubicBezTo>
                    <a:pt x="66802" y="45429"/>
                    <a:pt x="64867" y="45094"/>
                    <a:pt x="63006" y="44387"/>
                  </a:cubicBezTo>
                  <a:cubicBezTo>
                    <a:pt x="59918" y="43234"/>
                    <a:pt x="56905" y="41411"/>
                    <a:pt x="53928" y="38881"/>
                  </a:cubicBezTo>
                  <a:cubicBezTo>
                    <a:pt x="50951" y="36351"/>
                    <a:pt x="47528" y="32704"/>
                    <a:pt x="43584" y="27942"/>
                  </a:cubicBezTo>
                  <a:cubicBezTo>
                    <a:pt x="37520" y="20538"/>
                    <a:pt x="32720" y="15515"/>
                    <a:pt x="29148" y="12910"/>
                  </a:cubicBezTo>
                  <a:cubicBezTo>
                    <a:pt x="25613" y="10306"/>
                    <a:pt x="22265" y="9003"/>
                    <a:pt x="19102" y="9003"/>
                  </a:cubicBezTo>
                  <a:cubicBezTo>
                    <a:pt x="15791" y="9003"/>
                    <a:pt x="12963" y="10194"/>
                    <a:pt x="10693" y="12575"/>
                  </a:cubicBezTo>
                  <a:cubicBezTo>
                    <a:pt x="8424" y="14919"/>
                    <a:pt x="7270" y="18008"/>
                    <a:pt x="7270" y="21840"/>
                  </a:cubicBezTo>
                  <a:cubicBezTo>
                    <a:pt x="7270" y="25858"/>
                    <a:pt x="8498" y="29095"/>
                    <a:pt x="10917" y="31514"/>
                  </a:cubicBezTo>
                  <a:cubicBezTo>
                    <a:pt x="13335" y="33932"/>
                    <a:pt x="16684" y="35160"/>
                    <a:pt x="20963" y="35197"/>
                  </a:cubicBezTo>
                  <a:lnTo>
                    <a:pt x="20070" y="43792"/>
                  </a:lnTo>
                  <a:cubicBezTo>
                    <a:pt x="13670" y="43197"/>
                    <a:pt x="8759" y="41001"/>
                    <a:pt x="5410" y="37132"/>
                  </a:cubicBezTo>
                  <a:cubicBezTo>
                    <a:pt x="2024" y="33300"/>
                    <a:pt x="350" y="28128"/>
                    <a:pt x="350" y="21654"/>
                  </a:cubicBezTo>
                  <a:cubicBezTo>
                    <a:pt x="350" y="15105"/>
                    <a:pt x="2173" y="9934"/>
                    <a:pt x="5782" y="6138"/>
                  </a:cubicBezTo>
                  <a:cubicBezTo>
                    <a:pt x="9428" y="2306"/>
                    <a:pt x="13930" y="409"/>
                    <a:pt x="19288" y="409"/>
                  </a:cubicBezTo>
                  <a:cubicBezTo>
                    <a:pt x="22004" y="409"/>
                    <a:pt x="24683" y="967"/>
                    <a:pt x="27325" y="2083"/>
                  </a:cubicBezTo>
                  <a:cubicBezTo>
                    <a:pt x="29967" y="3199"/>
                    <a:pt x="32720" y="5059"/>
                    <a:pt x="35659" y="7627"/>
                  </a:cubicBezTo>
                  <a:cubicBezTo>
                    <a:pt x="38561" y="10231"/>
                    <a:pt x="42580" y="14510"/>
                    <a:pt x="47640" y="20538"/>
                  </a:cubicBezTo>
                  <a:cubicBezTo>
                    <a:pt x="51882" y="25561"/>
                    <a:pt x="54709" y="28798"/>
                    <a:pt x="56235" y="30211"/>
                  </a:cubicBezTo>
                  <a:cubicBezTo>
                    <a:pt x="57723" y="31625"/>
                    <a:pt x="59249" y="32816"/>
                    <a:pt x="60774" y="3374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Freeform 1429">
              <a:extLst>
                <a:ext uri="{FF2B5EF4-FFF2-40B4-BE49-F238E27FC236}">
                  <a16:creationId xmlns:a16="http://schemas.microsoft.com/office/drawing/2014/main" id="{78EB41EE-7C8C-FB6D-6D06-3619430E84C2}"/>
                </a:ext>
              </a:extLst>
            </p:cNvPr>
            <p:cNvSpPr/>
            <p:nvPr/>
          </p:nvSpPr>
          <p:spPr>
            <a:xfrm>
              <a:off x="3778398" y="3208070"/>
              <a:ext cx="50527" cy="26863"/>
            </a:xfrm>
            <a:custGeom>
              <a:avLst/>
              <a:gdLst>
                <a:gd name="csX0" fmla="*/ 50877 w 50527"/>
                <a:gd name="csY0" fmla="*/ 27155 h 26863"/>
                <a:gd name="csX1" fmla="*/ 1466 w 50527"/>
                <a:gd name="csY1" fmla="*/ 27155 h 26863"/>
                <a:gd name="csX2" fmla="*/ 1466 w 50527"/>
                <a:gd name="csY2" fmla="*/ 19602 h 26863"/>
                <a:gd name="csX3" fmla="*/ 8982 w 50527"/>
                <a:gd name="csY3" fmla="*/ 19602 h 26863"/>
                <a:gd name="csX4" fmla="*/ 2061 w 50527"/>
                <a:gd name="csY4" fmla="*/ 14281 h 26863"/>
                <a:gd name="csX5" fmla="*/ 350 w 50527"/>
                <a:gd name="csY5" fmla="*/ 8923 h 26863"/>
                <a:gd name="csX6" fmla="*/ 3066 w 50527"/>
                <a:gd name="csY6" fmla="*/ 291 h 26863"/>
                <a:gd name="csX7" fmla="*/ 10842 w 50527"/>
                <a:gd name="csY7" fmla="*/ 3194 h 26863"/>
                <a:gd name="csX8" fmla="*/ 9019 w 50527"/>
                <a:gd name="csY8" fmla="*/ 9333 h 26863"/>
                <a:gd name="csX9" fmla="*/ 10656 w 50527"/>
                <a:gd name="csY9" fmla="*/ 14244 h 26863"/>
                <a:gd name="csX10" fmla="*/ 15233 w 50527"/>
                <a:gd name="csY10" fmla="*/ 17369 h 26863"/>
                <a:gd name="csX11" fmla="*/ 25018 w 50527"/>
                <a:gd name="csY11" fmla="*/ 18783 h 26863"/>
                <a:gd name="csX12" fmla="*/ 50877 w 50527"/>
                <a:gd name="csY12" fmla="*/ 18783 h 26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527" h="26863">
                  <a:moveTo>
                    <a:pt x="50877" y="27155"/>
                  </a:moveTo>
                  <a:lnTo>
                    <a:pt x="1466" y="27155"/>
                  </a:lnTo>
                  <a:lnTo>
                    <a:pt x="1466" y="19602"/>
                  </a:lnTo>
                  <a:lnTo>
                    <a:pt x="8982" y="19602"/>
                  </a:lnTo>
                  <a:cubicBezTo>
                    <a:pt x="5484" y="17704"/>
                    <a:pt x="3178" y="15918"/>
                    <a:pt x="2061" y="14281"/>
                  </a:cubicBezTo>
                  <a:cubicBezTo>
                    <a:pt x="945" y="12644"/>
                    <a:pt x="350" y="10858"/>
                    <a:pt x="350" y="8923"/>
                  </a:cubicBezTo>
                  <a:cubicBezTo>
                    <a:pt x="350" y="6096"/>
                    <a:pt x="1280" y="3231"/>
                    <a:pt x="3066" y="291"/>
                  </a:cubicBezTo>
                  <a:lnTo>
                    <a:pt x="10842" y="3194"/>
                  </a:lnTo>
                  <a:cubicBezTo>
                    <a:pt x="9614" y="5240"/>
                    <a:pt x="9019" y="7286"/>
                    <a:pt x="9019" y="9333"/>
                  </a:cubicBezTo>
                  <a:cubicBezTo>
                    <a:pt x="9019" y="11156"/>
                    <a:pt x="9577" y="12793"/>
                    <a:pt x="10656" y="14244"/>
                  </a:cubicBezTo>
                  <a:cubicBezTo>
                    <a:pt x="11772" y="15732"/>
                    <a:pt x="13298" y="16774"/>
                    <a:pt x="15233" y="17369"/>
                  </a:cubicBezTo>
                  <a:cubicBezTo>
                    <a:pt x="18209" y="18300"/>
                    <a:pt x="21483" y="18783"/>
                    <a:pt x="25018" y="18783"/>
                  </a:cubicBezTo>
                  <a:lnTo>
                    <a:pt x="50877" y="1878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1" name="Graphic 4">
            <a:extLst>
              <a:ext uri="{FF2B5EF4-FFF2-40B4-BE49-F238E27FC236}">
                <a16:creationId xmlns:a16="http://schemas.microsoft.com/office/drawing/2014/main" id="{3C39C4D5-E2C3-FBCF-CD06-3BB7F5AE97DF}"/>
              </a:ext>
            </a:extLst>
          </p:cNvPr>
          <p:cNvGrpSpPr/>
          <p:nvPr/>
        </p:nvGrpSpPr>
        <p:grpSpPr>
          <a:xfrm>
            <a:off x="4218630" y="3213716"/>
            <a:ext cx="69688" cy="221149"/>
            <a:chOff x="3836813" y="3213716"/>
            <a:chExt cx="69688" cy="221149"/>
          </a:xfrm>
          <a:solidFill>
            <a:srgbClr val="000000"/>
          </a:solidFill>
        </p:grpSpPr>
        <p:sp>
          <p:nvSpPr>
            <p:cNvPr id="1432" name="Freeform 1431">
              <a:extLst>
                <a:ext uri="{FF2B5EF4-FFF2-40B4-BE49-F238E27FC236}">
                  <a16:creationId xmlns:a16="http://schemas.microsoft.com/office/drawing/2014/main" id="{2E4FD7F0-740D-D61A-2078-38AEBAF74A0B}"/>
                </a:ext>
              </a:extLst>
            </p:cNvPr>
            <p:cNvSpPr/>
            <p:nvPr/>
          </p:nvSpPr>
          <p:spPr>
            <a:xfrm>
              <a:off x="3837111" y="3378534"/>
              <a:ext cx="68163" cy="56331"/>
            </a:xfrm>
            <a:custGeom>
              <a:avLst/>
              <a:gdLst>
                <a:gd name="csX0" fmla="*/ 68521 w 68163"/>
                <a:gd name="csY0" fmla="*/ 56644 h 56331"/>
                <a:gd name="csX1" fmla="*/ 358 w 68163"/>
                <a:gd name="csY1" fmla="*/ 56644 h 56331"/>
                <a:gd name="csX2" fmla="*/ 358 w 68163"/>
                <a:gd name="csY2" fmla="*/ 33166 h 56331"/>
                <a:gd name="csX3" fmla="*/ 1325 w 68163"/>
                <a:gd name="csY3" fmla="*/ 21037 h 56331"/>
                <a:gd name="csX4" fmla="*/ 6199 w 68163"/>
                <a:gd name="csY4" fmla="*/ 11028 h 56331"/>
                <a:gd name="csX5" fmla="*/ 17845 w 68163"/>
                <a:gd name="csY5" fmla="*/ 2954 h 56331"/>
                <a:gd name="csX6" fmla="*/ 34067 w 68163"/>
                <a:gd name="csY6" fmla="*/ 313 h 56331"/>
                <a:gd name="csX7" fmla="*/ 47834 w 68163"/>
                <a:gd name="csY7" fmla="*/ 2098 h 56331"/>
                <a:gd name="csX8" fmla="*/ 57768 w 68163"/>
                <a:gd name="csY8" fmla="*/ 6749 h 56331"/>
                <a:gd name="csX9" fmla="*/ 63945 w 68163"/>
                <a:gd name="csY9" fmla="*/ 12963 h 56331"/>
                <a:gd name="csX10" fmla="*/ 67368 w 68163"/>
                <a:gd name="csY10" fmla="*/ 21111 h 56331"/>
                <a:gd name="csX11" fmla="*/ 68521 w 68163"/>
                <a:gd name="csY11" fmla="*/ 32050 h 56331"/>
                <a:gd name="csX12" fmla="*/ 68521 w 68163"/>
                <a:gd name="csY12" fmla="*/ 56644 h 56331"/>
                <a:gd name="csX13" fmla="*/ 60484 w 68163"/>
                <a:gd name="csY13" fmla="*/ 47640 h 56331"/>
                <a:gd name="csX14" fmla="*/ 60484 w 68163"/>
                <a:gd name="csY14" fmla="*/ 33092 h 56331"/>
                <a:gd name="csX15" fmla="*/ 59219 w 68163"/>
                <a:gd name="csY15" fmla="*/ 22488 h 56331"/>
                <a:gd name="csX16" fmla="*/ 55685 w 68163"/>
                <a:gd name="csY16" fmla="*/ 16386 h 56331"/>
                <a:gd name="csX17" fmla="*/ 47053 w 68163"/>
                <a:gd name="csY17" fmla="*/ 11400 h 56331"/>
                <a:gd name="csX18" fmla="*/ 33919 w 68163"/>
                <a:gd name="csY18" fmla="*/ 9614 h 56331"/>
                <a:gd name="csX19" fmla="*/ 17473 w 68163"/>
                <a:gd name="csY19" fmla="*/ 13112 h 56331"/>
                <a:gd name="csX20" fmla="*/ 9771 w 68163"/>
                <a:gd name="csY20" fmla="*/ 21632 h 56331"/>
                <a:gd name="csX21" fmla="*/ 8395 w 68163"/>
                <a:gd name="csY21" fmla="*/ 33315 h 56331"/>
                <a:gd name="csX22" fmla="*/ 8395 w 68163"/>
                <a:gd name="csY22" fmla="*/ 47640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21" y="56644"/>
                  </a:moveTo>
                  <a:lnTo>
                    <a:pt x="358" y="56644"/>
                  </a:lnTo>
                  <a:lnTo>
                    <a:pt x="358" y="33166"/>
                  </a:lnTo>
                  <a:cubicBezTo>
                    <a:pt x="358" y="27883"/>
                    <a:pt x="655" y="23827"/>
                    <a:pt x="1325" y="21037"/>
                  </a:cubicBezTo>
                  <a:cubicBezTo>
                    <a:pt x="2218" y="17130"/>
                    <a:pt x="3855" y="13781"/>
                    <a:pt x="6199" y="11028"/>
                  </a:cubicBezTo>
                  <a:cubicBezTo>
                    <a:pt x="9250" y="7456"/>
                    <a:pt x="13120" y="4740"/>
                    <a:pt x="17845" y="2954"/>
                  </a:cubicBezTo>
                  <a:cubicBezTo>
                    <a:pt x="22570" y="1168"/>
                    <a:pt x="27965" y="313"/>
                    <a:pt x="34067" y="313"/>
                  </a:cubicBezTo>
                  <a:cubicBezTo>
                    <a:pt x="39239" y="313"/>
                    <a:pt x="43816" y="908"/>
                    <a:pt x="47834" y="2098"/>
                  </a:cubicBezTo>
                  <a:cubicBezTo>
                    <a:pt x="51815" y="3326"/>
                    <a:pt x="55127" y="4852"/>
                    <a:pt x="57768" y="6749"/>
                  </a:cubicBezTo>
                  <a:cubicBezTo>
                    <a:pt x="60373" y="8647"/>
                    <a:pt x="62419" y="10731"/>
                    <a:pt x="63945" y="12963"/>
                  </a:cubicBezTo>
                  <a:cubicBezTo>
                    <a:pt x="65433" y="15233"/>
                    <a:pt x="66586" y="17911"/>
                    <a:pt x="67368" y="21111"/>
                  </a:cubicBezTo>
                  <a:cubicBezTo>
                    <a:pt x="68149" y="24274"/>
                    <a:pt x="68521" y="27920"/>
                    <a:pt x="68521" y="32050"/>
                  </a:cubicBezTo>
                  <a:lnTo>
                    <a:pt x="68521" y="56644"/>
                  </a:lnTo>
                  <a:moveTo>
                    <a:pt x="60484" y="47640"/>
                  </a:moveTo>
                  <a:lnTo>
                    <a:pt x="60484" y="33092"/>
                  </a:lnTo>
                  <a:cubicBezTo>
                    <a:pt x="60484" y="28590"/>
                    <a:pt x="60075" y="25055"/>
                    <a:pt x="59219" y="22488"/>
                  </a:cubicBezTo>
                  <a:cubicBezTo>
                    <a:pt x="58401" y="19958"/>
                    <a:pt x="57210" y="17911"/>
                    <a:pt x="55685" y="16386"/>
                  </a:cubicBezTo>
                  <a:cubicBezTo>
                    <a:pt x="53564" y="14228"/>
                    <a:pt x="50662" y="12591"/>
                    <a:pt x="47053" y="11400"/>
                  </a:cubicBezTo>
                  <a:cubicBezTo>
                    <a:pt x="43444" y="10210"/>
                    <a:pt x="39053" y="9614"/>
                    <a:pt x="33919" y="9614"/>
                  </a:cubicBezTo>
                  <a:cubicBezTo>
                    <a:pt x="26775" y="9614"/>
                    <a:pt x="21305" y="10768"/>
                    <a:pt x="17473" y="13112"/>
                  </a:cubicBezTo>
                  <a:cubicBezTo>
                    <a:pt x="13641" y="15456"/>
                    <a:pt x="11073" y="18284"/>
                    <a:pt x="9771" y="21632"/>
                  </a:cubicBezTo>
                  <a:cubicBezTo>
                    <a:pt x="8841" y="24051"/>
                    <a:pt x="8395" y="27957"/>
                    <a:pt x="8395" y="33315"/>
                  </a:cubicBezTo>
                  <a:lnTo>
                    <a:pt x="8395" y="4764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Freeform 1432">
              <a:extLst>
                <a:ext uri="{FF2B5EF4-FFF2-40B4-BE49-F238E27FC236}">
                  <a16:creationId xmlns:a16="http://schemas.microsoft.com/office/drawing/2014/main" id="{F7C6E1E1-2B46-FF8C-CA2C-3199AD38B8E8}"/>
                </a:ext>
              </a:extLst>
            </p:cNvPr>
            <p:cNvSpPr/>
            <p:nvPr/>
          </p:nvSpPr>
          <p:spPr>
            <a:xfrm>
              <a:off x="3854747" y="3300223"/>
              <a:ext cx="50527" cy="66935"/>
            </a:xfrm>
            <a:custGeom>
              <a:avLst/>
              <a:gdLst>
                <a:gd name="csX0" fmla="*/ 50885 w 50527"/>
                <a:gd name="csY0" fmla="*/ 67241 h 66935"/>
                <a:gd name="csX1" fmla="*/ 1474 w 50527"/>
                <a:gd name="csY1" fmla="*/ 67241 h 66935"/>
                <a:gd name="csX2" fmla="*/ 1474 w 50527"/>
                <a:gd name="csY2" fmla="*/ 59762 h 66935"/>
                <a:gd name="csX3" fmla="*/ 8432 w 50527"/>
                <a:gd name="csY3" fmla="*/ 59762 h 66935"/>
                <a:gd name="csX4" fmla="*/ 2590 w 50527"/>
                <a:gd name="csY4" fmla="*/ 53586 h 66935"/>
                <a:gd name="csX5" fmla="*/ 358 w 50527"/>
                <a:gd name="csY5" fmla="*/ 44768 h 66935"/>
                <a:gd name="csX6" fmla="*/ 2665 w 50527"/>
                <a:gd name="csY6" fmla="*/ 35801 h 66935"/>
                <a:gd name="csX7" fmla="*/ 9027 w 50527"/>
                <a:gd name="csY7" fmla="*/ 30815 h 66935"/>
                <a:gd name="csX8" fmla="*/ 358 w 50527"/>
                <a:gd name="csY8" fmla="*/ 15560 h 66935"/>
                <a:gd name="csX9" fmla="*/ 4451 w 50527"/>
                <a:gd name="csY9" fmla="*/ 4286 h 66935"/>
                <a:gd name="csX10" fmla="*/ 16989 w 50527"/>
                <a:gd name="csY10" fmla="*/ 305 h 66935"/>
                <a:gd name="csX11" fmla="*/ 50885 w 50527"/>
                <a:gd name="csY11" fmla="*/ 305 h 66935"/>
                <a:gd name="csX12" fmla="*/ 50885 w 50527"/>
                <a:gd name="csY12" fmla="*/ 8640 h 66935"/>
                <a:gd name="csX13" fmla="*/ 19780 w 50527"/>
                <a:gd name="csY13" fmla="*/ 8640 h 66935"/>
                <a:gd name="csX14" fmla="*/ 12525 w 50527"/>
                <a:gd name="csY14" fmla="*/ 9458 h 66935"/>
                <a:gd name="csX15" fmla="*/ 8990 w 50527"/>
                <a:gd name="csY15" fmla="*/ 12435 h 66935"/>
                <a:gd name="csX16" fmla="*/ 7650 w 50527"/>
                <a:gd name="csY16" fmla="*/ 17421 h 66935"/>
                <a:gd name="csX17" fmla="*/ 11111 w 50527"/>
                <a:gd name="csY17" fmla="*/ 26090 h 66935"/>
                <a:gd name="csX18" fmla="*/ 22198 w 50527"/>
                <a:gd name="csY18" fmla="*/ 29550 h 66935"/>
                <a:gd name="csX19" fmla="*/ 50885 w 50527"/>
                <a:gd name="csY19" fmla="*/ 29550 h 66935"/>
                <a:gd name="csX20" fmla="*/ 50885 w 50527"/>
                <a:gd name="csY20" fmla="*/ 37884 h 66935"/>
                <a:gd name="csX21" fmla="*/ 18813 w 50527"/>
                <a:gd name="csY21" fmla="*/ 37884 h 66935"/>
                <a:gd name="csX22" fmla="*/ 10404 w 50527"/>
                <a:gd name="csY22" fmla="*/ 39931 h 66935"/>
                <a:gd name="csX23" fmla="*/ 7650 w 50527"/>
                <a:gd name="csY23" fmla="*/ 46628 h 66935"/>
                <a:gd name="csX24" fmla="*/ 9511 w 50527"/>
                <a:gd name="csY24" fmla="*/ 53177 h 66935"/>
                <a:gd name="csX25" fmla="*/ 14943 w 50527"/>
                <a:gd name="csY25" fmla="*/ 57530 h 66935"/>
                <a:gd name="csX26" fmla="*/ 25249 w 50527"/>
                <a:gd name="csY26" fmla="*/ 58869 h 66935"/>
                <a:gd name="csX27" fmla="*/ 50885 w 50527"/>
                <a:gd name="csY27" fmla="*/ 58869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0885" y="67241"/>
                  </a:moveTo>
                  <a:lnTo>
                    <a:pt x="1474" y="67241"/>
                  </a:lnTo>
                  <a:lnTo>
                    <a:pt x="1474" y="59762"/>
                  </a:lnTo>
                  <a:lnTo>
                    <a:pt x="8432" y="59762"/>
                  </a:lnTo>
                  <a:cubicBezTo>
                    <a:pt x="6013" y="58199"/>
                    <a:pt x="4041" y="56153"/>
                    <a:pt x="2590" y="53586"/>
                  </a:cubicBezTo>
                  <a:cubicBezTo>
                    <a:pt x="1102" y="51019"/>
                    <a:pt x="358" y="48079"/>
                    <a:pt x="358" y="44768"/>
                  </a:cubicBezTo>
                  <a:cubicBezTo>
                    <a:pt x="358" y="41121"/>
                    <a:pt x="1139" y="38145"/>
                    <a:pt x="2665" y="35801"/>
                  </a:cubicBezTo>
                  <a:cubicBezTo>
                    <a:pt x="4190" y="33457"/>
                    <a:pt x="6311" y="31782"/>
                    <a:pt x="9027" y="30815"/>
                  </a:cubicBezTo>
                  <a:cubicBezTo>
                    <a:pt x="3260" y="26946"/>
                    <a:pt x="358" y="21848"/>
                    <a:pt x="358" y="15560"/>
                  </a:cubicBezTo>
                  <a:cubicBezTo>
                    <a:pt x="358" y="10686"/>
                    <a:pt x="1735" y="6928"/>
                    <a:pt x="4451" y="4286"/>
                  </a:cubicBezTo>
                  <a:cubicBezTo>
                    <a:pt x="7167" y="1645"/>
                    <a:pt x="11334" y="305"/>
                    <a:pt x="16989" y="305"/>
                  </a:cubicBezTo>
                  <a:lnTo>
                    <a:pt x="50885" y="305"/>
                  </a:lnTo>
                  <a:lnTo>
                    <a:pt x="50885" y="8640"/>
                  </a:lnTo>
                  <a:lnTo>
                    <a:pt x="19780" y="8640"/>
                  </a:lnTo>
                  <a:cubicBezTo>
                    <a:pt x="16431" y="8640"/>
                    <a:pt x="14013" y="8937"/>
                    <a:pt x="12525" y="9458"/>
                  </a:cubicBezTo>
                  <a:cubicBezTo>
                    <a:pt x="11073" y="10016"/>
                    <a:pt x="9883" y="10984"/>
                    <a:pt x="8990" y="12435"/>
                  </a:cubicBezTo>
                  <a:cubicBezTo>
                    <a:pt x="8097" y="13849"/>
                    <a:pt x="7650" y="15523"/>
                    <a:pt x="7650" y="17421"/>
                  </a:cubicBezTo>
                  <a:cubicBezTo>
                    <a:pt x="7650" y="20918"/>
                    <a:pt x="8804" y="23783"/>
                    <a:pt x="11111" y="26090"/>
                  </a:cubicBezTo>
                  <a:cubicBezTo>
                    <a:pt x="13418" y="28397"/>
                    <a:pt x="17101" y="29550"/>
                    <a:pt x="22198" y="29550"/>
                  </a:cubicBezTo>
                  <a:lnTo>
                    <a:pt x="50885" y="29550"/>
                  </a:lnTo>
                  <a:lnTo>
                    <a:pt x="50885" y="37884"/>
                  </a:lnTo>
                  <a:lnTo>
                    <a:pt x="18813" y="37884"/>
                  </a:lnTo>
                  <a:cubicBezTo>
                    <a:pt x="15092" y="37884"/>
                    <a:pt x="12301" y="38591"/>
                    <a:pt x="10404" y="39931"/>
                  </a:cubicBezTo>
                  <a:cubicBezTo>
                    <a:pt x="8581" y="41307"/>
                    <a:pt x="7650" y="43540"/>
                    <a:pt x="7650" y="46628"/>
                  </a:cubicBezTo>
                  <a:cubicBezTo>
                    <a:pt x="7650" y="49009"/>
                    <a:pt x="8246" y="51167"/>
                    <a:pt x="9511" y="53177"/>
                  </a:cubicBezTo>
                  <a:cubicBezTo>
                    <a:pt x="10739" y="55186"/>
                    <a:pt x="12562" y="56637"/>
                    <a:pt x="14943" y="57530"/>
                  </a:cubicBezTo>
                  <a:cubicBezTo>
                    <a:pt x="17324" y="58423"/>
                    <a:pt x="20747" y="58869"/>
                    <a:pt x="25249" y="58869"/>
                  </a:cubicBezTo>
                  <a:lnTo>
                    <a:pt x="50885" y="5886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Freeform 1433">
              <a:extLst>
                <a:ext uri="{FF2B5EF4-FFF2-40B4-BE49-F238E27FC236}">
                  <a16:creationId xmlns:a16="http://schemas.microsoft.com/office/drawing/2014/main" id="{3CE08159-E594-F2C8-B6EB-603034CF35F0}"/>
                </a:ext>
              </a:extLst>
            </p:cNvPr>
            <p:cNvSpPr/>
            <p:nvPr/>
          </p:nvSpPr>
          <p:spPr>
            <a:xfrm>
              <a:off x="3876401" y="3265378"/>
              <a:ext cx="8408" cy="25710"/>
            </a:xfrm>
            <a:custGeom>
              <a:avLst/>
              <a:gdLst>
                <a:gd name="csX0" fmla="*/ 8767 w 8408"/>
                <a:gd name="csY0" fmla="*/ 26007 h 25710"/>
                <a:gd name="csX1" fmla="*/ 358 w 8408"/>
                <a:gd name="csY1" fmla="*/ 26007 h 25710"/>
                <a:gd name="csX2" fmla="*/ 358 w 8408"/>
                <a:gd name="csY2" fmla="*/ 297 h 25710"/>
                <a:gd name="csX3" fmla="*/ 8767 w 8408"/>
                <a:gd name="csY3" fmla="*/ 297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767" y="26007"/>
                  </a:moveTo>
                  <a:lnTo>
                    <a:pt x="358" y="26007"/>
                  </a:lnTo>
                  <a:lnTo>
                    <a:pt x="358" y="297"/>
                  </a:lnTo>
                  <a:lnTo>
                    <a:pt x="8767" y="29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Freeform 1434">
              <a:extLst>
                <a:ext uri="{FF2B5EF4-FFF2-40B4-BE49-F238E27FC236}">
                  <a16:creationId xmlns:a16="http://schemas.microsoft.com/office/drawing/2014/main" id="{303DBA8D-18B0-247C-01EE-1300E30494F2}"/>
                </a:ext>
              </a:extLst>
            </p:cNvPr>
            <p:cNvSpPr/>
            <p:nvPr/>
          </p:nvSpPr>
          <p:spPr>
            <a:xfrm>
              <a:off x="3836813" y="3213716"/>
              <a:ext cx="69688" cy="44648"/>
            </a:xfrm>
            <a:custGeom>
              <a:avLst/>
              <a:gdLst>
                <a:gd name="csX0" fmla="*/ 50811 w 69688"/>
                <a:gd name="csY0" fmla="*/ 44942 h 44648"/>
                <a:gd name="csX1" fmla="*/ 49694 w 69688"/>
                <a:gd name="csY1" fmla="*/ 36571 h 44648"/>
                <a:gd name="csX2" fmla="*/ 59963 w 69688"/>
                <a:gd name="csY2" fmla="*/ 31696 h 44648"/>
                <a:gd name="csX3" fmla="*/ 63089 w 69688"/>
                <a:gd name="csY3" fmla="*/ 23250 h 44648"/>
                <a:gd name="csX4" fmla="*/ 58996 w 69688"/>
                <a:gd name="csY4" fmla="*/ 13279 h 44648"/>
                <a:gd name="csX5" fmla="*/ 48876 w 69688"/>
                <a:gd name="csY5" fmla="*/ 9186 h 44648"/>
                <a:gd name="csX6" fmla="*/ 39351 w 69688"/>
                <a:gd name="csY6" fmla="*/ 12944 h 44648"/>
                <a:gd name="csX7" fmla="*/ 35630 w 69688"/>
                <a:gd name="csY7" fmla="*/ 22543 h 44648"/>
                <a:gd name="csX8" fmla="*/ 36523 w 69688"/>
                <a:gd name="csY8" fmla="*/ 28459 h 44648"/>
                <a:gd name="csX9" fmla="*/ 29193 w 69688"/>
                <a:gd name="csY9" fmla="*/ 27529 h 44648"/>
                <a:gd name="csX10" fmla="*/ 29305 w 69688"/>
                <a:gd name="csY10" fmla="*/ 26153 h 44648"/>
                <a:gd name="csX11" fmla="*/ 26477 w 69688"/>
                <a:gd name="csY11" fmla="*/ 16553 h 44648"/>
                <a:gd name="csX12" fmla="*/ 17882 w 69688"/>
                <a:gd name="csY12" fmla="*/ 12274 h 44648"/>
                <a:gd name="csX13" fmla="*/ 10255 w 69688"/>
                <a:gd name="csY13" fmla="*/ 15363 h 44648"/>
                <a:gd name="csX14" fmla="*/ 7241 w 69688"/>
                <a:gd name="csY14" fmla="*/ 23436 h 44648"/>
                <a:gd name="csX15" fmla="*/ 10329 w 69688"/>
                <a:gd name="csY15" fmla="*/ 31548 h 44648"/>
                <a:gd name="csX16" fmla="*/ 19519 w 69688"/>
                <a:gd name="csY16" fmla="*/ 35752 h 44648"/>
                <a:gd name="csX17" fmla="*/ 18031 w 69688"/>
                <a:gd name="csY17" fmla="*/ 44124 h 44648"/>
                <a:gd name="csX18" fmla="*/ 4972 w 69688"/>
                <a:gd name="csY18" fmla="*/ 37129 h 44648"/>
                <a:gd name="csX19" fmla="*/ 358 w 69688"/>
                <a:gd name="csY19" fmla="*/ 23622 h 44648"/>
                <a:gd name="csX20" fmla="*/ 2739 w 69688"/>
                <a:gd name="csY20" fmla="*/ 13316 h 44648"/>
                <a:gd name="csX21" fmla="*/ 9288 w 69688"/>
                <a:gd name="csY21" fmla="*/ 6135 h 44648"/>
                <a:gd name="csX22" fmla="*/ 18068 w 69688"/>
                <a:gd name="csY22" fmla="*/ 3642 h 44648"/>
                <a:gd name="csX23" fmla="*/ 26105 w 69688"/>
                <a:gd name="csY23" fmla="*/ 6024 h 44648"/>
                <a:gd name="csX24" fmla="*/ 31909 w 69688"/>
                <a:gd name="csY24" fmla="*/ 13056 h 44648"/>
                <a:gd name="csX25" fmla="*/ 37676 w 69688"/>
                <a:gd name="csY25" fmla="*/ 3642 h 44648"/>
                <a:gd name="csX26" fmla="*/ 48690 w 69688"/>
                <a:gd name="csY26" fmla="*/ 294 h 44648"/>
                <a:gd name="csX27" fmla="*/ 63833 w 69688"/>
                <a:gd name="csY27" fmla="*/ 6842 h 44648"/>
                <a:gd name="csX28" fmla="*/ 70047 w 69688"/>
                <a:gd name="csY28" fmla="*/ 23288 h 44648"/>
                <a:gd name="csX29" fmla="*/ 64689 w 69688"/>
                <a:gd name="csY29" fmla="*/ 38208 h 44648"/>
                <a:gd name="csX30" fmla="*/ 50811 w 69688"/>
                <a:gd name="csY30" fmla="*/ 44942 h 446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69688" h="44648">
                  <a:moveTo>
                    <a:pt x="50811" y="44942"/>
                  </a:moveTo>
                  <a:lnTo>
                    <a:pt x="49694" y="36571"/>
                  </a:lnTo>
                  <a:cubicBezTo>
                    <a:pt x="54457" y="35640"/>
                    <a:pt x="57880" y="34003"/>
                    <a:pt x="59963" y="31696"/>
                  </a:cubicBezTo>
                  <a:cubicBezTo>
                    <a:pt x="62047" y="29390"/>
                    <a:pt x="63089" y="26562"/>
                    <a:pt x="63089" y="23250"/>
                  </a:cubicBezTo>
                  <a:cubicBezTo>
                    <a:pt x="63089" y="19306"/>
                    <a:pt x="61749" y="15995"/>
                    <a:pt x="58996" y="13279"/>
                  </a:cubicBezTo>
                  <a:cubicBezTo>
                    <a:pt x="56280" y="10563"/>
                    <a:pt x="52894" y="9186"/>
                    <a:pt x="48876" y="9186"/>
                  </a:cubicBezTo>
                  <a:cubicBezTo>
                    <a:pt x="45006" y="9186"/>
                    <a:pt x="41844" y="10451"/>
                    <a:pt x="39351" y="12944"/>
                  </a:cubicBezTo>
                  <a:cubicBezTo>
                    <a:pt x="36858" y="15474"/>
                    <a:pt x="35630" y="18674"/>
                    <a:pt x="35630" y="22543"/>
                  </a:cubicBezTo>
                  <a:cubicBezTo>
                    <a:pt x="35630" y="24106"/>
                    <a:pt x="35928" y="26078"/>
                    <a:pt x="36523" y="28459"/>
                  </a:cubicBezTo>
                  <a:lnTo>
                    <a:pt x="29193" y="27529"/>
                  </a:lnTo>
                  <a:cubicBezTo>
                    <a:pt x="29268" y="26971"/>
                    <a:pt x="29305" y="26525"/>
                    <a:pt x="29305" y="26153"/>
                  </a:cubicBezTo>
                  <a:cubicBezTo>
                    <a:pt x="29305" y="22618"/>
                    <a:pt x="28338" y="19381"/>
                    <a:pt x="26477" y="16553"/>
                  </a:cubicBezTo>
                  <a:cubicBezTo>
                    <a:pt x="24617" y="13688"/>
                    <a:pt x="21752" y="12274"/>
                    <a:pt x="17882" y="12274"/>
                  </a:cubicBezTo>
                  <a:cubicBezTo>
                    <a:pt x="14831" y="12274"/>
                    <a:pt x="12264" y="13316"/>
                    <a:pt x="10255" y="15363"/>
                  </a:cubicBezTo>
                  <a:cubicBezTo>
                    <a:pt x="8246" y="17446"/>
                    <a:pt x="7241" y="20125"/>
                    <a:pt x="7241" y="23436"/>
                  </a:cubicBezTo>
                  <a:cubicBezTo>
                    <a:pt x="7241" y="26673"/>
                    <a:pt x="8246" y="29390"/>
                    <a:pt x="10329" y="31548"/>
                  </a:cubicBezTo>
                  <a:cubicBezTo>
                    <a:pt x="12338" y="33743"/>
                    <a:pt x="15427" y="35119"/>
                    <a:pt x="19519" y="35752"/>
                  </a:cubicBezTo>
                  <a:lnTo>
                    <a:pt x="18031" y="44124"/>
                  </a:lnTo>
                  <a:cubicBezTo>
                    <a:pt x="12413" y="43082"/>
                    <a:pt x="8060" y="40775"/>
                    <a:pt x="4972" y="37129"/>
                  </a:cubicBezTo>
                  <a:cubicBezTo>
                    <a:pt x="1883" y="33520"/>
                    <a:pt x="358" y="29017"/>
                    <a:pt x="358" y="23622"/>
                  </a:cubicBezTo>
                  <a:cubicBezTo>
                    <a:pt x="358" y="19902"/>
                    <a:pt x="1139" y="16479"/>
                    <a:pt x="2739" y="13316"/>
                  </a:cubicBezTo>
                  <a:cubicBezTo>
                    <a:pt x="4339" y="10191"/>
                    <a:pt x="6534" y="7809"/>
                    <a:pt x="9288" y="6135"/>
                  </a:cubicBezTo>
                  <a:cubicBezTo>
                    <a:pt x="12041" y="4498"/>
                    <a:pt x="14980" y="3642"/>
                    <a:pt x="18068" y="3642"/>
                  </a:cubicBezTo>
                  <a:cubicBezTo>
                    <a:pt x="21008" y="3642"/>
                    <a:pt x="23724" y="4461"/>
                    <a:pt x="26105" y="6024"/>
                  </a:cubicBezTo>
                  <a:cubicBezTo>
                    <a:pt x="28561" y="7623"/>
                    <a:pt x="30458" y="9967"/>
                    <a:pt x="31909" y="13056"/>
                  </a:cubicBezTo>
                  <a:cubicBezTo>
                    <a:pt x="32840" y="9037"/>
                    <a:pt x="34737" y="5875"/>
                    <a:pt x="37676" y="3642"/>
                  </a:cubicBezTo>
                  <a:cubicBezTo>
                    <a:pt x="40616" y="1410"/>
                    <a:pt x="44262" y="294"/>
                    <a:pt x="48690" y="294"/>
                  </a:cubicBezTo>
                  <a:cubicBezTo>
                    <a:pt x="54643" y="294"/>
                    <a:pt x="59666" y="2489"/>
                    <a:pt x="63833" y="6842"/>
                  </a:cubicBezTo>
                  <a:cubicBezTo>
                    <a:pt x="67963" y="11158"/>
                    <a:pt x="70047" y="16665"/>
                    <a:pt x="70047" y="23288"/>
                  </a:cubicBezTo>
                  <a:cubicBezTo>
                    <a:pt x="70047" y="29278"/>
                    <a:pt x="68261" y="34226"/>
                    <a:pt x="64689" y="38208"/>
                  </a:cubicBezTo>
                  <a:cubicBezTo>
                    <a:pt x="61117" y="42152"/>
                    <a:pt x="56503" y="44384"/>
                    <a:pt x="50811" y="4494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6" name="Graphic 4">
            <a:extLst>
              <a:ext uri="{FF2B5EF4-FFF2-40B4-BE49-F238E27FC236}">
                <a16:creationId xmlns:a16="http://schemas.microsoft.com/office/drawing/2014/main" id="{0FE38AE5-4948-D548-1DCD-BE7673B73CCC}"/>
              </a:ext>
            </a:extLst>
          </p:cNvPr>
          <p:cNvGrpSpPr/>
          <p:nvPr/>
        </p:nvGrpSpPr>
        <p:grpSpPr>
          <a:xfrm>
            <a:off x="4294086" y="3214358"/>
            <a:ext cx="70507" cy="114727"/>
            <a:chOff x="3912269" y="3214358"/>
            <a:chExt cx="70507" cy="114727"/>
          </a:xfrm>
          <a:solidFill>
            <a:srgbClr val="000000"/>
          </a:solidFill>
        </p:grpSpPr>
        <p:sp>
          <p:nvSpPr>
            <p:cNvPr id="1437" name="Freeform 1436">
              <a:extLst>
                <a:ext uri="{FF2B5EF4-FFF2-40B4-BE49-F238E27FC236}">
                  <a16:creationId xmlns:a16="http://schemas.microsoft.com/office/drawing/2014/main" id="{1DCCA19F-8B5B-5BE2-9D2D-099A95D23E5E}"/>
                </a:ext>
              </a:extLst>
            </p:cNvPr>
            <p:cNvSpPr/>
            <p:nvPr/>
          </p:nvSpPr>
          <p:spPr>
            <a:xfrm>
              <a:off x="3913459" y="3277070"/>
              <a:ext cx="68163" cy="52015"/>
            </a:xfrm>
            <a:custGeom>
              <a:avLst/>
              <a:gdLst>
                <a:gd name="csX0" fmla="*/ 68529 w 68163"/>
                <a:gd name="csY0" fmla="*/ 52317 h 52015"/>
                <a:gd name="csX1" fmla="*/ 366 w 68163"/>
                <a:gd name="csY1" fmla="*/ 52317 h 52015"/>
                <a:gd name="csX2" fmla="*/ 366 w 68163"/>
                <a:gd name="csY2" fmla="*/ 26607 h 52015"/>
                <a:gd name="csX3" fmla="*/ 998 w 68163"/>
                <a:gd name="csY3" fmla="*/ 16226 h 52015"/>
                <a:gd name="csX4" fmla="*/ 4198 w 68163"/>
                <a:gd name="csY4" fmla="*/ 7817 h 52015"/>
                <a:gd name="csX5" fmla="*/ 10784 w 68163"/>
                <a:gd name="csY5" fmla="*/ 2348 h 52015"/>
                <a:gd name="csX6" fmla="*/ 20086 w 68163"/>
                <a:gd name="csY6" fmla="*/ 301 h 52015"/>
                <a:gd name="csX7" fmla="*/ 34782 w 68163"/>
                <a:gd name="csY7" fmla="*/ 5808 h 52015"/>
                <a:gd name="csX8" fmla="*/ 40810 w 68163"/>
                <a:gd name="csY8" fmla="*/ 25825 h 52015"/>
                <a:gd name="csX9" fmla="*/ 40810 w 68163"/>
                <a:gd name="csY9" fmla="*/ 43313 h 52015"/>
                <a:gd name="csX10" fmla="*/ 68529 w 68163"/>
                <a:gd name="csY10" fmla="*/ 43313 h 52015"/>
                <a:gd name="csX11" fmla="*/ 68529 w 68163"/>
                <a:gd name="csY11" fmla="*/ 52317 h 52015"/>
                <a:gd name="csX12" fmla="*/ 32773 w 68163"/>
                <a:gd name="csY12" fmla="*/ 43313 h 52015"/>
                <a:gd name="csX13" fmla="*/ 32773 w 68163"/>
                <a:gd name="csY13" fmla="*/ 25677 h 52015"/>
                <a:gd name="csX14" fmla="*/ 29499 w 68163"/>
                <a:gd name="csY14" fmla="*/ 13249 h 52015"/>
                <a:gd name="csX15" fmla="*/ 20346 w 68163"/>
                <a:gd name="csY15" fmla="*/ 9603 h 52015"/>
                <a:gd name="csX16" fmla="*/ 13016 w 68163"/>
                <a:gd name="csY16" fmla="*/ 11761 h 52015"/>
                <a:gd name="csX17" fmla="*/ 8998 w 68163"/>
                <a:gd name="csY17" fmla="*/ 17454 h 52015"/>
                <a:gd name="csX18" fmla="*/ 8403 w 68163"/>
                <a:gd name="csY18" fmla="*/ 25863 h 52015"/>
                <a:gd name="csX19" fmla="*/ 8403 w 68163"/>
                <a:gd name="csY19" fmla="*/ 43313 h 52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8163" h="52015">
                  <a:moveTo>
                    <a:pt x="68529" y="52317"/>
                  </a:moveTo>
                  <a:lnTo>
                    <a:pt x="366" y="52317"/>
                  </a:lnTo>
                  <a:lnTo>
                    <a:pt x="366" y="26607"/>
                  </a:lnTo>
                  <a:cubicBezTo>
                    <a:pt x="366" y="22105"/>
                    <a:pt x="552" y="18645"/>
                    <a:pt x="998" y="16226"/>
                  </a:cubicBezTo>
                  <a:cubicBezTo>
                    <a:pt x="1556" y="12877"/>
                    <a:pt x="2635" y="10087"/>
                    <a:pt x="4198" y="7817"/>
                  </a:cubicBezTo>
                  <a:cubicBezTo>
                    <a:pt x="5761" y="5548"/>
                    <a:pt x="7956" y="3724"/>
                    <a:pt x="10784" y="2348"/>
                  </a:cubicBezTo>
                  <a:cubicBezTo>
                    <a:pt x="13574" y="971"/>
                    <a:pt x="16700" y="301"/>
                    <a:pt x="20086" y="301"/>
                  </a:cubicBezTo>
                  <a:cubicBezTo>
                    <a:pt x="25853" y="301"/>
                    <a:pt x="30764" y="2125"/>
                    <a:pt x="34782" y="5808"/>
                  </a:cubicBezTo>
                  <a:cubicBezTo>
                    <a:pt x="38801" y="9529"/>
                    <a:pt x="40810" y="16189"/>
                    <a:pt x="40810" y="25825"/>
                  </a:cubicBezTo>
                  <a:lnTo>
                    <a:pt x="40810" y="43313"/>
                  </a:lnTo>
                  <a:lnTo>
                    <a:pt x="68529" y="43313"/>
                  </a:lnTo>
                  <a:lnTo>
                    <a:pt x="68529" y="52317"/>
                  </a:lnTo>
                  <a:moveTo>
                    <a:pt x="32773" y="43313"/>
                  </a:moveTo>
                  <a:lnTo>
                    <a:pt x="32773" y="25677"/>
                  </a:lnTo>
                  <a:cubicBezTo>
                    <a:pt x="32773" y="19872"/>
                    <a:pt x="31694" y="15705"/>
                    <a:pt x="29499" y="13249"/>
                  </a:cubicBezTo>
                  <a:cubicBezTo>
                    <a:pt x="27341" y="10831"/>
                    <a:pt x="24290" y="9603"/>
                    <a:pt x="20346" y="9603"/>
                  </a:cubicBezTo>
                  <a:cubicBezTo>
                    <a:pt x="17481" y="9603"/>
                    <a:pt x="15063" y="10310"/>
                    <a:pt x="13016" y="11761"/>
                  </a:cubicBezTo>
                  <a:cubicBezTo>
                    <a:pt x="11007" y="13212"/>
                    <a:pt x="9668" y="15110"/>
                    <a:pt x="8998" y="17454"/>
                  </a:cubicBezTo>
                  <a:cubicBezTo>
                    <a:pt x="8589" y="18979"/>
                    <a:pt x="8403" y="21770"/>
                    <a:pt x="8403" y="25863"/>
                  </a:cubicBezTo>
                  <a:lnTo>
                    <a:pt x="8403" y="433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Freeform 1437">
              <a:extLst>
                <a:ext uri="{FF2B5EF4-FFF2-40B4-BE49-F238E27FC236}">
                  <a16:creationId xmlns:a16="http://schemas.microsoft.com/office/drawing/2014/main" id="{FE1FFC92-5368-A692-DE7C-9267F498560C}"/>
                </a:ext>
              </a:extLst>
            </p:cNvPr>
            <p:cNvSpPr/>
            <p:nvPr/>
          </p:nvSpPr>
          <p:spPr>
            <a:xfrm>
              <a:off x="3912269" y="3214358"/>
              <a:ext cx="70507" cy="54285"/>
            </a:xfrm>
            <a:custGeom>
              <a:avLst/>
              <a:gdLst>
                <a:gd name="csX0" fmla="*/ 47805 w 70507"/>
                <a:gd name="csY0" fmla="*/ 54580 h 54285"/>
                <a:gd name="csX1" fmla="*/ 47061 w 70507"/>
                <a:gd name="csY1" fmla="*/ 46059 h 54285"/>
                <a:gd name="csX2" fmla="*/ 55469 w 70507"/>
                <a:gd name="csY2" fmla="*/ 43269 h 54285"/>
                <a:gd name="csX3" fmla="*/ 60753 w 70507"/>
                <a:gd name="csY3" fmla="*/ 36386 h 54285"/>
                <a:gd name="csX4" fmla="*/ 62799 w 70507"/>
                <a:gd name="csY4" fmla="*/ 25930 h 54285"/>
                <a:gd name="csX5" fmla="*/ 61274 w 70507"/>
                <a:gd name="csY5" fmla="*/ 16815 h 54285"/>
                <a:gd name="csX6" fmla="*/ 57032 w 70507"/>
                <a:gd name="csY6" fmla="*/ 10936 h 54285"/>
                <a:gd name="csX7" fmla="*/ 51228 w 70507"/>
                <a:gd name="csY7" fmla="*/ 9001 h 54285"/>
                <a:gd name="csX8" fmla="*/ 45610 w 70507"/>
                <a:gd name="csY8" fmla="*/ 10862 h 54285"/>
                <a:gd name="csX9" fmla="*/ 41591 w 70507"/>
                <a:gd name="csY9" fmla="*/ 17001 h 54285"/>
                <a:gd name="csX10" fmla="*/ 38243 w 70507"/>
                <a:gd name="csY10" fmla="*/ 29130 h 54285"/>
                <a:gd name="csX11" fmla="*/ 34001 w 70507"/>
                <a:gd name="csY11" fmla="*/ 42302 h 54285"/>
                <a:gd name="csX12" fmla="*/ 27639 w 70507"/>
                <a:gd name="csY12" fmla="*/ 49594 h 54285"/>
                <a:gd name="csX13" fmla="*/ 19155 w 70507"/>
                <a:gd name="csY13" fmla="*/ 51975 h 54285"/>
                <a:gd name="csX14" fmla="*/ 9519 w 70507"/>
                <a:gd name="csY14" fmla="*/ 49036 h 54285"/>
                <a:gd name="csX15" fmla="*/ 2710 w 70507"/>
                <a:gd name="csY15" fmla="*/ 40478 h 54285"/>
                <a:gd name="csX16" fmla="*/ 366 w 70507"/>
                <a:gd name="csY16" fmla="*/ 27977 h 54285"/>
                <a:gd name="csX17" fmla="*/ 2822 w 70507"/>
                <a:gd name="csY17" fmla="*/ 14619 h 54285"/>
                <a:gd name="csX18" fmla="*/ 10002 w 70507"/>
                <a:gd name="csY18" fmla="*/ 5690 h 54285"/>
                <a:gd name="csX19" fmla="*/ 20755 w 70507"/>
                <a:gd name="csY19" fmla="*/ 2341 h 54285"/>
                <a:gd name="csX20" fmla="*/ 21388 w 70507"/>
                <a:gd name="csY20" fmla="*/ 11010 h 54285"/>
                <a:gd name="csX21" fmla="*/ 11640 w 70507"/>
                <a:gd name="csY21" fmla="*/ 15736 h 54285"/>
                <a:gd name="csX22" fmla="*/ 8328 w 70507"/>
                <a:gd name="csY22" fmla="*/ 27605 h 54285"/>
                <a:gd name="csX23" fmla="*/ 11342 w 70507"/>
                <a:gd name="csY23" fmla="*/ 39548 h 54285"/>
                <a:gd name="csX24" fmla="*/ 18560 w 70507"/>
                <a:gd name="csY24" fmla="*/ 43269 h 54285"/>
                <a:gd name="csX25" fmla="*/ 24625 w 70507"/>
                <a:gd name="csY25" fmla="*/ 40627 h 54285"/>
                <a:gd name="csX26" fmla="*/ 29462 w 70507"/>
                <a:gd name="csY26" fmla="*/ 27009 h 54285"/>
                <a:gd name="csX27" fmla="*/ 33815 w 70507"/>
                <a:gd name="csY27" fmla="*/ 11941 h 54285"/>
                <a:gd name="csX28" fmla="*/ 40773 w 70507"/>
                <a:gd name="csY28" fmla="*/ 3123 h 54285"/>
                <a:gd name="csX29" fmla="*/ 50484 w 70507"/>
                <a:gd name="csY29" fmla="*/ 295 h 54285"/>
                <a:gd name="csX30" fmla="*/ 60716 w 70507"/>
                <a:gd name="csY30" fmla="*/ 3420 h 54285"/>
                <a:gd name="csX31" fmla="*/ 68194 w 70507"/>
                <a:gd name="csY31" fmla="*/ 12387 h 54285"/>
                <a:gd name="csX32" fmla="*/ 70873 w 70507"/>
                <a:gd name="csY32" fmla="*/ 25521 h 54285"/>
                <a:gd name="csX33" fmla="*/ 68194 w 70507"/>
                <a:gd name="csY33" fmla="*/ 41036 h 54285"/>
                <a:gd name="csX34" fmla="*/ 60083 w 70507"/>
                <a:gd name="csY34" fmla="*/ 50822 h 54285"/>
                <a:gd name="csX35" fmla="*/ 47805 w 70507"/>
                <a:gd name="csY35" fmla="*/ 54580 h 54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70507" h="54285">
                  <a:moveTo>
                    <a:pt x="47805" y="54580"/>
                  </a:moveTo>
                  <a:lnTo>
                    <a:pt x="47061" y="46059"/>
                  </a:lnTo>
                  <a:cubicBezTo>
                    <a:pt x="50484" y="45650"/>
                    <a:pt x="53274" y="44720"/>
                    <a:pt x="55469" y="43269"/>
                  </a:cubicBezTo>
                  <a:cubicBezTo>
                    <a:pt x="57665" y="41781"/>
                    <a:pt x="59413" y="39511"/>
                    <a:pt x="60753" y="36386"/>
                  </a:cubicBezTo>
                  <a:cubicBezTo>
                    <a:pt x="62130" y="33297"/>
                    <a:pt x="62799" y="29800"/>
                    <a:pt x="62799" y="25930"/>
                  </a:cubicBezTo>
                  <a:cubicBezTo>
                    <a:pt x="62799" y="22507"/>
                    <a:pt x="62278" y="19456"/>
                    <a:pt x="61274" y="16815"/>
                  </a:cubicBezTo>
                  <a:cubicBezTo>
                    <a:pt x="60232" y="14173"/>
                    <a:pt x="58818" y="12201"/>
                    <a:pt x="57032" y="10936"/>
                  </a:cubicBezTo>
                  <a:cubicBezTo>
                    <a:pt x="55246" y="9634"/>
                    <a:pt x="53311" y="9001"/>
                    <a:pt x="51228" y="9001"/>
                  </a:cubicBezTo>
                  <a:cubicBezTo>
                    <a:pt x="49070" y="9001"/>
                    <a:pt x="47210" y="9634"/>
                    <a:pt x="45610" y="10862"/>
                  </a:cubicBezTo>
                  <a:cubicBezTo>
                    <a:pt x="44010" y="12089"/>
                    <a:pt x="42670" y="14136"/>
                    <a:pt x="41591" y="17001"/>
                  </a:cubicBezTo>
                  <a:cubicBezTo>
                    <a:pt x="40884" y="18824"/>
                    <a:pt x="39768" y="22879"/>
                    <a:pt x="38243" y="29130"/>
                  </a:cubicBezTo>
                  <a:cubicBezTo>
                    <a:pt x="36754" y="35418"/>
                    <a:pt x="35340" y="39809"/>
                    <a:pt x="34001" y="42302"/>
                  </a:cubicBezTo>
                  <a:cubicBezTo>
                    <a:pt x="32289" y="45539"/>
                    <a:pt x="30169" y="47994"/>
                    <a:pt x="27639" y="49594"/>
                  </a:cubicBezTo>
                  <a:cubicBezTo>
                    <a:pt x="25109" y="51194"/>
                    <a:pt x="22281" y="51975"/>
                    <a:pt x="19155" y="51975"/>
                  </a:cubicBezTo>
                  <a:cubicBezTo>
                    <a:pt x="15732" y="51975"/>
                    <a:pt x="12495" y="51008"/>
                    <a:pt x="9519" y="49036"/>
                  </a:cubicBezTo>
                  <a:cubicBezTo>
                    <a:pt x="6505" y="47101"/>
                    <a:pt x="4235" y="44236"/>
                    <a:pt x="2710" y="40478"/>
                  </a:cubicBezTo>
                  <a:cubicBezTo>
                    <a:pt x="1147" y="36720"/>
                    <a:pt x="366" y="32553"/>
                    <a:pt x="366" y="27977"/>
                  </a:cubicBezTo>
                  <a:cubicBezTo>
                    <a:pt x="366" y="22917"/>
                    <a:pt x="1184" y="18452"/>
                    <a:pt x="2822" y="14619"/>
                  </a:cubicBezTo>
                  <a:cubicBezTo>
                    <a:pt x="4459" y="10750"/>
                    <a:pt x="6840" y="7773"/>
                    <a:pt x="10002" y="5690"/>
                  </a:cubicBezTo>
                  <a:cubicBezTo>
                    <a:pt x="13165" y="3606"/>
                    <a:pt x="16737" y="2490"/>
                    <a:pt x="20755" y="2341"/>
                  </a:cubicBezTo>
                  <a:lnTo>
                    <a:pt x="21388" y="11010"/>
                  </a:lnTo>
                  <a:cubicBezTo>
                    <a:pt x="17072" y="11457"/>
                    <a:pt x="13835" y="13057"/>
                    <a:pt x="11640" y="15736"/>
                  </a:cubicBezTo>
                  <a:cubicBezTo>
                    <a:pt x="9444" y="18415"/>
                    <a:pt x="8328" y="22359"/>
                    <a:pt x="8328" y="27605"/>
                  </a:cubicBezTo>
                  <a:cubicBezTo>
                    <a:pt x="8328" y="33074"/>
                    <a:pt x="9333" y="37055"/>
                    <a:pt x="11342" y="39548"/>
                  </a:cubicBezTo>
                  <a:cubicBezTo>
                    <a:pt x="13314" y="42041"/>
                    <a:pt x="15732" y="43269"/>
                    <a:pt x="18560" y="43269"/>
                  </a:cubicBezTo>
                  <a:cubicBezTo>
                    <a:pt x="21016" y="43269"/>
                    <a:pt x="23025" y="42376"/>
                    <a:pt x="24625" y="40627"/>
                  </a:cubicBezTo>
                  <a:cubicBezTo>
                    <a:pt x="26188" y="38878"/>
                    <a:pt x="27825" y="34339"/>
                    <a:pt x="29462" y="27009"/>
                  </a:cubicBezTo>
                  <a:cubicBezTo>
                    <a:pt x="31136" y="19680"/>
                    <a:pt x="32587" y="14657"/>
                    <a:pt x="33815" y="11941"/>
                  </a:cubicBezTo>
                  <a:cubicBezTo>
                    <a:pt x="35638" y="7959"/>
                    <a:pt x="37945" y="5020"/>
                    <a:pt x="40773" y="3123"/>
                  </a:cubicBezTo>
                  <a:cubicBezTo>
                    <a:pt x="43563" y="1262"/>
                    <a:pt x="46800" y="295"/>
                    <a:pt x="50484" y="295"/>
                  </a:cubicBezTo>
                  <a:cubicBezTo>
                    <a:pt x="54093" y="295"/>
                    <a:pt x="57516" y="1337"/>
                    <a:pt x="60716" y="3420"/>
                  </a:cubicBezTo>
                  <a:cubicBezTo>
                    <a:pt x="63915" y="5504"/>
                    <a:pt x="66408" y="8480"/>
                    <a:pt x="68194" y="12387"/>
                  </a:cubicBezTo>
                  <a:cubicBezTo>
                    <a:pt x="69980" y="16257"/>
                    <a:pt x="70873" y="20647"/>
                    <a:pt x="70873" y="25521"/>
                  </a:cubicBezTo>
                  <a:cubicBezTo>
                    <a:pt x="70873" y="31698"/>
                    <a:pt x="69980" y="36869"/>
                    <a:pt x="68194" y="41036"/>
                  </a:cubicBezTo>
                  <a:cubicBezTo>
                    <a:pt x="66371" y="45204"/>
                    <a:pt x="63692" y="48478"/>
                    <a:pt x="60083" y="50822"/>
                  </a:cubicBezTo>
                  <a:cubicBezTo>
                    <a:pt x="56474" y="53203"/>
                    <a:pt x="52381" y="54468"/>
                    <a:pt x="47805" y="5458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9" name="Graphic 4">
            <a:extLst>
              <a:ext uri="{FF2B5EF4-FFF2-40B4-BE49-F238E27FC236}">
                <a16:creationId xmlns:a16="http://schemas.microsoft.com/office/drawing/2014/main" id="{295BEBA2-9332-07BC-257C-06A27D259C19}"/>
              </a:ext>
            </a:extLst>
          </p:cNvPr>
          <p:cNvGrpSpPr/>
          <p:nvPr/>
        </p:nvGrpSpPr>
        <p:grpSpPr>
          <a:xfrm>
            <a:off x="4371662" y="3216265"/>
            <a:ext cx="69279" cy="218786"/>
            <a:chOff x="3989845" y="3216265"/>
            <a:chExt cx="69279" cy="218786"/>
          </a:xfrm>
          <a:solidFill>
            <a:srgbClr val="000000"/>
          </a:solidFill>
        </p:grpSpPr>
        <p:sp>
          <p:nvSpPr>
            <p:cNvPr id="1440" name="Freeform 1439">
              <a:extLst>
                <a:ext uri="{FF2B5EF4-FFF2-40B4-BE49-F238E27FC236}">
                  <a16:creationId xmlns:a16="http://schemas.microsoft.com/office/drawing/2014/main" id="{EDD0E0E3-5A06-FBC7-CFF9-5E35AA1302DE}"/>
                </a:ext>
              </a:extLst>
            </p:cNvPr>
            <p:cNvSpPr/>
            <p:nvPr/>
          </p:nvSpPr>
          <p:spPr>
            <a:xfrm>
              <a:off x="3989845" y="3381325"/>
              <a:ext cx="68163" cy="53726"/>
            </a:xfrm>
            <a:custGeom>
              <a:avLst/>
              <a:gdLst>
                <a:gd name="csX0" fmla="*/ 68537 w 68163"/>
                <a:gd name="csY0" fmla="*/ 54040 h 53726"/>
                <a:gd name="csX1" fmla="*/ 374 w 68163"/>
                <a:gd name="csY1" fmla="*/ 54040 h 53726"/>
                <a:gd name="csX2" fmla="*/ 374 w 68163"/>
                <a:gd name="csY2" fmla="*/ 44775 h 53726"/>
                <a:gd name="csX3" fmla="*/ 53878 w 68163"/>
                <a:gd name="csY3" fmla="*/ 8982 h 53726"/>
                <a:gd name="csX4" fmla="*/ 374 w 68163"/>
                <a:gd name="csY4" fmla="*/ 8982 h 53726"/>
                <a:gd name="csX5" fmla="*/ 374 w 68163"/>
                <a:gd name="csY5" fmla="*/ 313 h 53726"/>
                <a:gd name="csX6" fmla="*/ 68537 w 68163"/>
                <a:gd name="csY6" fmla="*/ 313 h 53726"/>
                <a:gd name="csX7" fmla="*/ 68537 w 68163"/>
                <a:gd name="csY7" fmla="*/ 9577 h 53726"/>
                <a:gd name="csX8" fmla="*/ 14959 w 68163"/>
                <a:gd name="csY8" fmla="*/ 45370 h 53726"/>
                <a:gd name="csX9" fmla="*/ 68537 w 68163"/>
                <a:gd name="csY9" fmla="*/ 45370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537" y="54040"/>
                  </a:moveTo>
                  <a:lnTo>
                    <a:pt x="374" y="54040"/>
                  </a:lnTo>
                  <a:lnTo>
                    <a:pt x="374" y="44775"/>
                  </a:lnTo>
                  <a:lnTo>
                    <a:pt x="53878" y="8982"/>
                  </a:lnTo>
                  <a:lnTo>
                    <a:pt x="374" y="8982"/>
                  </a:lnTo>
                  <a:lnTo>
                    <a:pt x="374" y="313"/>
                  </a:lnTo>
                  <a:lnTo>
                    <a:pt x="68537" y="313"/>
                  </a:lnTo>
                  <a:lnTo>
                    <a:pt x="68537" y="9577"/>
                  </a:lnTo>
                  <a:lnTo>
                    <a:pt x="14959" y="45370"/>
                  </a:lnTo>
                  <a:lnTo>
                    <a:pt x="68537" y="4537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Freeform 1440">
              <a:extLst>
                <a:ext uri="{FF2B5EF4-FFF2-40B4-BE49-F238E27FC236}">
                  <a16:creationId xmlns:a16="http://schemas.microsoft.com/office/drawing/2014/main" id="{BA765C63-35EE-8B6C-4CEA-E6F214C6814B}"/>
                </a:ext>
              </a:extLst>
            </p:cNvPr>
            <p:cNvSpPr/>
            <p:nvPr/>
          </p:nvSpPr>
          <p:spPr>
            <a:xfrm>
              <a:off x="3989845" y="3323961"/>
              <a:ext cx="68163" cy="42564"/>
            </a:xfrm>
            <a:custGeom>
              <a:avLst/>
              <a:gdLst>
                <a:gd name="csX0" fmla="*/ 68537 w 68163"/>
                <a:gd name="csY0" fmla="*/ 42870 h 42564"/>
                <a:gd name="csX1" fmla="*/ 374 w 68163"/>
                <a:gd name="csY1" fmla="*/ 42870 h 42564"/>
                <a:gd name="csX2" fmla="*/ 374 w 68163"/>
                <a:gd name="csY2" fmla="*/ 33866 h 42564"/>
                <a:gd name="csX3" fmla="*/ 60500 w 68163"/>
                <a:gd name="csY3" fmla="*/ 33866 h 42564"/>
                <a:gd name="csX4" fmla="*/ 60500 w 68163"/>
                <a:gd name="csY4" fmla="*/ 305 h 42564"/>
                <a:gd name="csX5" fmla="*/ 68537 w 68163"/>
                <a:gd name="csY5" fmla="*/ 305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537" y="42870"/>
                  </a:moveTo>
                  <a:lnTo>
                    <a:pt x="374" y="42870"/>
                  </a:lnTo>
                  <a:lnTo>
                    <a:pt x="374" y="33866"/>
                  </a:lnTo>
                  <a:lnTo>
                    <a:pt x="60500" y="33866"/>
                  </a:lnTo>
                  <a:lnTo>
                    <a:pt x="60500" y="305"/>
                  </a:lnTo>
                  <a:lnTo>
                    <a:pt x="68537" y="30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Freeform 1441">
              <a:extLst>
                <a:ext uri="{FF2B5EF4-FFF2-40B4-BE49-F238E27FC236}">
                  <a16:creationId xmlns:a16="http://schemas.microsoft.com/office/drawing/2014/main" id="{CA2A705A-9061-D9B0-589D-886F7F506137}"/>
                </a:ext>
              </a:extLst>
            </p:cNvPr>
            <p:cNvSpPr/>
            <p:nvPr/>
          </p:nvSpPr>
          <p:spPr>
            <a:xfrm>
              <a:off x="3989845" y="3264290"/>
              <a:ext cx="68163" cy="54024"/>
            </a:xfrm>
            <a:custGeom>
              <a:avLst/>
              <a:gdLst>
                <a:gd name="csX0" fmla="*/ 68537 w 68163"/>
                <a:gd name="csY0" fmla="*/ 31851 h 54024"/>
                <a:gd name="csX1" fmla="*/ 8411 w 68163"/>
                <a:gd name="csY1" fmla="*/ 31851 h 54024"/>
                <a:gd name="csX2" fmla="*/ 8411 w 68163"/>
                <a:gd name="csY2" fmla="*/ 54324 h 54024"/>
                <a:gd name="csX3" fmla="*/ 374 w 68163"/>
                <a:gd name="csY3" fmla="*/ 54324 h 54024"/>
                <a:gd name="csX4" fmla="*/ 374 w 68163"/>
                <a:gd name="csY4" fmla="*/ 300 h 54024"/>
                <a:gd name="csX5" fmla="*/ 8411 w 68163"/>
                <a:gd name="csY5" fmla="*/ 300 h 54024"/>
                <a:gd name="csX6" fmla="*/ 8411 w 68163"/>
                <a:gd name="csY6" fmla="*/ 22847 h 54024"/>
                <a:gd name="csX7" fmla="*/ 68537 w 68163"/>
                <a:gd name="csY7" fmla="*/ 22847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537" y="31851"/>
                  </a:moveTo>
                  <a:lnTo>
                    <a:pt x="8411" y="31851"/>
                  </a:lnTo>
                  <a:lnTo>
                    <a:pt x="8411" y="54324"/>
                  </a:lnTo>
                  <a:lnTo>
                    <a:pt x="374" y="54324"/>
                  </a:lnTo>
                  <a:lnTo>
                    <a:pt x="374" y="300"/>
                  </a:lnTo>
                  <a:lnTo>
                    <a:pt x="8411" y="300"/>
                  </a:lnTo>
                  <a:lnTo>
                    <a:pt x="8411" y="22847"/>
                  </a:lnTo>
                  <a:lnTo>
                    <a:pt x="68537" y="2284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Freeform 1442">
              <a:extLst>
                <a:ext uri="{FF2B5EF4-FFF2-40B4-BE49-F238E27FC236}">
                  <a16:creationId xmlns:a16="http://schemas.microsoft.com/office/drawing/2014/main" id="{C7269DC3-DDB6-021E-7532-FC03805BC238}"/>
                </a:ext>
              </a:extLst>
            </p:cNvPr>
            <p:cNvSpPr/>
            <p:nvPr/>
          </p:nvSpPr>
          <p:spPr>
            <a:xfrm>
              <a:off x="3989845" y="3216265"/>
              <a:ext cx="69279" cy="42825"/>
            </a:xfrm>
            <a:custGeom>
              <a:avLst/>
              <a:gdLst>
                <a:gd name="csX0" fmla="*/ 68537 w 69279"/>
                <a:gd name="csY0" fmla="*/ 8070 h 42825"/>
                <a:gd name="csX1" fmla="*/ 62324 w 69279"/>
                <a:gd name="csY1" fmla="*/ 8070 h 42825"/>
                <a:gd name="csX2" fmla="*/ 69653 w 69279"/>
                <a:gd name="csY2" fmla="*/ 21874 h 42825"/>
                <a:gd name="csX3" fmla="*/ 66416 w 69279"/>
                <a:gd name="csY3" fmla="*/ 32738 h 42825"/>
                <a:gd name="csX4" fmla="*/ 57301 w 69279"/>
                <a:gd name="csY4" fmla="*/ 40403 h 42825"/>
                <a:gd name="csX5" fmla="*/ 43906 w 69279"/>
                <a:gd name="csY5" fmla="*/ 43119 h 42825"/>
                <a:gd name="csX6" fmla="*/ 30474 w 69279"/>
                <a:gd name="csY6" fmla="*/ 40663 h 42825"/>
                <a:gd name="csX7" fmla="*/ 21247 w 69279"/>
                <a:gd name="csY7" fmla="*/ 33259 h 42825"/>
                <a:gd name="csX8" fmla="*/ 18010 w 69279"/>
                <a:gd name="csY8" fmla="*/ 22246 h 42825"/>
                <a:gd name="csX9" fmla="*/ 19908 w 69279"/>
                <a:gd name="csY9" fmla="*/ 14284 h 42825"/>
                <a:gd name="csX10" fmla="*/ 24819 w 69279"/>
                <a:gd name="csY10" fmla="*/ 8628 h 42825"/>
                <a:gd name="csX11" fmla="*/ 374 w 69279"/>
                <a:gd name="csY11" fmla="*/ 8628 h 42825"/>
                <a:gd name="csX12" fmla="*/ 374 w 69279"/>
                <a:gd name="csY12" fmla="*/ 294 h 42825"/>
                <a:gd name="csX13" fmla="*/ 68537 w 69279"/>
                <a:gd name="csY13" fmla="*/ 294 h 42825"/>
                <a:gd name="csX14" fmla="*/ 68537 w 69279"/>
                <a:gd name="csY14" fmla="*/ 8070 h 42825"/>
                <a:gd name="csX15" fmla="*/ 43906 w 69279"/>
                <a:gd name="csY15" fmla="*/ 34524 h 42825"/>
                <a:gd name="csX16" fmla="*/ 58082 w 69279"/>
                <a:gd name="csY16" fmla="*/ 30543 h 42825"/>
                <a:gd name="csX17" fmla="*/ 62770 w 69279"/>
                <a:gd name="csY17" fmla="*/ 21092 h 42825"/>
                <a:gd name="csX18" fmla="*/ 58268 w 69279"/>
                <a:gd name="csY18" fmla="*/ 11753 h 42825"/>
                <a:gd name="csX19" fmla="*/ 44576 w 69279"/>
                <a:gd name="csY19" fmla="*/ 7921 h 42825"/>
                <a:gd name="csX20" fmla="*/ 29693 w 69279"/>
                <a:gd name="csY20" fmla="*/ 11828 h 42825"/>
                <a:gd name="csX21" fmla="*/ 24968 w 69279"/>
                <a:gd name="csY21" fmla="*/ 21464 h 42825"/>
                <a:gd name="csX22" fmla="*/ 29507 w 69279"/>
                <a:gd name="csY22" fmla="*/ 30803 h 42825"/>
                <a:gd name="csX23" fmla="*/ 43906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537" y="8070"/>
                  </a:moveTo>
                  <a:lnTo>
                    <a:pt x="62324" y="8070"/>
                  </a:lnTo>
                  <a:cubicBezTo>
                    <a:pt x="67198" y="11195"/>
                    <a:pt x="69653" y="15809"/>
                    <a:pt x="69653" y="21874"/>
                  </a:cubicBezTo>
                  <a:cubicBezTo>
                    <a:pt x="69653" y="25818"/>
                    <a:pt x="68574" y="29427"/>
                    <a:pt x="66416" y="32738"/>
                  </a:cubicBezTo>
                  <a:cubicBezTo>
                    <a:pt x="64221" y="36050"/>
                    <a:pt x="61207" y="38617"/>
                    <a:pt x="57301" y="40403"/>
                  </a:cubicBezTo>
                  <a:cubicBezTo>
                    <a:pt x="53431" y="42226"/>
                    <a:pt x="48929" y="43119"/>
                    <a:pt x="43906" y="43119"/>
                  </a:cubicBezTo>
                  <a:cubicBezTo>
                    <a:pt x="38958" y="43119"/>
                    <a:pt x="34493" y="42300"/>
                    <a:pt x="30474" y="40663"/>
                  </a:cubicBezTo>
                  <a:cubicBezTo>
                    <a:pt x="26456" y="39026"/>
                    <a:pt x="23368" y="36571"/>
                    <a:pt x="21247" y="33259"/>
                  </a:cubicBezTo>
                  <a:cubicBezTo>
                    <a:pt x="19089" y="29985"/>
                    <a:pt x="18010" y="26301"/>
                    <a:pt x="18010" y="22246"/>
                  </a:cubicBezTo>
                  <a:cubicBezTo>
                    <a:pt x="18010" y="19269"/>
                    <a:pt x="18643" y="16628"/>
                    <a:pt x="19908" y="14284"/>
                  </a:cubicBezTo>
                  <a:cubicBezTo>
                    <a:pt x="21173" y="11977"/>
                    <a:pt x="22810" y="10079"/>
                    <a:pt x="24819" y="8628"/>
                  </a:cubicBezTo>
                  <a:lnTo>
                    <a:pt x="374" y="8628"/>
                  </a:lnTo>
                  <a:lnTo>
                    <a:pt x="374" y="294"/>
                  </a:lnTo>
                  <a:lnTo>
                    <a:pt x="68537" y="294"/>
                  </a:lnTo>
                  <a:lnTo>
                    <a:pt x="68537" y="8070"/>
                  </a:lnTo>
                  <a:moveTo>
                    <a:pt x="43906" y="34524"/>
                  </a:moveTo>
                  <a:cubicBezTo>
                    <a:pt x="50231" y="34524"/>
                    <a:pt x="54957" y="33185"/>
                    <a:pt x="58082" y="30543"/>
                  </a:cubicBezTo>
                  <a:cubicBezTo>
                    <a:pt x="61207" y="27864"/>
                    <a:pt x="62770" y="24739"/>
                    <a:pt x="62770" y="21092"/>
                  </a:cubicBezTo>
                  <a:cubicBezTo>
                    <a:pt x="62770" y="17446"/>
                    <a:pt x="61282" y="14321"/>
                    <a:pt x="58268" y="11753"/>
                  </a:cubicBezTo>
                  <a:cubicBezTo>
                    <a:pt x="55291" y="9223"/>
                    <a:pt x="50715" y="7921"/>
                    <a:pt x="44576" y="7921"/>
                  </a:cubicBezTo>
                  <a:cubicBezTo>
                    <a:pt x="37841" y="7921"/>
                    <a:pt x="32856" y="9223"/>
                    <a:pt x="29693" y="11828"/>
                  </a:cubicBezTo>
                  <a:cubicBezTo>
                    <a:pt x="26530" y="14432"/>
                    <a:pt x="24968" y="17632"/>
                    <a:pt x="24968" y="21464"/>
                  </a:cubicBezTo>
                  <a:cubicBezTo>
                    <a:pt x="24968" y="25185"/>
                    <a:pt x="26493" y="28311"/>
                    <a:pt x="29507" y="30803"/>
                  </a:cubicBezTo>
                  <a:cubicBezTo>
                    <a:pt x="32558" y="33296"/>
                    <a:pt x="37358" y="34524"/>
                    <a:pt x="43906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44" name="Graphic 4">
            <a:extLst>
              <a:ext uri="{FF2B5EF4-FFF2-40B4-BE49-F238E27FC236}">
                <a16:creationId xmlns:a16="http://schemas.microsoft.com/office/drawing/2014/main" id="{36DC9BE2-6B28-26AC-F01D-8D29621D0270}"/>
              </a:ext>
            </a:extLst>
          </p:cNvPr>
          <p:cNvGrpSpPr/>
          <p:nvPr/>
        </p:nvGrpSpPr>
        <p:grpSpPr>
          <a:xfrm>
            <a:off x="4448011" y="3210498"/>
            <a:ext cx="68163" cy="219195"/>
            <a:chOff x="4066194" y="3210498"/>
            <a:chExt cx="68163" cy="219195"/>
          </a:xfrm>
          <a:solidFill>
            <a:srgbClr val="000000"/>
          </a:solidFill>
        </p:grpSpPr>
        <p:sp>
          <p:nvSpPr>
            <p:cNvPr id="1445" name="Freeform 1444">
              <a:extLst>
                <a:ext uri="{FF2B5EF4-FFF2-40B4-BE49-F238E27FC236}">
                  <a16:creationId xmlns:a16="http://schemas.microsoft.com/office/drawing/2014/main" id="{BE49D1AB-0838-FDD9-38C8-C931C4FA726A}"/>
                </a:ext>
              </a:extLst>
            </p:cNvPr>
            <p:cNvSpPr/>
            <p:nvPr/>
          </p:nvSpPr>
          <p:spPr>
            <a:xfrm>
              <a:off x="4066194" y="3375967"/>
              <a:ext cx="68163" cy="53726"/>
            </a:xfrm>
            <a:custGeom>
              <a:avLst/>
              <a:gdLst>
                <a:gd name="csX0" fmla="*/ 68545 w 68163"/>
                <a:gd name="csY0" fmla="*/ 54039 h 53726"/>
                <a:gd name="csX1" fmla="*/ 382 w 68163"/>
                <a:gd name="csY1" fmla="*/ 54039 h 53726"/>
                <a:gd name="csX2" fmla="*/ 382 w 68163"/>
                <a:gd name="csY2" fmla="*/ 44774 h 53726"/>
                <a:gd name="csX3" fmla="*/ 53886 w 68163"/>
                <a:gd name="csY3" fmla="*/ 8981 h 53726"/>
                <a:gd name="csX4" fmla="*/ 382 w 68163"/>
                <a:gd name="csY4" fmla="*/ 8981 h 53726"/>
                <a:gd name="csX5" fmla="*/ 382 w 68163"/>
                <a:gd name="csY5" fmla="*/ 312 h 53726"/>
                <a:gd name="csX6" fmla="*/ 68545 w 68163"/>
                <a:gd name="csY6" fmla="*/ 312 h 53726"/>
                <a:gd name="csX7" fmla="*/ 68545 w 68163"/>
                <a:gd name="csY7" fmla="*/ 9577 h 53726"/>
                <a:gd name="csX8" fmla="*/ 14967 w 68163"/>
                <a:gd name="csY8" fmla="*/ 45370 h 53726"/>
                <a:gd name="csX9" fmla="*/ 68545 w 68163"/>
                <a:gd name="csY9" fmla="*/ 45370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545" y="54039"/>
                  </a:moveTo>
                  <a:lnTo>
                    <a:pt x="382" y="54039"/>
                  </a:lnTo>
                  <a:lnTo>
                    <a:pt x="382" y="44774"/>
                  </a:lnTo>
                  <a:lnTo>
                    <a:pt x="53886" y="8981"/>
                  </a:lnTo>
                  <a:lnTo>
                    <a:pt x="382" y="8981"/>
                  </a:lnTo>
                  <a:lnTo>
                    <a:pt x="382" y="312"/>
                  </a:lnTo>
                  <a:lnTo>
                    <a:pt x="68545" y="312"/>
                  </a:lnTo>
                  <a:lnTo>
                    <a:pt x="68545" y="9577"/>
                  </a:lnTo>
                  <a:lnTo>
                    <a:pt x="14967" y="45370"/>
                  </a:lnTo>
                  <a:lnTo>
                    <a:pt x="68545" y="4537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Freeform 1445">
              <a:extLst>
                <a:ext uri="{FF2B5EF4-FFF2-40B4-BE49-F238E27FC236}">
                  <a16:creationId xmlns:a16="http://schemas.microsoft.com/office/drawing/2014/main" id="{05A8C2EE-D2D8-5999-5ED3-549EA4D9863C}"/>
                </a:ext>
              </a:extLst>
            </p:cNvPr>
            <p:cNvSpPr/>
            <p:nvPr/>
          </p:nvSpPr>
          <p:spPr>
            <a:xfrm>
              <a:off x="4066194" y="3318603"/>
              <a:ext cx="68163" cy="42564"/>
            </a:xfrm>
            <a:custGeom>
              <a:avLst/>
              <a:gdLst>
                <a:gd name="csX0" fmla="*/ 68545 w 68163"/>
                <a:gd name="csY0" fmla="*/ 42870 h 42564"/>
                <a:gd name="csX1" fmla="*/ 382 w 68163"/>
                <a:gd name="csY1" fmla="*/ 42870 h 42564"/>
                <a:gd name="csX2" fmla="*/ 382 w 68163"/>
                <a:gd name="csY2" fmla="*/ 33866 h 42564"/>
                <a:gd name="csX3" fmla="*/ 60508 w 68163"/>
                <a:gd name="csY3" fmla="*/ 33866 h 42564"/>
                <a:gd name="csX4" fmla="*/ 60508 w 68163"/>
                <a:gd name="csY4" fmla="*/ 305 h 42564"/>
                <a:gd name="csX5" fmla="*/ 68545 w 68163"/>
                <a:gd name="csY5" fmla="*/ 305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545" y="42870"/>
                  </a:moveTo>
                  <a:lnTo>
                    <a:pt x="382" y="42870"/>
                  </a:lnTo>
                  <a:lnTo>
                    <a:pt x="382" y="33866"/>
                  </a:lnTo>
                  <a:lnTo>
                    <a:pt x="60508" y="33866"/>
                  </a:lnTo>
                  <a:lnTo>
                    <a:pt x="60508" y="305"/>
                  </a:lnTo>
                  <a:lnTo>
                    <a:pt x="68545" y="30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Freeform 1446">
              <a:extLst>
                <a:ext uri="{FF2B5EF4-FFF2-40B4-BE49-F238E27FC236}">
                  <a16:creationId xmlns:a16="http://schemas.microsoft.com/office/drawing/2014/main" id="{4ACFB438-56DC-6979-C776-9703E857E34B}"/>
                </a:ext>
              </a:extLst>
            </p:cNvPr>
            <p:cNvSpPr/>
            <p:nvPr/>
          </p:nvSpPr>
          <p:spPr>
            <a:xfrm>
              <a:off x="4066194" y="3258932"/>
              <a:ext cx="68163" cy="54024"/>
            </a:xfrm>
            <a:custGeom>
              <a:avLst/>
              <a:gdLst>
                <a:gd name="csX0" fmla="*/ 68545 w 68163"/>
                <a:gd name="csY0" fmla="*/ 31851 h 54024"/>
                <a:gd name="csX1" fmla="*/ 8419 w 68163"/>
                <a:gd name="csY1" fmla="*/ 31851 h 54024"/>
                <a:gd name="csX2" fmla="*/ 8419 w 68163"/>
                <a:gd name="csY2" fmla="*/ 54324 h 54024"/>
                <a:gd name="csX3" fmla="*/ 382 w 68163"/>
                <a:gd name="csY3" fmla="*/ 54324 h 54024"/>
                <a:gd name="csX4" fmla="*/ 382 w 68163"/>
                <a:gd name="csY4" fmla="*/ 299 h 54024"/>
                <a:gd name="csX5" fmla="*/ 8419 w 68163"/>
                <a:gd name="csY5" fmla="*/ 299 h 54024"/>
                <a:gd name="csX6" fmla="*/ 8419 w 68163"/>
                <a:gd name="csY6" fmla="*/ 22847 h 54024"/>
                <a:gd name="csX7" fmla="*/ 68545 w 68163"/>
                <a:gd name="csY7" fmla="*/ 22847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545" y="31851"/>
                  </a:moveTo>
                  <a:lnTo>
                    <a:pt x="8419" y="31851"/>
                  </a:lnTo>
                  <a:lnTo>
                    <a:pt x="8419" y="54324"/>
                  </a:lnTo>
                  <a:lnTo>
                    <a:pt x="382" y="54324"/>
                  </a:lnTo>
                  <a:lnTo>
                    <a:pt x="382" y="299"/>
                  </a:lnTo>
                  <a:lnTo>
                    <a:pt x="8419" y="299"/>
                  </a:lnTo>
                  <a:lnTo>
                    <a:pt x="8419" y="22847"/>
                  </a:lnTo>
                  <a:lnTo>
                    <a:pt x="68545" y="2284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Freeform 1447">
              <a:extLst>
                <a:ext uri="{FF2B5EF4-FFF2-40B4-BE49-F238E27FC236}">
                  <a16:creationId xmlns:a16="http://schemas.microsoft.com/office/drawing/2014/main" id="{9D682B10-6DA2-2F6B-2893-689C19FFEF47}"/>
                </a:ext>
              </a:extLst>
            </p:cNvPr>
            <p:cNvSpPr/>
            <p:nvPr/>
          </p:nvSpPr>
          <p:spPr>
            <a:xfrm>
              <a:off x="4084947" y="3210498"/>
              <a:ext cx="49410" cy="45280"/>
            </a:xfrm>
            <a:custGeom>
              <a:avLst/>
              <a:gdLst>
                <a:gd name="csX0" fmla="*/ 49793 w 49410"/>
                <a:gd name="csY0" fmla="*/ 26785 h 45280"/>
                <a:gd name="csX1" fmla="*/ 382 w 49410"/>
                <a:gd name="csY1" fmla="*/ 45574 h 45280"/>
                <a:gd name="csX2" fmla="*/ 382 w 49410"/>
                <a:gd name="csY2" fmla="*/ 36756 h 45280"/>
                <a:gd name="csX3" fmla="*/ 29999 w 49410"/>
                <a:gd name="csY3" fmla="*/ 26152 h 45280"/>
                <a:gd name="csX4" fmla="*/ 39933 w 49410"/>
                <a:gd name="csY4" fmla="*/ 22989 h 45280"/>
                <a:gd name="csX5" fmla="*/ 30520 w 49410"/>
                <a:gd name="csY5" fmla="*/ 19864 h 45280"/>
                <a:gd name="csX6" fmla="*/ 382 w 49410"/>
                <a:gd name="csY6" fmla="*/ 8888 h 45280"/>
                <a:gd name="csX7" fmla="*/ 382 w 49410"/>
                <a:gd name="csY7" fmla="*/ 293 h 45280"/>
                <a:gd name="csX8" fmla="*/ 49793 w 49410"/>
                <a:gd name="csY8" fmla="*/ 18971 h 45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410" h="45280">
                  <a:moveTo>
                    <a:pt x="49793" y="26785"/>
                  </a:moveTo>
                  <a:lnTo>
                    <a:pt x="382" y="45574"/>
                  </a:lnTo>
                  <a:lnTo>
                    <a:pt x="382" y="36756"/>
                  </a:lnTo>
                  <a:lnTo>
                    <a:pt x="29999" y="26152"/>
                  </a:lnTo>
                  <a:cubicBezTo>
                    <a:pt x="33161" y="24999"/>
                    <a:pt x="36510" y="23957"/>
                    <a:pt x="39933" y="22989"/>
                  </a:cubicBezTo>
                  <a:cubicBezTo>
                    <a:pt x="37328" y="22245"/>
                    <a:pt x="34203" y="21203"/>
                    <a:pt x="30520" y="19864"/>
                  </a:cubicBezTo>
                  <a:lnTo>
                    <a:pt x="382" y="8888"/>
                  </a:lnTo>
                  <a:lnTo>
                    <a:pt x="382" y="293"/>
                  </a:lnTo>
                  <a:lnTo>
                    <a:pt x="49793" y="189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49" name="Graphic 4">
            <a:extLst>
              <a:ext uri="{FF2B5EF4-FFF2-40B4-BE49-F238E27FC236}">
                <a16:creationId xmlns:a16="http://schemas.microsoft.com/office/drawing/2014/main" id="{63E0D168-85F0-7991-C9D1-591AE2EB6BF7}"/>
              </a:ext>
            </a:extLst>
          </p:cNvPr>
          <p:cNvGrpSpPr/>
          <p:nvPr/>
        </p:nvGrpSpPr>
        <p:grpSpPr>
          <a:xfrm>
            <a:off x="4524397" y="3212795"/>
            <a:ext cx="68163" cy="179877"/>
            <a:chOff x="4142580" y="3212795"/>
            <a:chExt cx="68163" cy="179877"/>
          </a:xfrm>
          <a:solidFill>
            <a:srgbClr val="000000"/>
          </a:solidFill>
        </p:grpSpPr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83AC1F48-D0CF-8113-D336-FFBFCEA42B4B}"/>
                </a:ext>
              </a:extLst>
            </p:cNvPr>
            <p:cNvSpPr/>
            <p:nvPr/>
          </p:nvSpPr>
          <p:spPr>
            <a:xfrm>
              <a:off x="4142580" y="3338946"/>
              <a:ext cx="68163" cy="53726"/>
            </a:xfrm>
            <a:custGeom>
              <a:avLst/>
              <a:gdLst>
                <a:gd name="csX0" fmla="*/ 68553 w 68163"/>
                <a:gd name="csY0" fmla="*/ 54035 h 53726"/>
                <a:gd name="csX1" fmla="*/ 390 w 68163"/>
                <a:gd name="csY1" fmla="*/ 54035 h 53726"/>
                <a:gd name="csX2" fmla="*/ 390 w 68163"/>
                <a:gd name="csY2" fmla="*/ 44771 h 53726"/>
                <a:gd name="csX3" fmla="*/ 53894 w 68163"/>
                <a:gd name="csY3" fmla="*/ 8977 h 53726"/>
                <a:gd name="csX4" fmla="*/ 390 w 68163"/>
                <a:gd name="csY4" fmla="*/ 8977 h 53726"/>
                <a:gd name="csX5" fmla="*/ 390 w 68163"/>
                <a:gd name="csY5" fmla="*/ 308 h 53726"/>
                <a:gd name="csX6" fmla="*/ 68553 w 68163"/>
                <a:gd name="csY6" fmla="*/ 308 h 53726"/>
                <a:gd name="csX7" fmla="*/ 68553 w 68163"/>
                <a:gd name="csY7" fmla="*/ 9573 h 53726"/>
                <a:gd name="csX8" fmla="*/ 14975 w 68163"/>
                <a:gd name="csY8" fmla="*/ 45366 h 53726"/>
                <a:gd name="csX9" fmla="*/ 68553 w 68163"/>
                <a:gd name="csY9" fmla="*/ 45366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553" y="54035"/>
                  </a:moveTo>
                  <a:lnTo>
                    <a:pt x="390" y="54035"/>
                  </a:lnTo>
                  <a:lnTo>
                    <a:pt x="390" y="44771"/>
                  </a:lnTo>
                  <a:lnTo>
                    <a:pt x="53894" y="8977"/>
                  </a:lnTo>
                  <a:lnTo>
                    <a:pt x="390" y="8977"/>
                  </a:lnTo>
                  <a:lnTo>
                    <a:pt x="390" y="308"/>
                  </a:lnTo>
                  <a:lnTo>
                    <a:pt x="68553" y="308"/>
                  </a:lnTo>
                  <a:lnTo>
                    <a:pt x="68553" y="9573"/>
                  </a:lnTo>
                  <a:lnTo>
                    <a:pt x="14975" y="45366"/>
                  </a:lnTo>
                  <a:lnTo>
                    <a:pt x="68553" y="4536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7E590DB5-D5CD-500A-B769-3C110CDE1C70}"/>
                </a:ext>
              </a:extLst>
            </p:cNvPr>
            <p:cNvSpPr/>
            <p:nvPr/>
          </p:nvSpPr>
          <p:spPr>
            <a:xfrm>
              <a:off x="4142580" y="3263574"/>
              <a:ext cx="68163" cy="60089"/>
            </a:xfrm>
            <a:custGeom>
              <a:avLst/>
              <a:gdLst>
                <a:gd name="csX0" fmla="*/ 68553 w 68163"/>
                <a:gd name="csY0" fmla="*/ 60390 h 60089"/>
                <a:gd name="csX1" fmla="*/ 390 w 68163"/>
                <a:gd name="csY1" fmla="*/ 60390 h 60089"/>
                <a:gd name="csX2" fmla="*/ 390 w 68163"/>
                <a:gd name="csY2" fmla="*/ 30141 h 60089"/>
                <a:gd name="csX3" fmla="*/ 2213 w 68163"/>
                <a:gd name="csY3" fmla="*/ 16300 h 60089"/>
                <a:gd name="csX4" fmla="*/ 8687 w 68163"/>
                <a:gd name="csY4" fmla="*/ 8710 h 60089"/>
                <a:gd name="csX5" fmla="*/ 18993 w 68163"/>
                <a:gd name="csY5" fmla="*/ 5882 h 60089"/>
                <a:gd name="csX6" fmla="*/ 31197 w 68163"/>
                <a:gd name="csY6" fmla="*/ 10570 h 60089"/>
                <a:gd name="csX7" fmla="*/ 37523 w 68163"/>
                <a:gd name="csY7" fmla="*/ 25081 h 60089"/>
                <a:gd name="csX8" fmla="*/ 40946 w 68163"/>
                <a:gd name="csY8" fmla="*/ 19649 h 60089"/>
                <a:gd name="csX9" fmla="*/ 49987 w 68163"/>
                <a:gd name="csY9" fmla="*/ 12133 h 60089"/>
                <a:gd name="csX10" fmla="*/ 68553 w 68163"/>
                <a:gd name="csY10" fmla="*/ 301 h 60089"/>
                <a:gd name="csX11" fmla="*/ 68553 w 68163"/>
                <a:gd name="csY11" fmla="*/ 11649 h 60089"/>
                <a:gd name="csX12" fmla="*/ 54377 w 68163"/>
                <a:gd name="csY12" fmla="*/ 20653 h 60089"/>
                <a:gd name="csX13" fmla="*/ 44964 w 68163"/>
                <a:gd name="csY13" fmla="*/ 27164 h 60089"/>
                <a:gd name="csX14" fmla="*/ 40425 w 68163"/>
                <a:gd name="csY14" fmla="*/ 31741 h 60089"/>
                <a:gd name="csX15" fmla="*/ 38602 w 68163"/>
                <a:gd name="csY15" fmla="*/ 35871 h 60089"/>
                <a:gd name="csX16" fmla="*/ 38267 w 68163"/>
                <a:gd name="csY16" fmla="*/ 40894 h 60089"/>
                <a:gd name="csX17" fmla="*/ 38267 w 68163"/>
                <a:gd name="csY17" fmla="*/ 51349 h 60089"/>
                <a:gd name="csX18" fmla="*/ 68553 w 68163"/>
                <a:gd name="csY18" fmla="*/ 51349 h 60089"/>
                <a:gd name="csX19" fmla="*/ 68553 w 68163"/>
                <a:gd name="csY19" fmla="*/ 60390 h 60089"/>
                <a:gd name="csX20" fmla="*/ 30453 w 68163"/>
                <a:gd name="csY20" fmla="*/ 51349 h 60089"/>
                <a:gd name="csX21" fmla="*/ 30453 w 68163"/>
                <a:gd name="csY21" fmla="*/ 31964 h 60089"/>
                <a:gd name="csX22" fmla="*/ 29188 w 68163"/>
                <a:gd name="csY22" fmla="*/ 22290 h 60089"/>
                <a:gd name="csX23" fmla="*/ 25095 w 68163"/>
                <a:gd name="csY23" fmla="*/ 16970 h 60089"/>
                <a:gd name="csX24" fmla="*/ 18993 w 68163"/>
                <a:gd name="csY24" fmla="*/ 15184 h 60089"/>
                <a:gd name="csX25" fmla="*/ 11031 w 68163"/>
                <a:gd name="csY25" fmla="*/ 18681 h 60089"/>
                <a:gd name="csX26" fmla="*/ 7906 w 68163"/>
                <a:gd name="csY26" fmla="*/ 29769 h 60089"/>
                <a:gd name="csX27" fmla="*/ 7906 w 68163"/>
                <a:gd name="csY27" fmla="*/ 51349 h 6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8163" h="60089">
                  <a:moveTo>
                    <a:pt x="68553" y="60390"/>
                  </a:moveTo>
                  <a:lnTo>
                    <a:pt x="390" y="60390"/>
                  </a:lnTo>
                  <a:lnTo>
                    <a:pt x="390" y="30141"/>
                  </a:lnTo>
                  <a:cubicBezTo>
                    <a:pt x="390" y="24076"/>
                    <a:pt x="985" y="19463"/>
                    <a:pt x="2213" y="16300"/>
                  </a:cubicBezTo>
                  <a:cubicBezTo>
                    <a:pt x="3441" y="13137"/>
                    <a:pt x="5599" y="10607"/>
                    <a:pt x="8687" y="8710"/>
                  </a:cubicBezTo>
                  <a:cubicBezTo>
                    <a:pt x="11812" y="6812"/>
                    <a:pt x="15236" y="5882"/>
                    <a:pt x="18993" y="5882"/>
                  </a:cubicBezTo>
                  <a:cubicBezTo>
                    <a:pt x="23830" y="5882"/>
                    <a:pt x="27886" y="7445"/>
                    <a:pt x="31197" y="10570"/>
                  </a:cubicBezTo>
                  <a:cubicBezTo>
                    <a:pt x="34509" y="13695"/>
                    <a:pt x="36630" y="18532"/>
                    <a:pt x="37523" y="25081"/>
                  </a:cubicBezTo>
                  <a:cubicBezTo>
                    <a:pt x="38676" y="22700"/>
                    <a:pt x="39829" y="20876"/>
                    <a:pt x="40946" y="19649"/>
                  </a:cubicBezTo>
                  <a:cubicBezTo>
                    <a:pt x="43364" y="17007"/>
                    <a:pt x="46378" y="14514"/>
                    <a:pt x="49987" y="12133"/>
                  </a:cubicBezTo>
                  <a:lnTo>
                    <a:pt x="68553" y="301"/>
                  </a:lnTo>
                  <a:lnTo>
                    <a:pt x="68553" y="11649"/>
                  </a:lnTo>
                  <a:lnTo>
                    <a:pt x="54377" y="20653"/>
                  </a:lnTo>
                  <a:cubicBezTo>
                    <a:pt x="50285" y="23295"/>
                    <a:pt x="47159" y="25453"/>
                    <a:pt x="44964" y="27164"/>
                  </a:cubicBezTo>
                  <a:cubicBezTo>
                    <a:pt x="42806" y="28876"/>
                    <a:pt x="41280" y="30401"/>
                    <a:pt x="40425" y="31741"/>
                  </a:cubicBezTo>
                  <a:cubicBezTo>
                    <a:pt x="39532" y="33117"/>
                    <a:pt x="38936" y="34457"/>
                    <a:pt x="38602" y="35871"/>
                  </a:cubicBezTo>
                  <a:cubicBezTo>
                    <a:pt x="38378" y="36913"/>
                    <a:pt x="38267" y="38550"/>
                    <a:pt x="38267" y="40894"/>
                  </a:cubicBezTo>
                  <a:lnTo>
                    <a:pt x="38267" y="51349"/>
                  </a:lnTo>
                  <a:lnTo>
                    <a:pt x="68553" y="51349"/>
                  </a:lnTo>
                  <a:lnTo>
                    <a:pt x="68553" y="60390"/>
                  </a:lnTo>
                  <a:moveTo>
                    <a:pt x="30453" y="51349"/>
                  </a:moveTo>
                  <a:lnTo>
                    <a:pt x="30453" y="31964"/>
                  </a:lnTo>
                  <a:cubicBezTo>
                    <a:pt x="30453" y="27834"/>
                    <a:pt x="30044" y="24634"/>
                    <a:pt x="29188" y="22290"/>
                  </a:cubicBezTo>
                  <a:cubicBezTo>
                    <a:pt x="28332" y="19946"/>
                    <a:pt x="26956" y="18197"/>
                    <a:pt x="25095" y="16970"/>
                  </a:cubicBezTo>
                  <a:cubicBezTo>
                    <a:pt x="23198" y="15779"/>
                    <a:pt x="21189" y="15184"/>
                    <a:pt x="18993" y="15184"/>
                  </a:cubicBezTo>
                  <a:cubicBezTo>
                    <a:pt x="15756" y="15184"/>
                    <a:pt x="13115" y="16337"/>
                    <a:pt x="11031" y="18681"/>
                  </a:cubicBezTo>
                  <a:cubicBezTo>
                    <a:pt x="8948" y="21025"/>
                    <a:pt x="7906" y="24709"/>
                    <a:pt x="7906" y="29769"/>
                  </a:cubicBezTo>
                  <a:lnTo>
                    <a:pt x="7906" y="513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A5556749-3FC7-BD96-532C-3897C76467E4}"/>
                </a:ext>
              </a:extLst>
            </p:cNvPr>
            <p:cNvSpPr/>
            <p:nvPr/>
          </p:nvSpPr>
          <p:spPr>
            <a:xfrm>
              <a:off x="4142580" y="3212795"/>
              <a:ext cx="68163" cy="42564"/>
            </a:xfrm>
            <a:custGeom>
              <a:avLst/>
              <a:gdLst>
                <a:gd name="csX0" fmla="*/ 68553 w 68163"/>
                <a:gd name="csY0" fmla="*/ 42859 h 42564"/>
                <a:gd name="csX1" fmla="*/ 390 w 68163"/>
                <a:gd name="csY1" fmla="*/ 42859 h 42564"/>
                <a:gd name="csX2" fmla="*/ 390 w 68163"/>
                <a:gd name="csY2" fmla="*/ 33854 h 42564"/>
                <a:gd name="csX3" fmla="*/ 60516 w 68163"/>
                <a:gd name="csY3" fmla="*/ 33854 h 42564"/>
                <a:gd name="csX4" fmla="*/ 60516 w 68163"/>
                <a:gd name="csY4" fmla="*/ 294 h 42564"/>
                <a:gd name="csX5" fmla="*/ 68553 w 68163"/>
                <a:gd name="csY5" fmla="*/ 294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553" y="42859"/>
                  </a:moveTo>
                  <a:lnTo>
                    <a:pt x="390" y="42859"/>
                  </a:lnTo>
                  <a:lnTo>
                    <a:pt x="390" y="33854"/>
                  </a:lnTo>
                  <a:lnTo>
                    <a:pt x="60516" y="33854"/>
                  </a:lnTo>
                  <a:lnTo>
                    <a:pt x="60516" y="294"/>
                  </a:lnTo>
                  <a:lnTo>
                    <a:pt x="68553" y="29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53" name="Graphic 4">
            <a:extLst>
              <a:ext uri="{FF2B5EF4-FFF2-40B4-BE49-F238E27FC236}">
                <a16:creationId xmlns:a16="http://schemas.microsoft.com/office/drawing/2014/main" id="{717F8CCE-92BF-ABF1-0506-FA110FB1B965}"/>
              </a:ext>
            </a:extLst>
          </p:cNvPr>
          <p:cNvGrpSpPr/>
          <p:nvPr/>
        </p:nvGrpSpPr>
        <p:grpSpPr>
          <a:xfrm>
            <a:off x="4618382" y="3210293"/>
            <a:ext cx="51643" cy="96245"/>
            <a:chOff x="4236565" y="3210293"/>
            <a:chExt cx="51643" cy="96245"/>
          </a:xfrm>
          <a:solidFill>
            <a:srgbClr val="000000"/>
          </a:solidFill>
        </p:grpSpPr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88EEB722-DC1C-9A2E-83D5-FDA164D2CCD9}"/>
                </a:ext>
              </a:extLst>
            </p:cNvPr>
            <p:cNvSpPr/>
            <p:nvPr/>
          </p:nvSpPr>
          <p:spPr>
            <a:xfrm>
              <a:off x="4236565" y="3261071"/>
              <a:ext cx="51643" cy="45466"/>
            </a:xfrm>
            <a:custGeom>
              <a:avLst/>
              <a:gdLst>
                <a:gd name="csX0" fmla="*/ 44823 w 51643"/>
                <a:gd name="csY0" fmla="*/ 10717 h 45466"/>
                <a:gd name="csX1" fmla="*/ 50404 w 51643"/>
                <a:gd name="csY1" fmla="*/ 19684 h 45466"/>
                <a:gd name="csX2" fmla="*/ 52041 w 51643"/>
                <a:gd name="csY2" fmla="*/ 28911 h 45466"/>
                <a:gd name="csX3" fmla="*/ 48060 w 51643"/>
                <a:gd name="csY3" fmla="*/ 41412 h 45466"/>
                <a:gd name="csX4" fmla="*/ 37903 w 51643"/>
                <a:gd name="csY4" fmla="*/ 45766 h 45466"/>
                <a:gd name="csX5" fmla="*/ 31280 w 51643"/>
                <a:gd name="csY5" fmla="*/ 44129 h 45466"/>
                <a:gd name="csX6" fmla="*/ 26443 w 51643"/>
                <a:gd name="csY6" fmla="*/ 39813 h 45466"/>
                <a:gd name="csX7" fmla="*/ 23727 w 51643"/>
                <a:gd name="csY7" fmla="*/ 33785 h 45466"/>
                <a:gd name="csX8" fmla="*/ 22462 w 51643"/>
                <a:gd name="csY8" fmla="*/ 26344 h 45466"/>
                <a:gd name="csX9" fmla="*/ 19597 w 51643"/>
                <a:gd name="csY9" fmla="*/ 11424 h 45466"/>
                <a:gd name="csX10" fmla="*/ 17402 w 51643"/>
                <a:gd name="csY10" fmla="*/ 11349 h 45466"/>
                <a:gd name="csX11" fmla="*/ 10183 w 51643"/>
                <a:gd name="csY11" fmla="*/ 13730 h 45466"/>
                <a:gd name="csX12" fmla="*/ 7356 w 51643"/>
                <a:gd name="csY12" fmla="*/ 23255 h 45466"/>
                <a:gd name="csX13" fmla="*/ 9402 w 51643"/>
                <a:gd name="csY13" fmla="*/ 31999 h 45466"/>
                <a:gd name="csX14" fmla="*/ 16732 w 51643"/>
                <a:gd name="csY14" fmla="*/ 36166 h 45466"/>
                <a:gd name="csX15" fmla="*/ 15616 w 51643"/>
                <a:gd name="csY15" fmla="*/ 44352 h 45466"/>
                <a:gd name="csX16" fmla="*/ 7132 w 51643"/>
                <a:gd name="csY16" fmla="*/ 40668 h 45466"/>
                <a:gd name="csX17" fmla="*/ 2147 w 51643"/>
                <a:gd name="csY17" fmla="*/ 33264 h 45466"/>
                <a:gd name="csX18" fmla="*/ 398 w 51643"/>
                <a:gd name="csY18" fmla="*/ 22065 h 45466"/>
                <a:gd name="csX19" fmla="*/ 1886 w 51643"/>
                <a:gd name="csY19" fmla="*/ 11796 h 45466"/>
                <a:gd name="csX20" fmla="*/ 5644 w 51643"/>
                <a:gd name="csY20" fmla="*/ 5991 h 45466"/>
                <a:gd name="csX21" fmla="*/ 11337 w 51643"/>
                <a:gd name="csY21" fmla="*/ 3387 h 45466"/>
                <a:gd name="csX22" fmla="*/ 19076 w 51643"/>
                <a:gd name="csY22" fmla="*/ 2940 h 45466"/>
                <a:gd name="csX23" fmla="*/ 30238 w 51643"/>
                <a:gd name="csY23" fmla="*/ 2940 h 45466"/>
                <a:gd name="csX24" fmla="*/ 45009 w 51643"/>
                <a:gd name="csY24" fmla="*/ 2419 h 45466"/>
                <a:gd name="csX25" fmla="*/ 50925 w 51643"/>
                <a:gd name="csY25" fmla="*/ 299 h 45466"/>
                <a:gd name="csX26" fmla="*/ 50925 w 51643"/>
                <a:gd name="csY26" fmla="*/ 9042 h 45466"/>
                <a:gd name="csX27" fmla="*/ 44823 w 51643"/>
                <a:gd name="csY27" fmla="*/ 10717 h 45466"/>
                <a:gd name="csX28" fmla="*/ 26145 w 51643"/>
                <a:gd name="csY28" fmla="*/ 11424 h 45466"/>
                <a:gd name="csX29" fmla="*/ 29308 w 51643"/>
                <a:gd name="csY29" fmla="*/ 25079 h 45466"/>
                <a:gd name="csX30" fmla="*/ 30982 w 51643"/>
                <a:gd name="csY30" fmla="*/ 32371 h 45466"/>
                <a:gd name="csX31" fmla="*/ 33698 w 51643"/>
                <a:gd name="csY31" fmla="*/ 35683 h 45466"/>
                <a:gd name="csX32" fmla="*/ 37679 w 51643"/>
                <a:gd name="csY32" fmla="*/ 36873 h 45466"/>
                <a:gd name="csX33" fmla="*/ 43260 w 51643"/>
                <a:gd name="csY33" fmla="*/ 34306 h 45466"/>
                <a:gd name="csX34" fmla="*/ 45493 w 51643"/>
                <a:gd name="csY34" fmla="*/ 26902 h 45466"/>
                <a:gd name="csX35" fmla="*/ 43372 w 51643"/>
                <a:gd name="csY35" fmla="*/ 18307 h 45466"/>
                <a:gd name="csX36" fmla="*/ 37568 w 51643"/>
                <a:gd name="csY36" fmla="*/ 12763 h 45466"/>
                <a:gd name="csX37" fmla="*/ 29196 w 51643"/>
                <a:gd name="csY37" fmla="*/ 11424 h 45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51643" h="45466">
                  <a:moveTo>
                    <a:pt x="44823" y="10717"/>
                  </a:moveTo>
                  <a:cubicBezTo>
                    <a:pt x="47465" y="13805"/>
                    <a:pt x="49325" y="16819"/>
                    <a:pt x="50404" y="19684"/>
                  </a:cubicBezTo>
                  <a:cubicBezTo>
                    <a:pt x="51483" y="22548"/>
                    <a:pt x="52041" y="25599"/>
                    <a:pt x="52041" y="28911"/>
                  </a:cubicBezTo>
                  <a:cubicBezTo>
                    <a:pt x="52041" y="34343"/>
                    <a:pt x="50702" y="38510"/>
                    <a:pt x="48060" y="41412"/>
                  </a:cubicBezTo>
                  <a:cubicBezTo>
                    <a:pt x="45418" y="44315"/>
                    <a:pt x="42033" y="45766"/>
                    <a:pt x="37903" y="45766"/>
                  </a:cubicBezTo>
                  <a:cubicBezTo>
                    <a:pt x="35484" y="45766"/>
                    <a:pt x="33289" y="45245"/>
                    <a:pt x="31280" y="44129"/>
                  </a:cubicBezTo>
                  <a:cubicBezTo>
                    <a:pt x="29271" y="43050"/>
                    <a:pt x="27671" y="41598"/>
                    <a:pt x="26443" y="39813"/>
                  </a:cubicBezTo>
                  <a:cubicBezTo>
                    <a:pt x="25252" y="38027"/>
                    <a:pt x="24322" y="36017"/>
                    <a:pt x="23727" y="33785"/>
                  </a:cubicBezTo>
                  <a:cubicBezTo>
                    <a:pt x="23280" y="32148"/>
                    <a:pt x="22871" y="29655"/>
                    <a:pt x="22462" y="26344"/>
                  </a:cubicBezTo>
                  <a:cubicBezTo>
                    <a:pt x="21643" y="19572"/>
                    <a:pt x="20713" y="14623"/>
                    <a:pt x="19597" y="11424"/>
                  </a:cubicBezTo>
                  <a:cubicBezTo>
                    <a:pt x="18443" y="11386"/>
                    <a:pt x="17699" y="11349"/>
                    <a:pt x="17402" y="11349"/>
                  </a:cubicBezTo>
                  <a:cubicBezTo>
                    <a:pt x="13978" y="11349"/>
                    <a:pt x="11597" y="12168"/>
                    <a:pt x="10183" y="13730"/>
                  </a:cubicBezTo>
                  <a:cubicBezTo>
                    <a:pt x="8286" y="15888"/>
                    <a:pt x="7356" y="19051"/>
                    <a:pt x="7356" y="23255"/>
                  </a:cubicBezTo>
                  <a:cubicBezTo>
                    <a:pt x="7356" y="27199"/>
                    <a:pt x="8025" y="30102"/>
                    <a:pt x="9402" y="31999"/>
                  </a:cubicBezTo>
                  <a:cubicBezTo>
                    <a:pt x="10779" y="33859"/>
                    <a:pt x="13234" y="35273"/>
                    <a:pt x="16732" y="36166"/>
                  </a:cubicBezTo>
                  <a:lnTo>
                    <a:pt x="15616" y="44352"/>
                  </a:lnTo>
                  <a:cubicBezTo>
                    <a:pt x="12118" y="43608"/>
                    <a:pt x="9290" y="42380"/>
                    <a:pt x="7132" y="40668"/>
                  </a:cubicBezTo>
                  <a:cubicBezTo>
                    <a:pt x="4974" y="38957"/>
                    <a:pt x="3337" y="36501"/>
                    <a:pt x="2147" y="33264"/>
                  </a:cubicBezTo>
                  <a:cubicBezTo>
                    <a:pt x="993" y="30064"/>
                    <a:pt x="398" y="26306"/>
                    <a:pt x="398" y="22065"/>
                  </a:cubicBezTo>
                  <a:cubicBezTo>
                    <a:pt x="398" y="17860"/>
                    <a:pt x="919" y="14437"/>
                    <a:pt x="1886" y="11796"/>
                  </a:cubicBezTo>
                  <a:cubicBezTo>
                    <a:pt x="2891" y="9154"/>
                    <a:pt x="4156" y="7219"/>
                    <a:pt x="5644" y="5991"/>
                  </a:cubicBezTo>
                  <a:cubicBezTo>
                    <a:pt x="7170" y="4726"/>
                    <a:pt x="9067" y="3871"/>
                    <a:pt x="11337" y="3387"/>
                  </a:cubicBezTo>
                  <a:cubicBezTo>
                    <a:pt x="12788" y="3089"/>
                    <a:pt x="15355" y="2940"/>
                    <a:pt x="19076" y="2940"/>
                  </a:cubicBezTo>
                  <a:lnTo>
                    <a:pt x="30238" y="2940"/>
                  </a:lnTo>
                  <a:cubicBezTo>
                    <a:pt x="38014" y="2940"/>
                    <a:pt x="42926" y="2754"/>
                    <a:pt x="45009" y="2419"/>
                  </a:cubicBezTo>
                  <a:cubicBezTo>
                    <a:pt x="47056" y="2047"/>
                    <a:pt x="49028" y="1340"/>
                    <a:pt x="50925" y="299"/>
                  </a:cubicBezTo>
                  <a:lnTo>
                    <a:pt x="50925" y="9042"/>
                  </a:lnTo>
                  <a:cubicBezTo>
                    <a:pt x="49176" y="9898"/>
                    <a:pt x="47167" y="10456"/>
                    <a:pt x="44823" y="10717"/>
                  </a:cubicBezTo>
                  <a:moveTo>
                    <a:pt x="26145" y="11424"/>
                  </a:moveTo>
                  <a:cubicBezTo>
                    <a:pt x="27373" y="14437"/>
                    <a:pt x="28415" y="19014"/>
                    <a:pt x="29308" y="25079"/>
                  </a:cubicBezTo>
                  <a:cubicBezTo>
                    <a:pt x="29791" y="28539"/>
                    <a:pt x="30350" y="30957"/>
                    <a:pt x="30982" y="32371"/>
                  </a:cubicBezTo>
                  <a:cubicBezTo>
                    <a:pt x="31577" y="33822"/>
                    <a:pt x="32508" y="34901"/>
                    <a:pt x="33698" y="35683"/>
                  </a:cubicBezTo>
                  <a:cubicBezTo>
                    <a:pt x="34889" y="36464"/>
                    <a:pt x="36228" y="36873"/>
                    <a:pt x="37679" y="36873"/>
                  </a:cubicBezTo>
                  <a:cubicBezTo>
                    <a:pt x="39912" y="36873"/>
                    <a:pt x="41772" y="36017"/>
                    <a:pt x="43260" y="34306"/>
                  </a:cubicBezTo>
                  <a:cubicBezTo>
                    <a:pt x="44749" y="32632"/>
                    <a:pt x="45493" y="30176"/>
                    <a:pt x="45493" y="26902"/>
                  </a:cubicBezTo>
                  <a:cubicBezTo>
                    <a:pt x="45493" y="23665"/>
                    <a:pt x="44786" y="20800"/>
                    <a:pt x="43372" y="18307"/>
                  </a:cubicBezTo>
                  <a:cubicBezTo>
                    <a:pt x="41958" y="15777"/>
                    <a:pt x="40023" y="13954"/>
                    <a:pt x="37568" y="12763"/>
                  </a:cubicBezTo>
                  <a:cubicBezTo>
                    <a:pt x="35670" y="11870"/>
                    <a:pt x="32880" y="11424"/>
                    <a:pt x="29196" y="114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C7FDAEF8-C93D-D068-F396-57235E198AD8}"/>
                </a:ext>
              </a:extLst>
            </p:cNvPr>
            <p:cNvSpPr/>
            <p:nvPr/>
          </p:nvSpPr>
          <p:spPr>
            <a:xfrm>
              <a:off x="4236565" y="3210293"/>
              <a:ext cx="51643" cy="43011"/>
            </a:xfrm>
            <a:custGeom>
              <a:avLst/>
              <a:gdLst>
                <a:gd name="csX0" fmla="*/ 32842 w 51643"/>
                <a:gd name="csY0" fmla="*/ 8516 h 43011"/>
                <a:gd name="csX1" fmla="*/ 33921 w 51643"/>
                <a:gd name="csY1" fmla="*/ 293 h 43011"/>
                <a:gd name="csX2" fmla="*/ 47242 w 51643"/>
                <a:gd name="csY2" fmla="*/ 7176 h 43011"/>
                <a:gd name="csX3" fmla="*/ 52041 w 51643"/>
                <a:gd name="csY3" fmla="*/ 20831 h 43011"/>
                <a:gd name="csX4" fmla="*/ 45418 w 51643"/>
                <a:gd name="csY4" fmla="*/ 37128 h 43011"/>
                <a:gd name="csX5" fmla="*/ 26406 w 51643"/>
                <a:gd name="csY5" fmla="*/ 43304 h 43011"/>
                <a:gd name="csX6" fmla="*/ 12416 w 51643"/>
                <a:gd name="csY6" fmla="*/ 40663 h 43011"/>
                <a:gd name="csX7" fmla="*/ 3412 w 51643"/>
                <a:gd name="csY7" fmla="*/ 32589 h 43011"/>
                <a:gd name="csX8" fmla="*/ 398 w 51643"/>
                <a:gd name="csY8" fmla="*/ 20794 h 43011"/>
                <a:gd name="csX9" fmla="*/ 4491 w 51643"/>
                <a:gd name="csY9" fmla="*/ 7623 h 43011"/>
                <a:gd name="csX10" fmla="*/ 16062 w 51643"/>
                <a:gd name="csY10" fmla="*/ 1074 h 43011"/>
                <a:gd name="csX11" fmla="*/ 17290 w 51643"/>
                <a:gd name="csY11" fmla="*/ 9223 h 43011"/>
                <a:gd name="csX12" fmla="*/ 9811 w 51643"/>
                <a:gd name="csY12" fmla="*/ 13316 h 43011"/>
                <a:gd name="csX13" fmla="*/ 7318 w 51643"/>
                <a:gd name="csY13" fmla="*/ 20459 h 43011"/>
                <a:gd name="csX14" fmla="*/ 11820 w 51643"/>
                <a:gd name="csY14" fmla="*/ 30728 h 43011"/>
                <a:gd name="csX15" fmla="*/ 26182 w 51643"/>
                <a:gd name="csY15" fmla="*/ 34710 h 43011"/>
                <a:gd name="csX16" fmla="*/ 40656 w 51643"/>
                <a:gd name="csY16" fmla="*/ 30877 h 43011"/>
                <a:gd name="csX17" fmla="*/ 45158 w 51643"/>
                <a:gd name="csY17" fmla="*/ 20943 h 43011"/>
                <a:gd name="csX18" fmla="*/ 42144 w 51643"/>
                <a:gd name="csY18" fmla="*/ 12720 h 43011"/>
                <a:gd name="csX19" fmla="*/ 32842 w 51643"/>
                <a:gd name="csY19" fmla="*/ 8516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842" y="8516"/>
                  </a:moveTo>
                  <a:lnTo>
                    <a:pt x="33921" y="293"/>
                  </a:lnTo>
                  <a:cubicBezTo>
                    <a:pt x="39577" y="1186"/>
                    <a:pt x="44005" y="3493"/>
                    <a:pt x="47242" y="7176"/>
                  </a:cubicBezTo>
                  <a:cubicBezTo>
                    <a:pt x="50441" y="10897"/>
                    <a:pt x="52041" y="15436"/>
                    <a:pt x="52041" y="20831"/>
                  </a:cubicBezTo>
                  <a:cubicBezTo>
                    <a:pt x="52041" y="27603"/>
                    <a:pt x="49846" y="33035"/>
                    <a:pt x="45418" y="37128"/>
                  </a:cubicBezTo>
                  <a:cubicBezTo>
                    <a:pt x="40991" y="41258"/>
                    <a:pt x="34666" y="43304"/>
                    <a:pt x="26406" y="43304"/>
                  </a:cubicBezTo>
                  <a:cubicBezTo>
                    <a:pt x="21085" y="43304"/>
                    <a:pt x="16397" y="42411"/>
                    <a:pt x="12416" y="40663"/>
                  </a:cubicBezTo>
                  <a:cubicBezTo>
                    <a:pt x="8435" y="38877"/>
                    <a:pt x="5421" y="36198"/>
                    <a:pt x="3412" y="32589"/>
                  </a:cubicBezTo>
                  <a:cubicBezTo>
                    <a:pt x="1403" y="28980"/>
                    <a:pt x="398" y="25036"/>
                    <a:pt x="398" y="20794"/>
                  </a:cubicBezTo>
                  <a:cubicBezTo>
                    <a:pt x="398" y="15436"/>
                    <a:pt x="1775" y="11046"/>
                    <a:pt x="4491" y="7623"/>
                  </a:cubicBezTo>
                  <a:cubicBezTo>
                    <a:pt x="7207" y="4237"/>
                    <a:pt x="11039" y="2042"/>
                    <a:pt x="16062" y="1074"/>
                  </a:cubicBezTo>
                  <a:lnTo>
                    <a:pt x="17290" y="9223"/>
                  </a:lnTo>
                  <a:cubicBezTo>
                    <a:pt x="13978" y="10004"/>
                    <a:pt x="11486" y="11344"/>
                    <a:pt x="9811" y="13316"/>
                  </a:cubicBezTo>
                  <a:cubicBezTo>
                    <a:pt x="8137" y="15288"/>
                    <a:pt x="7318" y="17669"/>
                    <a:pt x="7318" y="20459"/>
                  </a:cubicBezTo>
                  <a:cubicBezTo>
                    <a:pt x="7318" y="24701"/>
                    <a:pt x="8807" y="28124"/>
                    <a:pt x="11820" y="30728"/>
                  </a:cubicBezTo>
                  <a:cubicBezTo>
                    <a:pt x="14871" y="33370"/>
                    <a:pt x="19634" y="34710"/>
                    <a:pt x="26182" y="34710"/>
                  </a:cubicBezTo>
                  <a:cubicBezTo>
                    <a:pt x="32805" y="34710"/>
                    <a:pt x="37642" y="33445"/>
                    <a:pt x="40656" y="30877"/>
                  </a:cubicBezTo>
                  <a:cubicBezTo>
                    <a:pt x="43670" y="28347"/>
                    <a:pt x="45158" y="25036"/>
                    <a:pt x="45158" y="20943"/>
                  </a:cubicBezTo>
                  <a:cubicBezTo>
                    <a:pt x="45158" y="17632"/>
                    <a:pt x="44153" y="14915"/>
                    <a:pt x="42144" y="12720"/>
                  </a:cubicBezTo>
                  <a:cubicBezTo>
                    <a:pt x="40135" y="10488"/>
                    <a:pt x="37010" y="9111"/>
                    <a:pt x="32842" y="851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56" name="Graphic 4">
            <a:extLst>
              <a:ext uri="{FF2B5EF4-FFF2-40B4-BE49-F238E27FC236}">
                <a16:creationId xmlns:a16="http://schemas.microsoft.com/office/drawing/2014/main" id="{529ECB10-B52A-4263-281A-E71308F6BBF0}"/>
              </a:ext>
            </a:extLst>
          </p:cNvPr>
          <p:cNvGrpSpPr/>
          <p:nvPr/>
        </p:nvGrpSpPr>
        <p:grpSpPr>
          <a:xfrm>
            <a:off x="4677132" y="3215911"/>
            <a:ext cx="68163" cy="106328"/>
            <a:chOff x="4295315" y="3215911"/>
            <a:chExt cx="68163" cy="106328"/>
          </a:xfrm>
          <a:solidFill>
            <a:srgbClr val="000000"/>
          </a:solidFill>
        </p:grpSpPr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E3F73BA3-3305-2C75-6A52-1DCCC8562FE8}"/>
                </a:ext>
              </a:extLst>
            </p:cNvPr>
            <p:cNvSpPr/>
            <p:nvPr/>
          </p:nvSpPr>
          <p:spPr>
            <a:xfrm>
              <a:off x="4295315" y="3313236"/>
              <a:ext cx="68163" cy="9004"/>
            </a:xfrm>
            <a:custGeom>
              <a:avLst/>
              <a:gdLst>
                <a:gd name="csX0" fmla="*/ 68569 w 68163"/>
                <a:gd name="csY0" fmla="*/ 9305 h 9004"/>
                <a:gd name="csX1" fmla="*/ 406 w 68163"/>
                <a:gd name="csY1" fmla="*/ 9305 h 9004"/>
                <a:gd name="csX2" fmla="*/ 406 w 68163"/>
                <a:gd name="csY2" fmla="*/ 301 h 9004"/>
                <a:gd name="csX3" fmla="*/ 68569 w 68163"/>
                <a:gd name="csY3" fmla="*/ 301 h 9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9004">
                  <a:moveTo>
                    <a:pt x="68569" y="9305"/>
                  </a:moveTo>
                  <a:lnTo>
                    <a:pt x="406" y="9305"/>
                  </a:lnTo>
                  <a:lnTo>
                    <a:pt x="406" y="301"/>
                  </a:lnTo>
                  <a:lnTo>
                    <a:pt x="68569" y="30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32BE4F1F-B2F9-16BE-ECDA-AFDBC9882327}"/>
                </a:ext>
              </a:extLst>
            </p:cNvPr>
            <p:cNvSpPr/>
            <p:nvPr/>
          </p:nvSpPr>
          <p:spPr>
            <a:xfrm>
              <a:off x="4295315" y="3290195"/>
              <a:ext cx="68163" cy="8371"/>
            </a:xfrm>
            <a:custGeom>
              <a:avLst/>
              <a:gdLst>
                <a:gd name="csX0" fmla="*/ 68569 w 68163"/>
                <a:gd name="csY0" fmla="*/ 8670 h 8371"/>
                <a:gd name="csX1" fmla="*/ 406 w 68163"/>
                <a:gd name="csY1" fmla="*/ 8670 h 8371"/>
                <a:gd name="csX2" fmla="*/ 406 w 68163"/>
                <a:gd name="csY2" fmla="*/ 298 h 8371"/>
                <a:gd name="csX3" fmla="*/ 68569 w 68163"/>
                <a:gd name="csY3" fmla="*/ 298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569" y="8670"/>
                  </a:moveTo>
                  <a:lnTo>
                    <a:pt x="406" y="8670"/>
                  </a:lnTo>
                  <a:lnTo>
                    <a:pt x="406" y="298"/>
                  </a:lnTo>
                  <a:lnTo>
                    <a:pt x="68569" y="29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EF72C401-79E6-3B2A-B00A-902ECBA53C4E}"/>
                </a:ext>
              </a:extLst>
            </p:cNvPr>
            <p:cNvSpPr/>
            <p:nvPr/>
          </p:nvSpPr>
          <p:spPr>
            <a:xfrm>
              <a:off x="4295315" y="3269034"/>
              <a:ext cx="68163" cy="8371"/>
            </a:xfrm>
            <a:custGeom>
              <a:avLst/>
              <a:gdLst>
                <a:gd name="csX0" fmla="*/ 68569 w 68163"/>
                <a:gd name="csY0" fmla="*/ 8667 h 8371"/>
                <a:gd name="csX1" fmla="*/ 406 w 68163"/>
                <a:gd name="csY1" fmla="*/ 8667 h 8371"/>
                <a:gd name="csX2" fmla="*/ 406 w 68163"/>
                <a:gd name="csY2" fmla="*/ 296 h 8371"/>
                <a:gd name="csX3" fmla="*/ 68569 w 68163"/>
                <a:gd name="csY3" fmla="*/ 296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569" y="8667"/>
                  </a:moveTo>
                  <a:lnTo>
                    <a:pt x="406" y="8667"/>
                  </a:lnTo>
                  <a:lnTo>
                    <a:pt x="406" y="296"/>
                  </a:lnTo>
                  <a:lnTo>
                    <a:pt x="68569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3143F13A-C51D-4041-5CFB-91A03931DF07}"/>
                </a:ext>
              </a:extLst>
            </p:cNvPr>
            <p:cNvSpPr/>
            <p:nvPr/>
          </p:nvSpPr>
          <p:spPr>
            <a:xfrm>
              <a:off x="4312951" y="3215911"/>
              <a:ext cx="50527" cy="40146"/>
            </a:xfrm>
            <a:custGeom>
              <a:avLst/>
              <a:gdLst>
                <a:gd name="csX0" fmla="*/ 50933 w 50527"/>
                <a:gd name="csY0" fmla="*/ 40440 h 40146"/>
                <a:gd name="csX1" fmla="*/ 1522 w 50527"/>
                <a:gd name="csY1" fmla="*/ 40440 h 40146"/>
                <a:gd name="csX2" fmla="*/ 1522 w 50527"/>
                <a:gd name="csY2" fmla="*/ 32924 h 40146"/>
                <a:gd name="csX3" fmla="*/ 8554 w 50527"/>
                <a:gd name="csY3" fmla="*/ 32924 h 40146"/>
                <a:gd name="csX4" fmla="*/ 406 w 50527"/>
                <a:gd name="csY4" fmla="*/ 17186 h 40146"/>
                <a:gd name="csX5" fmla="*/ 2043 w 50527"/>
                <a:gd name="csY5" fmla="*/ 9000 h 40146"/>
                <a:gd name="csX6" fmla="*/ 6247 w 50527"/>
                <a:gd name="csY6" fmla="*/ 3382 h 40146"/>
                <a:gd name="csX7" fmla="*/ 12424 w 50527"/>
                <a:gd name="csY7" fmla="*/ 777 h 40146"/>
                <a:gd name="csX8" fmla="*/ 20572 w 50527"/>
                <a:gd name="csY8" fmla="*/ 294 h 40146"/>
                <a:gd name="csX9" fmla="*/ 50933 w 50527"/>
                <a:gd name="csY9" fmla="*/ 294 h 40146"/>
                <a:gd name="csX10" fmla="*/ 50933 w 50527"/>
                <a:gd name="csY10" fmla="*/ 8702 h 40146"/>
                <a:gd name="csX11" fmla="*/ 20907 w 50527"/>
                <a:gd name="csY11" fmla="*/ 8702 h 40146"/>
                <a:gd name="csX12" fmla="*/ 13242 w 50527"/>
                <a:gd name="csY12" fmla="*/ 9670 h 40146"/>
                <a:gd name="csX13" fmla="*/ 9187 w 50527"/>
                <a:gd name="csY13" fmla="*/ 13130 h 40146"/>
                <a:gd name="csX14" fmla="*/ 7699 w 50527"/>
                <a:gd name="csY14" fmla="*/ 18972 h 40146"/>
                <a:gd name="csX15" fmla="*/ 11084 w 50527"/>
                <a:gd name="csY15" fmla="*/ 28199 h 40146"/>
                <a:gd name="csX16" fmla="*/ 23958 w 50527"/>
                <a:gd name="csY16" fmla="*/ 32068 h 40146"/>
                <a:gd name="csX17" fmla="*/ 50933 w 50527"/>
                <a:gd name="csY17" fmla="*/ 32068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933" y="40440"/>
                  </a:moveTo>
                  <a:lnTo>
                    <a:pt x="1522" y="40440"/>
                  </a:lnTo>
                  <a:lnTo>
                    <a:pt x="1522" y="32924"/>
                  </a:lnTo>
                  <a:lnTo>
                    <a:pt x="8554" y="32924"/>
                  </a:lnTo>
                  <a:cubicBezTo>
                    <a:pt x="3122" y="29278"/>
                    <a:pt x="406" y="24032"/>
                    <a:pt x="406" y="17186"/>
                  </a:cubicBezTo>
                  <a:cubicBezTo>
                    <a:pt x="406" y="14209"/>
                    <a:pt x="964" y="11493"/>
                    <a:pt x="2043" y="9000"/>
                  </a:cubicBezTo>
                  <a:cubicBezTo>
                    <a:pt x="3085" y="6507"/>
                    <a:pt x="4499" y="4610"/>
                    <a:pt x="6247" y="3382"/>
                  </a:cubicBezTo>
                  <a:cubicBezTo>
                    <a:pt x="7959" y="2154"/>
                    <a:pt x="10043" y="1261"/>
                    <a:pt x="12424" y="777"/>
                  </a:cubicBezTo>
                  <a:cubicBezTo>
                    <a:pt x="13987" y="480"/>
                    <a:pt x="16703" y="294"/>
                    <a:pt x="20572" y="294"/>
                  </a:cubicBezTo>
                  <a:lnTo>
                    <a:pt x="50933" y="294"/>
                  </a:lnTo>
                  <a:lnTo>
                    <a:pt x="50933" y="8702"/>
                  </a:lnTo>
                  <a:lnTo>
                    <a:pt x="20907" y="8702"/>
                  </a:lnTo>
                  <a:cubicBezTo>
                    <a:pt x="17484" y="8702"/>
                    <a:pt x="14917" y="9000"/>
                    <a:pt x="13242" y="9670"/>
                  </a:cubicBezTo>
                  <a:cubicBezTo>
                    <a:pt x="11531" y="10302"/>
                    <a:pt x="10191" y="11456"/>
                    <a:pt x="9187" y="13130"/>
                  </a:cubicBezTo>
                  <a:cubicBezTo>
                    <a:pt x="8182" y="14767"/>
                    <a:pt x="7699" y="16739"/>
                    <a:pt x="7699" y="18972"/>
                  </a:cubicBezTo>
                  <a:cubicBezTo>
                    <a:pt x="7699" y="22543"/>
                    <a:pt x="8815" y="25594"/>
                    <a:pt x="11084" y="28199"/>
                  </a:cubicBezTo>
                  <a:cubicBezTo>
                    <a:pt x="13354" y="30766"/>
                    <a:pt x="17633" y="32068"/>
                    <a:pt x="23958" y="32068"/>
                  </a:cubicBezTo>
                  <a:lnTo>
                    <a:pt x="50933" y="3206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61" name="Graphic 4">
            <a:extLst>
              <a:ext uri="{FF2B5EF4-FFF2-40B4-BE49-F238E27FC236}">
                <a16:creationId xmlns:a16="http://schemas.microsoft.com/office/drawing/2014/main" id="{42D7B02E-E5EA-94F0-C621-EFF7B0A37402}"/>
              </a:ext>
            </a:extLst>
          </p:cNvPr>
          <p:cNvGrpSpPr/>
          <p:nvPr/>
        </p:nvGrpSpPr>
        <p:grpSpPr>
          <a:xfrm>
            <a:off x="4753481" y="3210293"/>
            <a:ext cx="69279" cy="214005"/>
            <a:chOff x="4371664" y="3210293"/>
            <a:chExt cx="69279" cy="214005"/>
          </a:xfrm>
          <a:solidFill>
            <a:srgbClr val="000000"/>
          </a:solidFill>
        </p:grpSpPr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5C1F2991-1DCF-3F0D-B892-0414C0F981E9}"/>
                </a:ext>
              </a:extLst>
            </p:cNvPr>
            <p:cNvSpPr/>
            <p:nvPr/>
          </p:nvSpPr>
          <p:spPr>
            <a:xfrm>
              <a:off x="4371664" y="3367967"/>
              <a:ext cx="68163" cy="56331"/>
            </a:xfrm>
            <a:custGeom>
              <a:avLst/>
              <a:gdLst>
                <a:gd name="csX0" fmla="*/ 68577 w 68163"/>
                <a:gd name="csY0" fmla="*/ 56643 h 56331"/>
                <a:gd name="csX1" fmla="*/ 414 w 68163"/>
                <a:gd name="csY1" fmla="*/ 56643 h 56331"/>
                <a:gd name="csX2" fmla="*/ 414 w 68163"/>
                <a:gd name="csY2" fmla="*/ 33165 h 56331"/>
                <a:gd name="csX3" fmla="*/ 1381 w 68163"/>
                <a:gd name="csY3" fmla="*/ 21036 h 56331"/>
                <a:gd name="csX4" fmla="*/ 6255 w 68163"/>
                <a:gd name="csY4" fmla="*/ 11027 h 56331"/>
                <a:gd name="csX5" fmla="*/ 17901 w 68163"/>
                <a:gd name="csY5" fmla="*/ 2953 h 56331"/>
                <a:gd name="csX6" fmla="*/ 34124 w 68163"/>
                <a:gd name="csY6" fmla="*/ 311 h 56331"/>
                <a:gd name="csX7" fmla="*/ 47890 w 68163"/>
                <a:gd name="csY7" fmla="*/ 2097 h 56331"/>
                <a:gd name="csX8" fmla="*/ 57824 w 68163"/>
                <a:gd name="csY8" fmla="*/ 6748 h 56331"/>
                <a:gd name="csX9" fmla="*/ 64001 w 68163"/>
                <a:gd name="csY9" fmla="*/ 12962 h 56331"/>
                <a:gd name="csX10" fmla="*/ 67424 w 68163"/>
                <a:gd name="csY10" fmla="*/ 21110 h 56331"/>
                <a:gd name="csX11" fmla="*/ 68577 w 68163"/>
                <a:gd name="csY11" fmla="*/ 32049 h 56331"/>
                <a:gd name="csX12" fmla="*/ 68577 w 68163"/>
                <a:gd name="csY12" fmla="*/ 56643 h 56331"/>
                <a:gd name="csX13" fmla="*/ 60541 w 68163"/>
                <a:gd name="csY13" fmla="*/ 47639 h 56331"/>
                <a:gd name="csX14" fmla="*/ 60541 w 68163"/>
                <a:gd name="csY14" fmla="*/ 33091 h 56331"/>
                <a:gd name="csX15" fmla="*/ 59275 w 68163"/>
                <a:gd name="csY15" fmla="*/ 22487 h 56331"/>
                <a:gd name="csX16" fmla="*/ 55741 w 68163"/>
                <a:gd name="csY16" fmla="*/ 16385 h 56331"/>
                <a:gd name="csX17" fmla="*/ 47109 w 68163"/>
                <a:gd name="csY17" fmla="*/ 11399 h 56331"/>
                <a:gd name="csX18" fmla="*/ 33975 w 68163"/>
                <a:gd name="csY18" fmla="*/ 9613 h 56331"/>
                <a:gd name="csX19" fmla="*/ 17529 w 68163"/>
                <a:gd name="csY19" fmla="*/ 13111 h 56331"/>
                <a:gd name="csX20" fmla="*/ 9827 w 68163"/>
                <a:gd name="csY20" fmla="*/ 21631 h 56331"/>
                <a:gd name="csX21" fmla="*/ 8451 w 68163"/>
                <a:gd name="csY21" fmla="*/ 33314 h 56331"/>
                <a:gd name="csX22" fmla="*/ 8451 w 68163"/>
                <a:gd name="csY22" fmla="*/ 47639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77" y="56643"/>
                  </a:moveTo>
                  <a:lnTo>
                    <a:pt x="414" y="56643"/>
                  </a:lnTo>
                  <a:lnTo>
                    <a:pt x="414" y="33165"/>
                  </a:lnTo>
                  <a:cubicBezTo>
                    <a:pt x="414" y="27882"/>
                    <a:pt x="712" y="23826"/>
                    <a:pt x="1381" y="21036"/>
                  </a:cubicBezTo>
                  <a:cubicBezTo>
                    <a:pt x="2274" y="17129"/>
                    <a:pt x="3911" y="13780"/>
                    <a:pt x="6255" y="11027"/>
                  </a:cubicBezTo>
                  <a:cubicBezTo>
                    <a:pt x="9306" y="7455"/>
                    <a:pt x="13176" y="4739"/>
                    <a:pt x="17901" y="2953"/>
                  </a:cubicBezTo>
                  <a:cubicBezTo>
                    <a:pt x="22627" y="1167"/>
                    <a:pt x="28022" y="311"/>
                    <a:pt x="34124" y="311"/>
                  </a:cubicBezTo>
                  <a:cubicBezTo>
                    <a:pt x="39295" y="311"/>
                    <a:pt x="43872" y="907"/>
                    <a:pt x="47890" y="2097"/>
                  </a:cubicBezTo>
                  <a:cubicBezTo>
                    <a:pt x="51871" y="3325"/>
                    <a:pt x="55183" y="4851"/>
                    <a:pt x="57824" y="6748"/>
                  </a:cubicBezTo>
                  <a:cubicBezTo>
                    <a:pt x="60429" y="8646"/>
                    <a:pt x="62475" y="10729"/>
                    <a:pt x="64001" y="12962"/>
                  </a:cubicBezTo>
                  <a:cubicBezTo>
                    <a:pt x="65489" y="15231"/>
                    <a:pt x="66642" y="17910"/>
                    <a:pt x="67424" y="21110"/>
                  </a:cubicBezTo>
                  <a:cubicBezTo>
                    <a:pt x="68205" y="24273"/>
                    <a:pt x="68577" y="27919"/>
                    <a:pt x="68577" y="32049"/>
                  </a:cubicBezTo>
                  <a:lnTo>
                    <a:pt x="68577" y="56643"/>
                  </a:lnTo>
                  <a:moveTo>
                    <a:pt x="60541" y="47639"/>
                  </a:moveTo>
                  <a:lnTo>
                    <a:pt x="60541" y="33091"/>
                  </a:lnTo>
                  <a:cubicBezTo>
                    <a:pt x="60541" y="28589"/>
                    <a:pt x="60131" y="25054"/>
                    <a:pt x="59275" y="22487"/>
                  </a:cubicBezTo>
                  <a:cubicBezTo>
                    <a:pt x="58457" y="19957"/>
                    <a:pt x="57266" y="17910"/>
                    <a:pt x="55741" y="16385"/>
                  </a:cubicBezTo>
                  <a:cubicBezTo>
                    <a:pt x="53620" y="14227"/>
                    <a:pt x="50718" y="12590"/>
                    <a:pt x="47109" y="11399"/>
                  </a:cubicBezTo>
                  <a:cubicBezTo>
                    <a:pt x="43500" y="10209"/>
                    <a:pt x="39109" y="9613"/>
                    <a:pt x="33975" y="9613"/>
                  </a:cubicBezTo>
                  <a:cubicBezTo>
                    <a:pt x="26831" y="9613"/>
                    <a:pt x="21362" y="10767"/>
                    <a:pt x="17529" y="13111"/>
                  </a:cubicBezTo>
                  <a:cubicBezTo>
                    <a:pt x="13697" y="15455"/>
                    <a:pt x="11130" y="18282"/>
                    <a:pt x="9827" y="21631"/>
                  </a:cubicBezTo>
                  <a:cubicBezTo>
                    <a:pt x="8897" y="24050"/>
                    <a:pt x="8451" y="27956"/>
                    <a:pt x="8451" y="33314"/>
                  </a:cubicBezTo>
                  <a:lnTo>
                    <a:pt x="8451" y="4763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0797F9EE-C67B-057D-0190-3457F48A8C83}"/>
                </a:ext>
              </a:extLst>
            </p:cNvPr>
            <p:cNvSpPr/>
            <p:nvPr/>
          </p:nvSpPr>
          <p:spPr>
            <a:xfrm>
              <a:off x="4371664" y="3348406"/>
              <a:ext cx="68163" cy="8371"/>
            </a:xfrm>
            <a:custGeom>
              <a:avLst/>
              <a:gdLst>
                <a:gd name="csX0" fmla="*/ 68577 w 68163"/>
                <a:gd name="csY0" fmla="*/ 8676 h 8371"/>
                <a:gd name="csX1" fmla="*/ 414 w 68163"/>
                <a:gd name="csY1" fmla="*/ 8676 h 8371"/>
                <a:gd name="csX2" fmla="*/ 414 w 68163"/>
                <a:gd name="csY2" fmla="*/ 304 h 8371"/>
                <a:gd name="csX3" fmla="*/ 68577 w 68163"/>
                <a:gd name="csY3" fmla="*/ 304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577" y="8676"/>
                  </a:moveTo>
                  <a:lnTo>
                    <a:pt x="414" y="8676"/>
                  </a:lnTo>
                  <a:lnTo>
                    <a:pt x="414" y="304"/>
                  </a:lnTo>
                  <a:lnTo>
                    <a:pt x="68577" y="30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D0BCBB16-8B02-B39E-F3F5-E8C1E3EB03AF}"/>
                </a:ext>
              </a:extLst>
            </p:cNvPr>
            <p:cNvSpPr/>
            <p:nvPr/>
          </p:nvSpPr>
          <p:spPr>
            <a:xfrm>
              <a:off x="4389300" y="3295283"/>
              <a:ext cx="50527" cy="40146"/>
            </a:xfrm>
            <a:custGeom>
              <a:avLst/>
              <a:gdLst>
                <a:gd name="csX0" fmla="*/ 50941 w 50527"/>
                <a:gd name="csY0" fmla="*/ 40448 h 40146"/>
                <a:gd name="csX1" fmla="*/ 1530 w 50527"/>
                <a:gd name="csY1" fmla="*/ 40448 h 40146"/>
                <a:gd name="csX2" fmla="*/ 1530 w 50527"/>
                <a:gd name="csY2" fmla="*/ 32933 h 40146"/>
                <a:gd name="csX3" fmla="*/ 8562 w 50527"/>
                <a:gd name="csY3" fmla="*/ 32933 h 40146"/>
                <a:gd name="csX4" fmla="*/ 414 w 50527"/>
                <a:gd name="csY4" fmla="*/ 17194 h 40146"/>
                <a:gd name="csX5" fmla="*/ 2051 w 50527"/>
                <a:gd name="csY5" fmla="*/ 9008 h 40146"/>
                <a:gd name="csX6" fmla="*/ 6255 w 50527"/>
                <a:gd name="csY6" fmla="*/ 3390 h 40146"/>
                <a:gd name="csX7" fmla="*/ 12432 w 50527"/>
                <a:gd name="csY7" fmla="*/ 786 h 40146"/>
                <a:gd name="csX8" fmla="*/ 20580 w 50527"/>
                <a:gd name="csY8" fmla="*/ 302 h 40146"/>
                <a:gd name="csX9" fmla="*/ 50941 w 50527"/>
                <a:gd name="csY9" fmla="*/ 302 h 40146"/>
                <a:gd name="csX10" fmla="*/ 50941 w 50527"/>
                <a:gd name="csY10" fmla="*/ 8711 h 40146"/>
                <a:gd name="csX11" fmla="*/ 20915 w 50527"/>
                <a:gd name="csY11" fmla="*/ 8711 h 40146"/>
                <a:gd name="csX12" fmla="*/ 13250 w 50527"/>
                <a:gd name="csY12" fmla="*/ 9678 h 40146"/>
                <a:gd name="csX13" fmla="*/ 9195 w 50527"/>
                <a:gd name="csY13" fmla="*/ 13138 h 40146"/>
                <a:gd name="csX14" fmla="*/ 7707 w 50527"/>
                <a:gd name="csY14" fmla="*/ 18980 h 40146"/>
                <a:gd name="csX15" fmla="*/ 11092 w 50527"/>
                <a:gd name="csY15" fmla="*/ 28207 h 40146"/>
                <a:gd name="csX16" fmla="*/ 23966 w 50527"/>
                <a:gd name="csY16" fmla="*/ 32077 h 40146"/>
                <a:gd name="csX17" fmla="*/ 50941 w 50527"/>
                <a:gd name="csY17" fmla="*/ 32077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941" y="40448"/>
                  </a:moveTo>
                  <a:lnTo>
                    <a:pt x="1530" y="40448"/>
                  </a:lnTo>
                  <a:lnTo>
                    <a:pt x="1530" y="32933"/>
                  </a:lnTo>
                  <a:lnTo>
                    <a:pt x="8562" y="32933"/>
                  </a:lnTo>
                  <a:cubicBezTo>
                    <a:pt x="3130" y="29286"/>
                    <a:pt x="414" y="24040"/>
                    <a:pt x="414" y="17194"/>
                  </a:cubicBezTo>
                  <a:cubicBezTo>
                    <a:pt x="414" y="14217"/>
                    <a:pt x="972" y="11501"/>
                    <a:pt x="2051" y="9008"/>
                  </a:cubicBezTo>
                  <a:cubicBezTo>
                    <a:pt x="3093" y="6516"/>
                    <a:pt x="4507" y="4618"/>
                    <a:pt x="6255" y="3390"/>
                  </a:cubicBezTo>
                  <a:cubicBezTo>
                    <a:pt x="7967" y="2162"/>
                    <a:pt x="10051" y="1269"/>
                    <a:pt x="12432" y="786"/>
                  </a:cubicBezTo>
                  <a:cubicBezTo>
                    <a:pt x="13995" y="488"/>
                    <a:pt x="16711" y="302"/>
                    <a:pt x="20580" y="302"/>
                  </a:cubicBezTo>
                  <a:lnTo>
                    <a:pt x="50941" y="302"/>
                  </a:lnTo>
                  <a:lnTo>
                    <a:pt x="50941" y="8711"/>
                  </a:lnTo>
                  <a:lnTo>
                    <a:pt x="20915" y="8711"/>
                  </a:lnTo>
                  <a:cubicBezTo>
                    <a:pt x="17492" y="8711"/>
                    <a:pt x="14925" y="9008"/>
                    <a:pt x="13250" y="9678"/>
                  </a:cubicBezTo>
                  <a:cubicBezTo>
                    <a:pt x="11539" y="10311"/>
                    <a:pt x="10199" y="11464"/>
                    <a:pt x="9195" y="13138"/>
                  </a:cubicBezTo>
                  <a:cubicBezTo>
                    <a:pt x="8190" y="14776"/>
                    <a:pt x="7707" y="16747"/>
                    <a:pt x="7707" y="18980"/>
                  </a:cubicBezTo>
                  <a:cubicBezTo>
                    <a:pt x="7707" y="22552"/>
                    <a:pt x="8823" y="25603"/>
                    <a:pt x="11092" y="28207"/>
                  </a:cubicBezTo>
                  <a:cubicBezTo>
                    <a:pt x="13362" y="30775"/>
                    <a:pt x="17641" y="32077"/>
                    <a:pt x="23966" y="32077"/>
                  </a:cubicBezTo>
                  <a:lnTo>
                    <a:pt x="50941" y="320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C21D2D5F-DA8A-8F4C-85AB-74D61069F203}"/>
                </a:ext>
              </a:extLst>
            </p:cNvPr>
            <p:cNvSpPr/>
            <p:nvPr/>
          </p:nvSpPr>
          <p:spPr>
            <a:xfrm>
              <a:off x="4410955" y="3260020"/>
              <a:ext cx="8408" cy="25710"/>
            </a:xfrm>
            <a:custGeom>
              <a:avLst/>
              <a:gdLst>
                <a:gd name="csX0" fmla="*/ 8823 w 8408"/>
                <a:gd name="csY0" fmla="*/ 26006 h 25710"/>
                <a:gd name="csX1" fmla="*/ 414 w 8408"/>
                <a:gd name="csY1" fmla="*/ 26006 h 25710"/>
                <a:gd name="csX2" fmla="*/ 414 w 8408"/>
                <a:gd name="csY2" fmla="*/ 296 h 25710"/>
                <a:gd name="csX3" fmla="*/ 8823 w 8408"/>
                <a:gd name="csY3" fmla="*/ 296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823" y="26006"/>
                  </a:moveTo>
                  <a:lnTo>
                    <a:pt x="414" y="26006"/>
                  </a:lnTo>
                  <a:lnTo>
                    <a:pt x="414" y="296"/>
                  </a:lnTo>
                  <a:lnTo>
                    <a:pt x="8823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2614ED99-986B-B8AB-51C5-C32B0BEC9AEA}"/>
                </a:ext>
              </a:extLst>
            </p:cNvPr>
            <p:cNvSpPr/>
            <p:nvPr/>
          </p:nvSpPr>
          <p:spPr>
            <a:xfrm>
              <a:off x="4389300" y="3210293"/>
              <a:ext cx="51643" cy="43011"/>
            </a:xfrm>
            <a:custGeom>
              <a:avLst/>
              <a:gdLst>
                <a:gd name="csX0" fmla="*/ 32858 w 51643"/>
                <a:gd name="csY0" fmla="*/ 8516 h 43011"/>
                <a:gd name="csX1" fmla="*/ 33938 w 51643"/>
                <a:gd name="csY1" fmla="*/ 293 h 43011"/>
                <a:gd name="csX2" fmla="*/ 47258 w 51643"/>
                <a:gd name="csY2" fmla="*/ 7176 h 43011"/>
                <a:gd name="csX3" fmla="*/ 52057 w 51643"/>
                <a:gd name="csY3" fmla="*/ 20831 h 43011"/>
                <a:gd name="csX4" fmla="*/ 45434 w 51643"/>
                <a:gd name="csY4" fmla="*/ 37128 h 43011"/>
                <a:gd name="csX5" fmla="*/ 26422 w 51643"/>
                <a:gd name="csY5" fmla="*/ 43304 h 43011"/>
                <a:gd name="csX6" fmla="*/ 12432 w 51643"/>
                <a:gd name="csY6" fmla="*/ 40663 h 43011"/>
                <a:gd name="csX7" fmla="*/ 3428 w 51643"/>
                <a:gd name="csY7" fmla="*/ 32589 h 43011"/>
                <a:gd name="csX8" fmla="*/ 414 w 51643"/>
                <a:gd name="csY8" fmla="*/ 20794 h 43011"/>
                <a:gd name="csX9" fmla="*/ 4507 w 51643"/>
                <a:gd name="csY9" fmla="*/ 7623 h 43011"/>
                <a:gd name="csX10" fmla="*/ 16078 w 51643"/>
                <a:gd name="csY10" fmla="*/ 1074 h 43011"/>
                <a:gd name="csX11" fmla="*/ 17306 w 51643"/>
                <a:gd name="csY11" fmla="*/ 9223 h 43011"/>
                <a:gd name="csX12" fmla="*/ 9827 w 51643"/>
                <a:gd name="csY12" fmla="*/ 13316 h 43011"/>
                <a:gd name="csX13" fmla="*/ 7334 w 51643"/>
                <a:gd name="csY13" fmla="*/ 20459 h 43011"/>
                <a:gd name="csX14" fmla="*/ 11837 w 51643"/>
                <a:gd name="csY14" fmla="*/ 30728 h 43011"/>
                <a:gd name="csX15" fmla="*/ 26198 w 51643"/>
                <a:gd name="csY15" fmla="*/ 34710 h 43011"/>
                <a:gd name="csX16" fmla="*/ 40672 w 51643"/>
                <a:gd name="csY16" fmla="*/ 30877 h 43011"/>
                <a:gd name="csX17" fmla="*/ 45174 w 51643"/>
                <a:gd name="csY17" fmla="*/ 20943 h 43011"/>
                <a:gd name="csX18" fmla="*/ 42160 w 51643"/>
                <a:gd name="csY18" fmla="*/ 12720 h 43011"/>
                <a:gd name="csX19" fmla="*/ 32858 w 51643"/>
                <a:gd name="csY19" fmla="*/ 8516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858" y="8516"/>
                  </a:moveTo>
                  <a:lnTo>
                    <a:pt x="33938" y="293"/>
                  </a:lnTo>
                  <a:cubicBezTo>
                    <a:pt x="39593" y="1186"/>
                    <a:pt x="44021" y="3493"/>
                    <a:pt x="47258" y="7176"/>
                  </a:cubicBezTo>
                  <a:cubicBezTo>
                    <a:pt x="50457" y="10897"/>
                    <a:pt x="52057" y="15436"/>
                    <a:pt x="52057" y="20831"/>
                  </a:cubicBezTo>
                  <a:cubicBezTo>
                    <a:pt x="52057" y="27603"/>
                    <a:pt x="49862" y="33035"/>
                    <a:pt x="45434" y="37128"/>
                  </a:cubicBezTo>
                  <a:cubicBezTo>
                    <a:pt x="41007" y="41258"/>
                    <a:pt x="34682" y="43304"/>
                    <a:pt x="26422" y="43304"/>
                  </a:cubicBezTo>
                  <a:cubicBezTo>
                    <a:pt x="21101" y="43304"/>
                    <a:pt x="16413" y="42411"/>
                    <a:pt x="12432" y="40663"/>
                  </a:cubicBezTo>
                  <a:cubicBezTo>
                    <a:pt x="8451" y="38877"/>
                    <a:pt x="5437" y="36198"/>
                    <a:pt x="3428" y="32589"/>
                  </a:cubicBezTo>
                  <a:cubicBezTo>
                    <a:pt x="1419" y="28980"/>
                    <a:pt x="414" y="25036"/>
                    <a:pt x="414" y="20794"/>
                  </a:cubicBezTo>
                  <a:cubicBezTo>
                    <a:pt x="414" y="15436"/>
                    <a:pt x="1791" y="11046"/>
                    <a:pt x="4507" y="7623"/>
                  </a:cubicBezTo>
                  <a:cubicBezTo>
                    <a:pt x="7223" y="4237"/>
                    <a:pt x="11055" y="2042"/>
                    <a:pt x="16078" y="1074"/>
                  </a:cubicBezTo>
                  <a:lnTo>
                    <a:pt x="17306" y="9223"/>
                  </a:lnTo>
                  <a:cubicBezTo>
                    <a:pt x="13995" y="10004"/>
                    <a:pt x="11502" y="11344"/>
                    <a:pt x="9827" y="13316"/>
                  </a:cubicBezTo>
                  <a:cubicBezTo>
                    <a:pt x="8153" y="15288"/>
                    <a:pt x="7334" y="17669"/>
                    <a:pt x="7334" y="20459"/>
                  </a:cubicBezTo>
                  <a:cubicBezTo>
                    <a:pt x="7334" y="24701"/>
                    <a:pt x="8823" y="28124"/>
                    <a:pt x="11837" y="30728"/>
                  </a:cubicBezTo>
                  <a:cubicBezTo>
                    <a:pt x="14887" y="33370"/>
                    <a:pt x="19650" y="34710"/>
                    <a:pt x="26198" y="34710"/>
                  </a:cubicBezTo>
                  <a:cubicBezTo>
                    <a:pt x="32821" y="34710"/>
                    <a:pt x="37658" y="33445"/>
                    <a:pt x="40672" y="30877"/>
                  </a:cubicBezTo>
                  <a:cubicBezTo>
                    <a:pt x="43686" y="28347"/>
                    <a:pt x="45174" y="25036"/>
                    <a:pt x="45174" y="20943"/>
                  </a:cubicBezTo>
                  <a:cubicBezTo>
                    <a:pt x="45174" y="17632"/>
                    <a:pt x="44169" y="14915"/>
                    <a:pt x="42160" y="12720"/>
                  </a:cubicBezTo>
                  <a:cubicBezTo>
                    <a:pt x="40151" y="10488"/>
                    <a:pt x="37026" y="9111"/>
                    <a:pt x="32858" y="851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67" name="Graphic 4">
            <a:extLst>
              <a:ext uri="{FF2B5EF4-FFF2-40B4-BE49-F238E27FC236}">
                <a16:creationId xmlns:a16="http://schemas.microsoft.com/office/drawing/2014/main" id="{B5987562-3EDF-FEAE-5459-1E75E202ABA1}"/>
              </a:ext>
            </a:extLst>
          </p:cNvPr>
          <p:cNvGrpSpPr/>
          <p:nvPr/>
        </p:nvGrpSpPr>
        <p:grpSpPr>
          <a:xfrm>
            <a:off x="4829867" y="3216246"/>
            <a:ext cx="69279" cy="107519"/>
            <a:chOff x="4448050" y="3216246"/>
            <a:chExt cx="69279" cy="107519"/>
          </a:xfrm>
          <a:solidFill>
            <a:srgbClr val="000000"/>
          </a:solidFill>
        </p:grpSpPr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82AC1A8A-CD8B-863F-D388-6B19D6054112}"/>
                </a:ext>
              </a:extLst>
            </p:cNvPr>
            <p:cNvSpPr/>
            <p:nvPr/>
          </p:nvSpPr>
          <p:spPr>
            <a:xfrm>
              <a:off x="4448050" y="3267434"/>
              <a:ext cx="68163" cy="56331"/>
            </a:xfrm>
            <a:custGeom>
              <a:avLst/>
              <a:gdLst>
                <a:gd name="csX0" fmla="*/ 68585 w 68163"/>
                <a:gd name="csY0" fmla="*/ 56632 h 56331"/>
                <a:gd name="csX1" fmla="*/ 422 w 68163"/>
                <a:gd name="csY1" fmla="*/ 56632 h 56331"/>
                <a:gd name="csX2" fmla="*/ 422 w 68163"/>
                <a:gd name="csY2" fmla="*/ 33155 h 56331"/>
                <a:gd name="csX3" fmla="*/ 1389 w 68163"/>
                <a:gd name="csY3" fmla="*/ 21025 h 56331"/>
                <a:gd name="csX4" fmla="*/ 6263 w 68163"/>
                <a:gd name="csY4" fmla="*/ 11017 h 56331"/>
                <a:gd name="csX5" fmla="*/ 17909 w 68163"/>
                <a:gd name="csY5" fmla="*/ 2943 h 56331"/>
                <a:gd name="csX6" fmla="*/ 34132 w 68163"/>
                <a:gd name="csY6" fmla="*/ 301 h 56331"/>
                <a:gd name="csX7" fmla="*/ 47898 w 68163"/>
                <a:gd name="csY7" fmla="*/ 2087 h 56331"/>
                <a:gd name="csX8" fmla="*/ 57832 w 68163"/>
                <a:gd name="csY8" fmla="*/ 6738 h 56331"/>
                <a:gd name="csX9" fmla="*/ 64009 w 68163"/>
                <a:gd name="csY9" fmla="*/ 12951 h 56331"/>
                <a:gd name="csX10" fmla="*/ 67432 w 68163"/>
                <a:gd name="csY10" fmla="*/ 21100 h 56331"/>
                <a:gd name="csX11" fmla="*/ 68585 w 68163"/>
                <a:gd name="csY11" fmla="*/ 32038 h 56331"/>
                <a:gd name="csX12" fmla="*/ 68585 w 68163"/>
                <a:gd name="csY12" fmla="*/ 56632 h 56331"/>
                <a:gd name="csX13" fmla="*/ 60549 w 68163"/>
                <a:gd name="csY13" fmla="*/ 47628 h 56331"/>
                <a:gd name="csX14" fmla="*/ 60549 w 68163"/>
                <a:gd name="csY14" fmla="*/ 33080 h 56331"/>
                <a:gd name="csX15" fmla="*/ 59284 w 68163"/>
                <a:gd name="csY15" fmla="*/ 22476 h 56331"/>
                <a:gd name="csX16" fmla="*/ 55749 w 68163"/>
                <a:gd name="csY16" fmla="*/ 16374 h 56331"/>
                <a:gd name="csX17" fmla="*/ 47117 w 68163"/>
                <a:gd name="csY17" fmla="*/ 11389 h 56331"/>
                <a:gd name="csX18" fmla="*/ 33983 w 68163"/>
                <a:gd name="csY18" fmla="*/ 9603 h 56331"/>
                <a:gd name="csX19" fmla="*/ 17537 w 68163"/>
                <a:gd name="csY19" fmla="*/ 13100 h 56331"/>
                <a:gd name="csX20" fmla="*/ 9835 w 68163"/>
                <a:gd name="csY20" fmla="*/ 21621 h 56331"/>
                <a:gd name="csX21" fmla="*/ 8459 w 68163"/>
                <a:gd name="csY21" fmla="*/ 33304 h 56331"/>
                <a:gd name="csX22" fmla="*/ 8459 w 68163"/>
                <a:gd name="csY22" fmla="*/ 47628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85" y="56632"/>
                  </a:moveTo>
                  <a:lnTo>
                    <a:pt x="422" y="56632"/>
                  </a:lnTo>
                  <a:lnTo>
                    <a:pt x="422" y="33155"/>
                  </a:lnTo>
                  <a:cubicBezTo>
                    <a:pt x="422" y="27871"/>
                    <a:pt x="720" y="23816"/>
                    <a:pt x="1389" y="21025"/>
                  </a:cubicBezTo>
                  <a:cubicBezTo>
                    <a:pt x="2282" y="17118"/>
                    <a:pt x="3919" y="13770"/>
                    <a:pt x="6263" y="11017"/>
                  </a:cubicBezTo>
                  <a:cubicBezTo>
                    <a:pt x="9314" y="7445"/>
                    <a:pt x="13184" y="4729"/>
                    <a:pt x="17909" y="2943"/>
                  </a:cubicBezTo>
                  <a:cubicBezTo>
                    <a:pt x="22635" y="1157"/>
                    <a:pt x="28030" y="301"/>
                    <a:pt x="34132" y="301"/>
                  </a:cubicBezTo>
                  <a:cubicBezTo>
                    <a:pt x="39303" y="301"/>
                    <a:pt x="43880" y="896"/>
                    <a:pt x="47898" y="2087"/>
                  </a:cubicBezTo>
                  <a:cubicBezTo>
                    <a:pt x="51879" y="3315"/>
                    <a:pt x="55191" y="4840"/>
                    <a:pt x="57832" y="6738"/>
                  </a:cubicBezTo>
                  <a:cubicBezTo>
                    <a:pt x="60437" y="8635"/>
                    <a:pt x="62483" y="10719"/>
                    <a:pt x="64009" y="12951"/>
                  </a:cubicBezTo>
                  <a:cubicBezTo>
                    <a:pt x="65497" y="15221"/>
                    <a:pt x="66650" y="17900"/>
                    <a:pt x="67432" y="21100"/>
                  </a:cubicBezTo>
                  <a:cubicBezTo>
                    <a:pt x="68213" y="24262"/>
                    <a:pt x="68585" y="27909"/>
                    <a:pt x="68585" y="32038"/>
                  </a:cubicBezTo>
                  <a:lnTo>
                    <a:pt x="68585" y="56632"/>
                  </a:lnTo>
                  <a:moveTo>
                    <a:pt x="60549" y="47628"/>
                  </a:moveTo>
                  <a:lnTo>
                    <a:pt x="60549" y="33080"/>
                  </a:lnTo>
                  <a:cubicBezTo>
                    <a:pt x="60549" y="28578"/>
                    <a:pt x="60139" y="25044"/>
                    <a:pt x="59284" y="22476"/>
                  </a:cubicBezTo>
                  <a:cubicBezTo>
                    <a:pt x="58465" y="19946"/>
                    <a:pt x="57274" y="17900"/>
                    <a:pt x="55749" y="16374"/>
                  </a:cubicBezTo>
                  <a:cubicBezTo>
                    <a:pt x="53628" y="14216"/>
                    <a:pt x="50726" y="12579"/>
                    <a:pt x="47117" y="11389"/>
                  </a:cubicBezTo>
                  <a:cubicBezTo>
                    <a:pt x="43508" y="10198"/>
                    <a:pt x="39117" y="9603"/>
                    <a:pt x="33983" y="9603"/>
                  </a:cubicBezTo>
                  <a:cubicBezTo>
                    <a:pt x="26839" y="9603"/>
                    <a:pt x="21370" y="10756"/>
                    <a:pt x="17537" y="13100"/>
                  </a:cubicBezTo>
                  <a:cubicBezTo>
                    <a:pt x="13705" y="15444"/>
                    <a:pt x="11138" y="18272"/>
                    <a:pt x="9835" y="21621"/>
                  </a:cubicBezTo>
                  <a:cubicBezTo>
                    <a:pt x="8905" y="24039"/>
                    <a:pt x="8459" y="27946"/>
                    <a:pt x="8459" y="33304"/>
                  </a:cubicBezTo>
                  <a:lnTo>
                    <a:pt x="8459" y="4762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796A68EF-ADD4-1890-C0F1-CDB31D8C9A71}"/>
                </a:ext>
              </a:extLst>
            </p:cNvPr>
            <p:cNvSpPr/>
            <p:nvPr/>
          </p:nvSpPr>
          <p:spPr>
            <a:xfrm>
              <a:off x="4448050" y="3216246"/>
              <a:ext cx="69279" cy="42825"/>
            </a:xfrm>
            <a:custGeom>
              <a:avLst/>
              <a:gdLst>
                <a:gd name="csX0" fmla="*/ 68585 w 69279"/>
                <a:gd name="csY0" fmla="*/ 8070 h 42825"/>
                <a:gd name="csX1" fmla="*/ 62372 w 69279"/>
                <a:gd name="csY1" fmla="*/ 8070 h 42825"/>
                <a:gd name="csX2" fmla="*/ 69701 w 69279"/>
                <a:gd name="csY2" fmla="*/ 21874 h 42825"/>
                <a:gd name="csX3" fmla="*/ 66464 w 69279"/>
                <a:gd name="csY3" fmla="*/ 32738 h 42825"/>
                <a:gd name="csX4" fmla="*/ 57349 w 69279"/>
                <a:gd name="csY4" fmla="*/ 40403 h 42825"/>
                <a:gd name="csX5" fmla="*/ 43954 w 69279"/>
                <a:gd name="csY5" fmla="*/ 43119 h 42825"/>
                <a:gd name="csX6" fmla="*/ 30522 w 69279"/>
                <a:gd name="csY6" fmla="*/ 40663 h 42825"/>
                <a:gd name="csX7" fmla="*/ 21295 w 69279"/>
                <a:gd name="csY7" fmla="*/ 33259 h 42825"/>
                <a:gd name="csX8" fmla="*/ 18058 w 69279"/>
                <a:gd name="csY8" fmla="*/ 22246 h 42825"/>
                <a:gd name="csX9" fmla="*/ 19956 w 69279"/>
                <a:gd name="csY9" fmla="*/ 14284 h 42825"/>
                <a:gd name="csX10" fmla="*/ 24867 w 69279"/>
                <a:gd name="csY10" fmla="*/ 8628 h 42825"/>
                <a:gd name="csX11" fmla="*/ 422 w 69279"/>
                <a:gd name="csY11" fmla="*/ 8628 h 42825"/>
                <a:gd name="csX12" fmla="*/ 422 w 69279"/>
                <a:gd name="csY12" fmla="*/ 294 h 42825"/>
                <a:gd name="csX13" fmla="*/ 68585 w 69279"/>
                <a:gd name="csY13" fmla="*/ 294 h 42825"/>
                <a:gd name="csX14" fmla="*/ 68585 w 69279"/>
                <a:gd name="csY14" fmla="*/ 8070 h 42825"/>
                <a:gd name="csX15" fmla="*/ 43954 w 69279"/>
                <a:gd name="csY15" fmla="*/ 34524 h 42825"/>
                <a:gd name="csX16" fmla="*/ 58130 w 69279"/>
                <a:gd name="csY16" fmla="*/ 30543 h 42825"/>
                <a:gd name="csX17" fmla="*/ 62818 w 69279"/>
                <a:gd name="csY17" fmla="*/ 21092 h 42825"/>
                <a:gd name="csX18" fmla="*/ 58316 w 69279"/>
                <a:gd name="csY18" fmla="*/ 11753 h 42825"/>
                <a:gd name="csX19" fmla="*/ 44624 w 69279"/>
                <a:gd name="csY19" fmla="*/ 7921 h 42825"/>
                <a:gd name="csX20" fmla="*/ 29741 w 69279"/>
                <a:gd name="csY20" fmla="*/ 11828 h 42825"/>
                <a:gd name="csX21" fmla="*/ 25016 w 69279"/>
                <a:gd name="csY21" fmla="*/ 21464 h 42825"/>
                <a:gd name="csX22" fmla="*/ 29555 w 69279"/>
                <a:gd name="csY22" fmla="*/ 30803 h 42825"/>
                <a:gd name="csX23" fmla="*/ 43954 w 69279"/>
                <a:gd name="csY23" fmla="*/ 34524 h 42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9279" h="42825">
                  <a:moveTo>
                    <a:pt x="68585" y="8070"/>
                  </a:moveTo>
                  <a:lnTo>
                    <a:pt x="62372" y="8070"/>
                  </a:lnTo>
                  <a:cubicBezTo>
                    <a:pt x="67246" y="11195"/>
                    <a:pt x="69701" y="15809"/>
                    <a:pt x="69701" y="21874"/>
                  </a:cubicBezTo>
                  <a:cubicBezTo>
                    <a:pt x="69701" y="25818"/>
                    <a:pt x="68622" y="29427"/>
                    <a:pt x="66464" y="32738"/>
                  </a:cubicBezTo>
                  <a:cubicBezTo>
                    <a:pt x="64269" y="36050"/>
                    <a:pt x="61255" y="38617"/>
                    <a:pt x="57349" y="40403"/>
                  </a:cubicBezTo>
                  <a:cubicBezTo>
                    <a:pt x="53479" y="42226"/>
                    <a:pt x="48977" y="43119"/>
                    <a:pt x="43954" y="43119"/>
                  </a:cubicBezTo>
                  <a:cubicBezTo>
                    <a:pt x="39006" y="43119"/>
                    <a:pt x="34541" y="42300"/>
                    <a:pt x="30522" y="40663"/>
                  </a:cubicBezTo>
                  <a:cubicBezTo>
                    <a:pt x="26504" y="39026"/>
                    <a:pt x="23416" y="36571"/>
                    <a:pt x="21295" y="33259"/>
                  </a:cubicBezTo>
                  <a:cubicBezTo>
                    <a:pt x="19137" y="29985"/>
                    <a:pt x="18058" y="26301"/>
                    <a:pt x="18058" y="22246"/>
                  </a:cubicBezTo>
                  <a:cubicBezTo>
                    <a:pt x="18058" y="19269"/>
                    <a:pt x="18691" y="16628"/>
                    <a:pt x="19956" y="14284"/>
                  </a:cubicBezTo>
                  <a:cubicBezTo>
                    <a:pt x="21221" y="11977"/>
                    <a:pt x="22858" y="10079"/>
                    <a:pt x="24867" y="8628"/>
                  </a:cubicBezTo>
                  <a:lnTo>
                    <a:pt x="422" y="8628"/>
                  </a:lnTo>
                  <a:lnTo>
                    <a:pt x="422" y="294"/>
                  </a:lnTo>
                  <a:lnTo>
                    <a:pt x="68585" y="294"/>
                  </a:lnTo>
                  <a:lnTo>
                    <a:pt x="68585" y="8070"/>
                  </a:lnTo>
                  <a:moveTo>
                    <a:pt x="43954" y="34524"/>
                  </a:moveTo>
                  <a:cubicBezTo>
                    <a:pt x="50279" y="34524"/>
                    <a:pt x="55005" y="33185"/>
                    <a:pt x="58130" y="30543"/>
                  </a:cubicBezTo>
                  <a:cubicBezTo>
                    <a:pt x="61255" y="27864"/>
                    <a:pt x="62818" y="24739"/>
                    <a:pt x="62818" y="21092"/>
                  </a:cubicBezTo>
                  <a:cubicBezTo>
                    <a:pt x="62818" y="17446"/>
                    <a:pt x="61330" y="14321"/>
                    <a:pt x="58316" y="11753"/>
                  </a:cubicBezTo>
                  <a:cubicBezTo>
                    <a:pt x="55340" y="9223"/>
                    <a:pt x="50763" y="7921"/>
                    <a:pt x="44624" y="7921"/>
                  </a:cubicBezTo>
                  <a:cubicBezTo>
                    <a:pt x="37889" y="7921"/>
                    <a:pt x="32904" y="9223"/>
                    <a:pt x="29741" y="11828"/>
                  </a:cubicBezTo>
                  <a:cubicBezTo>
                    <a:pt x="26579" y="14432"/>
                    <a:pt x="25016" y="17632"/>
                    <a:pt x="25016" y="21464"/>
                  </a:cubicBezTo>
                  <a:cubicBezTo>
                    <a:pt x="25016" y="25185"/>
                    <a:pt x="26541" y="28311"/>
                    <a:pt x="29555" y="30803"/>
                  </a:cubicBezTo>
                  <a:cubicBezTo>
                    <a:pt x="32606" y="33296"/>
                    <a:pt x="37406" y="34524"/>
                    <a:pt x="43954" y="34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70" name="Graphic 4">
            <a:extLst>
              <a:ext uri="{FF2B5EF4-FFF2-40B4-BE49-F238E27FC236}">
                <a16:creationId xmlns:a16="http://schemas.microsoft.com/office/drawing/2014/main" id="{B2C8F26C-0604-1D05-669B-08E30A10BA2A}"/>
              </a:ext>
            </a:extLst>
          </p:cNvPr>
          <p:cNvGrpSpPr/>
          <p:nvPr/>
        </p:nvGrpSpPr>
        <p:grpSpPr>
          <a:xfrm>
            <a:off x="4906216" y="3208061"/>
            <a:ext cx="68163" cy="200313"/>
            <a:chOff x="4524399" y="3208061"/>
            <a:chExt cx="68163" cy="200313"/>
          </a:xfrm>
          <a:solidFill>
            <a:srgbClr val="000000"/>
          </a:solidFill>
        </p:grpSpPr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CE4A8667-CA49-78FC-F1C3-90AC500B183A}"/>
                </a:ext>
              </a:extLst>
            </p:cNvPr>
            <p:cNvSpPr/>
            <p:nvPr/>
          </p:nvSpPr>
          <p:spPr>
            <a:xfrm>
              <a:off x="4524399" y="3352043"/>
              <a:ext cx="68163" cy="56331"/>
            </a:xfrm>
            <a:custGeom>
              <a:avLst/>
              <a:gdLst>
                <a:gd name="csX0" fmla="*/ 68593 w 68163"/>
                <a:gd name="csY0" fmla="*/ 56641 h 56331"/>
                <a:gd name="csX1" fmla="*/ 430 w 68163"/>
                <a:gd name="csY1" fmla="*/ 56641 h 56331"/>
                <a:gd name="csX2" fmla="*/ 430 w 68163"/>
                <a:gd name="csY2" fmla="*/ 33164 h 56331"/>
                <a:gd name="csX3" fmla="*/ 1397 w 68163"/>
                <a:gd name="csY3" fmla="*/ 21034 h 56331"/>
                <a:gd name="csX4" fmla="*/ 6271 w 68163"/>
                <a:gd name="csY4" fmla="*/ 11025 h 56331"/>
                <a:gd name="csX5" fmla="*/ 17917 w 68163"/>
                <a:gd name="csY5" fmla="*/ 2951 h 56331"/>
                <a:gd name="csX6" fmla="*/ 34140 w 68163"/>
                <a:gd name="csY6" fmla="*/ 310 h 56331"/>
                <a:gd name="csX7" fmla="*/ 47906 w 68163"/>
                <a:gd name="csY7" fmla="*/ 2096 h 56331"/>
                <a:gd name="csX8" fmla="*/ 57840 w 68163"/>
                <a:gd name="csY8" fmla="*/ 6747 h 56331"/>
                <a:gd name="csX9" fmla="*/ 64017 w 68163"/>
                <a:gd name="csY9" fmla="*/ 12960 h 56331"/>
                <a:gd name="csX10" fmla="*/ 67440 w 68163"/>
                <a:gd name="csY10" fmla="*/ 21109 h 56331"/>
                <a:gd name="csX11" fmla="*/ 68593 w 68163"/>
                <a:gd name="csY11" fmla="*/ 32047 h 56331"/>
                <a:gd name="csX12" fmla="*/ 68593 w 68163"/>
                <a:gd name="csY12" fmla="*/ 56641 h 56331"/>
                <a:gd name="csX13" fmla="*/ 60557 w 68163"/>
                <a:gd name="csY13" fmla="*/ 47637 h 56331"/>
                <a:gd name="csX14" fmla="*/ 60557 w 68163"/>
                <a:gd name="csY14" fmla="*/ 33089 h 56331"/>
                <a:gd name="csX15" fmla="*/ 59292 w 68163"/>
                <a:gd name="csY15" fmla="*/ 22485 h 56331"/>
                <a:gd name="csX16" fmla="*/ 55757 w 68163"/>
                <a:gd name="csY16" fmla="*/ 16383 h 56331"/>
                <a:gd name="csX17" fmla="*/ 47125 w 68163"/>
                <a:gd name="csY17" fmla="*/ 11397 h 56331"/>
                <a:gd name="csX18" fmla="*/ 33991 w 68163"/>
                <a:gd name="csY18" fmla="*/ 9612 h 56331"/>
                <a:gd name="csX19" fmla="*/ 17545 w 68163"/>
                <a:gd name="csY19" fmla="*/ 13109 h 56331"/>
                <a:gd name="csX20" fmla="*/ 9843 w 68163"/>
                <a:gd name="csY20" fmla="*/ 21629 h 56331"/>
                <a:gd name="csX21" fmla="*/ 8467 w 68163"/>
                <a:gd name="csY21" fmla="*/ 33312 h 56331"/>
                <a:gd name="csX22" fmla="*/ 8467 w 68163"/>
                <a:gd name="csY22" fmla="*/ 47637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593" y="56641"/>
                  </a:moveTo>
                  <a:lnTo>
                    <a:pt x="430" y="56641"/>
                  </a:lnTo>
                  <a:lnTo>
                    <a:pt x="430" y="33164"/>
                  </a:lnTo>
                  <a:cubicBezTo>
                    <a:pt x="430" y="27880"/>
                    <a:pt x="728" y="23825"/>
                    <a:pt x="1397" y="21034"/>
                  </a:cubicBezTo>
                  <a:cubicBezTo>
                    <a:pt x="2290" y="17127"/>
                    <a:pt x="3927" y="13779"/>
                    <a:pt x="6271" y="11025"/>
                  </a:cubicBezTo>
                  <a:cubicBezTo>
                    <a:pt x="9322" y="7454"/>
                    <a:pt x="13192" y="4737"/>
                    <a:pt x="17917" y="2951"/>
                  </a:cubicBezTo>
                  <a:cubicBezTo>
                    <a:pt x="22643" y="1166"/>
                    <a:pt x="28038" y="310"/>
                    <a:pt x="34140" y="310"/>
                  </a:cubicBezTo>
                  <a:cubicBezTo>
                    <a:pt x="39311" y="310"/>
                    <a:pt x="43888" y="905"/>
                    <a:pt x="47906" y="2096"/>
                  </a:cubicBezTo>
                  <a:cubicBezTo>
                    <a:pt x="51887" y="3324"/>
                    <a:pt x="55199" y="4849"/>
                    <a:pt x="57840" y="6747"/>
                  </a:cubicBezTo>
                  <a:cubicBezTo>
                    <a:pt x="60445" y="8644"/>
                    <a:pt x="62491" y="10728"/>
                    <a:pt x="64017" y="12960"/>
                  </a:cubicBezTo>
                  <a:cubicBezTo>
                    <a:pt x="65505" y="15230"/>
                    <a:pt x="66659" y="17909"/>
                    <a:pt x="67440" y="21109"/>
                  </a:cubicBezTo>
                  <a:cubicBezTo>
                    <a:pt x="68221" y="24271"/>
                    <a:pt x="68593" y="27917"/>
                    <a:pt x="68593" y="32047"/>
                  </a:cubicBezTo>
                  <a:lnTo>
                    <a:pt x="68593" y="56641"/>
                  </a:lnTo>
                  <a:moveTo>
                    <a:pt x="60557" y="47637"/>
                  </a:moveTo>
                  <a:lnTo>
                    <a:pt x="60557" y="33089"/>
                  </a:lnTo>
                  <a:cubicBezTo>
                    <a:pt x="60557" y="28587"/>
                    <a:pt x="60147" y="25052"/>
                    <a:pt x="59292" y="22485"/>
                  </a:cubicBezTo>
                  <a:cubicBezTo>
                    <a:pt x="58473" y="19955"/>
                    <a:pt x="57282" y="17909"/>
                    <a:pt x="55757" y="16383"/>
                  </a:cubicBezTo>
                  <a:cubicBezTo>
                    <a:pt x="53636" y="14225"/>
                    <a:pt x="50734" y="12588"/>
                    <a:pt x="47125" y="11397"/>
                  </a:cubicBezTo>
                  <a:cubicBezTo>
                    <a:pt x="43516" y="10207"/>
                    <a:pt x="39125" y="9612"/>
                    <a:pt x="33991" y="9612"/>
                  </a:cubicBezTo>
                  <a:cubicBezTo>
                    <a:pt x="26847" y="9612"/>
                    <a:pt x="21378" y="10765"/>
                    <a:pt x="17545" y="13109"/>
                  </a:cubicBezTo>
                  <a:cubicBezTo>
                    <a:pt x="13713" y="15453"/>
                    <a:pt x="11146" y="18281"/>
                    <a:pt x="9843" y="21629"/>
                  </a:cubicBezTo>
                  <a:cubicBezTo>
                    <a:pt x="8913" y="24048"/>
                    <a:pt x="8467" y="27955"/>
                    <a:pt x="8467" y="33312"/>
                  </a:cubicBezTo>
                  <a:lnTo>
                    <a:pt x="8467" y="4763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53DE72B8-2B35-1035-98BE-103741DACBDC}"/>
                </a:ext>
              </a:extLst>
            </p:cNvPr>
            <p:cNvSpPr/>
            <p:nvPr/>
          </p:nvSpPr>
          <p:spPr>
            <a:xfrm>
              <a:off x="4524399" y="3332481"/>
              <a:ext cx="68163" cy="8371"/>
            </a:xfrm>
            <a:custGeom>
              <a:avLst/>
              <a:gdLst>
                <a:gd name="csX0" fmla="*/ 68593 w 68163"/>
                <a:gd name="csY0" fmla="*/ 8674 h 8371"/>
                <a:gd name="csX1" fmla="*/ 430 w 68163"/>
                <a:gd name="csY1" fmla="*/ 8674 h 8371"/>
                <a:gd name="csX2" fmla="*/ 430 w 68163"/>
                <a:gd name="csY2" fmla="*/ 303 h 8371"/>
                <a:gd name="csX3" fmla="*/ 68593 w 68163"/>
                <a:gd name="csY3" fmla="*/ 303 h 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8371">
                  <a:moveTo>
                    <a:pt x="68593" y="8674"/>
                  </a:moveTo>
                  <a:lnTo>
                    <a:pt x="430" y="8674"/>
                  </a:lnTo>
                  <a:lnTo>
                    <a:pt x="430" y="303"/>
                  </a:lnTo>
                  <a:lnTo>
                    <a:pt x="68593" y="30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76D4D5C6-5DDC-427B-39B4-A41476D1392C}"/>
                </a:ext>
              </a:extLst>
            </p:cNvPr>
            <p:cNvSpPr/>
            <p:nvPr/>
          </p:nvSpPr>
          <p:spPr>
            <a:xfrm>
              <a:off x="4542035" y="3279359"/>
              <a:ext cx="50527" cy="40146"/>
            </a:xfrm>
            <a:custGeom>
              <a:avLst/>
              <a:gdLst>
                <a:gd name="csX0" fmla="*/ 50957 w 50527"/>
                <a:gd name="csY0" fmla="*/ 40447 h 40146"/>
                <a:gd name="csX1" fmla="*/ 1546 w 50527"/>
                <a:gd name="csY1" fmla="*/ 40447 h 40146"/>
                <a:gd name="csX2" fmla="*/ 1546 w 50527"/>
                <a:gd name="csY2" fmla="*/ 32931 h 40146"/>
                <a:gd name="csX3" fmla="*/ 8578 w 50527"/>
                <a:gd name="csY3" fmla="*/ 32931 h 40146"/>
                <a:gd name="csX4" fmla="*/ 430 w 50527"/>
                <a:gd name="csY4" fmla="*/ 17192 h 40146"/>
                <a:gd name="csX5" fmla="*/ 2067 w 50527"/>
                <a:gd name="csY5" fmla="*/ 9007 h 40146"/>
                <a:gd name="csX6" fmla="*/ 6272 w 50527"/>
                <a:gd name="csY6" fmla="*/ 3389 h 40146"/>
                <a:gd name="csX7" fmla="*/ 12448 w 50527"/>
                <a:gd name="csY7" fmla="*/ 784 h 40146"/>
                <a:gd name="csX8" fmla="*/ 20596 w 50527"/>
                <a:gd name="csY8" fmla="*/ 300 h 40146"/>
                <a:gd name="csX9" fmla="*/ 50957 w 50527"/>
                <a:gd name="csY9" fmla="*/ 300 h 40146"/>
                <a:gd name="csX10" fmla="*/ 50957 w 50527"/>
                <a:gd name="csY10" fmla="*/ 8709 h 40146"/>
                <a:gd name="csX11" fmla="*/ 20931 w 50527"/>
                <a:gd name="csY11" fmla="*/ 8709 h 40146"/>
                <a:gd name="csX12" fmla="*/ 13266 w 50527"/>
                <a:gd name="csY12" fmla="*/ 9676 h 40146"/>
                <a:gd name="csX13" fmla="*/ 9211 w 50527"/>
                <a:gd name="csY13" fmla="*/ 13137 h 40146"/>
                <a:gd name="csX14" fmla="*/ 7723 w 50527"/>
                <a:gd name="csY14" fmla="*/ 18978 h 40146"/>
                <a:gd name="csX15" fmla="*/ 11108 w 50527"/>
                <a:gd name="csY15" fmla="*/ 28206 h 40146"/>
                <a:gd name="csX16" fmla="*/ 23982 w 50527"/>
                <a:gd name="csY16" fmla="*/ 32075 h 40146"/>
                <a:gd name="csX17" fmla="*/ 50957 w 50527"/>
                <a:gd name="csY17" fmla="*/ 32075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957" y="40447"/>
                  </a:moveTo>
                  <a:lnTo>
                    <a:pt x="1546" y="40447"/>
                  </a:lnTo>
                  <a:lnTo>
                    <a:pt x="1546" y="32931"/>
                  </a:lnTo>
                  <a:lnTo>
                    <a:pt x="8578" y="32931"/>
                  </a:lnTo>
                  <a:cubicBezTo>
                    <a:pt x="3146" y="29285"/>
                    <a:pt x="430" y="24038"/>
                    <a:pt x="430" y="17192"/>
                  </a:cubicBezTo>
                  <a:cubicBezTo>
                    <a:pt x="430" y="14216"/>
                    <a:pt x="988" y="11500"/>
                    <a:pt x="2067" y="9007"/>
                  </a:cubicBezTo>
                  <a:cubicBezTo>
                    <a:pt x="3109" y="6514"/>
                    <a:pt x="4523" y="4616"/>
                    <a:pt x="6272" y="3389"/>
                  </a:cubicBezTo>
                  <a:cubicBezTo>
                    <a:pt x="7983" y="2161"/>
                    <a:pt x="10067" y="1268"/>
                    <a:pt x="12448" y="784"/>
                  </a:cubicBezTo>
                  <a:cubicBezTo>
                    <a:pt x="14011" y="486"/>
                    <a:pt x="16727" y="300"/>
                    <a:pt x="20596" y="300"/>
                  </a:cubicBezTo>
                  <a:lnTo>
                    <a:pt x="50957" y="300"/>
                  </a:lnTo>
                  <a:lnTo>
                    <a:pt x="50957" y="8709"/>
                  </a:lnTo>
                  <a:lnTo>
                    <a:pt x="20931" y="8709"/>
                  </a:lnTo>
                  <a:cubicBezTo>
                    <a:pt x="17508" y="8709"/>
                    <a:pt x="14941" y="9007"/>
                    <a:pt x="13266" y="9676"/>
                  </a:cubicBezTo>
                  <a:cubicBezTo>
                    <a:pt x="11555" y="10309"/>
                    <a:pt x="10215" y="11462"/>
                    <a:pt x="9211" y="13137"/>
                  </a:cubicBezTo>
                  <a:cubicBezTo>
                    <a:pt x="8206" y="14774"/>
                    <a:pt x="7723" y="16746"/>
                    <a:pt x="7723" y="18978"/>
                  </a:cubicBezTo>
                  <a:cubicBezTo>
                    <a:pt x="7723" y="22550"/>
                    <a:pt x="8839" y="25601"/>
                    <a:pt x="11108" y="28206"/>
                  </a:cubicBezTo>
                  <a:cubicBezTo>
                    <a:pt x="13378" y="30773"/>
                    <a:pt x="17657" y="32075"/>
                    <a:pt x="23982" y="32075"/>
                  </a:cubicBezTo>
                  <a:lnTo>
                    <a:pt x="50957" y="3207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D914B21B-951C-4F86-08D9-593F637354D8}"/>
                </a:ext>
              </a:extLst>
            </p:cNvPr>
            <p:cNvSpPr/>
            <p:nvPr/>
          </p:nvSpPr>
          <p:spPr>
            <a:xfrm>
              <a:off x="4563689" y="3244096"/>
              <a:ext cx="8408" cy="25710"/>
            </a:xfrm>
            <a:custGeom>
              <a:avLst/>
              <a:gdLst>
                <a:gd name="csX0" fmla="*/ 8839 w 8408"/>
                <a:gd name="csY0" fmla="*/ 26005 h 25710"/>
                <a:gd name="csX1" fmla="*/ 430 w 8408"/>
                <a:gd name="csY1" fmla="*/ 26005 h 25710"/>
                <a:gd name="csX2" fmla="*/ 430 w 8408"/>
                <a:gd name="csY2" fmla="*/ 295 h 25710"/>
                <a:gd name="csX3" fmla="*/ 8839 w 8408"/>
                <a:gd name="csY3" fmla="*/ 295 h 25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408" h="25710">
                  <a:moveTo>
                    <a:pt x="8839" y="26005"/>
                  </a:moveTo>
                  <a:lnTo>
                    <a:pt x="430" y="26005"/>
                  </a:lnTo>
                  <a:lnTo>
                    <a:pt x="430" y="295"/>
                  </a:lnTo>
                  <a:lnTo>
                    <a:pt x="8839" y="29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EFB2726C-6213-7DDC-F3BE-D77A376357E8}"/>
                </a:ext>
              </a:extLst>
            </p:cNvPr>
            <p:cNvSpPr/>
            <p:nvPr/>
          </p:nvSpPr>
          <p:spPr>
            <a:xfrm>
              <a:off x="4542035" y="3208061"/>
              <a:ext cx="50527" cy="26863"/>
            </a:xfrm>
            <a:custGeom>
              <a:avLst/>
              <a:gdLst>
                <a:gd name="csX0" fmla="*/ 50957 w 50527"/>
                <a:gd name="csY0" fmla="*/ 27155 h 26863"/>
                <a:gd name="csX1" fmla="*/ 1546 w 50527"/>
                <a:gd name="csY1" fmla="*/ 27155 h 26863"/>
                <a:gd name="csX2" fmla="*/ 1546 w 50527"/>
                <a:gd name="csY2" fmla="*/ 19602 h 26863"/>
                <a:gd name="csX3" fmla="*/ 9062 w 50527"/>
                <a:gd name="csY3" fmla="*/ 19602 h 26863"/>
                <a:gd name="csX4" fmla="*/ 2142 w 50527"/>
                <a:gd name="csY4" fmla="*/ 14281 h 26863"/>
                <a:gd name="csX5" fmla="*/ 430 w 50527"/>
                <a:gd name="csY5" fmla="*/ 8923 h 26863"/>
                <a:gd name="csX6" fmla="*/ 3146 w 50527"/>
                <a:gd name="csY6" fmla="*/ 291 h 26863"/>
                <a:gd name="csX7" fmla="*/ 10922 w 50527"/>
                <a:gd name="csY7" fmla="*/ 3194 h 26863"/>
                <a:gd name="csX8" fmla="*/ 9099 w 50527"/>
                <a:gd name="csY8" fmla="*/ 9333 h 26863"/>
                <a:gd name="csX9" fmla="*/ 10736 w 50527"/>
                <a:gd name="csY9" fmla="*/ 14244 h 26863"/>
                <a:gd name="csX10" fmla="*/ 15313 w 50527"/>
                <a:gd name="csY10" fmla="*/ 17369 h 26863"/>
                <a:gd name="csX11" fmla="*/ 25098 w 50527"/>
                <a:gd name="csY11" fmla="*/ 18783 h 26863"/>
                <a:gd name="csX12" fmla="*/ 50957 w 50527"/>
                <a:gd name="csY12" fmla="*/ 18783 h 26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527" h="26863">
                  <a:moveTo>
                    <a:pt x="50957" y="27155"/>
                  </a:moveTo>
                  <a:lnTo>
                    <a:pt x="1546" y="27155"/>
                  </a:lnTo>
                  <a:lnTo>
                    <a:pt x="1546" y="19602"/>
                  </a:lnTo>
                  <a:lnTo>
                    <a:pt x="9062" y="19602"/>
                  </a:lnTo>
                  <a:cubicBezTo>
                    <a:pt x="5565" y="17704"/>
                    <a:pt x="3258" y="15918"/>
                    <a:pt x="2142" y="14281"/>
                  </a:cubicBezTo>
                  <a:cubicBezTo>
                    <a:pt x="1025" y="12644"/>
                    <a:pt x="430" y="10858"/>
                    <a:pt x="430" y="8923"/>
                  </a:cubicBezTo>
                  <a:cubicBezTo>
                    <a:pt x="430" y="6096"/>
                    <a:pt x="1360" y="3231"/>
                    <a:pt x="3146" y="291"/>
                  </a:cubicBezTo>
                  <a:lnTo>
                    <a:pt x="10922" y="3194"/>
                  </a:lnTo>
                  <a:cubicBezTo>
                    <a:pt x="9695" y="5240"/>
                    <a:pt x="9099" y="7286"/>
                    <a:pt x="9099" y="9333"/>
                  </a:cubicBezTo>
                  <a:cubicBezTo>
                    <a:pt x="9099" y="11156"/>
                    <a:pt x="9657" y="12793"/>
                    <a:pt x="10736" y="14244"/>
                  </a:cubicBezTo>
                  <a:cubicBezTo>
                    <a:pt x="11853" y="15732"/>
                    <a:pt x="13378" y="16774"/>
                    <a:pt x="15313" y="17369"/>
                  </a:cubicBezTo>
                  <a:cubicBezTo>
                    <a:pt x="18289" y="18300"/>
                    <a:pt x="21564" y="18783"/>
                    <a:pt x="25098" y="18783"/>
                  </a:cubicBezTo>
                  <a:lnTo>
                    <a:pt x="50957" y="1878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76" name="Graphic 4">
            <a:extLst>
              <a:ext uri="{FF2B5EF4-FFF2-40B4-BE49-F238E27FC236}">
                <a16:creationId xmlns:a16="http://schemas.microsoft.com/office/drawing/2014/main" id="{C6F7B88C-E4E2-E1C9-E894-61F5B8D39B91}"/>
              </a:ext>
            </a:extLst>
          </p:cNvPr>
          <p:cNvGrpSpPr/>
          <p:nvPr/>
        </p:nvGrpSpPr>
        <p:grpSpPr>
          <a:xfrm>
            <a:off x="4982602" y="3214507"/>
            <a:ext cx="68163" cy="163283"/>
            <a:chOff x="4600785" y="3214507"/>
            <a:chExt cx="68163" cy="163283"/>
          </a:xfrm>
          <a:solidFill>
            <a:srgbClr val="000000"/>
          </a:solidFill>
        </p:grpSpPr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BB729013-6294-A6FF-6A90-D3FC4EF7AF9C}"/>
                </a:ext>
              </a:extLst>
            </p:cNvPr>
            <p:cNvSpPr/>
            <p:nvPr/>
          </p:nvSpPr>
          <p:spPr>
            <a:xfrm>
              <a:off x="4618421" y="3337644"/>
              <a:ext cx="50527" cy="40146"/>
            </a:xfrm>
            <a:custGeom>
              <a:avLst/>
              <a:gdLst>
                <a:gd name="csX0" fmla="*/ 50965 w 50527"/>
                <a:gd name="csY0" fmla="*/ 40453 h 40146"/>
                <a:gd name="csX1" fmla="*/ 1554 w 50527"/>
                <a:gd name="csY1" fmla="*/ 40453 h 40146"/>
                <a:gd name="csX2" fmla="*/ 1554 w 50527"/>
                <a:gd name="csY2" fmla="*/ 32937 h 40146"/>
                <a:gd name="csX3" fmla="*/ 8586 w 50527"/>
                <a:gd name="csY3" fmla="*/ 32937 h 40146"/>
                <a:gd name="csX4" fmla="*/ 438 w 50527"/>
                <a:gd name="csY4" fmla="*/ 17198 h 40146"/>
                <a:gd name="csX5" fmla="*/ 2075 w 50527"/>
                <a:gd name="csY5" fmla="*/ 9013 h 40146"/>
                <a:gd name="csX6" fmla="*/ 6280 w 50527"/>
                <a:gd name="csY6" fmla="*/ 3395 h 40146"/>
                <a:gd name="csX7" fmla="*/ 12456 w 50527"/>
                <a:gd name="csY7" fmla="*/ 790 h 40146"/>
                <a:gd name="csX8" fmla="*/ 20604 w 50527"/>
                <a:gd name="csY8" fmla="*/ 306 h 40146"/>
                <a:gd name="csX9" fmla="*/ 50965 w 50527"/>
                <a:gd name="csY9" fmla="*/ 306 h 40146"/>
                <a:gd name="csX10" fmla="*/ 50965 w 50527"/>
                <a:gd name="csY10" fmla="*/ 8715 h 40146"/>
                <a:gd name="csX11" fmla="*/ 20939 w 50527"/>
                <a:gd name="csY11" fmla="*/ 8715 h 40146"/>
                <a:gd name="csX12" fmla="*/ 13274 w 50527"/>
                <a:gd name="csY12" fmla="*/ 9683 h 40146"/>
                <a:gd name="csX13" fmla="*/ 9219 w 50527"/>
                <a:gd name="csY13" fmla="*/ 13143 h 40146"/>
                <a:gd name="csX14" fmla="*/ 7731 w 50527"/>
                <a:gd name="csY14" fmla="*/ 18984 h 40146"/>
                <a:gd name="csX15" fmla="*/ 11116 w 50527"/>
                <a:gd name="csY15" fmla="*/ 28212 h 40146"/>
                <a:gd name="csX16" fmla="*/ 23990 w 50527"/>
                <a:gd name="csY16" fmla="*/ 32081 h 40146"/>
                <a:gd name="csX17" fmla="*/ 50965 w 50527"/>
                <a:gd name="csY17" fmla="*/ 32081 h 40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0527" h="40146">
                  <a:moveTo>
                    <a:pt x="50965" y="40453"/>
                  </a:moveTo>
                  <a:lnTo>
                    <a:pt x="1554" y="40453"/>
                  </a:lnTo>
                  <a:lnTo>
                    <a:pt x="1554" y="32937"/>
                  </a:lnTo>
                  <a:lnTo>
                    <a:pt x="8586" y="32937"/>
                  </a:lnTo>
                  <a:cubicBezTo>
                    <a:pt x="3154" y="29291"/>
                    <a:pt x="438" y="24045"/>
                    <a:pt x="438" y="17198"/>
                  </a:cubicBezTo>
                  <a:cubicBezTo>
                    <a:pt x="438" y="14222"/>
                    <a:pt x="996" y="11506"/>
                    <a:pt x="2075" y="9013"/>
                  </a:cubicBezTo>
                  <a:cubicBezTo>
                    <a:pt x="3117" y="6520"/>
                    <a:pt x="4531" y="4622"/>
                    <a:pt x="6280" y="3395"/>
                  </a:cubicBezTo>
                  <a:cubicBezTo>
                    <a:pt x="7991" y="2167"/>
                    <a:pt x="10075" y="1274"/>
                    <a:pt x="12456" y="790"/>
                  </a:cubicBezTo>
                  <a:cubicBezTo>
                    <a:pt x="14019" y="492"/>
                    <a:pt x="16735" y="306"/>
                    <a:pt x="20604" y="306"/>
                  </a:cubicBezTo>
                  <a:lnTo>
                    <a:pt x="50965" y="306"/>
                  </a:lnTo>
                  <a:lnTo>
                    <a:pt x="50965" y="8715"/>
                  </a:lnTo>
                  <a:lnTo>
                    <a:pt x="20939" y="8715"/>
                  </a:lnTo>
                  <a:cubicBezTo>
                    <a:pt x="17516" y="8715"/>
                    <a:pt x="14949" y="9013"/>
                    <a:pt x="13274" y="9683"/>
                  </a:cubicBezTo>
                  <a:cubicBezTo>
                    <a:pt x="11563" y="10315"/>
                    <a:pt x="10223" y="11469"/>
                    <a:pt x="9219" y="13143"/>
                  </a:cubicBezTo>
                  <a:cubicBezTo>
                    <a:pt x="8214" y="14780"/>
                    <a:pt x="7731" y="16752"/>
                    <a:pt x="7731" y="18984"/>
                  </a:cubicBezTo>
                  <a:cubicBezTo>
                    <a:pt x="7731" y="22556"/>
                    <a:pt x="8847" y="25607"/>
                    <a:pt x="11116" y="28212"/>
                  </a:cubicBezTo>
                  <a:cubicBezTo>
                    <a:pt x="13386" y="30779"/>
                    <a:pt x="17665" y="32081"/>
                    <a:pt x="23990" y="32081"/>
                  </a:cubicBezTo>
                  <a:lnTo>
                    <a:pt x="50965" y="3208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3104C1C4-1D38-5478-372B-41C84AFCDD2D}"/>
                </a:ext>
              </a:extLst>
            </p:cNvPr>
            <p:cNvSpPr/>
            <p:nvPr/>
          </p:nvSpPr>
          <p:spPr>
            <a:xfrm>
              <a:off x="4600785" y="3274847"/>
              <a:ext cx="68163" cy="54024"/>
            </a:xfrm>
            <a:custGeom>
              <a:avLst/>
              <a:gdLst>
                <a:gd name="csX0" fmla="*/ 68601 w 68163"/>
                <a:gd name="csY0" fmla="*/ 31852 h 54024"/>
                <a:gd name="csX1" fmla="*/ 8475 w 68163"/>
                <a:gd name="csY1" fmla="*/ 31852 h 54024"/>
                <a:gd name="csX2" fmla="*/ 8475 w 68163"/>
                <a:gd name="csY2" fmla="*/ 54325 h 54024"/>
                <a:gd name="csX3" fmla="*/ 438 w 68163"/>
                <a:gd name="csY3" fmla="*/ 54325 h 54024"/>
                <a:gd name="csX4" fmla="*/ 438 w 68163"/>
                <a:gd name="csY4" fmla="*/ 301 h 54024"/>
                <a:gd name="csX5" fmla="*/ 8475 w 68163"/>
                <a:gd name="csY5" fmla="*/ 301 h 54024"/>
                <a:gd name="csX6" fmla="*/ 8475 w 68163"/>
                <a:gd name="csY6" fmla="*/ 22848 h 54024"/>
                <a:gd name="csX7" fmla="*/ 68601 w 68163"/>
                <a:gd name="csY7" fmla="*/ 22848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601" y="31852"/>
                  </a:moveTo>
                  <a:lnTo>
                    <a:pt x="8475" y="31852"/>
                  </a:lnTo>
                  <a:lnTo>
                    <a:pt x="8475" y="54325"/>
                  </a:lnTo>
                  <a:lnTo>
                    <a:pt x="438" y="54325"/>
                  </a:lnTo>
                  <a:lnTo>
                    <a:pt x="438" y="301"/>
                  </a:lnTo>
                  <a:lnTo>
                    <a:pt x="8475" y="301"/>
                  </a:lnTo>
                  <a:lnTo>
                    <a:pt x="8475" y="22848"/>
                  </a:lnTo>
                  <a:lnTo>
                    <a:pt x="68601" y="2284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CA5F1B4A-7C12-72D9-C02E-336C6A151A82}"/>
                </a:ext>
              </a:extLst>
            </p:cNvPr>
            <p:cNvSpPr/>
            <p:nvPr/>
          </p:nvSpPr>
          <p:spPr>
            <a:xfrm>
              <a:off x="4600785" y="3214507"/>
              <a:ext cx="68163" cy="50899"/>
            </a:xfrm>
            <a:custGeom>
              <a:avLst/>
              <a:gdLst>
                <a:gd name="csX0" fmla="*/ 68601 w 68163"/>
                <a:gd name="csY0" fmla="*/ 51194 h 50899"/>
                <a:gd name="csX1" fmla="*/ 438 w 68163"/>
                <a:gd name="csY1" fmla="*/ 51157 h 50899"/>
                <a:gd name="csX2" fmla="*/ 438 w 68163"/>
                <a:gd name="csY2" fmla="*/ 1857 h 50899"/>
                <a:gd name="csX3" fmla="*/ 8475 w 68163"/>
                <a:gd name="csY3" fmla="*/ 1857 h 50899"/>
                <a:gd name="csX4" fmla="*/ 8475 w 68163"/>
                <a:gd name="csY4" fmla="*/ 42153 h 50899"/>
                <a:gd name="csX5" fmla="*/ 29348 w 68163"/>
                <a:gd name="csY5" fmla="*/ 42153 h 50899"/>
                <a:gd name="csX6" fmla="*/ 29348 w 68163"/>
                <a:gd name="csY6" fmla="*/ 4425 h 50899"/>
                <a:gd name="csX7" fmla="*/ 37347 w 68163"/>
                <a:gd name="csY7" fmla="*/ 4425 h 50899"/>
                <a:gd name="csX8" fmla="*/ 37347 w 68163"/>
                <a:gd name="csY8" fmla="*/ 42153 h 50899"/>
                <a:gd name="csX9" fmla="*/ 60565 w 68163"/>
                <a:gd name="csY9" fmla="*/ 42153 h 50899"/>
                <a:gd name="csX10" fmla="*/ 60565 w 68163"/>
                <a:gd name="csY10" fmla="*/ 295 h 50899"/>
                <a:gd name="csX11" fmla="*/ 68601 w 68163"/>
                <a:gd name="csY11" fmla="*/ 295 h 50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8163" h="50899">
                  <a:moveTo>
                    <a:pt x="68601" y="51194"/>
                  </a:moveTo>
                  <a:lnTo>
                    <a:pt x="438" y="51157"/>
                  </a:lnTo>
                  <a:lnTo>
                    <a:pt x="438" y="1857"/>
                  </a:lnTo>
                  <a:lnTo>
                    <a:pt x="8475" y="1857"/>
                  </a:lnTo>
                  <a:lnTo>
                    <a:pt x="8475" y="42153"/>
                  </a:lnTo>
                  <a:lnTo>
                    <a:pt x="29348" y="42153"/>
                  </a:lnTo>
                  <a:lnTo>
                    <a:pt x="29348" y="4425"/>
                  </a:lnTo>
                  <a:lnTo>
                    <a:pt x="37347" y="4425"/>
                  </a:lnTo>
                  <a:lnTo>
                    <a:pt x="37347" y="42153"/>
                  </a:lnTo>
                  <a:lnTo>
                    <a:pt x="60565" y="42153"/>
                  </a:lnTo>
                  <a:lnTo>
                    <a:pt x="60565" y="295"/>
                  </a:lnTo>
                  <a:lnTo>
                    <a:pt x="68601" y="29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80" name="Graphic 4">
            <a:extLst>
              <a:ext uri="{FF2B5EF4-FFF2-40B4-BE49-F238E27FC236}">
                <a16:creationId xmlns:a16="http://schemas.microsoft.com/office/drawing/2014/main" id="{C59AF9F1-1726-F32B-88FF-01F1D2CAC678}"/>
              </a:ext>
            </a:extLst>
          </p:cNvPr>
          <p:cNvGrpSpPr/>
          <p:nvPr/>
        </p:nvGrpSpPr>
        <p:grpSpPr>
          <a:xfrm>
            <a:off x="5058951" y="3212823"/>
            <a:ext cx="68163" cy="105509"/>
            <a:chOff x="4677134" y="3212823"/>
            <a:chExt cx="68163" cy="105509"/>
          </a:xfrm>
          <a:solidFill>
            <a:srgbClr val="000000"/>
          </a:solidFill>
        </p:grpSpPr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745E6496-CDA6-2074-178F-9A8DB79B6162}"/>
                </a:ext>
              </a:extLst>
            </p:cNvPr>
            <p:cNvSpPr/>
            <p:nvPr/>
          </p:nvSpPr>
          <p:spPr>
            <a:xfrm>
              <a:off x="4677134" y="3264308"/>
              <a:ext cx="68163" cy="54024"/>
            </a:xfrm>
            <a:custGeom>
              <a:avLst/>
              <a:gdLst>
                <a:gd name="csX0" fmla="*/ 68609 w 68163"/>
                <a:gd name="csY0" fmla="*/ 31851 h 54024"/>
                <a:gd name="csX1" fmla="*/ 8483 w 68163"/>
                <a:gd name="csY1" fmla="*/ 31851 h 54024"/>
                <a:gd name="csX2" fmla="*/ 8483 w 68163"/>
                <a:gd name="csY2" fmla="*/ 54324 h 54024"/>
                <a:gd name="csX3" fmla="*/ 446 w 68163"/>
                <a:gd name="csY3" fmla="*/ 54324 h 54024"/>
                <a:gd name="csX4" fmla="*/ 446 w 68163"/>
                <a:gd name="csY4" fmla="*/ 300 h 54024"/>
                <a:gd name="csX5" fmla="*/ 8483 w 68163"/>
                <a:gd name="csY5" fmla="*/ 300 h 54024"/>
                <a:gd name="csX6" fmla="*/ 8483 w 68163"/>
                <a:gd name="csY6" fmla="*/ 22847 h 54024"/>
                <a:gd name="csX7" fmla="*/ 68609 w 68163"/>
                <a:gd name="csY7" fmla="*/ 22847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609" y="31851"/>
                  </a:moveTo>
                  <a:lnTo>
                    <a:pt x="8483" y="31851"/>
                  </a:lnTo>
                  <a:lnTo>
                    <a:pt x="8483" y="54324"/>
                  </a:lnTo>
                  <a:lnTo>
                    <a:pt x="446" y="54324"/>
                  </a:lnTo>
                  <a:lnTo>
                    <a:pt x="446" y="300"/>
                  </a:lnTo>
                  <a:lnTo>
                    <a:pt x="8483" y="300"/>
                  </a:lnTo>
                  <a:lnTo>
                    <a:pt x="8483" y="22847"/>
                  </a:lnTo>
                  <a:lnTo>
                    <a:pt x="68609" y="2284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F6AEF275-23F6-BAF7-5124-CB792335E37C}"/>
                </a:ext>
              </a:extLst>
            </p:cNvPr>
            <p:cNvSpPr/>
            <p:nvPr/>
          </p:nvSpPr>
          <p:spPr>
            <a:xfrm>
              <a:off x="4677134" y="3212823"/>
              <a:ext cx="68163" cy="42564"/>
            </a:xfrm>
            <a:custGeom>
              <a:avLst/>
              <a:gdLst>
                <a:gd name="csX0" fmla="*/ 68609 w 68163"/>
                <a:gd name="csY0" fmla="*/ 42859 h 42564"/>
                <a:gd name="csX1" fmla="*/ 446 w 68163"/>
                <a:gd name="csY1" fmla="*/ 42859 h 42564"/>
                <a:gd name="csX2" fmla="*/ 446 w 68163"/>
                <a:gd name="csY2" fmla="*/ 33854 h 42564"/>
                <a:gd name="csX3" fmla="*/ 60573 w 68163"/>
                <a:gd name="csY3" fmla="*/ 33854 h 42564"/>
                <a:gd name="csX4" fmla="*/ 60573 w 68163"/>
                <a:gd name="csY4" fmla="*/ 294 h 42564"/>
                <a:gd name="csX5" fmla="*/ 68609 w 68163"/>
                <a:gd name="csY5" fmla="*/ 294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609" y="42859"/>
                  </a:moveTo>
                  <a:lnTo>
                    <a:pt x="446" y="42859"/>
                  </a:lnTo>
                  <a:lnTo>
                    <a:pt x="446" y="33854"/>
                  </a:lnTo>
                  <a:lnTo>
                    <a:pt x="60573" y="33854"/>
                  </a:lnTo>
                  <a:lnTo>
                    <a:pt x="60573" y="294"/>
                  </a:lnTo>
                  <a:lnTo>
                    <a:pt x="68609" y="29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83" name="Freeform 1482">
            <a:extLst>
              <a:ext uri="{FF2B5EF4-FFF2-40B4-BE49-F238E27FC236}">
                <a16:creationId xmlns:a16="http://schemas.microsoft.com/office/drawing/2014/main" id="{8FB2E1C2-3592-7947-12EE-0386FB3A69E7}"/>
              </a:ext>
            </a:extLst>
          </p:cNvPr>
          <p:cNvSpPr/>
          <p:nvPr/>
        </p:nvSpPr>
        <p:spPr>
          <a:xfrm>
            <a:off x="5135299" y="3214525"/>
            <a:ext cx="68163" cy="50899"/>
          </a:xfrm>
          <a:custGeom>
            <a:avLst/>
            <a:gdLst>
              <a:gd name="csX0" fmla="*/ 68617 w 68163"/>
              <a:gd name="csY0" fmla="*/ 51194 h 50899"/>
              <a:gd name="csX1" fmla="*/ 454 w 68163"/>
              <a:gd name="csY1" fmla="*/ 51157 h 50899"/>
              <a:gd name="csX2" fmla="*/ 454 w 68163"/>
              <a:gd name="csY2" fmla="*/ 1857 h 50899"/>
              <a:gd name="csX3" fmla="*/ 8491 w 68163"/>
              <a:gd name="csY3" fmla="*/ 1857 h 50899"/>
              <a:gd name="csX4" fmla="*/ 8491 w 68163"/>
              <a:gd name="csY4" fmla="*/ 42153 h 50899"/>
              <a:gd name="csX5" fmla="*/ 29364 w 68163"/>
              <a:gd name="csY5" fmla="*/ 42153 h 50899"/>
              <a:gd name="csX6" fmla="*/ 29364 w 68163"/>
              <a:gd name="csY6" fmla="*/ 4425 h 50899"/>
              <a:gd name="csX7" fmla="*/ 37363 w 68163"/>
              <a:gd name="csY7" fmla="*/ 4425 h 50899"/>
              <a:gd name="csX8" fmla="*/ 37363 w 68163"/>
              <a:gd name="csY8" fmla="*/ 42153 h 50899"/>
              <a:gd name="csX9" fmla="*/ 60581 w 68163"/>
              <a:gd name="csY9" fmla="*/ 42153 h 50899"/>
              <a:gd name="csX10" fmla="*/ 60581 w 68163"/>
              <a:gd name="csY10" fmla="*/ 295 h 50899"/>
              <a:gd name="csX11" fmla="*/ 68617 w 68163"/>
              <a:gd name="csY11" fmla="*/ 295 h 508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8163" h="50899">
                <a:moveTo>
                  <a:pt x="68617" y="51194"/>
                </a:moveTo>
                <a:lnTo>
                  <a:pt x="454" y="51157"/>
                </a:lnTo>
                <a:lnTo>
                  <a:pt x="454" y="1857"/>
                </a:lnTo>
                <a:lnTo>
                  <a:pt x="8491" y="1857"/>
                </a:lnTo>
                <a:lnTo>
                  <a:pt x="8491" y="42153"/>
                </a:lnTo>
                <a:lnTo>
                  <a:pt x="29364" y="42153"/>
                </a:lnTo>
                <a:lnTo>
                  <a:pt x="29364" y="4425"/>
                </a:lnTo>
                <a:lnTo>
                  <a:pt x="37363" y="4425"/>
                </a:lnTo>
                <a:lnTo>
                  <a:pt x="37363" y="42153"/>
                </a:lnTo>
                <a:lnTo>
                  <a:pt x="60581" y="42153"/>
                </a:lnTo>
                <a:lnTo>
                  <a:pt x="60581" y="295"/>
                </a:lnTo>
                <a:lnTo>
                  <a:pt x="68617" y="29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484" name="Graphic 4">
            <a:extLst>
              <a:ext uri="{FF2B5EF4-FFF2-40B4-BE49-F238E27FC236}">
                <a16:creationId xmlns:a16="http://schemas.microsoft.com/office/drawing/2014/main" id="{B8270F93-1F01-541F-EA49-DA50813E5403}"/>
              </a:ext>
            </a:extLst>
          </p:cNvPr>
          <p:cNvGrpSpPr/>
          <p:nvPr/>
        </p:nvGrpSpPr>
        <p:grpSpPr>
          <a:xfrm>
            <a:off x="5211686" y="3213205"/>
            <a:ext cx="87101" cy="112272"/>
            <a:chOff x="4829869" y="3213205"/>
            <a:chExt cx="87101" cy="112272"/>
          </a:xfrm>
          <a:solidFill>
            <a:srgbClr val="000000"/>
          </a:solidFill>
        </p:grpSpPr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41025710-85F2-89E1-7F7F-5868B22B616E}"/>
                </a:ext>
              </a:extLst>
            </p:cNvPr>
            <p:cNvSpPr/>
            <p:nvPr/>
          </p:nvSpPr>
          <p:spPr>
            <a:xfrm>
              <a:off x="4829869" y="3263081"/>
              <a:ext cx="68163" cy="62396"/>
            </a:xfrm>
            <a:custGeom>
              <a:avLst/>
              <a:gdLst>
                <a:gd name="csX0" fmla="*/ 68625 w 68163"/>
                <a:gd name="csY0" fmla="*/ 36280 h 62396"/>
                <a:gd name="csX1" fmla="*/ 462 w 68163"/>
                <a:gd name="csY1" fmla="*/ 62697 h 62396"/>
                <a:gd name="csX2" fmla="*/ 462 w 68163"/>
                <a:gd name="csY2" fmla="*/ 52911 h 62396"/>
                <a:gd name="csX3" fmla="*/ 49985 w 68163"/>
                <a:gd name="csY3" fmla="*/ 35201 h 62396"/>
                <a:gd name="csX4" fmla="*/ 61147 w 68163"/>
                <a:gd name="csY4" fmla="*/ 31629 h 62396"/>
                <a:gd name="csX5" fmla="*/ 49985 w 68163"/>
                <a:gd name="csY5" fmla="*/ 27945 h 62396"/>
                <a:gd name="csX6" fmla="*/ 462 w 68163"/>
                <a:gd name="csY6" fmla="*/ 9528 h 62396"/>
                <a:gd name="csX7" fmla="*/ 462 w 68163"/>
                <a:gd name="csY7" fmla="*/ 300 h 62396"/>
                <a:gd name="csX8" fmla="*/ 68625 w 68163"/>
                <a:gd name="csY8" fmla="*/ 27015 h 62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163" h="62396">
                  <a:moveTo>
                    <a:pt x="68625" y="36280"/>
                  </a:moveTo>
                  <a:lnTo>
                    <a:pt x="462" y="62697"/>
                  </a:lnTo>
                  <a:lnTo>
                    <a:pt x="462" y="52911"/>
                  </a:lnTo>
                  <a:lnTo>
                    <a:pt x="49985" y="35201"/>
                  </a:lnTo>
                  <a:cubicBezTo>
                    <a:pt x="53929" y="33787"/>
                    <a:pt x="57649" y="32596"/>
                    <a:pt x="61147" y="31629"/>
                  </a:cubicBezTo>
                  <a:cubicBezTo>
                    <a:pt x="57426" y="30550"/>
                    <a:pt x="53705" y="29322"/>
                    <a:pt x="49985" y="27945"/>
                  </a:cubicBezTo>
                  <a:lnTo>
                    <a:pt x="462" y="9528"/>
                  </a:lnTo>
                  <a:lnTo>
                    <a:pt x="462" y="300"/>
                  </a:lnTo>
                  <a:lnTo>
                    <a:pt x="68625" y="2701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5DEAAED8-26D0-4566-08E5-B81A000A804A}"/>
                </a:ext>
              </a:extLst>
            </p:cNvPr>
            <p:cNvSpPr/>
            <p:nvPr/>
          </p:nvSpPr>
          <p:spPr>
            <a:xfrm>
              <a:off x="4847505" y="3213205"/>
              <a:ext cx="69465" cy="42862"/>
            </a:xfrm>
            <a:custGeom>
              <a:avLst/>
              <a:gdLst>
                <a:gd name="csX0" fmla="*/ 69928 w 69465"/>
                <a:gd name="csY0" fmla="*/ 43156 h 42862"/>
                <a:gd name="csX1" fmla="*/ 1578 w 69465"/>
                <a:gd name="csY1" fmla="*/ 43156 h 42862"/>
                <a:gd name="csX2" fmla="*/ 1578 w 69465"/>
                <a:gd name="csY2" fmla="*/ 35529 h 42862"/>
                <a:gd name="csX3" fmla="*/ 8015 w 69465"/>
                <a:gd name="csY3" fmla="*/ 35529 h 42862"/>
                <a:gd name="csX4" fmla="*/ 2360 w 69465"/>
                <a:gd name="csY4" fmla="*/ 29427 h 42862"/>
                <a:gd name="csX5" fmla="*/ 462 w 69465"/>
                <a:gd name="csY5" fmla="*/ 21204 h 42862"/>
                <a:gd name="csX6" fmla="*/ 3736 w 69465"/>
                <a:gd name="csY6" fmla="*/ 10042 h 42862"/>
                <a:gd name="csX7" fmla="*/ 12926 w 69465"/>
                <a:gd name="csY7" fmla="*/ 2749 h 42862"/>
                <a:gd name="csX8" fmla="*/ 25912 w 69465"/>
                <a:gd name="csY8" fmla="*/ 294 h 42862"/>
                <a:gd name="csX9" fmla="*/ 39567 w 69465"/>
                <a:gd name="csY9" fmla="*/ 3010 h 42862"/>
                <a:gd name="csX10" fmla="*/ 48868 w 69465"/>
                <a:gd name="csY10" fmla="*/ 10898 h 42862"/>
                <a:gd name="csX11" fmla="*/ 52105 w 69465"/>
                <a:gd name="csY11" fmla="*/ 21837 h 42862"/>
                <a:gd name="csX12" fmla="*/ 50357 w 69465"/>
                <a:gd name="csY12" fmla="*/ 29315 h 42862"/>
                <a:gd name="csX13" fmla="*/ 45892 w 69465"/>
                <a:gd name="csY13" fmla="*/ 34785 h 42862"/>
                <a:gd name="csX14" fmla="*/ 69928 w 69465"/>
                <a:gd name="csY14" fmla="*/ 34785 h 42862"/>
                <a:gd name="csX15" fmla="*/ 69928 w 69465"/>
                <a:gd name="csY15" fmla="*/ 43156 h 42862"/>
                <a:gd name="csX16" fmla="*/ 26581 w 69465"/>
                <a:gd name="csY16" fmla="*/ 35566 h 42862"/>
                <a:gd name="csX17" fmla="*/ 40683 w 69465"/>
                <a:gd name="csY17" fmla="*/ 31734 h 42862"/>
                <a:gd name="csX18" fmla="*/ 45222 w 69465"/>
                <a:gd name="csY18" fmla="*/ 22357 h 42862"/>
                <a:gd name="csX19" fmla="*/ 40497 w 69465"/>
                <a:gd name="csY19" fmla="*/ 12832 h 42862"/>
                <a:gd name="csX20" fmla="*/ 25874 w 69465"/>
                <a:gd name="csY20" fmla="*/ 8851 h 42862"/>
                <a:gd name="csX21" fmla="*/ 11736 w 69465"/>
                <a:gd name="csY21" fmla="*/ 12721 h 42862"/>
                <a:gd name="csX22" fmla="*/ 7048 w 69465"/>
                <a:gd name="csY22" fmla="*/ 21985 h 42862"/>
                <a:gd name="csX23" fmla="*/ 12033 w 69465"/>
                <a:gd name="csY23" fmla="*/ 31473 h 42862"/>
                <a:gd name="csX24" fmla="*/ 26581 w 69465"/>
                <a:gd name="csY24" fmla="*/ 35566 h 4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9465" h="42862">
                  <a:moveTo>
                    <a:pt x="69928" y="43156"/>
                  </a:moveTo>
                  <a:lnTo>
                    <a:pt x="1578" y="43156"/>
                  </a:lnTo>
                  <a:lnTo>
                    <a:pt x="1578" y="35529"/>
                  </a:lnTo>
                  <a:lnTo>
                    <a:pt x="8015" y="35529"/>
                  </a:lnTo>
                  <a:cubicBezTo>
                    <a:pt x="5522" y="33743"/>
                    <a:pt x="3625" y="31696"/>
                    <a:pt x="2360" y="29427"/>
                  </a:cubicBezTo>
                  <a:cubicBezTo>
                    <a:pt x="1095" y="27194"/>
                    <a:pt x="462" y="24441"/>
                    <a:pt x="462" y="21204"/>
                  </a:cubicBezTo>
                  <a:cubicBezTo>
                    <a:pt x="462" y="17000"/>
                    <a:pt x="1578" y="13279"/>
                    <a:pt x="3736" y="10042"/>
                  </a:cubicBezTo>
                  <a:cubicBezTo>
                    <a:pt x="5894" y="6842"/>
                    <a:pt x="8982" y="4386"/>
                    <a:pt x="12926" y="2749"/>
                  </a:cubicBezTo>
                  <a:cubicBezTo>
                    <a:pt x="16870" y="1112"/>
                    <a:pt x="21224" y="294"/>
                    <a:pt x="25912" y="294"/>
                  </a:cubicBezTo>
                  <a:cubicBezTo>
                    <a:pt x="30972" y="294"/>
                    <a:pt x="35511" y="1187"/>
                    <a:pt x="39567" y="3010"/>
                  </a:cubicBezTo>
                  <a:cubicBezTo>
                    <a:pt x="43622" y="4833"/>
                    <a:pt x="46710" y="7437"/>
                    <a:pt x="48868" y="10898"/>
                  </a:cubicBezTo>
                  <a:cubicBezTo>
                    <a:pt x="51026" y="14358"/>
                    <a:pt x="52105" y="18004"/>
                    <a:pt x="52105" y="21837"/>
                  </a:cubicBezTo>
                  <a:cubicBezTo>
                    <a:pt x="52105" y="24590"/>
                    <a:pt x="51510" y="27120"/>
                    <a:pt x="50357" y="29315"/>
                  </a:cubicBezTo>
                  <a:cubicBezTo>
                    <a:pt x="49166" y="31548"/>
                    <a:pt x="47678" y="33371"/>
                    <a:pt x="45892" y="34785"/>
                  </a:cubicBezTo>
                  <a:lnTo>
                    <a:pt x="69928" y="34785"/>
                  </a:lnTo>
                  <a:lnTo>
                    <a:pt x="69928" y="43156"/>
                  </a:lnTo>
                  <a:moveTo>
                    <a:pt x="26581" y="35566"/>
                  </a:moveTo>
                  <a:cubicBezTo>
                    <a:pt x="32944" y="35566"/>
                    <a:pt x="37632" y="34301"/>
                    <a:pt x="40683" y="31734"/>
                  </a:cubicBezTo>
                  <a:cubicBezTo>
                    <a:pt x="43697" y="29166"/>
                    <a:pt x="45222" y="26041"/>
                    <a:pt x="45222" y="22357"/>
                  </a:cubicBezTo>
                  <a:cubicBezTo>
                    <a:pt x="45222" y="18637"/>
                    <a:pt x="43659" y="15474"/>
                    <a:pt x="40497" y="12832"/>
                  </a:cubicBezTo>
                  <a:cubicBezTo>
                    <a:pt x="37371" y="10154"/>
                    <a:pt x="32497" y="8851"/>
                    <a:pt x="25874" y="8851"/>
                  </a:cubicBezTo>
                  <a:cubicBezTo>
                    <a:pt x="19586" y="8851"/>
                    <a:pt x="14861" y="10154"/>
                    <a:pt x="11736" y="12721"/>
                  </a:cubicBezTo>
                  <a:cubicBezTo>
                    <a:pt x="8610" y="15325"/>
                    <a:pt x="7048" y="18413"/>
                    <a:pt x="7048" y="21985"/>
                  </a:cubicBezTo>
                  <a:cubicBezTo>
                    <a:pt x="7048" y="25557"/>
                    <a:pt x="8722" y="28720"/>
                    <a:pt x="12033" y="31473"/>
                  </a:cubicBezTo>
                  <a:cubicBezTo>
                    <a:pt x="15382" y="34226"/>
                    <a:pt x="20219" y="35566"/>
                    <a:pt x="26581" y="3556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87" name="Graphic 4">
            <a:extLst>
              <a:ext uri="{FF2B5EF4-FFF2-40B4-BE49-F238E27FC236}">
                <a16:creationId xmlns:a16="http://schemas.microsoft.com/office/drawing/2014/main" id="{223F7D52-8960-C656-4B20-C87D61A25C77}"/>
              </a:ext>
            </a:extLst>
          </p:cNvPr>
          <p:cNvGrpSpPr/>
          <p:nvPr/>
        </p:nvGrpSpPr>
        <p:grpSpPr>
          <a:xfrm>
            <a:off x="5288034" y="3210293"/>
            <a:ext cx="69279" cy="108151"/>
            <a:chOff x="4906217" y="3210293"/>
            <a:chExt cx="69279" cy="108151"/>
          </a:xfrm>
          <a:solidFill>
            <a:srgbClr val="000000"/>
          </a:solidFill>
        </p:grpSpPr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37FD7646-7B6A-24BB-AFFC-46276A01CCA6}"/>
                </a:ext>
              </a:extLst>
            </p:cNvPr>
            <p:cNvSpPr/>
            <p:nvPr/>
          </p:nvSpPr>
          <p:spPr>
            <a:xfrm>
              <a:off x="4906217" y="3262113"/>
              <a:ext cx="68163" cy="56331"/>
            </a:xfrm>
            <a:custGeom>
              <a:avLst/>
              <a:gdLst>
                <a:gd name="csX0" fmla="*/ 68633 w 68163"/>
                <a:gd name="csY0" fmla="*/ 56632 h 56331"/>
                <a:gd name="csX1" fmla="*/ 470 w 68163"/>
                <a:gd name="csY1" fmla="*/ 56632 h 56331"/>
                <a:gd name="csX2" fmla="*/ 470 w 68163"/>
                <a:gd name="csY2" fmla="*/ 33154 h 56331"/>
                <a:gd name="csX3" fmla="*/ 1437 w 68163"/>
                <a:gd name="csY3" fmla="*/ 21025 h 56331"/>
                <a:gd name="csX4" fmla="*/ 6312 w 68163"/>
                <a:gd name="csY4" fmla="*/ 11016 h 56331"/>
                <a:gd name="csX5" fmla="*/ 17957 w 68163"/>
                <a:gd name="csY5" fmla="*/ 2942 h 56331"/>
                <a:gd name="csX6" fmla="*/ 34180 w 68163"/>
                <a:gd name="csY6" fmla="*/ 300 h 56331"/>
                <a:gd name="csX7" fmla="*/ 47946 w 68163"/>
                <a:gd name="csY7" fmla="*/ 2086 h 56331"/>
                <a:gd name="csX8" fmla="*/ 57881 w 68163"/>
                <a:gd name="csY8" fmla="*/ 6737 h 56331"/>
                <a:gd name="csX9" fmla="*/ 64057 w 68163"/>
                <a:gd name="csY9" fmla="*/ 12951 h 56331"/>
                <a:gd name="csX10" fmla="*/ 67480 w 68163"/>
                <a:gd name="csY10" fmla="*/ 21099 h 56331"/>
                <a:gd name="csX11" fmla="*/ 68633 w 68163"/>
                <a:gd name="csY11" fmla="*/ 32038 h 56331"/>
                <a:gd name="csX12" fmla="*/ 68633 w 68163"/>
                <a:gd name="csY12" fmla="*/ 56632 h 56331"/>
                <a:gd name="csX13" fmla="*/ 60597 w 68163"/>
                <a:gd name="csY13" fmla="*/ 47628 h 56331"/>
                <a:gd name="csX14" fmla="*/ 60597 w 68163"/>
                <a:gd name="csY14" fmla="*/ 33080 h 56331"/>
                <a:gd name="csX15" fmla="*/ 59332 w 68163"/>
                <a:gd name="csY15" fmla="*/ 22476 h 56331"/>
                <a:gd name="csX16" fmla="*/ 55797 w 68163"/>
                <a:gd name="csY16" fmla="*/ 16374 h 56331"/>
                <a:gd name="csX17" fmla="*/ 47165 w 68163"/>
                <a:gd name="csY17" fmla="*/ 11388 h 56331"/>
                <a:gd name="csX18" fmla="*/ 34031 w 68163"/>
                <a:gd name="csY18" fmla="*/ 9602 h 56331"/>
                <a:gd name="csX19" fmla="*/ 17585 w 68163"/>
                <a:gd name="csY19" fmla="*/ 13100 h 56331"/>
                <a:gd name="csX20" fmla="*/ 9883 w 68163"/>
                <a:gd name="csY20" fmla="*/ 21620 h 56331"/>
                <a:gd name="csX21" fmla="*/ 8507 w 68163"/>
                <a:gd name="csY21" fmla="*/ 33303 h 56331"/>
                <a:gd name="csX22" fmla="*/ 8507 w 68163"/>
                <a:gd name="csY22" fmla="*/ 47628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633" y="56632"/>
                  </a:moveTo>
                  <a:lnTo>
                    <a:pt x="470" y="56632"/>
                  </a:lnTo>
                  <a:lnTo>
                    <a:pt x="470" y="33154"/>
                  </a:lnTo>
                  <a:cubicBezTo>
                    <a:pt x="470" y="27871"/>
                    <a:pt x="768" y="23815"/>
                    <a:pt x="1437" y="21025"/>
                  </a:cubicBezTo>
                  <a:cubicBezTo>
                    <a:pt x="2330" y="17118"/>
                    <a:pt x="3968" y="13769"/>
                    <a:pt x="6312" y="11016"/>
                  </a:cubicBezTo>
                  <a:cubicBezTo>
                    <a:pt x="9363" y="7444"/>
                    <a:pt x="13232" y="4728"/>
                    <a:pt x="17957" y="2942"/>
                  </a:cubicBezTo>
                  <a:cubicBezTo>
                    <a:pt x="22683" y="1156"/>
                    <a:pt x="28078" y="300"/>
                    <a:pt x="34180" y="300"/>
                  </a:cubicBezTo>
                  <a:cubicBezTo>
                    <a:pt x="39351" y="300"/>
                    <a:pt x="43928" y="896"/>
                    <a:pt x="47946" y="2086"/>
                  </a:cubicBezTo>
                  <a:cubicBezTo>
                    <a:pt x="51927" y="3314"/>
                    <a:pt x="55239" y="4840"/>
                    <a:pt x="57881" y="6737"/>
                  </a:cubicBezTo>
                  <a:cubicBezTo>
                    <a:pt x="60485" y="8635"/>
                    <a:pt x="62531" y="10718"/>
                    <a:pt x="64057" y="12951"/>
                  </a:cubicBezTo>
                  <a:cubicBezTo>
                    <a:pt x="65545" y="15220"/>
                    <a:pt x="66699" y="17899"/>
                    <a:pt x="67480" y="21099"/>
                  </a:cubicBezTo>
                  <a:cubicBezTo>
                    <a:pt x="68261" y="24262"/>
                    <a:pt x="68633" y="27908"/>
                    <a:pt x="68633" y="32038"/>
                  </a:cubicBezTo>
                  <a:lnTo>
                    <a:pt x="68633" y="56632"/>
                  </a:lnTo>
                  <a:moveTo>
                    <a:pt x="60597" y="47628"/>
                  </a:moveTo>
                  <a:lnTo>
                    <a:pt x="60597" y="33080"/>
                  </a:lnTo>
                  <a:cubicBezTo>
                    <a:pt x="60597" y="28578"/>
                    <a:pt x="60187" y="25043"/>
                    <a:pt x="59332" y="22476"/>
                  </a:cubicBezTo>
                  <a:cubicBezTo>
                    <a:pt x="58513" y="19946"/>
                    <a:pt x="57322" y="17899"/>
                    <a:pt x="55797" y="16374"/>
                  </a:cubicBezTo>
                  <a:cubicBezTo>
                    <a:pt x="53676" y="14216"/>
                    <a:pt x="50774" y="12579"/>
                    <a:pt x="47165" y="11388"/>
                  </a:cubicBezTo>
                  <a:cubicBezTo>
                    <a:pt x="43556" y="10197"/>
                    <a:pt x="39165" y="9602"/>
                    <a:pt x="34031" y="9602"/>
                  </a:cubicBezTo>
                  <a:cubicBezTo>
                    <a:pt x="26887" y="9602"/>
                    <a:pt x="21418" y="10755"/>
                    <a:pt x="17585" y="13100"/>
                  </a:cubicBezTo>
                  <a:cubicBezTo>
                    <a:pt x="13753" y="15444"/>
                    <a:pt x="11186" y="18271"/>
                    <a:pt x="9883" y="21620"/>
                  </a:cubicBezTo>
                  <a:cubicBezTo>
                    <a:pt x="8953" y="24038"/>
                    <a:pt x="8507" y="27945"/>
                    <a:pt x="8507" y="33303"/>
                  </a:cubicBezTo>
                  <a:lnTo>
                    <a:pt x="8507" y="4762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E71EB5E0-EA64-09B4-B928-FFC29FA25500}"/>
                </a:ext>
              </a:extLst>
            </p:cNvPr>
            <p:cNvSpPr/>
            <p:nvPr/>
          </p:nvSpPr>
          <p:spPr>
            <a:xfrm>
              <a:off x="4923853" y="3210293"/>
              <a:ext cx="51643" cy="43011"/>
            </a:xfrm>
            <a:custGeom>
              <a:avLst/>
              <a:gdLst>
                <a:gd name="csX0" fmla="*/ 32915 w 51643"/>
                <a:gd name="csY0" fmla="*/ 8516 h 43011"/>
                <a:gd name="csX1" fmla="*/ 33994 w 51643"/>
                <a:gd name="csY1" fmla="*/ 293 h 43011"/>
                <a:gd name="csX2" fmla="*/ 47314 w 51643"/>
                <a:gd name="csY2" fmla="*/ 7176 h 43011"/>
                <a:gd name="csX3" fmla="*/ 52113 w 51643"/>
                <a:gd name="csY3" fmla="*/ 20831 h 43011"/>
                <a:gd name="csX4" fmla="*/ 45491 w 51643"/>
                <a:gd name="csY4" fmla="*/ 37128 h 43011"/>
                <a:gd name="csX5" fmla="*/ 26478 w 51643"/>
                <a:gd name="csY5" fmla="*/ 43304 h 43011"/>
                <a:gd name="csX6" fmla="*/ 12488 w 51643"/>
                <a:gd name="csY6" fmla="*/ 40663 h 43011"/>
                <a:gd name="csX7" fmla="*/ 3484 w 51643"/>
                <a:gd name="csY7" fmla="*/ 32589 h 43011"/>
                <a:gd name="csX8" fmla="*/ 470 w 51643"/>
                <a:gd name="csY8" fmla="*/ 20794 h 43011"/>
                <a:gd name="csX9" fmla="*/ 4563 w 51643"/>
                <a:gd name="csY9" fmla="*/ 7623 h 43011"/>
                <a:gd name="csX10" fmla="*/ 16134 w 51643"/>
                <a:gd name="csY10" fmla="*/ 1074 h 43011"/>
                <a:gd name="csX11" fmla="*/ 17362 w 51643"/>
                <a:gd name="csY11" fmla="*/ 9223 h 43011"/>
                <a:gd name="csX12" fmla="*/ 9883 w 51643"/>
                <a:gd name="csY12" fmla="*/ 13316 h 43011"/>
                <a:gd name="csX13" fmla="*/ 7391 w 51643"/>
                <a:gd name="csY13" fmla="*/ 20459 h 43011"/>
                <a:gd name="csX14" fmla="*/ 11893 w 51643"/>
                <a:gd name="csY14" fmla="*/ 30728 h 43011"/>
                <a:gd name="csX15" fmla="*/ 26255 w 51643"/>
                <a:gd name="csY15" fmla="*/ 34710 h 43011"/>
                <a:gd name="csX16" fmla="*/ 40728 w 51643"/>
                <a:gd name="csY16" fmla="*/ 30877 h 43011"/>
                <a:gd name="csX17" fmla="*/ 45230 w 51643"/>
                <a:gd name="csY17" fmla="*/ 20943 h 43011"/>
                <a:gd name="csX18" fmla="*/ 42216 w 51643"/>
                <a:gd name="csY18" fmla="*/ 12720 h 43011"/>
                <a:gd name="csX19" fmla="*/ 32915 w 51643"/>
                <a:gd name="csY19" fmla="*/ 8516 h 43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1643" h="43011">
                  <a:moveTo>
                    <a:pt x="32915" y="8516"/>
                  </a:moveTo>
                  <a:lnTo>
                    <a:pt x="33994" y="293"/>
                  </a:lnTo>
                  <a:cubicBezTo>
                    <a:pt x="39649" y="1186"/>
                    <a:pt x="44077" y="3493"/>
                    <a:pt x="47314" y="7176"/>
                  </a:cubicBezTo>
                  <a:cubicBezTo>
                    <a:pt x="50514" y="10897"/>
                    <a:pt x="52113" y="15436"/>
                    <a:pt x="52113" y="20831"/>
                  </a:cubicBezTo>
                  <a:cubicBezTo>
                    <a:pt x="52113" y="27603"/>
                    <a:pt x="49918" y="33035"/>
                    <a:pt x="45491" y="37128"/>
                  </a:cubicBezTo>
                  <a:cubicBezTo>
                    <a:pt x="41063" y="41258"/>
                    <a:pt x="34738" y="43304"/>
                    <a:pt x="26478" y="43304"/>
                  </a:cubicBezTo>
                  <a:cubicBezTo>
                    <a:pt x="21157" y="43304"/>
                    <a:pt x="16469" y="42411"/>
                    <a:pt x="12488" y="40663"/>
                  </a:cubicBezTo>
                  <a:cubicBezTo>
                    <a:pt x="8507" y="38877"/>
                    <a:pt x="5493" y="36198"/>
                    <a:pt x="3484" y="32589"/>
                  </a:cubicBezTo>
                  <a:cubicBezTo>
                    <a:pt x="1475" y="28980"/>
                    <a:pt x="470" y="25036"/>
                    <a:pt x="470" y="20794"/>
                  </a:cubicBezTo>
                  <a:cubicBezTo>
                    <a:pt x="470" y="15436"/>
                    <a:pt x="1847" y="11046"/>
                    <a:pt x="4563" y="7623"/>
                  </a:cubicBezTo>
                  <a:cubicBezTo>
                    <a:pt x="7279" y="4237"/>
                    <a:pt x="11111" y="2042"/>
                    <a:pt x="16134" y="1074"/>
                  </a:cubicBezTo>
                  <a:lnTo>
                    <a:pt x="17362" y="9223"/>
                  </a:lnTo>
                  <a:cubicBezTo>
                    <a:pt x="14051" y="10004"/>
                    <a:pt x="11558" y="11344"/>
                    <a:pt x="9883" y="13316"/>
                  </a:cubicBezTo>
                  <a:cubicBezTo>
                    <a:pt x="8209" y="15288"/>
                    <a:pt x="7391" y="17669"/>
                    <a:pt x="7391" y="20459"/>
                  </a:cubicBezTo>
                  <a:cubicBezTo>
                    <a:pt x="7391" y="24701"/>
                    <a:pt x="8879" y="28124"/>
                    <a:pt x="11893" y="30728"/>
                  </a:cubicBezTo>
                  <a:cubicBezTo>
                    <a:pt x="14944" y="33370"/>
                    <a:pt x="19706" y="34710"/>
                    <a:pt x="26255" y="34710"/>
                  </a:cubicBezTo>
                  <a:cubicBezTo>
                    <a:pt x="32877" y="34710"/>
                    <a:pt x="37714" y="33445"/>
                    <a:pt x="40728" y="30877"/>
                  </a:cubicBezTo>
                  <a:cubicBezTo>
                    <a:pt x="43742" y="28347"/>
                    <a:pt x="45230" y="25036"/>
                    <a:pt x="45230" y="20943"/>
                  </a:cubicBezTo>
                  <a:cubicBezTo>
                    <a:pt x="45230" y="17632"/>
                    <a:pt x="44226" y="14915"/>
                    <a:pt x="42216" y="12720"/>
                  </a:cubicBezTo>
                  <a:cubicBezTo>
                    <a:pt x="40207" y="10488"/>
                    <a:pt x="37082" y="9111"/>
                    <a:pt x="32915" y="851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90" name="Graphic 4">
            <a:extLst>
              <a:ext uri="{FF2B5EF4-FFF2-40B4-BE49-F238E27FC236}">
                <a16:creationId xmlns:a16="http://schemas.microsoft.com/office/drawing/2014/main" id="{578D5D57-A1ED-454A-91D0-12F856B02285}"/>
              </a:ext>
            </a:extLst>
          </p:cNvPr>
          <p:cNvGrpSpPr/>
          <p:nvPr/>
        </p:nvGrpSpPr>
        <p:grpSpPr>
          <a:xfrm>
            <a:off x="5363193" y="3217195"/>
            <a:ext cx="70544" cy="130457"/>
            <a:chOff x="4981376" y="3217195"/>
            <a:chExt cx="70544" cy="130457"/>
          </a:xfrm>
          <a:solidFill>
            <a:srgbClr val="000000"/>
          </a:solidFill>
        </p:grpSpPr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89EA6411-4F8F-F487-C303-36EA1A16C78A}"/>
                </a:ext>
              </a:extLst>
            </p:cNvPr>
            <p:cNvSpPr/>
            <p:nvPr/>
          </p:nvSpPr>
          <p:spPr>
            <a:xfrm>
              <a:off x="4981376" y="3282465"/>
              <a:ext cx="70544" cy="65186"/>
            </a:xfrm>
            <a:custGeom>
              <a:avLst/>
              <a:gdLst>
                <a:gd name="csX0" fmla="*/ 36681 w 70544"/>
                <a:gd name="csY0" fmla="*/ 65490 h 65186"/>
                <a:gd name="csX1" fmla="*/ 10078 w 70544"/>
                <a:gd name="csY1" fmla="*/ 56374 h 65186"/>
                <a:gd name="csX2" fmla="*/ 478 w 70544"/>
                <a:gd name="csY2" fmla="*/ 32859 h 65186"/>
                <a:gd name="csX3" fmla="*/ 4980 w 70544"/>
                <a:gd name="csY3" fmla="*/ 15818 h 65186"/>
                <a:gd name="csX4" fmla="*/ 17556 w 70544"/>
                <a:gd name="csY4" fmla="*/ 4284 h 65186"/>
                <a:gd name="csX5" fmla="*/ 35862 w 70544"/>
                <a:gd name="csY5" fmla="*/ 303 h 65186"/>
                <a:gd name="csX6" fmla="*/ 54428 w 70544"/>
                <a:gd name="csY6" fmla="*/ 4470 h 65186"/>
                <a:gd name="csX7" fmla="*/ 66818 w 70544"/>
                <a:gd name="csY7" fmla="*/ 16339 h 65186"/>
                <a:gd name="csX8" fmla="*/ 71023 w 70544"/>
                <a:gd name="csY8" fmla="*/ 32896 h 65186"/>
                <a:gd name="csX9" fmla="*/ 66372 w 70544"/>
                <a:gd name="csY9" fmla="*/ 50086 h 65186"/>
                <a:gd name="csX10" fmla="*/ 53684 w 70544"/>
                <a:gd name="csY10" fmla="*/ 61583 h 65186"/>
                <a:gd name="csX11" fmla="*/ 36681 w 70544"/>
                <a:gd name="csY11" fmla="*/ 65490 h 65186"/>
                <a:gd name="csX12" fmla="*/ 36792 w 70544"/>
                <a:gd name="csY12" fmla="*/ 56188 h 65186"/>
                <a:gd name="csX13" fmla="*/ 56214 w 70544"/>
                <a:gd name="csY13" fmla="*/ 49565 h 65186"/>
                <a:gd name="csX14" fmla="*/ 63321 w 70544"/>
                <a:gd name="csY14" fmla="*/ 32934 h 65186"/>
                <a:gd name="csX15" fmla="*/ 56140 w 70544"/>
                <a:gd name="csY15" fmla="*/ 16191 h 65186"/>
                <a:gd name="csX16" fmla="*/ 35825 w 70544"/>
                <a:gd name="csY16" fmla="*/ 9605 h 65186"/>
                <a:gd name="csX17" fmla="*/ 21277 w 70544"/>
                <a:gd name="csY17" fmla="*/ 12395 h 65186"/>
                <a:gd name="csX18" fmla="*/ 11677 w 70544"/>
                <a:gd name="csY18" fmla="*/ 20655 h 65186"/>
                <a:gd name="csX19" fmla="*/ 8254 w 70544"/>
                <a:gd name="csY19" fmla="*/ 32785 h 65186"/>
                <a:gd name="csX20" fmla="*/ 14840 w 70544"/>
                <a:gd name="csY20" fmla="*/ 49305 h 65186"/>
                <a:gd name="csX21" fmla="*/ 36792 w 70544"/>
                <a:gd name="csY21" fmla="*/ 56188 h 65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0544" h="65186">
                  <a:moveTo>
                    <a:pt x="36681" y="65490"/>
                  </a:moveTo>
                  <a:cubicBezTo>
                    <a:pt x="25332" y="65490"/>
                    <a:pt x="16477" y="62476"/>
                    <a:pt x="10078" y="56374"/>
                  </a:cubicBezTo>
                  <a:cubicBezTo>
                    <a:pt x="3678" y="50309"/>
                    <a:pt x="478" y="42459"/>
                    <a:pt x="478" y="32859"/>
                  </a:cubicBezTo>
                  <a:cubicBezTo>
                    <a:pt x="478" y="26571"/>
                    <a:pt x="1966" y="20879"/>
                    <a:pt x="4980" y="15818"/>
                  </a:cubicBezTo>
                  <a:cubicBezTo>
                    <a:pt x="7994" y="10758"/>
                    <a:pt x="12198" y="6926"/>
                    <a:pt x="17556" y="4284"/>
                  </a:cubicBezTo>
                  <a:cubicBezTo>
                    <a:pt x="22951" y="1605"/>
                    <a:pt x="29053" y="303"/>
                    <a:pt x="35862" y="303"/>
                  </a:cubicBezTo>
                  <a:cubicBezTo>
                    <a:pt x="42782" y="303"/>
                    <a:pt x="48959" y="1680"/>
                    <a:pt x="54428" y="4470"/>
                  </a:cubicBezTo>
                  <a:cubicBezTo>
                    <a:pt x="59898" y="7261"/>
                    <a:pt x="64028" y="11242"/>
                    <a:pt x="66818" y="16339"/>
                  </a:cubicBezTo>
                  <a:cubicBezTo>
                    <a:pt x="69646" y="21437"/>
                    <a:pt x="71023" y="26981"/>
                    <a:pt x="71023" y="32896"/>
                  </a:cubicBezTo>
                  <a:cubicBezTo>
                    <a:pt x="71023" y="39296"/>
                    <a:pt x="69497" y="45063"/>
                    <a:pt x="66372" y="50086"/>
                  </a:cubicBezTo>
                  <a:cubicBezTo>
                    <a:pt x="63284" y="55146"/>
                    <a:pt x="59042" y="58979"/>
                    <a:pt x="53684" y="61583"/>
                  </a:cubicBezTo>
                  <a:cubicBezTo>
                    <a:pt x="48326" y="64188"/>
                    <a:pt x="42634" y="65490"/>
                    <a:pt x="36681" y="65490"/>
                  </a:cubicBezTo>
                  <a:moveTo>
                    <a:pt x="36792" y="56188"/>
                  </a:moveTo>
                  <a:cubicBezTo>
                    <a:pt x="45015" y="56188"/>
                    <a:pt x="51489" y="53993"/>
                    <a:pt x="56214" y="49565"/>
                  </a:cubicBezTo>
                  <a:cubicBezTo>
                    <a:pt x="60940" y="45138"/>
                    <a:pt x="63321" y="39594"/>
                    <a:pt x="63321" y="32934"/>
                  </a:cubicBezTo>
                  <a:cubicBezTo>
                    <a:pt x="63321" y="26162"/>
                    <a:pt x="60940" y="20581"/>
                    <a:pt x="56140" y="16191"/>
                  </a:cubicBezTo>
                  <a:cubicBezTo>
                    <a:pt x="51377" y="11800"/>
                    <a:pt x="44606" y="9605"/>
                    <a:pt x="35825" y="9605"/>
                  </a:cubicBezTo>
                  <a:cubicBezTo>
                    <a:pt x="30281" y="9605"/>
                    <a:pt x="25444" y="10535"/>
                    <a:pt x="21277" y="12395"/>
                  </a:cubicBezTo>
                  <a:cubicBezTo>
                    <a:pt x="17147" y="14293"/>
                    <a:pt x="13947" y="17046"/>
                    <a:pt x="11677" y="20655"/>
                  </a:cubicBezTo>
                  <a:cubicBezTo>
                    <a:pt x="9371" y="24264"/>
                    <a:pt x="8254" y="28320"/>
                    <a:pt x="8254" y="32785"/>
                  </a:cubicBezTo>
                  <a:cubicBezTo>
                    <a:pt x="8254" y="39184"/>
                    <a:pt x="10450" y="44691"/>
                    <a:pt x="14840" y="49305"/>
                  </a:cubicBezTo>
                  <a:cubicBezTo>
                    <a:pt x="19230" y="53881"/>
                    <a:pt x="26523" y="56188"/>
                    <a:pt x="36792" y="561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1171C901-320B-5E44-67B3-2455F2EFAEB8}"/>
                </a:ext>
              </a:extLst>
            </p:cNvPr>
            <p:cNvSpPr/>
            <p:nvPr/>
          </p:nvSpPr>
          <p:spPr>
            <a:xfrm>
              <a:off x="4982603" y="3217195"/>
              <a:ext cx="68163" cy="53726"/>
            </a:xfrm>
            <a:custGeom>
              <a:avLst/>
              <a:gdLst>
                <a:gd name="csX0" fmla="*/ 68641 w 68163"/>
                <a:gd name="csY0" fmla="*/ 54022 h 53726"/>
                <a:gd name="csX1" fmla="*/ 478 w 68163"/>
                <a:gd name="csY1" fmla="*/ 54022 h 53726"/>
                <a:gd name="csX2" fmla="*/ 478 w 68163"/>
                <a:gd name="csY2" fmla="*/ 44758 h 53726"/>
                <a:gd name="csX3" fmla="*/ 53982 w 68163"/>
                <a:gd name="csY3" fmla="*/ 8965 h 53726"/>
                <a:gd name="csX4" fmla="*/ 478 w 68163"/>
                <a:gd name="csY4" fmla="*/ 8965 h 53726"/>
                <a:gd name="csX5" fmla="*/ 478 w 68163"/>
                <a:gd name="csY5" fmla="*/ 295 h 53726"/>
                <a:gd name="csX6" fmla="*/ 68641 w 68163"/>
                <a:gd name="csY6" fmla="*/ 295 h 53726"/>
                <a:gd name="csX7" fmla="*/ 68641 w 68163"/>
                <a:gd name="csY7" fmla="*/ 9560 h 53726"/>
                <a:gd name="csX8" fmla="*/ 15063 w 68163"/>
                <a:gd name="csY8" fmla="*/ 45353 h 53726"/>
                <a:gd name="csX9" fmla="*/ 68641 w 68163"/>
                <a:gd name="csY9" fmla="*/ 45353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41" y="54022"/>
                  </a:moveTo>
                  <a:lnTo>
                    <a:pt x="478" y="54022"/>
                  </a:lnTo>
                  <a:lnTo>
                    <a:pt x="478" y="44758"/>
                  </a:lnTo>
                  <a:lnTo>
                    <a:pt x="53982" y="8965"/>
                  </a:lnTo>
                  <a:lnTo>
                    <a:pt x="478" y="8965"/>
                  </a:lnTo>
                  <a:lnTo>
                    <a:pt x="478" y="295"/>
                  </a:lnTo>
                  <a:lnTo>
                    <a:pt x="68641" y="295"/>
                  </a:lnTo>
                  <a:lnTo>
                    <a:pt x="68641" y="9560"/>
                  </a:lnTo>
                  <a:lnTo>
                    <a:pt x="15063" y="45353"/>
                  </a:lnTo>
                  <a:lnTo>
                    <a:pt x="68641" y="4535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93" name="Graphic 4">
            <a:extLst>
              <a:ext uri="{FF2B5EF4-FFF2-40B4-BE49-F238E27FC236}">
                <a16:creationId xmlns:a16="http://schemas.microsoft.com/office/drawing/2014/main" id="{F298A62A-7F02-61F4-EC3C-24B01C09CF7E}"/>
              </a:ext>
            </a:extLst>
          </p:cNvPr>
          <p:cNvGrpSpPr/>
          <p:nvPr/>
        </p:nvGrpSpPr>
        <p:grpSpPr>
          <a:xfrm>
            <a:off x="5440769" y="3215521"/>
            <a:ext cx="68163" cy="245910"/>
            <a:chOff x="5058952" y="3215521"/>
            <a:chExt cx="68163" cy="245910"/>
          </a:xfrm>
          <a:solidFill>
            <a:srgbClr val="000000"/>
          </a:solidFill>
        </p:grpSpPr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71D29B77-760D-1A3C-5AE5-DEAC68705363}"/>
                </a:ext>
              </a:extLst>
            </p:cNvPr>
            <p:cNvSpPr/>
            <p:nvPr/>
          </p:nvSpPr>
          <p:spPr>
            <a:xfrm>
              <a:off x="5058952" y="3407704"/>
              <a:ext cx="68163" cy="53726"/>
            </a:xfrm>
            <a:custGeom>
              <a:avLst/>
              <a:gdLst>
                <a:gd name="csX0" fmla="*/ 68649 w 68163"/>
                <a:gd name="csY0" fmla="*/ 54042 h 53726"/>
                <a:gd name="csX1" fmla="*/ 486 w 68163"/>
                <a:gd name="csY1" fmla="*/ 54042 h 53726"/>
                <a:gd name="csX2" fmla="*/ 486 w 68163"/>
                <a:gd name="csY2" fmla="*/ 44778 h 53726"/>
                <a:gd name="csX3" fmla="*/ 53990 w 68163"/>
                <a:gd name="csY3" fmla="*/ 8985 h 53726"/>
                <a:gd name="csX4" fmla="*/ 486 w 68163"/>
                <a:gd name="csY4" fmla="*/ 8985 h 53726"/>
                <a:gd name="csX5" fmla="*/ 486 w 68163"/>
                <a:gd name="csY5" fmla="*/ 315 h 53726"/>
                <a:gd name="csX6" fmla="*/ 68649 w 68163"/>
                <a:gd name="csY6" fmla="*/ 315 h 53726"/>
                <a:gd name="csX7" fmla="*/ 68649 w 68163"/>
                <a:gd name="csY7" fmla="*/ 9580 h 53726"/>
                <a:gd name="csX8" fmla="*/ 15071 w 68163"/>
                <a:gd name="csY8" fmla="*/ 45373 h 53726"/>
                <a:gd name="csX9" fmla="*/ 68649 w 68163"/>
                <a:gd name="csY9" fmla="*/ 45373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49" y="54042"/>
                  </a:moveTo>
                  <a:lnTo>
                    <a:pt x="486" y="54042"/>
                  </a:lnTo>
                  <a:lnTo>
                    <a:pt x="486" y="44778"/>
                  </a:lnTo>
                  <a:lnTo>
                    <a:pt x="53990" y="8985"/>
                  </a:lnTo>
                  <a:lnTo>
                    <a:pt x="486" y="8985"/>
                  </a:lnTo>
                  <a:lnTo>
                    <a:pt x="486" y="315"/>
                  </a:lnTo>
                  <a:lnTo>
                    <a:pt x="68649" y="315"/>
                  </a:lnTo>
                  <a:lnTo>
                    <a:pt x="68649" y="9580"/>
                  </a:lnTo>
                  <a:lnTo>
                    <a:pt x="15071" y="45373"/>
                  </a:lnTo>
                  <a:lnTo>
                    <a:pt x="68649" y="4537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F733EAB5-FECF-C254-9A3E-497FCC4DD178}"/>
                </a:ext>
              </a:extLst>
            </p:cNvPr>
            <p:cNvSpPr/>
            <p:nvPr/>
          </p:nvSpPr>
          <p:spPr>
            <a:xfrm>
              <a:off x="5058952" y="3350340"/>
              <a:ext cx="68163" cy="42564"/>
            </a:xfrm>
            <a:custGeom>
              <a:avLst/>
              <a:gdLst>
                <a:gd name="csX0" fmla="*/ 68649 w 68163"/>
                <a:gd name="csY0" fmla="*/ 42873 h 42564"/>
                <a:gd name="csX1" fmla="*/ 486 w 68163"/>
                <a:gd name="csY1" fmla="*/ 42873 h 42564"/>
                <a:gd name="csX2" fmla="*/ 486 w 68163"/>
                <a:gd name="csY2" fmla="*/ 33869 h 42564"/>
                <a:gd name="csX3" fmla="*/ 60613 w 68163"/>
                <a:gd name="csY3" fmla="*/ 33869 h 42564"/>
                <a:gd name="csX4" fmla="*/ 60613 w 68163"/>
                <a:gd name="csY4" fmla="*/ 308 h 42564"/>
                <a:gd name="csX5" fmla="*/ 68649 w 68163"/>
                <a:gd name="csY5" fmla="*/ 308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649" y="42873"/>
                  </a:moveTo>
                  <a:lnTo>
                    <a:pt x="486" y="42873"/>
                  </a:lnTo>
                  <a:lnTo>
                    <a:pt x="486" y="33869"/>
                  </a:lnTo>
                  <a:lnTo>
                    <a:pt x="60613" y="33869"/>
                  </a:lnTo>
                  <a:lnTo>
                    <a:pt x="60613" y="308"/>
                  </a:lnTo>
                  <a:lnTo>
                    <a:pt x="68649" y="30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09C5CD32-C9FF-0C52-A31A-786544C7CECD}"/>
                </a:ext>
              </a:extLst>
            </p:cNvPr>
            <p:cNvSpPr/>
            <p:nvPr/>
          </p:nvSpPr>
          <p:spPr>
            <a:xfrm>
              <a:off x="5058952" y="3290670"/>
              <a:ext cx="68163" cy="54024"/>
            </a:xfrm>
            <a:custGeom>
              <a:avLst/>
              <a:gdLst>
                <a:gd name="csX0" fmla="*/ 68649 w 68163"/>
                <a:gd name="csY0" fmla="*/ 31854 h 54024"/>
                <a:gd name="csX1" fmla="*/ 8523 w 68163"/>
                <a:gd name="csY1" fmla="*/ 31854 h 54024"/>
                <a:gd name="csX2" fmla="*/ 8523 w 68163"/>
                <a:gd name="csY2" fmla="*/ 54327 h 54024"/>
                <a:gd name="csX3" fmla="*/ 486 w 68163"/>
                <a:gd name="csY3" fmla="*/ 54327 h 54024"/>
                <a:gd name="csX4" fmla="*/ 486 w 68163"/>
                <a:gd name="csY4" fmla="*/ 303 h 54024"/>
                <a:gd name="csX5" fmla="*/ 8523 w 68163"/>
                <a:gd name="csY5" fmla="*/ 303 h 54024"/>
                <a:gd name="csX6" fmla="*/ 8523 w 68163"/>
                <a:gd name="csY6" fmla="*/ 22850 h 54024"/>
                <a:gd name="csX7" fmla="*/ 68649 w 68163"/>
                <a:gd name="csY7" fmla="*/ 22850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649" y="31854"/>
                  </a:moveTo>
                  <a:lnTo>
                    <a:pt x="8523" y="31854"/>
                  </a:lnTo>
                  <a:lnTo>
                    <a:pt x="8523" y="54327"/>
                  </a:lnTo>
                  <a:lnTo>
                    <a:pt x="486" y="54327"/>
                  </a:lnTo>
                  <a:lnTo>
                    <a:pt x="486" y="303"/>
                  </a:lnTo>
                  <a:lnTo>
                    <a:pt x="8523" y="303"/>
                  </a:lnTo>
                  <a:lnTo>
                    <a:pt x="8523" y="22850"/>
                  </a:lnTo>
                  <a:lnTo>
                    <a:pt x="68649" y="2285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573D8708-4F93-37C9-4186-2B514C2AC8E8}"/>
                </a:ext>
              </a:extLst>
            </p:cNvPr>
            <p:cNvSpPr/>
            <p:nvPr/>
          </p:nvSpPr>
          <p:spPr>
            <a:xfrm>
              <a:off x="5076588" y="3215521"/>
              <a:ext cx="50527" cy="66935"/>
            </a:xfrm>
            <a:custGeom>
              <a:avLst/>
              <a:gdLst>
                <a:gd name="csX0" fmla="*/ 51013 w 50527"/>
                <a:gd name="csY0" fmla="*/ 67232 h 66935"/>
                <a:gd name="csX1" fmla="*/ 1602 w 50527"/>
                <a:gd name="csY1" fmla="*/ 67232 h 66935"/>
                <a:gd name="csX2" fmla="*/ 1602 w 50527"/>
                <a:gd name="csY2" fmla="*/ 59753 h 66935"/>
                <a:gd name="csX3" fmla="*/ 8560 w 50527"/>
                <a:gd name="csY3" fmla="*/ 59753 h 66935"/>
                <a:gd name="csX4" fmla="*/ 2719 w 50527"/>
                <a:gd name="csY4" fmla="*/ 53577 h 66935"/>
                <a:gd name="csX5" fmla="*/ 486 w 50527"/>
                <a:gd name="csY5" fmla="*/ 44759 h 66935"/>
                <a:gd name="csX6" fmla="*/ 2793 w 50527"/>
                <a:gd name="csY6" fmla="*/ 35792 h 66935"/>
                <a:gd name="csX7" fmla="*/ 9155 w 50527"/>
                <a:gd name="csY7" fmla="*/ 30806 h 66935"/>
                <a:gd name="csX8" fmla="*/ 486 w 50527"/>
                <a:gd name="csY8" fmla="*/ 15551 h 66935"/>
                <a:gd name="csX9" fmla="*/ 4579 w 50527"/>
                <a:gd name="csY9" fmla="*/ 4278 h 66935"/>
                <a:gd name="csX10" fmla="*/ 17118 w 50527"/>
                <a:gd name="csY10" fmla="*/ 296 h 66935"/>
                <a:gd name="csX11" fmla="*/ 51013 w 50527"/>
                <a:gd name="csY11" fmla="*/ 296 h 66935"/>
                <a:gd name="csX12" fmla="*/ 51013 w 50527"/>
                <a:gd name="csY12" fmla="*/ 8631 h 66935"/>
                <a:gd name="csX13" fmla="*/ 19908 w 50527"/>
                <a:gd name="csY13" fmla="*/ 8631 h 66935"/>
                <a:gd name="csX14" fmla="*/ 12653 w 50527"/>
                <a:gd name="csY14" fmla="*/ 9449 h 66935"/>
                <a:gd name="csX15" fmla="*/ 9118 w 50527"/>
                <a:gd name="csY15" fmla="*/ 12426 h 66935"/>
                <a:gd name="csX16" fmla="*/ 7779 w 50527"/>
                <a:gd name="csY16" fmla="*/ 17412 h 66935"/>
                <a:gd name="csX17" fmla="*/ 11239 w 50527"/>
                <a:gd name="csY17" fmla="*/ 26081 h 66935"/>
                <a:gd name="csX18" fmla="*/ 22327 w 50527"/>
                <a:gd name="csY18" fmla="*/ 29541 h 66935"/>
                <a:gd name="csX19" fmla="*/ 51013 w 50527"/>
                <a:gd name="csY19" fmla="*/ 29541 h 66935"/>
                <a:gd name="csX20" fmla="*/ 51013 w 50527"/>
                <a:gd name="csY20" fmla="*/ 37876 h 66935"/>
                <a:gd name="csX21" fmla="*/ 18941 w 50527"/>
                <a:gd name="csY21" fmla="*/ 37876 h 66935"/>
                <a:gd name="csX22" fmla="*/ 10532 w 50527"/>
                <a:gd name="csY22" fmla="*/ 39922 h 66935"/>
                <a:gd name="csX23" fmla="*/ 7779 w 50527"/>
                <a:gd name="csY23" fmla="*/ 46619 h 66935"/>
                <a:gd name="csX24" fmla="*/ 9639 w 50527"/>
                <a:gd name="csY24" fmla="*/ 53168 h 66935"/>
                <a:gd name="csX25" fmla="*/ 15071 w 50527"/>
                <a:gd name="csY25" fmla="*/ 57521 h 66935"/>
                <a:gd name="csX26" fmla="*/ 25378 w 50527"/>
                <a:gd name="csY26" fmla="*/ 58860 h 66935"/>
                <a:gd name="csX27" fmla="*/ 51013 w 50527"/>
                <a:gd name="csY27" fmla="*/ 58860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1013" y="67232"/>
                  </a:moveTo>
                  <a:lnTo>
                    <a:pt x="1602" y="67232"/>
                  </a:lnTo>
                  <a:lnTo>
                    <a:pt x="1602" y="59753"/>
                  </a:lnTo>
                  <a:lnTo>
                    <a:pt x="8560" y="59753"/>
                  </a:lnTo>
                  <a:cubicBezTo>
                    <a:pt x="6142" y="58191"/>
                    <a:pt x="4170" y="56144"/>
                    <a:pt x="2719" y="53577"/>
                  </a:cubicBezTo>
                  <a:cubicBezTo>
                    <a:pt x="1230" y="51010"/>
                    <a:pt x="486" y="48070"/>
                    <a:pt x="486" y="44759"/>
                  </a:cubicBezTo>
                  <a:cubicBezTo>
                    <a:pt x="486" y="41113"/>
                    <a:pt x="1267" y="38136"/>
                    <a:pt x="2793" y="35792"/>
                  </a:cubicBezTo>
                  <a:cubicBezTo>
                    <a:pt x="4318" y="33448"/>
                    <a:pt x="6439" y="31774"/>
                    <a:pt x="9155" y="30806"/>
                  </a:cubicBezTo>
                  <a:cubicBezTo>
                    <a:pt x="3388" y="26937"/>
                    <a:pt x="486" y="21839"/>
                    <a:pt x="486" y="15551"/>
                  </a:cubicBezTo>
                  <a:cubicBezTo>
                    <a:pt x="486" y="10677"/>
                    <a:pt x="1863" y="6919"/>
                    <a:pt x="4579" y="4278"/>
                  </a:cubicBezTo>
                  <a:cubicBezTo>
                    <a:pt x="7295" y="1636"/>
                    <a:pt x="11462" y="296"/>
                    <a:pt x="17118" y="296"/>
                  </a:cubicBezTo>
                  <a:lnTo>
                    <a:pt x="51013" y="296"/>
                  </a:lnTo>
                  <a:lnTo>
                    <a:pt x="51013" y="8631"/>
                  </a:lnTo>
                  <a:lnTo>
                    <a:pt x="19908" y="8631"/>
                  </a:lnTo>
                  <a:cubicBezTo>
                    <a:pt x="16560" y="8631"/>
                    <a:pt x="14141" y="8928"/>
                    <a:pt x="12653" y="9449"/>
                  </a:cubicBezTo>
                  <a:cubicBezTo>
                    <a:pt x="11202" y="10007"/>
                    <a:pt x="10011" y="10975"/>
                    <a:pt x="9118" y="12426"/>
                  </a:cubicBezTo>
                  <a:cubicBezTo>
                    <a:pt x="8225" y="13840"/>
                    <a:pt x="7779" y="15514"/>
                    <a:pt x="7779" y="17412"/>
                  </a:cubicBezTo>
                  <a:cubicBezTo>
                    <a:pt x="7779" y="20909"/>
                    <a:pt x="8932" y="23774"/>
                    <a:pt x="11239" y="26081"/>
                  </a:cubicBezTo>
                  <a:cubicBezTo>
                    <a:pt x="13546" y="28388"/>
                    <a:pt x="17229" y="29541"/>
                    <a:pt x="22327" y="29541"/>
                  </a:cubicBezTo>
                  <a:lnTo>
                    <a:pt x="51013" y="29541"/>
                  </a:lnTo>
                  <a:lnTo>
                    <a:pt x="51013" y="37876"/>
                  </a:lnTo>
                  <a:lnTo>
                    <a:pt x="18941" y="37876"/>
                  </a:lnTo>
                  <a:cubicBezTo>
                    <a:pt x="15220" y="37876"/>
                    <a:pt x="12430" y="38582"/>
                    <a:pt x="10532" y="39922"/>
                  </a:cubicBezTo>
                  <a:cubicBezTo>
                    <a:pt x="8709" y="41299"/>
                    <a:pt x="7779" y="43531"/>
                    <a:pt x="7779" y="46619"/>
                  </a:cubicBezTo>
                  <a:cubicBezTo>
                    <a:pt x="7779" y="49000"/>
                    <a:pt x="8374" y="51158"/>
                    <a:pt x="9639" y="53168"/>
                  </a:cubicBezTo>
                  <a:cubicBezTo>
                    <a:pt x="10867" y="55177"/>
                    <a:pt x="12690" y="56628"/>
                    <a:pt x="15071" y="57521"/>
                  </a:cubicBezTo>
                  <a:cubicBezTo>
                    <a:pt x="17453" y="58414"/>
                    <a:pt x="20876" y="58860"/>
                    <a:pt x="25378" y="58860"/>
                  </a:cubicBezTo>
                  <a:lnTo>
                    <a:pt x="51013" y="588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98" name="Graphic 4">
            <a:extLst>
              <a:ext uri="{FF2B5EF4-FFF2-40B4-BE49-F238E27FC236}">
                <a16:creationId xmlns:a16="http://schemas.microsoft.com/office/drawing/2014/main" id="{0E98CEF0-9684-7D9B-C030-50C75D2E9600}"/>
              </a:ext>
            </a:extLst>
          </p:cNvPr>
          <p:cNvGrpSpPr/>
          <p:nvPr/>
        </p:nvGrpSpPr>
        <p:grpSpPr>
          <a:xfrm>
            <a:off x="5517155" y="3211298"/>
            <a:ext cx="68163" cy="117788"/>
            <a:chOff x="5135338" y="3211298"/>
            <a:chExt cx="68163" cy="117788"/>
          </a:xfrm>
          <a:solidFill>
            <a:srgbClr val="000000"/>
          </a:solidFill>
        </p:grpSpPr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3600D230-9F9C-5782-91B6-428F1AF32CDA}"/>
                </a:ext>
              </a:extLst>
            </p:cNvPr>
            <p:cNvSpPr/>
            <p:nvPr/>
          </p:nvSpPr>
          <p:spPr>
            <a:xfrm>
              <a:off x="5135338" y="3275359"/>
              <a:ext cx="68163" cy="53726"/>
            </a:xfrm>
            <a:custGeom>
              <a:avLst/>
              <a:gdLst>
                <a:gd name="csX0" fmla="*/ 68657 w 68163"/>
                <a:gd name="csY0" fmla="*/ 54028 h 53726"/>
                <a:gd name="csX1" fmla="*/ 494 w 68163"/>
                <a:gd name="csY1" fmla="*/ 54028 h 53726"/>
                <a:gd name="csX2" fmla="*/ 494 w 68163"/>
                <a:gd name="csY2" fmla="*/ 44764 h 53726"/>
                <a:gd name="csX3" fmla="*/ 53998 w 68163"/>
                <a:gd name="csY3" fmla="*/ 8971 h 53726"/>
                <a:gd name="csX4" fmla="*/ 494 w 68163"/>
                <a:gd name="csY4" fmla="*/ 8971 h 53726"/>
                <a:gd name="csX5" fmla="*/ 494 w 68163"/>
                <a:gd name="csY5" fmla="*/ 301 h 53726"/>
                <a:gd name="csX6" fmla="*/ 68657 w 68163"/>
                <a:gd name="csY6" fmla="*/ 301 h 53726"/>
                <a:gd name="csX7" fmla="*/ 68657 w 68163"/>
                <a:gd name="csY7" fmla="*/ 9566 h 53726"/>
                <a:gd name="csX8" fmla="*/ 15079 w 68163"/>
                <a:gd name="csY8" fmla="*/ 45359 h 53726"/>
                <a:gd name="csX9" fmla="*/ 68657 w 68163"/>
                <a:gd name="csY9" fmla="*/ 45359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57" y="54028"/>
                  </a:moveTo>
                  <a:lnTo>
                    <a:pt x="494" y="54028"/>
                  </a:lnTo>
                  <a:lnTo>
                    <a:pt x="494" y="44764"/>
                  </a:lnTo>
                  <a:lnTo>
                    <a:pt x="53998" y="8971"/>
                  </a:lnTo>
                  <a:lnTo>
                    <a:pt x="494" y="8971"/>
                  </a:lnTo>
                  <a:lnTo>
                    <a:pt x="494" y="301"/>
                  </a:lnTo>
                  <a:lnTo>
                    <a:pt x="68657" y="301"/>
                  </a:lnTo>
                  <a:lnTo>
                    <a:pt x="68657" y="9566"/>
                  </a:lnTo>
                  <a:lnTo>
                    <a:pt x="15079" y="45359"/>
                  </a:lnTo>
                  <a:lnTo>
                    <a:pt x="68657" y="4535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87F1F0B6-5355-5246-4D6E-A2D9FBF42F39}"/>
                </a:ext>
              </a:extLst>
            </p:cNvPr>
            <p:cNvSpPr/>
            <p:nvPr/>
          </p:nvSpPr>
          <p:spPr>
            <a:xfrm>
              <a:off x="5135338" y="3211298"/>
              <a:ext cx="68163" cy="54024"/>
            </a:xfrm>
            <a:custGeom>
              <a:avLst/>
              <a:gdLst>
                <a:gd name="csX0" fmla="*/ 68657 w 68163"/>
                <a:gd name="csY0" fmla="*/ 31846 h 54024"/>
                <a:gd name="csX1" fmla="*/ 8531 w 68163"/>
                <a:gd name="csY1" fmla="*/ 31846 h 54024"/>
                <a:gd name="csX2" fmla="*/ 8531 w 68163"/>
                <a:gd name="csY2" fmla="*/ 54319 h 54024"/>
                <a:gd name="csX3" fmla="*/ 494 w 68163"/>
                <a:gd name="csY3" fmla="*/ 54319 h 54024"/>
                <a:gd name="csX4" fmla="*/ 494 w 68163"/>
                <a:gd name="csY4" fmla="*/ 294 h 54024"/>
                <a:gd name="csX5" fmla="*/ 8531 w 68163"/>
                <a:gd name="csY5" fmla="*/ 294 h 54024"/>
                <a:gd name="csX6" fmla="*/ 8531 w 68163"/>
                <a:gd name="csY6" fmla="*/ 22842 h 54024"/>
                <a:gd name="csX7" fmla="*/ 68657 w 68163"/>
                <a:gd name="csY7" fmla="*/ 22842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657" y="31846"/>
                  </a:moveTo>
                  <a:lnTo>
                    <a:pt x="8531" y="31846"/>
                  </a:lnTo>
                  <a:lnTo>
                    <a:pt x="8531" y="54319"/>
                  </a:lnTo>
                  <a:lnTo>
                    <a:pt x="494" y="54319"/>
                  </a:lnTo>
                  <a:lnTo>
                    <a:pt x="494" y="294"/>
                  </a:lnTo>
                  <a:lnTo>
                    <a:pt x="8531" y="294"/>
                  </a:lnTo>
                  <a:lnTo>
                    <a:pt x="8531" y="22842"/>
                  </a:lnTo>
                  <a:lnTo>
                    <a:pt x="68657" y="2284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01" name="Graphic 4">
            <a:extLst>
              <a:ext uri="{FF2B5EF4-FFF2-40B4-BE49-F238E27FC236}">
                <a16:creationId xmlns:a16="http://schemas.microsoft.com/office/drawing/2014/main" id="{5C40D21A-F6EA-A214-C41E-FFE1E609013E}"/>
              </a:ext>
            </a:extLst>
          </p:cNvPr>
          <p:cNvGrpSpPr/>
          <p:nvPr/>
        </p:nvGrpSpPr>
        <p:grpSpPr>
          <a:xfrm>
            <a:off x="5593504" y="3215511"/>
            <a:ext cx="68163" cy="282978"/>
            <a:chOff x="5211687" y="3215511"/>
            <a:chExt cx="68163" cy="282978"/>
          </a:xfrm>
          <a:solidFill>
            <a:srgbClr val="000000"/>
          </a:solidFill>
        </p:grpSpPr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2DFB25FD-8E10-A311-E43C-A949E0A1203D}"/>
                </a:ext>
              </a:extLst>
            </p:cNvPr>
            <p:cNvSpPr/>
            <p:nvPr/>
          </p:nvSpPr>
          <p:spPr>
            <a:xfrm>
              <a:off x="5211687" y="3444763"/>
              <a:ext cx="68163" cy="53726"/>
            </a:xfrm>
            <a:custGeom>
              <a:avLst/>
              <a:gdLst>
                <a:gd name="csX0" fmla="*/ 68665 w 68163"/>
                <a:gd name="csY0" fmla="*/ 54046 h 53726"/>
                <a:gd name="csX1" fmla="*/ 502 w 68163"/>
                <a:gd name="csY1" fmla="*/ 54046 h 53726"/>
                <a:gd name="csX2" fmla="*/ 502 w 68163"/>
                <a:gd name="csY2" fmla="*/ 44782 h 53726"/>
                <a:gd name="csX3" fmla="*/ 54006 w 68163"/>
                <a:gd name="csY3" fmla="*/ 8988 h 53726"/>
                <a:gd name="csX4" fmla="*/ 502 w 68163"/>
                <a:gd name="csY4" fmla="*/ 8988 h 53726"/>
                <a:gd name="csX5" fmla="*/ 502 w 68163"/>
                <a:gd name="csY5" fmla="*/ 319 h 53726"/>
                <a:gd name="csX6" fmla="*/ 68665 w 68163"/>
                <a:gd name="csY6" fmla="*/ 319 h 53726"/>
                <a:gd name="csX7" fmla="*/ 68665 w 68163"/>
                <a:gd name="csY7" fmla="*/ 9584 h 53726"/>
                <a:gd name="csX8" fmla="*/ 15087 w 68163"/>
                <a:gd name="csY8" fmla="*/ 45377 h 53726"/>
                <a:gd name="csX9" fmla="*/ 68665 w 68163"/>
                <a:gd name="csY9" fmla="*/ 45377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65" y="54046"/>
                  </a:moveTo>
                  <a:lnTo>
                    <a:pt x="502" y="54046"/>
                  </a:lnTo>
                  <a:lnTo>
                    <a:pt x="502" y="44782"/>
                  </a:lnTo>
                  <a:lnTo>
                    <a:pt x="54006" y="8988"/>
                  </a:lnTo>
                  <a:lnTo>
                    <a:pt x="502" y="8988"/>
                  </a:lnTo>
                  <a:lnTo>
                    <a:pt x="502" y="319"/>
                  </a:lnTo>
                  <a:lnTo>
                    <a:pt x="68665" y="319"/>
                  </a:lnTo>
                  <a:lnTo>
                    <a:pt x="68665" y="9584"/>
                  </a:lnTo>
                  <a:lnTo>
                    <a:pt x="15087" y="45377"/>
                  </a:lnTo>
                  <a:lnTo>
                    <a:pt x="68665" y="453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26886751-ED75-F6B0-C4B2-74D3E441D40E}"/>
                </a:ext>
              </a:extLst>
            </p:cNvPr>
            <p:cNvSpPr/>
            <p:nvPr/>
          </p:nvSpPr>
          <p:spPr>
            <a:xfrm>
              <a:off x="5211687" y="3373260"/>
              <a:ext cx="68163" cy="56331"/>
            </a:xfrm>
            <a:custGeom>
              <a:avLst/>
              <a:gdLst>
                <a:gd name="csX0" fmla="*/ 68665 w 68163"/>
                <a:gd name="csY0" fmla="*/ 56643 h 56331"/>
                <a:gd name="csX1" fmla="*/ 502 w 68163"/>
                <a:gd name="csY1" fmla="*/ 56643 h 56331"/>
                <a:gd name="csX2" fmla="*/ 502 w 68163"/>
                <a:gd name="csY2" fmla="*/ 33166 h 56331"/>
                <a:gd name="csX3" fmla="*/ 1470 w 68163"/>
                <a:gd name="csY3" fmla="*/ 21036 h 56331"/>
                <a:gd name="csX4" fmla="*/ 6344 w 68163"/>
                <a:gd name="csY4" fmla="*/ 11028 h 56331"/>
                <a:gd name="csX5" fmla="*/ 17989 w 68163"/>
                <a:gd name="csY5" fmla="*/ 2954 h 56331"/>
                <a:gd name="csX6" fmla="*/ 34212 w 68163"/>
                <a:gd name="csY6" fmla="*/ 312 h 56331"/>
                <a:gd name="csX7" fmla="*/ 47978 w 68163"/>
                <a:gd name="csY7" fmla="*/ 2098 h 56331"/>
                <a:gd name="csX8" fmla="*/ 57913 w 68163"/>
                <a:gd name="csY8" fmla="*/ 6749 h 56331"/>
                <a:gd name="csX9" fmla="*/ 64089 w 68163"/>
                <a:gd name="csY9" fmla="*/ 12962 h 56331"/>
                <a:gd name="csX10" fmla="*/ 67512 w 68163"/>
                <a:gd name="csY10" fmla="*/ 21111 h 56331"/>
                <a:gd name="csX11" fmla="*/ 68665 w 68163"/>
                <a:gd name="csY11" fmla="*/ 32050 h 56331"/>
                <a:gd name="csX12" fmla="*/ 68665 w 68163"/>
                <a:gd name="csY12" fmla="*/ 56643 h 56331"/>
                <a:gd name="csX13" fmla="*/ 60629 w 68163"/>
                <a:gd name="csY13" fmla="*/ 47639 h 56331"/>
                <a:gd name="csX14" fmla="*/ 60629 w 68163"/>
                <a:gd name="csY14" fmla="*/ 33091 h 56331"/>
                <a:gd name="csX15" fmla="*/ 59364 w 68163"/>
                <a:gd name="csY15" fmla="*/ 22487 h 56331"/>
                <a:gd name="csX16" fmla="*/ 55829 w 68163"/>
                <a:gd name="csY16" fmla="*/ 16385 h 56331"/>
                <a:gd name="csX17" fmla="*/ 47197 w 68163"/>
                <a:gd name="csY17" fmla="*/ 11400 h 56331"/>
                <a:gd name="csX18" fmla="*/ 34063 w 68163"/>
                <a:gd name="csY18" fmla="*/ 9614 h 56331"/>
                <a:gd name="csX19" fmla="*/ 17617 w 68163"/>
                <a:gd name="csY19" fmla="*/ 13111 h 56331"/>
                <a:gd name="csX20" fmla="*/ 9916 w 68163"/>
                <a:gd name="csY20" fmla="*/ 21632 h 56331"/>
                <a:gd name="csX21" fmla="*/ 8539 w 68163"/>
                <a:gd name="csY21" fmla="*/ 33315 h 56331"/>
                <a:gd name="csX22" fmla="*/ 8539 w 68163"/>
                <a:gd name="csY22" fmla="*/ 47639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665" y="56643"/>
                  </a:moveTo>
                  <a:lnTo>
                    <a:pt x="502" y="56643"/>
                  </a:lnTo>
                  <a:lnTo>
                    <a:pt x="502" y="33166"/>
                  </a:lnTo>
                  <a:cubicBezTo>
                    <a:pt x="502" y="27882"/>
                    <a:pt x="800" y="23827"/>
                    <a:pt x="1470" y="21036"/>
                  </a:cubicBezTo>
                  <a:cubicBezTo>
                    <a:pt x="2362" y="17130"/>
                    <a:pt x="4000" y="13781"/>
                    <a:pt x="6344" y="11028"/>
                  </a:cubicBezTo>
                  <a:cubicBezTo>
                    <a:pt x="9395" y="7456"/>
                    <a:pt x="13264" y="4740"/>
                    <a:pt x="17989" y="2954"/>
                  </a:cubicBezTo>
                  <a:cubicBezTo>
                    <a:pt x="22715" y="1168"/>
                    <a:pt x="28110" y="312"/>
                    <a:pt x="34212" y="312"/>
                  </a:cubicBezTo>
                  <a:cubicBezTo>
                    <a:pt x="39383" y="312"/>
                    <a:pt x="43960" y="907"/>
                    <a:pt x="47978" y="2098"/>
                  </a:cubicBezTo>
                  <a:cubicBezTo>
                    <a:pt x="51959" y="3326"/>
                    <a:pt x="55271" y="4851"/>
                    <a:pt x="57913" y="6749"/>
                  </a:cubicBezTo>
                  <a:cubicBezTo>
                    <a:pt x="60517" y="8646"/>
                    <a:pt x="62563" y="10730"/>
                    <a:pt x="64089" y="12962"/>
                  </a:cubicBezTo>
                  <a:cubicBezTo>
                    <a:pt x="65577" y="15232"/>
                    <a:pt x="66731" y="17911"/>
                    <a:pt x="67512" y="21111"/>
                  </a:cubicBezTo>
                  <a:cubicBezTo>
                    <a:pt x="68293" y="24273"/>
                    <a:pt x="68665" y="27920"/>
                    <a:pt x="68665" y="32050"/>
                  </a:cubicBezTo>
                  <a:lnTo>
                    <a:pt x="68665" y="56643"/>
                  </a:lnTo>
                  <a:moveTo>
                    <a:pt x="60629" y="47639"/>
                  </a:moveTo>
                  <a:lnTo>
                    <a:pt x="60629" y="33091"/>
                  </a:lnTo>
                  <a:cubicBezTo>
                    <a:pt x="60629" y="28589"/>
                    <a:pt x="60219" y="25055"/>
                    <a:pt x="59364" y="22487"/>
                  </a:cubicBezTo>
                  <a:cubicBezTo>
                    <a:pt x="58545" y="19957"/>
                    <a:pt x="57354" y="17911"/>
                    <a:pt x="55829" y="16385"/>
                  </a:cubicBezTo>
                  <a:cubicBezTo>
                    <a:pt x="53708" y="14227"/>
                    <a:pt x="50806" y="12590"/>
                    <a:pt x="47197" y="11400"/>
                  </a:cubicBezTo>
                  <a:cubicBezTo>
                    <a:pt x="43588" y="10209"/>
                    <a:pt x="39197" y="9614"/>
                    <a:pt x="34063" y="9614"/>
                  </a:cubicBezTo>
                  <a:cubicBezTo>
                    <a:pt x="26919" y="9614"/>
                    <a:pt x="21450" y="10767"/>
                    <a:pt x="17617" y="13111"/>
                  </a:cubicBezTo>
                  <a:cubicBezTo>
                    <a:pt x="13785" y="15455"/>
                    <a:pt x="11218" y="18283"/>
                    <a:pt x="9916" y="21632"/>
                  </a:cubicBezTo>
                  <a:cubicBezTo>
                    <a:pt x="8985" y="24050"/>
                    <a:pt x="8539" y="27957"/>
                    <a:pt x="8539" y="33315"/>
                  </a:cubicBezTo>
                  <a:lnTo>
                    <a:pt x="8539" y="4763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10920FE2-1D38-3334-8AD3-4098B9809AF3}"/>
                </a:ext>
              </a:extLst>
            </p:cNvPr>
            <p:cNvSpPr/>
            <p:nvPr/>
          </p:nvSpPr>
          <p:spPr>
            <a:xfrm>
              <a:off x="5211687" y="3350275"/>
              <a:ext cx="68163" cy="9004"/>
            </a:xfrm>
            <a:custGeom>
              <a:avLst/>
              <a:gdLst>
                <a:gd name="csX0" fmla="*/ 68665 w 68163"/>
                <a:gd name="csY0" fmla="*/ 9309 h 9004"/>
                <a:gd name="csX1" fmla="*/ 502 w 68163"/>
                <a:gd name="csY1" fmla="*/ 9309 h 9004"/>
                <a:gd name="csX2" fmla="*/ 502 w 68163"/>
                <a:gd name="csY2" fmla="*/ 305 h 9004"/>
                <a:gd name="csX3" fmla="*/ 68665 w 68163"/>
                <a:gd name="csY3" fmla="*/ 305 h 9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9004">
                  <a:moveTo>
                    <a:pt x="68665" y="9309"/>
                  </a:moveTo>
                  <a:lnTo>
                    <a:pt x="502" y="9309"/>
                  </a:lnTo>
                  <a:lnTo>
                    <a:pt x="502" y="305"/>
                  </a:lnTo>
                  <a:lnTo>
                    <a:pt x="68665" y="30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Freeform 1504">
              <a:extLst>
                <a:ext uri="{FF2B5EF4-FFF2-40B4-BE49-F238E27FC236}">
                  <a16:creationId xmlns:a16="http://schemas.microsoft.com/office/drawing/2014/main" id="{5F1400D3-C475-2F3E-ABE3-B6BFB9FAEEB5}"/>
                </a:ext>
              </a:extLst>
            </p:cNvPr>
            <p:cNvSpPr/>
            <p:nvPr/>
          </p:nvSpPr>
          <p:spPr>
            <a:xfrm>
              <a:off x="5211687" y="3292149"/>
              <a:ext cx="68163" cy="42564"/>
            </a:xfrm>
            <a:custGeom>
              <a:avLst/>
              <a:gdLst>
                <a:gd name="csX0" fmla="*/ 68665 w 68163"/>
                <a:gd name="csY0" fmla="*/ 42867 h 42564"/>
                <a:gd name="csX1" fmla="*/ 502 w 68163"/>
                <a:gd name="csY1" fmla="*/ 42867 h 42564"/>
                <a:gd name="csX2" fmla="*/ 502 w 68163"/>
                <a:gd name="csY2" fmla="*/ 33863 h 42564"/>
                <a:gd name="csX3" fmla="*/ 60629 w 68163"/>
                <a:gd name="csY3" fmla="*/ 33863 h 42564"/>
                <a:gd name="csX4" fmla="*/ 60629 w 68163"/>
                <a:gd name="csY4" fmla="*/ 302 h 42564"/>
                <a:gd name="csX5" fmla="*/ 68665 w 68163"/>
                <a:gd name="csY5" fmla="*/ 302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665" y="42867"/>
                  </a:moveTo>
                  <a:lnTo>
                    <a:pt x="502" y="42867"/>
                  </a:lnTo>
                  <a:lnTo>
                    <a:pt x="502" y="33863"/>
                  </a:lnTo>
                  <a:lnTo>
                    <a:pt x="60629" y="33863"/>
                  </a:lnTo>
                  <a:lnTo>
                    <a:pt x="60629" y="302"/>
                  </a:lnTo>
                  <a:lnTo>
                    <a:pt x="68665" y="30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Freeform 1505">
              <a:extLst>
                <a:ext uri="{FF2B5EF4-FFF2-40B4-BE49-F238E27FC236}">
                  <a16:creationId xmlns:a16="http://schemas.microsoft.com/office/drawing/2014/main" id="{1E986EE2-771F-58C9-D57A-09DEC94B2DE4}"/>
                </a:ext>
              </a:extLst>
            </p:cNvPr>
            <p:cNvSpPr/>
            <p:nvPr/>
          </p:nvSpPr>
          <p:spPr>
            <a:xfrm>
              <a:off x="5229323" y="3215511"/>
              <a:ext cx="50527" cy="66935"/>
            </a:xfrm>
            <a:custGeom>
              <a:avLst/>
              <a:gdLst>
                <a:gd name="csX0" fmla="*/ 51029 w 50527"/>
                <a:gd name="csY0" fmla="*/ 67232 h 66935"/>
                <a:gd name="csX1" fmla="*/ 1618 w 50527"/>
                <a:gd name="csY1" fmla="*/ 67232 h 66935"/>
                <a:gd name="csX2" fmla="*/ 1618 w 50527"/>
                <a:gd name="csY2" fmla="*/ 59753 h 66935"/>
                <a:gd name="csX3" fmla="*/ 8576 w 50527"/>
                <a:gd name="csY3" fmla="*/ 59753 h 66935"/>
                <a:gd name="csX4" fmla="*/ 2735 w 50527"/>
                <a:gd name="csY4" fmla="*/ 53577 h 66935"/>
                <a:gd name="csX5" fmla="*/ 502 w 50527"/>
                <a:gd name="csY5" fmla="*/ 44759 h 66935"/>
                <a:gd name="csX6" fmla="*/ 2809 w 50527"/>
                <a:gd name="csY6" fmla="*/ 35792 h 66935"/>
                <a:gd name="csX7" fmla="*/ 9171 w 50527"/>
                <a:gd name="csY7" fmla="*/ 30806 h 66935"/>
                <a:gd name="csX8" fmla="*/ 502 w 50527"/>
                <a:gd name="csY8" fmla="*/ 15551 h 66935"/>
                <a:gd name="csX9" fmla="*/ 4595 w 50527"/>
                <a:gd name="csY9" fmla="*/ 4278 h 66935"/>
                <a:gd name="csX10" fmla="*/ 17134 w 50527"/>
                <a:gd name="csY10" fmla="*/ 296 h 66935"/>
                <a:gd name="csX11" fmla="*/ 51029 w 50527"/>
                <a:gd name="csY11" fmla="*/ 296 h 66935"/>
                <a:gd name="csX12" fmla="*/ 51029 w 50527"/>
                <a:gd name="csY12" fmla="*/ 8631 h 66935"/>
                <a:gd name="csX13" fmla="*/ 19924 w 50527"/>
                <a:gd name="csY13" fmla="*/ 8631 h 66935"/>
                <a:gd name="csX14" fmla="*/ 12669 w 50527"/>
                <a:gd name="csY14" fmla="*/ 9449 h 66935"/>
                <a:gd name="csX15" fmla="*/ 9134 w 50527"/>
                <a:gd name="csY15" fmla="*/ 12426 h 66935"/>
                <a:gd name="csX16" fmla="*/ 7795 w 50527"/>
                <a:gd name="csY16" fmla="*/ 17412 h 66935"/>
                <a:gd name="csX17" fmla="*/ 11255 w 50527"/>
                <a:gd name="csY17" fmla="*/ 26081 h 66935"/>
                <a:gd name="csX18" fmla="*/ 22343 w 50527"/>
                <a:gd name="csY18" fmla="*/ 29541 h 66935"/>
                <a:gd name="csX19" fmla="*/ 51029 w 50527"/>
                <a:gd name="csY19" fmla="*/ 29541 h 66935"/>
                <a:gd name="csX20" fmla="*/ 51029 w 50527"/>
                <a:gd name="csY20" fmla="*/ 37876 h 66935"/>
                <a:gd name="csX21" fmla="*/ 18957 w 50527"/>
                <a:gd name="csY21" fmla="*/ 37876 h 66935"/>
                <a:gd name="csX22" fmla="*/ 10548 w 50527"/>
                <a:gd name="csY22" fmla="*/ 39922 h 66935"/>
                <a:gd name="csX23" fmla="*/ 7795 w 50527"/>
                <a:gd name="csY23" fmla="*/ 46619 h 66935"/>
                <a:gd name="csX24" fmla="*/ 9655 w 50527"/>
                <a:gd name="csY24" fmla="*/ 53168 h 66935"/>
                <a:gd name="csX25" fmla="*/ 15087 w 50527"/>
                <a:gd name="csY25" fmla="*/ 57521 h 66935"/>
                <a:gd name="csX26" fmla="*/ 25394 w 50527"/>
                <a:gd name="csY26" fmla="*/ 58860 h 66935"/>
                <a:gd name="csX27" fmla="*/ 51029 w 50527"/>
                <a:gd name="csY27" fmla="*/ 58860 h 66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0527" h="66935">
                  <a:moveTo>
                    <a:pt x="51029" y="67232"/>
                  </a:moveTo>
                  <a:lnTo>
                    <a:pt x="1618" y="67232"/>
                  </a:lnTo>
                  <a:lnTo>
                    <a:pt x="1618" y="59753"/>
                  </a:lnTo>
                  <a:lnTo>
                    <a:pt x="8576" y="59753"/>
                  </a:lnTo>
                  <a:cubicBezTo>
                    <a:pt x="6158" y="58191"/>
                    <a:pt x="4186" y="56144"/>
                    <a:pt x="2735" y="53577"/>
                  </a:cubicBezTo>
                  <a:cubicBezTo>
                    <a:pt x="1246" y="51010"/>
                    <a:pt x="502" y="48070"/>
                    <a:pt x="502" y="44759"/>
                  </a:cubicBezTo>
                  <a:cubicBezTo>
                    <a:pt x="502" y="41113"/>
                    <a:pt x="1284" y="38136"/>
                    <a:pt x="2809" y="35792"/>
                  </a:cubicBezTo>
                  <a:cubicBezTo>
                    <a:pt x="4334" y="33448"/>
                    <a:pt x="6455" y="31774"/>
                    <a:pt x="9171" y="30806"/>
                  </a:cubicBezTo>
                  <a:cubicBezTo>
                    <a:pt x="3404" y="26937"/>
                    <a:pt x="502" y="21839"/>
                    <a:pt x="502" y="15551"/>
                  </a:cubicBezTo>
                  <a:cubicBezTo>
                    <a:pt x="502" y="10677"/>
                    <a:pt x="1879" y="6919"/>
                    <a:pt x="4595" y="4278"/>
                  </a:cubicBezTo>
                  <a:cubicBezTo>
                    <a:pt x="7311" y="1636"/>
                    <a:pt x="11478" y="296"/>
                    <a:pt x="17134" y="296"/>
                  </a:cubicBezTo>
                  <a:lnTo>
                    <a:pt x="51029" y="296"/>
                  </a:lnTo>
                  <a:lnTo>
                    <a:pt x="51029" y="8631"/>
                  </a:lnTo>
                  <a:lnTo>
                    <a:pt x="19924" y="8631"/>
                  </a:lnTo>
                  <a:cubicBezTo>
                    <a:pt x="16576" y="8631"/>
                    <a:pt x="14157" y="8928"/>
                    <a:pt x="12669" y="9449"/>
                  </a:cubicBezTo>
                  <a:cubicBezTo>
                    <a:pt x="11218" y="10007"/>
                    <a:pt x="10027" y="10975"/>
                    <a:pt x="9134" y="12426"/>
                  </a:cubicBezTo>
                  <a:cubicBezTo>
                    <a:pt x="8241" y="13840"/>
                    <a:pt x="7795" y="15514"/>
                    <a:pt x="7795" y="17412"/>
                  </a:cubicBezTo>
                  <a:cubicBezTo>
                    <a:pt x="7795" y="20909"/>
                    <a:pt x="8948" y="23774"/>
                    <a:pt x="11255" y="26081"/>
                  </a:cubicBezTo>
                  <a:cubicBezTo>
                    <a:pt x="13562" y="28388"/>
                    <a:pt x="17245" y="29541"/>
                    <a:pt x="22343" y="29541"/>
                  </a:cubicBezTo>
                  <a:lnTo>
                    <a:pt x="51029" y="29541"/>
                  </a:lnTo>
                  <a:lnTo>
                    <a:pt x="51029" y="37876"/>
                  </a:lnTo>
                  <a:lnTo>
                    <a:pt x="18957" y="37876"/>
                  </a:lnTo>
                  <a:cubicBezTo>
                    <a:pt x="15236" y="37876"/>
                    <a:pt x="12446" y="38582"/>
                    <a:pt x="10548" y="39922"/>
                  </a:cubicBezTo>
                  <a:cubicBezTo>
                    <a:pt x="8725" y="41299"/>
                    <a:pt x="7795" y="43531"/>
                    <a:pt x="7795" y="46619"/>
                  </a:cubicBezTo>
                  <a:cubicBezTo>
                    <a:pt x="7795" y="49000"/>
                    <a:pt x="8390" y="51158"/>
                    <a:pt x="9655" y="53168"/>
                  </a:cubicBezTo>
                  <a:cubicBezTo>
                    <a:pt x="10883" y="55177"/>
                    <a:pt x="12706" y="56628"/>
                    <a:pt x="15087" y="57521"/>
                  </a:cubicBezTo>
                  <a:cubicBezTo>
                    <a:pt x="17469" y="58414"/>
                    <a:pt x="20892" y="58860"/>
                    <a:pt x="25394" y="58860"/>
                  </a:cubicBezTo>
                  <a:lnTo>
                    <a:pt x="51029" y="5886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07" name="Graphic 4">
            <a:extLst>
              <a:ext uri="{FF2B5EF4-FFF2-40B4-BE49-F238E27FC236}">
                <a16:creationId xmlns:a16="http://schemas.microsoft.com/office/drawing/2014/main" id="{FFFCBD06-3FA8-0E12-2A21-F71FE40AD87E}"/>
              </a:ext>
            </a:extLst>
          </p:cNvPr>
          <p:cNvGrpSpPr/>
          <p:nvPr/>
        </p:nvGrpSpPr>
        <p:grpSpPr>
          <a:xfrm>
            <a:off x="5669890" y="3211307"/>
            <a:ext cx="68163" cy="170761"/>
            <a:chOff x="5288073" y="3211307"/>
            <a:chExt cx="68163" cy="170761"/>
          </a:xfrm>
          <a:solidFill>
            <a:srgbClr val="000000"/>
          </a:solidFill>
        </p:grpSpPr>
        <p:sp>
          <p:nvSpPr>
            <p:cNvPr id="1508" name="Freeform 1507">
              <a:extLst>
                <a:ext uri="{FF2B5EF4-FFF2-40B4-BE49-F238E27FC236}">
                  <a16:creationId xmlns:a16="http://schemas.microsoft.com/office/drawing/2014/main" id="{26CD2790-F7EB-C2A4-74F1-58AC6C0C8D4F}"/>
                </a:ext>
              </a:extLst>
            </p:cNvPr>
            <p:cNvSpPr/>
            <p:nvPr/>
          </p:nvSpPr>
          <p:spPr>
            <a:xfrm>
              <a:off x="5288073" y="3328342"/>
              <a:ext cx="68163" cy="53726"/>
            </a:xfrm>
            <a:custGeom>
              <a:avLst/>
              <a:gdLst>
                <a:gd name="csX0" fmla="*/ 68673 w 68163"/>
                <a:gd name="csY0" fmla="*/ 54034 h 53726"/>
                <a:gd name="csX1" fmla="*/ 510 w 68163"/>
                <a:gd name="csY1" fmla="*/ 54034 h 53726"/>
                <a:gd name="csX2" fmla="*/ 510 w 68163"/>
                <a:gd name="csY2" fmla="*/ 44769 h 53726"/>
                <a:gd name="csX3" fmla="*/ 54014 w 68163"/>
                <a:gd name="csY3" fmla="*/ 8976 h 53726"/>
                <a:gd name="csX4" fmla="*/ 510 w 68163"/>
                <a:gd name="csY4" fmla="*/ 8976 h 53726"/>
                <a:gd name="csX5" fmla="*/ 510 w 68163"/>
                <a:gd name="csY5" fmla="*/ 307 h 53726"/>
                <a:gd name="csX6" fmla="*/ 68673 w 68163"/>
                <a:gd name="csY6" fmla="*/ 307 h 53726"/>
                <a:gd name="csX7" fmla="*/ 68673 w 68163"/>
                <a:gd name="csY7" fmla="*/ 9572 h 53726"/>
                <a:gd name="csX8" fmla="*/ 15095 w 68163"/>
                <a:gd name="csY8" fmla="*/ 45365 h 53726"/>
                <a:gd name="csX9" fmla="*/ 68673 w 68163"/>
                <a:gd name="csY9" fmla="*/ 45365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73" y="54034"/>
                  </a:moveTo>
                  <a:lnTo>
                    <a:pt x="510" y="54034"/>
                  </a:lnTo>
                  <a:lnTo>
                    <a:pt x="510" y="44769"/>
                  </a:lnTo>
                  <a:lnTo>
                    <a:pt x="54014" y="8976"/>
                  </a:lnTo>
                  <a:lnTo>
                    <a:pt x="510" y="8976"/>
                  </a:lnTo>
                  <a:lnTo>
                    <a:pt x="510" y="307"/>
                  </a:lnTo>
                  <a:lnTo>
                    <a:pt x="68673" y="307"/>
                  </a:lnTo>
                  <a:lnTo>
                    <a:pt x="68673" y="9572"/>
                  </a:lnTo>
                  <a:lnTo>
                    <a:pt x="15095" y="45365"/>
                  </a:lnTo>
                  <a:lnTo>
                    <a:pt x="68673" y="4536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Freeform 1508">
              <a:extLst>
                <a:ext uri="{FF2B5EF4-FFF2-40B4-BE49-F238E27FC236}">
                  <a16:creationId xmlns:a16="http://schemas.microsoft.com/office/drawing/2014/main" id="{3080631F-7929-21A6-9CD3-755D33F6DD3E}"/>
                </a:ext>
              </a:extLst>
            </p:cNvPr>
            <p:cNvSpPr/>
            <p:nvPr/>
          </p:nvSpPr>
          <p:spPr>
            <a:xfrm>
              <a:off x="5288073" y="3270978"/>
              <a:ext cx="68163" cy="42564"/>
            </a:xfrm>
            <a:custGeom>
              <a:avLst/>
              <a:gdLst>
                <a:gd name="csX0" fmla="*/ 68673 w 68163"/>
                <a:gd name="csY0" fmla="*/ 42865 h 42564"/>
                <a:gd name="csX1" fmla="*/ 510 w 68163"/>
                <a:gd name="csY1" fmla="*/ 42865 h 42564"/>
                <a:gd name="csX2" fmla="*/ 510 w 68163"/>
                <a:gd name="csY2" fmla="*/ 33861 h 42564"/>
                <a:gd name="csX3" fmla="*/ 60637 w 68163"/>
                <a:gd name="csY3" fmla="*/ 33861 h 42564"/>
                <a:gd name="csX4" fmla="*/ 60637 w 68163"/>
                <a:gd name="csY4" fmla="*/ 300 h 42564"/>
                <a:gd name="csX5" fmla="*/ 68673 w 68163"/>
                <a:gd name="csY5" fmla="*/ 300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673" y="42865"/>
                  </a:moveTo>
                  <a:lnTo>
                    <a:pt x="510" y="42865"/>
                  </a:lnTo>
                  <a:lnTo>
                    <a:pt x="510" y="33861"/>
                  </a:lnTo>
                  <a:lnTo>
                    <a:pt x="60637" y="33861"/>
                  </a:lnTo>
                  <a:lnTo>
                    <a:pt x="60637" y="300"/>
                  </a:lnTo>
                  <a:lnTo>
                    <a:pt x="68673" y="30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Freeform 1509">
              <a:extLst>
                <a:ext uri="{FF2B5EF4-FFF2-40B4-BE49-F238E27FC236}">
                  <a16:creationId xmlns:a16="http://schemas.microsoft.com/office/drawing/2014/main" id="{0BFB0A0E-A0AE-8199-AF08-8C26ECD5098C}"/>
                </a:ext>
              </a:extLst>
            </p:cNvPr>
            <p:cNvSpPr/>
            <p:nvPr/>
          </p:nvSpPr>
          <p:spPr>
            <a:xfrm>
              <a:off x="5288073" y="3211307"/>
              <a:ext cx="68163" cy="54024"/>
            </a:xfrm>
            <a:custGeom>
              <a:avLst/>
              <a:gdLst>
                <a:gd name="csX0" fmla="*/ 68673 w 68163"/>
                <a:gd name="csY0" fmla="*/ 31846 h 54024"/>
                <a:gd name="csX1" fmla="*/ 8547 w 68163"/>
                <a:gd name="csY1" fmla="*/ 31846 h 54024"/>
                <a:gd name="csX2" fmla="*/ 8547 w 68163"/>
                <a:gd name="csY2" fmla="*/ 54319 h 54024"/>
                <a:gd name="csX3" fmla="*/ 510 w 68163"/>
                <a:gd name="csY3" fmla="*/ 54319 h 54024"/>
                <a:gd name="csX4" fmla="*/ 510 w 68163"/>
                <a:gd name="csY4" fmla="*/ 294 h 54024"/>
                <a:gd name="csX5" fmla="*/ 8547 w 68163"/>
                <a:gd name="csY5" fmla="*/ 294 h 54024"/>
                <a:gd name="csX6" fmla="*/ 8547 w 68163"/>
                <a:gd name="csY6" fmla="*/ 22842 h 54024"/>
                <a:gd name="csX7" fmla="*/ 68673 w 68163"/>
                <a:gd name="csY7" fmla="*/ 22842 h 54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8163" h="54024">
                  <a:moveTo>
                    <a:pt x="68673" y="31846"/>
                  </a:moveTo>
                  <a:lnTo>
                    <a:pt x="8547" y="31846"/>
                  </a:lnTo>
                  <a:lnTo>
                    <a:pt x="8547" y="54319"/>
                  </a:lnTo>
                  <a:lnTo>
                    <a:pt x="510" y="54319"/>
                  </a:lnTo>
                  <a:lnTo>
                    <a:pt x="510" y="294"/>
                  </a:lnTo>
                  <a:lnTo>
                    <a:pt x="8547" y="294"/>
                  </a:lnTo>
                  <a:lnTo>
                    <a:pt x="8547" y="22842"/>
                  </a:lnTo>
                  <a:lnTo>
                    <a:pt x="68673" y="2284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11" name="Graphic 4">
            <a:extLst>
              <a:ext uri="{FF2B5EF4-FFF2-40B4-BE49-F238E27FC236}">
                <a16:creationId xmlns:a16="http://schemas.microsoft.com/office/drawing/2014/main" id="{F012FDE9-7DB1-47D2-1EE9-613B7B1408AE}"/>
              </a:ext>
            </a:extLst>
          </p:cNvPr>
          <p:cNvGrpSpPr/>
          <p:nvPr/>
        </p:nvGrpSpPr>
        <p:grpSpPr>
          <a:xfrm>
            <a:off x="5745048" y="3216581"/>
            <a:ext cx="70507" cy="136169"/>
            <a:chOff x="5363231" y="3216581"/>
            <a:chExt cx="70507" cy="136169"/>
          </a:xfrm>
          <a:solidFill>
            <a:srgbClr val="000000"/>
          </a:solidFill>
        </p:grpSpPr>
        <p:sp>
          <p:nvSpPr>
            <p:cNvPr id="1512" name="Freeform 1511">
              <a:extLst>
                <a:ext uri="{FF2B5EF4-FFF2-40B4-BE49-F238E27FC236}">
                  <a16:creationId xmlns:a16="http://schemas.microsoft.com/office/drawing/2014/main" id="{57DBFED9-5B28-7B95-DF3F-13EBE990D7D0}"/>
                </a:ext>
              </a:extLst>
            </p:cNvPr>
            <p:cNvSpPr/>
            <p:nvPr/>
          </p:nvSpPr>
          <p:spPr>
            <a:xfrm>
              <a:off x="5363231" y="3292474"/>
              <a:ext cx="70507" cy="60276"/>
            </a:xfrm>
            <a:custGeom>
              <a:avLst/>
              <a:gdLst>
                <a:gd name="csX0" fmla="*/ 45985 w 70507"/>
                <a:gd name="csY0" fmla="*/ 9345 h 60276"/>
                <a:gd name="csX1" fmla="*/ 48255 w 70507"/>
                <a:gd name="csY1" fmla="*/ 304 h 60276"/>
                <a:gd name="csX2" fmla="*/ 65184 w 70507"/>
                <a:gd name="csY2" fmla="*/ 10536 h 60276"/>
                <a:gd name="csX3" fmla="*/ 71026 w 70507"/>
                <a:gd name="csY3" fmla="*/ 28544 h 60276"/>
                <a:gd name="csX4" fmla="*/ 66561 w 70507"/>
                <a:gd name="csY4" fmla="*/ 46478 h 60276"/>
                <a:gd name="csX5" fmla="*/ 53538 w 70507"/>
                <a:gd name="csY5" fmla="*/ 57007 h 60276"/>
                <a:gd name="csX6" fmla="*/ 35270 w 70507"/>
                <a:gd name="csY6" fmla="*/ 60579 h 60276"/>
                <a:gd name="csX7" fmla="*/ 16703 w 70507"/>
                <a:gd name="csY7" fmla="*/ 56523 h 60276"/>
                <a:gd name="csX8" fmla="*/ 4648 w 70507"/>
                <a:gd name="csY8" fmla="*/ 44952 h 60276"/>
                <a:gd name="csX9" fmla="*/ 518 w 70507"/>
                <a:gd name="csY9" fmla="*/ 28395 h 60276"/>
                <a:gd name="csX10" fmla="*/ 5727 w 70507"/>
                <a:gd name="csY10" fmla="*/ 11205 h 60276"/>
                <a:gd name="csX11" fmla="*/ 20387 w 70507"/>
                <a:gd name="csY11" fmla="*/ 1494 h 60276"/>
                <a:gd name="csX12" fmla="*/ 22470 w 70507"/>
                <a:gd name="csY12" fmla="*/ 10350 h 60276"/>
                <a:gd name="csX13" fmla="*/ 11643 w 70507"/>
                <a:gd name="csY13" fmla="*/ 17270 h 60276"/>
                <a:gd name="csX14" fmla="*/ 8257 w 70507"/>
                <a:gd name="csY14" fmla="*/ 28581 h 60276"/>
                <a:gd name="csX15" fmla="*/ 12015 w 70507"/>
                <a:gd name="csY15" fmla="*/ 41752 h 60276"/>
                <a:gd name="csX16" fmla="*/ 22135 w 70507"/>
                <a:gd name="csY16" fmla="*/ 49156 h 60276"/>
                <a:gd name="csX17" fmla="*/ 35232 w 70507"/>
                <a:gd name="csY17" fmla="*/ 51277 h 60276"/>
                <a:gd name="csX18" fmla="*/ 50413 w 70507"/>
                <a:gd name="csY18" fmla="*/ 48747 h 60276"/>
                <a:gd name="csX19" fmla="*/ 60124 w 70507"/>
                <a:gd name="csY19" fmla="*/ 40859 h 60276"/>
                <a:gd name="csX20" fmla="*/ 63324 w 70507"/>
                <a:gd name="csY20" fmla="*/ 29288 h 60276"/>
                <a:gd name="csX21" fmla="*/ 58933 w 70507"/>
                <a:gd name="csY21" fmla="*/ 16452 h 60276"/>
                <a:gd name="csX22" fmla="*/ 45985 w 70507"/>
                <a:gd name="csY22" fmla="*/ 9345 h 602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70507" h="60276">
                  <a:moveTo>
                    <a:pt x="45985" y="9345"/>
                  </a:moveTo>
                  <a:lnTo>
                    <a:pt x="48255" y="304"/>
                  </a:lnTo>
                  <a:cubicBezTo>
                    <a:pt x="55659" y="2201"/>
                    <a:pt x="61314" y="5624"/>
                    <a:pt x="65184" y="10536"/>
                  </a:cubicBezTo>
                  <a:cubicBezTo>
                    <a:pt x="69091" y="15447"/>
                    <a:pt x="71026" y="21437"/>
                    <a:pt x="71026" y="28544"/>
                  </a:cubicBezTo>
                  <a:cubicBezTo>
                    <a:pt x="71026" y="35911"/>
                    <a:pt x="69537" y="41864"/>
                    <a:pt x="66561" y="46478"/>
                  </a:cubicBezTo>
                  <a:cubicBezTo>
                    <a:pt x="63547" y="51091"/>
                    <a:pt x="59231" y="54589"/>
                    <a:pt x="53538" y="57007"/>
                  </a:cubicBezTo>
                  <a:cubicBezTo>
                    <a:pt x="47883" y="59388"/>
                    <a:pt x="41781" y="60616"/>
                    <a:pt x="35270" y="60579"/>
                  </a:cubicBezTo>
                  <a:cubicBezTo>
                    <a:pt x="28163" y="60616"/>
                    <a:pt x="21987" y="59240"/>
                    <a:pt x="16703" y="56523"/>
                  </a:cubicBezTo>
                  <a:cubicBezTo>
                    <a:pt x="11420" y="53807"/>
                    <a:pt x="7401" y="49938"/>
                    <a:pt x="4648" y="44952"/>
                  </a:cubicBezTo>
                  <a:cubicBezTo>
                    <a:pt x="1895" y="39929"/>
                    <a:pt x="518" y="34422"/>
                    <a:pt x="518" y="28395"/>
                  </a:cubicBezTo>
                  <a:cubicBezTo>
                    <a:pt x="518" y="21586"/>
                    <a:pt x="2267" y="15856"/>
                    <a:pt x="5727" y="11205"/>
                  </a:cubicBezTo>
                  <a:cubicBezTo>
                    <a:pt x="9225" y="6554"/>
                    <a:pt x="14099" y="3317"/>
                    <a:pt x="20387" y="1494"/>
                  </a:cubicBezTo>
                  <a:lnTo>
                    <a:pt x="22470" y="10350"/>
                  </a:lnTo>
                  <a:cubicBezTo>
                    <a:pt x="17522" y="11949"/>
                    <a:pt x="13913" y="14256"/>
                    <a:pt x="11643" y="17270"/>
                  </a:cubicBezTo>
                  <a:cubicBezTo>
                    <a:pt x="9373" y="20247"/>
                    <a:pt x="8257" y="24042"/>
                    <a:pt x="8257" y="28581"/>
                  </a:cubicBezTo>
                  <a:cubicBezTo>
                    <a:pt x="8257" y="33827"/>
                    <a:pt x="9522" y="38218"/>
                    <a:pt x="12015" y="41752"/>
                  </a:cubicBezTo>
                  <a:cubicBezTo>
                    <a:pt x="14508" y="45250"/>
                    <a:pt x="17894" y="47743"/>
                    <a:pt x="22135" y="49156"/>
                  </a:cubicBezTo>
                  <a:cubicBezTo>
                    <a:pt x="26377" y="50570"/>
                    <a:pt x="30730" y="51277"/>
                    <a:pt x="35232" y="51277"/>
                  </a:cubicBezTo>
                  <a:cubicBezTo>
                    <a:pt x="41037" y="51277"/>
                    <a:pt x="46097" y="50459"/>
                    <a:pt x="50413" y="48747"/>
                  </a:cubicBezTo>
                  <a:cubicBezTo>
                    <a:pt x="54729" y="47073"/>
                    <a:pt x="57966" y="44431"/>
                    <a:pt x="60124" y="40859"/>
                  </a:cubicBezTo>
                  <a:cubicBezTo>
                    <a:pt x="62245" y="37325"/>
                    <a:pt x="63324" y="33455"/>
                    <a:pt x="63324" y="29288"/>
                  </a:cubicBezTo>
                  <a:cubicBezTo>
                    <a:pt x="63324" y="24228"/>
                    <a:pt x="61873" y="19949"/>
                    <a:pt x="58933" y="16452"/>
                  </a:cubicBezTo>
                  <a:cubicBezTo>
                    <a:pt x="56031" y="12954"/>
                    <a:pt x="51715" y="10573"/>
                    <a:pt x="45985" y="934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Freeform 1512">
              <a:extLst>
                <a:ext uri="{FF2B5EF4-FFF2-40B4-BE49-F238E27FC236}">
                  <a16:creationId xmlns:a16="http://schemas.microsoft.com/office/drawing/2014/main" id="{C2DF3529-DDEA-4089-7514-912682165949}"/>
                </a:ext>
              </a:extLst>
            </p:cNvPr>
            <p:cNvSpPr/>
            <p:nvPr/>
          </p:nvSpPr>
          <p:spPr>
            <a:xfrm>
              <a:off x="5364422" y="3216581"/>
              <a:ext cx="68163" cy="65075"/>
            </a:xfrm>
            <a:custGeom>
              <a:avLst/>
              <a:gdLst>
                <a:gd name="csX0" fmla="*/ 68681 w 68163"/>
                <a:gd name="csY0" fmla="*/ 65372 h 65075"/>
                <a:gd name="csX1" fmla="*/ 518 w 68163"/>
                <a:gd name="csY1" fmla="*/ 65372 h 65075"/>
                <a:gd name="csX2" fmla="*/ 518 w 68163"/>
                <a:gd name="csY2" fmla="*/ 51791 h 65075"/>
                <a:gd name="csX3" fmla="*/ 48776 w 68163"/>
                <a:gd name="csY3" fmla="*/ 35643 h 65075"/>
                <a:gd name="csX4" fmla="*/ 58859 w 68163"/>
                <a:gd name="csY4" fmla="*/ 32406 h 65075"/>
                <a:gd name="csX5" fmla="*/ 47957 w 68163"/>
                <a:gd name="csY5" fmla="*/ 28760 h 65075"/>
                <a:gd name="csX6" fmla="*/ 518 w 68163"/>
                <a:gd name="csY6" fmla="*/ 12463 h 65075"/>
                <a:gd name="csX7" fmla="*/ 518 w 68163"/>
                <a:gd name="csY7" fmla="*/ 296 h 65075"/>
                <a:gd name="csX8" fmla="*/ 68681 w 68163"/>
                <a:gd name="csY8" fmla="*/ 296 h 65075"/>
                <a:gd name="csX9" fmla="*/ 68681 w 68163"/>
                <a:gd name="csY9" fmla="*/ 9003 h 65075"/>
                <a:gd name="csX10" fmla="*/ 11606 w 68163"/>
                <a:gd name="csY10" fmla="*/ 9003 h 65075"/>
                <a:gd name="csX11" fmla="*/ 68681 w 68163"/>
                <a:gd name="csY11" fmla="*/ 28834 h 65075"/>
                <a:gd name="csX12" fmla="*/ 68681 w 68163"/>
                <a:gd name="csY12" fmla="*/ 36945 h 65075"/>
                <a:gd name="csX13" fmla="*/ 10638 w 68163"/>
                <a:gd name="csY13" fmla="*/ 56665 h 65075"/>
                <a:gd name="csX14" fmla="*/ 68681 w 68163"/>
                <a:gd name="csY14" fmla="*/ 56665 h 6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65075">
                  <a:moveTo>
                    <a:pt x="68681" y="65372"/>
                  </a:moveTo>
                  <a:lnTo>
                    <a:pt x="518" y="65372"/>
                  </a:lnTo>
                  <a:lnTo>
                    <a:pt x="518" y="51791"/>
                  </a:lnTo>
                  <a:lnTo>
                    <a:pt x="48776" y="35643"/>
                  </a:lnTo>
                  <a:cubicBezTo>
                    <a:pt x="53278" y="34155"/>
                    <a:pt x="56626" y="33076"/>
                    <a:pt x="58859" y="32406"/>
                  </a:cubicBezTo>
                  <a:cubicBezTo>
                    <a:pt x="56403" y="31625"/>
                    <a:pt x="52757" y="30397"/>
                    <a:pt x="47957" y="28760"/>
                  </a:cubicBezTo>
                  <a:lnTo>
                    <a:pt x="518" y="12463"/>
                  </a:lnTo>
                  <a:lnTo>
                    <a:pt x="518" y="296"/>
                  </a:lnTo>
                  <a:lnTo>
                    <a:pt x="68681" y="296"/>
                  </a:lnTo>
                  <a:lnTo>
                    <a:pt x="68681" y="9003"/>
                  </a:lnTo>
                  <a:lnTo>
                    <a:pt x="11606" y="9003"/>
                  </a:lnTo>
                  <a:lnTo>
                    <a:pt x="68681" y="28834"/>
                  </a:lnTo>
                  <a:lnTo>
                    <a:pt x="68681" y="36945"/>
                  </a:lnTo>
                  <a:lnTo>
                    <a:pt x="10638" y="56665"/>
                  </a:lnTo>
                  <a:lnTo>
                    <a:pt x="68681" y="5666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14" name="Graphic 4">
            <a:extLst>
              <a:ext uri="{FF2B5EF4-FFF2-40B4-BE49-F238E27FC236}">
                <a16:creationId xmlns:a16="http://schemas.microsoft.com/office/drawing/2014/main" id="{7156D1F6-73C1-D709-4326-A469CD7E272F}"/>
              </a:ext>
            </a:extLst>
          </p:cNvPr>
          <p:cNvGrpSpPr/>
          <p:nvPr/>
        </p:nvGrpSpPr>
        <p:grpSpPr>
          <a:xfrm>
            <a:off x="5822625" y="3217967"/>
            <a:ext cx="68163" cy="227651"/>
            <a:chOff x="5440808" y="3217967"/>
            <a:chExt cx="68163" cy="227651"/>
          </a:xfrm>
          <a:solidFill>
            <a:srgbClr val="000000"/>
          </a:solidFill>
        </p:grpSpPr>
        <p:sp>
          <p:nvSpPr>
            <p:cNvPr id="1515" name="Freeform 1514">
              <a:extLst>
                <a:ext uri="{FF2B5EF4-FFF2-40B4-BE49-F238E27FC236}">
                  <a16:creationId xmlns:a16="http://schemas.microsoft.com/office/drawing/2014/main" id="{1C95061D-5370-BA13-C3D2-A5C8994D1BBE}"/>
                </a:ext>
              </a:extLst>
            </p:cNvPr>
            <p:cNvSpPr/>
            <p:nvPr/>
          </p:nvSpPr>
          <p:spPr>
            <a:xfrm>
              <a:off x="5440808" y="3391891"/>
              <a:ext cx="68163" cy="53726"/>
            </a:xfrm>
            <a:custGeom>
              <a:avLst/>
              <a:gdLst>
                <a:gd name="csX0" fmla="*/ 68689 w 68163"/>
                <a:gd name="csY0" fmla="*/ 54041 h 53726"/>
                <a:gd name="csX1" fmla="*/ 526 w 68163"/>
                <a:gd name="csY1" fmla="*/ 54041 h 53726"/>
                <a:gd name="csX2" fmla="*/ 526 w 68163"/>
                <a:gd name="csY2" fmla="*/ 44776 h 53726"/>
                <a:gd name="csX3" fmla="*/ 54030 w 68163"/>
                <a:gd name="csY3" fmla="*/ 8983 h 53726"/>
                <a:gd name="csX4" fmla="*/ 526 w 68163"/>
                <a:gd name="csY4" fmla="*/ 8983 h 53726"/>
                <a:gd name="csX5" fmla="*/ 526 w 68163"/>
                <a:gd name="csY5" fmla="*/ 314 h 53726"/>
                <a:gd name="csX6" fmla="*/ 68689 w 68163"/>
                <a:gd name="csY6" fmla="*/ 314 h 53726"/>
                <a:gd name="csX7" fmla="*/ 68689 w 68163"/>
                <a:gd name="csY7" fmla="*/ 9578 h 53726"/>
                <a:gd name="csX8" fmla="*/ 15111 w 68163"/>
                <a:gd name="csY8" fmla="*/ 45371 h 53726"/>
                <a:gd name="csX9" fmla="*/ 68689 w 68163"/>
                <a:gd name="csY9" fmla="*/ 45371 h 53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8163" h="53726">
                  <a:moveTo>
                    <a:pt x="68689" y="54041"/>
                  </a:moveTo>
                  <a:lnTo>
                    <a:pt x="526" y="54041"/>
                  </a:lnTo>
                  <a:lnTo>
                    <a:pt x="526" y="44776"/>
                  </a:lnTo>
                  <a:lnTo>
                    <a:pt x="54030" y="8983"/>
                  </a:lnTo>
                  <a:lnTo>
                    <a:pt x="526" y="8983"/>
                  </a:lnTo>
                  <a:lnTo>
                    <a:pt x="526" y="314"/>
                  </a:lnTo>
                  <a:lnTo>
                    <a:pt x="68689" y="314"/>
                  </a:lnTo>
                  <a:lnTo>
                    <a:pt x="68689" y="9578"/>
                  </a:lnTo>
                  <a:lnTo>
                    <a:pt x="15111" y="45371"/>
                  </a:lnTo>
                  <a:lnTo>
                    <a:pt x="68689" y="4537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Freeform 1515">
              <a:extLst>
                <a:ext uri="{FF2B5EF4-FFF2-40B4-BE49-F238E27FC236}">
                  <a16:creationId xmlns:a16="http://schemas.microsoft.com/office/drawing/2014/main" id="{E1500D55-2326-DBFD-9689-5778E9B33AFD}"/>
                </a:ext>
              </a:extLst>
            </p:cNvPr>
            <p:cNvSpPr/>
            <p:nvPr/>
          </p:nvSpPr>
          <p:spPr>
            <a:xfrm>
              <a:off x="5440808" y="3320389"/>
              <a:ext cx="68163" cy="56331"/>
            </a:xfrm>
            <a:custGeom>
              <a:avLst/>
              <a:gdLst>
                <a:gd name="csX0" fmla="*/ 68689 w 68163"/>
                <a:gd name="csY0" fmla="*/ 56638 h 56331"/>
                <a:gd name="csX1" fmla="*/ 526 w 68163"/>
                <a:gd name="csY1" fmla="*/ 56638 h 56331"/>
                <a:gd name="csX2" fmla="*/ 526 w 68163"/>
                <a:gd name="csY2" fmla="*/ 33160 h 56331"/>
                <a:gd name="csX3" fmla="*/ 1494 w 68163"/>
                <a:gd name="csY3" fmla="*/ 21031 h 56331"/>
                <a:gd name="csX4" fmla="*/ 6368 w 68163"/>
                <a:gd name="csY4" fmla="*/ 11022 h 56331"/>
                <a:gd name="csX5" fmla="*/ 18014 w 68163"/>
                <a:gd name="csY5" fmla="*/ 2948 h 56331"/>
                <a:gd name="csX6" fmla="*/ 34236 w 68163"/>
                <a:gd name="csY6" fmla="*/ 306 h 56331"/>
                <a:gd name="csX7" fmla="*/ 48002 w 68163"/>
                <a:gd name="csY7" fmla="*/ 2092 h 56331"/>
                <a:gd name="csX8" fmla="*/ 57937 w 68163"/>
                <a:gd name="csY8" fmla="*/ 6743 h 56331"/>
                <a:gd name="csX9" fmla="*/ 64113 w 68163"/>
                <a:gd name="csY9" fmla="*/ 12957 h 56331"/>
                <a:gd name="csX10" fmla="*/ 67536 w 68163"/>
                <a:gd name="csY10" fmla="*/ 21105 h 56331"/>
                <a:gd name="csX11" fmla="*/ 68689 w 68163"/>
                <a:gd name="csY11" fmla="*/ 32044 h 56331"/>
                <a:gd name="csX12" fmla="*/ 68689 w 68163"/>
                <a:gd name="csY12" fmla="*/ 56638 h 56331"/>
                <a:gd name="csX13" fmla="*/ 60653 w 68163"/>
                <a:gd name="csY13" fmla="*/ 47634 h 56331"/>
                <a:gd name="csX14" fmla="*/ 60653 w 68163"/>
                <a:gd name="csY14" fmla="*/ 33086 h 56331"/>
                <a:gd name="csX15" fmla="*/ 59388 w 68163"/>
                <a:gd name="csY15" fmla="*/ 22482 h 56331"/>
                <a:gd name="csX16" fmla="*/ 55853 w 68163"/>
                <a:gd name="csY16" fmla="*/ 16380 h 56331"/>
                <a:gd name="csX17" fmla="*/ 47221 w 68163"/>
                <a:gd name="csY17" fmla="*/ 11394 h 56331"/>
                <a:gd name="csX18" fmla="*/ 34087 w 68163"/>
                <a:gd name="csY18" fmla="*/ 9608 h 56331"/>
                <a:gd name="csX19" fmla="*/ 17641 w 68163"/>
                <a:gd name="csY19" fmla="*/ 13106 h 56331"/>
                <a:gd name="csX20" fmla="*/ 9940 w 68163"/>
                <a:gd name="csY20" fmla="*/ 21626 h 56331"/>
                <a:gd name="csX21" fmla="*/ 8563 w 68163"/>
                <a:gd name="csY21" fmla="*/ 33309 h 56331"/>
                <a:gd name="csX22" fmla="*/ 8563 w 68163"/>
                <a:gd name="csY22" fmla="*/ 47634 h 5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163" h="56331">
                  <a:moveTo>
                    <a:pt x="68689" y="56638"/>
                  </a:moveTo>
                  <a:lnTo>
                    <a:pt x="526" y="56638"/>
                  </a:lnTo>
                  <a:lnTo>
                    <a:pt x="526" y="33160"/>
                  </a:lnTo>
                  <a:cubicBezTo>
                    <a:pt x="526" y="27877"/>
                    <a:pt x="824" y="23821"/>
                    <a:pt x="1494" y="21031"/>
                  </a:cubicBezTo>
                  <a:cubicBezTo>
                    <a:pt x="2387" y="17124"/>
                    <a:pt x="4024" y="13775"/>
                    <a:pt x="6368" y="11022"/>
                  </a:cubicBezTo>
                  <a:cubicBezTo>
                    <a:pt x="9419" y="7450"/>
                    <a:pt x="13288" y="4734"/>
                    <a:pt x="18014" y="2948"/>
                  </a:cubicBezTo>
                  <a:cubicBezTo>
                    <a:pt x="22739" y="1162"/>
                    <a:pt x="28134" y="306"/>
                    <a:pt x="34236" y="306"/>
                  </a:cubicBezTo>
                  <a:cubicBezTo>
                    <a:pt x="39408" y="306"/>
                    <a:pt x="43984" y="902"/>
                    <a:pt x="48002" y="2092"/>
                  </a:cubicBezTo>
                  <a:cubicBezTo>
                    <a:pt x="51984" y="3320"/>
                    <a:pt x="55295" y="4846"/>
                    <a:pt x="57937" y="6743"/>
                  </a:cubicBezTo>
                  <a:cubicBezTo>
                    <a:pt x="60541" y="8641"/>
                    <a:pt x="62588" y="10724"/>
                    <a:pt x="64113" y="12957"/>
                  </a:cubicBezTo>
                  <a:cubicBezTo>
                    <a:pt x="65601" y="15226"/>
                    <a:pt x="66755" y="17905"/>
                    <a:pt x="67536" y="21105"/>
                  </a:cubicBezTo>
                  <a:cubicBezTo>
                    <a:pt x="68317" y="24268"/>
                    <a:pt x="68689" y="27914"/>
                    <a:pt x="68689" y="32044"/>
                  </a:cubicBezTo>
                  <a:lnTo>
                    <a:pt x="68689" y="56638"/>
                  </a:lnTo>
                  <a:moveTo>
                    <a:pt x="60653" y="47634"/>
                  </a:moveTo>
                  <a:lnTo>
                    <a:pt x="60653" y="33086"/>
                  </a:lnTo>
                  <a:cubicBezTo>
                    <a:pt x="60653" y="28584"/>
                    <a:pt x="60243" y="25049"/>
                    <a:pt x="59388" y="22482"/>
                  </a:cubicBezTo>
                  <a:cubicBezTo>
                    <a:pt x="58569" y="19952"/>
                    <a:pt x="57379" y="17905"/>
                    <a:pt x="55853" y="16380"/>
                  </a:cubicBezTo>
                  <a:cubicBezTo>
                    <a:pt x="53732" y="14222"/>
                    <a:pt x="50830" y="12585"/>
                    <a:pt x="47221" y="11394"/>
                  </a:cubicBezTo>
                  <a:cubicBezTo>
                    <a:pt x="43612" y="10204"/>
                    <a:pt x="39222" y="9608"/>
                    <a:pt x="34087" y="9608"/>
                  </a:cubicBezTo>
                  <a:cubicBezTo>
                    <a:pt x="26943" y="9608"/>
                    <a:pt x="21474" y="10762"/>
                    <a:pt x="17641" y="13106"/>
                  </a:cubicBezTo>
                  <a:cubicBezTo>
                    <a:pt x="13809" y="15450"/>
                    <a:pt x="11242" y="18277"/>
                    <a:pt x="9940" y="21626"/>
                  </a:cubicBezTo>
                  <a:cubicBezTo>
                    <a:pt x="9009" y="24045"/>
                    <a:pt x="8563" y="27951"/>
                    <a:pt x="8563" y="33309"/>
                  </a:cubicBezTo>
                  <a:lnTo>
                    <a:pt x="8563" y="4763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Freeform 1516">
              <a:extLst>
                <a:ext uri="{FF2B5EF4-FFF2-40B4-BE49-F238E27FC236}">
                  <a16:creationId xmlns:a16="http://schemas.microsoft.com/office/drawing/2014/main" id="{2D0DFDE5-5587-8F48-5BBD-E289C3620B30}"/>
                </a:ext>
              </a:extLst>
            </p:cNvPr>
            <p:cNvSpPr/>
            <p:nvPr/>
          </p:nvSpPr>
          <p:spPr>
            <a:xfrm>
              <a:off x="5440808" y="3297404"/>
              <a:ext cx="68163" cy="9004"/>
            </a:xfrm>
            <a:custGeom>
              <a:avLst/>
              <a:gdLst>
                <a:gd name="csX0" fmla="*/ 68689 w 68163"/>
                <a:gd name="csY0" fmla="*/ 9303 h 9004"/>
                <a:gd name="csX1" fmla="*/ 526 w 68163"/>
                <a:gd name="csY1" fmla="*/ 9303 h 9004"/>
                <a:gd name="csX2" fmla="*/ 526 w 68163"/>
                <a:gd name="csY2" fmla="*/ 299 h 9004"/>
                <a:gd name="csX3" fmla="*/ 68689 w 68163"/>
                <a:gd name="csY3" fmla="*/ 299 h 9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9004">
                  <a:moveTo>
                    <a:pt x="68689" y="9303"/>
                  </a:moveTo>
                  <a:lnTo>
                    <a:pt x="526" y="9303"/>
                  </a:lnTo>
                  <a:lnTo>
                    <a:pt x="526" y="299"/>
                  </a:lnTo>
                  <a:lnTo>
                    <a:pt x="68689" y="29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Freeform 1517">
              <a:extLst>
                <a:ext uri="{FF2B5EF4-FFF2-40B4-BE49-F238E27FC236}">
                  <a16:creationId xmlns:a16="http://schemas.microsoft.com/office/drawing/2014/main" id="{D78B501B-E343-C408-72B1-B8A98D2EC669}"/>
                </a:ext>
              </a:extLst>
            </p:cNvPr>
            <p:cNvSpPr/>
            <p:nvPr/>
          </p:nvSpPr>
          <p:spPr>
            <a:xfrm>
              <a:off x="5440808" y="3239277"/>
              <a:ext cx="68163" cy="42564"/>
            </a:xfrm>
            <a:custGeom>
              <a:avLst/>
              <a:gdLst>
                <a:gd name="csX0" fmla="*/ 68689 w 68163"/>
                <a:gd name="csY0" fmla="*/ 42861 h 42564"/>
                <a:gd name="csX1" fmla="*/ 526 w 68163"/>
                <a:gd name="csY1" fmla="*/ 42861 h 42564"/>
                <a:gd name="csX2" fmla="*/ 526 w 68163"/>
                <a:gd name="csY2" fmla="*/ 33857 h 42564"/>
                <a:gd name="csX3" fmla="*/ 60653 w 68163"/>
                <a:gd name="csY3" fmla="*/ 33857 h 42564"/>
                <a:gd name="csX4" fmla="*/ 60653 w 68163"/>
                <a:gd name="csY4" fmla="*/ 296 h 42564"/>
                <a:gd name="csX5" fmla="*/ 68689 w 68163"/>
                <a:gd name="csY5" fmla="*/ 296 h 4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8163" h="42564">
                  <a:moveTo>
                    <a:pt x="68689" y="42861"/>
                  </a:moveTo>
                  <a:lnTo>
                    <a:pt x="526" y="42861"/>
                  </a:lnTo>
                  <a:lnTo>
                    <a:pt x="526" y="33857"/>
                  </a:lnTo>
                  <a:lnTo>
                    <a:pt x="60653" y="33857"/>
                  </a:lnTo>
                  <a:lnTo>
                    <a:pt x="60653" y="296"/>
                  </a:lnTo>
                  <a:lnTo>
                    <a:pt x="68689" y="29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Freeform 1518">
              <a:extLst>
                <a:ext uri="{FF2B5EF4-FFF2-40B4-BE49-F238E27FC236}">
                  <a16:creationId xmlns:a16="http://schemas.microsoft.com/office/drawing/2014/main" id="{AA246459-0FD2-3362-61D2-59E0814ED92D}"/>
                </a:ext>
              </a:extLst>
            </p:cNvPr>
            <p:cNvSpPr/>
            <p:nvPr/>
          </p:nvSpPr>
          <p:spPr>
            <a:xfrm>
              <a:off x="5440808" y="3217967"/>
              <a:ext cx="68163" cy="9004"/>
            </a:xfrm>
            <a:custGeom>
              <a:avLst/>
              <a:gdLst>
                <a:gd name="csX0" fmla="*/ 68689 w 68163"/>
                <a:gd name="csY0" fmla="*/ 9295 h 9004"/>
                <a:gd name="csX1" fmla="*/ 526 w 68163"/>
                <a:gd name="csY1" fmla="*/ 9295 h 9004"/>
                <a:gd name="csX2" fmla="*/ 526 w 68163"/>
                <a:gd name="csY2" fmla="*/ 291 h 9004"/>
                <a:gd name="csX3" fmla="*/ 68689 w 68163"/>
                <a:gd name="csY3" fmla="*/ 291 h 9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163" h="9004">
                  <a:moveTo>
                    <a:pt x="68689" y="9295"/>
                  </a:moveTo>
                  <a:lnTo>
                    <a:pt x="526" y="9295"/>
                  </a:lnTo>
                  <a:lnTo>
                    <a:pt x="526" y="291"/>
                  </a:lnTo>
                  <a:lnTo>
                    <a:pt x="68689" y="29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20" name="Freeform 1519">
            <a:extLst>
              <a:ext uri="{FF2B5EF4-FFF2-40B4-BE49-F238E27FC236}">
                <a16:creationId xmlns:a16="http://schemas.microsoft.com/office/drawing/2014/main" id="{1878BCEA-2B18-B6A9-EE57-062319E63F45}"/>
              </a:ext>
            </a:extLst>
          </p:cNvPr>
          <p:cNvSpPr/>
          <p:nvPr/>
        </p:nvSpPr>
        <p:spPr>
          <a:xfrm>
            <a:off x="5929074" y="553441"/>
            <a:ext cx="25114" cy="68460"/>
          </a:xfrm>
          <a:custGeom>
            <a:avLst/>
            <a:gdLst>
              <a:gd name="csX0" fmla="*/ 25644 w 25114"/>
              <a:gd name="csY0" fmla="*/ 68477 h 68460"/>
              <a:gd name="csX1" fmla="*/ 17272 w 25114"/>
              <a:gd name="csY1" fmla="*/ 68477 h 68460"/>
              <a:gd name="csX2" fmla="*/ 17272 w 25114"/>
              <a:gd name="csY2" fmla="*/ 15123 h 68460"/>
              <a:gd name="csX3" fmla="*/ 9347 w 25114"/>
              <a:gd name="csY3" fmla="*/ 20890 h 68460"/>
              <a:gd name="csX4" fmla="*/ 529 w 25114"/>
              <a:gd name="csY4" fmla="*/ 25243 h 68460"/>
              <a:gd name="csX5" fmla="*/ 529 w 25114"/>
              <a:gd name="csY5" fmla="*/ 17132 h 68460"/>
              <a:gd name="csX6" fmla="*/ 12807 w 25114"/>
              <a:gd name="csY6" fmla="*/ 9132 h 68460"/>
              <a:gd name="csX7" fmla="*/ 20249 w 25114"/>
              <a:gd name="csY7" fmla="*/ 16 h 68460"/>
              <a:gd name="csX8" fmla="*/ 25644 w 25114"/>
              <a:gd name="csY8" fmla="*/ 16 h 68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5114" h="68460">
                <a:moveTo>
                  <a:pt x="25644" y="68477"/>
                </a:moveTo>
                <a:lnTo>
                  <a:pt x="17272" y="68477"/>
                </a:lnTo>
                <a:lnTo>
                  <a:pt x="17272" y="15123"/>
                </a:lnTo>
                <a:cubicBezTo>
                  <a:pt x="15263" y="17057"/>
                  <a:pt x="12621" y="18992"/>
                  <a:pt x="9347" y="20890"/>
                </a:cubicBezTo>
                <a:cubicBezTo>
                  <a:pt x="6073" y="22824"/>
                  <a:pt x="3134" y="24275"/>
                  <a:pt x="529" y="25243"/>
                </a:cubicBezTo>
                <a:lnTo>
                  <a:pt x="529" y="17132"/>
                </a:lnTo>
                <a:cubicBezTo>
                  <a:pt x="5217" y="14936"/>
                  <a:pt x="9310" y="12258"/>
                  <a:pt x="12807" y="9132"/>
                </a:cubicBezTo>
                <a:cubicBezTo>
                  <a:pt x="16305" y="6007"/>
                  <a:pt x="18798" y="2956"/>
                  <a:pt x="20249" y="16"/>
                </a:cubicBezTo>
                <a:lnTo>
                  <a:pt x="25644" y="16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1" name="Freeform 1520">
            <a:extLst>
              <a:ext uri="{FF2B5EF4-FFF2-40B4-BE49-F238E27FC236}">
                <a16:creationId xmlns:a16="http://schemas.microsoft.com/office/drawing/2014/main" id="{2B15096B-64B9-D3C4-638E-C17CFD86F4FD}"/>
              </a:ext>
            </a:extLst>
          </p:cNvPr>
          <p:cNvSpPr/>
          <p:nvPr/>
        </p:nvSpPr>
        <p:spPr>
          <a:xfrm>
            <a:off x="5921586" y="693861"/>
            <a:ext cx="45067" cy="68460"/>
          </a:xfrm>
          <a:custGeom>
            <a:avLst/>
            <a:gdLst>
              <a:gd name="csX0" fmla="*/ 45597 w 45067"/>
              <a:gd name="csY0" fmla="*/ 60455 h 68460"/>
              <a:gd name="csX1" fmla="*/ 45597 w 45067"/>
              <a:gd name="csY1" fmla="*/ 68492 h 68460"/>
              <a:gd name="csX2" fmla="*/ 539 w 45067"/>
              <a:gd name="csY2" fmla="*/ 68492 h 68460"/>
              <a:gd name="csX3" fmla="*/ 1507 w 45067"/>
              <a:gd name="csY3" fmla="*/ 62688 h 68460"/>
              <a:gd name="csX4" fmla="*/ 7013 w 45067"/>
              <a:gd name="csY4" fmla="*/ 53609 h 68460"/>
              <a:gd name="csX5" fmla="*/ 17952 w 45067"/>
              <a:gd name="csY5" fmla="*/ 43266 h 68460"/>
              <a:gd name="csX6" fmla="*/ 32984 w 45067"/>
              <a:gd name="csY6" fmla="*/ 28829 h 68460"/>
              <a:gd name="csX7" fmla="*/ 36891 w 45067"/>
              <a:gd name="csY7" fmla="*/ 18784 h 68460"/>
              <a:gd name="csX8" fmla="*/ 33319 w 45067"/>
              <a:gd name="csY8" fmla="*/ 10375 h 68460"/>
              <a:gd name="csX9" fmla="*/ 24054 w 45067"/>
              <a:gd name="csY9" fmla="*/ 6952 h 68460"/>
              <a:gd name="csX10" fmla="*/ 14380 w 45067"/>
              <a:gd name="csY10" fmla="*/ 10598 h 68460"/>
              <a:gd name="csX11" fmla="*/ 10697 w 45067"/>
              <a:gd name="csY11" fmla="*/ 20644 h 68460"/>
              <a:gd name="csX12" fmla="*/ 2102 w 45067"/>
              <a:gd name="csY12" fmla="*/ 19751 h 68460"/>
              <a:gd name="csX13" fmla="*/ 8762 w 45067"/>
              <a:gd name="csY13" fmla="*/ 5091 h 68460"/>
              <a:gd name="csX14" fmla="*/ 24240 w 45067"/>
              <a:gd name="csY14" fmla="*/ 31 h 68460"/>
              <a:gd name="csX15" fmla="*/ 39756 w 45067"/>
              <a:gd name="csY15" fmla="*/ 5463 h 68460"/>
              <a:gd name="csX16" fmla="*/ 45485 w 45067"/>
              <a:gd name="csY16" fmla="*/ 18970 h 68460"/>
              <a:gd name="csX17" fmla="*/ 43811 w 45067"/>
              <a:gd name="csY17" fmla="*/ 27006 h 68460"/>
              <a:gd name="csX18" fmla="*/ 38267 w 45067"/>
              <a:gd name="csY18" fmla="*/ 35341 h 68460"/>
              <a:gd name="csX19" fmla="*/ 25356 w 45067"/>
              <a:gd name="csY19" fmla="*/ 47321 h 68460"/>
              <a:gd name="csX20" fmla="*/ 15683 w 45067"/>
              <a:gd name="csY20" fmla="*/ 55916 h 68460"/>
              <a:gd name="csX21" fmla="*/ 12148 w 45067"/>
              <a:gd name="csY21" fmla="*/ 60455 h 68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5067" h="68460">
                <a:moveTo>
                  <a:pt x="45597" y="60455"/>
                </a:moveTo>
                <a:lnTo>
                  <a:pt x="45597" y="68492"/>
                </a:lnTo>
                <a:lnTo>
                  <a:pt x="539" y="68492"/>
                </a:lnTo>
                <a:cubicBezTo>
                  <a:pt x="465" y="66483"/>
                  <a:pt x="800" y="64548"/>
                  <a:pt x="1507" y="62688"/>
                </a:cubicBezTo>
                <a:cubicBezTo>
                  <a:pt x="2660" y="59600"/>
                  <a:pt x="4483" y="56586"/>
                  <a:pt x="7013" y="53609"/>
                </a:cubicBezTo>
                <a:cubicBezTo>
                  <a:pt x="9543" y="50633"/>
                  <a:pt x="13190" y="47210"/>
                  <a:pt x="17952" y="43266"/>
                </a:cubicBezTo>
                <a:cubicBezTo>
                  <a:pt x="25356" y="37201"/>
                  <a:pt x="30379" y="32401"/>
                  <a:pt x="32984" y="28829"/>
                </a:cubicBezTo>
                <a:cubicBezTo>
                  <a:pt x="35588" y="25295"/>
                  <a:pt x="36891" y="21946"/>
                  <a:pt x="36891" y="18784"/>
                </a:cubicBezTo>
                <a:cubicBezTo>
                  <a:pt x="36891" y="15472"/>
                  <a:pt x="35700" y="12644"/>
                  <a:pt x="33319" y="10375"/>
                </a:cubicBezTo>
                <a:cubicBezTo>
                  <a:pt x="30975" y="8105"/>
                  <a:pt x="27849" y="6952"/>
                  <a:pt x="24054" y="6952"/>
                </a:cubicBezTo>
                <a:cubicBezTo>
                  <a:pt x="20036" y="6952"/>
                  <a:pt x="16799" y="8180"/>
                  <a:pt x="14380" y="10598"/>
                </a:cubicBezTo>
                <a:cubicBezTo>
                  <a:pt x="11962" y="13016"/>
                  <a:pt x="10734" y="16365"/>
                  <a:pt x="10697" y="20644"/>
                </a:cubicBezTo>
                <a:lnTo>
                  <a:pt x="2102" y="19751"/>
                </a:lnTo>
                <a:cubicBezTo>
                  <a:pt x="2697" y="13351"/>
                  <a:pt x="4893" y="8440"/>
                  <a:pt x="8762" y="5091"/>
                </a:cubicBezTo>
                <a:cubicBezTo>
                  <a:pt x="12594" y="1706"/>
                  <a:pt x="17766" y="31"/>
                  <a:pt x="24240" y="31"/>
                </a:cubicBezTo>
                <a:cubicBezTo>
                  <a:pt x="30789" y="31"/>
                  <a:pt x="35960" y="1854"/>
                  <a:pt x="39756" y="5463"/>
                </a:cubicBezTo>
                <a:cubicBezTo>
                  <a:pt x="43588" y="9110"/>
                  <a:pt x="45485" y="13612"/>
                  <a:pt x="45485" y="18970"/>
                </a:cubicBezTo>
                <a:cubicBezTo>
                  <a:pt x="45485" y="21686"/>
                  <a:pt x="44927" y="24365"/>
                  <a:pt x="43811" y="27006"/>
                </a:cubicBezTo>
                <a:cubicBezTo>
                  <a:pt x="42695" y="29648"/>
                  <a:pt x="40835" y="32401"/>
                  <a:pt x="38267" y="35341"/>
                </a:cubicBezTo>
                <a:cubicBezTo>
                  <a:pt x="35663" y="38243"/>
                  <a:pt x="31384" y="42261"/>
                  <a:pt x="25356" y="47321"/>
                </a:cubicBezTo>
                <a:cubicBezTo>
                  <a:pt x="20333" y="51563"/>
                  <a:pt x="17096" y="54391"/>
                  <a:pt x="15683" y="55916"/>
                </a:cubicBezTo>
                <a:cubicBezTo>
                  <a:pt x="14269" y="57404"/>
                  <a:pt x="13078" y="58930"/>
                  <a:pt x="12148" y="6045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2" name="Freeform 1521">
            <a:extLst>
              <a:ext uri="{FF2B5EF4-FFF2-40B4-BE49-F238E27FC236}">
                <a16:creationId xmlns:a16="http://schemas.microsoft.com/office/drawing/2014/main" id="{032A228C-C01B-371D-5E6F-F3FE110E3FC8}"/>
              </a:ext>
            </a:extLst>
          </p:cNvPr>
          <p:cNvSpPr/>
          <p:nvPr/>
        </p:nvSpPr>
        <p:spPr>
          <a:xfrm>
            <a:off x="5922712" y="834280"/>
            <a:ext cx="44648" cy="69651"/>
          </a:xfrm>
          <a:custGeom>
            <a:avLst/>
            <a:gdLst>
              <a:gd name="csX0" fmla="*/ 529 w 44648"/>
              <a:gd name="csY0" fmla="*/ 50499 h 69651"/>
              <a:gd name="csX1" fmla="*/ 8864 w 44648"/>
              <a:gd name="csY1" fmla="*/ 49382 h 69651"/>
              <a:gd name="csX2" fmla="*/ 13775 w 44648"/>
              <a:gd name="csY2" fmla="*/ 59652 h 69651"/>
              <a:gd name="csX3" fmla="*/ 22221 w 44648"/>
              <a:gd name="csY3" fmla="*/ 62777 h 69651"/>
              <a:gd name="csX4" fmla="*/ 32192 w 44648"/>
              <a:gd name="csY4" fmla="*/ 58684 h 69651"/>
              <a:gd name="csX5" fmla="*/ 36285 w 44648"/>
              <a:gd name="csY5" fmla="*/ 48564 h 69651"/>
              <a:gd name="csX6" fmla="*/ 32527 w 44648"/>
              <a:gd name="csY6" fmla="*/ 39039 h 69651"/>
              <a:gd name="csX7" fmla="*/ 22928 w 44648"/>
              <a:gd name="csY7" fmla="*/ 35318 h 69651"/>
              <a:gd name="csX8" fmla="*/ 17012 w 44648"/>
              <a:gd name="csY8" fmla="*/ 36211 h 69651"/>
              <a:gd name="csX9" fmla="*/ 17942 w 44648"/>
              <a:gd name="csY9" fmla="*/ 28881 h 69651"/>
              <a:gd name="csX10" fmla="*/ 19281 w 44648"/>
              <a:gd name="csY10" fmla="*/ 28993 h 69651"/>
              <a:gd name="csX11" fmla="*/ 28918 w 44648"/>
              <a:gd name="csY11" fmla="*/ 26165 h 69651"/>
              <a:gd name="csX12" fmla="*/ 33197 w 44648"/>
              <a:gd name="csY12" fmla="*/ 17570 h 69651"/>
              <a:gd name="csX13" fmla="*/ 30072 w 44648"/>
              <a:gd name="csY13" fmla="*/ 9943 h 69651"/>
              <a:gd name="csX14" fmla="*/ 22035 w 44648"/>
              <a:gd name="csY14" fmla="*/ 6929 h 69651"/>
              <a:gd name="csX15" fmla="*/ 13924 w 44648"/>
              <a:gd name="csY15" fmla="*/ 10017 h 69651"/>
              <a:gd name="csX16" fmla="*/ 9719 w 44648"/>
              <a:gd name="csY16" fmla="*/ 19208 h 69651"/>
              <a:gd name="csX17" fmla="*/ 1348 w 44648"/>
              <a:gd name="csY17" fmla="*/ 17719 h 69651"/>
              <a:gd name="csX18" fmla="*/ 8343 w 44648"/>
              <a:gd name="csY18" fmla="*/ 4660 h 69651"/>
              <a:gd name="csX19" fmla="*/ 21849 w 44648"/>
              <a:gd name="csY19" fmla="*/ 46 h 69651"/>
              <a:gd name="csX20" fmla="*/ 32155 w 44648"/>
              <a:gd name="csY20" fmla="*/ 2427 h 69651"/>
              <a:gd name="csX21" fmla="*/ 39336 w 44648"/>
              <a:gd name="csY21" fmla="*/ 8976 h 69651"/>
              <a:gd name="csX22" fmla="*/ 41829 w 44648"/>
              <a:gd name="csY22" fmla="*/ 17756 h 69651"/>
              <a:gd name="csX23" fmla="*/ 39448 w 44648"/>
              <a:gd name="csY23" fmla="*/ 25793 h 69651"/>
              <a:gd name="csX24" fmla="*/ 32416 w 44648"/>
              <a:gd name="csY24" fmla="*/ 31597 h 69651"/>
              <a:gd name="csX25" fmla="*/ 41829 w 44648"/>
              <a:gd name="csY25" fmla="*/ 37365 h 69651"/>
              <a:gd name="csX26" fmla="*/ 45178 w 44648"/>
              <a:gd name="csY26" fmla="*/ 48378 h 69651"/>
              <a:gd name="csX27" fmla="*/ 38629 w 44648"/>
              <a:gd name="csY27" fmla="*/ 63521 h 69651"/>
              <a:gd name="csX28" fmla="*/ 22184 w 44648"/>
              <a:gd name="csY28" fmla="*/ 69698 h 69651"/>
              <a:gd name="csX29" fmla="*/ 7264 w 44648"/>
              <a:gd name="csY29" fmla="*/ 64377 h 69651"/>
              <a:gd name="csX30" fmla="*/ 529 w 44648"/>
              <a:gd name="csY30" fmla="*/ 50499 h 696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44648" h="69651">
                <a:moveTo>
                  <a:pt x="529" y="50499"/>
                </a:moveTo>
                <a:lnTo>
                  <a:pt x="8864" y="49382"/>
                </a:lnTo>
                <a:cubicBezTo>
                  <a:pt x="9831" y="54145"/>
                  <a:pt x="11468" y="57568"/>
                  <a:pt x="13775" y="59652"/>
                </a:cubicBezTo>
                <a:cubicBezTo>
                  <a:pt x="16082" y="61735"/>
                  <a:pt x="18909" y="62777"/>
                  <a:pt x="22221" y="62777"/>
                </a:cubicBezTo>
                <a:cubicBezTo>
                  <a:pt x="26165" y="62777"/>
                  <a:pt x="29476" y="61438"/>
                  <a:pt x="32192" y="58684"/>
                </a:cubicBezTo>
                <a:cubicBezTo>
                  <a:pt x="34908" y="55968"/>
                  <a:pt x="36285" y="52582"/>
                  <a:pt x="36285" y="48564"/>
                </a:cubicBezTo>
                <a:cubicBezTo>
                  <a:pt x="36285" y="44694"/>
                  <a:pt x="35020" y="41532"/>
                  <a:pt x="32527" y="39039"/>
                </a:cubicBezTo>
                <a:cubicBezTo>
                  <a:pt x="29997" y="36546"/>
                  <a:pt x="26797" y="35318"/>
                  <a:pt x="22928" y="35318"/>
                </a:cubicBezTo>
                <a:cubicBezTo>
                  <a:pt x="21365" y="35318"/>
                  <a:pt x="19393" y="35616"/>
                  <a:pt x="17012" y="36211"/>
                </a:cubicBezTo>
                <a:lnTo>
                  <a:pt x="17942" y="28881"/>
                </a:lnTo>
                <a:cubicBezTo>
                  <a:pt x="18500" y="28956"/>
                  <a:pt x="18947" y="28993"/>
                  <a:pt x="19281" y="28993"/>
                </a:cubicBezTo>
                <a:cubicBezTo>
                  <a:pt x="22853" y="28993"/>
                  <a:pt x="26090" y="28026"/>
                  <a:pt x="28918" y="26165"/>
                </a:cubicBezTo>
                <a:cubicBezTo>
                  <a:pt x="31783" y="24305"/>
                  <a:pt x="33197" y="21440"/>
                  <a:pt x="33197" y="17570"/>
                </a:cubicBezTo>
                <a:cubicBezTo>
                  <a:pt x="33197" y="14519"/>
                  <a:pt x="32155" y="11952"/>
                  <a:pt x="30072" y="9943"/>
                </a:cubicBezTo>
                <a:cubicBezTo>
                  <a:pt x="28025" y="7934"/>
                  <a:pt x="25346" y="6929"/>
                  <a:pt x="22035" y="6929"/>
                </a:cubicBezTo>
                <a:cubicBezTo>
                  <a:pt x="18798" y="6929"/>
                  <a:pt x="16082" y="7934"/>
                  <a:pt x="13924" y="10017"/>
                </a:cubicBezTo>
                <a:cubicBezTo>
                  <a:pt x="11728" y="12027"/>
                  <a:pt x="10352" y="15115"/>
                  <a:pt x="9719" y="19208"/>
                </a:cubicBezTo>
                <a:lnTo>
                  <a:pt x="1348" y="17719"/>
                </a:lnTo>
                <a:cubicBezTo>
                  <a:pt x="2389" y="12101"/>
                  <a:pt x="4696" y="7748"/>
                  <a:pt x="8343" y="4660"/>
                </a:cubicBezTo>
                <a:cubicBezTo>
                  <a:pt x="11952" y="1571"/>
                  <a:pt x="16454" y="46"/>
                  <a:pt x="21849" y="46"/>
                </a:cubicBezTo>
                <a:cubicBezTo>
                  <a:pt x="25569" y="46"/>
                  <a:pt x="28993" y="827"/>
                  <a:pt x="32155" y="2427"/>
                </a:cubicBezTo>
                <a:cubicBezTo>
                  <a:pt x="35280" y="4027"/>
                  <a:pt x="37662" y="6222"/>
                  <a:pt x="39336" y="8976"/>
                </a:cubicBezTo>
                <a:cubicBezTo>
                  <a:pt x="40973" y="11729"/>
                  <a:pt x="41829" y="14668"/>
                  <a:pt x="41829" y="17756"/>
                </a:cubicBezTo>
                <a:cubicBezTo>
                  <a:pt x="41829" y="20696"/>
                  <a:pt x="41010" y="23412"/>
                  <a:pt x="39448" y="25793"/>
                </a:cubicBezTo>
                <a:cubicBezTo>
                  <a:pt x="37848" y="28249"/>
                  <a:pt x="35504" y="30146"/>
                  <a:pt x="32416" y="31597"/>
                </a:cubicBezTo>
                <a:cubicBezTo>
                  <a:pt x="36434" y="32490"/>
                  <a:pt x="39597" y="34425"/>
                  <a:pt x="41829" y="37365"/>
                </a:cubicBezTo>
                <a:cubicBezTo>
                  <a:pt x="44061" y="40304"/>
                  <a:pt x="45178" y="43950"/>
                  <a:pt x="45178" y="48378"/>
                </a:cubicBezTo>
                <a:cubicBezTo>
                  <a:pt x="45178" y="54331"/>
                  <a:pt x="42982" y="59354"/>
                  <a:pt x="38629" y="63521"/>
                </a:cubicBezTo>
                <a:cubicBezTo>
                  <a:pt x="34313" y="67651"/>
                  <a:pt x="28806" y="69698"/>
                  <a:pt x="22184" y="69698"/>
                </a:cubicBezTo>
                <a:cubicBezTo>
                  <a:pt x="16193" y="69698"/>
                  <a:pt x="11245" y="67949"/>
                  <a:pt x="7264" y="64377"/>
                </a:cubicBezTo>
                <a:cubicBezTo>
                  <a:pt x="3320" y="60805"/>
                  <a:pt x="1050" y="56191"/>
                  <a:pt x="529" y="50499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3" name="Freeform 1522">
            <a:extLst>
              <a:ext uri="{FF2B5EF4-FFF2-40B4-BE49-F238E27FC236}">
                <a16:creationId xmlns:a16="http://schemas.microsoft.com/office/drawing/2014/main" id="{15BF2C28-6F41-E39A-988C-6BFC650F998B}"/>
              </a:ext>
            </a:extLst>
          </p:cNvPr>
          <p:cNvSpPr/>
          <p:nvPr/>
        </p:nvSpPr>
        <p:spPr>
          <a:xfrm>
            <a:off x="5919884" y="974997"/>
            <a:ext cx="47178" cy="68163"/>
          </a:xfrm>
          <a:custGeom>
            <a:avLst/>
            <a:gdLst>
              <a:gd name="csX0" fmla="*/ 30146 w 47178"/>
              <a:gd name="csY0" fmla="*/ 68224 h 68163"/>
              <a:gd name="csX1" fmla="*/ 30146 w 47178"/>
              <a:gd name="csY1" fmla="*/ 51890 h 68163"/>
              <a:gd name="csX2" fmla="*/ 529 w 47178"/>
              <a:gd name="csY2" fmla="*/ 51890 h 68163"/>
              <a:gd name="csX3" fmla="*/ 529 w 47178"/>
              <a:gd name="csY3" fmla="*/ 44225 h 68163"/>
              <a:gd name="csX4" fmla="*/ 31671 w 47178"/>
              <a:gd name="csY4" fmla="*/ 61 h 68163"/>
              <a:gd name="csX5" fmla="*/ 38480 w 47178"/>
              <a:gd name="csY5" fmla="*/ 61 h 68163"/>
              <a:gd name="csX6" fmla="*/ 38480 w 47178"/>
              <a:gd name="csY6" fmla="*/ 44225 h 68163"/>
              <a:gd name="csX7" fmla="*/ 47708 w 47178"/>
              <a:gd name="csY7" fmla="*/ 44225 h 68163"/>
              <a:gd name="csX8" fmla="*/ 47708 w 47178"/>
              <a:gd name="csY8" fmla="*/ 51890 h 68163"/>
              <a:gd name="csX9" fmla="*/ 38480 w 47178"/>
              <a:gd name="csY9" fmla="*/ 51890 h 68163"/>
              <a:gd name="csX10" fmla="*/ 38480 w 47178"/>
              <a:gd name="csY10" fmla="*/ 68224 h 68163"/>
              <a:gd name="csX11" fmla="*/ 30146 w 47178"/>
              <a:gd name="csY11" fmla="*/ 68224 h 68163"/>
              <a:gd name="csX12" fmla="*/ 30146 w 47178"/>
              <a:gd name="csY12" fmla="*/ 44225 h 68163"/>
              <a:gd name="csX13" fmla="*/ 30146 w 47178"/>
              <a:gd name="csY13" fmla="*/ 13492 h 68163"/>
              <a:gd name="csX14" fmla="*/ 8789 w 47178"/>
              <a:gd name="csY14" fmla="*/ 44225 h 68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7178" h="68163">
                <a:moveTo>
                  <a:pt x="30146" y="68224"/>
                </a:moveTo>
                <a:lnTo>
                  <a:pt x="30146" y="51890"/>
                </a:lnTo>
                <a:lnTo>
                  <a:pt x="529" y="51890"/>
                </a:lnTo>
                <a:lnTo>
                  <a:pt x="529" y="44225"/>
                </a:lnTo>
                <a:lnTo>
                  <a:pt x="31671" y="61"/>
                </a:lnTo>
                <a:lnTo>
                  <a:pt x="38480" y="61"/>
                </a:lnTo>
                <a:lnTo>
                  <a:pt x="38480" y="44225"/>
                </a:lnTo>
                <a:lnTo>
                  <a:pt x="47708" y="44225"/>
                </a:lnTo>
                <a:lnTo>
                  <a:pt x="47708" y="51890"/>
                </a:lnTo>
                <a:lnTo>
                  <a:pt x="38480" y="51890"/>
                </a:lnTo>
                <a:lnTo>
                  <a:pt x="38480" y="68224"/>
                </a:lnTo>
                <a:lnTo>
                  <a:pt x="30146" y="68224"/>
                </a:lnTo>
                <a:moveTo>
                  <a:pt x="30146" y="44225"/>
                </a:moveTo>
                <a:lnTo>
                  <a:pt x="30146" y="13492"/>
                </a:lnTo>
                <a:lnTo>
                  <a:pt x="8789" y="4422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4" name="Freeform 1523">
            <a:extLst>
              <a:ext uri="{FF2B5EF4-FFF2-40B4-BE49-F238E27FC236}">
                <a16:creationId xmlns:a16="http://schemas.microsoft.com/office/drawing/2014/main" id="{E33D8564-76D4-1D8D-DB8E-7E6D27F6D108}"/>
              </a:ext>
            </a:extLst>
          </p:cNvPr>
          <p:cNvSpPr/>
          <p:nvPr/>
        </p:nvSpPr>
        <p:spPr>
          <a:xfrm>
            <a:off x="5922637" y="1116309"/>
            <a:ext cx="45206" cy="68423"/>
          </a:xfrm>
          <a:custGeom>
            <a:avLst/>
            <a:gdLst>
              <a:gd name="csX0" fmla="*/ 529 w 45206"/>
              <a:gd name="csY0" fmla="*/ 49486 h 68423"/>
              <a:gd name="csX1" fmla="*/ 9310 w 45206"/>
              <a:gd name="csY1" fmla="*/ 48742 h 68423"/>
              <a:gd name="csX2" fmla="*/ 13849 w 45206"/>
              <a:gd name="csY2" fmla="*/ 58379 h 68423"/>
              <a:gd name="csX3" fmla="*/ 22444 w 45206"/>
              <a:gd name="csY3" fmla="*/ 61616 h 68423"/>
              <a:gd name="csX4" fmla="*/ 32676 w 45206"/>
              <a:gd name="csY4" fmla="*/ 57077 h 68423"/>
              <a:gd name="csX5" fmla="*/ 36843 w 45206"/>
              <a:gd name="csY5" fmla="*/ 44984 h 68423"/>
              <a:gd name="csX6" fmla="*/ 32825 w 45206"/>
              <a:gd name="csY6" fmla="*/ 33673 h 68423"/>
              <a:gd name="csX7" fmla="*/ 22295 w 45206"/>
              <a:gd name="csY7" fmla="*/ 29543 h 68423"/>
              <a:gd name="csX8" fmla="*/ 15003 w 45206"/>
              <a:gd name="csY8" fmla="*/ 31367 h 68423"/>
              <a:gd name="csX9" fmla="*/ 9905 w 45206"/>
              <a:gd name="csY9" fmla="*/ 36129 h 68423"/>
              <a:gd name="csX10" fmla="*/ 2017 w 45206"/>
              <a:gd name="csY10" fmla="*/ 35124 h 68423"/>
              <a:gd name="csX11" fmla="*/ 8640 w 45206"/>
              <a:gd name="csY11" fmla="*/ 75 h 68423"/>
              <a:gd name="csX12" fmla="*/ 42536 w 45206"/>
              <a:gd name="csY12" fmla="*/ 75 h 68423"/>
              <a:gd name="csX13" fmla="*/ 42536 w 45206"/>
              <a:gd name="csY13" fmla="*/ 8112 h 68423"/>
              <a:gd name="csX14" fmla="*/ 15338 w 45206"/>
              <a:gd name="csY14" fmla="*/ 8112 h 68423"/>
              <a:gd name="csX15" fmla="*/ 11654 w 45206"/>
              <a:gd name="csY15" fmla="*/ 26418 h 68423"/>
              <a:gd name="csX16" fmla="*/ 24528 w 45206"/>
              <a:gd name="csY16" fmla="*/ 22139 h 68423"/>
              <a:gd name="csX17" fmla="*/ 39597 w 45206"/>
              <a:gd name="csY17" fmla="*/ 28316 h 68423"/>
              <a:gd name="csX18" fmla="*/ 45736 w 45206"/>
              <a:gd name="csY18" fmla="*/ 44240 h 68423"/>
              <a:gd name="csX19" fmla="*/ 40341 w 45206"/>
              <a:gd name="csY19" fmla="*/ 60239 h 68423"/>
              <a:gd name="csX20" fmla="*/ 22444 w 45206"/>
              <a:gd name="csY20" fmla="*/ 68499 h 68423"/>
              <a:gd name="csX21" fmla="*/ 7264 w 45206"/>
              <a:gd name="csY21" fmla="*/ 63290 h 68423"/>
              <a:gd name="csX22" fmla="*/ 529 w 45206"/>
              <a:gd name="csY22" fmla="*/ 49486 h 684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5206" h="68423">
                <a:moveTo>
                  <a:pt x="529" y="49486"/>
                </a:moveTo>
                <a:lnTo>
                  <a:pt x="9310" y="48742"/>
                </a:lnTo>
                <a:cubicBezTo>
                  <a:pt x="9980" y="53021"/>
                  <a:pt x="11505" y="56221"/>
                  <a:pt x="13849" y="58379"/>
                </a:cubicBezTo>
                <a:cubicBezTo>
                  <a:pt x="16231" y="60537"/>
                  <a:pt x="19095" y="61616"/>
                  <a:pt x="22444" y="61616"/>
                </a:cubicBezTo>
                <a:cubicBezTo>
                  <a:pt x="26462" y="61616"/>
                  <a:pt x="29885" y="60090"/>
                  <a:pt x="32676" y="57077"/>
                </a:cubicBezTo>
                <a:cubicBezTo>
                  <a:pt x="35467" y="54026"/>
                  <a:pt x="36843" y="50007"/>
                  <a:pt x="36843" y="44984"/>
                </a:cubicBezTo>
                <a:cubicBezTo>
                  <a:pt x="36843" y="40185"/>
                  <a:pt x="35504" y="36427"/>
                  <a:pt x="32825" y="33673"/>
                </a:cubicBezTo>
                <a:cubicBezTo>
                  <a:pt x="30146" y="30920"/>
                  <a:pt x="26648" y="29543"/>
                  <a:pt x="22295" y="29543"/>
                </a:cubicBezTo>
                <a:cubicBezTo>
                  <a:pt x="19616" y="29543"/>
                  <a:pt x="17161" y="30139"/>
                  <a:pt x="15003" y="31367"/>
                </a:cubicBezTo>
                <a:cubicBezTo>
                  <a:pt x="12845" y="32594"/>
                  <a:pt x="11133" y="34194"/>
                  <a:pt x="9905" y="36129"/>
                </a:cubicBezTo>
                <a:lnTo>
                  <a:pt x="2017" y="35124"/>
                </a:lnTo>
                <a:lnTo>
                  <a:pt x="8640" y="75"/>
                </a:lnTo>
                <a:lnTo>
                  <a:pt x="42536" y="75"/>
                </a:lnTo>
                <a:lnTo>
                  <a:pt x="42536" y="8112"/>
                </a:lnTo>
                <a:lnTo>
                  <a:pt x="15338" y="8112"/>
                </a:lnTo>
                <a:lnTo>
                  <a:pt x="11654" y="26418"/>
                </a:lnTo>
                <a:cubicBezTo>
                  <a:pt x="15747" y="23553"/>
                  <a:pt x="20026" y="22139"/>
                  <a:pt x="24528" y="22139"/>
                </a:cubicBezTo>
                <a:cubicBezTo>
                  <a:pt x="30481" y="22139"/>
                  <a:pt x="35504" y="24186"/>
                  <a:pt x="39597" y="28316"/>
                </a:cubicBezTo>
                <a:cubicBezTo>
                  <a:pt x="43689" y="32446"/>
                  <a:pt x="45736" y="37766"/>
                  <a:pt x="45736" y="44240"/>
                </a:cubicBezTo>
                <a:cubicBezTo>
                  <a:pt x="45736" y="50417"/>
                  <a:pt x="43950" y="55737"/>
                  <a:pt x="40341" y="60239"/>
                </a:cubicBezTo>
                <a:cubicBezTo>
                  <a:pt x="35987" y="65746"/>
                  <a:pt x="29997" y="68499"/>
                  <a:pt x="22444" y="68499"/>
                </a:cubicBezTo>
                <a:cubicBezTo>
                  <a:pt x="16231" y="68499"/>
                  <a:pt x="11170" y="66788"/>
                  <a:pt x="7264" y="63290"/>
                </a:cubicBezTo>
                <a:cubicBezTo>
                  <a:pt x="3320" y="59830"/>
                  <a:pt x="1087" y="55216"/>
                  <a:pt x="529" y="49486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5" name="Freeform 1524">
            <a:extLst>
              <a:ext uri="{FF2B5EF4-FFF2-40B4-BE49-F238E27FC236}">
                <a16:creationId xmlns:a16="http://schemas.microsoft.com/office/drawing/2014/main" id="{A8E177C2-5488-2D1B-B6E2-24A237CB8F92}"/>
              </a:ext>
            </a:extLst>
          </p:cNvPr>
          <p:cNvSpPr/>
          <p:nvPr/>
        </p:nvSpPr>
        <p:spPr>
          <a:xfrm>
            <a:off x="5922265" y="1255538"/>
            <a:ext cx="45020" cy="69614"/>
          </a:xfrm>
          <a:custGeom>
            <a:avLst/>
            <a:gdLst>
              <a:gd name="csX0" fmla="*/ 44359 w 45020"/>
              <a:gd name="csY0" fmla="*/ 17057 h 69614"/>
              <a:gd name="csX1" fmla="*/ 36025 w 45020"/>
              <a:gd name="csY1" fmla="*/ 17726 h 69614"/>
              <a:gd name="csX2" fmla="*/ 32862 w 45020"/>
              <a:gd name="csY2" fmla="*/ 10545 h 69614"/>
              <a:gd name="csX3" fmla="*/ 24490 w 45020"/>
              <a:gd name="csY3" fmla="*/ 6973 h 69614"/>
              <a:gd name="csX4" fmla="*/ 17458 w 45020"/>
              <a:gd name="csY4" fmla="*/ 9206 h 69614"/>
              <a:gd name="csX5" fmla="*/ 11245 w 45020"/>
              <a:gd name="csY5" fmla="*/ 17615 h 69614"/>
              <a:gd name="csX6" fmla="*/ 8864 w 45020"/>
              <a:gd name="csY6" fmla="*/ 33390 h 69614"/>
              <a:gd name="csX7" fmla="*/ 16268 w 45020"/>
              <a:gd name="csY7" fmla="*/ 26544 h 69614"/>
              <a:gd name="csX8" fmla="*/ 25421 w 45020"/>
              <a:gd name="csY8" fmla="*/ 24312 h 69614"/>
              <a:gd name="csX9" fmla="*/ 39671 w 45020"/>
              <a:gd name="csY9" fmla="*/ 30488 h 69614"/>
              <a:gd name="csX10" fmla="*/ 45550 w 45020"/>
              <a:gd name="csY10" fmla="*/ 46413 h 69614"/>
              <a:gd name="csX11" fmla="*/ 42796 w 45020"/>
              <a:gd name="csY11" fmla="*/ 58356 h 69614"/>
              <a:gd name="csX12" fmla="*/ 35206 w 45020"/>
              <a:gd name="csY12" fmla="*/ 66765 h 69614"/>
              <a:gd name="csX13" fmla="*/ 24193 w 45020"/>
              <a:gd name="csY13" fmla="*/ 69705 h 69614"/>
              <a:gd name="csX14" fmla="*/ 7152 w 45020"/>
              <a:gd name="csY14" fmla="*/ 62003 h 69614"/>
              <a:gd name="csX15" fmla="*/ 529 w 45020"/>
              <a:gd name="csY15" fmla="*/ 36627 h 69614"/>
              <a:gd name="csX16" fmla="*/ 7822 w 45020"/>
              <a:gd name="csY16" fmla="*/ 7904 h 69614"/>
              <a:gd name="csX17" fmla="*/ 25011 w 45020"/>
              <a:gd name="csY17" fmla="*/ 90 h 69614"/>
              <a:gd name="csX18" fmla="*/ 38183 w 45020"/>
              <a:gd name="csY18" fmla="*/ 4592 h 69614"/>
              <a:gd name="csX19" fmla="*/ 44359 w 45020"/>
              <a:gd name="csY19" fmla="*/ 17057 h 69614"/>
              <a:gd name="csX20" fmla="*/ 10166 w 45020"/>
              <a:gd name="csY20" fmla="*/ 46450 h 69614"/>
              <a:gd name="csX21" fmla="*/ 11989 w 45020"/>
              <a:gd name="csY21" fmla="*/ 54747 h 69614"/>
              <a:gd name="csX22" fmla="*/ 17123 w 45020"/>
              <a:gd name="csY22" fmla="*/ 60775 h 69614"/>
              <a:gd name="csX23" fmla="*/ 24081 w 45020"/>
              <a:gd name="csY23" fmla="*/ 62821 h 69614"/>
              <a:gd name="csX24" fmla="*/ 33197 w 45020"/>
              <a:gd name="csY24" fmla="*/ 58542 h 69614"/>
              <a:gd name="csX25" fmla="*/ 36992 w 45020"/>
              <a:gd name="csY25" fmla="*/ 46934 h 69614"/>
              <a:gd name="csX26" fmla="*/ 33234 w 45020"/>
              <a:gd name="csY26" fmla="*/ 35772 h 69614"/>
              <a:gd name="csX27" fmla="*/ 23746 w 45020"/>
              <a:gd name="csY27" fmla="*/ 31716 h 69614"/>
              <a:gd name="csX28" fmla="*/ 14110 w 45020"/>
              <a:gd name="csY28" fmla="*/ 35772 h 69614"/>
              <a:gd name="csX29" fmla="*/ 10166 w 45020"/>
              <a:gd name="csY29" fmla="*/ 46450 h 69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45020" h="69614">
                <a:moveTo>
                  <a:pt x="44359" y="17057"/>
                </a:moveTo>
                <a:lnTo>
                  <a:pt x="36025" y="17726"/>
                </a:lnTo>
                <a:cubicBezTo>
                  <a:pt x="35281" y="14415"/>
                  <a:pt x="34239" y="12034"/>
                  <a:pt x="32862" y="10545"/>
                </a:cubicBezTo>
                <a:cubicBezTo>
                  <a:pt x="30592" y="8164"/>
                  <a:pt x="27802" y="6973"/>
                  <a:pt x="24490" y="6973"/>
                </a:cubicBezTo>
                <a:cubicBezTo>
                  <a:pt x="21812" y="6973"/>
                  <a:pt x="19468" y="7718"/>
                  <a:pt x="17458" y="9206"/>
                </a:cubicBezTo>
                <a:cubicBezTo>
                  <a:pt x="14817" y="11141"/>
                  <a:pt x="12770" y="13931"/>
                  <a:pt x="11245" y="17615"/>
                </a:cubicBezTo>
                <a:cubicBezTo>
                  <a:pt x="9719" y="21298"/>
                  <a:pt x="8938" y="26582"/>
                  <a:pt x="8864" y="33390"/>
                </a:cubicBezTo>
                <a:cubicBezTo>
                  <a:pt x="10873" y="30339"/>
                  <a:pt x="13328" y="28033"/>
                  <a:pt x="16268" y="26544"/>
                </a:cubicBezTo>
                <a:cubicBezTo>
                  <a:pt x="19170" y="25056"/>
                  <a:pt x="22221" y="24312"/>
                  <a:pt x="25421" y="24312"/>
                </a:cubicBezTo>
                <a:cubicBezTo>
                  <a:pt x="31002" y="24312"/>
                  <a:pt x="35764" y="26358"/>
                  <a:pt x="39671" y="30488"/>
                </a:cubicBezTo>
                <a:cubicBezTo>
                  <a:pt x="43615" y="34581"/>
                  <a:pt x="45550" y="39902"/>
                  <a:pt x="45550" y="46413"/>
                </a:cubicBezTo>
                <a:cubicBezTo>
                  <a:pt x="45550" y="50692"/>
                  <a:pt x="44619" y="54673"/>
                  <a:pt x="42796" y="58356"/>
                </a:cubicBezTo>
                <a:cubicBezTo>
                  <a:pt x="40936" y="62003"/>
                  <a:pt x="38406" y="64830"/>
                  <a:pt x="35206" y="66765"/>
                </a:cubicBezTo>
                <a:cubicBezTo>
                  <a:pt x="31969" y="68737"/>
                  <a:pt x="28286" y="69705"/>
                  <a:pt x="24193" y="69705"/>
                </a:cubicBezTo>
                <a:cubicBezTo>
                  <a:pt x="17235" y="69705"/>
                  <a:pt x="11542" y="67137"/>
                  <a:pt x="7152" y="62003"/>
                </a:cubicBezTo>
                <a:cubicBezTo>
                  <a:pt x="2724" y="56868"/>
                  <a:pt x="529" y="48422"/>
                  <a:pt x="529" y="36627"/>
                </a:cubicBezTo>
                <a:cubicBezTo>
                  <a:pt x="529" y="23456"/>
                  <a:pt x="2985" y="13894"/>
                  <a:pt x="7822" y="7904"/>
                </a:cubicBezTo>
                <a:cubicBezTo>
                  <a:pt x="12101" y="2695"/>
                  <a:pt x="17793" y="90"/>
                  <a:pt x="25011" y="90"/>
                </a:cubicBezTo>
                <a:cubicBezTo>
                  <a:pt x="30369" y="90"/>
                  <a:pt x="34760" y="1578"/>
                  <a:pt x="38183" y="4592"/>
                </a:cubicBezTo>
                <a:cubicBezTo>
                  <a:pt x="41606" y="7606"/>
                  <a:pt x="43652" y="11773"/>
                  <a:pt x="44359" y="17057"/>
                </a:cubicBezTo>
                <a:moveTo>
                  <a:pt x="10166" y="46450"/>
                </a:moveTo>
                <a:cubicBezTo>
                  <a:pt x="10166" y="49352"/>
                  <a:pt x="10761" y="52106"/>
                  <a:pt x="11989" y="54747"/>
                </a:cubicBezTo>
                <a:cubicBezTo>
                  <a:pt x="13217" y="57389"/>
                  <a:pt x="14928" y="59398"/>
                  <a:pt x="17123" y="60775"/>
                </a:cubicBezTo>
                <a:cubicBezTo>
                  <a:pt x="19356" y="62151"/>
                  <a:pt x="21663" y="62821"/>
                  <a:pt x="24081" y="62821"/>
                </a:cubicBezTo>
                <a:cubicBezTo>
                  <a:pt x="27616" y="62821"/>
                  <a:pt x="30630" y="61407"/>
                  <a:pt x="33197" y="58542"/>
                </a:cubicBezTo>
                <a:cubicBezTo>
                  <a:pt x="35727" y="55715"/>
                  <a:pt x="36992" y="51808"/>
                  <a:pt x="36992" y="46934"/>
                </a:cubicBezTo>
                <a:cubicBezTo>
                  <a:pt x="36992" y="42209"/>
                  <a:pt x="35727" y="38488"/>
                  <a:pt x="33234" y="35772"/>
                </a:cubicBezTo>
                <a:cubicBezTo>
                  <a:pt x="30741" y="33056"/>
                  <a:pt x="27541" y="31716"/>
                  <a:pt x="23746" y="31716"/>
                </a:cubicBezTo>
                <a:cubicBezTo>
                  <a:pt x="19951" y="31716"/>
                  <a:pt x="16751" y="33056"/>
                  <a:pt x="14110" y="35772"/>
                </a:cubicBezTo>
                <a:cubicBezTo>
                  <a:pt x="11468" y="38488"/>
                  <a:pt x="10166" y="42060"/>
                  <a:pt x="10166" y="46450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6" name="Freeform 1525">
            <a:extLst>
              <a:ext uri="{FF2B5EF4-FFF2-40B4-BE49-F238E27FC236}">
                <a16:creationId xmlns:a16="http://schemas.microsoft.com/office/drawing/2014/main" id="{0DD5CFB8-6EFF-A805-D545-689AAD792E30}"/>
              </a:ext>
            </a:extLst>
          </p:cNvPr>
          <p:cNvSpPr/>
          <p:nvPr/>
        </p:nvSpPr>
        <p:spPr>
          <a:xfrm>
            <a:off x="5923196" y="1397111"/>
            <a:ext cx="44164" cy="67307"/>
          </a:xfrm>
          <a:custGeom>
            <a:avLst/>
            <a:gdLst>
              <a:gd name="csX0" fmla="*/ 529 w 44164"/>
              <a:gd name="csY0" fmla="*/ 8179 h 67307"/>
              <a:gd name="csX1" fmla="*/ 529 w 44164"/>
              <a:gd name="csY1" fmla="*/ 105 h 67307"/>
              <a:gd name="csX2" fmla="*/ 44694 w 44164"/>
              <a:gd name="csY2" fmla="*/ 105 h 67307"/>
              <a:gd name="csX3" fmla="*/ 44694 w 44164"/>
              <a:gd name="csY3" fmla="*/ 6616 h 67307"/>
              <a:gd name="csX4" fmla="*/ 31783 w 44164"/>
              <a:gd name="csY4" fmla="*/ 25034 h 67307"/>
              <a:gd name="csX5" fmla="*/ 21886 w 44164"/>
              <a:gd name="csY5" fmla="*/ 48660 h 67307"/>
              <a:gd name="csX6" fmla="*/ 18686 w 44164"/>
              <a:gd name="csY6" fmla="*/ 67412 h 67307"/>
              <a:gd name="csX7" fmla="*/ 10091 w 44164"/>
              <a:gd name="csY7" fmla="*/ 67412 h 67307"/>
              <a:gd name="csX8" fmla="*/ 13217 w 44164"/>
              <a:gd name="csY8" fmla="*/ 47990 h 67307"/>
              <a:gd name="csX9" fmla="*/ 21923 w 44164"/>
              <a:gd name="csY9" fmla="*/ 26001 h 67307"/>
              <a:gd name="csX10" fmla="*/ 33941 w 44164"/>
              <a:gd name="csY10" fmla="*/ 8179 h 67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4164" h="67307">
                <a:moveTo>
                  <a:pt x="529" y="8179"/>
                </a:moveTo>
                <a:lnTo>
                  <a:pt x="529" y="105"/>
                </a:lnTo>
                <a:lnTo>
                  <a:pt x="44694" y="105"/>
                </a:lnTo>
                <a:lnTo>
                  <a:pt x="44694" y="6616"/>
                </a:lnTo>
                <a:cubicBezTo>
                  <a:pt x="40341" y="11230"/>
                  <a:pt x="36025" y="17369"/>
                  <a:pt x="31783" y="25034"/>
                </a:cubicBezTo>
                <a:cubicBezTo>
                  <a:pt x="27504" y="32698"/>
                  <a:pt x="24230" y="40586"/>
                  <a:pt x="21886" y="48660"/>
                </a:cubicBezTo>
                <a:cubicBezTo>
                  <a:pt x="20212" y="54390"/>
                  <a:pt x="19133" y="60641"/>
                  <a:pt x="18686" y="67412"/>
                </a:cubicBezTo>
                <a:lnTo>
                  <a:pt x="10091" y="67412"/>
                </a:lnTo>
                <a:cubicBezTo>
                  <a:pt x="10166" y="62055"/>
                  <a:pt x="11208" y="55581"/>
                  <a:pt x="13217" y="47990"/>
                </a:cubicBezTo>
                <a:cubicBezTo>
                  <a:pt x="15263" y="40363"/>
                  <a:pt x="18128" y="33033"/>
                  <a:pt x="21923" y="26001"/>
                </a:cubicBezTo>
                <a:cubicBezTo>
                  <a:pt x="25681" y="18932"/>
                  <a:pt x="29699" y="13016"/>
                  <a:pt x="33941" y="8179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7" name="Freeform 1526">
            <a:extLst>
              <a:ext uri="{FF2B5EF4-FFF2-40B4-BE49-F238E27FC236}">
                <a16:creationId xmlns:a16="http://schemas.microsoft.com/office/drawing/2014/main" id="{F71FF5B2-1DD0-B7DF-85FE-328819AA71BC}"/>
              </a:ext>
            </a:extLst>
          </p:cNvPr>
          <p:cNvSpPr/>
          <p:nvPr/>
        </p:nvSpPr>
        <p:spPr>
          <a:xfrm>
            <a:off x="5922563" y="1536377"/>
            <a:ext cx="44908" cy="69614"/>
          </a:xfrm>
          <a:custGeom>
            <a:avLst/>
            <a:gdLst>
              <a:gd name="csX0" fmla="*/ 13477 w 44908"/>
              <a:gd name="csY0" fmla="*/ 31597 h 69614"/>
              <a:gd name="csX1" fmla="*/ 5775 w 44908"/>
              <a:gd name="csY1" fmla="*/ 26165 h 69614"/>
              <a:gd name="csX2" fmla="*/ 3282 w 44908"/>
              <a:gd name="csY2" fmla="*/ 17681 h 69614"/>
              <a:gd name="csX3" fmla="*/ 8603 w 44908"/>
              <a:gd name="csY3" fmla="*/ 5180 h 69614"/>
              <a:gd name="csX4" fmla="*/ 22853 w 44908"/>
              <a:gd name="csY4" fmla="*/ 120 h 69614"/>
              <a:gd name="csX5" fmla="*/ 37215 w 44908"/>
              <a:gd name="csY5" fmla="*/ 5291 h 69614"/>
              <a:gd name="csX6" fmla="*/ 42647 w 44908"/>
              <a:gd name="csY6" fmla="*/ 17942 h 69614"/>
              <a:gd name="csX7" fmla="*/ 40155 w 44908"/>
              <a:gd name="csY7" fmla="*/ 26202 h 69614"/>
              <a:gd name="csX8" fmla="*/ 32602 w 44908"/>
              <a:gd name="csY8" fmla="*/ 31597 h 69614"/>
              <a:gd name="csX9" fmla="*/ 42164 w 44908"/>
              <a:gd name="csY9" fmla="*/ 38220 h 69614"/>
              <a:gd name="csX10" fmla="*/ 45438 w 44908"/>
              <a:gd name="csY10" fmla="*/ 49084 h 69614"/>
              <a:gd name="csX11" fmla="*/ 39262 w 44908"/>
              <a:gd name="csY11" fmla="*/ 63781 h 69614"/>
              <a:gd name="csX12" fmla="*/ 23002 w 44908"/>
              <a:gd name="csY12" fmla="*/ 69734 h 69614"/>
              <a:gd name="csX13" fmla="*/ 6706 w 44908"/>
              <a:gd name="csY13" fmla="*/ 63781 h 69614"/>
              <a:gd name="csX14" fmla="*/ 529 w 44908"/>
              <a:gd name="csY14" fmla="*/ 48861 h 69614"/>
              <a:gd name="csX15" fmla="*/ 3878 w 44908"/>
              <a:gd name="csY15" fmla="*/ 37736 h 69614"/>
              <a:gd name="csX16" fmla="*/ 13477 w 44908"/>
              <a:gd name="csY16" fmla="*/ 31597 h 69614"/>
              <a:gd name="csX17" fmla="*/ 11840 w 44908"/>
              <a:gd name="csY17" fmla="*/ 17421 h 69614"/>
              <a:gd name="csX18" fmla="*/ 14928 w 44908"/>
              <a:gd name="csY18" fmla="*/ 25346 h 69614"/>
              <a:gd name="csX19" fmla="*/ 23039 w 44908"/>
              <a:gd name="csY19" fmla="*/ 28397 h 69614"/>
              <a:gd name="csX20" fmla="*/ 30964 w 44908"/>
              <a:gd name="csY20" fmla="*/ 25346 h 69614"/>
              <a:gd name="csX21" fmla="*/ 34053 w 44908"/>
              <a:gd name="csY21" fmla="*/ 17905 h 69614"/>
              <a:gd name="csX22" fmla="*/ 30853 w 44908"/>
              <a:gd name="csY22" fmla="*/ 10128 h 69614"/>
              <a:gd name="csX23" fmla="*/ 22928 w 44908"/>
              <a:gd name="csY23" fmla="*/ 7003 h 69614"/>
              <a:gd name="csX24" fmla="*/ 14965 w 44908"/>
              <a:gd name="csY24" fmla="*/ 10091 h 69614"/>
              <a:gd name="csX25" fmla="*/ 11840 w 44908"/>
              <a:gd name="csY25" fmla="*/ 17421 h 69614"/>
              <a:gd name="csX26" fmla="*/ 9124 w 44908"/>
              <a:gd name="csY26" fmla="*/ 48898 h 69614"/>
              <a:gd name="csX27" fmla="*/ 10835 w 44908"/>
              <a:gd name="csY27" fmla="*/ 55856 h 69614"/>
              <a:gd name="csX28" fmla="*/ 15858 w 44908"/>
              <a:gd name="csY28" fmla="*/ 61028 h 69614"/>
              <a:gd name="csX29" fmla="*/ 23077 w 44908"/>
              <a:gd name="csY29" fmla="*/ 62851 h 69614"/>
              <a:gd name="csX30" fmla="*/ 32974 w 44908"/>
              <a:gd name="csY30" fmla="*/ 58981 h 69614"/>
              <a:gd name="csX31" fmla="*/ 36880 w 44908"/>
              <a:gd name="csY31" fmla="*/ 49196 h 69614"/>
              <a:gd name="csX32" fmla="*/ 32862 w 44908"/>
              <a:gd name="csY32" fmla="*/ 39187 h 69614"/>
              <a:gd name="csX33" fmla="*/ 22779 w 44908"/>
              <a:gd name="csY33" fmla="*/ 35243 h 69614"/>
              <a:gd name="csX34" fmla="*/ 12993 w 44908"/>
              <a:gd name="csY34" fmla="*/ 39150 h 69614"/>
              <a:gd name="csX35" fmla="*/ 9124 w 44908"/>
              <a:gd name="csY35" fmla="*/ 48898 h 69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44908" h="69614">
                <a:moveTo>
                  <a:pt x="13477" y="31597"/>
                </a:moveTo>
                <a:cubicBezTo>
                  <a:pt x="10017" y="30332"/>
                  <a:pt x="7450" y="28509"/>
                  <a:pt x="5775" y="26165"/>
                </a:cubicBezTo>
                <a:cubicBezTo>
                  <a:pt x="4101" y="23821"/>
                  <a:pt x="3282" y="20993"/>
                  <a:pt x="3282" y="17681"/>
                </a:cubicBezTo>
                <a:cubicBezTo>
                  <a:pt x="3282" y="12733"/>
                  <a:pt x="5031" y="8566"/>
                  <a:pt x="8603" y="5180"/>
                </a:cubicBezTo>
                <a:cubicBezTo>
                  <a:pt x="12175" y="1794"/>
                  <a:pt x="16937" y="120"/>
                  <a:pt x="22853" y="120"/>
                </a:cubicBezTo>
                <a:cubicBezTo>
                  <a:pt x="28806" y="120"/>
                  <a:pt x="33569" y="1831"/>
                  <a:pt x="37215" y="5291"/>
                </a:cubicBezTo>
                <a:cubicBezTo>
                  <a:pt x="40862" y="8752"/>
                  <a:pt x="42647" y="12956"/>
                  <a:pt x="42647" y="17942"/>
                </a:cubicBezTo>
                <a:cubicBezTo>
                  <a:pt x="42647" y="21104"/>
                  <a:pt x="41829" y="23858"/>
                  <a:pt x="40155" y="26202"/>
                </a:cubicBezTo>
                <a:cubicBezTo>
                  <a:pt x="38518" y="28546"/>
                  <a:pt x="35987" y="30332"/>
                  <a:pt x="32602" y="31597"/>
                </a:cubicBezTo>
                <a:cubicBezTo>
                  <a:pt x="36806" y="32973"/>
                  <a:pt x="39969" y="35169"/>
                  <a:pt x="42164" y="38220"/>
                </a:cubicBezTo>
                <a:cubicBezTo>
                  <a:pt x="44359" y="41233"/>
                  <a:pt x="45438" y="44880"/>
                  <a:pt x="45438" y="49084"/>
                </a:cubicBezTo>
                <a:cubicBezTo>
                  <a:pt x="45438" y="54926"/>
                  <a:pt x="43392" y="59837"/>
                  <a:pt x="39262" y="63781"/>
                </a:cubicBezTo>
                <a:cubicBezTo>
                  <a:pt x="35132" y="67762"/>
                  <a:pt x="29699" y="69734"/>
                  <a:pt x="23002" y="69734"/>
                </a:cubicBezTo>
                <a:cubicBezTo>
                  <a:pt x="16268" y="69734"/>
                  <a:pt x="10835" y="67762"/>
                  <a:pt x="6706" y="63781"/>
                </a:cubicBezTo>
                <a:cubicBezTo>
                  <a:pt x="2576" y="59800"/>
                  <a:pt x="529" y="54814"/>
                  <a:pt x="529" y="48861"/>
                </a:cubicBezTo>
                <a:cubicBezTo>
                  <a:pt x="529" y="44433"/>
                  <a:pt x="1645" y="40713"/>
                  <a:pt x="3878" y="37736"/>
                </a:cubicBezTo>
                <a:cubicBezTo>
                  <a:pt x="6147" y="34722"/>
                  <a:pt x="9347" y="32676"/>
                  <a:pt x="13477" y="31597"/>
                </a:cubicBezTo>
                <a:moveTo>
                  <a:pt x="11840" y="17421"/>
                </a:moveTo>
                <a:cubicBezTo>
                  <a:pt x="11840" y="20658"/>
                  <a:pt x="12845" y="23300"/>
                  <a:pt x="14928" y="25346"/>
                </a:cubicBezTo>
                <a:cubicBezTo>
                  <a:pt x="17012" y="27392"/>
                  <a:pt x="19728" y="28397"/>
                  <a:pt x="23039" y="28397"/>
                </a:cubicBezTo>
                <a:cubicBezTo>
                  <a:pt x="26239" y="28397"/>
                  <a:pt x="28881" y="27392"/>
                  <a:pt x="30964" y="25346"/>
                </a:cubicBezTo>
                <a:cubicBezTo>
                  <a:pt x="33011" y="23337"/>
                  <a:pt x="34053" y="20844"/>
                  <a:pt x="34053" y="17905"/>
                </a:cubicBezTo>
                <a:cubicBezTo>
                  <a:pt x="34053" y="14816"/>
                  <a:pt x="32974" y="12249"/>
                  <a:pt x="30853" y="10128"/>
                </a:cubicBezTo>
                <a:cubicBezTo>
                  <a:pt x="28732" y="8045"/>
                  <a:pt x="26090" y="7003"/>
                  <a:pt x="22928" y="7003"/>
                </a:cubicBezTo>
                <a:cubicBezTo>
                  <a:pt x="19728" y="7003"/>
                  <a:pt x="17086" y="8008"/>
                  <a:pt x="14965" y="10091"/>
                </a:cubicBezTo>
                <a:cubicBezTo>
                  <a:pt x="12882" y="12100"/>
                  <a:pt x="11840" y="14556"/>
                  <a:pt x="11840" y="17421"/>
                </a:cubicBezTo>
                <a:moveTo>
                  <a:pt x="9124" y="48898"/>
                </a:moveTo>
                <a:cubicBezTo>
                  <a:pt x="9124" y="51279"/>
                  <a:pt x="9682" y="53623"/>
                  <a:pt x="10835" y="55856"/>
                </a:cubicBezTo>
                <a:cubicBezTo>
                  <a:pt x="11952" y="58088"/>
                  <a:pt x="13626" y="59800"/>
                  <a:pt x="15858" y="61028"/>
                </a:cubicBezTo>
                <a:cubicBezTo>
                  <a:pt x="18091" y="62255"/>
                  <a:pt x="20509" y="62851"/>
                  <a:pt x="23077" y="62851"/>
                </a:cubicBezTo>
                <a:cubicBezTo>
                  <a:pt x="27095" y="62851"/>
                  <a:pt x="30369" y="61586"/>
                  <a:pt x="32974" y="58981"/>
                </a:cubicBezTo>
                <a:cubicBezTo>
                  <a:pt x="35578" y="56414"/>
                  <a:pt x="36880" y="53140"/>
                  <a:pt x="36880" y="49196"/>
                </a:cubicBezTo>
                <a:cubicBezTo>
                  <a:pt x="36880" y="45140"/>
                  <a:pt x="35541" y="41829"/>
                  <a:pt x="32862" y="39187"/>
                </a:cubicBezTo>
                <a:cubicBezTo>
                  <a:pt x="30183" y="36545"/>
                  <a:pt x="26835" y="35243"/>
                  <a:pt x="22779" y="35243"/>
                </a:cubicBezTo>
                <a:cubicBezTo>
                  <a:pt x="18872" y="35243"/>
                  <a:pt x="15598" y="36545"/>
                  <a:pt x="12993" y="39150"/>
                </a:cubicBezTo>
                <a:cubicBezTo>
                  <a:pt x="10426" y="41754"/>
                  <a:pt x="9124" y="44991"/>
                  <a:pt x="9124" y="4889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8" name="Freeform 1527">
            <a:extLst>
              <a:ext uri="{FF2B5EF4-FFF2-40B4-BE49-F238E27FC236}">
                <a16:creationId xmlns:a16="http://schemas.microsoft.com/office/drawing/2014/main" id="{4FA308EB-8CD6-D079-ED0F-9AD2ECE16936}"/>
              </a:ext>
            </a:extLst>
          </p:cNvPr>
          <p:cNvSpPr/>
          <p:nvPr/>
        </p:nvSpPr>
        <p:spPr>
          <a:xfrm>
            <a:off x="5922637" y="1676796"/>
            <a:ext cx="44834" cy="69614"/>
          </a:xfrm>
          <a:custGeom>
            <a:avLst/>
            <a:gdLst>
              <a:gd name="csX0" fmla="*/ 1794 w 44834"/>
              <a:gd name="csY0" fmla="*/ 52820 h 69614"/>
              <a:gd name="csX1" fmla="*/ 9831 w 44834"/>
              <a:gd name="csY1" fmla="*/ 52075 h 69614"/>
              <a:gd name="csX2" fmla="*/ 13738 w 44834"/>
              <a:gd name="csY2" fmla="*/ 60335 h 69614"/>
              <a:gd name="csX3" fmla="*/ 21142 w 44834"/>
              <a:gd name="csY3" fmla="*/ 62865 h 69614"/>
              <a:gd name="csX4" fmla="*/ 27914 w 44834"/>
              <a:gd name="csY4" fmla="*/ 61117 h 69614"/>
              <a:gd name="csX5" fmla="*/ 32676 w 44834"/>
              <a:gd name="csY5" fmla="*/ 56391 h 69614"/>
              <a:gd name="csX6" fmla="*/ 35801 w 44834"/>
              <a:gd name="csY6" fmla="*/ 48429 h 69614"/>
              <a:gd name="csX7" fmla="*/ 37066 w 44834"/>
              <a:gd name="csY7" fmla="*/ 38160 h 69614"/>
              <a:gd name="csX8" fmla="*/ 36992 w 44834"/>
              <a:gd name="csY8" fmla="*/ 36523 h 69614"/>
              <a:gd name="csX9" fmla="*/ 30146 w 44834"/>
              <a:gd name="csY9" fmla="*/ 42997 h 69614"/>
              <a:gd name="csX10" fmla="*/ 20733 w 44834"/>
              <a:gd name="csY10" fmla="*/ 45490 h 69614"/>
              <a:gd name="csX11" fmla="*/ 6408 w 44834"/>
              <a:gd name="csY11" fmla="*/ 39351 h 69614"/>
              <a:gd name="csX12" fmla="*/ 529 w 44834"/>
              <a:gd name="csY12" fmla="*/ 23166 h 69614"/>
              <a:gd name="csX13" fmla="*/ 6668 w 44834"/>
              <a:gd name="csY13" fmla="*/ 6460 h 69614"/>
              <a:gd name="csX14" fmla="*/ 21960 w 44834"/>
              <a:gd name="csY14" fmla="*/ 134 h 69614"/>
              <a:gd name="csX15" fmla="*/ 34127 w 44834"/>
              <a:gd name="csY15" fmla="*/ 3706 h 69614"/>
              <a:gd name="csX16" fmla="*/ 42499 w 44834"/>
              <a:gd name="csY16" fmla="*/ 13938 h 69614"/>
              <a:gd name="csX17" fmla="*/ 45364 w 44834"/>
              <a:gd name="csY17" fmla="*/ 33100 h 69614"/>
              <a:gd name="csX18" fmla="*/ 42536 w 44834"/>
              <a:gd name="csY18" fmla="*/ 53936 h 69614"/>
              <a:gd name="csX19" fmla="*/ 34090 w 44834"/>
              <a:gd name="csY19" fmla="*/ 65693 h 69614"/>
              <a:gd name="csX20" fmla="*/ 20956 w 44834"/>
              <a:gd name="csY20" fmla="*/ 69749 h 69614"/>
              <a:gd name="csX21" fmla="*/ 7896 w 44834"/>
              <a:gd name="csY21" fmla="*/ 65321 h 69614"/>
              <a:gd name="csX22" fmla="*/ 1794 w 44834"/>
              <a:gd name="csY22" fmla="*/ 52820 h 69614"/>
              <a:gd name="csX23" fmla="*/ 36062 w 44834"/>
              <a:gd name="csY23" fmla="*/ 22756 h 69614"/>
              <a:gd name="csX24" fmla="*/ 32230 w 44834"/>
              <a:gd name="csY24" fmla="*/ 11296 h 69614"/>
              <a:gd name="csX25" fmla="*/ 23002 w 44834"/>
              <a:gd name="csY25" fmla="*/ 7055 h 69614"/>
              <a:gd name="csX26" fmla="*/ 13291 w 44834"/>
              <a:gd name="csY26" fmla="*/ 11631 h 69614"/>
              <a:gd name="csX27" fmla="*/ 9161 w 44834"/>
              <a:gd name="csY27" fmla="*/ 23426 h 69614"/>
              <a:gd name="csX28" fmla="*/ 13068 w 44834"/>
              <a:gd name="csY28" fmla="*/ 34030 h 69614"/>
              <a:gd name="csX29" fmla="*/ 22779 w 44834"/>
              <a:gd name="csY29" fmla="*/ 38086 h 69614"/>
              <a:gd name="csX30" fmla="*/ 32341 w 44834"/>
              <a:gd name="csY30" fmla="*/ 34030 h 69614"/>
              <a:gd name="csX31" fmla="*/ 36062 w 44834"/>
              <a:gd name="csY31" fmla="*/ 22756 h 69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44834" h="69614">
                <a:moveTo>
                  <a:pt x="1794" y="52820"/>
                </a:moveTo>
                <a:lnTo>
                  <a:pt x="9831" y="52075"/>
                </a:lnTo>
                <a:cubicBezTo>
                  <a:pt x="10538" y="55871"/>
                  <a:pt x="11840" y="58624"/>
                  <a:pt x="13738" y="60335"/>
                </a:cubicBezTo>
                <a:cubicBezTo>
                  <a:pt x="15672" y="62010"/>
                  <a:pt x="18128" y="62865"/>
                  <a:pt x="21142" y="62865"/>
                </a:cubicBezTo>
                <a:cubicBezTo>
                  <a:pt x="23709" y="62865"/>
                  <a:pt x="25979" y="62270"/>
                  <a:pt x="27914" y="61117"/>
                </a:cubicBezTo>
                <a:cubicBezTo>
                  <a:pt x="29848" y="59926"/>
                  <a:pt x="31448" y="58363"/>
                  <a:pt x="32676" y="56391"/>
                </a:cubicBezTo>
                <a:cubicBezTo>
                  <a:pt x="33904" y="54419"/>
                  <a:pt x="34946" y="51778"/>
                  <a:pt x="35801" y="48429"/>
                </a:cubicBezTo>
                <a:cubicBezTo>
                  <a:pt x="36620" y="45080"/>
                  <a:pt x="37029" y="41657"/>
                  <a:pt x="37066" y="38160"/>
                </a:cubicBezTo>
                <a:cubicBezTo>
                  <a:pt x="37029" y="37788"/>
                  <a:pt x="37029" y="37267"/>
                  <a:pt x="36992" y="36523"/>
                </a:cubicBezTo>
                <a:cubicBezTo>
                  <a:pt x="35318" y="39165"/>
                  <a:pt x="33048" y="41323"/>
                  <a:pt x="30146" y="42997"/>
                </a:cubicBezTo>
                <a:cubicBezTo>
                  <a:pt x="27244" y="44634"/>
                  <a:pt x="24118" y="45490"/>
                  <a:pt x="20733" y="45490"/>
                </a:cubicBezTo>
                <a:cubicBezTo>
                  <a:pt x="15077" y="45490"/>
                  <a:pt x="10315" y="43443"/>
                  <a:pt x="6408" y="39351"/>
                </a:cubicBezTo>
                <a:cubicBezTo>
                  <a:pt x="2501" y="35258"/>
                  <a:pt x="529" y="29863"/>
                  <a:pt x="529" y="23166"/>
                </a:cubicBezTo>
                <a:cubicBezTo>
                  <a:pt x="529" y="16245"/>
                  <a:pt x="2576" y="10664"/>
                  <a:pt x="6668" y="6460"/>
                </a:cubicBezTo>
                <a:cubicBezTo>
                  <a:pt x="10724" y="2255"/>
                  <a:pt x="15858" y="134"/>
                  <a:pt x="21960" y="134"/>
                </a:cubicBezTo>
                <a:cubicBezTo>
                  <a:pt x="26425" y="134"/>
                  <a:pt x="30481" y="1325"/>
                  <a:pt x="34127" y="3706"/>
                </a:cubicBezTo>
                <a:cubicBezTo>
                  <a:pt x="37811" y="6088"/>
                  <a:pt x="40601" y="9511"/>
                  <a:pt x="42499" y="13938"/>
                </a:cubicBezTo>
                <a:cubicBezTo>
                  <a:pt x="44433" y="18329"/>
                  <a:pt x="45364" y="24728"/>
                  <a:pt x="45364" y="33100"/>
                </a:cubicBezTo>
                <a:cubicBezTo>
                  <a:pt x="45364" y="41806"/>
                  <a:pt x="44433" y="48764"/>
                  <a:pt x="42536" y="53936"/>
                </a:cubicBezTo>
                <a:cubicBezTo>
                  <a:pt x="40638" y="59070"/>
                  <a:pt x="37848" y="63014"/>
                  <a:pt x="34090" y="65693"/>
                </a:cubicBezTo>
                <a:cubicBezTo>
                  <a:pt x="30369" y="68409"/>
                  <a:pt x="25979" y="69749"/>
                  <a:pt x="20956" y="69749"/>
                </a:cubicBezTo>
                <a:cubicBezTo>
                  <a:pt x="15635" y="69749"/>
                  <a:pt x="11282" y="68260"/>
                  <a:pt x="7896" y="65321"/>
                </a:cubicBezTo>
                <a:cubicBezTo>
                  <a:pt x="4510" y="62345"/>
                  <a:pt x="2464" y="58177"/>
                  <a:pt x="1794" y="52820"/>
                </a:cubicBezTo>
                <a:moveTo>
                  <a:pt x="36062" y="22756"/>
                </a:moveTo>
                <a:cubicBezTo>
                  <a:pt x="36062" y="17919"/>
                  <a:pt x="34797" y="14124"/>
                  <a:pt x="32230" y="11296"/>
                </a:cubicBezTo>
                <a:cubicBezTo>
                  <a:pt x="29662" y="8469"/>
                  <a:pt x="26611" y="7055"/>
                  <a:pt x="23002" y="7055"/>
                </a:cubicBezTo>
                <a:cubicBezTo>
                  <a:pt x="19281" y="7055"/>
                  <a:pt x="16044" y="8580"/>
                  <a:pt x="13291" y="11631"/>
                </a:cubicBezTo>
                <a:cubicBezTo>
                  <a:pt x="10538" y="14645"/>
                  <a:pt x="9161" y="18589"/>
                  <a:pt x="9161" y="23426"/>
                </a:cubicBezTo>
                <a:cubicBezTo>
                  <a:pt x="9161" y="27779"/>
                  <a:pt x="10463" y="31314"/>
                  <a:pt x="13068" y="34030"/>
                </a:cubicBezTo>
                <a:cubicBezTo>
                  <a:pt x="15710" y="36746"/>
                  <a:pt x="18909" y="38086"/>
                  <a:pt x="22779" y="38086"/>
                </a:cubicBezTo>
                <a:cubicBezTo>
                  <a:pt x="26648" y="38086"/>
                  <a:pt x="29848" y="36746"/>
                  <a:pt x="32341" y="34030"/>
                </a:cubicBezTo>
                <a:cubicBezTo>
                  <a:pt x="34834" y="31314"/>
                  <a:pt x="36062" y="27556"/>
                  <a:pt x="36062" y="22756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529" name="Graphic 4">
            <a:extLst>
              <a:ext uri="{FF2B5EF4-FFF2-40B4-BE49-F238E27FC236}">
                <a16:creationId xmlns:a16="http://schemas.microsoft.com/office/drawing/2014/main" id="{4FEB2C3E-7A50-2EDF-B00D-3E55440851C3}"/>
              </a:ext>
            </a:extLst>
          </p:cNvPr>
          <p:cNvGrpSpPr/>
          <p:nvPr/>
        </p:nvGrpSpPr>
        <p:grpSpPr>
          <a:xfrm>
            <a:off x="5929074" y="1817253"/>
            <a:ext cx="90999" cy="69614"/>
            <a:chOff x="5547257" y="1817253"/>
            <a:chExt cx="90999" cy="69614"/>
          </a:xfrm>
          <a:solidFill>
            <a:srgbClr val="000000"/>
          </a:solidFill>
        </p:grpSpPr>
        <p:sp>
          <p:nvSpPr>
            <p:cNvPr id="1530" name="Freeform 1529">
              <a:extLst>
                <a:ext uri="{FF2B5EF4-FFF2-40B4-BE49-F238E27FC236}">
                  <a16:creationId xmlns:a16="http://schemas.microsoft.com/office/drawing/2014/main" id="{D616D647-5180-2056-9F7D-C8D9F8EE5FD2}"/>
                </a:ext>
              </a:extLst>
            </p:cNvPr>
            <p:cNvSpPr/>
            <p:nvPr/>
          </p:nvSpPr>
          <p:spPr>
            <a:xfrm>
              <a:off x="5547257" y="1817253"/>
              <a:ext cx="25114" cy="68460"/>
            </a:xfrm>
            <a:custGeom>
              <a:avLst/>
              <a:gdLst>
                <a:gd name="csX0" fmla="*/ 25644 w 25114"/>
                <a:gd name="csY0" fmla="*/ 68610 h 68460"/>
                <a:gd name="csX1" fmla="*/ 17272 w 25114"/>
                <a:gd name="csY1" fmla="*/ 68610 h 68460"/>
                <a:gd name="csX2" fmla="*/ 17272 w 25114"/>
                <a:gd name="csY2" fmla="*/ 15255 h 68460"/>
                <a:gd name="csX3" fmla="*/ 9347 w 25114"/>
                <a:gd name="csY3" fmla="*/ 21022 h 68460"/>
                <a:gd name="csX4" fmla="*/ 529 w 25114"/>
                <a:gd name="csY4" fmla="*/ 25376 h 68460"/>
                <a:gd name="csX5" fmla="*/ 529 w 25114"/>
                <a:gd name="csY5" fmla="*/ 17264 h 68460"/>
                <a:gd name="csX6" fmla="*/ 12807 w 25114"/>
                <a:gd name="csY6" fmla="*/ 9265 h 68460"/>
                <a:gd name="csX7" fmla="*/ 20249 w 25114"/>
                <a:gd name="csY7" fmla="*/ 149 h 68460"/>
                <a:gd name="csX8" fmla="*/ 25644 w 25114"/>
                <a:gd name="csY8" fmla="*/ 149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10"/>
                  </a:moveTo>
                  <a:lnTo>
                    <a:pt x="17272" y="68610"/>
                  </a:lnTo>
                  <a:lnTo>
                    <a:pt x="17272" y="15255"/>
                  </a:lnTo>
                  <a:cubicBezTo>
                    <a:pt x="15263" y="17190"/>
                    <a:pt x="12621" y="19125"/>
                    <a:pt x="9347" y="21022"/>
                  </a:cubicBezTo>
                  <a:cubicBezTo>
                    <a:pt x="6073" y="22957"/>
                    <a:pt x="3134" y="24408"/>
                    <a:pt x="529" y="25376"/>
                  </a:cubicBezTo>
                  <a:lnTo>
                    <a:pt x="529" y="17264"/>
                  </a:lnTo>
                  <a:cubicBezTo>
                    <a:pt x="5217" y="15069"/>
                    <a:pt x="9310" y="12390"/>
                    <a:pt x="12807" y="9265"/>
                  </a:cubicBezTo>
                  <a:cubicBezTo>
                    <a:pt x="16305" y="6139"/>
                    <a:pt x="18798" y="3088"/>
                    <a:pt x="20249" y="149"/>
                  </a:cubicBezTo>
                  <a:lnTo>
                    <a:pt x="25644" y="1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Freeform 1530">
              <a:extLst>
                <a:ext uri="{FF2B5EF4-FFF2-40B4-BE49-F238E27FC236}">
                  <a16:creationId xmlns:a16="http://schemas.microsoft.com/office/drawing/2014/main" id="{42D72A29-C71B-41C0-C565-AF050B962CEF}"/>
                </a:ext>
              </a:extLst>
            </p:cNvPr>
            <p:cNvSpPr/>
            <p:nvPr/>
          </p:nvSpPr>
          <p:spPr>
            <a:xfrm>
              <a:off x="5593794" y="1817253"/>
              <a:ext cx="44462" cy="69614"/>
            </a:xfrm>
            <a:custGeom>
              <a:avLst/>
              <a:gdLst>
                <a:gd name="csX0" fmla="*/ 535 w 44462"/>
                <a:gd name="csY0" fmla="*/ 34975 h 69614"/>
                <a:gd name="csX1" fmla="*/ 3028 w 44462"/>
                <a:gd name="csY1" fmla="*/ 15516 h 69614"/>
                <a:gd name="csX2" fmla="*/ 10432 w 44462"/>
                <a:gd name="csY2" fmla="*/ 4167 h 69614"/>
                <a:gd name="csX3" fmla="*/ 22785 w 44462"/>
                <a:gd name="csY3" fmla="*/ 149 h 69614"/>
                <a:gd name="csX4" fmla="*/ 32384 w 44462"/>
                <a:gd name="csY4" fmla="*/ 2344 h 69614"/>
                <a:gd name="csX5" fmla="*/ 39230 w 44462"/>
                <a:gd name="csY5" fmla="*/ 8744 h 69614"/>
                <a:gd name="csX6" fmla="*/ 43472 w 44462"/>
                <a:gd name="csY6" fmla="*/ 18864 h 69614"/>
                <a:gd name="csX7" fmla="*/ 44997 w 44462"/>
                <a:gd name="csY7" fmla="*/ 34975 h 69614"/>
                <a:gd name="csX8" fmla="*/ 42541 w 44462"/>
                <a:gd name="csY8" fmla="*/ 54360 h 69614"/>
                <a:gd name="csX9" fmla="*/ 35174 w 44462"/>
                <a:gd name="csY9" fmla="*/ 65745 h 69614"/>
                <a:gd name="csX10" fmla="*/ 22785 w 44462"/>
                <a:gd name="csY10" fmla="*/ 69763 h 69614"/>
                <a:gd name="csX11" fmla="*/ 7306 w 44462"/>
                <a:gd name="csY11" fmla="*/ 62694 h 69614"/>
                <a:gd name="csX12" fmla="*/ 535 w 44462"/>
                <a:gd name="csY12" fmla="*/ 34975 h 69614"/>
                <a:gd name="csX13" fmla="*/ 9167 w 44462"/>
                <a:gd name="csY13" fmla="*/ 34975 h 69614"/>
                <a:gd name="csX14" fmla="*/ 13073 w 44462"/>
                <a:gd name="csY14" fmla="*/ 57336 h 69614"/>
                <a:gd name="csX15" fmla="*/ 22785 w 44462"/>
                <a:gd name="csY15" fmla="*/ 62880 h 69614"/>
                <a:gd name="csX16" fmla="*/ 32458 w 44462"/>
                <a:gd name="csY16" fmla="*/ 57299 h 69614"/>
                <a:gd name="csX17" fmla="*/ 36402 w 44462"/>
                <a:gd name="csY17" fmla="*/ 34975 h 69614"/>
                <a:gd name="csX18" fmla="*/ 32458 w 44462"/>
                <a:gd name="csY18" fmla="*/ 12613 h 69614"/>
                <a:gd name="csX19" fmla="*/ 22673 w 44462"/>
                <a:gd name="csY19" fmla="*/ 7070 h 69614"/>
                <a:gd name="csX20" fmla="*/ 13483 w 44462"/>
                <a:gd name="csY20" fmla="*/ 11981 h 69614"/>
                <a:gd name="csX21" fmla="*/ 9167 w 44462"/>
                <a:gd name="csY21" fmla="*/ 3497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4462" h="69614">
                  <a:moveTo>
                    <a:pt x="535" y="34975"/>
                  </a:moveTo>
                  <a:cubicBezTo>
                    <a:pt x="535" y="26938"/>
                    <a:pt x="1390" y="20427"/>
                    <a:pt x="3028" y="15516"/>
                  </a:cubicBezTo>
                  <a:cubicBezTo>
                    <a:pt x="4702" y="10604"/>
                    <a:pt x="7158" y="6809"/>
                    <a:pt x="10432" y="4167"/>
                  </a:cubicBezTo>
                  <a:cubicBezTo>
                    <a:pt x="13706" y="1489"/>
                    <a:pt x="17799" y="149"/>
                    <a:pt x="22785" y="149"/>
                  </a:cubicBezTo>
                  <a:cubicBezTo>
                    <a:pt x="26431" y="149"/>
                    <a:pt x="29631" y="893"/>
                    <a:pt x="32384" y="2344"/>
                  </a:cubicBezTo>
                  <a:cubicBezTo>
                    <a:pt x="35174" y="3833"/>
                    <a:pt x="37444" y="5953"/>
                    <a:pt x="39230" y="8744"/>
                  </a:cubicBezTo>
                  <a:cubicBezTo>
                    <a:pt x="41053" y="11497"/>
                    <a:pt x="42430" y="14883"/>
                    <a:pt x="43472" y="18864"/>
                  </a:cubicBezTo>
                  <a:cubicBezTo>
                    <a:pt x="44513" y="22845"/>
                    <a:pt x="44997" y="28240"/>
                    <a:pt x="44997" y="34975"/>
                  </a:cubicBezTo>
                  <a:cubicBezTo>
                    <a:pt x="44997" y="42974"/>
                    <a:pt x="44179" y="49448"/>
                    <a:pt x="42541" y="54360"/>
                  </a:cubicBezTo>
                  <a:cubicBezTo>
                    <a:pt x="40904" y="59271"/>
                    <a:pt x="38449" y="63066"/>
                    <a:pt x="35174" y="65745"/>
                  </a:cubicBezTo>
                  <a:cubicBezTo>
                    <a:pt x="31900" y="68424"/>
                    <a:pt x="27770" y="69763"/>
                    <a:pt x="22785" y="69763"/>
                  </a:cubicBezTo>
                  <a:cubicBezTo>
                    <a:pt x="16199" y="69763"/>
                    <a:pt x="11027" y="67419"/>
                    <a:pt x="7306" y="62694"/>
                  </a:cubicBezTo>
                  <a:cubicBezTo>
                    <a:pt x="2804" y="57039"/>
                    <a:pt x="535" y="47774"/>
                    <a:pt x="535" y="34975"/>
                  </a:cubicBezTo>
                  <a:moveTo>
                    <a:pt x="9167" y="34975"/>
                  </a:moveTo>
                  <a:cubicBezTo>
                    <a:pt x="9167" y="46174"/>
                    <a:pt x="10469" y="53616"/>
                    <a:pt x="13073" y="57336"/>
                  </a:cubicBezTo>
                  <a:cubicBezTo>
                    <a:pt x="15715" y="61020"/>
                    <a:pt x="18915" y="62880"/>
                    <a:pt x="22785" y="62880"/>
                  </a:cubicBezTo>
                  <a:cubicBezTo>
                    <a:pt x="26617" y="62880"/>
                    <a:pt x="29854" y="61020"/>
                    <a:pt x="32458" y="57299"/>
                  </a:cubicBezTo>
                  <a:cubicBezTo>
                    <a:pt x="35100" y="53578"/>
                    <a:pt x="36402" y="46137"/>
                    <a:pt x="36402" y="34975"/>
                  </a:cubicBezTo>
                  <a:cubicBezTo>
                    <a:pt x="36402" y="23776"/>
                    <a:pt x="35100" y="16297"/>
                    <a:pt x="32458" y="12613"/>
                  </a:cubicBezTo>
                  <a:cubicBezTo>
                    <a:pt x="29854" y="8930"/>
                    <a:pt x="26580" y="7070"/>
                    <a:pt x="22673" y="7070"/>
                  </a:cubicBezTo>
                  <a:cubicBezTo>
                    <a:pt x="18841" y="7070"/>
                    <a:pt x="15752" y="8707"/>
                    <a:pt x="13483" y="11981"/>
                  </a:cubicBezTo>
                  <a:cubicBezTo>
                    <a:pt x="10581" y="16111"/>
                    <a:pt x="9167" y="23776"/>
                    <a:pt x="9167" y="3497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2" name="Graphic 4">
            <a:extLst>
              <a:ext uri="{FF2B5EF4-FFF2-40B4-BE49-F238E27FC236}">
                <a16:creationId xmlns:a16="http://schemas.microsoft.com/office/drawing/2014/main" id="{6DF47ADD-8B8E-D0E5-C627-A069BE05BDB3}"/>
              </a:ext>
            </a:extLst>
          </p:cNvPr>
          <p:cNvGrpSpPr/>
          <p:nvPr/>
        </p:nvGrpSpPr>
        <p:grpSpPr>
          <a:xfrm>
            <a:off x="5929074" y="1957672"/>
            <a:ext cx="78088" cy="68460"/>
            <a:chOff x="5547257" y="1957672"/>
            <a:chExt cx="78088" cy="68460"/>
          </a:xfrm>
          <a:solidFill>
            <a:srgbClr val="000000"/>
          </a:solidFill>
        </p:grpSpPr>
        <p:sp>
          <p:nvSpPr>
            <p:cNvPr id="1533" name="Freeform 1532">
              <a:extLst>
                <a:ext uri="{FF2B5EF4-FFF2-40B4-BE49-F238E27FC236}">
                  <a16:creationId xmlns:a16="http://schemas.microsoft.com/office/drawing/2014/main" id="{A1120107-848D-3731-D71E-83EB89097537}"/>
                </a:ext>
              </a:extLst>
            </p:cNvPr>
            <p:cNvSpPr/>
            <p:nvPr/>
          </p:nvSpPr>
          <p:spPr>
            <a:xfrm>
              <a:off x="5547257" y="1957672"/>
              <a:ext cx="25114" cy="68460"/>
            </a:xfrm>
            <a:custGeom>
              <a:avLst/>
              <a:gdLst>
                <a:gd name="csX0" fmla="*/ 25644 w 25114"/>
                <a:gd name="csY0" fmla="*/ 68625 h 68460"/>
                <a:gd name="csX1" fmla="*/ 17272 w 25114"/>
                <a:gd name="csY1" fmla="*/ 68625 h 68460"/>
                <a:gd name="csX2" fmla="*/ 17272 w 25114"/>
                <a:gd name="csY2" fmla="*/ 15270 h 68460"/>
                <a:gd name="csX3" fmla="*/ 9347 w 25114"/>
                <a:gd name="csY3" fmla="*/ 21037 h 68460"/>
                <a:gd name="csX4" fmla="*/ 529 w 25114"/>
                <a:gd name="csY4" fmla="*/ 25390 h 68460"/>
                <a:gd name="csX5" fmla="*/ 529 w 25114"/>
                <a:gd name="csY5" fmla="*/ 17279 h 68460"/>
                <a:gd name="csX6" fmla="*/ 12807 w 25114"/>
                <a:gd name="csY6" fmla="*/ 9280 h 68460"/>
                <a:gd name="csX7" fmla="*/ 20249 w 25114"/>
                <a:gd name="csY7" fmla="*/ 164 h 68460"/>
                <a:gd name="csX8" fmla="*/ 25644 w 25114"/>
                <a:gd name="csY8" fmla="*/ 164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25"/>
                  </a:moveTo>
                  <a:lnTo>
                    <a:pt x="17272" y="68625"/>
                  </a:lnTo>
                  <a:lnTo>
                    <a:pt x="17272" y="15270"/>
                  </a:lnTo>
                  <a:cubicBezTo>
                    <a:pt x="15263" y="17205"/>
                    <a:pt x="12621" y="19139"/>
                    <a:pt x="9347" y="21037"/>
                  </a:cubicBezTo>
                  <a:cubicBezTo>
                    <a:pt x="6073" y="22972"/>
                    <a:pt x="3134" y="24423"/>
                    <a:pt x="529" y="25390"/>
                  </a:cubicBezTo>
                  <a:lnTo>
                    <a:pt x="529" y="17279"/>
                  </a:lnTo>
                  <a:cubicBezTo>
                    <a:pt x="5217" y="15084"/>
                    <a:pt x="9310" y="12405"/>
                    <a:pt x="12807" y="9280"/>
                  </a:cubicBezTo>
                  <a:cubicBezTo>
                    <a:pt x="16305" y="6154"/>
                    <a:pt x="18798" y="3103"/>
                    <a:pt x="20249" y="164"/>
                  </a:cubicBezTo>
                  <a:lnTo>
                    <a:pt x="25644" y="16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Freeform 1533">
              <a:extLst>
                <a:ext uri="{FF2B5EF4-FFF2-40B4-BE49-F238E27FC236}">
                  <a16:creationId xmlns:a16="http://schemas.microsoft.com/office/drawing/2014/main" id="{74F7F0A4-E5EA-8E83-9A4F-2F708B360C42}"/>
                </a:ext>
              </a:extLst>
            </p:cNvPr>
            <p:cNvSpPr/>
            <p:nvPr/>
          </p:nvSpPr>
          <p:spPr>
            <a:xfrm>
              <a:off x="5600231" y="1957672"/>
              <a:ext cx="25114" cy="68460"/>
            </a:xfrm>
            <a:custGeom>
              <a:avLst/>
              <a:gdLst>
                <a:gd name="csX0" fmla="*/ 25649 w 25114"/>
                <a:gd name="csY0" fmla="*/ 68625 h 68460"/>
                <a:gd name="csX1" fmla="*/ 17278 w 25114"/>
                <a:gd name="csY1" fmla="*/ 68625 h 68460"/>
                <a:gd name="csX2" fmla="*/ 17278 w 25114"/>
                <a:gd name="csY2" fmla="*/ 15270 h 68460"/>
                <a:gd name="csX3" fmla="*/ 9353 w 25114"/>
                <a:gd name="csY3" fmla="*/ 21037 h 68460"/>
                <a:gd name="csX4" fmla="*/ 535 w 25114"/>
                <a:gd name="csY4" fmla="*/ 25390 h 68460"/>
                <a:gd name="csX5" fmla="*/ 535 w 25114"/>
                <a:gd name="csY5" fmla="*/ 17279 h 68460"/>
                <a:gd name="csX6" fmla="*/ 12813 w 25114"/>
                <a:gd name="csY6" fmla="*/ 9280 h 68460"/>
                <a:gd name="csX7" fmla="*/ 20254 w 25114"/>
                <a:gd name="csY7" fmla="*/ 164 h 68460"/>
                <a:gd name="csX8" fmla="*/ 25649 w 25114"/>
                <a:gd name="csY8" fmla="*/ 164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9" y="68625"/>
                  </a:moveTo>
                  <a:lnTo>
                    <a:pt x="17278" y="68625"/>
                  </a:lnTo>
                  <a:lnTo>
                    <a:pt x="17278" y="15270"/>
                  </a:lnTo>
                  <a:cubicBezTo>
                    <a:pt x="15269" y="17205"/>
                    <a:pt x="12627" y="19139"/>
                    <a:pt x="9353" y="21037"/>
                  </a:cubicBezTo>
                  <a:cubicBezTo>
                    <a:pt x="6079" y="22972"/>
                    <a:pt x="3139" y="24423"/>
                    <a:pt x="535" y="25390"/>
                  </a:cubicBezTo>
                  <a:lnTo>
                    <a:pt x="535" y="17279"/>
                  </a:lnTo>
                  <a:cubicBezTo>
                    <a:pt x="5223" y="15084"/>
                    <a:pt x="9316" y="12405"/>
                    <a:pt x="12813" y="9280"/>
                  </a:cubicBezTo>
                  <a:cubicBezTo>
                    <a:pt x="16310" y="6154"/>
                    <a:pt x="18803" y="3103"/>
                    <a:pt x="20254" y="164"/>
                  </a:cubicBezTo>
                  <a:lnTo>
                    <a:pt x="25649" y="16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5" name="Graphic 4">
            <a:extLst>
              <a:ext uri="{FF2B5EF4-FFF2-40B4-BE49-F238E27FC236}">
                <a16:creationId xmlns:a16="http://schemas.microsoft.com/office/drawing/2014/main" id="{93CB6CA8-C095-21D1-6CE3-BA3F6823DED7}"/>
              </a:ext>
            </a:extLst>
          </p:cNvPr>
          <p:cNvGrpSpPr/>
          <p:nvPr/>
        </p:nvGrpSpPr>
        <p:grpSpPr>
          <a:xfrm>
            <a:off x="5929074" y="2098091"/>
            <a:ext cx="90552" cy="68460"/>
            <a:chOff x="5547257" y="2098091"/>
            <a:chExt cx="90552" cy="68460"/>
          </a:xfrm>
          <a:solidFill>
            <a:srgbClr val="000000"/>
          </a:solidFill>
        </p:grpSpPr>
        <p:sp>
          <p:nvSpPr>
            <p:cNvPr id="1536" name="Freeform 1535">
              <a:extLst>
                <a:ext uri="{FF2B5EF4-FFF2-40B4-BE49-F238E27FC236}">
                  <a16:creationId xmlns:a16="http://schemas.microsoft.com/office/drawing/2014/main" id="{28702A90-477C-6847-5E48-B0766FE6AABD}"/>
                </a:ext>
              </a:extLst>
            </p:cNvPr>
            <p:cNvSpPr/>
            <p:nvPr/>
          </p:nvSpPr>
          <p:spPr>
            <a:xfrm>
              <a:off x="5547257" y="2098091"/>
              <a:ext cx="25114" cy="68460"/>
            </a:xfrm>
            <a:custGeom>
              <a:avLst/>
              <a:gdLst>
                <a:gd name="csX0" fmla="*/ 25644 w 25114"/>
                <a:gd name="csY0" fmla="*/ 68640 h 68460"/>
                <a:gd name="csX1" fmla="*/ 17272 w 25114"/>
                <a:gd name="csY1" fmla="*/ 68640 h 68460"/>
                <a:gd name="csX2" fmla="*/ 17272 w 25114"/>
                <a:gd name="csY2" fmla="*/ 15285 h 68460"/>
                <a:gd name="csX3" fmla="*/ 9347 w 25114"/>
                <a:gd name="csY3" fmla="*/ 21052 h 68460"/>
                <a:gd name="csX4" fmla="*/ 529 w 25114"/>
                <a:gd name="csY4" fmla="*/ 25405 h 68460"/>
                <a:gd name="csX5" fmla="*/ 529 w 25114"/>
                <a:gd name="csY5" fmla="*/ 17294 h 68460"/>
                <a:gd name="csX6" fmla="*/ 12807 w 25114"/>
                <a:gd name="csY6" fmla="*/ 9294 h 68460"/>
                <a:gd name="csX7" fmla="*/ 20249 w 25114"/>
                <a:gd name="csY7" fmla="*/ 179 h 68460"/>
                <a:gd name="csX8" fmla="*/ 25644 w 25114"/>
                <a:gd name="csY8" fmla="*/ 179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40"/>
                  </a:moveTo>
                  <a:lnTo>
                    <a:pt x="17272" y="68640"/>
                  </a:lnTo>
                  <a:lnTo>
                    <a:pt x="17272" y="15285"/>
                  </a:lnTo>
                  <a:cubicBezTo>
                    <a:pt x="15263" y="17219"/>
                    <a:pt x="12621" y="19154"/>
                    <a:pt x="9347" y="21052"/>
                  </a:cubicBezTo>
                  <a:cubicBezTo>
                    <a:pt x="6073" y="22987"/>
                    <a:pt x="3134" y="24438"/>
                    <a:pt x="529" y="25405"/>
                  </a:cubicBezTo>
                  <a:lnTo>
                    <a:pt x="529" y="17294"/>
                  </a:lnTo>
                  <a:cubicBezTo>
                    <a:pt x="5217" y="15099"/>
                    <a:pt x="9310" y="12420"/>
                    <a:pt x="12807" y="9294"/>
                  </a:cubicBezTo>
                  <a:cubicBezTo>
                    <a:pt x="16305" y="6169"/>
                    <a:pt x="18798" y="3118"/>
                    <a:pt x="20249" y="179"/>
                  </a:cubicBezTo>
                  <a:lnTo>
                    <a:pt x="25644" y="17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Freeform 1536">
              <a:extLst>
                <a:ext uri="{FF2B5EF4-FFF2-40B4-BE49-F238E27FC236}">
                  <a16:creationId xmlns:a16="http://schemas.microsoft.com/office/drawing/2014/main" id="{1AAADD48-39C3-4D25-DCB8-489EC2A816AC}"/>
                </a:ext>
              </a:extLst>
            </p:cNvPr>
            <p:cNvSpPr/>
            <p:nvPr/>
          </p:nvSpPr>
          <p:spPr>
            <a:xfrm>
              <a:off x="5592742" y="2098091"/>
              <a:ext cx="45067" cy="68460"/>
            </a:xfrm>
            <a:custGeom>
              <a:avLst/>
              <a:gdLst>
                <a:gd name="csX0" fmla="*/ 45603 w 45067"/>
                <a:gd name="csY0" fmla="*/ 60603 h 68460"/>
                <a:gd name="csX1" fmla="*/ 45603 w 45067"/>
                <a:gd name="csY1" fmla="*/ 68640 h 68460"/>
                <a:gd name="csX2" fmla="*/ 545 w 45067"/>
                <a:gd name="csY2" fmla="*/ 68640 h 68460"/>
                <a:gd name="csX3" fmla="*/ 1512 w 45067"/>
                <a:gd name="csY3" fmla="*/ 62835 h 68460"/>
                <a:gd name="csX4" fmla="*/ 7019 w 45067"/>
                <a:gd name="csY4" fmla="*/ 53757 h 68460"/>
                <a:gd name="csX5" fmla="*/ 17958 w 45067"/>
                <a:gd name="csY5" fmla="*/ 43413 h 68460"/>
                <a:gd name="csX6" fmla="*/ 32989 w 45067"/>
                <a:gd name="csY6" fmla="*/ 28977 h 68460"/>
                <a:gd name="csX7" fmla="*/ 36896 w 45067"/>
                <a:gd name="csY7" fmla="*/ 18931 h 68460"/>
                <a:gd name="csX8" fmla="*/ 33324 w 45067"/>
                <a:gd name="csY8" fmla="*/ 10522 h 68460"/>
                <a:gd name="csX9" fmla="*/ 24060 w 45067"/>
                <a:gd name="csY9" fmla="*/ 7099 h 68460"/>
                <a:gd name="csX10" fmla="*/ 14386 w 45067"/>
                <a:gd name="csY10" fmla="*/ 10745 h 68460"/>
                <a:gd name="csX11" fmla="*/ 10702 w 45067"/>
                <a:gd name="csY11" fmla="*/ 20791 h 68460"/>
                <a:gd name="csX12" fmla="*/ 2108 w 45067"/>
                <a:gd name="csY12" fmla="*/ 19898 h 68460"/>
                <a:gd name="csX13" fmla="*/ 8768 w 45067"/>
                <a:gd name="csY13" fmla="*/ 5239 h 68460"/>
                <a:gd name="csX14" fmla="*/ 24246 w 45067"/>
                <a:gd name="csY14" fmla="*/ 179 h 68460"/>
                <a:gd name="csX15" fmla="*/ 39761 w 45067"/>
                <a:gd name="csY15" fmla="*/ 5611 h 68460"/>
                <a:gd name="csX16" fmla="*/ 45491 w 45067"/>
                <a:gd name="csY16" fmla="*/ 19117 h 68460"/>
                <a:gd name="csX17" fmla="*/ 43817 w 45067"/>
                <a:gd name="csY17" fmla="*/ 27154 h 68460"/>
                <a:gd name="csX18" fmla="*/ 38273 w 45067"/>
                <a:gd name="csY18" fmla="*/ 35488 h 68460"/>
                <a:gd name="csX19" fmla="*/ 25362 w 45067"/>
                <a:gd name="csY19" fmla="*/ 47469 h 68460"/>
                <a:gd name="csX20" fmla="*/ 15688 w 45067"/>
                <a:gd name="csY20" fmla="*/ 56064 h 68460"/>
                <a:gd name="csX21" fmla="*/ 12153 w 45067"/>
                <a:gd name="csY21" fmla="*/ 60603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603" y="60603"/>
                  </a:moveTo>
                  <a:lnTo>
                    <a:pt x="45603" y="68640"/>
                  </a:lnTo>
                  <a:lnTo>
                    <a:pt x="545" y="68640"/>
                  </a:lnTo>
                  <a:cubicBezTo>
                    <a:pt x="470" y="66630"/>
                    <a:pt x="805" y="64696"/>
                    <a:pt x="1512" y="62835"/>
                  </a:cubicBezTo>
                  <a:cubicBezTo>
                    <a:pt x="2666" y="59747"/>
                    <a:pt x="4489" y="56733"/>
                    <a:pt x="7019" y="53757"/>
                  </a:cubicBezTo>
                  <a:cubicBezTo>
                    <a:pt x="9549" y="50780"/>
                    <a:pt x="13195" y="47357"/>
                    <a:pt x="17958" y="43413"/>
                  </a:cubicBezTo>
                  <a:cubicBezTo>
                    <a:pt x="25362" y="37348"/>
                    <a:pt x="30385" y="32549"/>
                    <a:pt x="32989" y="28977"/>
                  </a:cubicBezTo>
                  <a:cubicBezTo>
                    <a:pt x="35594" y="25442"/>
                    <a:pt x="36896" y="22094"/>
                    <a:pt x="36896" y="18931"/>
                  </a:cubicBezTo>
                  <a:cubicBezTo>
                    <a:pt x="36896" y="15620"/>
                    <a:pt x="35706" y="12792"/>
                    <a:pt x="33324" y="10522"/>
                  </a:cubicBezTo>
                  <a:cubicBezTo>
                    <a:pt x="30980" y="8253"/>
                    <a:pt x="27855" y="7099"/>
                    <a:pt x="24060" y="7099"/>
                  </a:cubicBezTo>
                  <a:cubicBezTo>
                    <a:pt x="20041" y="7099"/>
                    <a:pt x="16804" y="8327"/>
                    <a:pt x="14386" y="10745"/>
                  </a:cubicBezTo>
                  <a:cubicBezTo>
                    <a:pt x="11967" y="13164"/>
                    <a:pt x="10740" y="16513"/>
                    <a:pt x="10702" y="20791"/>
                  </a:cubicBezTo>
                  <a:lnTo>
                    <a:pt x="2108" y="19898"/>
                  </a:lnTo>
                  <a:cubicBezTo>
                    <a:pt x="2703" y="13499"/>
                    <a:pt x="4898" y="8587"/>
                    <a:pt x="8768" y="5239"/>
                  </a:cubicBezTo>
                  <a:cubicBezTo>
                    <a:pt x="12600" y="1853"/>
                    <a:pt x="17772" y="179"/>
                    <a:pt x="24246" y="179"/>
                  </a:cubicBezTo>
                  <a:cubicBezTo>
                    <a:pt x="30794" y="179"/>
                    <a:pt x="35966" y="2002"/>
                    <a:pt x="39761" y="5611"/>
                  </a:cubicBezTo>
                  <a:cubicBezTo>
                    <a:pt x="43593" y="9257"/>
                    <a:pt x="45491" y="13759"/>
                    <a:pt x="45491" y="19117"/>
                  </a:cubicBezTo>
                  <a:cubicBezTo>
                    <a:pt x="45491" y="21833"/>
                    <a:pt x="44933" y="24512"/>
                    <a:pt x="43817" y="27154"/>
                  </a:cubicBezTo>
                  <a:cubicBezTo>
                    <a:pt x="42700" y="29795"/>
                    <a:pt x="40840" y="32549"/>
                    <a:pt x="38273" y="35488"/>
                  </a:cubicBezTo>
                  <a:cubicBezTo>
                    <a:pt x="35668" y="38390"/>
                    <a:pt x="31389" y="42409"/>
                    <a:pt x="25362" y="47469"/>
                  </a:cubicBezTo>
                  <a:cubicBezTo>
                    <a:pt x="20339" y="51710"/>
                    <a:pt x="17102" y="54538"/>
                    <a:pt x="15688" y="56064"/>
                  </a:cubicBezTo>
                  <a:cubicBezTo>
                    <a:pt x="14274" y="57552"/>
                    <a:pt x="13084" y="59077"/>
                    <a:pt x="12153" y="6060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8" name="Graphic 4">
            <a:extLst>
              <a:ext uri="{FF2B5EF4-FFF2-40B4-BE49-F238E27FC236}">
                <a16:creationId xmlns:a16="http://schemas.microsoft.com/office/drawing/2014/main" id="{EFE6D8AE-1B79-77FA-41A4-4CAF2288925C}"/>
              </a:ext>
            </a:extLst>
          </p:cNvPr>
          <p:cNvGrpSpPr/>
          <p:nvPr/>
        </p:nvGrpSpPr>
        <p:grpSpPr>
          <a:xfrm>
            <a:off x="5929074" y="2238511"/>
            <a:ext cx="91259" cy="69651"/>
            <a:chOff x="5547257" y="2238511"/>
            <a:chExt cx="91259" cy="69651"/>
          </a:xfrm>
          <a:solidFill>
            <a:srgbClr val="000000"/>
          </a:solidFill>
        </p:grpSpPr>
        <p:sp>
          <p:nvSpPr>
            <p:cNvPr id="1539" name="Freeform 1538">
              <a:extLst>
                <a:ext uri="{FF2B5EF4-FFF2-40B4-BE49-F238E27FC236}">
                  <a16:creationId xmlns:a16="http://schemas.microsoft.com/office/drawing/2014/main" id="{87E115EF-B0A9-9675-8A34-3C29701FB6AE}"/>
                </a:ext>
              </a:extLst>
            </p:cNvPr>
            <p:cNvSpPr/>
            <p:nvPr/>
          </p:nvSpPr>
          <p:spPr>
            <a:xfrm>
              <a:off x="5547257" y="2238511"/>
              <a:ext cx="25114" cy="68460"/>
            </a:xfrm>
            <a:custGeom>
              <a:avLst/>
              <a:gdLst>
                <a:gd name="csX0" fmla="*/ 25644 w 25114"/>
                <a:gd name="csY0" fmla="*/ 68654 h 68460"/>
                <a:gd name="csX1" fmla="*/ 17272 w 25114"/>
                <a:gd name="csY1" fmla="*/ 68654 h 68460"/>
                <a:gd name="csX2" fmla="*/ 17272 w 25114"/>
                <a:gd name="csY2" fmla="*/ 15299 h 68460"/>
                <a:gd name="csX3" fmla="*/ 9347 w 25114"/>
                <a:gd name="csY3" fmla="*/ 21067 h 68460"/>
                <a:gd name="csX4" fmla="*/ 529 w 25114"/>
                <a:gd name="csY4" fmla="*/ 25420 h 68460"/>
                <a:gd name="csX5" fmla="*/ 529 w 25114"/>
                <a:gd name="csY5" fmla="*/ 17309 h 68460"/>
                <a:gd name="csX6" fmla="*/ 12807 w 25114"/>
                <a:gd name="csY6" fmla="*/ 9309 h 68460"/>
                <a:gd name="csX7" fmla="*/ 20249 w 25114"/>
                <a:gd name="csY7" fmla="*/ 193 h 68460"/>
                <a:gd name="csX8" fmla="*/ 25644 w 25114"/>
                <a:gd name="csY8" fmla="*/ 193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54"/>
                  </a:moveTo>
                  <a:lnTo>
                    <a:pt x="17272" y="68654"/>
                  </a:lnTo>
                  <a:lnTo>
                    <a:pt x="17272" y="15299"/>
                  </a:lnTo>
                  <a:cubicBezTo>
                    <a:pt x="15263" y="17234"/>
                    <a:pt x="12621" y="19169"/>
                    <a:pt x="9347" y="21067"/>
                  </a:cubicBezTo>
                  <a:cubicBezTo>
                    <a:pt x="6073" y="23001"/>
                    <a:pt x="3134" y="24452"/>
                    <a:pt x="529" y="25420"/>
                  </a:cubicBezTo>
                  <a:lnTo>
                    <a:pt x="529" y="17309"/>
                  </a:lnTo>
                  <a:cubicBezTo>
                    <a:pt x="5217" y="15113"/>
                    <a:pt x="9310" y="12434"/>
                    <a:pt x="12807" y="9309"/>
                  </a:cubicBezTo>
                  <a:cubicBezTo>
                    <a:pt x="16305" y="6184"/>
                    <a:pt x="18798" y="3133"/>
                    <a:pt x="20249" y="193"/>
                  </a:cubicBezTo>
                  <a:lnTo>
                    <a:pt x="25644" y="19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Freeform 1539">
              <a:extLst>
                <a:ext uri="{FF2B5EF4-FFF2-40B4-BE49-F238E27FC236}">
                  <a16:creationId xmlns:a16="http://schemas.microsoft.com/office/drawing/2014/main" id="{CA7738F6-AFC1-2723-6B1E-9DE5CF618BB5}"/>
                </a:ext>
              </a:extLst>
            </p:cNvPr>
            <p:cNvSpPr/>
            <p:nvPr/>
          </p:nvSpPr>
          <p:spPr>
            <a:xfrm>
              <a:off x="5593868" y="2238511"/>
              <a:ext cx="44648" cy="69651"/>
            </a:xfrm>
            <a:custGeom>
              <a:avLst/>
              <a:gdLst>
                <a:gd name="csX0" fmla="*/ 535 w 44648"/>
                <a:gd name="csY0" fmla="*/ 50646 h 69651"/>
                <a:gd name="csX1" fmla="*/ 8869 w 44648"/>
                <a:gd name="csY1" fmla="*/ 49530 h 69651"/>
                <a:gd name="csX2" fmla="*/ 13780 w 44648"/>
                <a:gd name="csY2" fmla="*/ 59799 h 69651"/>
                <a:gd name="csX3" fmla="*/ 22226 w 44648"/>
                <a:gd name="csY3" fmla="*/ 62924 h 69651"/>
                <a:gd name="csX4" fmla="*/ 32198 w 44648"/>
                <a:gd name="csY4" fmla="*/ 58832 h 69651"/>
                <a:gd name="csX5" fmla="*/ 36291 w 44648"/>
                <a:gd name="csY5" fmla="*/ 48711 h 69651"/>
                <a:gd name="csX6" fmla="*/ 32533 w 44648"/>
                <a:gd name="csY6" fmla="*/ 39186 h 69651"/>
                <a:gd name="csX7" fmla="*/ 22933 w 44648"/>
                <a:gd name="csY7" fmla="*/ 35466 h 69651"/>
                <a:gd name="csX8" fmla="*/ 17017 w 44648"/>
                <a:gd name="csY8" fmla="*/ 36359 h 69651"/>
                <a:gd name="csX9" fmla="*/ 17948 w 44648"/>
                <a:gd name="csY9" fmla="*/ 29029 h 69651"/>
                <a:gd name="csX10" fmla="*/ 19287 w 44648"/>
                <a:gd name="csY10" fmla="*/ 29140 h 69651"/>
                <a:gd name="csX11" fmla="*/ 28924 w 44648"/>
                <a:gd name="csY11" fmla="*/ 26313 h 69651"/>
                <a:gd name="csX12" fmla="*/ 33202 w 44648"/>
                <a:gd name="csY12" fmla="*/ 17718 h 69651"/>
                <a:gd name="csX13" fmla="*/ 30077 w 44648"/>
                <a:gd name="csY13" fmla="*/ 10090 h 69651"/>
                <a:gd name="csX14" fmla="*/ 22040 w 44648"/>
                <a:gd name="csY14" fmla="*/ 7077 h 69651"/>
                <a:gd name="csX15" fmla="*/ 13929 w 44648"/>
                <a:gd name="csY15" fmla="*/ 10165 h 69651"/>
                <a:gd name="csX16" fmla="*/ 9725 w 44648"/>
                <a:gd name="csY16" fmla="*/ 19355 h 69651"/>
                <a:gd name="csX17" fmla="*/ 1353 w 44648"/>
                <a:gd name="csY17" fmla="*/ 17867 h 69651"/>
                <a:gd name="csX18" fmla="*/ 8348 w 44648"/>
                <a:gd name="csY18" fmla="*/ 4807 h 69651"/>
                <a:gd name="csX19" fmla="*/ 21854 w 44648"/>
                <a:gd name="csY19" fmla="*/ 193 h 69651"/>
                <a:gd name="csX20" fmla="*/ 32161 w 44648"/>
                <a:gd name="csY20" fmla="*/ 2575 h 69651"/>
                <a:gd name="csX21" fmla="*/ 39342 w 44648"/>
                <a:gd name="csY21" fmla="*/ 9123 h 69651"/>
                <a:gd name="csX22" fmla="*/ 41834 w 44648"/>
                <a:gd name="csY22" fmla="*/ 17904 h 69651"/>
                <a:gd name="csX23" fmla="*/ 39453 w 44648"/>
                <a:gd name="csY23" fmla="*/ 25941 h 69651"/>
                <a:gd name="csX24" fmla="*/ 32421 w 44648"/>
                <a:gd name="csY24" fmla="*/ 31745 h 69651"/>
                <a:gd name="csX25" fmla="*/ 41834 w 44648"/>
                <a:gd name="csY25" fmla="*/ 37512 h 69651"/>
                <a:gd name="csX26" fmla="*/ 45183 w 44648"/>
                <a:gd name="csY26" fmla="*/ 48525 h 69651"/>
                <a:gd name="csX27" fmla="*/ 38635 w 44648"/>
                <a:gd name="csY27" fmla="*/ 63669 h 69651"/>
                <a:gd name="csX28" fmla="*/ 22189 w 44648"/>
                <a:gd name="csY28" fmla="*/ 69845 h 69651"/>
                <a:gd name="csX29" fmla="*/ 7269 w 44648"/>
                <a:gd name="csY29" fmla="*/ 64524 h 69651"/>
                <a:gd name="csX30" fmla="*/ 535 w 44648"/>
                <a:gd name="csY30" fmla="*/ 50646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35" y="50646"/>
                  </a:moveTo>
                  <a:lnTo>
                    <a:pt x="8869" y="49530"/>
                  </a:lnTo>
                  <a:cubicBezTo>
                    <a:pt x="9836" y="54292"/>
                    <a:pt x="11474" y="57715"/>
                    <a:pt x="13780" y="59799"/>
                  </a:cubicBezTo>
                  <a:cubicBezTo>
                    <a:pt x="16087" y="61883"/>
                    <a:pt x="18915" y="62924"/>
                    <a:pt x="22226" y="62924"/>
                  </a:cubicBezTo>
                  <a:cubicBezTo>
                    <a:pt x="26170" y="62924"/>
                    <a:pt x="29482" y="61585"/>
                    <a:pt x="32198" y="58832"/>
                  </a:cubicBezTo>
                  <a:cubicBezTo>
                    <a:pt x="34914" y="56116"/>
                    <a:pt x="36291" y="52730"/>
                    <a:pt x="36291" y="48711"/>
                  </a:cubicBezTo>
                  <a:cubicBezTo>
                    <a:pt x="36291" y="44842"/>
                    <a:pt x="35026" y="41679"/>
                    <a:pt x="32533" y="39186"/>
                  </a:cubicBezTo>
                  <a:cubicBezTo>
                    <a:pt x="30003" y="36693"/>
                    <a:pt x="26803" y="35466"/>
                    <a:pt x="22933" y="35466"/>
                  </a:cubicBezTo>
                  <a:cubicBezTo>
                    <a:pt x="21371" y="35466"/>
                    <a:pt x="19399" y="35763"/>
                    <a:pt x="17017" y="36359"/>
                  </a:cubicBezTo>
                  <a:lnTo>
                    <a:pt x="17948" y="29029"/>
                  </a:lnTo>
                  <a:cubicBezTo>
                    <a:pt x="18506" y="29103"/>
                    <a:pt x="18952" y="29140"/>
                    <a:pt x="19287" y="29140"/>
                  </a:cubicBezTo>
                  <a:cubicBezTo>
                    <a:pt x="22859" y="29140"/>
                    <a:pt x="26096" y="28173"/>
                    <a:pt x="28924" y="26313"/>
                  </a:cubicBezTo>
                  <a:cubicBezTo>
                    <a:pt x="31789" y="24452"/>
                    <a:pt x="33202" y="21587"/>
                    <a:pt x="33202" y="17718"/>
                  </a:cubicBezTo>
                  <a:cubicBezTo>
                    <a:pt x="33202" y="14667"/>
                    <a:pt x="32161" y="12100"/>
                    <a:pt x="30077" y="10090"/>
                  </a:cubicBezTo>
                  <a:cubicBezTo>
                    <a:pt x="28031" y="8081"/>
                    <a:pt x="25352" y="7077"/>
                    <a:pt x="22040" y="7077"/>
                  </a:cubicBezTo>
                  <a:cubicBezTo>
                    <a:pt x="18803" y="7077"/>
                    <a:pt x="16087" y="8081"/>
                    <a:pt x="13929" y="10165"/>
                  </a:cubicBezTo>
                  <a:cubicBezTo>
                    <a:pt x="11734" y="12174"/>
                    <a:pt x="10357" y="15262"/>
                    <a:pt x="9725" y="19355"/>
                  </a:cubicBezTo>
                  <a:lnTo>
                    <a:pt x="1353" y="17867"/>
                  </a:lnTo>
                  <a:cubicBezTo>
                    <a:pt x="2395" y="12248"/>
                    <a:pt x="4702" y="7895"/>
                    <a:pt x="8348" y="4807"/>
                  </a:cubicBezTo>
                  <a:cubicBezTo>
                    <a:pt x="11957" y="1719"/>
                    <a:pt x="16459" y="193"/>
                    <a:pt x="21854" y="193"/>
                  </a:cubicBezTo>
                  <a:cubicBezTo>
                    <a:pt x="25575" y="193"/>
                    <a:pt x="28998" y="975"/>
                    <a:pt x="32161" y="2575"/>
                  </a:cubicBezTo>
                  <a:cubicBezTo>
                    <a:pt x="35286" y="4175"/>
                    <a:pt x="37667" y="6370"/>
                    <a:pt x="39342" y="9123"/>
                  </a:cubicBezTo>
                  <a:cubicBezTo>
                    <a:pt x="40979" y="11876"/>
                    <a:pt x="41834" y="14816"/>
                    <a:pt x="41834" y="17904"/>
                  </a:cubicBezTo>
                  <a:cubicBezTo>
                    <a:pt x="41834" y="20843"/>
                    <a:pt x="41016" y="23559"/>
                    <a:pt x="39453" y="25941"/>
                  </a:cubicBezTo>
                  <a:cubicBezTo>
                    <a:pt x="37853" y="28396"/>
                    <a:pt x="35509" y="30294"/>
                    <a:pt x="32421" y="31745"/>
                  </a:cubicBezTo>
                  <a:cubicBezTo>
                    <a:pt x="36439" y="32638"/>
                    <a:pt x="39602" y="34573"/>
                    <a:pt x="41834" y="37512"/>
                  </a:cubicBezTo>
                  <a:cubicBezTo>
                    <a:pt x="44067" y="40451"/>
                    <a:pt x="45183" y="44098"/>
                    <a:pt x="45183" y="48525"/>
                  </a:cubicBezTo>
                  <a:cubicBezTo>
                    <a:pt x="45183" y="54478"/>
                    <a:pt x="42988" y="59501"/>
                    <a:pt x="38635" y="63669"/>
                  </a:cubicBezTo>
                  <a:cubicBezTo>
                    <a:pt x="34319" y="67799"/>
                    <a:pt x="28812" y="69845"/>
                    <a:pt x="22189" y="69845"/>
                  </a:cubicBezTo>
                  <a:cubicBezTo>
                    <a:pt x="16199" y="69845"/>
                    <a:pt x="11250" y="68096"/>
                    <a:pt x="7269" y="64524"/>
                  </a:cubicBezTo>
                  <a:cubicBezTo>
                    <a:pt x="3325" y="60952"/>
                    <a:pt x="1056" y="56339"/>
                    <a:pt x="535" y="5064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41" name="Graphic 4">
            <a:extLst>
              <a:ext uri="{FF2B5EF4-FFF2-40B4-BE49-F238E27FC236}">
                <a16:creationId xmlns:a16="http://schemas.microsoft.com/office/drawing/2014/main" id="{9024BCF7-E0E8-2C34-82DC-7BC34BC536F0}"/>
              </a:ext>
            </a:extLst>
          </p:cNvPr>
          <p:cNvGrpSpPr/>
          <p:nvPr/>
        </p:nvGrpSpPr>
        <p:grpSpPr>
          <a:xfrm>
            <a:off x="5929074" y="2378930"/>
            <a:ext cx="90961" cy="68460"/>
            <a:chOff x="5547257" y="2378930"/>
            <a:chExt cx="90961" cy="68460"/>
          </a:xfrm>
          <a:solidFill>
            <a:srgbClr val="000000"/>
          </a:solidFill>
        </p:grpSpPr>
        <p:sp>
          <p:nvSpPr>
            <p:cNvPr id="1542" name="Freeform 1541">
              <a:extLst>
                <a:ext uri="{FF2B5EF4-FFF2-40B4-BE49-F238E27FC236}">
                  <a16:creationId xmlns:a16="http://schemas.microsoft.com/office/drawing/2014/main" id="{76E7AA20-C4C4-6206-A9CA-9B9D6BF95C8E}"/>
                </a:ext>
              </a:extLst>
            </p:cNvPr>
            <p:cNvSpPr/>
            <p:nvPr/>
          </p:nvSpPr>
          <p:spPr>
            <a:xfrm>
              <a:off x="5547257" y="2378930"/>
              <a:ext cx="25114" cy="68460"/>
            </a:xfrm>
            <a:custGeom>
              <a:avLst/>
              <a:gdLst>
                <a:gd name="csX0" fmla="*/ 25644 w 25114"/>
                <a:gd name="csY0" fmla="*/ 68669 h 68460"/>
                <a:gd name="csX1" fmla="*/ 17272 w 25114"/>
                <a:gd name="csY1" fmla="*/ 68669 h 68460"/>
                <a:gd name="csX2" fmla="*/ 17272 w 25114"/>
                <a:gd name="csY2" fmla="*/ 15314 h 68460"/>
                <a:gd name="csX3" fmla="*/ 9347 w 25114"/>
                <a:gd name="csY3" fmla="*/ 21081 h 68460"/>
                <a:gd name="csX4" fmla="*/ 529 w 25114"/>
                <a:gd name="csY4" fmla="*/ 25434 h 68460"/>
                <a:gd name="csX5" fmla="*/ 529 w 25114"/>
                <a:gd name="csY5" fmla="*/ 17323 h 68460"/>
                <a:gd name="csX6" fmla="*/ 12807 w 25114"/>
                <a:gd name="csY6" fmla="*/ 9324 h 68460"/>
                <a:gd name="csX7" fmla="*/ 20249 w 25114"/>
                <a:gd name="csY7" fmla="*/ 208 h 68460"/>
                <a:gd name="csX8" fmla="*/ 25644 w 25114"/>
                <a:gd name="csY8" fmla="*/ 208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69"/>
                  </a:moveTo>
                  <a:lnTo>
                    <a:pt x="17272" y="68669"/>
                  </a:lnTo>
                  <a:lnTo>
                    <a:pt x="17272" y="15314"/>
                  </a:lnTo>
                  <a:cubicBezTo>
                    <a:pt x="15263" y="17249"/>
                    <a:pt x="12621" y="19184"/>
                    <a:pt x="9347" y="21081"/>
                  </a:cubicBezTo>
                  <a:cubicBezTo>
                    <a:pt x="6073" y="23016"/>
                    <a:pt x="3134" y="24467"/>
                    <a:pt x="529" y="25434"/>
                  </a:cubicBezTo>
                  <a:lnTo>
                    <a:pt x="529" y="17323"/>
                  </a:lnTo>
                  <a:cubicBezTo>
                    <a:pt x="5217" y="15128"/>
                    <a:pt x="9310" y="12449"/>
                    <a:pt x="12807" y="9324"/>
                  </a:cubicBezTo>
                  <a:cubicBezTo>
                    <a:pt x="16305" y="6198"/>
                    <a:pt x="18798" y="3147"/>
                    <a:pt x="20249" y="208"/>
                  </a:cubicBezTo>
                  <a:lnTo>
                    <a:pt x="25644" y="20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Freeform 1542">
              <a:extLst>
                <a:ext uri="{FF2B5EF4-FFF2-40B4-BE49-F238E27FC236}">
                  <a16:creationId xmlns:a16="http://schemas.microsoft.com/office/drawing/2014/main" id="{C34065AA-3A71-A708-FDDE-73C7664648D3}"/>
                </a:ext>
              </a:extLst>
            </p:cNvPr>
            <p:cNvSpPr/>
            <p:nvPr/>
          </p:nvSpPr>
          <p:spPr>
            <a:xfrm>
              <a:off x="5591041" y="2379228"/>
              <a:ext cx="47178" cy="68163"/>
            </a:xfrm>
            <a:custGeom>
              <a:avLst/>
              <a:gdLst>
                <a:gd name="csX0" fmla="*/ 30151 w 47178"/>
                <a:gd name="csY0" fmla="*/ 68371 h 68163"/>
                <a:gd name="csX1" fmla="*/ 30151 w 47178"/>
                <a:gd name="csY1" fmla="*/ 52037 h 68163"/>
                <a:gd name="csX2" fmla="*/ 535 w 47178"/>
                <a:gd name="csY2" fmla="*/ 52037 h 68163"/>
                <a:gd name="csX3" fmla="*/ 535 w 47178"/>
                <a:gd name="csY3" fmla="*/ 44373 h 68163"/>
                <a:gd name="csX4" fmla="*/ 31677 w 47178"/>
                <a:gd name="csY4" fmla="*/ 208 h 68163"/>
                <a:gd name="csX5" fmla="*/ 38486 w 47178"/>
                <a:gd name="csY5" fmla="*/ 208 h 68163"/>
                <a:gd name="csX6" fmla="*/ 38486 w 47178"/>
                <a:gd name="csY6" fmla="*/ 44373 h 68163"/>
                <a:gd name="csX7" fmla="*/ 47713 w 47178"/>
                <a:gd name="csY7" fmla="*/ 44373 h 68163"/>
                <a:gd name="csX8" fmla="*/ 47713 w 47178"/>
                <a:gd name="csY8" fmla="*/ 52037 h 68163"/>
                <a:gd name="csX9" fmla="*/ 38486 w 47178"/>
                <a:gd name="csY9" fmla="*/ 52037 h 68163"/>
                <a:gd name="csX10" fmla="*/ 38486 w 47178"/>
                <a:gd name="csY10" fmla="*/ 68371 h 68163"/>
                <a:gd name="csX11" fmla="*/ 30151 w 47178"/>
                <a:gd name="csY11" fmla="*/ 68371 h 68163"/>
                <a:gd name="csX12" fmla="*/ 30151 w 47178"/>
                <a:gd name="csY12" fmla="*/ 44373 h 68163"/>
                <a:gd name="csX13" fmla="*/ 30151 w 47178"/>
                <a:gd name="csY13" fmla="*/ 13640 h 68163"/>
                <a:gd name="csX14" fmla="*/ 8795 w 47178"/>
                <a:gd name="csY14" fmla="*/ 44373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51" y="68371"/>
                  </a:moveTo>
                  <a:lnTo>
                    <a:pt x="30151" y="52037"/>
                  </a:lnTo>
                  <a:lnTo>
                    <a:pt x="535" y="52037"/>
                  </a:lnTo>
                  <a:lnTo>
                    <a:pt x="535" y="44373"/>
                  </a:lnTo>
                  <a:lnTo>
                    <a:pt x="31677" y="208"/>
                  </a:lnTo>
                  <a:lnTo>
                    <a:pt x="38486" y="208"/>
                  </a:lnTo>
                  <a:lnTo>
                    <a:pt x="38486" y="44373"/>
                  </a:lnTo>
                  <a:lnTo>
                    <a:pt x="47713" y="44373"/>
                  </a:lnTo>
                  <a:lnTo>
                    <a:pt x="47713" y="52037"/>
                  </a:lnTo>
                  <a:lnTo>
                    <a:pt x="38486" y="52037"/>
                  </a:lnTo>
                  <a:lnTo>
                    <a:pt x="38486" y="68371"/>
                  </a:lnTo>
                  <a:lnTo>
                    <a:pt x="30151" y="68371"/>
                  </a:lnTo>
                  <a:moveTo>
                    <a:pt x="30151" y="44373"/>
                  </a:moveTo>
                  <a:lnTo>
                    <a:pt x="30151" y="13640"/>
                  </a:lnTo>
                  <a:lnTo>
                    <a:pt x="8795" y="4437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44" name="Graphic 4">
            <a:extLst>
              <a:ext uri="{FF2B5EF4-FFF2-40B4-BE49-F238E27FC236}">
                <a16:creationId xmlns:a16="http://schemas.microsoft.com/office/drawing/2014/main" id="{221F028B-B35F-2640-523D-3D5DB0732A8D}"/>
              </a:ext>
            </a:extLst>
          </p:cNvPr>
          <p:cNvGrpSpPr/>
          <p:nvPr/>
        </p:nvGrpSpPr>
        <p:grpSpPr>
          <a:xfrm>
            <a:off x="5929074" y="2519349"/>
            <a:ext cx="91743" cy="69614"/>
            <a:chOff x="5547257" y="2519349"/>
            <a:chExt cx="91743" cy="69614"/>
          </a:xfrm>
          <a:solidFill>
            <a:srgbClr val="000000"/>
          </a:solidFill>
        </p:grpSpPr>
        <p:sp>
          <p:nvSpPr>
            <p:cNvPr id="1545" name="Freeform 1544">
              <a:extLst>
                <a:ext uri="{FF2B5EF4-FFF2-40B4-BE49-F238E27FC236}">
                  <a16:creationId xmlns:a16="http://schemas.microsoft.com/office/drawing/2014/main" id="{F9EB0D83-A57D-CD52-702A-4261EEC0C0ED}"/>
                </a:ext>
              </a:extLst>
            </p:cNvPr>
            <p:cNvSpPr/>
            <p:nvPr/>
          </p:nvSpPr>
          <p:spPr>
            <a:xfrm>
              <a:off x="5547257" y="2519349"/>
              <a:ext cx="25114" cy="68460"/>
            </a:xfrm>
            <a:custGeom>
              <a:avLst/>
              <a:gdLst>
                <a:gd name="csX0" fmla="*/ 25644 w 25114"/>
                <a:gd name="csY0" fmla="*/ 68684 h 68460"/>
                <a:gd name="csX1" fmla="*/ 17272 w 25114"/>
                <a:gd name="csY1" fmla="*/ 68684 h 68460"/>
                <a:gd name="csX2" fmla="*/ 17272 w 25114"/>
                <a:gd name="csY2" fmla="*/ 15329 h 68460"/>
                <a:gd name="csX3" fmla="*/ 9347 w 25114"/>
                <a:gd name="csY3" fmla="*/ 21096 h 68460"/>
                <a:gd name="csX4" fmla="*/ 529 w 25114"/>
                <a:gd name="csY4" fmla="*/ 25449 h 68460"/>
                <a:gd name="csX5" fmla="*/ 529 w 25114"/>
                <a:gd name="csY5" fmla="*/ 17338 h 68460"/>
                <a:gd name="csX6" fmla="*/ 12807 w 25114"/>
                <a:gd name="csY6" fmla="*/ 9339 h 68460"/>
                <a:gd name="csX7" fmla="*/ 20249 w 25114"/>
                <a:gd name="csY7" fmla="*/ 223 h 68460"/>
                <a:gd name="csX8" fmla="*/ 25644 w 25114"/>
                <a:gd name="csY8" fmla="*/ 223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84"/>
                  </a:moveTo>
                  <a:lnTo>
                    <a:pt x="17272" y="68684"/>
                  </a:lnTo>
                  <a:lnTo>
                    <a:pt x="17272" y="15329"/>
                  </a:lnTo>
                  <a:cubicBezTo>
                    <a:pt x="15263" y="17264"/>
                    <a:pt x="12621" y="19198"/>
                    <a:pt x="9347" y="21096"/>
                  </a:cubicBezTo>
                  <a:cubicBezTo>
                    <a:pt x="6073" y="23031"/>
                    <a:pt x="3134" y="24482"/>
                    <a:pt x="529" y="25449"/>
                  </a:cubicBezTo>
                  <a:lnTo>
                    <a:pt x="529" y="17338"/>
                  </a:lnTo>
                  <a:cubicBezTo>
                    <a:pt x="5217" y="15143"/>
                    <a:pt x="9310" y="12464"/>
                    <a:pt x="12807" y="9339"/>
                  </a:cubicBezTo>
                  <a:cubicBezTo>
                    <a:pt x="16305" y="6213"/>
                    <a:pt x="18798" y="3162"/>
                    <a:pt x="20249" y="223"/>
                  </a:cubicBezTo>
                  <a:lnTo>
                    <a:pt x="25644" y="2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Freeform 1545">
              <a:extLst>
                <a:ext uri="{FF2B5EF4-FFF2-40B4-BE49-F238E27FC236}">
                  <a16:creationId xmlns:a16="http://schemas.microsoft.com/office/drawing/2014/main" id="{E97FF1F1-2434-0829-34C6-382A82BE8794}"/>
                </a:ext>
              </a:extLst>
            </p:cNvPr>
            <p:cNvSpPr/>
            <p:nvPr/>
          </p:nvSpPr>
          <p:spPr>
            <a:xfrm>
              <a:off x="5593794" y="2520540"/>
              <a:ext cx="45206" cy="68423"/>
            </a:xfrm>
            <a:custGeom>
              <a:avLst/>
              <a:gdLst>
                <a:gd name="csX0" fmla="*/ 535 w 45206"/>
                <a:gd name="csY0" fmla="*/ 49634 h 68423"/>
                <a:gd name="csX1" fmla="*/ 9316 w 45206"/>
                <a:gd name="csY1" fmla="*/ 48890 h 68423"/>
                <a:gd name="csX2" fmla="*/ 13855 w 45206"/>
                <a:gd name="csY2" fmla="*/ 58526 h 68423"/>
                <a:gd name="csX3" fmla="*/ 22450 w 45206"/>
                <a:gd name="csY3" fmla="*/ 61763 h 68423"/>
                <a:gd name="csX4" fmla="*/ 32682 w 45206"/>
                <a:gd name="csY4" fmla="*/ 57224 h 68423"/>
                <a:gd name="csX5" fmla="*/ 36849 w 45206"/>
                <a:gd name="csY5" fmla="*/ 45132 h 68423"/>
                <a:gd name="csX6" fmla="*/ 32830 w 45206"/>
                <a:gd name="csY6" fmla="*/ 33821 h 68423"/>
                <a:gd name="csX7" fmla="*/ 22301 w 45206"/>
                <a:gd name="csY7" fmla="*/ 29691 h 68423"/>
                <a:gd name="csX8" fmla="*/ 15008 w 45206"/>
                <a:gd name="csY8" fmla="*/ 31514 h 68423"/>
                <a:gd name="csX9" fmla="*/ 9911 w 45206"/>
                <a:gd name="csY9" fmla="*/ 36276 h 68423"/>
                <a:gd name="csX10" fmla="*/ 2023 w 45206"/>
                <a:gd name="csY10" fmla="*/ 35272 h 68423"/>
                <a:gd name="csX11" fmla="*/ 8646 w 45206"/>
                <a:gd name="csY11" fmla="*/ 223 h 68423"/>
                <a:gd name="csX12" fmla="*/ 42541 w 45206"/>
                <a:gd name="csY12" fmla="*/ 223 h 68423"/>
                <a:gd name="csX13" fmla="*/ 42541 w 45206"/>
                <a:gd name="csY13" fmla="*/ 8260 h 68423"/>
                <a:gd name="csX14" fmla="*/ 15343 w 45206"/>
                <a:gd name="csY14" fmla="*/ 8260 h 68423"/>
                <a:gd name="csX15" fmla="*/ 11660 w 45206"/>
                <a:gd name="csY15" fmla="*/ 26565 h 68423"/>
                <a:gd name="csX16" fmla="*/ 24533 w 45206"/>
                <a:gd name="csY16" fmla="*/ 22287 h 68423"/>
                <a:gd name="csX17" fmla="*/ 39602 w 45206"/>
                <a:gd name="csY17" fmla="*/ 28463 h 68423"/>
                <a:gd name="csX18" fmla="*/ 45741 w 45206"/>
                <a:gd name="csY18" fmla="*/ 44388 h 68423"/>
                <a:gd name="csX19" fmla="*/ 40346 w 45206"/>
                <a:gd name="csY19" fmla="*/ 60387 h 68423"/>
                <a:gd name="csX20" fmla="*/ 22450 w 45206"/>
                <a:gd name="csY20" fmla="*/ 68647 h 68423"/>
                <a:gd name="csX21" fmla="*/ 7269 w 45206"/>
                <a:gd name="csY21" fmla="*/ 63438 h 68423"/>
                <a:gd name="csX22" fmla="*/ 535 w 45206"/>
                <a:gd name="csY22" fmla="*/ 49634 h 68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5206" h="68423">
                  <a:moveTo>
                    <a:pt x="535" y="49634"/>
                  </a:moveTo>
                  <a:lnTo>
                    <a:pt x="9316" y="48890"/>
                  </a:lnTo>
                  <a:cubicBezTo>
                    <a:pt x="9985" y="53168"/>
                    <a:pt x="11511" y="56368"/>
                    <a:pt x="13855" y="58526"/>
                  </a:cubicBezTo>
                  <a:cubicBezTo>
                    <a:pt x="16236" y="60684"/>
                    <a:pt x="19101" y="61763"/>
                    <a:pt x="22450" y="61763"/>
                  </a:cubicBezTo>
                  <a:cubicBezTo>
                    <a:pt x="26468" y="61763"/>
                    <a:pt x="29891" y="60238"/>
                    <a:pt x="32682" y="57224"/>
                  </a:cubicBezTo>
                  <a:cubicBezTo>
                    <a:pt x="35472" y="54173"/>
                    <a:pt x="36849" y="50155"/>
                    <a:pt x="36849" y="45132"/>
                  </a:cubicBezTo>
                  <a:cubicBezTo>
                    <a:pt x="36849" y="40332"/>
                    <a:pt x="35509" y="36574"/>
                    <a:pt x="32830" y="33821"/>
                  </a:cubicBezTo>
                  <a:cubicBezTo>
                    <a:pt x="30152" y="31067"/>
                    <a:pt x="26654" y="29691"/>
                    <a:pt x="22301" y="29691"/>
                  </a:cubicBezTo>
                  <a:cubicBezTo>
                    <a:pt x="19622" y="29691"/>
                    <a:pt x="17166" y="30286"/>
                    <a:pt x="15008" y="31514"/>
                  </a:cubicBezTo>
                  <a:cubicBezTo>
                    <a:pt x="12850" y="32742"/>
                    <a:pt x="11139" y="34342"/>
                    <a:pt x="9911" y="36276"/>
                  </a:cubicBezTo>
                  <a:lnTo>
                    <a:pt x="2023" y="35272"/>
                  </a:lnTo>
                  <a:lnTo>
                    <a:pt x="8646" y="223"/>
                  </a:lnTo>
                  <a:lnTo>
                    <a:pt x="42541" y="223"/>
                  </a:lnTo>
                  <a:lnTo>
                    <a:pt x="42541" y="8260"/>
                  </a:lnTo>
                  <a:lnTo>
                    <a:pt x="15343" y="8260"/>
                  </a:lnTo>
                  <a:lnTo>
                    <a:pt x="11660" y="26565"/>
                  </a:lnTo>
                  <a:cubicBezTo>
                    <a:pt x="15752" y="23700"/>
                    <a:pt x="20031" y="22287"/>
                    <a:pt x="24533" y="22287"/>
                  </a:cubicBezTo>
                  <a:cubicBezTo>
                    <a:pt x="30486" y="22287"/>
                    <a:pt x="35509" y="24333"/>
                    <a:pt x="39602" y="28463"/>
                  </a:cubicBezTo>
                  <a:cubicBezTo>
                    <a:pt x="43695" y="32593"/>
                    <a:pt x="45741" y="37914"/>
                    <a:pt x="45741" y="44388"/>
                  </a:cubicBezTo>
                  <a:cubicBezTo>
                    <a:pt x="45741" y="50564"/>
                    <a:pt x="43955" y="55885"/>
                    <a:pt x="40346" y="60387"/>
                  </a:cubicBezTo>
                  <a:cubicBezTo>
                    <a:pt x="35993" y="65893"/>
                    <a:pt x="30003" y="68647"/>
                    <a:pt x="22450" y="68647"/>
                  </a:cubicBezTo>
                  <a:cubicBezTo>
                    <a:pt x="16236" y="68647"/>
                    <a:pt x="11176" y="66935"/>
                    <a:pt x="7269" y="63438"/>
                  </a:cubicBezTo>
                  <a:cubicBezTo>
                    <a:pt x="3325" y="59977"/>
                    <a:pt x="1093" y="55364"/>
                    <a:pt x="535" y="4963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47" name="Graphic 4">
            <a:extLst>
              <a:ext uri="{FF2B5EF4-FFF2-40B4-BE49-F238E27FC236}">
                <a16:creationId xmlns:a16="http://schemas.microsoft.com/office/drawing/2014/main" id="{3F53E86B-E379-613D-20AB-DBDF78FA5AF9}"/>
              </a:ext>
            </a:extLst>
          </p:cNvPr>
          <p:cNvGrpSpPr/>
          <p:nvPr/>
        </p:nvGrpSpPr>
        <p:grpSpPr>
          <a:xfrm>
            <a:off x="5929074" y="2659769"/>
            <a:ext cx="91185" cy="69614"/>
            <a:chOff x="5547257" y="2659769"/>
            <a:chExt cx="91185" cy="69614"/>
          </a:xfrm>
          <a:solidFill>
            <a:srgbClr val="000000"/>
          </a:solidFill>
        </p:grpSpPr>
        <p:sp>
          <p:nvSpPr>
            <p:cNvPr id="1548" name="Freeform 1547">
              <a:extLst>
                <a:ext uri="{FF2B5EF4-FFF2-40B4-BE49-F238E27FC236}">
                  <a16:creationId xmlns:a16="http://schemas.microsoft.com/office/drawing/2014/main" id="{A9E6F44D-7B07-6508-9D30-8CC315D55005}"/>
                </a:ext>
              </a:extLst>
            </p:cNvPr>
            <p:cNvSpPr/>
            <p:nvPr/>
          </p:nvSpPr>
          <p:spPr>
            <a:xfrm>
              <a:off x="5547257" y="2659769"/>
              <a:ext cx="25114" cy="68460"/>
            </a:xfrm>
            <a:custGeom>
              <a:avLst/>
              <a:gdLst>
                <a:gd name="csX0" fmla="*/ 25644 w 25114"/>
                <a:gd name="csY0" fmla="*/ 68699 h 68460"/>
                <a:gd name="csX1" fmla="*/ 17272 w 25114"/>
                <a:gd name="csY1" fmla="*/ 68699 h 68460"/>
                <a:gd name="csX2" fmla="*/ 17272 w 25114"/>
                <a:gd name="csY2" fmla="*/ 15344 h 68460"/>
                <a:gd name="csX3" fmla="*/ 9347 w 25114"/>
                <a:gd name="csY3" fmla="*/ 21111 h 68460"/>
                <a:gd name="csX4" fmla="*/ 529 w 25114"/>
                <a:gd name="csY4" fmla="*/ 25464 h 68460"/>
                <a:gd name="csX5" fmla="*/ 529 w 25114"/>
                <a:gd name="csY5" fmla="*/ 17353 h 68460"/>
                <a:gd name="csX6" fmla="*/ 12807 w 25114"/>
                <a:gd name="csY6" fmla="*/ 9353 h 68460"/>
                <a:gd name="csX7" fmla="*/ 20249 w 25114"/>
                <a:gd name="csY7" fmla="*/ 238 h 68460"/>
                <a:gd name="csX8" fmla="*/ 25644 w 25114"/>
                <a:gd name="csY8" fmla="*/ 238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699"/>
                  </a:moveTo>
                  <a:lnTo>
                    <a:pt x="17272" y="68699"/>
                  </a:lnTo>
                  <a:lnTo>
                    <a:pt x="17272" y="15344"/>
                  </a:lnTo>
                  <a:cubicBezTo>
                    <a:pt x="15263" y="17278"/>
                    <a:pt x="12621" y="19213"/>
                    <a:pt x="9347" y="21111"/>
                  </a:cubicBezTo>
                  <a:cubicBezTo>
                    <a:pt x="6073" y="23045"/>
                    <a:pt x="3134" y="24497"/>
                    <a:pt x="529" y="25464"/>
                  </a:cubicBezTo>
                  <a:lnTo>
                    <a:pt x="529" y="17353"/>
                  </a:lnTo>
                  <a:cubicBezTo>
                    <a:pt x="5217" y="15158"/>
                    <a:pt x="9310" y="12479"/>
                    <a:pt x="12807" y="9353"/>
                  </a:cubicBezTo>
                  <a:cubicBezTo>
                    <a:pt x="16305" y="6228"/>
                    <a:pt x="18798" y="3177"/>
                    <a:pt x="20249" y="238"/>
                  </a:cubicBezTo>
                  <a:lnTo>
                    <a:pt x="25644" y="2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Freeform 1548">
              <a:extLst>
                <a:ext uri="{FF2B5EF4-FFF2-40B4-BE49-F238E27FC236}">
                  <a16:creationId xmlns:a16="http://schemas.microsoft.com/office/drawing/2014/main" id="{D2ED5E7F-D7CA-6083-7A6D-5E24CD1AF166}"/>
                </a:ext>
              </a:extLst>
            </p:cNvPr>
            <p:cNvSpPr/>
            <p:nvPr/>
          </p:nvSpPr>
          <p:spPr>
            <a:xfrm>
              <a:off x="5593422" y="2659769"/>
              <a:ext cx="45020" cy="69614"/>
            </a:xfrm>
            <a:custGeom>
              <a:avLst/>
              <a:gdLst>
                <a:gd name="csX0" fmla="*/ 44365 w 45020"/>
                <a:gd name="csY0" fmla="*/ 17204 h 69614"/>
                <a:gd name="csX1" fmla="*/ 36030 w 45020"/>
                <a:gd name="csY1" fmla="*/ 17874 h 69614"/>
                <a:gd name="csX2" fmla="*/ 32868 w 45020"/>
                <a:gd name="csY2" fmla="*/ 10693 h 69614"/>
                <a:gd name="csX3" fmla="*/ 24496 w 45020"/>
                <a:gd name="csY3" fmla="*/ 7121 h 69614"/>
                <a:gd name="csX4" fmla="*/ 17464 w 45020"/>
                <a:gd name="csY4" fmla="*/ 9353 h 69614"/>
                <a:gd name="csX5" fmla="*/ 11250 w 45020"/>
                <a:gd name="csY5" fmla="*/ 17762 h 69614"/>
                <a:gd name="csX6" fmla="*/ 8869 w 45020"/>
                <a:gd name="csY6" fmla="*/ 33538 h 69614"/>
                <a:gd name="csX7" fmla="*/ 16273 w 45020"/>
                <a:gd name="csY7" fmla="*/ 26692 h 69614"/>
                <a:gd name="csX8" fmla="*/ 25426 w 45020"/>
                <a:gd name="csY8" fmla="*/ 24459 h 69614"/>
                <a:gd name="csX9" fmla="*/ 39676 w 45020"/>
                <a:gd name="csY9" fmla="*/ 30636 h 69614"/>
                <a:gd name="csX10" fmla="*/ 45555 w 45020"/>
                <a:gd name="csY10" fmla="*/ 46560 h 69614"/>
                <a:gd name="csX11" fmla="*/ 42802 w 45020"/>
                <a:gd name="csY11" fmla="*/ 58504 h 69614"/>
                <a:gd name="csX12" fmla="*/ 35212 w 45020"/>
                <a:gd name="csY12" fmla="*/ 66913 h 69614"/>
                <a:gd name="csX13" fmla="*/ 24198 w 45020"/>
                <a:gd name="csY13" fmla="*/ 69852 h 69614"/>
                <a:gd name="csX14" fmla="*/ 7158 w 45020"/>
                <a:gd name="csY14" fmla="*/ 62150 h 69614"/>
                <a:gd name="csX15" fmla="*/ 535 w 45020"/>
                <a:gd name="csY15" fmla="*/ 36775 h 69614"/>
                <a:gd name="csX16" fmla="*/ 7827 w 45020"/>
                <a:gd name="csY16" fmla="*/ 8051 h 69614"/>
                <a:gd name="csX17" fmla="*/ 25017 w 45020"/>
                <a:gd name="csY17" fmla="*/ 238 h 69614"/>
                <a:gd name="csX18" fmla="*/ 38188 w 45020"/>
                <a:gd name="csY18" fmla="*/ 4740 h 69614"/>
                <a:gd name="csX19" fmla="*/ 44365 w 45020"/>
                <a:gd name="csY19" fmla="*/ 17204 h 69614"/>
                <a:gd name="csX20" fmla="*/ 10171 w 45020"/>
                <a:gd name="csY20" fmla="*/ 46598 h 69614"/>
                <a:gd name="csX21" fmla="*/ 11994 w 45020"/>
                <a:gd name="csY21" fmla="*/ 54895 h 69614"/>
                <a:gd name="csX22" fmla="*/ 17129 w 45020"/>
                <a:gd name="csY22" fmla="*/ 60922 h 69614"/>
                <a:gd name="csX23" fmla="*/ 24087 w 45020"/>
                <a:gd name="csY23" fmla="*/ 62969 h 69614"/>
                <a:gd name="csX24" fmla="*/ 33202 w 45020"/>
                <a:gd name="csY24" fmla="*/ 58690 h 69614"/>
                <a:gd name="csX25" fmla="*/ 36998 w 45020"/>
                <a:gd name="csY25" fmla="*/ 47081 h 69614"/>
                <a:gd name="csX26" fmla="*/ 33240 w 45020"/>
                <a:gd name="csY26" fmla="*/ 35919 h 69614"/>
                <a:gd name="csX27" fmla="*/ 23752 w 45020"/>
                <a:gd name="csY27" fmla="*/ 31864 h 69614"/>
                <a:gd name="csX28" fmla="*/ 14115 w 45020"/>
                <a:gd name="csY28" fmla="*/ 35919 h 69614"/>
                <a:gd name="csX29" fmla="*/ 10171 w 45020"/>
                <a:gd name="csY29" fmla="*/ 46598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5020" h="69614">
                  <a:moveTo>
                    <a:pt x="44365" y="17204"/>
                  </a:moveTo>
                  <a:lnTo>
                    <a:pt x="36030" y="17874"/>
                  </a:lnTo>
                  <a:cubicBezTo>
                    <a:pt x="35286" y="14562"/>
                    <a:pt x="34244" y="12181"/>
                    <a:pt x="32868" y="10693"/>
                  </a:cubicBezTo>
                  <a:cubicBezTo>
                    <a:pt x="30598" y="8312"/>
                    <a:pt x="27807" y="7121"/>
                    <a:pt x="24496" y="7121"/>
                  </a:cubicBezTo>
                  <a:cubicBezTo>
                    <a:pt x="21817" y="7121"/>
                    <a:pt x="19473" y="7865"/>
                    <a:pt x="17464" y="9353"/>
                  </a:cubicBezTo>
                  <a:cubicBezTo>
                    <a:pt x="14822" y="11288"/>
                    <a:pt x="12776" y="14079"/>
                    <a:pt x="11250" y="17762"/>
                  </a:cubicBezTo>
                  <a:cubicBezTo>
                    <a:pt x="9725" y="21446"/>
                    <a:pt x="8943" y="26729"/>
                    <a:pt x="8869" y="33538"/>
                  </a:cubicBezTo>
                  <a:cubicBezTo>
                    <a:pt x="10878" y="30487"/>
                    <a:pt x="13334" y="28180"/>
                    <a:pt x="16273" y="26692"/>
                  </a:cubicBezTo>
                  <a:cubicBezTo>
                    <a:pt x="19175" y="25204"/>
                    <a:pt x="22226" y="24459"/>
                    <a:pt x="25426" y="24459"/>
                  </a:cubicBezTo>
                  <a:cubicBezTo>
                    <a:pt x="31007" y="24459"/>
                    <a:pt x="35770" y="26506"/>
                    <a:pt x="39676" y="30636"/>
                  </a:cubicBezTo>
                  <a:cubicBezTo>
                    <a:pt x="43620" y="34729"/>
                    <a:pt x="45555" y="40049"/>
                    <a:pt x="45555" y="46560"/>
                  </a:cubicBezTo>
                  <a:cubicBezTo>
                    <a:pt x="45555" y="50839"/>
                    <a:pt x="44625" y="54820"/>
                    <a:pt x="42802" y="58504"/>
                  </a:cubicBezTo>
                  <a:cubicBezTo>
                    <a:pt x="40942" y="62150"/>
                    <a:pt x="38411" y="64978"/>
                    <a:pt x="35212" y="66913"/>
                  </a:cubicBezTo>
                  <a:cubicBezTo>
                    <a:pt x="31975" y="68885"/>
                    <a:pt x="28291" y="69852"/>
                    <a:pt x="24198" y="69852"/>
                  </a:cubicBezTo>
                  <a:cubicBezTo>
                    <a:pt x="17241" y="69852"/>
                    <a:pt x="11548" y="67285"/>
                    <a:pt x="7158" y="62150"/>
                  </a:cubicBezTo>
                  <a:cubicBezTo>
                    <a:pt x="2730" y="57016"/>
                    <a:pt x="535" y="48570"/>
                    <a:pt x="535" y="36775"/>
                  </a:cubicBezTo>
                  <a:cubicBezTo>
                    <a:pt x="535" y="23604"/>
                    <a:pt x="2990" y="14041"/>
                    <a:pt x="7827" y="8051"/>
                  </a:cubicBezTo>
                  <a:cubicBezTo>
                    <a:pt x="12106" y="2842"/>
                    <a:pt x="17799" y="238"/>
                    <a:pt x="25017" y="238"/>
                  </a:cubicBezTo>
                  <a:cubicBezTo>
                    <a:pt x="30375" y="238"/>
                    <a:pt x="34765" y="1726"/>
                    <a:pt x="38188" y="4740"/>
                  </a:cubicBezTo>
                  <a:cubicBezTo>
                    <a:pt x="41611" y="7753"/>
                    <a:pt x="43658" y="11921"/>
                    <a:pt x="44365" y="17204"/>
                  </a:cubicBezTo>
                  <a:moveTo>
                    <a:pt x="10171" y="46598"/>
                  </a:moveTo>
                  <a:cubicBezTo>
                    <a:pt x="10171" y="49500"/>
                    <a:pt x="10767" y="52253"/>
                    <a:pt x="11994" y="54895"/>
                  </a:cubicBezTo>
                  <a:cubicBezTo>
                    <a:pt x="13222" y="57536"/>
                    <a:pt x="14934" y="59546"/>
                    <a:pt x="17129" y="60922"/>
                  </a:cubicBezTo>
                  <a:cubicBezTo>
                    <a:pt x="19361" y="62299"/>
                    <a:pt x="21668" y="62969"/>
                    <a:pt x="24087" y="62969"/>
                  </a:cubicBezTo>
                  <a:cubicBezTo>
                    <a:pt x="27621" y="62969"/>
                    <a:pt x="30635" y="61555"/>
                    <a:pt x="33202" y="58690"/>
                  </a:cubicBezTo>
                  <a:cubicBezTo>
                    <a:pt x="35733" y="55862"/>
                    <a:pt x="36998" y="51955"/>
                    <a:pt x="36998" y="47081"/>
                  </a:cubicBezTo>
                  <a:cubicBezTo>
                    <a:pt x="36998" y="42356"/>
                    <a:pt x="35733" y="38635"/>
                    <a:pt x="33240" y="35919"/>
                  </a:cubicBezTo>
                  <a:cubicBezTo>
                    <a:pt x="30747" y="33203"/>
                    <a:pt x="27547" y="31864"/>
                    <a:pt x="23752" y="31864"/>
                  </a:cubicBezTo>
                  <a:cubicBezTo>
                    <a:pt x="19957" y="31864"/>
                    <a:pt x="16757" y="33203"/>
                    <a:pt x="14115" y="35919"/>
                  </a:cubicBezTo>
                  <a:cubicBezTo>
                    <a:pt x="11474" y="38635"/>
                    <a:pt x="10171" y="42207"/>
                    <a:pt x="10171" y="465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50" name="Graphic 4">
            <a:extLst>
              <a:ext uri="{FF2B5EF4-FFF2-40B4-BE49-F238E27FC236}">
                <a16:creationId xmlns:a16="http://schemas.microsoft.com/office/drawing/2014/main" id="{BF50E863-E08F-A01B-2ECF-DB696D05C38D}"/>
              </a:ext>
            </a:extLst>
          </p:cNvPr>
          <p:cNvGrpSpPr/>
          <p:nvPr/>
        </p:nvGrpSpPr>
        <p:grpSpPr>
          <a:xfrm>
            <a:off x="5929074" y="2800188"/>
            <a:ext cx="91259" cy="68460"/>
            <a:chOff x="5547257" y="2800188"/>
            <a:chExt cx="91259" cy="68460"/>
          </a:xfrm>
          <a:solidFill>
            <a:srgbClr val="000000"/>
          </a:solidFill>
        </p:grpSpPr>
        <p:sp>
          <p:nvSpPr>
            <p:cNvPr id="1551" name="Freeform 1550">
              <a:extLst>
                <a:ext uri="{FF2B5EF4-FFF2-40B4-BE49-F238E27FC236}">
                  <a16:creationId xmlns:a16="http://schemas.microsoft.com/office/drawing/2014/main" id="{99D54CB0-92F4-A0CD-3A38-40C49588E70B}"/>
                </a:ext>
              </a:extLst>
            </p:cNvPr>
            <p:cNvSpPr/>
            <p:nvPr/>
          </p:nvSpPr>
          <p:spPr>
            <a:xfrm>
              <a:off x="5547257" y="2800188"/>
              <a:ext cx="25114" cy="68460"/>
            </a:xfrm>
            <a:custGeom>
              <a:avLst/>
              <a:gdLst>
                <a:gd name="csX0" fmla="*/ 25644 w 25114"/>
                <a:gd name="csY0" fmla="*/ 68713 h 68460"/>
                <a:gd name="csX1" fmla="*/ 17272 w 25114"/>
                <a:gd name="csY1" fmla="*/ 68713 h 68460"/>
                <a:gd name="csX2" fmla="*/ 17272 w 25114"/>
                <a:gd name="csY2" fmla="*/ 15358 h 68460"/>
                <a:gd name="csX3" fmla="*/ 9347 w 25114"/>
                <a:gd name="csY3" fmla="*/ 21125 h 68460"/>
                <a:gd name="csX4" fmla="*/ 529 w 25114"/>
                <a:gd name="csY4" fmla="*/ 25479 h 68460"/>
                <a:gd name="csX5" fmla="*/ 529 w 25114"/>
                <a:gd name="csY5" fmla="*/ 17368 h 68460"/>
                <a:gd name="csX6" fmla="*/ 12807 w 25114"/>
                <a:gd name="csY6" fmla="*/ 9368 h 68460"/>
                <a:gd name="csX7" fmla="*/ 20249 w 25114"/>
                <a:gd name="csY7" fmla="*/ 252 h 68460"/>
                <a:gd name="csX8" fmla="*/ 25644 w 25114"/>
                <a:gd name="csY8" fmla="*/ 25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713"/>
                  </a:moveTo>
                  <a:lnTo>
                    <a:pt x="17272" y="68713"/>
                  </a:lnTo>
                  <a:lnTo>
                    <a:pt x="17272" y="15358"/>
                  </a:lnTo>
                  <a:cubicBezTo>
                    <a:pt x="15263" y="17293"/>
                    <a:pt x="12621" y="19228"/>
                    <a:pt x="9347" y="21125"/>
                  </a:cubicBezTo>
                  <a:cubicBezTo>
                    <a:pt x="6073" y="23060"/>
                    <a:pt x="3134" y="24511"/>
                    <a:pt x="529" y="25479"/>
                  </a:cubicBezTo>
                  <a:lnTo>
                    <a:pt x="529" y="17368"/>
                  </a:lnTo>
                  <a:cubicBezTo>
                    <a:pt x="5217" y="15172"/>
                    <a:pt x="9310" y="12493"/>
                    <a:pt x="12807" y="9368"/>
                  </a:cubicBezTo>
                  <a:cubicBezTo>
                    <a:pt x="16305" y="6243"/>
                    <a:pt x="18798" y="3192"/>
                    <a:pt x="20249" y="252"/>
                  </a:cubicBezTo>
                  <a:lnTo>
                    <a:pt x="25644" y="25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Freeform 1551">
              <a:extLst>
                <a:ext uri="{FF2B5EF4-FFF2-40B4-BE49-F238E27FC236}">
                  <a16:creationId xmlns:a16="http://schemas.microsoft.com/office/drawing/2014/main" id="{E8294FDE-40F9-B712-6814-1CB866CD1E90}"/>
                </a:ext>
              </a:extLst>
            </p:cNvPr>
            <p:cNvSpPr/>
            <p:nvPr/>
          </p:nvSpPr>
          <p:spPr>
            <a:xfrm>
              <a:off x="5594352" y="2801341"/>
              <a:ext cx="44164" cy="67307"/>
            </a:xfrm>
            <a:custGeom>
              <a:avLst/>
              <a:gdLst>
                <a:gd name="csX0" fmla="*/ 535 w 44164"/>
                <a:gd name="csY0" fmla="*/ 8326 h 67307"/>
                <a:gd name="csX1" fmla="*/ 535 w 44164"/>
                <a:gd name="csY1" fmla="*/ 252 h 67307"/>
                <a:gd name="csX2" fmla="*/ 44699 w 44164"/>
                <a:gd name="csY2" fmla="*/ 252 h 67307"/>
                <a:gd name="csX3" fmla="*/ 44699 w 44164"/>
                <a:gd name="csY3" fmla="*/ 6764 h 67307"/>
                <a:gd name="csX4" fmla="*/ 31789 w 44164"/>
                <a:gd name="csY4" fmla="*/ 25181 h 67307"/>
                <a:gd name="csX5" fmla="*/ 21892 w 44164"/>
                <a:gd name="csY5" fmla="*/ 48808 h 67307"/>
                <a:gd name="csX6" fmla="*/ 18692 w 44164"/>
                <a:gd name="csY6" fmla="*/ 67560 h 67307"/>
                <a:gd name="csX7" fmla="*/ 10097 w 44164"/>
                <a:gd name="csY7" fmla="*/ 67560 h 67307"/>
                <a:gd name="csX8" fmla="*/ 13222 w 44164"/>
                <a:gd name="csY8" fmla="*/ 48138 h 67307"/>
                <a:gd name="csX9" fmla="*/ 21929 w 44164"/>
                <a:gd name="csY9" fmla="*/ 26148 h 67307"/>
                <a:gd name="csX10" fmla="*/ 33947 w 44164"/>
                <a:gd name="csY10" fmla="*/ 8326 h 67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4164" h="67307">
                  <a:moveTo>
                    <a:pt x="535" y="8326"/>
                  </a:moveTo>
                  <a:lnTo>
                    <a:pt x="535" y="252"/>
                  </a:lnTo>
                  <a:lnTo>
                    <a:pt x="44699" y="252"/>
                  </a:lnTo>
                  <a:lnTo>
                    <a:pt x="44699" y="6764"/>
                  </a:lnTo>
                  <a:cubicBezTo>
                    <a:pt x="40346" y="11377"/>
                    <a:pt x="36030" y="17516"/>
                    <a:pt x="31789" y="25181"/>
                  </a:cubicBezTo>
                  <a:cubicBezTo>
                    <a:pt x="27510" y="32846"/>
                    <a:pt x="24236" y="40734"/>
                    <a:pt x="21892" y="48808"/>
                  </a:cubicBezTo>
                  <a:cubicBezTo>
                    <a:pt x="20217" y="54537"/>
                    <a:pt x="19138" y="60788"/>
                    <a:pt x="18692" y="67560"/>
                  </a:cubicBezTo>
                  <a:lnTo>
                    <a:pt x="10097" y="67560"/>
                  </a:lnTo>
                  <a:cubicBezTo>
                    <a:pt x="10171" y="62202"/>
                    <a:pt x="11213" y="55728"/>
                    <a:pt x="13222" y="48138"/>
                  </a:cubicBezTo>
                  <a:cubicBezTo>
                    <a:pt x="15269" y="40510"/>
                    <a:pt x="18134" y="33181"/>
                    <a:pt x="21929" y="26148"/>
                  </a:cubicBezTo>
                  <a:cubicBezTo>
                    <a:pt x="25687" y="19079"/>
                    <a:pt x="29705" y="13163"/>
                    <a:pt x="33947" y="832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53" name="Graphic 4">
            <a:extLst>
              <a:ext uri="{FF2B5EF4-FFF2-40B4-BE49-F238E27FC236}">
                <a16:creationId xmlns:a16="http://schemas.microsoft.com/office/drawing/2014/main" id="{1E4B0FB2-5775-E223-7CB2-2CA3A213FD77}"/>
              </a:ext>
            </a:extLst>
          </p:cNvPr>
          <p:cNvGrpSpPr/>
          <p:nvPr/>
        </p:nvGrpSpPr>
        <p:grpSpPr>
          <a:xfrm>
            <a:off x="5929074" y="2940607"/>
            <a:ext cx="91371" cy="69614"/>
            <a:chOff x="5547257" y="2940607"/>
            <a:chExt cx="91371" cy="69614"/>
          </a:xfrm>
          <a:solidFill>
            <a:srgbClr val="000000"/>
          </a:solidFill>
        </p:grpSpPr>
        <p:sp>
          <p:nvSpPr>
            <p:cNvPr id="1554" name="Freeform 1553">
              <a:extLst>
                <a:ext uri="{FF2B5EF4-FFF2-40B4-BE49-F238E27FC236}">
                  <a16:creationId xmlns:a16="http://schemas.microsoft.com/office/drawing/2014/main" id="{7F1371C1-68EF-3C86-5D06-020BC4BDE30F}"/>
                </a:ext>
              </a:extLst>
            </p:cNvPr>
            <p:cNvSpPr/>
            <p:nvPr/>
          </p:nvSpPr>
          <p:spPr>
            <a:xfrm>
              <a:off x="5547257" y="2940607"/>
              <a:ext cx="25114" cy="68460"/>
            </a:xfrm>
            <a:custGeom>
              <a:avLst/>
              <a:gdLst>
                <a:gd name="csX0" fmla="*/ 25644 w 25114"/>
                <a:gd name="csY0" fmla="*/ 68728 h 68460"/>
                <a:gd name="csX1" fmla="*/ 17272 w 25114"/>
                <a:gd name="csY1" fmla="*/ 68728 h 68460"/>
                <a:gd name="csX2" fmla="*/ 17272 w 25114"/>
                <a:gd name="csY2" fmla="*/ 15373 h 68460"/>
                <a:gd name="csX3" fmla="*/ 9347 w 25114"/>
                <a:gd name="csY3" fmla="*/ 21140 h 68460"/>
                <a:gd name="csX4" fmla="*/ 529 w 25114"/>
                <a:gd name="csY4" fmla="*/ 25493 h 68460"/>
                <a:gd name="csX5" fmla="*/ 529 w 25114"/>
                <a:gd name="csY5" fmla="*/ 17382 h 68460"/>
                <a:gd name="csX6" fmla="*/ 12807 w 25114"/>
                <a:gd name="csY6" fmla="*/ 9383 h 68460"/>
                <a:gd name="csX7" fmla="*/ 20249 w 25114"/>
                <a:gd name="csY7" fmla="*/ 267 h 68460"/>
                <a:gd name="csX8" fmla="*/ 25644 w 25114"/>
                <a:gd name="csY8" fmla="*/ 267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728"/>
                  </a:moveTo>
                  <a:lnTo>
                    <a:pt x="17272" y="68728"/>
                  </a:lnTo>
                  <a:lnTo>
                    <a:pt x="17272" y="15373"/>
                  </a:lnTo>
                  <a:cubicBezTo>
                    <a:pt x="15263" y="17308"/>
                    <a:pt x="12621" y="19243"/>
                    <a:pt x="9347" y="21140"/>
                  </a:cubicBezTo>
                  <a:cubicBezTo>
                    <a:pt x="6073" y="23075"/>
                    <a:pt x="3134" y="24526"/>
                    <a:pt x="529" y="25493"/>
                  </a:cubicBezTo>
                  <a:lnTo>
                    <a:pt x="529" y="17382"/>
                  </a:lnTo>
                  <a:cubicBezTo>
                    <a:pt x="5217" y="15187"/>
                    <a:pt x="9310" y="12508"/>
                    <a:pt x="12807" y="9383"/>
                  </a:cubicBezTo>
                  <a:cubicBezTo>
                    <a:pt x="16305" y="6257"/>
                    <a:pt x="18798" y="3206"/>
                    <a:pt x="20249" y="267"/>
                  </a:cubicBezTo>
                  <a:lnTo>
                    <a:pt x="25644" y="26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Freeform 1554">
              <a:extLst>
                <a:ext uri="{FF2B5EF4-FFF2-40B4-BE49-F238E27FC236}">
                  <a16:creationId xmlns:a16="http://schemas.microsoft.com/office/drawing/2014/main" id="{C753FB1E-2F91-C13D-420C-5CD1177AFF8A}"/>
                </a:ext>
              </a:extLst>
            </p:cNvPr>
            <p:cNvSpPr/>
            <p:nvPr/>
          </p:nvSpPr>
          <p:spPr>
            <a:xfrm>
              <a:off x="5593720" y="2940607"/>
              <a:ext cx="44908" cy="69614"/>
            </a:xfrm>
            <a:custGeom>
              <a:avLst/>
              <a:gdLst>
                <a:gd name="csX0" fmla="*/ 13483 w 44908"/>
                <a:gd name="csY0" fmla="*/ 31744 h 69614"/>
                <a:gd name="csX1" fmla="*/ 5781 w 44908"/>
                <a:gd name="csY1" fmla="*/ 26312 h 69614"/>
                <a:gd name="csX2" fmla="*/ 3288 w 44908"/>
                <a:gd name="csY2" fmla="*/ 17829 h 69614"/>
                <a:gd name="csX3" fmla="*/ 8609 w 44908"/>
                <a:gd name="csY3" fmla="*/ 5327 h 69614"/>
                <a:gd name="csX4" fmla="*/ 22859 w 44908"/>
                <a:gd name="csY4" fmla="*/ 267 h 69614"/>
                <a:gd name="csX5" fmla="*/ 37221 w 44908"/>
                <a:gd name="csY5" fmla="*/ 5439 h 69614"/>
                <a:gd name="csX6" fmla="*/ 42653 w 44908"/>
                <a:gd name="csY6" fmla="*/ 18089 h 69614"/>
                <a:gd name="csX7" fmla="*/ 40160 w 44908"/>
                <a:gd name="csY7" fmla="*/ 26349 h 69614"/>
                <a:gd name="csX8" fmla="*/ 32607 w 44908"/>
                <a:gd name="csY8" fmla="*/ 31744 h 69614"/>
                <a:gd name="csX9" fmla="*/ 42169 w 44908"/>
                <a:gd name="csY9" fmla="*/ 38367 h 69614"/>
                <a:gd name="csX10" fmla="*/ 45444 w 44908"/>
                <a:gd name="csY10" fmla="*/ 49232 h 69614"/>
                <a:gd name="csX11" fmla="*/ 39267 w 44908"/>
                <a:gd name="csY11" fmla="*/ 63928 h 69614"/>
                <a:gd name="csX12" fmla="*/ 23008 w 44908"/>
                <a:gd name="csY12" fmla="*/ 69881 h 69614"/>
                <a:gd name="csX13" fmla="*/ 6711 w 44908"/>
                <a:gd name="csY13" fmla="*/ 63928 h 69614"/>
                <a:gd name="csX14" fmla="*/ 535 w 44908"/>
                <a:gd name="csY14" fmla="*/ 49008 h 69614"/>
                <a:gd name="csX15" fmla="*/ 3883 w 44908"/>
                <a:gd name="csY15" fmla="*/ 37883 h 69614"/>
                <a:gd name="csX16" fmla="*/ 13483 w 44908"/>
                <a:gd name="csY16" fmla="*/ 31744 h 69614"/>
                <a:gd name="csX17" fmla="*/ 11846 w 44908"/>
                <a:gd name="csY17" fmla="*/ 17568 h 69614"/>
                <a:gd name="csX18" fmla="*/ 14934 w 44908"/>
                <a:gd name="csY18" fmla="*/ 25493 h 69614"/>
                <a:gd name="csX19" fmla="*/ 23045 w 44908"/>
                <a:gd name="csY19" fmla="*/ 28544 h 69614"/>
                <a:gd name="csX20" fmla="*/ 30970 w 44908"/>
                <a:gd name="csY20" fmla="*/ 25493 h 69614"/>
                <a:gd name="csX21" fmla="*/ 34058 w 44908"/>
                <a:gd name="csY21" fmla="*/ 18052 h 69614"/>
                <a:gd name="csX22" fmla="*/ 30858 w 44908"/>
                <a:gd name="csY22" fmla="*/ 10276 h 69614"/>
                <a:gd name="csX23" fmla="*/ 22933 w 44908"/>
                <a:gd name="csY23" fmla="*/ 7150 h 69614"/>
                <a:gd name="csX24" fmla="*/ 14971 w 44908"/>
                <a:gd name="csY24" fmla="*/ 10239 h 69614"/>
                <a:gd name="csX25" fmla="*/ 11846 w 44908"/>
                <a:gd name="csY25" fmla="*/ 17568 h 69614"/>
                <a:gd name="csX26" fmla="*/ 9130 w 44908"/>
                <a:gd name="csY26" fmla="*/ 49045 h 69614"/>
                <a:gd name="csX27" fmla="*/ 10841 w 44908"/>
                <a:gd name="csY27" fmla="*/ 56003 h 69614"/>
                <a:gd name="csX28" fmla="*/ 15864 w 44908"/>
                <a:gd name="csY28" fmla="*/ 61175 h 69614"/>
                <a:gd name="csX29" fmla="*/ 23082 w 44908"/>
                <a:gd name="csY29" fmla="*/ 62998 h 69614"/>
                <a:gd name="csX30" fmla="*/ 32979 w 44908"/>
                <a:gd name="csY30" fmla="*/ 59129 h 69614"/>
                <a:gd name="csX31" fmla="*/ 36886 w 44908"/>
                <a:gd name="csY31" fmla="*/ 49343 h 69614"/>
                <a:gd name="csX32" fmla="*/ 32868 w 44908"/>
                <a:gd name="csY32" fmla="*/ 39334 h 69614"/>
                <a:gd name="csX33" fmla="*/ 22785 w 44908"/>
                <a:gd name="csY33" fmla="*/ 35391 h 69614"/>
                <a:gd name="csX34" fmla="*/ 12999 w 44908"/>
                <a:gd name="csY34" fmla="*/ 39297 h 69614"/>
                <a:gd name="csX35" fmla="*/ 9130 w 44908"/>
                <a:gd name="csY35" fmla="*/ 4904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44908" h="69614">
                  <a:moveTo>
                    <a:pt x="13483" y="31744"/>
                  </a:moveTo>
                  <a:cubicBezTo>
                    <a:pt x="10022" y="30479"/>
                    <a:pt x="7455" y="28656"/>
                    <a:pt x="5781" y="26312"/>
                  </a:cubicBezTo>
                  <a:cubicBezTo>
                    <a:pt x="4107" y="23968"/>
                    <a:pt x="3288" y="21140"/>
                    <a:pt x="3288" y="17829"/>
                  </a:cubicBezTo>
                  <a:cubicBezTo>
                    <a:pt x="3288" y="12880"/>
                    <a:pt x="5037" y="8713"/>
                    <a:pt x="8609" y="5327"/>
                  </a:cubicBezTo>
                  <a:cubicBezTo>
                    <a:pt x="12180" y="1941"/>
                    <a:pt x="16943" y="267"/>
                    <a:pt x="22859" y="267"/>
                  </a:cubicBezTo>
                  <a:cubicBezTo>
                    <a:pt x="28812" y="267"/>
                    <a:pt x="33575" y="1979"/>
                    <a:pt x="37221" y="5439"/>
                  </a:cubicBezTo>
                  <a:cubicBezTo>
                    <a:pt x="40867" y="8899"/>
                    <a:pt x="42653" y="13103"/>
                    <a:pt x="42653" y="18089"/>
                  </a:cubicBezTo>
                  <a:cubicBezTo>
                    <a:pt x="42653" y="21252"/>
                    <a:pt x="41835" y="24005"/>
                    <a:pt x="40160" y="26349"/>
                  </a:cubicBezTo>
                  <a:cubicBezTo>
                    <a:pt x="38523" y="28693"/>
                    <a:pt x="35993" y="30479"/>
                    <a:pt x="32607" y="31744"/>
                  </a:cubicBezTo>
                  <a:cubicBezTo>
                    <a:pt x="36812" y="33121"/>
                    <a:pt x="39974" y="35316"/>
                    <a:pt x="42169" y="38367"/>
                  </a:cubicBezTo>
                  <a:cubicBezTo>
                    <a:pt x="44365" y="41381"/>
                    <a:pt x="45444" y="45027"/>
                    <a:pt x="45444" y="49232"/>
                  </a:cubicBezTo>
                  <a:cubicBezTo>
                    <a:pt x="45444" y="55073"/>
                    <a:pt x="43397" y="59984"/>
                    <a:pt x="39267" y="63928"/>
                  </a:cubicBezTo>
                  <a:cubicBezTo>
                    <a:pt x="35137" y="67909"/>
                    <a:pt x="29705" y="69881"/>
                    <a:pt x="23008" y="69881"/>
                  </a:cubicBezTo>
                  <a:cubicBezTo>
                    <a:pt x="16273" y="69881"/>
                    <a:pt x="10841" y="67909"/>
                    <a:pt x="6711" y="63928"/>
                  </a:cubicBezTo>
                  <a:cubicBezTo>
                    <a:pt x="2581" y="59947"/>
                    <a:pt x="535" y="54961"/>
                    <a:pt x="535" y="49008"/>
                  </a:cubicBezTo>
                  <a:cubicBezTo>
                    <a:pt x="535" y="44581"/>
                    <a:pt x="1651" y="40860"/>
                    <a:pt x="3883" y="37883"/>
                  </a:cubicBezTo>
                  <a:cubicBezTo>
                    <a:pt x="6153" y="34870"/>
                    <a:pt x="9353" y="32823"/>
                    <a:pt x="13483" y="31744"/>
                  </a:cubicBezTo>
                  <a:moveTo>
                    <a:pt x="11846" y="17568"/>
                  </a:moveTo>
                  <a:cubicBezTo>
                    <a:pt x="11846" y="20805"/>
                    <a:pt x="12850" y="23447"/>
                    <a:pt x="14934" y="25493"/>
                  </a:cubicBezTo>
                  <a:cubicBezTo>
                    <a:pt x="17017" y="27540"/>
                    <a:pt x="19734" y="28544"/>
                    <a:pt x="23045" y="28544"/>
                  </a:cubicBezTo>
                  <a:cubicBezTo>
                    <a:pt x="26245" y="28544"/>
                    <a:pt x="28886" y="27540"/>
                    <a:pt x="30970" y="25493"/>
                  </a:cubicBezTo>
                  <a:cubicBezTo>
                    <a:pt x="33016" y="23484"/>
                    <a:pt x="34058" y="20991"/>
                    <a:pt x="34058" y="18052"/>
                  </a:cubicBezTo>
                  <a:cubicBezTo>
                    <a:pt x="34058" y="14964"/>
                    <a:pt x="32979" y="12397"/>
                    <a:pt x="30858" y="10276"/>
                  </a:cubicBezTo>
                  <a:cubicBezTo>
                    <a:pt x="28738" y="8192"/>
                    <a:pt x="26096" y="7150"/>
                    <a:pt x="22933" y="7150"/>
                  </a:cubicBezTo>
                  <a:cubicBezTo>
                    <a:pt x="19734" y="7150"/>
                    <a:pt x="17092" y="8155"/>
                    <a:pt x="14971" y="10239"/>
                  </a:cubicBezTo>
                  <a:cubicBezTo>
                    <a:pt x="12887" y="12248"/>
                    <a:pt x="11846" y="14703"/>
                    <a:pt x="11846" y="17568"/>
                  </a:cubicBezTo>
                  <a:moveTo>
                    <a:pt x="9130" y="49045"/>
                  </a:moveTo>
                  <a:cubicBezTo>
                    <a:pt x="9130" y="51427"/>
                    <a:pt x="9688" y="53771"/>
                    <a:pt x="10841" y="56003"/>
                  </a:cubicBezTo>
                  <a:cubicBezTo>
                    <a:pt x="11957" y="58236"/>
                    <a:pt x="13632" y="59947"/>
                    <a:pt x="15864" y="61175"/>
                  </a:cubicBezTo>
                  <a:cubicBezTo>
                    <a:pt x="18096" y="62403"/>
                    <a:pt x="20515" y="62998"/>
                    <a:pt x="23082" y="62998"/>
                  </a:cubicBezTo>
                  <a:cubicBezTo>
                    <a:pt x="27101" y="62998"/>
                    <a:pt x="30375" y="61733"/>
                    <a:pt x="32979" y="59129"/>
                  </a:cubicBezTo>
                  <a:cubicBezTo>
                    <a:pt x="35584" y="56561"/>
                    <a:pt x="36886" y="53287"/>
                    <a:pt x="36886" y="49343"/>
                  </a:cubicBezTo>
                  <a:cubicBezTo>
                    <a:pt x="36886" y="45288"/>
                    <a:pt x="35547" y="41976"/>
                    <a:pt x="32868" y="39334"/>
                  </a:cubicBezTo>
                  <a:cubicBezTo>
                    <a:pt x="30189" y="36693"/>
                    <a:pt x="26840" y="35391"/>
                    <a:pt x="22785" y="35391"/>
                  </a:cubicBezTo>
                  <a:cubicBezTo>
                    <a:pt x="18878" y="35391"/>
                    <a:pt x="15604" y="36693"/>
                    <a:pt x="12999" y="39297"/>
                  </a:cubicBezTo>
                  <a:cubicBezTo>
                    <a:pt x="10432" y="41902"/>
                    <a:pt x="9130" y="45139"/>
                    <a:pt x="9130" y="4904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56" name="Graphic 4">
            <a:extLst>
              <a:ext uri="{FF2B5EF4-FFF2-40B4-BE49-F238E27FC236}">
                <a16:creationId xmlns:a16="http://schemas.microsoft.com/office/drawing/2014/main" id="{DFECC983-1537-4675-B565-D2211AC2C8C6}"/>
              </a:ext>
            </a:extLst>
          </p:cNvPr>
          <p:cNvGrpSpPr/>
          <p:nvPr/>
        </p:nvGrpSpPr>
        <p:grpSpPr>
          <a:xfrm>
            <a:off x="5929074" y="3081027"/>
            <a:ext cx="91371" cy="69614"/>
            <a:chOff x="5547257" y="3081027"/>
            <a:chExt cx="91371" cy="69614"/>
          </a:xfrm>
          <a:solidFill>
            <a:srgbClr val="000000"/>
          </a:solidFill>
        </p:grpSpPr>
        <p:sp>
          <p:nvSpPr>
            <p:cNvPr id="1557" name="Freeform 1556">
              <a:extLst>
                <a:ext uri="{FF2B5EF4-FFF2-40B4-BE49-F238E27FC236}">
                  <a16:creationId xmlns:a16="http://schemas.microsoft.com/office/drawing/2014/main" id="{976831F6-37CD-A0A6-27DD-67BFE366658D}"/>
                </a:ext>
              </a:extLst>
            </p:cNvPr>
            <p:cNvSpPr/>
            <p:nvPr/>
          </p:nvSpPr>
          <p:spPr>
            <a:xfrm>
              <a:off x="5547257" y="3081027"/>
              <a:ext cx="25114" cy="68460"/>
            </a:xfrm>
            <a:custGeom>
              <a:avLst/>
              <a:gdLst>
                <a:gd name="csX0" fmla="*/ 25644 w 25114"/>
                <a:gd name="csY0" fmla="*/ 68743 h 68460"/>
                <a:gd name="csX1" fmla="*/ 17272 w 25114"/>
                <a:gd name="csY1" fmla="*/ 68743 h 68460"/>
                <a:gd name="csX2" fmla="*/ 17272 w 25114"/>
                <a:gd name="csY2" fmla="*/ 15388 h 68460"/>
                <a:gd name="csX3" fmla="*/ 9347 w 25114"/>
                <a:gd name="csY3" fmla="*/ 21155 h 68460"/>
                <a:gd name="csX4" fmla="*/ 529 w 25114"/>
                <a:gd name="csY4" fmla="*/ 25508 h 68460"/>
                <a:gd name="csX5" fmla="*/ 529 w 25114"/>
                <a:gd name="csY5" fmla="*/ 17397 h 68460"/>
                <a:gd name="csX6" fmla="*/ 12807 w 25114"/>
                <a:gd name="csY6" fmla="*/ 9398 h 68460"/>
                <a:gd name="csX7" fmla="*/ 20249 w 25114"/>
                <a:gd name="csY7" fmla="*/ 282 h 68460"/>
                <a:gd name="csX8" fmla="*/ 25644 w 25114"/>
                <a:gd name="csY8" fmla="*/ 28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4" y="68743"/>
                  </a:moveTo>
                  <a:lnTo>
                    <a:pt x="17272" y="68743"/>
                  </a:lnTo>
                  <a:lnTo>
                    <a:pt x="17272" y="15388"/>
                  </a:lnTo>
                  <a:cubicBezTo>
                    <a:pt x="15263" y="17323"/>
                    <a:pt x="12621" y="19257"/>
                    <a:pt x="9347" y="21155"/>
                  </a:cubicBezTo>
                  <a:cubicBezTo>
                    <a:pt x="6073" y="23090"/>
                    <a:pt x="3134" y="24541"/>
                    <a:pt x="529" y="25508"/>
                  </a:cubicBezTo>
                  <a:lnTo>
                    <a:pt x="529" y="17397"/>
                  </a:lnTo>
                  <a:cubicBezTo>
                    <a:pt x="5217" y="15202"/>
                    <a:pt x="9310" y="12523"/>
                    <a:pt x="12807" y="9398"/>
                  </a:cubicBezTo>
                  <a:cubicBezTo>
                    <a:pt x="16305" y="6272"/>
                    <a:pt x="18798" y="3221"/>
                    <a:pt x="20249" y="282"/>
                  </a:cubicBezTo>
                  <a:lnTo>
                    <a:pt x="25644" y="28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Freeform 1557">
              <a:extLst>
                <a:ext uri="{FF2B5EF4-FFF2-40B4-BE49-F238E27FC236}">
                  <a16:creationId xmlns:a16="http://schemas.microsoft.com/office/drawing/2014/main" id="{6BE10CA7-848E-8FBA-E37E-3AEB9866F37F}"/>
                </a:ext>
              </a:extLst>
            </p:cNvPr>
            <p:cNvSpPr/>
            <p:nvPr/>
          </p:nvSpPr>
          <p:spPr>
            <a:xfrm>
              <a:off x="5593794" y="3081027"/>
              <a:ext cx="44834" cy="69614"/>
            </a:xfrm>
            <a:custGeom>
              <a:avLst/>
              <a:gdLst>
                <a:gd name="csX0" fmla="*/ 1800 w 44834"/>
                <a:gd name="csY0" fmla="*/ 52967 h 69614"/>
                <a:gd name="csX1" fmla="*/ 9836 w 44834"/>
                <a:gd name="csY1" fmla="*/ 52223 h 69614"/>
                <a:gd name="csX2" fmla="*/ 13743 w 44834"/>
                <a:gd name="csY2" fmla="*/ 60483 h 69614"/>
                <a:gd name="csX3" fmla="*/ 21147 w 44834"/>
                <a:gd name="csY3" fmla="*/ 63013 h 69614"/>
                <a:gd name="csX4" fmla="*/ 27919 w 44834"/>
                <a:gd name="csY4" fmla="*/ 61264 h 69614"/>
                <a:gd name="csX5" fmla="*/ 32682 w 44834"/>
                <a:gd name="csY5" fmla="*/ 56539 h 69614"/>
                <a:gd name="csX6" fmla="*/ 35807 w 44834"/>
                <a:gd name="csY6" fmla="*/ 48577 h 69614"/>
                <a:gd name="csX7" fmla="*/ 37072 w 44834"/>
                <a:gd name="csY7" fmla="*/ 38307 h 69614"/>
                <a:gd name="csX8" fmla="*/ 36998 w 44834"/>
                <a:gd name="csY8" fmla="*/ 36670 h 69614"/>
                <a:gd name="csX9" fmla="*/ 30152 w 44834"/>
                <a:gd name="csY9" fmla="*/ 43144 h 69614"/>
                <a:gd name="csX10" fmla="*/ 20738 w 44834"/>
                <a:gd name="csY10" fmla="*/ 45637 h 69614"/>
                <a:gd name="csX11" fmla="*/ 6413 w 44834"/>
                <a:gd name="csY11" fmla="*/ 39498 h 69614"/>
                <a:gd name="csX12" fmla="*/ 535 w 44834"/>
                <a:gd name="csY12" fmla="*/ 23313 h 69614"/>
                <a:gd name="csX13" fmla="*/ 6674 w 44834"/>
                <a:gd name="csY13" fmla="*/ 6607 h 69614"/>
                <a:gd name="csX14" fmla="*/ 21966 w 44834"/>
                <a:gd name="csY14" fmla="*/ 282 h 69614"/>
                <a:gd name="csX15" fmla="*/ 34133 w 44834"/>
                <a:gd name="csY15" fmla="*/ 3854 h 69614"/>
                <a:gd name="csX16" fmla="*/ 42504 w 44834"/>
                <a:gd name="csY16" fmla="*/ 14086 h 69614"/>
                <a:gd name="csX17" fmla="*/ 45369 w 44834"/>
                <a:gd name="csY17" fmla="*/ 33247 h 69614"/>
                <a:gd name="csX18" fmla="*/ 42541 w 44834"/>
                <a:gd name="csY18" fmla="*/ 54083 h 69614"/>
                <a:gd name="csX19" fmla="*/ 34095 w 44834"/>
                <a:gd name="csY19" fmla="*/ 65841 h 69614"/>
                <a:gd name="csX20" fmla="*/ 20961 w 44834"/>
                <a:gd name="csY20" fmla="*/ 69896 h 69614"/>
                <a:gd name="csX21" fmla="*/ 7902 w 44834"/>
                <a:gd name="csY21" fmla="*/ 65469 h 69614"/>
                <a:gd name="csX22" fmla="*/ 1800 w 44834"/>
                <a:gd name="csY22" fmla="*/ 52967 h 69614"/>
                <a:gd name="csX23" fmla="*/ 36067 w 44834"/>
                <a:gd name="csY23" fmla="*/ 22904 h 69614"/>
                <a:gd name="csX24" fmla="*/ 32235 w 44834"/>
                <a:gd name="csY24" fmla="*/ 11444 h 69614"/>
                <a:gd name="csX25" fmla="*/ 23008 w 44834"/>
                <a:gd name="csY25" fmla="*/ 7202 h 69614"/>
                <a:gd name="csX26" fmla="*/ 13297 w 44834"/>
                <a:gd name="csY26" fmla="*/ 11779 h 69614"/>
                <a:gd name="csX27" fmla="*/ 9167 w 44834"/>
                <a:gd name="csY27" fmla="*/ 23573 h 69614"/>
                <a:gd name="csX28" fmla="*/ 13073 w 44834"/>
                <a:gd name="csY28" fmla="*/ 34177 h 69614"/>
                <a:gd name="csX29" fmla="*/ 22785 w 44834"/>
                <a:gd name="csY29" fmla="*/ 38233 h 69614"/>
                <a:gd name="csX30" fmla="*/ 32347 w 44834"/>
                <a:gd name="csY30" fmla="*/ 34177 h 69614"/>
                <a:gd name="csX31" fmla="*/ 36067 w 44834"/>
                <a:gd name="csY31" fmla="*/ 22904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4834" h="69614">
                  <a:moveTo>
                    <a:pt x="1800" y="52967"/>
                  </a:moveTo>
                  <a:lnTo>
                    <a:pt x="9836" y="52223"/>
                  </a:lnTo>
                  <a:cubicBezTo>
                    <a:pt x="10543" y="56018"/>
                    <a:pt x="11846" y="58771"/>
                    <a:pt x="13743" y="60483"/>
                  </a:cubicBezTo>
                  <a:cubicBezTo>
                    <a:pt x="15678" y="62157"/>
                    <a:pt x="18134" y="63013"/>
                    <a:pt x="21147" y="63013"/>
                  </a:cubicBezTo>
                  <a:cubicBezTo>
                    <a:pt x="23715" y="63013"/>
                    <a:pt x="25984" y="62418"/>
                    <a:pt x="27919" y="61264"/>
                  </a:cubicBezTo>
                  <a:cubicBezTo>
                    <a:pt x="29854" y="60074"/>
                    <a:pt x="31454" y="58511"/>
                    <a:pt x="32682" y="56539"/>
                  </a:cubicBezTo>
                  <a:cubicBezTo>
                    <a:pt x="33909" y="54567"/>
                    <a:pt x="34951" y="51925"/>
                    <a:pt x="35807" y="48577"/>
                  </a:cubicBezTo>
                  <a:cubicBezTo>
                    <a:pt x="36626" y="45228"/>
                    <a:pt x="37035" y="41805"/>
                    <a:pt x="37072" y="38307"/>
                  </a:cubicBezTo>
                  <a:cubicBezTo>
                    <a:pt x="37035" y="37935"/>
                    <a:pt x="37035" y="37414"/>
                    <a:pt x="36998" y="36670"/>
                  </a:cubicBezTo>
                  <a:cubicBezTo>
                    <a:pt x="35323" y="39312"/>
                    <a:pt x="33054" y="41470"/>
                    <a:pt x="30152" y="43144"/>
                  </a:cubicBezTo>
                  <a:cubicBezTo>
                    <a:pt x="27249" y="44781"/>
                    <a:pt x="24124" y="45637"/>
                    <a:pt x="20738" y="45637"/>
                  </a:cubicBezTo>
                  <a:cubicBezTo>
                    <a:pt x="15083" y="45637"/>
                    <a:pt x="10320" y="43591"/>
                    <a:pt x="6413" y="39498"/>
                  </a:cubicBezTo>
                  <a:cubicBezTo>
                    <a:pt x="2507" y="35405"/>
                    <a:pt x="535" y="30010"/>
                    <a:pt x="535" y="23313"/>
                  </a:cubicBezTo>
                  <a:cubicBezTo>
                    <a:pt x="535" y="16392"/>
                    <a:pt x="2581" y="10811"/>
                    <a:pt x="6674" y="6607"/>
                  </a:cubicBezTo>
                  <a:cubicBezTo>
                    <a:pt x="10729" y="2403"/>
                    <a:pt x="15864" y="282"/>
                    <a:pt x="21966" y="282"/>
                  </a:cubicBezTo>
                  <a:cubicBezTo>
                    <a:pt x="26431" y="282"/>
                    <a:pt x="30486" y="1472"/>
                    <a:pt x="34133" y="3854"/>
                  </a:cubicBezTo>
                  <a:cubicBezTo>
                    <a:pt x="37816" y="6235"/>
                    <a:pt x="40607" y="9658"/>
                    <a:pt x="42504" y="14086"/>
                  </a:cubicBezTo>
                  <a:cubicBezTo>
                    <a:pt x="44439" y="18476"/>
                    <a:pt x="45369" y="24876"/>
                    <a:pt x="45369" y="33247"/>
                  </a:cubicBezTo>
                  <a:cubicBezTo>
                    <a:pt x="45369" y="41954"/>
                    <a:pt x="44439" y="48911"/>
                    <a:pt x="42541" y="54083"/>
                  </a:cubicBezTo>
                  <a:cubicBezTo>
                    <a:pt x="40644" y="59218"/>
                    <a:pt x="37853" y="63162"/>
                    <a:pt x="34095" y="65841"/>
                  </a:cubicBezTo>
                  <a:cubicBezTo>
                    <a:pt x="30375" y="68557"/>
                    <a:pt x="25984" y="69896"/>
                    <a:pt x="20961" y="69896"/>
                  </a:cubicBezTo>
                  <a:cubicBezTo>
                    <a:pt x="15641" y="69896"/>
                    <a:pt x="11288" y="68408"/>
                    <a:pt x="7902" y="65469"/>
                  </a:cubicBezTo>
                  <a:cubicBezTo>
                    <a:pt x="4516" y="62492"/>
                    <a:pt x="2469" y="58325"/>
                    <a:pt x="1800" y="52967"/>
                  </a:cubicBezTo>
                  <a:moveTo>
                    <a:pt x="36067" y="22904"/>
                  </a:moveTo>
                  <a:cubicBezTo>
                    <a:pt x="36067" y="18067"/>
                    <a:pt x="34802" y="14272"/>
                    <a:pt x="32235" y="11444"/>
                  </a:cubicBezTo>
                  <a:cubicBezTo>
                    <a:pt x="29668" y="8616"/>
                    <a:pt x="26617" y="7202"/>
                    <a:pt x="23008" y="7202"/>
                  </a:cubicBezTo>
                  <a:cubicBezTo>
                    <a:pt x="19287" y="7202"/>
                    <a:pt x="16050" y="8728"/>
                    <a:pt x="13297" y="11779"/>
                  </a:cubicBezTo>
                  <a:cubicBezTo>
                    <a:pt x="10543" y="14793"/>
                    <a:pt x="9167" y="18737"/>
                    <a:pt x="9167" y="23573"/>
                  </a:cubicBezTo>
                  <a:cubicBezTo>
                    <a:pt x="9167" y="27927"/>
                    <a:pt x="10469" y="31461"/>
                    <a:pt x="13073" y="34177"/>
                  </a:cubicBezTo>
                  <a:cubicBezTo>
                    <a:pt x="15715" y="36894"/>
                    <a:pt x="18915" y="38233"/>
                    <a:pt x="22785" y="38233"/>
                  </a:cubicBezTo>
                  <a:cubicBezTo>
                    <a:pt x="26654" y="38233"/>
                    <a:pt x="29854" y="36894"/>
                    <a:pt x="32347" y="34177"/>
                  </a:cubicBezTo>
                  <a:cubicBezTo>
                    <a:pt x="34840" y="31461"/>
                    <a:pt x="36067" y="27703"/>
                    <a:pt x="36067" y="2290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17" name="Group 1616">
            <a:extLst>
              <a:ext uri="{FF2B5EF4-FFF2-40B4-BE49-F238E27FC236}">
                <a16:creationId xmlns:a16="http://schemas.microsoft.com/office/drawing/2014/main" id="{D528B168-7301-C2F4-D596-C1E4D05EE872}"/>
              </a:ext>
            </a:extLst>
          </p:cNvPr>
          <p:cNvGrpSpPr/>
          <p:nvPr/>
        </p:nvGrpSpPr>
        <p:grpSpPr>
          <a:xfrm>
            <a:off x="428557" y="793687"/>
            <a:ext cx="200564" cy="1428750"/>
            <a:chOff x="5709480" y="512849"/>
            <a:chExt cx="200564" cy="1428750"/>
          </a:xfrm>
        </p:grpSpPr>
        <p:sp>
          <p:nvSpPr>
            <p:cNvPr id="1559" name="Freeform 1558">
              <a:extLst>
                <a:ext uri="{FF2B5EF4-FFF2-40B4-BE49-F238E27FC236}">
                  <a16:creationId xmlns:a16="http://schemas.microsoft.com/office/drawing/2014/main" id="{15B7890D-2F98-8EFF-328B-5D42B4BF8430}"/>
                </a:ext>
              </a:extLst>
            </p:cNvPr>
            <p:cNvSpPr/>
            <p:nvPr/>
          </p:nvSpPr>
          <p:spPr>
            <a:xfrm>
              <a:off x="5709480" y="19130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Freeform 1559">
              <a:extLst>
                <a:ext uri="{FF2B5EF4-FFF2-40B4-BE49-F238E27FC236}">
                  <a16:creationId xmlns:a16="http://schemas.microsoft.com/office/drawing/2014/main" id="{8CD13259-497D-A166-E95F-5396B76D31BD}"/>
                </a:ext>
              </a:extLst>
            </p:cNvPr>
            <p:cNvSpPr/>
            <p:nvPr/>
          </p:nvSpPr>
          <p:spPr>
            <a:xfrm>
              <a:off x="5709480" y="18844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Freeform 1560">
              <a:extLst>
                <a:ext uri="{FF2B5EF4-FFF2-40B4-BE49-F238E27FC236}">
                  <a16:creationId xmlns:a16="http://schemas.microsoft.com/office/drawing/2014/main" id="{1AC3B43A-C094-8E9D-0E52-6CBADC217D8E}"/>
                </a:ext>
              </a:extLst>
            </p:cNvPr>
            <p:cNvSpPr/>
            <p:nvPr/>
          </p:nvSpPr>
          <p:spPr>
            <a:xfrm>
              <a:off x="5709480" y="18558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Freeform 1561">
              <a:extLst>
                <a:ext uri="{FF2B5EF4-FFF2-40B4-BE49-F238E27FC236}">
                  <a16:creationId xmlns:a16="http://schemas.microsoft.com/office/drawing/2014/main" id="{C410C19E-15AA-789C-4FDC-B0E055C0BFE0}"/>
                </a:ext>
              </a:extLst>
            </p:cNvPr>
            <p:cNvSpPr/>
            <p:nvPr/>
          </p:nvSpPr>
          <p:spPr>
            <a:xfrm>
              <a:off x="5709480" y="18272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Freeform 1562">
              <a:extLst>
                <a:ext uri="{FF2B5EF4-FFF2-40B4-BE49-F238E27FC236}">
                  <a16:creationId xmlns:a16="http://schemas.microsoft.com/office/drawing/2014/main" id="{EA2EF735-7C3C-21E0-7E85-613F54A5A427}"/>
                </a:ext>
              </a:extLst>
            </p:cNvPr>
            <p:cNvSpPr/>
            <p:nvPr/>
          </p:nvSpPr>
          <p:spPr>
            <a:xfrm>
              <a:off x="5709480" y="17987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DCDC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Freeform 1563">
              <a:extLst>
                <a:ext uri="{FF2B5EF4-FFF2-40B4-BE49-F238E27FC236}">
                  <a16:creationId xmlns:a16="http://schemas.microsoft.com/office/drawing/2014/main" id="{D6DEF9EB-6FC5-DE2D-B1AC-CE6B7A3DA8C6}"/>
                </a:ext>
              </a:extLst>
            </p:cNvPr>
            <p:cNvSpPr/>
            <p:nvPr/>
          </p:nvSpPr>
          <p:spPr>
            <a:xfrm>
              <a:off x="5709480" y="17701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Freeform 1564">
              <a:extLst>
                <a:ext uri="{FF2B5EF4-FFF2-40B4-BE49-F238E27FC236}">
                  <a16:creationId xmlns:a16="http://schemas.microsoft.com/office/drawing/2014/main" id="{76CF3AF4-437A-B226-FAF3-F2140A102AB0}"/>
                </a:ext>
              </a:extLst>
            </p:cNvPr>
            <p:cNvSpPr/>
            <p:nvPr/>
          </p:nvSpPr>
          <p:spPr>
            <a:xfrm>
              <a:off x="5709480" y="17415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Freeform 1565">
              <a:extLst>
                <a:ext uri="{FF2B5EF4-FFF2-40B4-BE49-F238E27FC236}">
                  <a16:creationId xmlns:a16="http://schemas.microsoft.com/office/drawing/2014/main" id="{775888C1-0FCE-67A2-6755-C805D171F10F}"/>
                </a:ext>
              </a:extLst>
            </p:cNvPr>
            <p:cNvSpPr/>
            <p:nvPr/>
          </p:nvSpPr>
          <p:spPr>
            <a:xfrm>
              <a:off x="5709480" y="17129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Freeform 1566">
              <a:extLst>
                <a:ext uri="{FF2B5EF4-FFF2-40B4-BE49-F238E27FC236}">
                  <a16:creationId xmlns:a16="http://schemas.microsoft.com/office/drawing/2014/main" id="{E43156A4-D227-911E-5495-3D778EE59310}"/>
                </a:ext>
              </a:extLst>
            </p:cNvPr>
            <p:cNvSpPr/>
            <p:nvPr/>
          </p:nvSpPr>
          <p:spPr>
            <a:xfrm>
              <a:off x="5709480" y="16844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DDD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Freeform 1567">
              <a:extLst>
                <a:ext uri="{FF2B5EF4-FFF2-40B4-BE49-F238E27FC236}">
                  <a16:creationId xmlns:a16="http://schemas.microsoft.com/office/drawing/2014/main" id="{1AF7FDD9-4A5D-38D0-71FB-6227F5D76739}"/>
                </a:ext>
              </a:extLst>
            </p:cNvPr>
            <p:cNvSpPr/>
            <p:nvPr/>
          </p:nvSpPr>
          <p:spPr>
            <a:xfrm>
              <a:off x="5709480" y="16558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Freeform 1568">
              <a:extLst>
                <a:ext uri="{FF2B5EF4-FFF2-40B4-BE49-F238E27FC236}">
                  <a16:creationId xmlns:a16="http://schemas.microsoft.com/office/drawing/2014/main" id="{03E85B95-2FCF-B835-BCCE-EC2AACBA5742}"/>
                </a:ext>
              </a:extLst>
            </p:cNvPr>
            <p:cNvSpPr/>
            <p:nvPr/>
          </p:nvSpPr>
          <p:spPr>
            <a:xfrm>
              <a:off x="5709480" y="16272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E5E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Freeform 1569">
              <a:extLst>
                <a:ext uri="{FF2B5EF4-FFF2-40B4-BE49-F238E27FC236}">
                  <a16:creationId xmlns:a16="http://schemas.microsoft.com/office/drawing/2014/main" id="{718258D3-F361-C42E-1325-FF5DBBE8A030}"/>
                </a:ext>
              </a:extLst>
            </p:cNvPr>
            <p:cNvSpPr/>
            <p:nvPr/>
          </p:nvSpPr>
          <p:spPr>
            <a:xfrm>
              <a:off x="5709480" y="15986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4895EA77-97A8-F4F8-F02C-651432732DD8}"/>
                </a:ext>
              </a:extLst>
            </p:cNvPr>
            <p:cNvSpPr/>
            <p:nvPr/>
          </p:nvSpPr>
          <p:spPr>
            <a:xfrm>
              <a:off x="5709480" y="15701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A0CAD713-D292-52EF-A72C-EEDC7A524B56}"/>
                </a:ext>
              </a:extLst>
            </p:cNvPr>
            <p:cNvSpPr/>
            <p:nvPr/>
          </p:nvSpPr>
          <p:spPr>
            <a:xfrm>
              <a:off x="5709480" y="15415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1F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C279C28C-7962-F9D6-F1C4-18017DE93867}"/>
                </a:ext>
              </a:extLst>
            </p:cNvPr>
            <p:cNvSpPr/>
            <p:nvPr/>
          </p:nvSpPr>
          <p:spPr>
            <a:xfrm>
              <a:off x="5709480" y="15129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6A44AE7A-D75C-2C92-C87F-5C77C55650B2}"/>
                </a:ext>
              </a:extLst>
            </p:cNvPr>
            <p:cNvSpPr/>
            <p:nvPr/>
          </p:nvSpPr>
          <p:spPr>
            <a:xfrm>
              <a:off x="5709480" y="14843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Freeform 1574">
              <a:extLst>
                <a:ext uri="{FF2B5EF4-FFF2-40B4-BE49-F238E27FC236}">
                  <a16:creationId xmlns:a16="http://schemas.microsoft.com/office/drawing/2014/main" id="{4F2AE091-4E64-4F9A-19BC-867CFA86D8F7}"/>
                </a:ext>
              </a:extLst>
            </p:cNvPr>
            <p:cNvSpPr/>
            <p:nvPr/>
          </p:nvSpPr>
          <p:spPr>
            <a:xfrm>
              <a:off x="5709480" y="14558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Freeform 1575">
              <a:extLst>
                <a:ext uri="{FF2B5EF4-FFF2-40B4-BE49-F238E27FC236}">
                  <a16:creationId xmlns:a16="http://schemas.microsoft.com/office/drawing/2014/main" id="{6580FEAA-A963-028A-FEEF-2C93123D9544}"/>
                </a:ext>
              </a:extLst>
            </p:cNvPr>
            <p:cNvSpPr/>
            <p:nvPr/>
          </p:nvSpPr>
          <p:spPr>
            <a:xfrm>
              <a:off x="5709480" y="14272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BF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Freeform 1576">
              <a:extLst>
                <a:ext uri="{FF2B5EF4-FFF2-40B4-BE49-F238E27FC236}">
                  <a16:creationId xmlns:a16="http://schemas.microsoft.com/office/drawing/2014/main" id="{26D70650-3F97-C7F8-BBBC-5D47B4D84D5D}"/>
                </a:ext>
              </a:extLst>
            </p:cNvPr>
            <p:cNvSpPr/>
            <p:nvPr/>
          </p:nvSpPr>
          <p:spPr>
            <a:xfrm>
              <a:off x="5709480" y="13986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5E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Freeform 1577">
              <a:extLst>
                <a:ext uri="{FF2B5EF4-FFF2-40B4-BE49-F238E27FC236}">
                  <a16:creationId xmlns:a16="http://schemas.microsoft.com/office/drawing/2014/main" id="{F684FED9-FF7E-44D9-773D-A436B97F8054}"/>
                </a:ext>
              </a:extLst>
            </p:cNvPr>
            <p:cNvSpPr/>
            <p:nvPr/>
          </p:nvSpPr>
          <p:spPr>
            <a:xfrm>
              <a:off x="5709480" y="13700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D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Freeform 1578">
              <a:extLst>
                <a:ext uri="{FF2B5EF4-FFF2-40B4-BE49-F238E27FC236}">
                  <a16:creationId xmlns:a16="http://schemas.microsoft.com/office/drawing/2014/main" id="{FE4FC508-212F-8921-EA89-34815264B674}"/>
                </a:ext>
              </a:extLst>
            </p:cNvPr>
            <p:cNvSpPr/>
            <p:nvPr/>
          </p:nvSpPr>
          <p:spPr>
            <a:xfrm>
              <a:off x="5709480" y="13415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AC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Freeform 1579">
              <a:extLst>
                <a:ext uri="{FF2B5EF4-FFF2-40B4-BE49-F238E27FC236}">
                  <a16:creationId xmlns:a16="http://schemas.microsoft.com/office/drawing/2014/main" id="{7C9A56DD-94C2-6BD0-7ADA-85516F981369}"/>
                </a:ext>
              </a:extLst>
            </p:cNvPr>
            <p:cNvSpPr/>
            <p:nvPr/>
          </p:nvSpPr>
          <p:spPr>
            <a:xfrm>
              <a:off x="5709480" y="13129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5B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Freeform 1580">
              <a:extLst>
                <a:ext uri="{FF2B5EF4-FFF2-40B4-BE49-F238E27FC236}">
                  <a16:creationId xmlns:a16="http://schemas.microsoft.com/office/drawing/2014/main" id="{874FB006-E356-A4FD-34E4-4C31F0142EEC}"/>
                </a:ext>
              </a:extLst>
            </p:cNvPr>
            <p:cNvSpPr/>
            <p:nvPr/>
          </p:nvSpPr>
          <p:spPr>
            <a:xfrm>
              <a:off x="5709480" y="12843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FA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Freeform 1581">
              <a:extLst>
                <a:ext uri="{FF2B5EF4-FFF2-40B4-BE49-F238E27FC236}">
                  <a16:creationId xmlns:a16="http://schemas.microsoft.com/office/drawing/2014/main" id="{BD92F81D-B840-A70E-694F-5151FD9EC515}"/>
                </a:ext>
              </a:extLst>
            </p:cNvPr>
            <p:cNvSpPr/>
            <p:nvPr/>
          </p:nvSpPr>
          <p:spPr>
            <a:xfrm>
              <a:off x="5709480" y="12557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A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Freeform 1582">
              <a:extLst>
                <a:ext uri="{FF2B5EF4-FFF2-40B4-BE49-F238E27FC236}">
                  <a16:creationId xmlns:a16="http://schemas.microsoft.com/office/drawing/2014/main" id="{6F774F45-A8F7-9811-A47E-366C3F9C9085}"/>
                </a:ext>
              </a:extLst>
            </p:cNvPr>
            <p:cNvSpPr/>
            <p:nvPr/>
          </p:nvSpPr>
          <p:spPr>
            <a:xfrm>
              <a:off x="5709480" y="12272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Freeform 1583">
              <a:extLst>
                <a:ext uri="{FF2B5EF4-FFF2-40B4-BE49-F238E27FC236}">
                  <a16:creationId xmlns:a16="http://schemas.microsoft.com/office/drawing/2014/main" id="{462121BB-48EF-1A63-F287-52BB86D68FBC}"/>
                </a:ext>
              </a:extLst>
            </p:cNvPr>
            <p:cNvSpPr/>
            <p:nvPr/>
          </p:nvSpPr>
          <p:spPr>
            <a:xfrm>
              <a:off x="5709480" y="11986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F77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Freeform 1584">
              <a:extLst>
                <a:ext uri="{FF2B5EF4-FFF2-40B4-BE49-F238E27FC236}">
                  <a16:creationId xmlns:a16="http://schemas.microsoft.com/office/drawing/2014/main" id="{B9992531-16D2-9739-0A47-D8DCC091EDC4}"/>
                </a:ext>
              </a:extLst>
            </p:cNvPr>
            <p:cNvSpPr/>
            <p:nvPr/>
          </p:nvSpPr>
          <p:spPr>
            <a:xfrm>
              <a:off x="5709480" y="11700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96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Freeform 1585">
              <a:extLst>
                <a:ext uri="{FF2B5EF4-FFF2-40B4-BE49-F238E27FC236}">
                  <a16:creationId xmlns:a16="http://schemas.microsoft.com/office/drawing/2014/main" id="{7E9517E2-335F-FA3A-D3AB-F43DA7091DDE}"/>
                </a:ext>
              </a:extLst>
            </p:cNvPr>
            <p:cNvSpPr/>
            <p:nvPr/>
          </p:nvSpPr>
          <p:spPr>
            <a:xfrm>
              <a:off x="5709480" y="11414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5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Freeform 1586">
              <a:extLst>
                <a:ext uri="{FF2B5EF4-FFF2-40B4-BE49-F238E27FC236}">
                  <a16:creationId xmlns:a16="http://schemas.microsoft.com/office/drawing/2014/main" id="{1FFD128F-7E3E-1EDE-99C8-733DE857DACD}"/>
                </a:ext>
              </a:extLst>
            </p:cNvPr>
            <p:cNvSpPr/>
            <p:nvPr/>
          </p:nvSpPr>
          <p:spPr>
            <a:xfrm>
              <a:off x="5709480" y="11129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E4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Freeform 1587">
              <a:extLst>
                <a:ext uri="{FF2B5EF4-FFF2-40B4-BE49-F238E27FC236}">
                  <a16:creationId xmlns:a16="http://schemas.microsoft.com/office/drawing/2014/main" id="{6CF34CF5-6091-E4C1-8799-E8AD0895BAE8}"/>
                </a:ext>
              </a:extLst>
            </p:cNvPr>
            <p:cNvSpPr/>
            <p:nvPr/>
          </p:nvSpPr>
          <p:spPr>
            <a:xfrm>
              <a:off x="5709480" y="10843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93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Freeform 1588">
              <a:extLst>
                <a:ext uri="{FF2B5EF4-FFF2-40B4-BE49-F238E27FC236}">
                  <a16:creationId xmlns:a16="http://schemas.microsoft.com/office/drawing/2014/main" id="{B6C858A0-3BA8-B53C-F663-F22B356220A2}"/>
                </a:ext>
              </a:extLst>
            </p:cNvPr>
            <p:cNvSpPr/>
            <p:nvPr/>
          </p:nvSpPr>
          <p:spPr>
            <a:xfrm>
              <a:off x="5709480" y="10557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32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Freeform 1589">
              <a:extLst>
                <a:ext uri="{FF2B5EF4-FFF2-40B4-BE49-F238E27FC236}">
                  <a16:creationId xmlns:a16="http://schemas.microsoft.com/office/drawing/2014/main" id="{6A4C921E-5794-4840-2EF4-3D4AEAE76303}"/>
                </a:ext>
              </a:extLst>
            </p:cNvPr>
            <p:cNvSpPr/>
            <p:nvPr/>
          </p:nvSpPr>
          <p:spPr>
            <a:xfrm>
              <a:off x="5709480" y="10271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E1A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Freeform 1590">
              <a:extLst>
                <a:ext uri="{FF2B5EF4-FFF2-40B4-BE49-F238E27FC236}">
                  <a16:creationId xmlns:a16="http://schemas.microsoft.com/office/drawing/2014/main" id="{0D8060A3-230F-1220-1ECD-DE8C1765326A}"/>
                </a:ext>
              </a:extLst>
            </p:cNvPr>
            <p:cNvSpPr/>
            <p:nvPr/>
          </p:nvSpPr>
          <p:spPr>
            <a:xfrm>
              <a:off x="5709480" y="9986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80A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Freeform 1591">
              <a:extLst>
                <a:ext uri="{FF2B5EF4-FFF2-40B4-BE49-F238E27FC236}">
                  <a16:creationId xmlns:a16="http://schemas.microsoft.com/office/drawing/2014/main" id="{D7615908-2D94-DD81-EB4B-BCEC8F2E741A}"/>
                </a:ext>
              </a:extLst>
            </p:cNvPr>
            <p:cNvSpPr/>
            <p:nvPr/>
          </p:nvSpPr>
          <p:spPr>
            <a:xfrm>
              <a:off x="5709480" y="9700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1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Freeform 1592">
              <a:extLst>
                <a:ext uri="{FF2B5EF4-FFF2-40B4-BE49-F238E27FC236}">
                  <a16:creationId xmlns:a16="http://schemas.microsoft.com/office/drawing/2014/main" id="{ACDE787E-52A9-1C75-70A9-3EF6AB40087D}"/>
                </a:ext>
              </a:extLst>
            </p:cNvPr>
            <p:cNvSpPr/>
            <p:nvPr/>
          </p:nvSpPr>
          <p:spPr>
            <a:xfrm>
              <a:off x="5709480" y="9414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7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Freeform 1593">
              <a:extLst>
                <a:ext uri="{FF2B5EF4-FFF2-40B4-BE49-F238E27FC236}">
                  <a16:creationId xmlns:a16="http://schemas.microsoft.com/office/drawing/2014/main" id="{4E386FEA-805A-3234-22E5-AD9D3E2734CD}"/>
                </a:ext>
              </a:extLst>
            </p:cNvPr>
            <p:cNvSpPr/>
            <p:nvPr/>
          </p:nvSpPr>
          <p:spPr>
            <a:xfrm>
              <a:off x="5709480" y="9128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D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Freeform 1594">
              <a:extLst>
                <a:ext uri="{FF2B5EF4-FFF2-40B4-BE49-F238E27FC236}">
                  <a16:creationId xmlns:a16="http://schemas.microsoft.com/office/drawing/2014/main" id="{47E2AA04-FEC2-D154-F838-273F0D12160E}"/>
                </a:ext>
              </a:extLst>
            </p:cNvPr>
            <p:cNvSpPr/>
            <p:nvPr/>
          </p:nvSpPr>
          <p:spPr>
            <a:xfrm>
              <a:off x="5709480" y="8843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3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Freeform 1595">
              <a:extLst>
                <a:ext uri="{FF2B5EF4-FFF2-40B4-BE49-F238E27FC236}">
                  <a16:creationId xmlns:a16="http://schemas.microsoft.com/office/drawing/2014/main" id="{A48EAA5F-D8C8-F0D9-E9DE-560604241FFB}"/>
                </a:ext>
              </a:extLst>
            </p:cNvPr>
            <p:cNvSpPr/>
            <p:nvPr/>
          </p:nvSpPr>
          <p:spPr>
            <a:xfrm>
              <a:off x="5709480" y="8557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9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Freeform 1596">
              <a:extLst>
                <a:ext uri="{FF2B5EF4-FFF2-40B4-BE49-F238E27FC236}">
                  <a16:creationId xmlns:a16="http://schemas.microsoft.com/office/drawing/2014/main" id="{7339C122-0C08-6DCE-42C0-51817E9CF8CB}"/>
                </a:ext>
              </a:extLst>
            </p:cNvPr>
            <p:cNvSpPr/>
            <p:nvPr/>
          </p:nvSpPr>
          <p:spPr>
            <a:xfrm>
              <a:off x="5709480" y="8271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6F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Freeform 1597">
              <a:extLst>
                <a:ext uri="{FF2B5EF4-FFF2-40B4-BE49-F238E27FC236}">
                  <a16:creationId xmlns:a16="http://schemas.microsoft.com/office/drawing/2014/main" id="{F4BC818F-D9A8-60E5-1362-54FC803C0BDA}"/>
                </a:ext>
              </a:extLst>
            </p:cNvPr>
            <p:cNvSpPr/>
            <p:nvPr/>
          </p:nvSpPr>
          <p:spPr>
            <a:xfrm>
              <a:off x="5709480" y="7985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65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Freeform 1598">
              <a:extLst>
                <a:ext uri="{FF2B5EF4-FFF2-40B4-BE49-F238E27FC236}">
                  <a16:creationId xmlns:a16="http://schemas.microsoft.com/office/drawing/2014/main" id="{83A08A83-B766-A49D-8367-B8F31CF0D6A7}"/>
                </a:ext>
              </a:extLst>
            </p:cNvPr>
            <p:cNvSpPr/>
            <p:nvPr/>
          </p:nvSpPr>
          <p:spPr>
            <a:xfrm>
              <a:off x="5709480" y="7700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A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0" name="Freeform 1599">
              <a:extLst>
                <a:ext uri="{FF2B5EF4-FFF2-40B4-BE49-F238E27FC236}">
                  <a16:creationId xmlns:a16="http://schemas.microsoft.com/office/drawing/2014/main" id="{282EEB65-4D1D-27D3-AD24-8D66A2E7A0F8}"/>
                </a:ext>
              </a:extLst>
            </p:cNvPr>
            <p:cNvSpPr/>
            <p:nvPr/>
          </p:nvSpPr>
          <p:spPr>
            <a:xfrm>
              <a:off x="5709480" y="7414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Freeform 1600">
              <a:extLst>
                <a:ext uri="{FF2B5EF4-FFF2-40B4-BE49-F238E27FC236}">
                  <a16:creationId xmlns:a16="http://schemas.microsoft.com/office/drawing/2014/main" id="{84800832-589F-817A-5048-74D0BF2B67E0}"/>
                </a:ext>
              </a:extLst>
            </p:cNvPr>
            <p:cNvSpPr/>
            <p:nvPr/>
          </p:nvSpPr>
          <p:spPr>
            <a:xfrm>
              <a:off x="5709480" y="7128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46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Freeform 1601">
              <a:extLst>
                <a:ext uri="{FF2B5EF4-FFF2-40B4-BE49-F238E27FC236}">
                  <a16:creationId xmlns:a16="http://schemas.microsoft.com/office/drawing/2014/main" id="{76C64370-AD0B-E31D-B182-46CBE0A6CFDD}"/>
                </a:ext>
              </a:extLst>
            </p:cNvPr>
            <p:cNvSpPr/>
            <p:nvPr/>
          </p:nvSpPr>
          <p:spPr>
            <a:xfrm>
              <a:off x="5709480" y="6842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C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Freeform 1602">
              <a:extLst>
                <a:ext uri="{FF2B5EF4-FFF2-40B4-BE49-F238E27FC236}">
                  <a16:creationId xmlns:a16="http://schemas.microsoft.com/office/drawing/2014/main" id="{5EE6DF14-EA68-EF2B-21AB-D1E6D6768CD2}"/>
                </a:ext>
              </a:extLst>
            </p:cNvPr>
            <p:cNvSpPr/>
            <p:nvPr/>
          </p:nvSpPr>
          <p:spPr>
            <a:xfrm>
              <a:off x="5709480" y="6557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2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Freeform 1603">
              <a:extLst>
                <a:ext uri="{FF2B5EF4-FFF2-40B4-BE49-F238E27FC236}">
                  <a16:creationId xmlns:a16="http://schemas.microsoft.com/office/drawing/2014/main" id="{DCAFBBD7-A914-8C3B-760E-6F6F79F73337}"/>
                </a:ext>
              </a:extLst>
            </p:cNvPr>
            <p:cNvSpPr/>
            <p:nvPr/>
          </p:nvSpPr>
          <p:spPr>
            <a:xfrm>
              <a:off x="5709480" y="6271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28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Freeform 1604">
              <a:extLst>
                <a:ext uri="{FF2B5EF4-FFF2-40B4-BE49-F238E27FC236}">
                  <a16:creationId xmlns:a16="http://schemas.microsoft.com/office/drawing/2014/main" id="{FB333096-6ABC-7945-A65D-6FA097D25E27}"/>
                </a:ext>
              </a:extLst>
            </p:cNvPr>
            <p:cNvSpPr/>
            <p:nvPr/>
          </p:nvSpPr>
          <p:spPr>
            <a:xfrm>
              <a:off x="5709480" y="59857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E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Freeform 1605">
              <a:extLst>
                <a:ext uri="{FF2B5EF4-FFF2-40B4-BE49-F238E27FC236}">
                  <a16:creationId xmlns:a16="http://schemas.microsoft.com/office/drawing/2014/main" id="{C4147198-5952-A7C1-BBE1-0A34FBE82737}"/>
                </a:ext>
              </a:extLst>
            </p:cNvPr>
            <p:cNvSpPr/>
            <p:nvPr/>
          </p:nvSpPr>
          <p:spPr>
            <a:xfrm>
              <a:off x="5709480" y="56999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Freeform 1606">
              <a:extLst>
                <a:ext uri="{FF2B5EF4-FFF2-40B4-BE49-F238E27FC236}">
                  <a16:creationId xmlns:a16="http://schemas.microsoft.com/office/drawing/2014/main" id="{3C56D137-3741-D435-A5F8-42D0FB526D1F}"/>
                </a:ext>
              </a:extLst>
            </p:cNvPr>
            <p:cNvSpPr/>
            <p:nvPr/>
          </p:nvSpPr>
          <p:spPr>
            <a:xfrm>
              <a:off x="5709480" y="541424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Freeform 1607">
              <a:extLst>
                <a:ext uri="{FF2B5EF4-FFF2-40B4-BE49-F238E27FC236}">
                  <a16:creationId xmlns:a16="http://schemas.microsoft.com/office/drawing/2014/main" id="{1B11C5B4-CA5B-B1B3-B539-17E9010FFBE9}"/>
                </a:ext>
              </a:extLst>
            </p:cNvPr>
            <p:cNvSpPr/>
            <p:nvPr/>
          </p:nvSpPr>
          <p:spPr>
            <a:xfrm>
              <a:off x="5709480" y="512849"/>
              <a:ext cx="95250" cy="28575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609" name="Graphic 4">
              <a:extLst>
                <a:ext uri="{FF2B5EF4-FFF2-40B4-BE49-F238E27FC236}">
                  <a16:creationId xmlns:a16="http://schemas.microsoft.com/office/drawing/2014/main" id="{A9FEDC23-A72E-EF9D-F494-954AC7D6507E}"/>
                </a:ext>
              </a:extLst>
            </p:cNvPr>
            <p:cNvGrpSpPr/>
            <p:nvPr/>
          </p:nvGrpSpPr>
          <p:grpSpPr>
            <a:xfrm>
              <a:off x="5845844" y="1816025"/>
              <a:ext cx="64200" cy="68460"/>
              <a:chOff x="5845844" y="1816025"/>
              <a:chExt cx="64200" cy="68460"/>
            </a:xfrm>
            <a:solidFill>
              <a:srgbClr val="000000"/>
            </a:solidFill>
          </p:grpSpPr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DDC2C67C-A852-F17D-8848-5F90C199C083}"/>
                  </a:ext>
                </a:extLst>
              </p:cNvPr>
              <p:cNvSpPr/>
              <p:nvPr/>
            </p:nvSpPr>
            <p:spPr>
              <a:xfrm>
                <a:off x="5845844" y="1855613"/>
                <a:ext cx="25710" cy="8408"/>
              </a:xfrm>
              <a:custGeom>
                <a:avLst/>
                <a:gdLst>
                  <a:gd name="csX0" fmla="*/ 561 w 25710"/>
                  <a:gd name="csY0" fmla="*/ 8558 h 8408"/>
                  <a:gd name="csX1" fmla="*/ 561 w 25710"/>
                  <a:gd name="csY1" fmla="*/ 149 h 8408"/>
                  <a:gd name="csX2" fmla="*/ 26271 w 25710"/>
                  <a:gd name="csY2" fmla="*/ 149 h 8408"/>
                  <a:gd name="csX3" fmla="*/ 26271 w 25710"/>
                  <a:gd name="csY3" fmla="*/ 8558 h 84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710" h="8408">
                    <a:moveTo>
                      <a:pt x="561" y="8558"/>
                    </a:moveTo>
                    <a:lnTo>
                      <a:pt x="561" y="149"/>
                    </a:lnTo>
                    <a:lnTo>
                      <a:pt x="26271" y="149"/>
                    </a:lnTo>
                    <a:lnTo>
                      <a:pt x="26271" y="855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AAADD303-0DD8-7126-CEDD-FE0264F3B185}"/>
                  </a:ext>
                </a:extLst>
              </p:cNvPr>
              <p:cNvSpPr/>
              <p:nvPr/>
            </p:nvSpPr>
            <p:spPr>
              <a:xfrm>
                <a:off x="5884930" y="1816025"/>
                <a:ext cx="25114" cy="68460"/>
              </a:xfrm>
              <a:custGeom>
                <a:avLst/>
                <a:gdLst>
                  <a:gd name="csX0" fmla="*/ 25679 w 25114"/>
                  <a:gd name="csY0" fmla="*/ 68610 h 68460"/>
                  <a:gd name="csX1" fmla="*/ 17308 w 25114"/>
                  <a:gd name="csY1" fmla="*/ 68610 h 68460"/>
                  <a:gd name="csX2" fmla="*/ 17308 w 25114"/>
                  <a:gd name="csY2" fmla="*/ 15255 h 68460"/>
                  <a:gd name="csX3" fmla="*/ 9383 w 25114"/>
                  <a:gd name="csY3" fmla="*/ 21022 h 68460"/>
                  <a:gd name="csX4" fmla="*/ 565 w 25114"/>
                  <a:gd name="csY4" fmla="*/ 25375 h 68460"/>
                  <a:gd name="csX5" fmla="*/ 565 w 25114"/>
                  <a:gd name="csY5" fmla="*/ 17264 h 68460"/>
                  <a:gd name="csX6" fmla="*/ 12843 w 25114"/>
                  <a:gd name="csY6" fmla="*/ 9265 h 68460"/>
                  <a:gd name="csX7" fmla="*/ 20284 w 25114"/>
                  <a:gd name="csY7" fmla="*/ 149 h 68460"/>
                  <a:gd name="csX8" fmla="*/ 25679 w 25114"/>
                  <a:gd name="csY8" fmla="*/ 149 h 684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114" h="68460">
                    <a:moveTo>
                      <a:pt x="25679" y="68610"/>
                    </a:moveTo>
                    <a:lnTo>
                      <a:pt x="17308" y="68610"/>
                    </a:lnTo>
                    <a:lnTo>
                      <a:pt x="17308" y="15255"/>
                    </a:lnTo>
                    <a:cubicBezTo>
                      <a:pt x="15299" y="17190"/>
                      <a:pt x="12657" y="19125"/>
                      <a:pt x="9383" y="21022"/>
                    </a:cubicBezTo>
                    <a:cubicBezTo>
                      <a:pt x="6108" y="22957"/>
                      <a:pt x="3169" y="24408"/>
                      <a:pt x="565" y="25375"/>
                    </a:cubicBezTo>
                    <a:lnTo>
                      <a:pt x="565" y="17264"/>
                    </a:lnTo>
                    <a:cubicBezTo>
                      <a:pt x="5253" y="15069"/>
                      <a:pt x="9345" y="12390"/>
                      <a:pt x="12843" y="9265"/>
                    </a:cubicBezTo>
                    <a:cubicBezTo>
                      <a:pt x="16340" y="6139"/>
                      <a:pt x="18833" y="3088"/>
                      <a:pt x="20284" y="149"/>
                    </a:cubicBezTo>
                    <a:lnTo>
                      <a:pt x="25679" y="149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12" name="Freeform 1611">
              <a:extLst>
                <a:ext uri="{FF2B5EF4-FFF2-40B4-BE49-F238E27FC236}">
                  <a16:creationId xmlns:a16="http://schemas.microsoft.com/office/drawing/2014/main" id="{8B292ABF-5E25-CD3A-A559-1D44577DF46D}"/>
                </a:ext>
              </a:extLst>
            </p:cNvPr>
            <p:cNvSpPr/>
            <p:nvPr/>
          </p:nvSpPr>
          <p:spPr>
            <a:xfrm>
              <a:off x="5846774" y="1556022"/>
              <a:ext cx="44462" cy="69614"/>
            </a:xfrm>
            <a:custGeom>
              <a:avLst/>
              <a:gdLst>
                <a:gd name="csX0" fmla="*/ 561 w 44462"/>
                <a:gd name="csY0" fmla="*/ 34947 h 69614"/>
                <a:gd name="csX1" fmla="*/ 3054 w 44462"/>
                <a:gd name="csY1" fmla="*/ 15488 h 69614"/>
                <a:gd name="csX2" fmla="*/ 10458 w 44462"/>
                <a:gd name="csY2" fmla="*/ 4140 h 69614"/>
                <a:gd name="csX3" fmla="*/ 22811 w 44462"/>
                <a:gd name="csY3" fmla="*/ 122 h 69614"/>
                <a:gd name="csX4" fmla="*/ 32410 w 44462"/>
                <a:gd name="csY4" fmla="*/ 2317 h 69614"/>
                <a:gd name="csX5" fmla="*/ 39257 w 44462"/>
                <a:gd name="csY5" fmla="*/ 8717 h 69614"/>
                <a:gd name="csX6" fmla="*/ 43498 w 44462"/>
                <a:gd name="csY6" fmla="*/ 18837 h 69614"/>
                <a:gd name="csX7" fmla="*/ 45024 w 44462"/>
                <a:gd name="csY7" fmla="*/ 34947 h 69614"/>
                <a:gd name="csX8" fmla="*/ 42568 w 44462"/>
                <a:gd name="csY8" fmla="*/ 54332 h 69614"/>
                <a:gd name="csX9" fmla="*/ 35201 w 44462"/>
                <a:gd name="csY9" fmla="*/ 65718 h 69614"/>
                <a:gd name="csX10" fmla="*/ 22811 w 44462"/>
                <a:gd name="csY10" fmla="*/ 69736 h 69614"/>
                <a:gd name="csX11" fmla="*/ 7333 w 44462"/>
                <a:gd name="csY11" fmla="*/ 62667 h 69614"/>
                <a:gd name="csX12" fmla="*/ 561 w 44462"/>
                <a:gd name="csY12" fmla="*/ 34947 h 69614"/>
                <a:gd name="csX13" fmla="*/ 9193 w 44462"/>
                <a:gd name="csY13" fmla="*/ 34947 h 69614"/>
                <a:gd name="csX14" fmla="*/ 13100 w 44462"/>
                <a:gd name="csY14" fmla="*/ 57309 h 69614"/>
                <a:gd name="csX15" fmla="*/ 22811 w 44462"/>
                <a:gd name="csY15" fmla="*/ 62853 h 69614"/>
                <a:gd name="csX16" fmla="*/ 32485 w 44462"/>
                <a:gd name="csY16" fmla="*/ 57272 h 69614"/>
                <a:gd name="csX17" fmla="*/ 36429 w 44462"/>
                <a:gd name="csY17" fmla="*/ 34947 h 69614"/>
                <a:gd name="csX18" fmla="*/ 32485 w 44462"/>
                <a:gd name="csY18" fmla="*/ 12586 h 69614"/>
                <a:gd name="csX19" fmla="*/ 22699 w 44462"/>
                <a:gd name="csY19" fmla="*/ 7042 h 69614"/>
                <a:gd name="csX20" fmla="*/ 13509 w 44462"/>
                <a:gd name="csY20" fmla="*/ 11954 h 69614"/>
                <a:gd name="csX21" fmla="*/ 9193 w 44462"/>
                <a:gd name="csY21" fmla="*/ 34947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4462" h="69614">
                  <a:moveTo>
                    <a:pt x="561" y="34947"/>
                  </a:moveTo>
                  <a:cubicBezTo>
                    <a:pt x="561" y="26911"/>
                    <a:pt x="1417" y="20400"/>
                    <a:pt x="3054" y="15488"/>
                  </a:cubicBezTo>
                  <a:cubicBezTo>
                    <a:pt x="4728" y="10577"/>
                    <a:pt x="7184" y="6782"/>
                    <a:pt x="10458" y="4140"/>
                  </a:cubicBezTo>
                  <a:cubicBezTo>
                    <a:pt x="13733" y="1461"/>
                    <a:pt x="17825" y="122"/>
                    <a:pt x="22811" y="122"/>
                  </a:cubicBezTo>
                  <a:cubicBezTo>
                    <a:pt x="26457" y="122"/>
                    <a:pt x="29657" y="866"/>
                    <a:pt x="32410" y="2317"/>
                  </a:cubicBezTo>
                  <a:cubicBezTo>
                    <a:pt x="35201" y="3805"/>
                    <a:pt x="37471" y="5926"/>
                    <a:pt x="39257" y="8717"/>
                  </a:cubicBezTo>
                  <a:cubicBezTo>
                    <a:pt x="41080" y="11470"/>
                    <a:pt x="42456" y="14856"/>
                    <a:pt x="43498" y="18837"/>
                  </a:cubicBezTo>
                  <a:cubicBezTo>
                    <a:pt x="44540" y="22818"/>
                    <a:pt x="45024" y="28213"/>
                    <a:pt x="45024" y="34947"/>
                  </a:cubicBezTo>
                  <a:cubicBezTo>
                    <a:pt x="45024" y="42947"/>
                    <a:pt x="44205" y="49421"/>
                    <a:pt x="42568" y="54332"/>
                  </a:cubicBezTo>
                  <a:cubicBezTo>
                    <a:pt x="40931" y="59244"/>
                    <a:pt x="38475" y="63039"/>
                    <a:pt x="35201" y="65718"/>
                  </a:cubicBezTo>
                  <a:cubicBezTo>
                    <a:pt x="31927" y="68397"/>
                    <a:pt x="27797" y="69736"/>
                    <a:pt x="22811" y="69736"/>
                  </a:cubicBezTo>
                  <a:cubicBezTo>
                    <a:pt x="16225" y="69736"/>
                    <a:pt x="11054" y="67392"/>
                    <a:pt x="7333" y="62667"/>
                  </a:cubicBezTo>
                  <a:cubicBezTo>
                    <a:pt x="2831" y="57011"/>
                    <a:pt x="561" y="47747"/>
                    <a:pt x="561" y="34947"/>
                  </a:cubicBezTo>
                  <a:moveTo>
                    <a:pt x="9193" y="34947"/>
                  </a:moveTo>
                  <a:cubicBezTo>
                    <a:pt x="9193" y="46147"/>
                    <a:pt x="10496" y="53588"/>
                    <a:pt x="13100" y="57309"/>
                  </a:cubicBezTo>
                  <a:cubicBezTo>
                    <a:pt x="15742" y="60992"/>
                    <a:pt x="18942" y="62853"/>
                    <a:pt x="22811" y="62853"/>
                  </a:cubicBezTo>
                  <a:cubicBezTo>
                    <a:pt x="26643" y="62853"/>
                    <a:pt x="29880" y="60992"/>
                    <a:pt x="32485" y="57272"/>
                  </a:cubicBezTo>
                  <a:cubicBezTo>
                    <a:pt x="35127" y="53551"/>
                    <a:pt x="36429" y="46110"/>
                    <a:pt x="36429" y="34947"/>
                  </a:cubicBezTo>
                  <a:cubicBezTo>
                    <a:pt x="36429" y="23748"/>
                    <a:pt x="35127" y="16270"/>
                    <a:pt x="32485" y="12586"/>
                  </a:cubicBezTo>
                  <a:cubicBezTo>
                    <a:pt x="29880" y="8903"/>
                    <a:pt x="26606" y="7042"/>
                    <a:pt x="22699" y="7042"/>
                  </a:cubicBezTo>
                  <a:cubicBezTo>
                    <a:pt x="18867" y="7042"/>
                    <a:pt x="15779" y="8679"/>
                    <a:pt x="13509" y="11954"/>
                  </a:cubicBezTo>
                  <a:cubicBezTo>
                    <a:pt x="10607" y="16084"/>
                    <a:pt x="9193" y="23748"/>
                    <a:pt x="9193" y="3494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Freeform 1612">
              <a:extLst>
                <a:ext uri="{FF2B5EF4-FFF2-40B4-BE49-F238E27FC236}">
                  <a16:creationId xmlns:a16="http://schemas.microsoft.com/office/drawing/2014/main" id="{BBA877DC-6570-AE2D-3D7F-79D3485272E9}"/>
                </a:ext>
              </a:extLst>
            </p:cNvPr>
            <p:cNvSpPr/>
            <p:nvPr/>
          </p:nvSpPr>
          <p:spPr>
            <a:xfrm>
              <a:off x="5853211" y="1295982"/>
              <a:ext cx="25114" cy="68460"/>
            </a:xfrm>
            <a:custGeom>
              <a:avLst/>
              <a:gdLst>
                <a:gd name="csX0" fmla="*/ 25676 w 25114"/>
                <a:gd name="csY0" fmla="*/ 68555 h 68460"/>
                <a:gd name="csX1" fmla="*/ 17304 w 25114"/>
                <a:gd name="csY1" fmla="*/ 68555 h 68460"/>
                <a:gd name="csX2" fmla="*/ 17304 w 25114"/>
                <a:gd name="csY2" fmla="*/ 15200 h 68460"/>
                <a:gd name="csX3" fmla="*/ 9379 w 25114"/>
                <a:gd name="csY3" fmla="*/ 20968 h 68460"/>
                <a:gd name="csX4" fmla="*/ 561 w 25114"/>
                <a:gd name="csY4" fmla="*/ 25321 h 68460"/>
                <a:gd name="csX5" fmla="*/ 561 w 25114"/>
                <a:gd name="csY5" fmla="*/ 17210 h 68460"/>
                <a:gd name="csX6" fmla="*/ 12840 w 25114"/>
                <a:gd name="csY6" fmla="*/ 9210 h 68460"/>
                <a:gd name="csX7" fmla="*/ 20281 w 25114"/>
                <a:gd name="csY7" fmla="*/ 94 h 68460"/>
                <a:gd name="csX8" fmla="*/ 25676 w 25114"/>
                <a:gd name="csY8" fmla="*/ 94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76" y="68555"/>
                  </a:moveTo>
                  <a:lnTo>
                    <a:pt x="17304" y="68555"/>
                  </a:lnTo>
                  <a:lnTo>
                    <a:pt x="17304" y="15200"/>
                  </a:lnTo>
                  <a:cubicBezTo>
                    <a:pt x="15295" y="17135"/>
                    <a:pt x="12654" y="19070"/>
                    <a:pt x="9379" y="20968"/>
                  </a:cubicBezTo>
                  <a:cubicBezTo>
                    <a:pt x="6105" y="22902"/>
                    <a:pt x="3166" y="24353"/>
                    <a:pt x="561" y="25321"/>
                  </a:cubicBezTo>
                  <a:lnTo>
                    <a:pt x="561" y="17210"/>
                  </a:lnTo>
                  <a:cubicBezTo>
                    <a:pt x="5249" y="15014"/>
                    <a:pt x="9342" y="12336"/>
                    <a:pt x="12840" y="9210"/>
                  </a:cubicBezTo>
                  <a:cubicBezTo>
                    <a:pt x="16337" y="6085"/>
                    <a:pt x="18830" y="3034"/>
                    <a:pt x="20281" y="94"/>
                  </a:cubicBezTo>
                  <a:lnTo>
                    <a:pt x="25676" y="9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Freeform 1613">
              <a:extLst>
                <a:ext uri="{FF2B5EF4-FFF2-40B4-BE49-F238E27FC236}">
                  <a16:creationId xmlns:a16="http://schemas.microsoft.com/office/drawing/2014/main" id="{1539417F-FC54-E5AF-F193-20CCCE0DE135}"/>
                </a:ext>
              </a:extLst>
            </p:cNvPr>
            <p:cNvSpPr/>
            <p:nvPr/>
          </p:nvSpPr>
          <p:spPr>
            <a:xfrm>
              <a:off x="5845722" y="1035942"/>
              <a:ext cx="45067" cy="68460"/>
            </a:xfrm>
            <a:custGeom>
              <a:avLst/>
              <a:gdLst>
                <a:gd name="csX0" fmla="*/ 45629 w 45067"/>
                <a:gd name="csY0" fmla="*/ 60491 h 68460"/>
                <a:gd name="csX1" fmla="*/ 45629 w 45067"/>
                <a:gd name="csY1" fmla="*/ 68528 h 68460"/>
                <a:gd name="csX2" fmla="*/ 571 w 45067"/>
                <a:gd name="csY2" fmla="*/ 68528 h 68460"/>
                <a:gd name="csX3" fmla="*/ 1539 w 45067"/>
                <a:gd name="csY3" fmla="*/ 62724 h 68460"/>
                <a:gd name="csX4" fmla="*/ 7045 w 45067"/>
                <a:gd name="csY4" fmla="*/ 53645 h 68460"/>
                <a:gd name="csX5" fmla="*/ 17984 w 45067"/>
                <a:gd name="csY5" fmla="*/ 43302 h 68460"/>
                <a:gd name="csX6" fmla="*/ 33016 w 45067"/>
                <a:gd name="csY6" fmla="*/ 28865 h 68460"/>
                <a:gd name="csX7" fmla="*/ 36923 w 45067"/>
                <a:gd name="csY7" fmla="*/ 18819 h 68460"/>
                <a:gd name="csX8" fmla="*/ 33351 w 45067"/>
                <a:gd name="csY8" fmla="*/ 10411 h 68460"/>
                <a:gd name="csX9" fmla="*/ 24086 w 45067"/>
                <a:gd name="csY9" fmla="*/ 6988 h 68460"/>
                <a:gd name="csX10" fmla="*/ 14412 w 45067"/>
                <a:gd name="csY10" fmla="*/ 10634 h 68460"/>
                <a:gd name="csX11" fmla="*/ 10729 w 45067"/>
                <a:gd name="csY11" fmla="*/ 20680 h 68460"/>
                <a:gd name="csX12" fmla="*/ 2134 w 45067"/>
                <a:gd name="csY12" fmla="*/ 19787 h 68460"/>
                <a:gd name="csX13" fmla="*/ 8794 w 45067"/>
                <a:gd name="csY13" fmla="*/ 5127 h 68460"/>
                <a:gd name="csX14" fmla="*/ 24272 w 45067"/>
                <a:gd name="csY14" fmla="*/ 67 h 68460"/>
                <a:gd name="csX15" fmla="*/ 39788 w 45067"/>
                <a:gd name="csY15" fmla="*/ 5499 h 68460"/>
                <a:gd name="csX16" fmla="*/ 45518 w 45067"/>
                <a:gd name="csY16" fmla="*/ 19005 h 68460"/>
                <a:gd name="csX17" fmla="*/ 43843 w 45067"/>
                <a:gd name="csY17" fmla="*/ 27042 h 68460"/>
                <a:gd name="csX18" fmla="*/ 38299 w 45067"/>
                <a:gd name="csY18" fmla="*/ 35377 h 68460"/>
                <a:gd name="csX19" fmla="*/ 25389 w 45067"/>
                <a:gd name="csY19" fmla="*/ 47357 h 68460"/>
                <a:gd name="csX20" fmla="*/ 15715 w 45067"/>
                <a:gd name="csY20" fmla="*/ 55952 h 68460"/>
                <a:gd name="csX21" fmla="*/ 12180 w 45067"/>
                <a:gd name="csY21" fmla="*/ 60491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629" y="60491"/>
                  </a:moveTo>
                  <a:lnTo>
                    <a:pt x="45629" y="68528"/>
                  </a:lnTo>
                  <a:lnTo>
                    <a:pt x="571" y="68528"/>
                  </a:lnTo>
                  <a:cubicBezTo>
                    <a:pt x="497" y="66519"/>
                    <a:pt x="832" y="64584"/>
                    <a:pt x="1539" y="62724"/>
                  </a:cubicBezTo>
                  <a:cubicBezTo>
                    <a:pt x="2692" y="59636"/>
                    <a:pt x="4515" y="56622"/>
                    <a:pt x="7045" y="53645"/>
                  </a:cubicBezTo>
                  <a:cubicBezTo>
                    <a:pt x="9576" y="50669"/>
                    <a:pt x="13222" y="47246"/>
                    <a:pt x="17984" y="43302"/>
                  </a:cubicBezTo>
                  <a:cubicBezTo>
                    <a:pt x="25389" y="37237"/>
                    <a:pt x="30411" y="32437"/>
                    <a:pt x="33016" y="28865"/>
                  </a:cubicBezTo>
                  <a:cubicBezTo>
                    <a:pt x="35620" y="25331"/>
                    <a:pt x="36923" y="21982"/>
                    <a:pt x="36923" y="18819"/>
                  </a:cubicBezTo>
                  <a:cubicBezTo>
                    <a:pt x="36923" y="15508"/>
                    <a:pt x="35732" y="12680"/>
                    <a:pt x="33351" y="10411"/>
                  </a:cubicBezTo>
                  <a:cubicBezTo>
                    <a:pt x="31007" y="8141"/>
                    <a:pt x="27881" y="6988"/>
                    <a:pt x="24086" y="6988"/>
                  </a:cubicBezTo>
                  <a:cubicBezTo>
                    <a:pt x="20068" y="6988"/>
                    <a:pt x="16831" y="8215"/>
                    <a:pt x="14412" y="10634"/>
                  </a:cubicBezTo>
                  <a:cubicBezTo>
                    <a:pt x="11994" y="13052"/>
                    <a:pt x="10766" y="16401"/>
                    <a:pt x="10729" y="20680"/>
                  </a:cubicBezTo>
                  <a:lnTo>
                    <a:pt x="2134" y="19787"/>
                  </a:lnTo>
                  <a:cubicBezTo>
                    <a:pt x="2729" y="13387"/>
                    <a:pt x="4925" y="8476"/>
                    <a:pt x="8794" y="5127"/>
                  </a:cubicBezTo>
                  <a:cubicBezTo>
                    <a:pt x="12626" y="1741"/>
                    <a:pt x="17798" y="67"/>
                    <a:pt x="24272" y="67"/>
                  </a:cubicBezTo>
                  <a:cubicBezTo>
                    <a:pt x="30821" y="67"/>
                    <a:pt x="35993" y="1890"/>
                    <a:pt x="39788" y="5499"/>
                  </a:cubicBezTo>
                  <a:cubicBezTo>
                    <a:pt x="43620" y="9146"/>
                    <a:pt x="45518" y="13648"/>
                    <a:pt x="45518" y="19005"/>
                  </a:cubicBezTo>
                  <a:cubicBezTo>
                    <a:pt x="45518" y="21722"/>
                    <a:pt x="44959" y="24401"/>
                    <a:pt x="43843" y="27042"/>
                  </a:cubicBezTo>
                  <a:cubicBezTo>
                    <a:pt x="42727" y="29684"/>
                    <a:pt x="40867" y="32437"/>
                    <a:pt x="38299" y="35377"/>
                  </a:cubicBezTo>
                  <a:cubicBezTo>
                    <a:pt x="35695" y="38279"/>
                    <a:pt x="31416" y="42297"/>
                    <a:pt x="25389" y="47357"/>
                  </a:cubicBezTo>
                  <a:cubicBezTo>
                    <a:pt x="20366" y="51599"/>
                    <a:pt x="17129" y="54427"/>
                    <a:pt x="15715" y="55952"/>
                  </a:cubicBezTo>
                  <a:cubicBezTo>
                    <a:pt x="14301" y="57440"/>
                    <a:pt x="13110" y="58966"/>
                    <a:pt x="12180" y="6049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Freeform 1614">
              <a:extLst>
                <a:ext uri="{FF2B5EF4-FFF2-40B4-BE49-F238E27FC236}">
                  <a16:creationId xmlns:a16="http://schemas.microsoft.com/office/drawing/2014/main" id="{A193DC98-C9A5-CABA-02D6-6C9D1176E4D6}"/>
                </a:ext>
              </a:extLst>
            </p:cNvPr>
            <p:cNvSpPr/>
            <p:nvPr/>
          </p:nvSpPr>
          <p:spPr>
            <a:xfrm>
              <a:off x="5846848" y="775902"/>
              <a:ext cx="44648" cy="69651"/>
            </a:xfrm>
            <a:custGeom>
              <a:avLst/>
              <a:gdLst>
                <a:gd name="csX0" fmla="*/ 561 w 44648"/>
                <a:gd name="csY0" fmla="*/ 50493 h 69651"/>
                <a:gd name="csX1" fmla="*/ 8896 w 44648"/>
                <a:gd name="csY1" fmla="*/ 49376 h 69651"/>
                <a:gd name="csX2" fmla="*/ 13807 w 44648"/>
                <a:gd name="csY2" fmla="*/ 59645 h 69651"/>
                <a:gd name="csX3" fmla="*/ 22253 w 44648"/>
                <a:gd name="csY3" fmla="*/ 62771 h 69651"/>
                <a:gd name="csX4" fmla="*/ 32224 w 44648"/>
                <a:gd name="csY4" fmla="*/ 58678 h 69651"/>
                <a:gd name="csX5" fmla="*/ 36317 w 44648"/>
                <a:gd name="csY5" fmla="*/ 48558 h 69651"/>
                <a:gd name="csX6" fmla="*/ 32559 w 44648"/>
                <a:gd name="csY6" fmla="*/ 39033 h 69651"/>
                <a:gd name="csX7" fmla="*/ 22960 w 44648"/>
                <a:gd name="csY7" fmla="*/ 35312 h 69651"/>
                <a:gd name="csX8" fmla="*/ 17044 w 44648"/>
                <a:gd name="csY8" fmla="*/ 36205 h 69651"/>
                <a:gd name="csX9" fmla="*/ 17974 w 44648"/>
                <a:gd name="csY9" fmla="*/ 28875 h 69651"/>
                <a:gd name="csX10" fmla="*/ 19314 w 44648"/>
                <a:gd name="csY10" fmla="*/ 28987 h 69651"/>
                <a:gd name="csX11" fmla="*/ 28950 w 44648"/>
                <a:gd name="csY11" fmla="*/ 26159 h 69651"/>
                <a:gd name="csX12" fmla="*/ 33229 w 44648"/>
                <a:gd name="csY12" fmla="*/ 17564 h 69651"/>
                <a:gd name="csX13" fmla="*/ 30104 w 44648"/>
                <a:gd name="csY13" fmla="*/ 9937 h 69651"/>
                <a:gd name="csX14" fmla="*/ 22067 w 44648"/>
                <a:gd name="csY14" fmla="*/ 6923 h 69651"/>
                <a:gd name="csX15" fmla="*/ 13956 w 44648"/>
                <a:gd name="csY15" fmla="*/ 10011 h 69651"/>
                <a:gd name="csX16" fmla="*/ 9751 w 44648"/>
                <a:gd name="csY16" fmla="*/ 19201 h 69651"/>
                <a:gd name="csX17" fmla="*/ 1380 w 44648"/>
                <a:gd name="csY17" fmla="*/ 17713 h 69651"/>
                <a:gd name="csX18" fmla="*/ 8375 w 44648"/>
                <a:gd name="csY18" fmla="*/ 4653 h 69651"/>
                <a:gd name="csX19" fmla="*/ 21881 w 44648"/>
                <a:gd name="csY19" fmla="*/ 40 h 69651"/>
                <a:gd name="csX20" fmla="*/ 32187 w 44648"/>
                <a:gd name="csY20" fmla="*/ 2421 h 69651"/>
                <a:gd name="csX21" fmla="*/ 39368 w 44648"/>
                <a:gd name="csY21" fmla="*/ 8969 h 69651"/>
                <a:gd name="csX22" fmla="*/ 41861 w 44648"/>
                <a:gd name="csY22" fmla="*/ 17750 h 69651"/>
                <a:gd name="csX23" fmla="*/ 39480 w 44648"/>
                <a:gd name="csY23" fmla="*/ 25787 h 69651"/>
                <a:gd name="csX24" fmla="*/ 32448 w 44648"/>
                <a:gd name="csY24" fmla="*/ 31591 h 69651"/>
                <a:gd name="csX25" fmla="*/ 41861 w 44648"/>
                <a:gd name="csY25" fmla="*/ 37358 h 69651"/>
                <a:gd name="csX26" fmla="*/ 45210 w 44648"/>
                <a:gd name="csY26" fmla="*/ 48372 h 69651"/>
                <a:gd name="csX27" fmla="*/ 38661 w 44648"/>
                <a:gd name="csY27" fmla="*/ 63515 h 69651"/>
                <a:gd name="csX28" fmla="*/ 22216 w 44648"/>
                <a:gd name="csY28" fmla="*/ 69691 h 69651"/>
                <a:gd name="csX29" fmla="*/ 7296 w 44648"/>
                <a:gd name="csY29" fmla="*/ 64371 h 69651"/>
                <a:gd name="csX30" fmla="*/ 561 w 44648"/>
                <a:gd name="csY30" fmla="*/ 50493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61" y="50493"/>
                  </a:moveTo>
                  <a:lnTo>
                    <a:pt x="8896" y="49376"/>
                  </a:lnTo>
                  <a:cubicBezTo>
                    <a:pt x="9863" y="54139"/>
                    <a:pt x="11500" y="57562"/>
                    <a:pt x="13807" y="59645"/>
                  </a:cubicBezTo>
                  <a:cubicBezTo>
                    <a:pt x="16114" y="61729"/>
                    <a:pt x="18942" y="62771"/>
                    <a:pt x="22253" y="62771"/>
                  </a:cubicBezTo>
                  <a:cubicBezTo>
                    <a:pt x="26197" y="62771"/>
                    <a:pt x="29508" y="61431"/>
                    <a:pt x="32224" y="58678"/>
                  </a:cubicBezTo>
                  <a:cubicBezTo>
                    <a:pt x="34941" y="55962"/>
                    <a:pt x="36317" y="52576"/>
                    <a:pt x="36317" y="48558"/>
                  </a:cubicBezTo>
                  <a:cubicBezTo>
                    <a:pt x="36317" y="44688"/>
                    <a:pt x="35052" y="41526"/>
                    <a:pt x="32559" y="39033"/>
                  </a:cubicBezTo>
                  <a:cubicBezTo>
                    <a:pt x="30029" y="36540"/>
                    <a:pt x="26829" y="35312"/>
                    <a:pt x="22960" y="35312"/>
                  </a:cubicBezTo>
                  <a:cubicBezTo>
                    <a:pt x="21397" y="35312"/>
                    <a:pt x="19425" y="35610"/>
                    <a:pt x="17044" y="36205"/>
                  </a:cubicBezTo>
                  <a:lnTo>
                    <a:pt x="17974" y="28875"/>
                  </a:lnTo>
                  <a:cubicBezTo>
                    <a:pt x="18532" y="28950"/>
                    <a:pt x="18979" y="28987"/>
                    <a:pt x="19314" y="28987"/>
                  </a:cubicBezTo>
                  <a:cubicBezTo>
                    <a:pt x="22885" y="28987"/>
                    <a:pt x="26122" y="28019"/>
                    <a:pt x="28950" y="26159"/>
                  </a:cubicBezTo>
                  <a:cubicBezTo>
                    <a:pt x="31815" y="24299"/>
                    <a:pt x="33229" y="21434"/>
                    <a:pt x="33229" y="17564"/>
                  </a:cubicBezTo>
                  <a:cubicBezTo>
                    <a:pt x="33229" y="14513"/>
                    <a:pt x="32187" y="11946"/>
                    <a:pt x="30104" y="9937"/>
                  </a:cubicBezTo>
                  <a:cubicBezTo>
                    <a:pt x="28057" y="7928"/>
                    <a:pt x="25378" y="6923"/>
                    <a:pt x="22067" y="6923"/>
                  </a:cubicBezTo>
                  <a:cubicBezTo>
                    <a:pt x="18830" y="6923"/>
                    <a:pt x="16114" y="7928"/>
                    <a:pt x="13956" y="10011"/>
                  </a:cubicBezTo>
                  <a:cubicBezTo>
                    <a:pt x="11761" y="12020"/>
                    <a:pt x="10384" y="15109"/>
                    <a:pt x="9751" y="19201"/>
                  </a:cubicBezTo>
                  <a:lnTo>
                    <a:pt x="1380" y="17713"/>
                  </a:lnTo>
                  <a:cubicBezTo>
                    <a:pt x="2422" y="12095"/>
                    <a:pt x="4728" y="7742"/>
                    <a:pt x="8375" y="4653"/>
                  </a:cubicBezTo>
                  <a:cubicBezTo>
                    <a:pt x="11984" y="1565"/>
                    <a:pt x="16486" y="40"/>
                    <a:pt x="21881" y="40"/>
                  </a:cubicBezTo>
                  <a:cubicBezTo>
                    <a:pt x="25602" y="40"/>
                    <a:pt x="29025" y="821"/>
                    <a:pt x="32187" y="2421"/>
                  </a:cubicBezTo>
                  <a:cubicBezTo>
                    <a:pt x="35313" y="4021"/>
                    <a:pt x="37694" y="6216"/>
                    <a:pt x="39368" y="8969"/>
                  </a:cubicBezTo>
                  <a:cubicBezTo>
                    <a:pt x="41005" y="11723"/>
                    <a:pt x="41861" y="14662"/>
                    <a:pt x="41861" y="17750"/>
                  </a:cubicBezTo>
                  <a:cubicBezTo>
                    <a:pt x="41861" y="20690"/>
                    <a:pt x="41043" y="23406"/>
                    <a:pt x="39480" y="25787"/>
                  </a:cubicBezTo>
                  <a:cubicBezTo>
                    <a:pt x="37880" y="28243"/>
                    <a:pt x="35536" y="30140"/>
                    <a:pt x="32448" y="31591"/>
                  </a:cubicBezTo>
                  <a:cubicBezTo>
                    <a:pt x="36466" y="32484"/>
                    <a:pt x="39629" y="34419"/>
                    <a:pt x="41861" y="37358"/>
                  </a:cubicBezTo>
                  <a:cubicBezTo>
                    <a:pt x="44093" y="40298"/>
                    <a:pt x="45210" y="43944"/>
                    <a:pt x="45210" y="48372"/>
                  </a:cubicBezTo>
                  <a:cubicBezTo>
                    <a:pt x="45210" y="54325"/>
                    <a:pt x="43014" y="59348"/>
                    <a:pt x="38661" y="63515"/>
                  </a:cubicBezTo>
                  <a:cubicBezTo>
                    <a:pt x="34345" y="67645"/>
                    <a:pt x="28839" y="69691"/>
                    <a:pt x="22216" y="69691"/>
                  </a:cubicBezTo>
                  <a:cubicBezTo>
                    <a:pt x="16225" y="69691"/>
                    <a:pt x="11277" y="67943"/>
                    <a:pt x="7296" y="64371"/>
                  </a:cubicBezTo>
                  <a:cubicBezTo>
                    <a:pt x="3352" y="60799"/>
                    <a:pt x="1082" y="56185"/>
                    <a:pt x="561" y="5049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Freeform 1615">
              <a:extLst>
                <a:ext uri="{FF2B5EF4-FFF2-40B4-BE49-F238E27FC236}">
                  <a16:creationId xmlns:a16="http://schemas.microsoft.com/office/drawing/2014/main" id="{4D01F0D2-6E91-8689-F7D4-AB7D9693BE2B}"/>
                </a:ext>
              </a:extLst>
            </p:cNvPr>
            <p:cNvSpPr/>
            <p:nvPr/>
          </p:nvSpPr>
          <p:spPr>
            <a:xfrm>
              <a:off x="5844021" y="516160"/>
              <a:ext cx="47178" cy="68163"/>
            </a:xfrm>
            <a:custGeom>
              <a:avLst/>
              <a:gdLst>
                <a:gd name="csX0" fmla="*/ 30178 w 47178"/>
                <a:gd name="csY0" fmla="*/ 68176 h 68163"/>
                <a:gd name="csX1" fmla="*/ 30178 w 47178"/>
                <a:gd name="csY1" fmla="*/ 51842 h 68163"/>
                <a:gd name="csX2" fmla="*/ 561 w 47178"/>
                <a:gd name="csY2" fmla="*/ 51842 h 68163"/>
                <a:gd name="csX3" fmla="*/ 561 w 47178"/>
                <a:gd name="csY3" fmla="*/ 44177 h 68163"/>
                <a:gd name="csX4" fmla="*/ 31704 w 47178"/>
                <a:gd name="csY4" fmla="*/ 13 h 68163"/>
                <a:gd name="csX5" fmla="*/ 38512 w 47178"/>
                <a:gd name="csY5" fmla="*/ 13 h 68163"/>
                <a:gd name="csX6" fmla="*/ 38512 w 47178"/>
                <a:gd name="csY6" fmla="*/ 44177 h 68163"/>
                <a:gd name="csX7" fmla="*/ 47740 w 47178"/>
                <a:gd name="csY7" fmla="*/ 44177 h 68163"/>
                <a:gd name="csX8" fmla="*/ 47740 w 47178"/>
                <a:gd name="csY8" fmla="*/ 51842 h 68163"/>
                <a:gd name="csX9" fmla="*/ 38512 w 47178"/>
                <a:gd name="csY9" fmla="*/ 51842 h 68163"/>
                <a:gd name="csX10" fmla="*/ 38512 w 47178"/>
                <a:gd name="csY10" fmla="*/ 68176 h 68163"/>
                <a:gd name="csX11" fmla="*/ 30178 w 47178"/>
                <a:gd name="csY11" fmla="*/ 68176 h 68163"/>
                <a:gd name="csX12" fmla="*/ 30178 w 47178"/>
                <a:gd name="csY12" fmla="*/ 44177 h 68163"/>
                <a:gd name="csX13" fmla="*/ 30178 w 47178"/>
                <a:gd name="csY13" fmla="*/ 13444 h 68163"/>
                <a:gd name="csX14" fmla="*/ 8821 w 47178"/>
                <a:gd name="csY14" fmla="*/ 44177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78" y="68176"/>
                  </a:moveTo>
                  <a:lnTo>
                    <a:pt x="30178" y="51842"/>
                  </a:lnTo>
                  <a:lnTo>
                    <a:pt x="561" y="51842"/>
                  </a:lnTo>
                  <a:lnTo>
                    <a:pt x="561" y="44177"/>
                  </a:lnTo>
                  <a:lnTo>
                    <a:pt x="31704" y="13"/>
                  </a:lnTo>
                  <a:lnTo>
                    <a:pt x="38512" y="13"/>
                  </a:lnTo>
                  <a:lnTo>
                    <a:pt x="38512" y="44177"/>
                  </a:lnTo>
                  <a:lnTo>
                    <a:pt x="47740" y="44177"/>
                  </a:lnTo>
                  <a:lnTo>
                    <a:pt x="47740" y="51842"/>
                  </a:lnTo>
                  <a:lnTo>
                    <a:pt x="38512" y="51842"/>
                  </a:lnTo>
                  <a:lnTo>
                    <a:pt x="38512" y="68176"/>
                  </a:lnTo>
                  <a:lnTo>
                    <a:pt x="30178" y="68176"/>
                  </a:lnTo>
                  <a:moveTo>
                    <a:pt x="30178" y="44177"/>
                  </a:moveTo>
                  <a:lnTo>
                    <a:pt x="30178" y="13444"/>
                  </a:lnTo>
                  <a:lnTo>
                    <a:pt x="8821" y="441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B2FFB2D-6295-FDBD-7B30-462E30E34DB2}"/>
              </a:ext>
            </a:extLst>
          </p:cNvPr>
          <p:cNvSpPr txBox="1"/>
          <p:nvPr/>
        </p:nvSpPr>
        <p:spPr>
          <a:xfrm>
            <a:off x="2033884" y="95892"/>
            <a:ext cx="2985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Parker</a:t>
            </a:r>
            <a:r>
              <a:rPr lang="en-US" dirty="0"/>
              <a:t> 2024 Parent Clusters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E249CD-6098-787D-D5F0-C57E581A6DE0}"/>
              </a:ext>
            </a:extLst>
          </p:cNvPr>
          <p:cNvSpPr txBox="1"/>
          <p:nvPr/>
        </p:nvSpPr>
        <p:spPr>
          <a:xfrm rot="5400000">
            <a:off x="5644044" y="1575358"/>
            <a:ext cx="1165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Parent Cluster</a:t>
            </a:r>
          </a:p>
        </p:txBody>
      </p:sp>
      <p:sp>
        <p:nvSpPr>
          <p:cNvPr id="1618" name="TextBox 1617">
            <a:extLst>
              <a:ext uri="{FF2B5EF4-FFF2-40B4-BE49-F238E27FC236}">
                <a16:creationId xmlns:a16="http://schemas.microsoft.com/office/drawing/2014/main" id="{A3462177-BF9A-823A-9F06-DEF0CD7BEE27}"/>
              </a:ext>
            </a:extLst>
          </p:cNvPr>
          <p:cNvSpPr txBox="1"/>
          <p:nvPr/>
        </p:nvSpPr>
        <p:spPr>
          <a:xfrm>
            <a:off x="-27411" y="2366182"/>
            <a:ext cx="95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Scaled Proportion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of Region</a:t>
            </a:r>
          </a:p>
        </p:txBody>
      </p:sp>
    </p:spTree>
    <p:extLst>
      <p:ext uri="{BB962C8B-B14F-4D97-AF65-F5344CB8AC3E}">
        <p14:creationId xmlns:p14="http://schemas.microsoft.com/office/powerpoint/2010/main" val="2868699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2">
            <a:extLst>
              <a:ext uri="{FF2B5EF4-FFF2-40B4-BE49-F238E27FC236}">
                <a16:creationId xmlns:a16="http://schemas.microsoft.com/office/drawing/2014/main" id="{DEA0E75E-E19F-8BA7-8EB6-631E1FA8478C}"/>
              </a:ext>
            </a:extLst>
          </p:cNvPr>
          <p:cNvGrpSpPr/>
          <p:nvPr/>
        </p:nvGrpSpPr>
        <p:grpSpPr>
          <a:xfrm>
            <a:off x="31750" y="509987"/>
            <a:ext cx="1848119" cy="1828800"/>
            <a:chOff x="378074" y="717977"/>
            <a:chExt cx="4758784" cy="5571712"/>
          </a:xfrm>
          <a:solidFill>
            <a:srgbClr val="000000"/>
          </a:solidFill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AC8F74-96DF-0F89-CB4E-1DDA97540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074" y="717977"/>
              <a:ext cx="4709038" cy="5571712"/>
            </a:xfrm>
            <a:custGeom>
              <a:avLst/>
              <a:gdLst>
                <a:gd name="csX0" fmla="*/ 0 w 4709039"/>
                <a:gd name="csY0" fmla="*/ 0 h 5571712"/>
                <a:gd name="csX1" fmla="*/ 4709040 w 4709039"/>
                <a:gd name="csY1" fmla="*/ 0 h 5571712"/>
                <a:gd name="csX2" fmla="*/ 4709040 w 4709039"/>
                <a:gd name="csY2" fmla="*/ 5571713 h 5571712"/>
                <a:gd name="csX3" fmla="*/ 0 w 4709039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09039" h="5571712">
                  <a:moveTo>
                    <a:pt x="0" y="0"/>
                  </a:moveTo>
                  <a:lnTo>
                    <a:pt x="4709040" y="0"/>
                  </a:lnTo>
                  <a:lnTo>
                    <a:pt x="4709040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C4F7FF-06E6-FF61-CE4B-F2AC8C7F3BFD}"/>
                </a:ext>
              </a:extLst>
            </p:cNvPr>
            <p:cNvSpPr txBox="1"/>
            <p:nvPr/>
          </p:nvSpPr>
          <p:spPr>
            <a:xfrm>
              <a:off x="2408386" y="2379607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5D01AB-93B2-A18B-1DF9-CCD451F7A717}"/>
                </a:ext>
              </a:extLst>
            </p:cNvPr>
            <p:cNvSpPr txBox="1"/>
            <p:nvPr/>
          </p:nvSpPr>
          <p:spPr>
            <a:xfrm>
              <a:off x="2355680" y="4278069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20E0C-42F5-1BC0-3FC2-DC87C334E6F1}"/>
                </a:ext>
              </a:extLst>
            </p:cNvPr>
            <p:cNvSpPr txBox="1"/>
            <p:nvPr/>
          </p:nvSpPr>
          <p:spPr>
            <a:xfrm>
              <a:off x="2442872" y="3773583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2B41CD-12BE-BBA1-5BE3-4DC99EE5EA52}"/>
                </a:ext>
              </a:extLst>
            </p:cNvPr>
            <p:cNvSpPr txBox="1"/>
            <p:nvPr/>
          </p:nvSpPr>
          <p:spPr>
            <a:xfrm>
              <a:off x="1100832" y="2807137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15DC0D2-6713-3979-F9BA-F4FACACDFFB8}"/>
                </a:ext>
              </a:extLst>
            </p:cNvPr>
            <p:cNvSpPr txBox="1"/>
            <p:nvPr/>
          </p:nvSpPr>
          <p:spPr>
            <a:xfrm>
              <a:off x="3957906" y="4965460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FA5BEB3-99B5-3701-461B-967D93C0819D}"/>
                </a:ext>
              </a:extLst>
            </p:cNvPr>
            <p:cNvSpPr txBox="1"/>
            <p:nvPr/>
          </p:nvSpPr>
          <p:spPr>
            <a:xfrm>
              <a:off x="1818536" y="3453819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B3E8C4-B0E0-7067-8ADD-AD94B5E67793}"/>
                </a:ext>
              </a:extLst>
            </p:cNvPr>
            <p:cNvSpPr txBox="1"/>
            <p:nvPr/>
          </p:nvSpPr>
          <p:spPr>
            <a:xfrm>
              <a:off x="3706562" y="2211627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4875D6-24E0-391A-3BFC-813D296BEA95}"/>
                </a:ext>
              </a:extLst>
            </p:cNvPr>
            <p:cNvSpPr txBox="1"/>
            <p:nvPr/>
          </p:nvSpPr>
          <p:spPr>
            <a:xfrm>
              <a:off x="2913707" y="2300733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A7A9417-BD23-98F8-EE03-9D854A909815}"/>
                </a:ext>
              </a:extLst>
            </p:cNvPr>
            <p:cNvSpPr txBox="1"/>
            <p:nvPr/>
          </p:nvSpPr>
          <p:spPr>
            <a:xfrm>
              <a:off x="1720503" y="5160104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20E1EDA-B93F-0069-429B-AB2550000CD1}"/>
                </a:ext>
              </a:extLst>
            </p:cNvPr>
            <p:cNvSpPr txBox="1"/>
            <p:nvPr/>
          </p:nvSpPr>
          <p:spPr>
            <a:xfrm>
              <a:off x="1942413" y="110390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A4AB330-4AF8-7A2F-2C74-E61E032E1A77}"/>
                </a:ext>
              </a:extLst>
            </p:cNvPr>
            <p:cNvSpPr txBox="1"/>
            <p:nvPr/>
          </p:nvSpPr>
          <p:spPr>
            <a:xfrm>
              <a:off x="4438461" y="272848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FE81DC1-EAA1-380B-7F0B-D9CB7DE120F8}"/>
                </a:ext>
              </a:extLst>
            </p:cNvPr>
            <p:cNvSpPr txBox="1"/>
            <p:nvPr/>
          </p:nvSpPr>
          <p:spPr>
            <a:xfrm>
              <a:off x="2247569" y="3179959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BB8E74A-AD1C-E502-A1D7-E97D7654CE80}"/>
                </a:ext>
              </a:extLst>
            </p:cNvPr>
            <p:cNvSpPr txBox="1"/>
            <p:nvPr/>
          </p:nvSpPr>
          <p:spPr>
            <a:xfrm>
              <a:off x="3580625" y="5619253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AF2F83C-E229-1F39-FED6-4735B80D8B55}"/>
                </a:ext>
              </a:extLst>
            </p:cNvPr>
            <p:cNvSpPr txBox="1"/>
            <p:nvPr/>
          </p:nvSpPr>
          <p:spPr>
            <a:xfrm>
              <a:off x="669920" y="3937210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353AF02-DD83-252E-B164-A01619573199}"/>
                </a:ext>
              </a:extLst>
            </p:cNvPr>
            <p:cNvSpPr txBox="1"/>
            <p:nvPr/>
          </p:nvSpPr>
          <p:spPr>
            <a:xfrm>
              <a:off x="1864516" y="3883887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6AEEBF6-DA37-F96B-8D2D-E19EC94E6236}"/>
                </a:ext>
              </a:extLst>
            </p:cNvPr>
            <p:cNvSpPr txBox="1"/>
            <p:nvPr/>
          </p:nvSpPr>
          <p:spPr>
            <a:xfrm>
              <a:off x="2673908" y="487812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77F095B-E920-77D4-9885-7CEACAC6BC62}"/>
                </a:ext>
              </a:extLst>
            </p:cNvPr>
            <p:cNvSpPr txBox="1"/>
            <p:nvPr/>
          </p:nvSpPr>
          <p:spPr>
            <a:xfrm>
              <a:off x="3584101" y="2990811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BC4B37C-4EDF-AC4A-314C-103404B28C0A}"/>
                </a:ext>
              </a:extLst>
            </p:cNvPr>
            <p:cNvSpPr txBox="1"/>
            <p:nvPr/>
          </p:nvSpPr>
          <p:spPr>
            <a:xfrm>
              <a:off x="3738708" y="3585696"/>
              <a:ext cx="586951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400ECA8-B611-9E5D-C471-E372BF080EC1}"/>
                </a:ext>
              </a:extLst>
            </p:cNvPr>
            <p:cNvSpPr txBox="1"/>
            <p:nvPr/>
          </p:nvSpPr>
          <p:spPr>
            <a:xfrm>
              <a:off x="3194459" y="454956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F0945DF-5FE4-714A-939D-0BA14806648C}"/>
                </a:ext>
              </a:extLst>
            </p:cNvPr>
            <p:cNvSpPr txBox="1"/>
            <p:nvPr/>
          </p:nvSpPr>
          <p:spPr>
            <a:xfrm>
              <a:off x="2368462" y="555178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F7F910A-926B-B1AB-DD89-CEB99930462F}"/>
                </a:ext>
              </a:extLst>
            </p:cNvPr>
            <p:cNvSpPr txBox="1"/>
            <p:nvPr/>
          </p:nvSpPr>
          <p:spPr>
            <a:xfrm>
              <a:off x="1585440" y="2047056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6DC6C9A-5A59-3A76-F76D-9CB81A3503FF}"/>
                </a:ext>
              </a:extLst>
            </p:cNvPr>
            <p:cNvSpPr txBox="1"/>
            <p:nvPr/>
          </p:nvSpPr>
          <p:spPr>
            <a:xfrm>
              <a:off x="3193674" y="3807142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79D120E-D158-C61F-EF1E-4092FB0E815C}"/>
                </a:ext>
              </a:extLst>
            </p:cNvPr>
            <p:cNvSpPr txBox="1"/>
            <p:nvPr/>
          </p:nvSpPr>
          <p:spPr>
            <a:xfrm>
              <a:off x="850327" y="189411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7DEB457-0385-F0BD-C68C-8EFEC186587B}"/>
                </a:ext>
              </a:extLst>
            </p:cNvPr>
            <p:cNvSpPr txBox="1"/>
            <p:nvPr/>
          </p:nvSpPr>
          <p:spPr>
            <a:xfrm>
              <a:off x="2748723" y="3136943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C97AEC8-F679-DDAC-337B-0FFAC2968CDC}"/>
                </a:ext>
              </a:extLst>
            </p:cNvPr>
            <p:cNvSpPr txBox="1"/>
            <p:nvPr/>
          </p:nvSpPr>
          <p:spPr>
            <a:xfrm>
              <a:off x="1676623" y="2673188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60DA0F3-136A-73CA-1A09-57B734746281}"/>
                </a:ext>
              </a:extLst>
            </p:cNvPr>
            <p:cNvSpPr txBox="1"/>
            <p:nvPr/>
          </p:nvSpPr>
          <p:spPr>
            <a:xfrm>
              <a:off x="1992872" y="4093972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21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163377F-239D-76D9-D4D1-FB4A8B36077A}"/>
                </a:ext>
              </a:extLst>
            </p:cNvPr>
            <p:cNvSpPr txBox="1"/>
            <p:nvPr/>
          </p:nvSpPr>
          <p:spPr>
            <a:xfrm>
              <a:off x="2078035" y="1930321"/>
              <a:ext cx="698397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26</a:t>
              </a:r>
            </a:p>
          </p:txBody>
        </p:sp>
      </p:grpSp>
      <p:grpSp>
        <p:nvGrpSpPr>
          <p:cNvPr id="205" name="Graphic 200">
            <a:extLst>
              <a:ext uri="{FF2B5EF4-FFF2-40B4-BE49-F238E27FC236}">
                <a16:creationId xmlns:a16="http://schemas.microsoft.com/office/drawing/2014/main" id="{B3418B76-E066-83AE-39ED-8C661366A4F1}"/>
              </a:ext>
            </a:extLst>
          </p:cNvPr>
          <p:cNvGrpSpPr/>
          <p:nvPr/>
        </p:nvGrpSpPr>
        <p:grpSpPr>
          <a:xfrm>
            <a:off x="1828154" y="500596"/>
            <a:ext cx="1828800" cy="1828800"/>
            <a:chOff x="925898" y="1735305"/>
            <a:chExt cx="5188752" cy="5571712"/>
          </a:xfrm>
          <a:solidFill>
            <a:srgbClr val="000000"/>
          </a:solidFill>
        </p:grpSpPr>
        <p:pic>
          <p:nvPicPr>
            <p:cNvPr id="206" name="Picture 205">
              <a:extLst>
                <a:ext uri="{FF2B5EF4-FFF2-40B4-BE49-F238E27FC236}">
                  <a16:creationId xmlns:a16="http://schemas.microsoft.com/office/drawing/2014/main" id="{0328A233-9649-9419-6D7F-20AAF2674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5898" y="1735305"/>
              <a:ext cx="5188752" cy="5571712"/>
            </a:xfrm>
            <a:custGeom>
              <a:avLst/>
              <a:gdLst>
                <a:gd name="csX0" fmla="*/ 0 w 5188752"/>
                <a:gd name="csY0" fmla="*/ 0 h 5571712"/>
                <a:gd name="csX1" fmla="*/ 5188753 w 5188752"/>
                <a:gd name="csY1" fmla="*/ 0 h 5571712"/>
                <a:gd name="csX2" fmla="*/ 5188753 w 5188752"/>
                <a:gd name="csY2" fmla="*/ 5571713 h 5571712"/>
                <a:gd name="csX3" fmla="*/ 0 w 5188752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88752" h="5571712">
                  <a:moveTo>
                    <a:pt x="0" y="0"/>
                  </a:moveTo>
                  <a:lnTo>
                    <a:pt x="5188753" y="0"/>
                  </a:lnTo>
                  <a:lnTo>
                    <a:pt x="5188753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7D715079-6958-911A-B7D8-71B4A7EA0175}"/>
                </a:ext>
              </a:extLst>
            </p:cNvPr>
            <p:cNvSpPr txBox="1"/>
            <p:nvPr/>
          </p:nvSpPr>
          <p:spPr>
            <a:xfrm>
              <a:off x="3172746" y="3445529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51F4CDA2-DD9B-257D-946D-3EB90AF9D360}"/>
                </a:ext>
              </a:extLst>
            </p:cNvPr>
            <p:cNvSpPr txBox="1"/>
            <p:nvPr/>
          </p:nvSpPr>
          <p:spPr>
            <a:xfrm>
              <a:off x="2957595" y="4657185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1A3E7D4-D29E-0F66-E314-BB255150FE0B}"/>
                </a:ext>
              </a:extLst>
            </p:cNvPr>
            <p:cNvSpPr txBox="1"/>
            <p:nvPr/>
          </p:nvSpPr>
          <p:spPr>
            <a:xfrm>
              <a:off x="4554989" y="3833267"/>
              <a:ext cx="646744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5325A42-6EC8-C254-1126-B6DB236DA6DF}"/>
                </a:ext>
              </a:extLst>
            </p:cNvPr>
            <p:cNvSpPr txBox="1"/>
            <p:nvPr/>
          </p:nvSpPr>
          <p:spPr>
            <a:xfrm>
              <a:off x="2621727" y="1896074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08FBB37C-E349-0A10-5585-7AE612BC26E7}"/>
                </a:ext>
              </a:extLst>
            </p:cNvPr>
            <p:cNvSpPr txBox="1"/>
            <p:nvPr/>
          </p:nvSpPr>
          <p:spPr>
            <a:xfrm>
              <a:off x="1183874" y="4966898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50A4884-B0E6-CE78-2A4E-2A309912504F}"/>
                </a:ext>
              </a:extLst>
            </p:cNvPr>
            <p:cNvSpPr txBox="1"/>
            <p:nvPr/>
          </p:nvSpPr>
          <p:spPr>
            <a:xfrm>
              <a:off x="3477227" y="5955252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F9D5FDBB-CA89-8536-DABD-901D3C6BFFC2}"/>
                </a:ext>
              </a:extLst>
            </p:cNvPr>
            <p:cNvSpPr txBox="1"/>
            <p:nvPr/>
          </p:nvSpPr>
          <p:spPr>
            <a:xfrm>
              <a:off x="4058559" y="5564440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4791F05-0E82-39A8-BD63-3F74289F0DF7}"/>
                </a:ext>
              </a:extLst>
            </p:cNvPr>
            <p:cNvSpPr txBox="1"/>
            <p:nvPr/>
          </p:nvSpPr>
          <p:spPr>
            <a:xfrm>
              <a:off x="3215256" y="6597727"/>
              <a:ext cx="646744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62E11B0-90F2-3EBD-98E6-22D91D01086D}"/>
                </a:ext>
              </a:extLst>
            </p:cNvPr>
            <p:cNvSpPr txBox="1"/>
            <p:nvPr/>
          </p:nvSpPr>
          <p:spPr>
            <a:xfrm>
              <a:off x="1442049" y="2897489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2690B695-89B7-756F-3B90-D948BB9744D6}"/>
                </a:ext>
              </a:extLst>
            </p:cNvPr>
            <p:cNvSpPr txBox="1"/>
            <p:nvPr/>
          </p:nvSpPr>
          <p:spPr>
            <a:xfrm>
              <a:off x="3711238" y="5494014"/>
              <a:ext cx="769543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EC5AA9E0-4A3F-342B-78A6-FA2FD63A119B}"/>
                </a:ext>
              </a:extLst>
            </p:cNvPr>
            <p:cNvSpPr txBox="1"/>
            <p:nvPr/>
          </p:nvSpPr>
          <p:spPr>
            <a:xfrm>
              <a:off x="3588127" y="4064505"/>
              <a:ext cx="646744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B78C34FD-B853-1F86-35AE-892BFC7FE39E}"/>
                </a:ext>
              </a:extLst>
            </p:cNvPr>
            <p:cNvSpPr txBox="1"/>
            <p:nvPr/>
          </p:nvSpPr>
          <p:spPr>
            <a:xfrm>
              <a:off x="3451215" y="5760236"/>
              <a:ext cx="646744" cy="56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</p:grpSp>
      <p:grpSp>
        <p:nvGrpSpPr>
          <p:cNvPr id="1211" name="Group 1210">
            <a:extLst>
              <a:ext uri="{FF2B5EF4-FFF2-40B4-BE49-F238E27FC236}">
                <a16:creationId xmlns:a16="http://schemas.microsoft.com/office/drawing/2014/main" id="{11D6DBEB-3C48-5AC6-45BC-14F6F7AB45F1}"/>
              </a:ext>
            </a:extLst>
          </p:cNvPr>
          <p:cNvGrpSpPr/>
          <p:nvPr/>
        </p:nvGrpSpPr>
        <p:grpSpPr>
          <a:xfrm>
            <a:off x="3878824" y="438697"/>
            <a:ext cx="2100912" cy="1905465"/>
            <a:chOff x="4021699" y="438697"/>
            <a:chExt cx="2100912" cy="1905465"/>
          </a:xfrm>
        </p:grpSpPr>
        <p:pic>
          <p:nvPicPr>
            <p:cNvPr id="532" name="Picture 531">
              <a:extLst>
                <a:ext uri="{FF2B5EF4-FFF2-40B4-BE49-F238E27FC236}">
                  <a16:creationId xmlns:a16="http://schemas.microsoft.com/office/drawing/2014/main" id="{5E7F41E8-CD4F-E964-3E5A-1BC9D7AE5B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21699" y="438697"/>
              <a:ext cx="2100912" cy="1905465"/>
            </a:xfrm>
            <a:custGeom>
              <a:avLst/>
              <a:gdLst>
                <a:gd name="csX0" fmla="*/ 0 w 4633887"/>
                <a:gd name="csY0" fmla="*/ 0 h 5571712"/>
                <a:gd name="csX1" fmla="*/ 4633888 w 4633887"/>
                <a:gd name="csY1" fmla="*/ 0 h 5571712"/>
                <a:gd name="csX2" fmla="*/ 4633888 w 4633887"/>
                <a:gd name="csY2" fmla="*/ 5571713 h 5571712"/>
                <a:gd name="csX3" fmla="*/ 0 w 4633887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633887" h="5571712">
                  <a:moveTo>
                    <a:pt x="0" y="0"/>
                  </a:moveTo>
                  <a:lnTo>
                    <a:pt x="4633888" y="0"/>
                  </a:lnTo>
                  <a:lnTo>
                    <a:pt x="4633888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DDFCB370-CFDF-6448-9809-490957512AE3}"/>
                </a:ext>
              </a:extLst>
            </p:cNvPr>
            <p:cNvSpPr txBox="1"/>
            <p:nvPr/>
          </p:nvSpPr>
          <p:spPr>
            <a:xfrm>
              <a:off x="4963493" y="1092433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14b</a:t>
              </a:r>
            </a:p>
          </p:txBody>
        </p:sp>
        <p:sp>
          <p:nvSpPr>
            <p:cNvPr id="534" name="TextBox 533">
              <a:extLst>
                <a:ext uri="{FF2B5EF4-FFF2-40B4-BE49-F238E27FC236}">
                  <a16:creationId xmlns:a16="http://schemas.microsoft.com/office/drawing/2014/main" id="{656B934F-35F0-D137-41FB-3C068F236DA6}"/>
                </a:ext>
              </a:extLst>
            </p:cNvPr>
            <p:cNvSpPr txBox="1"/>
            <p:nvPr/>
          </p:nvSpPr>
          <p:spPr>
            <a:xfrm>
              <a:off x="4596049" y="1365412"/>
              <a:ext cx="30970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13c</a:t>
              </a:r>
            </a:p>
          </p:txBody>
        </p:sp>
        <p:sp>
          <p:nvSpPr>
            <p:cNvPr id="535" name="TextBox 534">
              <a:extLst>
                <a:ext uri="{FF2B5EF4-FFF2-40B4-BE49-F238E27FC236}">
                  <a16:creationId xmlns:a16="http://schemas.microsoft.com/office/drawing/2014/main" id="{7194C0A6-7AD3-99A1-779A-9890DEFFB31B}"/>
                </a:ext>
              </a:extLst>
            </p:cNvPr>
            <p:cNvSpPr txBox="1"/>
            <p:nvPr/>
          </p:nvSpPr>
          <p:spPr>
            <a:xfrm>
              <a:off x="4908290" y="1460014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13b</a:t>
              </a:r>
            </a:p>
          </p:txBody>
        </p:sp>
        <p:sp>
          <p:nvSpPr>
            <p:cNvPr id="536" name="TextBox 535">
              <a:extLst>
                <a:ext uri="{FF2B5EF4-FFF2-40B4-BE49-F238E27FC236}">
                  <a16:creationId xmlns:a16="http://schemas.microsoft.com/office/drawing/2014/main" id="{5D9C1BE7-5BA3-87D8-9468-991CB55DE8C6}"/>
                </a:ext>
              </a:extLst>
            </p:cNvPr>
            <p:cNvSpPr txBox="1"/>
            <p:nvPr/>
          </p:nvSpPr>
          <p:spPr>
            <a:xfrm>
              <a:off x="4720534" y="1498005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13a</a:t>
              </a:r>
            </a:p>
          </p:txBody>
        </p:sp>
        <p:sp>
          <p:nvSpPr>
            <p:cNvPr id="537" name="TextBox 536">
              <a:extLst>
                <a:ext uri="{FF2B5EF4-FFF2-40B4-BE49-F238E27FC236}">
                  <a16:creationId xmlns:a16="http://schemas.microsoft.com/office/drawing/2014/main" id="{D0315A40-EFB0-EC4E-3A89-830864CB048B}"/>
                </a:ext>
              </a:extLst>
            </p:cNvPr>
            <p:cNvSpPr txBox="1"/>
            <p:nvPr/>
          </p:nvSpPr>
          <p:spPr>
            <a:xfrm>
              <a:off x="4876149" y="1356724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13d</a:t>
              </a:r>
            </a:p>
          </p:txBody>
        </p:sp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C8047CFC-A16A-9990-BE97-963419B4FDEE}"/>
                </a:ext>
              </a:extLst>
            </p:cNvPr>
            <p:cNvSpPr txBox="1"/>
            <p:nvPr/>
          </p:nvSpPr>
          <p:spPr>
            <a:xfrm>
              <a:off x="5616013" y="1897569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13e</a:t>
              </a:r>
            </a:p>
          </p:txBody>
        </p:sp>
        <p:sp>
          <p:nvSpPr>
            <p:cNvPr id="539" name="TextBox 538">
              <a:extLst>
                <a:ext uri="{FF2B5EF4-FFF2-40B4-BE49-F238E27FC236}">
                  <a16:creationId xmlns:a16="http://schemas.microsoft.com/office/drawing/2014/main" id="{0B090B6E-6599-032D-AE9A-FB944BA9FDAA}"/>
                </a:ext>
              </a:extLst>
            </p:cNvPr>
            <p:cNvSpPr txBox="1"/>
            <p:nvPr/>
          </p:nvSpPr>
          <p:spPr>
            <a:xfrm>
              <a:off x="5472425" y="113322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6a</a:t>
              </a:r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F7177E47-4186-5E0C-3A19-AAECA7E5D865}"/>
                </a:ext>
              </a:extLst>
            </p:cNvPr>
            <p:cNvSpPr txBox="1"/>
            <p:nvPr/>
          </p:nvSpPr>
          <p:spPr>
            <a:xfrm>
              <a:off x="5155652" y="982345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14d</a:t>
              </a:r>
            </a:p>
          </p:txBody>
        </p: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C1734E96-6A5D-000B-9A88-49EC1AB592D0}"/>
                </a:ext>
              </a:extLst>
            </p:cNvPr>
            <p:cNvSpPr txBox="1"/>
            <p:nvPr/>
          </p:nvSpPr>
          <p:spPr>
            <a:xfrm>
              <a:off x="4628295" y="1956212"/>
              <a:ext cx="29206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13f</a:t>
              </a:r>
            </a:p>
          </p:txBody>
        </p:sp>
        <p:sp>
          <p:nvSpPr>
            <p:cNvPr id="542" name="TextBox 541">
              <a:extLst>
                <a:ext uri="{FF2B5EF4-FFF2-40B4-BE49-F238E27FC236}">
                  <a16:creationId xmlns:a16="http://schemas.microsoft.com/office/drawing/2014/main" id="{945224F6-4FA2-0634-A9FC-F08799E22930}"/>
                </a:ext>
              </a:extLst>
            </p:cNvPr>
            <p:cNvSpPr txBox="1"/>
            <p:nvPr/>
          </p:nvSpPr>
          <p:spPr>
            <a:xfrm>
              <a:off x="4734325" y="50176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543" name="TextBox 542">
              <a:extLst>
                <a:ext uri="{FF2B5EF4-FFF2-40B4-BE49-F238E27FC236}">
                  <a16:creationId xmlns:a16="http://schemas.microsoft.com/office/drawing/2014/main" id="{31AD6111-72BA-321C-2090-D26B3E37C742}"/>
                </a:ext>
              </a:extLst>
            </p:cNvPr>
            <p:cNvSpPr txBox="1"/>
            <p:nvPr/>
          </p:nvSpPr>
          <p:spPr>
            <a:xfrm>
              <a:off x="4116498" y="1537638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15a</a:t>
              </a:r>
            </a:p>
          </p:txBody>
        </p: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6B0FF2A5-6C51-84B2-77AF-2811BF449C30}"/>
                </a:ext>
              </a:extLst>
            </p:cNvPr>
            <p:cNvSpPr txBox="1"/>
            <p:nvPr/>
          </p:nvSpPr>
          <p:spPr>
            <a:xfrm>
              <a:off x="5057076" y="189398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EA4673A7-E8E2-5E8B-401B-94219C044341}"/>
                </a:ext>
              </a:extLst>
            </p:cNvPr>
            <p:cNvSpPr txBox="1"/>
            <p:nvPr/>
          </p:nvSpPr>
          <p:spPr>
            <a:xfrm>
              <a:off x="5512605" y="142966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6b</a:t>
              </a:r>
            </a:p>
          </p:txBody>
        </p:sp>
        <p:sp>
          <p:nvSpPr>
            <p:cNvPr id="546" name="TextBox 545">
              <a:extLst>
                <a:ext uri="{FF2B5EF4-FFF2-40B4-BE49-F238E27FC236}">
                  <a16:creationId xmlns:a16="http://schemas.microsoft.com/office/drawing/2014/main" id="{824EAE8D-11BD-B00F-A089-F2593B2A57E2}"/>
                </a:ext>
              </a:extLst>
            </p:cNvPr>
            <p:cNvSpPr txBox="1"/>
            <p:nvPr/>
          </p:nvSpPr>
          <p:spPr>
            <a:xfrm>
              <a:off x="5322879" y="176104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547" name="TextBox 546">
              <a:extLst>
                <a:ext uri="{FF2B5EF4-FFF2-40B4-BE49-F238E27FC236}">
                  <a16:creationId xmlns:a16="http://schemas.microsoft.com/office/drawing/2014/main" id="{1068EA7D-6AF1-7180-39F6-F19F6EAFF14E}"/>
                </a:ext>
              </a:extLst>
            </p:cNvPr>
            <p:cNvSpPr txBox="1"/>
            <p:nvPr/>
          </p:nvSpPr>
          <p:spPr>
            <a:xfrm>
              <a:off x="4569129" y="909056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15b</a:t>
              </a:r>
            </a:p>
          </p:txBody>
        </p:sp>
        <p:sp>
          <p:nvSpPr>
            <p:cNvPr id="548" name="TextBox 547">
              <a:extLst>
                <a:ext uri="{FF2B5EF4-FFF2-40B4-BE49-F238E27FC236}">
                  <a16:creationId xmlns:a16="http://schemas.microsoft.com/office/drawing/2014/main" id="{A78947F5-458C-CC07-BD08-6BDA9EB8EB3F}"/>
                </a:ext>
              </a:extLst>
            </p:cNvPr>
            <p:cNvSpPr txBox="1"/>
            <p:nvPr/>
          </p:nvSpPr>
          <p:spPr>
            <a:xfrm>
              <a:off x="4955416" y="209575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549" name="TextBox 548">
              <a:extLst>
                <a:ext uri="{FF2B5EF4-FFF2-40B4-BE49-F238E27FC236}">
                  <a16:creationId xmlns:a16="http://schemas.microsoft.com/office/drawing/2014/main" id="{A8718D6F-EC9D-FE2F-844A-5D5BC1D96C89}"/>
                </a:ext>
              </a:extLst>
            </p:cNvPr>
            <p:cNvSpPr txBox="1"/>
            <p:nvPr/>
          </p:nvSpPr>
          <p:spPr>
            <a:xfrm>
              <a:off x="4249504" y="832810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550" name="TextBox 549">
              <a:extLst>
                <a:ext uri="{FF2B5EF4-FFF2-40B4-BE49-F238E27FC236}">
                  <a16:creationId xmlns:a16="http://schemas.microsoft.com/office/drawing/2014/main" id="{7E4A46EE-4BC8-9000-67B8-306A7517D69D}"/>
                </a:ext>
              </a:extLst>
            </p:cNvPr>
            <p:cNvSpPr txBox="1"/>
            <p:nvPr/>
          </p:nvSpPr>
          <p:spPr>
            <a:xfrm>
              <a:off x="4834451" y="1041993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14a</a:t>
              </a:r>
            </a:p>
          </p:txBody>
        </p:sp>
        <p:sp>
          <p:nvSpPr>
            <p:cNvPr id="551" name="TextBox 550">
              <a:extLst>
                <a:ext uri="{FF2B5EF4-FFF2-40B4-BE49-F238E27FC236}">
                  <a16:creationId xmlns:a16="http://schemas.microsoft.com/office/drawing/2014/main" id="{A6940C00-CF0F-9D7C-F2F9-2F47D256CCD0}"/>
                </a:ext>
              </a:extLst>
            </p:cNvPr>
            <p:cNvSpPr txBox="1"/>
            <p:nvPr/>
          </p:nvSpPr>
          <p:spPr>
            <a:xfrm>
              <a:off x="5046450" y="970133"/>
              <a:ext cx="30970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14c</a:t>
              </a:r>
            </a:p>
          </p:txBody>
        </p:sp>
        <p:sp>
          <p:nvSpPr>
            <p:cNvPr id="552" name="TextBox 551">
              <a:extLst>
                <a:ext uri="{FF2B5EF4-FFF2-40B4-BE49-F238E27FC236}">
                  <a16:creationId xmlns:a16="http://schemas.microsoft.com/office/drawing/2014/main" id="{F1DBA415-3BAA-3612-B0A2-5656F91C9C07}"/>
                </a:ext>
              </a:extLst>
            </p:cNvPr>
            <p:cNvSpPr txBox="1"/>
            <p:nvPr/>
          </p:nvSpPr>
          <p:spPr>
            <a:xfrm>
              <a:off x="5166803" y="130266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266F5657-02E1-F980-49D2-99773C714288}"/>
                </a:ext>
              </a:extLst>
            </p:cNvPr>
            <p:cNvSpPr txBox="1"/>
            <p:nvPr/>
          </p:nvSpPr>
          <p:spPr>
            <a:xfrm>
              <a:off x="5164985" y="173362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5D93C94D-C8A0-AEAF-FA9B-55217A3D60BD}"/>
                </a:ext>
              </a:extLst>
            </p:cNvPr>
            <p:cNvSpPr txBox="1"/>
            <p:nvPr/>
          </p:nvSpPr>
          <p:spPr>
            <a:xfrm>
              <a:off x="5058398" y="1831313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555" name="TextBox 554">
              <a:extLst>
                <a:ext uri="{FF2B5EF4-FFF2-40B4-BE49-F238E27FC236}">
                  <a16:creationId xmlns:a16="http://schemas.microsoft.com/office/drawing/2014/main" id="{BD9CC31A-8B75-DF19-1DC6-BD30ACD31454}"/>
                </a:ext>
              </a:extLst>
            </p:cNvPr>
            <p:cNvSpPr txBox="1"/>
            <p:nvPr/>
          </p:nvSpPr>
          <p:spPr>
            <a:xfrm>
              <a:off x="4798233" y="1288660"/>
              <a:ext cx="2664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9c</a:t>
              </a:r>
            </a:p>
          </p:txBody>
        </p:sp>
        <p:sp>
          <p:nvSpPr>
            <p:cNvPr id="556" name="TextBox 555">
              <a:extLst>
                <a:ext uri="{FF2B5EF4-FFF2-40B4-BE49-F238E27FC236}">
                  <a16:creationId xmlns:a16="http://schemas.microsoft.com/office/drawing/2014/main" id="{4A506E41-F003-1209-EBC8-28E96F5F5DB4}"/>
                </a:ext>
              </a:extLst>
            </p:cNvPr>
            <p:cNvSpPr txBox="1"/>
            <p:nvPr/>
          </p:nvSpPr>
          <p:spPr>
            <a:xfrm>
              <a:off x="5014928" y="1305030"/>
              <a:ext cx="24878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9f</a:t>
              </a:r>
            </a:p>
          </p:txBody>
        </p:sp>
        <p:sp>
          <p:nvSpPr>
            <p:cNvPr id="557" name="TextBox 556">
              <a:extLst>
                <a:ext uri="{FF2B5EF4-FFF2-40B4-BE49-F238E27FC236}">
                  <a16:creationId xmlns:a16="http://schemas.microsoft.com/office/drawing/2014/main" id="{95EE6FC8-6971-9159-E864-D689D2492143}"/>
                </a:ext>
              </a:extLst>
            </p:cNvPr>
            <p:cNvSpPr txBox="1"/>
            <p:nvPr/>
          </p:nvSpPr>
          <p:spPr>
            <a:xfrm>
              <a:off x="4922390" y="129378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558" name="TextBox 557">
              <a:extLst>
                <a:ext uri="{FF2B5EF4-FFF2-40B4-BE49-F238E27FC236}">
                  <a16:creationId xmlns:a16="http://schemas.microsoft.com/office/drawing/2014/main" id="{842C3137-2BCA-AFEC-6B86-F7582F5F2AC7}"/>
                </a:ext>
              </a:extLst>
            </p:cNvPr>
            <p:cNvSpPr txBox="1"/>
            <p:nvPr/>
          </p:nvSpPr>
          <p:spPr>
            <a:xfrm>
              <a:off x="5066916" y="122511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2e</a:t>
              </a:r>
            </a:p>
          </p:txBody>
        </p:sp>
        <p:sp>
          <p:nvSpPr>
            <p:cNvPr id="559" name="TextBox 558">
              <a:extLst>
                <a:ext uri="{FF2B5EF4-FFF2-40B4-BE49-F238E27FC236}">
                  <a16:creationId xmlns:a16="http://schemas.microsoft.com/office/drawing/2014/main" id="{EF865121-BBED-DF16-A7FD-C1798240A7B0}"/>
                </a:ext>
              </a:extLst>
            </p:cNvPr>
            <p:cNvSpPr txBox="1"/>
            <p:nvPr/>
          </p:nvSpPr>
          <p:spPr>
            <a:xfrm>
              <a:off x="5297974" y="148503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9a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77CE07AC-C501-809B-4D4C-C78F08EF5D0D}"/>
                </a:ext>
              </a:extLst>
            </p:cNvPr>
            <p:cNvSpPr txBox="1"/>
            <p:nvPr/>
          </p:nvSpPr>
          <p:spPr>
            <a:xfrm>
              <a:off x="4989200" y="161901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2b</a:t>
              </a: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EA6767DF-62AF-5527-3C79-45FA83EB6514}"/>
                </a:ext>
              </a:extLst>
            </p:cNvPr>
            <p:cNvSpPr txBox="1"/>
            <p:nvPr/>
          </p:nvSpPr>
          <p:spPr>
            <a:xfrm>
              <a:off x="4782314" y="1629971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562" name="TextBox 561">
              <a:extLst>
                <a:ext uri="{FF2B5EF4-FFF2-40B4-BE49-F238E27FC236}">
                  <a16:creationId xmlns:a16="http://schemas.microsoft.com/office/drawing/2014/main" id="{AE99AB52-60C5-4AE3-6E18-B2AB8682C08F}"/>
                </a:ext>
              </a:extLst>
            </p:cNvPr>
            <p:cNvSpPr txBox="1"/>
            <p:nvPr/>
          </p:nvSpPr>
          <p:spPr>
            <a:xfrm>
              <a:off x="4775221" y="117635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2g</a:t>
              </a:r>
            </a:p>
          </p:txBody>
        </p:sp>
        <p:sp>
          <p:nvSpPr>
            <p:cNvPr id="563" name="TextBox 562">
              <a:extLst>
                <a:ext uri="{FF2B5EF4-FFF2-40B4-BE49-F238E27FC236}">
                  <a16:creationId xmlns:a16="http://schemas.microsoft.com/office/drawing/2014/main" id="{FC0057B2-90E5-C658-5B65-8DD9B8CE8798}"/>
                </a:ext>
              </a:extLst>
            </p:cNvPr>
            <p:cNvSpPr txBox="1"/>
            <p:nvPr/>
          </p:nvSpPr>
          <p:spPr>
            <a:xfrm>
              <a:off x="4904445" y="1534008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2a</a:t>
              </a:r>
            </a:p>
          </p:txBody>
        </p:sp>
        <p:sp>
          <p:nvSpPr>
            <p:cNvPr id="564" name="TextBox 563">
              <a:extLst>
                <a:ext uri="{FF2B5EF4-FFF2-40B4-BE49-F238E27FC236}">
                  <a16:creationId xmlns:a16="http://schemas.microsoft.com/office/drawing/2014/main" id="{5A046D89-5BD4-FD43-25E5-18E9F4108CF2}"/>
                </a:ext>
              </a:extLst>
            </p:cNvPr>
            <p:cNvSpPr txBox="1"/>
            <p:nvPr/>
          </p:nvSpPr>
          <p:spPr>
            <a:xfrm>
              <a:off x="4918814" y="119746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1g</a:t>
              </a:r>
            </a:p>
          </p:txBody>
        </p:sp>
        <p:sp>
          <p:nvSpPr>
            <p:cNvPr id="565" name="TextBox 564">
              <a:extLst>
                <a:ext uri="{FF2B5EF4-FFF2-40B4-BE49-F238E27FC236}">
                  <a16:creationId xmlns:a16="http://schemas.microsoft.com/office/drawing/2014/main" id="{ABE56C68-5804-9490-F954-1DBD5652DC9B}"/>
                </a:ext>
              </a:extLst>
            </p:cNvPr>
            <p:cNvSpPr txBox="1"/>
            <p:nvPr/>
          </p:nvSpPr>
          <p:spPr>
            <a:xfrm>
              <a:off x="4957937" y="954011"/>
              <a:ext cx="24878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1f</a:t>
              </a:r>
            </a:p>
          </p:txBody>
        </p:sp>
        <p:sp>
          <p:nvSpPr>
            <p:cNvPr id="566" name="TextBox 565">
              <a:extLst>
                <a:ext uri="{FF2B5EF4-FFF2-40B4-BE49-F238E27FC236}">
                  <a16:creationId xmlns:a16="http://schemas.microsoft.com/office/drawing/2014/main" id="{1B81215B-A429-FCE6-37A8-68406426D85F}"/>
                </a:ext>
              </a:extLst>
            </p:cNvPr>
            <p:cNvSpPr txBox="1"/>
            <p:nvPr/>
          </p:nvSpPr>
          <p:spPr>
            <a:xfrm>
              <a:off x="5187264" y="141511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2h</a:t>
              </a:r>
            </a:p>
          </p:txBody>
        </p:sp>
      </p:grpSp>
      <p:sp>
        <p:nvSpPr>
          <p:cNvPr id="655" name="TextBox 654">
            <a:extLst>
              <a:ext uri="{FF2B5EF4-FFF2-40B4-BE49-F238E27FC236}">
                <a16:creationId xmlns:a16="http://schemas.microsoft.com/office/drawing/2014/main" id="{20DD17FB-E07E-0D25-8E81-0244377B5EE8}"/>
              </a:ext>
            </a:extLst>
          </p:cNvPr>
          <p:cNvSpPr txBox="1"/>
          <p:nvPr/>
        </p:nvSpPr>
        <p:spPr>
          <a:xfrm>
            <a:off x="495757" y="40268"/>
            <a:ext cx="7328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This work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680CCCC9-F582-E62D-598B-3F23174530F5}"/>
              </a:ext>
            </a:extLst>
          </p:cNvPr>
          <p:cNvSpPr txBox="1"/>
          <p:nvPr/>
        </p:nvSpPr>
        <p:spPr>
          <a:xfrm>
            <a:off x="1798475" y="40268"/>
            <a:ext cx="1904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Parker 2024 parent clusters →</a:t>
            </a:r>
          </a:p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this work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126071AE-F5E2-9E8F-DC3D-BDC2CF398F08}"/>
              </a:ext>
            </a:extLst>
          </p:cNvPr>
          <p:cNvSpPr txBox="1"/>
          <p:nvPr/>
        </p:nvSpPr>
        <p:spPr>
          <a:xfrm>
            <a:off x="4147405" y="40268"/>
            <a:ext cx="18069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Parker 2024 child clusters →</a:t>
            </a:r>
          </a:p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this work</a:t>
            </a:r>
          </a:p>
        </p:txBody>
      </p: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71248D31-BF7C-8121-D4CA-A6C28D2108E8}"/>
              </a:ext>
            </a:extLst>
          </p:cNvPr>
          <p:cNvGrpSpPr/>
          <p:nvPr/>
        </p:nvGrpSpPr>
        <p:grpSpPr>
          <a:xfrm>
            <a:off x="-29183" y="1789057"/>
            <a:ext cx="638207" cy="632599"/>
            <a:chOff x="430936" y="2071615"/>
            <a:chExt cx="715944" cy="762125"/>
          </a:xfrm>
        </p:grpSpPr>
        <p:cxnSp>
          <p:nvCxnSpPr>
            <p:cNvPr id="662" name="Straight Arrow Connector 661">
              <a:extLst>
                <a:ext uri="{FF2B5EF4-FFF2-40B4-BE49-F238E27FC236}">
                  <a16:creationId xmlns:a16="http://schemas.microsoft.com/office/drawing/2014/main" id="{EC726424-F165-D1E2-BFD4-331391C6EE5E}"/>
                </a:ext>
              </a:extLst>
            </p:cNvPr>
            <p:cNvCxnSpPr/>
            <p:nvPr/>
          </p:nvCxnSpPr>
          <p:spPr>
            <a:xfrm>
              <a:off x="640422" y="2616185"/>
              <a:ext cx="48254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Arrow Connector 662">
              <a:extLst>
                <a:ext uri="{FF2B5EF4-FFF2-40B4-BE49-F238E27FC236}">
                  <a16:creationId xmlns:a16="http://schemas.microsoft.com/office/drawing/2014/main" id="{7414AD4E-2316-F248-E95F-6522FA7BD4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2" y="2138120"/>
              <a:ext cx="0" cy="48463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74EACA98-B447-9AE2-F8DC-D620D843EDA8}"/>
                </a:ext>
              </a:extLst>
            </p:cNvPr>
            <p:cNvSpPr/>
            <p:nvPr/>
          </p:nvSpPr>
          <p:spPr>
            <a:xfrm>
              <a:off x="515958" y="2588658"/>
              <a:ext cx="630922" cy="2450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UMAP_1</a:t>
              </a:r>
              <a:endParaRPr lang="en-US" sz="1039">
                <a:ln w="0">
                  <a:noFill/>
                </a:ln>
              </a:endParaRPr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17739ECD-8A7B-2C4C-DA9D-84A31BEB28E2}"/>
                </a:ext>
              </a:extLst>
            </p:cNvPr>
            <p:cNvSpPr/>
            <p:nvPr/>
          </p:nvSpPr>
          <p:spPr>
            <a:xfrm rot="16200000">
              <a:off x="206253" y="2296298"/>
              <a:ext cx="677574" cy="228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 dirty="0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UMAP_2</a:t>
              </a:r>
              <a:endParaRPr lang="en-US" sz="1039" dirty="0">
                <a:ln w="0">
                  <a:noFill/>
                </a:ln>
              </a:endParaRPr>
            </a:p>
          </p:txBody>
        </p:sp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BB41585-AAC3-1930-D55D-4DF262BAE75F}"/>
              </a:ext>
            </a:extLst>
          </p:cNvPr>
          <p:cNvGrpSpPr/>
          <p:nvPr/>
        </p:nvGrpSpPr>
        <p:grpSpPr>
          <a:xfrm>
            <a:off x="3609028" y="620058"/>
            <a:ext cx="271229" cy="1808110"/>
            <a:chOff x="3629300" y="541972"/>
            <a:chExt cx="271229" cy="1808110"/>
          </a:xfrm>
        </p:grpSpPr>
        <p:sp>
          <p:nvSpPr>
            <p:cNvPr id="709" name="Oval 708">
              <a:extLst>
                <a:ext uri="{FF2B5EF4-FFF2-40B4-BE49-F238E27FC236}">
                  <a16:creationId xmlns:a16="http://schemas.microsoft.com/office/drawing/2014/main" id="{5C2A2E0E-F454-0C78-E741-8E3B4885CCCE}"/>
                </a:ext>
              </a:extLst>
            </p:cNvPr>
            <p:cNvSpPr/>
            <p:nvPr/>
          </p:nvSpPr>
          <p:spPr>
            <a:xfrm>
              <a:off x="3661385" y="617354"/>
              <a:ext cx="27432" cy="27432"/>
            </a:xfrm>
            <a:prstGeom prst="ellipse">
              <a:avLst/>
            </a:prstGeom>
            <a:solidFill>
              <a:srgbClr val="F8766D"/>
            </a:solidFill>
            <a:ln w="7984" cap="rnd">
              <a:solidFill>
                <a:srgbClr val="F8766D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0" name="Oval 709">
              <a:extLst>
                <a:ext uri="{FF2B5EF4-FFF2-40B4-BE49-F238E27FC236}">
                  <a16:creationId xmlns:a16="http://schemas.microsoft.com/office/drawing/2014/main" id="{9D56BD9D-60F3-F405-4565-80363DA5312F}"/>
                </a:ext>
              </a:extLst>
            </p:cNvPr>
            <p:cNvSpPr/>
            <p:nvPr/>
          </p:nvSpPr>
          <p:spPr>
            <a:xfrm>
              <a:off x="3661385" y="718802"/>
              <a:ext cx="27432" cy="27432"/>
            </a:xfrm>
            <a:prstGeom prst="ellipse">
              <a:avLst/>
            </a:prstGeom>
            <a:solidFill>
              <a:srgbClr val="E7851E"/>
            </a:solidFill>
            <a:ln w="7984" cap="rnd">
              <a:solidFill>
                <a:srgbClr val="E7851E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1" name="Oval 710">
              <a:extLst>
                <a:ext uri="{FF2B5EF4-FFF2-40B4-BE49-F238E27FC236}">
                  <a16:creationId xmlns:a16="http://schemas.microsoft.com/office/drawing/2014/main" id="{19CE2DE6-539F-D878-7474-862CCA182F3E}"/>
                </a:ext>
              </a:extLst>
            </p:cNvPr>
            <p:cNvSpPr/>
            <p:nvPr/>
          </p:nvSpPr>
          <p:spPr>
            <a:xfrm>
              <a:off x="3661385" y="820251"/>
              <a:ext cx="27432" cy="27432"/>
            </a:xfrm>
            <a:prstGeom prst="ellipse">
              <a:avLst/>
            </a:prstGeom>
            <a:solidFill>
              <a:srgbClr val="D09400"/>
            </a:solidFill>
            <a:ln w="7984" cap="rnd">
              <a:solidFill>
                <a:srgbClr val="D094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2" name="Oval 711">
              <a:extLst>
                <a:ext uri="{FF2B5EF4-FFF2-40B4-BE49-F238E27FC236}">
                  <a16:creationId xmlns:a16="http://schemas.microsoft.com/office/drawing/2014/main" id="{C93B2C3E-385D-B319-BC01-9849F8B5EA96}"/>
                </a:ext>
              </a:extLst>
            </p:cNvPr>
            <p:cNvSpPr/>
            <p:nvPr/>
          </p:nvSpPr>
          <p:spPr>
            <a:xfrm>
              <a:off x="3661385" y="921700"/>
              <a:ext cx="27432" cy="27432"/>
            </a:xfrm>
            <a:prstGeom prst="ellipse">
              <a:avLst/>
            </a:prstGeom>
            <a:solidFill>
              <a:srgbClr val="B2A100"/>
            </a:solidFill>
            <a:ln w="7984" cap="rnd">
              <a:solidFill>
                <a:srgbClr val="B2A1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3" name="Oval 712">
              <a:extLst>
                <a:ext uri="{FF2B5EF4-FFF2-40B4-BE49-F238E27FC236}">
                  <a16:creationId xmlns:a16="http://schemas.microsoft.com/office/drawing/2014/main" id="{5C0FE121-E4CD-5DD1-EAB0-7508020F5EDE}"/>
                </a:ext>
              </a:extLst>
            </p:cNvPr>
            <p:cNvSpPr/>
            <p:nvPr/>
          </p:nvSpPr>
          <p:spPr>
            <a:xfrm>
              <a:off x="3661385" y="1023215"/>
              <a:ext cx="27432" cy="27432"/>
            </a:xfrm>
            <a:prstGeom prst="ellipse">
              <a:avLst/>
            </a:prstGeom>
            <a:solidFill>
              <a:srgbClr val="89AC00"/>
            </a:solidFill>
            <a:ln w="7984" cap="rnd">
              <a:solidFill>
                <a:srgbClr val="89AC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4" name="Oval 713">
              <a:extLst>
                <a:ext uri="{FF2B5EF4-FFF2-40B4-BE49-F238E27FC236}">
                  <a16:creationId xmlns:a16="http://schemas.microsoft.com/office/drawing/2014/main" id="{CBFF45E3-9BED-F9FE-88B1-E4517A2EE025}"/>
                </a:ext>
              </a:extLst>
            </p:cNvPr>
            <p:cNvSpPr/>
            <p:nvPr/>
          </p:nvSpPr>
          <p:spPr>
            <a:xfrm>
              <a:off x="3661385" y="1124664"/>
              <a:ext cx="27432" cy="27432"/>
            </a:xfrm>
            <a:prstGeom prst="ellipse">
              <a:avLst/>
            </a:prstGeom>
            <a:solidFill>
              <a:srgbClr val="45B500"/>
            </a:solidFill>
            <a:ln w="7984" cap="rnd">
              <a:solidFill>
                <a:srgbClr val="45B5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5" name="Oval 714">
              <a:extLst>
                <a:ext uri="{FF2B5EF4-FFF2-40B4-BE49-F238E27FC236}">
                  <a16:creationId xmlns:a16="http://schemas.microsoft.com/office/drawing/2014/main" id="{C81D386B-8381-5C32-3A78-E2328FA352AB}"/>
                </a:ext>
              </a:extLst>
            </p:cNvPr>
            <p:cNvSpPr/>
            <p:nvPr/>
          </p:nvSpPr>
          <p:spPr>
            <a:xfrm>
              <a:off x="3661385" y="1226112"/>
              <a:ext cx="27432" cy="27432"/>
            </a:xfrm>
            <a:prstGeom prst="ellipse">
              <a:avLst/>
            </a:prstGeom>
            <a:solidFill>
              <a:srgbClr val="00BC51"/>
            </a:solidFill>
            <a:ln w="7984" cap="rnd">
              <a:solidFill>
                <a:srgbClr val="00BC51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6" name="Oval 715">
              <a:extLst>
                <a:ext uri="{FF2B5EF4-FFF2-40B4-BE49-F238E27FC236}">
                  <a16:creationId xmlns:a16="http://schemas.microsoft.com/office/drawing/2014/main" id="{2771AC53-D6F6-4A83-25E7-408F713CF297}"/>
                </a:ext>
              </a:extLst>
            </p:cNvPr>
            <p:cNvSpPr/>
            <p:nvPr/>
          </p:nvSpPr>
          <p:spPr>
            <a:xfrm>
              <a:off x="3661385" y="1327561"/>
              <a:ext cx="27432" cy="27432"/>
            </a:xfrm>
            <a:prstGeom prst="ellipse">
              <a:avLst/>
            </a:prstGeom>
            <a:solidFill>
              <a:srgbClr val="00C087"/>
            </a:solidFill>
            <a:ln w="7984" cap="rnd">
              <a:solidFill>
                <a:srgbClr val="00C087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7" name="Oval 716">
              <a:extLst>
                <a:ext uri="{FF2B5EF4-FFF2-40B4-BE49-F238E27FC236}">
                  <a16:creationId xmlns:a16="http://schemas.microsoft.com/office/drawing/2014/main" id="{297D23A6-7762-01CB-4453-AD2BF3086A45}"/>
                </a:ext>
              </a:extLst>
            </p:cNvPr>
            <p:cNvSpPr/>
            <p:nvPr/>
          </p:nvSpPr>
          <p:spPr>
            <a:xfrm>
              <a:off x="3661385" y="1429076"/>
              <a:ext cx="27432" cy="27432"/>
            </a:xfrm>
            <a:prstGeom prst="ellipse">
              <a:avLst/>
            </a:prstGeom>
            <a:solidFill>
              <a:srgbClr val="00C0B2"/>
            </a:solidFill>
            <a:ln w="7984" cap="rnd">
              <a:solidFill>
                <a:srgbClr val="00C0B2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24FACE97-05B5-EE19-4FA5-45B87311C371}"/>
                </a:ext>
              </a:extLst>
            </p:cNvPr>
            <p:cNvSpPr/>
            <p:nvPr/>
          </p:nvSpPr>
          <p:spPr>
            <a:xfrm>
              <a:off x="3661385" y="1530524"/>
              <a:ext cx="27432" cy="27432"/>
            </a:xfrm>
            <a:prstGeom prst="ellipse">
              <a:avLst/>
            </a:prstGeom>
            <a:solidFill>
              <a:srgbClr val="00BCD6"/>
            </a:solidFill>
            <a:ln w="7984" cap="rnd">
              <a:solidFill>
                <a:srgbClr val="00BCD6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803F50F6-6382-E198-8774-901DC9D05C13}"/>
                </a:ext>
              </a:extLst>
            </p:cNvPr>
            <p:cNvSpPr/>
            <p:nvPr/>
          </p:nvSpPr>
          <p:spPr>
            <a:xfrm>
              <a:off x="3661385" y="1631973"/>
              <a:ext cx="27432" cy="27432"/>
            </a:xfrm>
            <a:prstGeom prst="ellipse">
              <a:avLst/>
            </a:prstGeom>
            <a:solidFill>
              <a:srgbClr val="00B3F2"/>
            </a:solidFill>
            <a:ln w="7984" cap="rnd">
              <a:solidFill>
                <a:srgbClr val="00B3F2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6096A603-041A-4CB5-4AD6-31D39F228FF7}"/>
                </a:ext>
              </a:extLst>
            </p:cNvPr>
            <p:cNvSpPr/>
            <p:nvPr/>
          </p:nvSpPr>
          <p:spPr>
            <a:xfrm>
              <a:off x="3661385" y="1733422"/>
              <a:ext cx="27432" cy="27432"/>
            </a:xfrm>
            <a:prstGeom prst="ellipse">
              <a:avLst/>
            </a:prstGeom>
            <a:solidFill>
              <a:srgbClr val="28A3FF"/>
            </a:solidFill>
            <a:ln w="7984" cap="rnd">
              <a:solidFill>
                <a:srgbClr val="28A3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1" name="Oval 720">
              <a:extLst>
                <a:ext uri="{FF2B5EF4-FFF2-40B4-BE49-F238E27FC236}">
                  <a16:creationId xmlns:a16="http://schemas.microsoft.com/office/drawing/2014/main" id="{F4C53A3D-E05B-39F6-E3CC-C2BEB9CCBE51}"/>
                </a:ext>
              </a:extLst>
            </p:cNvPr>
            <p:cNvSpPr/>
            <p:nvPr/>
          </p:nvSpPr>
          <p:spPr>
            <a:xfrm>
              <a:off x="3661385" y="1834936"/>
              <a:ext cx="27432" cy="27432"/>
            </a:xfrm>
            <a:prstGeom prst="ellipse">
              <a:avLst/>
            </a:prstGeom>
            <a:solidFill>
              <a:srgbClr val="9C8DFF"/>
            </a:solidFill>
            <a:ln w="7984" cap="rnd">
              <a:solidFill>
                <a:srgbClr val="9C8D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2" name="Oval 721">
              <a:extLst>
                <a:ext uri="{FF2B5EF4-FFF2-40B4-BE49-F238E27FC236}">
                  <a16:creationId xmlns:a16="http://schemas.microsoft.com/office/drawing/2014/main" id="{226BAD0A-BF29-BDC6-E5AC-EC30F4DF0B27}"/>
                </a:ext>
              </a:extLst>
            </p:cNvPr>
            <p:cNvSpPr/>
            <p:nvPr/>
          </p:nvSpPr>
          <p:spPr>
            <a:xfrm>
              <a:off x="3661385" y="1936385"/>
              <a:ext cx="27432" cy="27432"/>
            </a:xfrm>
            <a:prstGeom prst="ellipse">
              <a:avLst/>
            </a:prstGeom>
            <a:solidFill>
              <a:srgbClr val="D277FF"/>
            </a:solidFill>
            <a:ln w="7984" cap="rnd">
              <a:solidFill>
                <a:srgbClr val="D277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3" name="Oval 722">
              <a:extLst>
                <a:ext uri="{FF2B5EF4-FFF2-40B4-BE49-F238E27FC236}">
                  <a16:creationId xmlns:a16="http://schemas.microsoft.com/office/drawing/2014/main" id="{0E7BC6DB-23F7-5012-C76B-DFE4BABE2653}"/>
                </a:ext>
              </a:extLst>
            </p:cNvPr>
            <p:cNvSpPr/>
            <p:nvPr/>
          </p:nvSpPr>
          <p:spPr>
            <a:xfrm>
              <a:off x="3661385" y="2037834"/>
              <a:ext cx="27432" cy="27432"/>
            </a:xfrm>
            <a:prstGeom prst="ellipse">
              <a:avLst/>
            </a:prstGeom>
            <a:solidFill>
              <a:srgbClr val="F166E8"/>
            </a:solidFill>
            <a:ln w="7984" cap="rnd">
              <a:solidFill>
                <a:srgbClr val="F166E8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BD791173-74D3-CEB4-D3F3-1B6235FB33B2}"/>
                </a:ext>
              </a:extLst>
            </p:cNvPr>
            <p:cNvSpPr/>
            <p:nvPr/>
          </p:nvSpPr>
          <p:spPr>
            <a:xfrm>
              <a:off x="3661385" y="2139282"/>
              <a:ext cx="27432" cy="27432"/>
            </a:xfrm>
            <a:prstGeom prst="ellipse">
              <a:avLst/>
            </a:prstGeom>
            <a:solidFill>
              <a:srgbClr val="FF61C7"/>
            </a:solidFill>
            <a:ln w="7984" cap="rnd">
              <a:solidFill>
                <a:srgbClr val="FF61C7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4ECA9659-E7A0-E61B-F99A-5363C4D41F9B}"/>
                </a:ext>
              </a:extLst>
            </p:cNvPr>
            <p:cNvSpPr/>
            <p:nvPr/>
          </p:nvSpPr>
          <p:spPr>
            <a:xfrm>
              <a:off x="3661385" y="2240797"/>
              <a:ext cx="27432" cy="27432"/>
            </a:xfrm>
            <a:prstGeom prst="ellipse">
              <a:avLst/>
            </a:prstGeom>
            <a:solidFill>
              <a:srgbClr val="FF689E"/>
            </a:solidFill>
            <a:ln w="7984" cap="rnd">
              <a:solidFill>
                <a:srgbClr val="FF689E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600"/>
            </a:p>
          </p:txBody>
        </p:sp>
        <p:sp>
          <p:nvSpPr>
            <p:cNvPr id="726" name="TextBox 725">
              <a:extLst>
                <a:ext uri="{FF2B5EF4-FFF2-40B4-BE49-F238E27FC236}">
                  <a16:creationId xmlns:a16="http://schemas.microsoft.com/office/drawing/2014/main" id="{A57BD882-BA85-79A4-3AB7-E40BBB875176}"/>
                </a:ext>
              </a:extLst>
            </p:cNvPr>
            <p:cNvSpPr txBox="1"/>
            <p:nvPr/>
          </p:nvSpPr>
          <p:spPr>
            <a:xfrm>
              <a:off x="3638219" y="541972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727" name="TextBox 726">
              <a:extLst>
                <a:ext uri="{FF2B5EF4-FFF2-40B4-BE49-F238E27FC236}">
                  <a16:creationId xmlns:a16="http://schemas.microsoft.com/office/drawing/2014/main" id="{3D2641F9-899D-7035-7F3E-F830141CFA38}"/>
                </a:ext>
              </a:extLst>
            </p:cNvPr>
            <p:cNvSpPr txBox="1"/>
            <p:nvPr/>
          </p:nvSpPr>
          <p:spPr>
            <a:xfrm>
              <a:off x="3629300" y="643487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728" name="TextBox 727">
              <a:extLst>
                <a:ext uri="{FF2B5EF4-FFF2-40B4-BE49-F238E27FC236}">
                  <a16:creationId xmlns:a16="http://schemas.microsoft.com/office/drawing/2014/main" id="{BBDA3A38-C15D-A955-B7C7-C3B60A631852}"/>
                </a:ext>
              </a:extLst>
            </p:cNvPr>
            <p:cNvSpPr txBox="1"/>
            <p:nvPr/>
          </p:nvSpPr>
          <p:spPr>
            <a:xfrm>
              <a:off x="3629300" y="74493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729" name="TextBox 728">
              <a:extLst>
                <a:ext uri="{FF2B5EF4-FFF2-40B4-BE49-F238E27FC236}">
                  <a16:creationId xmlns:a16="http://schemas.microsoft.com/office/drawing/2014/main" id="{E8F9209C-C3D5-33B0-DF3E-E654BEC06BF9}"/>
                </a:ext>
              </a:extLst>
            </p:cNvPr>
            <p:cNvSpPr txBox="1"/>
            <p:nvPr/>
          </p:nvSpPr>
          <p:spPr>
            <a:xfrm>
              <a:off x="3629300" y="84638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730" name="TextBox 729">
              <a:extLst>
                <a:ext uri="{FF2B5EF4-FFF2-40B4-BE49-F238E27FC236}">
                  <a16:creationId xmlns:a16="http://schemas.microsoft.com/office/drawing/2014/main" id="{291523F4-BE3F-189A-756E-587BA0667756}"/>
                </a:ext>
              </a:extLst>
            </p:cNvPr>
            <p:cNvSpPr txBox="1"/>
            <p:nvPr/>
          </p:nvSpPr>
          <p:spPr>
            <a:xfrm>
              <a:off x="3629300" y="94783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731" name="TextBox 730">
              <a:extLst>
                <a:ext uri="{FF2B5EF4-FFF2-40B4-BE49-F238E27FC236}">
                  <a16:creationId xmlns:a16="http://schemas.microsoft.com/office/drawing/2014/main" id="{2732DD53-B941-A4EF-2A6C-3F907263FB4A}"/>
                </a:ext>
              </a:extLst>
            </p:cNvPr>
            <p:cNvSpPr txBox="1"/>
            <p:nvPr/>
          </p:nvSpPr>
          <p:spPr>
            <a:xfrm>
              <a:off x="3629300" y="1049348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732" name="TextBox 731">
              <a:extLst>
                <a:ext uri="{FF2B5EF4-FFF2-40B4-BE49-F238E27FC236}">
                  <a16:creationId xmlns:a16="http://schemas.microsoft.com/office/drawing/2014/main" id="{ABF58B7E-E89D-5F01-3964-ACAB09271AC8}"/>
                </a:ext>
              </a:extLst>
            </p:cNvPr>
            <p:cNvSpPr txBox="1"/>
            <p:nvPr/>
          </p:nvSpPr>
          <p:spPr>
            <a:xfrm>
              <a:off x="3629300" y="115079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733" name="TextBox 732">
              <a:extLst>
                <a:ext uri="{FF2B5EF4-FFF2-40B4-BE49-F238E27FC236}">
                  <a16:creationId xmlns:a16="http://schemas.microsoft.com/office/drawing/2014/main" id="{1354E748-19EF-7FF9-DB3C-3A66199508D9}"/>
                </a:ext>
              </a:extLst>
            </p:cNvPr>
            <p:cNvSpPr txBox="1"/>
            <p:nvPr/>
          </p:nvSpPr>
          <p:spPr>
            <a:xfrm>
              <a:off x="3629300" y="125224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734" name="TextBox 733">
              <a:extLst>
                <a:ext uri="{FF2B5EF4-FFF2-40B4-BE49-F238E27FC236}">
                  <a16:creationId xmlns:a16="http://schemas.microsoft.com/office/drawing/2014/main" id="{44765A7A-C7E5-20A2-F2D5-B7EFEEC6F8DC}"/>
                </a:ext>
              </a:extLst>
            </p:cNvPr>
            <p:cNvSpPr txBox="1"/>
            <p:nvPr/>
          </p:nvSpPr>
          <p:spPr>
            <a:xfrm>
              <a:off x="3629300" y="135369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735" name="TextBox 734">
              <a:extLst>
                <a:ext uri="{FF2B5EF4-FFF2-40B4-BE49-F238E27FC236}">
                  <a16:creationId xmlns:a16="http://schemas.microsoft.com/office/drawing/2014/main" id="{3DE07A36-0476-EEE4-EB04-68FB29AD88F0}"/>
                </a:ext>
              </a:extLst>
            </p:cNvPr>
            <p:cNvSpPr txBox="1"/>
            <p:nvPr/>
          </p:nvSpPr>
          <p:spPr>
            <a:xfrm>
              <a:off x="3629300" y="145520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736" name="TextBox 735">
              <a:extLst>
                <a:ext uri="{FF2B5EF4-FFF2-40B4-BE49-F238E27FC236}">
                  <a16:creationId xmlns:a16="http://schemas.microsoft.com/office/drawing/2014/main" id="{A0CE0F72-41DE-7231-56DA-F38C1806AE6D}"/>
                </a:ext>
              </a:extLst>
            </p:cNvPr>
            <p:cNvSpPr txBox="1"/>
            <p:nvPr/>
          </p:nvSpPr>
          <p:spPr>
            <a:xfrm>
              <a:off x="3638219" y="1556657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737" name="TextBox 736">
              <a:extLst>
                <a:ext uri="{FF2B5EF4-FFF2-40B4-BE49-F238E27FC236}">
                  <a16:creationId xmlns:a16="http://schemas.microsoft.com/office/drawing/2014/main" id="{4CB01DE1-901E-240D-AF24-DE3235F58441}"/>
                </a:ext>
              </a:extLst>
            </p:cNvPr>
            <p:cNvSpPr txBox="1"/>
            <p:nvPr/>
          </p:nvSpPr>
          <p:spPr>
            <a:xfrm>
              <a:off x="3638219" y="165810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738" name="TextBox 737">
              <a:extLst>
                <a:ext uri="{FF2B5EF4-FFF2-40B4-BE49-F238E27FC236}">
                  <a16:creationId xmlns:a16="http://schemas.microsoft.com/office/drawing/2014/main" id="{DE213359-4574-5D70-9161-3719A1E0D98D}"/>
                </a:ext>
              </a:extLst>
            </p:cNvPr>
            <p:cNvSpPr txBox="1"/>
            <p:nvPr/>
          </p:nvSpPr>
          <p:spPr>
            <a:xfrm>
              <a:off x="3638219" y="175955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739" name="TextBox 738">
              <a:extLst>
                <a:ext uri="{FF2B5EF4-FFF2-40B4-BE49-F238E27FC236}">
                  <a16:creationId xmlns:a16="http://schemas.microsoft.com/office/drawing/2014/main" id="{FE7FBBD0-8D48-6323-327C-1F915D3A95BD}"/>
                </a:ext>
              </a:extLst>
            </p:cNvPr>
            <p:cNvSpPr txBox="1"/>
            <p:nvPr/>
          </p:nvSpPr>
          <p:spPr>
            <a:xfrm>
              <a:off x="3638219" y="1861070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740" name="TextBox 739">
              <a:extLst>
                <a:ext uri="{FF2B5EF4-FFF2-40B4-BE49-F238E27FC236}">
                  <a16:creationId xmlns:a16="http://schemas.microsoft.com/office/drawing/2014/main" id="{1CFCDBA6-844C-3C68-9A71-38ADE5C23BA2}"/>
                </a:ext>
              </a:extLst>
            </p:cNvPr>
            <p:cNvSpPr txBox="1"/>
            <p:nvPr/>
          </p:nvSpPr>
          <p:spPr>
            <a:xfrm>
              <a:off x="3638219" y="196251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741" name="TextBox 740">
              <a:extLst>
                <a:ext uri="{FF2B5EF4-FFF2-40B4-BE49-F238E27FC236}">
                  <a16:creationId xmlns:a16="http://schemas.microsoft.com/office/drawing/2014/main" id="{51AA7FD7-9C6E-0751-EFD0-8B9FAE3E71E4}"/>
                </a:ext>
              </a:extLst>
            </p:cNvPr>
            <p:cNvSpPr txBox="1"/>
            <p:nvPr/>
          </p:nvSpPr>
          <p:spPr>
            <a:xfrm>
              <a:off x="3638219" y="2063967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742" name="TextBox 741">
              <a:extLst>
                <a:ext uri="{FF2B5EF4-FFF2-40B4-BE49-F238E27FC236}">
                  <a16:creationId xmlns:a16="http://schemas.microsoft.com/office/drawing/2014/main" id="{4FA85DB2-DB60-0B81-2008-418D1A342302}"/>
                </a:ext>
              </a:extLst>
            </p:cNvPr>
            <p:cNvSpPr txBox="1"/>
            <p:nvPr/>
          </p:nvSpPr>
          <p:spPr>
            <a:xfrm>
              <a:off x="3638219" y="216541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</p:grpSp>
      <p:grpSp>
        <p:nvGrpSpPr>
          <p:cNvPr id="751" name="Graphic 746">
            <a:extLst>
              <a:ext uri="{FF2B5EF4-FFF2-40B4-BE49-F238E27FC236}">
                <a16:creationId xmlns:a16="http://schemas.microsoft.com/office/drawing/2014/main" id="{332782B6-4634-3919-CBA2-C5C99206D8FF}"/>
              </a:ext>
            </a:extLst>
          </p:cNvPr>
          <p:cNvGrpSpPr/>
          <p:nvPr/>
        </p:nvGrpSpPr>
        <p:grpSpPr>
          <a:xfrm>
            <a:off x="197077" y="2978923"/>
            <a:ext cx="1828800" cy="1828800"/>
            <a:chOff x="286438" y="3109061"/>
            <a:chExt cx="5329507" cy="5571710"/>
          </a:xfrm>
          <a:solidFill>
            <a:srgbClr val="000000"/>
          </a:solidFill>
        </p:grpSpPr>
        <p:pic>
          <p:nvPicPr>
            <p:cNvPr id="752" name="Picture 751">
              <a:extLst>
                <a:ext uri="{FF2B5EF4-FFF2-40B4-BE49-F238E27FC236}">
                  <a16:creationId xmlns:a16="http://schemas.microsoft.com/office/drawing/2014/main" id="{BDEFEB94-E1DC-6B62-174F-8BA7DF00F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438" y="3109061"/>
              <a:ext cx="5188752" cy="5571710"/>
            </a:xfrm>
            <a:custGeom>
              <a:avLst/>
              <a:gdLst>
                <a:gd name="csX0" fmla="*/ 0 w 5188752"/>
                <a:gd name="csY0" fmla="*/ 0 h 5571712"/>
                <a:gd name="csX1" fmla="*/ 5188753 w 5188752"/>
                <a:gd name="csY1" fmla="*/ 0 h 5571712"/>
                <a:gd name="csX2" fmla="*/ 5188753 w 5188752"/>
                <a:gd name="csY2" fmla="*/ 5571713 h 5571712"/>
                <a:gd name="csX3" fmla="*/ 0 w 5188752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88752" h="5571712">
                  <a:moveTo>
                    <a:pt x="0" y="0"/>
                  </a:moveTo>
                  <a:lnTo>
                    <a:pt x="5188753" y="0"/>
                  </a:lnTo>
                  <a:lnTo>
                    <a:pt x="5188753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753" name="TextBox 752">
              <a:extLst>
                <a:ext uri="{FF2B5EF4-FFF2-40B4-BE49-F238E27FC236}">
                  <a16:creationId xmlns:a16="http://schemas.microsoft.com/office/drawing/2014/main" id="{B043CD6A-8A5F-AF49-72AE-A5DE4575B41F}"/>
                </a:ext>
              </a:extLst>
            </p:cNvPr>
            <p:cNvSpPr txBox="1"/>
            <p:nvPr/>
          </p:nvSpPr>
          <p:spPr>
            <a:xfrm>
              <a:off x="3588127" y="4547957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754" name="TextBox 753">
              <a:extLst>
                <a:ext uri="{FF2B5EF4-FFF2-40B4-BE49-F238E27FC236}">
                  <a16:creationId xmlns:a16="http://schemas.microsoft.com/office/drawing/2014/main" id="{63C7A50F-6B4A-A041-F5C2-E77EB3D477E2}"/>
                </a:ext>
              </a:extLst>
            </p:cNvPr>
            <p:cNvSpPr txBox="1"/>
            <p:nvPr/>
          </p:nvSpPr>
          <p:spPr>
            <a:xfrm>
              <a:off x="2774458" y="4441090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755" name="TextBox 754">
              <a:extLst>
                <a:ext uri="{FF2B5EF4-FFF2-40B4-BE49-F238E27FC236}">
                  <a16:creationId xmlns:a16="http://schemas.microsoft.com/office/drawing/2014/main" id="{771E8FFC-28EE-7945-E070-B1D314F56B88}"/>
                </a:ext>
              </a:extLst>
            </p:cNvPr>
            <p:cNvSpPr txBox="1"/>
            <p:nvPr/>
          </p:nvSpPr>
          <p:spPr>
            <a:xfrm>
              <a:off x="2354466" y="6779144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  <p:sp>
          <p:nvSpPr>
            <p:cNvPr id="756" name="TextBox 755">
              <a:extLst>
                <a:ext uri="{FF2B5EF4-FFF2-40B4-BE49-F238E27FC236}">
                  <a16:creationId xmlns:a16="http://schemas.microsoft.com/office/drawing/2014/main" id="{7CD13DE1-93A8-C09E-72FD-9C07E6850539}"/>
                </a:ext>
              </a:extLst>
            </p:cNvPr>
            <p:cNvSpPr txBox="1"/>
            <p:nvPr/>
          </p:nvSpPr>
          <p:spPr>
            <a:xfrm>
              <a:off x="2202405" y="5179064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757" name="TextBox 756">
              <a:extLst>
                <a:ext uri="{FF2B5EF4-FFF2-40B4-BE49-F238E27FC236}">
                  <a16:creationId xmlns:a16="http://schemas.microsoft.com/office/drawing/2014/main" id="{64E56B41-B7D7-DE6B-1827-A603164207EF}"/>
                </a:ext>
              </a:extLst>
            </p:cNvPr>
            <p:cNvSpPr txBox="1"/>
            <p:nvPr/>
          </p:nvSpPr>
          <p:spPr>
            <a:xfrm>
              <a:off x="3814525" y="5313584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758" name="TextBox 757">
              <a:extLst>
                <a:ext uri="{FF2B5EF4-FFF2-40B4-BE49-F238E27FC236}">
                  <a16:creationId xmlns:a16="http://schemas.microsoft.com/office/drawing/2014/main" id="{BC5E0BEC-53FD-A432-65BE-ED3843F521A8}"/>
                </a:ext>
              </a:extLst>
            </p:cNvPr>
            <p:cNvSpPr txBox="1"/>
            <p:nvPr/>
          </p:nvSpPr>
          <p:spPr>
            <a:xfrm>
              <a:off x="1234215" y="6160805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759" name="TextBox 758">
              <a:extLst>
                <a:ext uri="{FF2B5EF4-FFF2-40B4-BE49-F238E27FC236}">
                  <a16:creationId xmlns:a16="http://schemas.microsoft.com/office/drawing/2014/main" id="{31468375-9C0F-B324-16DC-EA6A31EF0512}"/>
                </a:ext>
              </a:extLst>
            </p:cNvPr>
            <p:cNvSpPr txBox="1"/>
            <p:nvPr/>
          </p:nvSpPr>
          <p:spPr>
            <a:xfrm>
              <a:off x="1728813" y="4272275"/>
              <a:ext cx="666535" cy="5399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760" name="TextBox 759">
              <a:extLst>
                <a:ext uri="{FF2B5EF4-FFF2-40B4-BE49-F238E27FC236}">
                  <a16:creationId xmlns:a16="http://schemas.microsoft.com/office/drawing/2014/main" id="{0723267F-E7CA-C173-E8FC-DEF4D4DC5F07}"/>
                </a:ext>
              </a:extLst>
            </p:cNvPr>
            <p:cNvSpPr txBox="1"/>
            <p:nvPr/>
          </p:nvSpPr>
          <p:spPr>
            <a:xfrm>
              <a:off x="2668918" y="8065763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761" name="TextBox 760">
              <a:extLst>
                <a:ext uri="{FF2B5EF4-FFF2-40B4-BE49-F238E27FC236}">
                  <a16:creationId xmlns:a16="http://schemas.microsoft.com/office/drawing/2014/main" id="{FCE52BC8-A408-0227-EAB7-34FAC34D0FE1}"/>
                </a:ext>
              </a:extLst>
            </p:cNvPr>
            <p:cNvSpPr txBox="1"/>
            <p:nvPr/>
          </p:nvSpPr>
          <p:spPr>
            <a:xfrm>
              <a:off x="878977" y="5450017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762" name="TextBox 761">
              <a:extLst>
                <a:ext uri="{FF2B5EF4-FFF2-40B4-BE49-F238E27FC236}">
                  <a16:creationId xmlns:a16="http://schemas.microsoft.com/office/drawing/2014/main" id="{0372E1EA-EFD5-A41B-CE83-F38FD16E0198}"/>
                </a:ext>
              </a:extLst>
            </p:cNvPr>
            <p:cNvSpPr txBox="1"/>
            <p:nvPr/>
          </p:nvSpPr>
          <p:spPr>
            <a:xfrm>
              <a:off x="2424942" y="7691328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763" name="TextBox 762">
              <a:extLst>
                <a:ext uri="{FF2B5EF4-FFF2-40B4-BE49-F238E27FC236}">
                  <a16:creationId xmlns:a16="http://schemas.microsoft.com/office/drawing/2014/main" id="{086610F6-F6A1-B6A6-3E30-1C1144B6575B}"/>
                </a:ext>
              </a:extLst>
            </p:cNvPr>
            <p:cNvSpPr txBox="1"/>
            <p:nvPr/>
          </p:nvSpPr>
          <p:spPr>
            <a:xfrm>
              <a:off x="1018889" y="5837868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764" name="TextBox 763">
              <a:extLst>
                <a:ext uri="{FF2B5EF4-FFF2-40B4-BE49-F238E27FC236}">
                  <a16:creationId xmlns:a16="http://schemas.microsoft.com/office/drawing/2014/main" id="{D23E6BE8-A4AE-E9DE-4518-73158B609FD8}"/>
                </a:ext>
              </a:extLst>
            </p:cNvPr>
            <p:cNvSpPr txBox="1"/>
            <p:nvPr/>
          </p:nvSpPr>
          <p:spPr>
            <a:xfrm>
              <a:off x="318032" y="5934042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765" name="TextBox 764">
              <a:extLst>
                <a:ext uri="{FF2B5EF4-FFF2-40B4-BE49-F238E27FC236}">
                  <a16:creationId xmlns:a16="http://schemas.microsoft.com/office/drawing/2014/main" id="{9C451EA6-A531-FD53-772C-000D303510B0}"/>
                </a:ext>
              </a:extLst>
            </p:cNvPr>
            <p:cNvSpPr txBox="1"/>
            <p:nvPr/>
          </p:nvSpPr>
          <p:spPr>
            <a:xfrm>
              <a:off x="992875" y="4769356"/>
              <a:ext cx="666536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766" name="TextBox 765">
              <a:extLst>
                <a:ext uri="{FF2B5EF4-FFF2-40B4-BE49-F238E27FC236}">
                  <a16:creationId xmlns:a16="http://schemas.microsoft.com/office/drawing/2014/main" id="{B0B20232-D214-1299-0A88-97A394B8EC1F}"/>
                </a:ext>
              </a:extLst>
            </p:cNvPr>
            <p:cNvSpPr txBox="1"/>
            <p:nvPr/>
          </p:nvSpPr>
          <p:spPr>
            <a:xfrm>
              <a:off x="3234120" y="6061357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767" name="TextBox 766">
              <a:extLst>
                <a:ext uri="{FF2B5EF4-FFF2-40B4-BE49-F238E27FC236}">
                  <a16:creationId xmlns:a16="http://schemas.microsoft.com/office/drawing/2014/main" id="{C4E314A5-9C6C-7244-8E24-A34B62CFD12A}"/>
                </a:ext>
              </a:extLst>
            </p:cNvPr>
            <p:cNvSpPr txBox="1"/>
            <p:nvPr/>
          </p:nvSpPr>
          <p:spPr>
            <a:xfrm>
              <a:off x="3270846" y="3561764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768" name="TextBox 767">
              <a:extLst>
                <a:ext uri="{FF2B5EF4-FFF2-40B4-BE49-F238E27FC236}">
                  <a16:creationId xmlns:a16="http://schemas.microsoft.com/office/drawing/2014/main" id="{F72D1D3D-9DFC-DB69-172E-2F9A5027C79D}"/>
                </a:ext>
              </a:extLst>
            </p:cNvPr>
            <p:cNvSpPr txBox="1"/>
            <p:nvPr/>
          </p:nvSpPr>
          <p:spPr>
            <a:xfrm>
              <a:off x="2591900" y="3276849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769" name="TextBox 768">
              <a:extLst>
                <a:ext uri="{FF2B5EF4-FFF2-40B4-BE49-F238E27FC236}">
                  <a16:creationId xmlns:a16="http://schemas.microsoft.com/office/drawing/2014/main" id="{DEF0C64B-1DB4-7D13-F61C-8875D66F090E}"/>
                </a:ext>
              </a:extLst>
            </p:cNvPr>
            <p:cNvSpPr txBox="1"/>
            <p:nvPr/>
          </p:nvSpPr>
          <p:spPr>
            <a:xfrm>
              <a:off x="1579103" y="6674147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770" name="TextBox 769">
              <a:extLst>
                <a:ext uri="{FF2B5EF4-FFF2-40B4-BE49-F238E27FC236}">
                  <a16:creationId xmlns:a16="http://schemas.microsoft.com/office/drawing/2014/main" id="{4F1B6BDF-CDA4-A997-2408-FC2F0610E0C5}"/>
                </a:ext>
              </a:extLst>
            </p:cNvPr>
            <p:cNvSpPr txBox="1"/>
            <p:nvPr/>
          </p:nvSpPr>
          <p:spPr>
            <a:xfrm>
              <a:off x="2497811" y="3912118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771" name="TextBox 770">
              <a:extLst>
                <a:ext uri="{FF2B5EF4-FFF2-40B4-BE49-F238E27FC236}">
                  <a16:creationId xmlns:a16="http://schemas.microsoft.com/office/drawing/2014/main" id="{7C73B158-1B3E-EA7B-0F73-8601AAB9582D}"/>
                </a:ext>
              </a:extLst>
            </p:cNvPr>
            <p:cNvSpPr txBox="1"/>
            <p:nvPr/>
          </p:nvSpPr>
          <p:spPr>
            <a:xfrm>
              <a:off x="4822856" y="5438109"/>
              <a:ext cx="793089" cy="539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</p:grpSp>
      <p:grpSp>
        <p:nvGrpSpPr>
          <p:cNvPr id="832" name="Group 831">
            <a:extLst>
              <a:ext uri="{FF2B5EF4-FFF2-40B4-BE49-F238E27FC236}">
                <a16:creationId xmlns:a16="http://schemas.microsoft.com/office/drawing/2014/main" id="{2DFCC00B-3C51-A11B-D0B4-7ED07E1B627D}"/>
              </a:ext>
            </a:extLst>
          </p:cNvPr>
          <p:cNvGrpSpPr/>
          <p:nvPr/>
        </p:nvGrpSpPr>
        <p:grpSpPr>
          <a:xfrm>
            <a:off x="0" y="4183469"/>
            <a:ext cx="638207" cy="632599"/>
            <a:chOff x="430936" y="2071615"/>
            <a:chExt cx="715944" cy="762125"/>
          </a:xfrm>
        </p:grpSpPr>
        <p:cxnSp>
          <p:nvCxnSpPr>
            <p:cNvPr id="833" name="Straight Arrow Connector 832">
              <a:extLst>
                <a:ext uri="{FF2B5EF4-FFF2-40B4-BE49-F238E27FC236}">
                  <a16:creationId xmlns:a16="http://schemas.microsoft.com/office/drawing/2014/main" id="{5EE048DF-7CCA-2671-1295-C158437F68E6}"/>
                </a:ext>
              </a:extLst>
            </p:cNvPr>
            <p:cNvCxnSpPr/>
            <p:nvPr/>
          </p:nvCxnSpPr>
          <p:spPr>
            <a:xfrm>
              <a:off x="640422" y="2616185"/>
              <a:ext cx="48254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4" name="Straight Arrow Connector 833">
              <a:extLst>
                <a:ext uri="{FF2B5EF4-FFF2-40B4-BE49-F238E27FC236}">
                  <a16:creationId xmlns:a16="http://schemas.microsoft.com/office/drawing/2014/main" id="{36EA325B-C845-12B4-0788-357F83C40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2" y="2138120"/>
              <a:ext cx="0" cy="48463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5" name="Rectangle 834">
              <a:extLst>
                <a:ext uri="{FF2B5EF4-FFF2-40B4-BE49-F238E27FC236}">
                  <a16:creationId xmlns:a16="http://schemas.microsoft.com/office/drawing/2014/main" id="{B1E69F3D-EC01-BE8E-BB70-1C6F25953628}"/>
                </a:ext>
              </a:extLst>
            </p:cNvPr>
            <p:cNvSpPr/>
            <p:nvPr/>
          </p:nvSpPr>
          <p:spPr>
            <a:xfrm>
              <a:off x="515958" y="2588658"/>
              <a:ext cx="630922" cy="2450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 dirty="0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UMAP_1</a:t>
              </a:r>
              <a:endParaRPr lang="en-US" sz="1039" dirty="0">
                <a:ln w="0">
                  <a:noFill/>
                </a:ln>
              </a:endParaRPr>
            </a:p>
          </p:txBody>
        </p:sp>
        <p:sp>
          <p:nvSpPr>
            <p:cNvPr id="836" name="Rectangle 835">
              <a:extLst>
                <a:ext uri="{FF2B5EF4-FFF2-40B4-BE49-F238E27FC236}">
                  <a16:creationId xmlns:a16="http://schemas.microsoft.com/office/drawing/2014/main" id="{4E43222E-07B2-ED6A-5552-E6A5E3F0F9F8}"/>
                </a:ext>
              </a:extLst>
            </p:cNvPr>
            <p:cNvSpPr/>
            <p:nvPr/>
          </p:nvSpPr>
          <p:spPr>
            <a:xfrm rot="16200000">
              <a:off x="206253" y="2296298"/>
              <a:ext cx="677574" cy="228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 dirty="0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UMAP_2</a:t>
              </a:r>
              <a:endParaRPr lang="en-US" sz="1039" dirty="0">
                <a:ln w="0">
                  <a:noFill/>
                </a:ln>
              </a:endParaRPr>
            </a:p>
          </p:txBody>
        </p:sp>
      </p:grp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99255429-7ED2-0CCF-442F-34329DAC4CCD}"/>
              </a:ext>
            </a:extLst>
          </p:cNvPr>
          <p:cNvGrpSpPr/>
          <p:nvPr/>
        </p:nvGrpSpPr>
        <p:grpSpPr>
          <a:xfrm>
            <a:off x="2069781" y="2959893"/>
            <a:ext cx="1865851" cy="1828800"/>
            <a:chOff x="2041206" y="2955131"/>
            <a:chExt cx="1865851" cy="1828800"/>
          </a:xfrm>
        </p:grpSpPr>
        <p:pic>
          <p:nvPicPr>
            <p:cNvPr id="843" name="Picture 842">
              <a:extLst>
                <a:ext uri="{FF2B5EF4-FFF2-40B4-BE49-F238E27FC236}">
                  <a16:creationId xmlns:a16="http://schemas.microsoft.com/office/drawing/2014/main" id="{5A96A236-F1CA-F4D2-7039-EB119A472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41206" y="2955131"/>
              <a:ext cx="1828800" cy="1828800"/>
            </a:xfrm>
            <a:custGeom>
              <a:avLst/>
              <a:gdLst>
                <a:gd name="csX0" fmla="*/ 0 w 4154174"/>
                <a:gd name="csY0" fmla="*/ 0 h 5571712"/>
                <a:gd name="csX1" fmla="*/ 4154175 w 4154174"/>
                <a:gd name="csY1" fmla="*/ 0 h 5571712"/>
                <a:gd name="csX2" fmla="*/ 4154175 w 4154174"/>
                <a:gd name="csY2" fmla="*/ 5571713 h 5571712"/>
                <a:gd name="csX3" fmla="*/ 0 w 4154174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154174" h="5571712">
                  <a:moveTo>
                    <a:pt x="0" y="0"/>
                  </a:moveTo>
                  <a:lnTo>
                    <a:pt x="4154175" y="0"/>
                  </a:lnTo>
                  <a:lnTo>
                    <a:pt x="4154175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844" name="TextBox 843">
              <a:extLst>
                <a:ext uri="{FF2B5EF4-FFF2-40B4-BE49-F238E27FC236}">
                  <a16:creationId xmlns:a16="http://schemas.microsoft.com/office/drawing/2014/main" id="{7D20A3E1-38F2-7EFF-E594-9A031C0AF139}"/>
                </a:ext>
              </a:extLst>
            </p:cNvPr>
            <p:cNvSpPr txBox="1"/>
            <p:nvPr/>
          </p:nvSpPr>
          <p:spPr>
            <a:xfrm>
              <a:off x="3240087" y="345462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6a</a:t>
              </a:r>
            </a:p>
          </p:txBody>
        </p:sp>
        <p:sp>
          <p:nvSpPr>
            <p:cNvPr id="845" name="TextBox 844">
              <a:extLst>
                <a:ext uri="{FF2B5EF4-FFF2-40B4-BE49-F238E27FC236}">
                  <a16:creationId xmlns:a16="http://schemas.microsoft.com/office/drawing/2014/main" id="{3C0DCE5E-B517-8BA7-3944-FBD3B3FAFD67}"/>
                </a:ext>
              </a:extLst>
            </p:cNvPr>
            <p:cNvSpPr txBox="1"/>
            <p:nvPr/>
          </p:nvSpPr>
          <p:spPr>
            <a:xfrm>
              <a:off x="2952670" y="3457955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13d</a:t>
              </a:r>
            </a:p>
          </p:txBody>
        </p:sp>
        <p:sp>
          <p:nvSpPr>
            <p:cNvPr id="846" name="TextBox 845">
              <a:extLst>
                <a:ext uri="{FF2B5EF4-FFF2-40B4-BE49-F238E27FC236}">
                  <a16:creationId xmlns:a16="http://schemas.microsoft.com/office/drawing/2014/main" id="{5099ED86-BE0C-7F4E-13F9-DD03F865FCB6}"/>
                </a:ext>
              </a:extLst>
            </p:cNvPr>
            <p:cNvSpPr txBox="1"/>
            <p:nvPr/>
          </p:nvSpPr>
          <p:spPr>
            <a:xfrm>
              <a:off x="2854010" y="4070351"/>
              <a:ext cx="2664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9c</a:t>
              </a:r>
            </a:p>
          </p:txBody>
        </p:sp>
        <p:sp>
          <p:nvSpPr>
            <p:cNvPr id="847" name="TextBox 846">
              <a:extLst>
                <a:ext uri="{FF2B5EF4-FFF2-40B4-BE49-F238E27FC236}">
                  <a16:creationId xmlns:a16="http://schemas.microsoft.com/office/drawing/2014/main" id="{A23EB3D5-4307-A658-A59C-7C06F708F16C}"/>
                </a:ext>
              </a:extLst>
            </p:cNvPr>
            <p:cNvSpPr txBox="1"/>
            <p:nvPr/>
          </p:nvSpPr>
          <p:spPr>
            <a:xfrm>
              <a:off x="2750819" y="383320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2a</a:t>
              </a:r>
            </a:p>
          </p:txBody>
        </p:sp>
        <p:sp>
          <p:nvSpPr>
            <p:cNvPr id="848" name="TextBox 847">
              <a:extLst>
                <a:ext uri="{FF2B5EF4-FFF2-40B4-BE49-F238E27FC236}">
                  <a16:creationId xmlns:a16="http://schemas.microsoft.com/office/drawing/2014/main" id="{369B2B59-1B98-C63A-0A5C-8200D24EDEBC}"/>
                </a:ext>
              </a:extLst>
            </p:cNvPr>
            <p:cNvSpPr txBox="1"/>
            <p:nvPr/>
          </p:nvSpPr>
          <p:spPr>
            <a:xfrm>
              <a:off x="2817084" y="422828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9d</a:t>
              </a:r>
            </a:p>
          </p:txBody>
        </p:sp>
        <p:sp>
          <p:nvSpPr>
            <p:cNvPr id="849" name="TextBox 848">
              <a:extLst>
                <a:ext uri="{FF2B5EF4-FFF2-40B4-BE49-F238E27FC236}">
                  <a16:creationId xmlns:a16="http://schemas.microsoft.com/office/drawing/2014/main" id="{A87AC74F-BF1D-3244-48D5-E9E7307CDB07}"/>
                </a:ext>
              </a:extLst>
            </p:cNvPr>
            <p:cNvSpPr txBox="1"/>
            <p:nvPr/>
          </p:nvSpPr>
          <p:spPr>
            <a:xfrm>
              <a:off x="3240087" y="3625756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14b</a:t>
              </a:r>
            </a:p>
          </p:txBody>
        </p:sp>
        <p:sp>
          <p:nvSpPr>
            <p:cNvPr id="850" name="TextBox 849">
              <a:extLst>
                <a:ext uri="{FF2B5EF4-FFF2-40B4-BE49-F238E27FC236}">
                  <a16:creationId xmlns:a16="http://schemas.microsoft.com/office/drawing/2014/main" id="{21C9CBCF-D057-14E8-F890-1B7A5626E6F4}"/>
                </a:ext>
              </a:extLst>
            </p:cNvPr>
            <p:cNvSpPr txBox="1"/>
            <p:nvPr/>
          </p:nvSpPr>
          <p:spPr>
            <a:xfrm>
              <a:off x="2353224" y="4028941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15a</a:t>
              </a:r>
            </a:p>
          </p:txBody>
        </p:sp>
        <p:sp>
          <p:nvSpPr>
            <p:cNvPr id="851" name="TextBox 850">
              <a:extLst>
                <a:ext uri="{FF2B5EF4-FFF2-40B4-BE49-F238E27FC236}">
                  <a16:creationId xmlns:a16="http://schemas.microsoft.com/office/drawing/2014/main" id="{C42FE843-EF5E-B7A3-7457-6CE2CC3D42C2}"/>
                </a:ext>
              </a:extLst>
            </p:cNvPr>
            <p:cNvSpPr txBox="1"/>
            <p:nvPr/>
          </p:nvSpPr>
          <p:spPr>
            <a:xfrm>
              <a:off x="2540621" y="348734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1e</a:t>
              </a:r>
            </a:p>
          </p:txBody>
        </p:sp>
        <p:sp>
          <p:nvSpPr>
            <p:cNvPr id="852" name="TextBox 851">
              <a:extLst>
                <a:ext uri="{FF2B5EF4-FFF2-40B4-BE49-F238E27FC236}">
                  <a16:creationId xmlns:a16="http://schemas.microsoft.com/office/drawing/2014/main" id="{BAD57720-0778-99A9-494C-9BC66A1DBDAE}"/>
                </a:ext>
              </a:extLst>
            </p:cNvPr>
            <p:cNvSpPr txBox="1"/>
            <p:nvPr/>
          </p:nvSpPr>
          <p:spPr>
            <a:xfrm>
              <a:off x="2503052" y="3840978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15b</a:t>
              </a:r>
            </a:p>
          </p:txBody>
        </p:sp>
        <p:sp>
          <p:nvSpPr>
            <p:cNvPr id="853" name="TextBox 852">
              <a:extLst>
                <a:ext uri="{FF2B5EF4-FFF2-40B4-BE49-F238E27FC236}">
                  <a16:creationId xmlns:a16="http://schemas.microsoft.com/office/drawing/2014/main" id="{0C55BA6B-DAF9-DC33-9424-DAF27DB0BB2D}"/>
                </a:ext>
              </a:extLst>
            </p:cNvPr>
            <p:cNvSpPr txBox="1"/>
            <p:nvPr/>
          </p:nvSpPr>
          <p:spPr>
            <a:xfrm>
              <a:off x="2861283" y="3336555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13a</a:t>
              </a:r>
            </a:p>
          </p:txBody>
        </p:sp>
        <p:sp>
          <p:nvSpPr>
            <p:cNvPr id="854" name="TextBox 853">
              <a:extLst>
                <a:ext uri="{FF2B5EF4-FFF2-40B4-BE49-F238E27FC236}">
                  <a16:creationId xmlns:a16="http://schemas.microsoft.com/office/drawing/2014/main" id="{A841C3EB-FA91-4B8C-AF22-61DC72E8251C}"/>
                </a:ext>
              </a:extLst>
            </p:cNvPr>
            <p:cNvSpPr txBox="1"/>
            <p:nvPr/>
          </p:nvSpPr>
          <p:spPr>
            <a:xfrm>
              <a:off x="2875385" y="4578611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855" name="TextBox 854">
              <a:extLst>
                <a:ext uri="{FF2B5EF4-FFF2-40B4-BE49-F238E27FC236}">
                  <a16:creationId xmlns:a16="http://schemas.microsoft.com/office/drawing/2014/main" id="{C257CA25-2BE0-5866-65A7-208306FAAAB0}"/>
                </a:ext>
              </a:extLst>
            </p:cNvPr>
            <p:cNvSpPr txBox="1"/>
            <p:nvPr/>
          </p:nvSpPr>
          <p:spPr>
            <a:xfrm>
              <a:off x="2252615" y="3734182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856" name="TextBox 855">
              <a:extLst>
                <a:ext uri="{FF2B5EF4-FFF2-40B4-BE49-F238E27FC236}">
                  <a16:creationId xmlns:a16="http://schemas.microsoft.com/office/drawing/2014/main" id="{67401163-F762-73C1-5490-8A1FFAD6EE1D}"/>
                </a:ext>
              </a:extLst>
            </p:cNvPr>
            <p:cNvSpPr txBox="1"/>
            <p:nvPr/>
          </p:nvSpPr>
          <p:spPr>
            <a:xfrm>
              <a:off x="2641185" y="421578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9b</a:t>
              </a:r>
            </a:p>
          </p:txBody>
        </p:sp>
        <p:sp>
          <p:nvSpPr>
            <p:cNvPr id="857" name="TextBox 856">
              <a:extLst>
                <a:ext uri="{FF2B5EF4-FFF2-40B4-BE49-F238E27FC236}">
                  <a16:creationId xmlns:a16="http://schemas.microsoft.com/office/drawing/2014/main" id="{DCBE4861-B4C0-55E2-C8E9-807B9B46A876}"/>
                </a:ext>
              </a:extLst>
            </p:cNvPr>
            <p:cNvSpPr txBox="1"/>
            <p:nvPr/>
          </p:nvSpPr>
          <p:spPr>
            <a:xfrm>
              <a:off x="2674190" y="4090879"/>
              <a:ext cx="24878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9f</a:t>
              </a:r>
            </a:p>
          </p:txBody>
        </p:sp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E6B65E29-75D3-37C4-EED6-728E9398007D}"/>
                </a:ext>
              </a:extLst>
            </p:cNvPr>
            <p:cNvSpPr txBox="1"/>
            <p:nvPr/>
          </p:nvSpPr>
          <p:spPr>
            <a:xfrm>
              <a:off x="2399930" y="326227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1a</a:t>
              </a:r>
            </a:p>
          </p:txBody>
        </p:sp>
        <p:sp>
          <p:nvSpPr>
            <p:cNvPr id="859" name="TextBox 858">
              <a:extLst>
                <a:ext uri="{FF2B5EF4-FFF2-40B4-BE49-F238E27FC236}">
                  <a16:creationId xmlns:a16="http://schemas.microsoft.com/office/drawing/2014/main" id="{7585EE06-38AF-4336-ABDD-E88CD6B7CF0C}"/>
                </a:ext>
              </a:extLst>
            </p:cNvPr>
            <p:cNvSpPr txBox="1"/>
            <p:nvPr/>
          </p:nvSpPr>
          <p:spPr>
            <a:xfrm>
              <a:off x="2722244" y="4173098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9a</a:t>
              </a:r>
            </a:p>
          </p:txBody>
        </p:sp>
        <p:sp>
          <p:nvSpPr>
            <p:cNvPr id="860" name="TextBox 859">
              <a:extLst>
                <a:ext uri="{FF2B5EF4-FFF2-40B4-BE49-F238E27FC236}">
                  <a16:creationId xmlns:a16="http://schemas.microsoft.com/office/drawing/2014/main" id="{3AB01A95-8521-D834-CC12-67A7134CC148}"/>
                </a:ext>
              </a:extLst>
            </p:cNvPr>
            <p:cNvSpPr txBox="1"/>
            <p:nvPr/>
          </p:nvSpPr>
          <p:spPr>
            <a:xfrm>
              <a:off x="2805336" y="3477244"/>
              <a:ext cx="30970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13c</a:t>
              </a:r>
            </a:p>
          </p:txBody>
        </p:sp>
        <p:sp>
          <p:nvSpPr>
            <p:cNvPr id="861" name="TextBox 860">
              <a:extLst>
                <a:ext uri="{FF2B5EF4-FFF2-40B4-BE49-F238E27FC236}">
                  <a16:creationId xmlns:a16="http://schemas.microsoft.com/office/drawing/2014/main" id="{791F4E7E-BFDD-2677-C384-13A095210371}"/>
                </a:ext>
              </a:extLst>
            </p:cNvPr>
            <p:cNvSpPr txBox="1"/>
            <p:nvPr/>
          </p:nvSpPr>
          <p:spPr>
            <a:xfrm>
              <a:off x="2439437" y="3677319"/>
              <a:ext cx="2664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2c</a:t>
              </a:r>
            </a:p>
          </p:txBody>
        </p:sp>
        <p:sp>
          <p:nvSpPr>
            <p:cNvPr id="862" name="TextBox 861">
              <a:extLst>
                <a:ext uri="{FF2B5EF4-FFF2-40B4-BE49-F238E27FC236}">
                  <a16:creationId xmlns:a16="http://schemas.microsoft.com/office/drawing/2014/main" id="{542E0525-4181-943F-C19D-0A6E8E0DB8E3}"/>
                </a:ext>
              </a:extLst>
            </p:cNvPr>
            <p:cNvSpPr txBox="1"/>
            <p:nvPr/>
          </p:nvSpPr>
          <p:spPr>
            <a:xfrm>
              <a:off x="2433460" y="318561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1b</a:t>
              </a:r>
            </a:p>
          </p:txBody>
        </p:sp>
        <p:sp>
          <p:nvSpPr>
            <p:cNvPr id="863" name="TextBox 862">
              <a:extLst>
                <a:ext uri="{FF2B5EF4-FFF2-40B4-BE49-F238E27FC236}">
                  <a16:creationId xmlns:a16="http://schemas.microsoft.com/office/drawing/2014/main" id="{0D006BBB-4044-C3D6-34EE-195654403350}"/>
                </a:ext>
              </a:extLst>
            </p:cNvPr>
            <p:cNvSpPr txBox="1"/>
            <p:nvPr/>
          </p:nvSpPr>
          <p:spPr>
            <a:xfrm>
              <a:off x="2585087" y="3298832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1d</a:t>
              </a:r>
            </a:p>
          </p:txBody>
        </p:sp>
        <p:sp>
          <p:nvSpPr>
            <p:cNvPr id="864" name="TextBox 863">
              <a:extLst>
                <a:ext uri="{FF2B5EF4-FFF2-40B4-BE49-F238E27FC236}">
                  <a16:creationId xmlns:a16="http://schemas.microsoft.com/office/drawing/2014/main" id="{512D7A90-9E57-7E48-A731-18326F34D7D0}"/>
                </a:ext>
              </a:extLst>
            </p:cNvPr>
            <p:cNvSpPr txBox="1"/>
            <p:nvPr/>
          </p:nvSpPr>
          <p:spPr>
            <a:xfrm>
              <a:off x="2772609" y="408905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9e</a:t>
              </a:r>
            </a:p>
          </p:txBody>
        </p:sp>
        <p:sp>
          <p:nvSpPr>
            <p:cNvPr id="865" name="TextBox 864">
              <a:extLst>
                <a:ext uri="{FF2B5EF4-FFF2-40B4-BE49-F238E27FC236}">
                  <a16:creationId xmlns:a16="http://schemas.microsoft.com/office/drawing/2014/main" id="{F624D9CA-D421-D15A-B500-D3C358414113}"/>
                </a:ext>
              </a:extLst>
            </p:cNvPr>
            <p:cNvSpPr txBox="1"/>
            <p:nvPr/>
          </p:nvSpPr>
          <p:spPr>
            <a:xfrm>
              <a:off x="3291907" y="3775353"/>
              <a:ext cx="30970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14c</a:t>
              </a:r>
            </a:p>
          </p:txBody>
        </p:sp>
        <p:sp>
          <p:nvSpPr>
            <p:cNvPr id="866" name="TextBox 865">
              <a:extLst>
                <a:ext uri="{FF2B5EF4-FFF2-40B4-BE49-F238E27FC236}">
                  <a16:creationId xmlns:a16="http://schemas.microsoft.com/office/drawing/2014/main" id="{4C1DC47C-88DA-29BE-BB20-6CB6F068902C}"/>
                </a:ext>
              </a:extLst>
            </p:cNvPr>
            <p:cNvSpPr txBox="1"/>
            <p:nvPr/>
          </p:nvSpPr>
          <p:spPr>
            <a:xfrm>
              <a:off x="2925577" y="3389584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13b</a:t>
              </a:r>
            </a:p>
          </p:txBody>
        </p:sp>
        <p:sp>
          <p:nvSpPr>
            <p:cNvPr id="867" name="TextBox 866">
              <a:extLst>
                <a:ext uri="{FF2B5EF4-FFF2-40B4-BE49-F238E27FC236}">
                  <a16:creationId xmlns:a16="http://schemas.microsoft.com/office/drawing/2014/main" id="{1D1945C7-81AB-AC47-A6F6-F4F8263BA120}"/>
                </a:ext>
              </a:extLst>
            </p:cNvPr>
            <p:cNvSpPr txBox="1"/>
            <p:nvPr/>
          </p:nvSpPr>
          <p:spPr>
            <a:xfrm>
              <a:off x="2898816" y="3597572"/>
              <a:ext cx="24878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2f</a:t>
              </a:r>
            </a:p>
          </p:txBody>
        </p:sp>
        <p:sp>
          <p:nvSpPr>
            <p:cNvPr id="868" name="TextBox 867">
              <a:extLst>
                <a:ext uri="{FF2B5EF4-FFF2-40B4-BE49-F238E27FC236}">
                  <a16:creationId xmlns:a16="http://schemas.microsoft.com/office/drawing/2014/main" id="{68977B58-935B-5485-5B2A-547FE8A9B06F}"/>
                </a:ext>
              </a:extLst>
            </p:cNvPr>
            <p:cNvSpPr txBox="1"/>
            <p:nvPr/>
          </p:nvSpPr>
          <p:spPr>
            <a:xfrm>
              <a:off x="3358785" y="3702938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14a</a:t>
              </a:r>
            </a:p>
          </p:txBody>
        </p:sp>
        <p:sp>
          <p:nvSpPr>
            <p:cNvPr id="869" name="TextBox 868">
              <a:extLst>
                <a:ext uri="{FF2B5EF4-FFF2-40B4-BE49-F238E27FC236}">
                  <a16:creationId xmlns:a16="http://schemas.microsoft.com/office/drawing/2014/main" id="{D5A49EB1-8CBF-E478-2F61-9C9F3FD6F579}"/>
                </a:ext>
              </a:extLst>
            </p:cNvPr>
            <p:cNvSpPr txBox="1"/>
            <p:nvPr/>
          </p:nvSpPr>
          <p:spPr>
            <a:xfrm>
              <a:off x="2784254" y="4468932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870" name="TextBox 869">
              <a:extLst>
                <a:ext uri="{FF2B5EF4-FFF2-40B4-BE49-F238E27FC236}">
                  <a16:creationId xmlns:a16="http://schemas.microsoft.com/office/drawing/2014/main" id="{BC22EDB8-813D-9A18-8D3B-8EB647A97189}"/>
                </a:ext>
              </a:extLst>
            </p:cNvPr>
            <p:cNvSpPr txBox="1"/>
            <p:nvPr/>
          </p:nvSpPr>
          <p:spPr>
            <a:xfrm>
              <a:off x="2293657" y="386768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871" name="TextBox 870">
              <a:extLst>
                <a:ext uri="{FF2B5EF4-FFF2-40B4-BE49-F238E27FC236}">
                  <a16:creationId xmlns:a16="http://schemas.microsoft.com/office/drawing/2014/main" id="{97AB2390-D994-26EC-482F-C22B99121BAD}"/>
                </a:ext>
              </a:extLst>
            </p:cNvPr>
            <p:cNvSpPr txBox="1"/>
            <p:nvPr/>
          </p:nvSpPr>
          <p:spPr>
            <a:xfrm>
              <a:off x="2459884" y="3434667"/>
              <a:ext cx="2664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1c</a:t>
              </a:r>
            </a:p>
          </p:txBody>
        </p:sp>
        <p:sp>
          <p:nvSpPr>
            <p:cNvPr id="872" name="TextBox 871">
              <a:extLst>
                <a:ext uri="{FF2B5EF4-FFF2-40B4-BE49-F238E27FC236}">
                  <a16:creationId xmlns:a16="http://schemas.microsoft.com/office/drawing/2014/main" id="{68E72679-5031-430E-3548-8E0C89E7A308}"/>
                </a:ext>
              </a:extLst>
            </p:cNvPr>
            <p:cNvSpPr txBox="1"/>
            <p:nvPr/>
          </p:nvSpPr>
          <p:spPr>
            <a:xfrm>
              <a:off x="2770047" y="361210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2b</a:t>
              </a:r>
            </a:p>
          </p:txBody>
        </p:sp>
        <p:sp>
          <p:nvSpPr>
            <p:cNvPr id="873" name="TextBox 872">
              <a:extLst>
                <a:ext uri="{FF2B5EF4-FFF2-40B4-BE49-F238E27FC236}">
                  <a16:creationId xmlns:a16="http://schemas.microsoft.com/office/drawing/2014/main" id="{E526CC8B-59F7-3017-2B89-375B200BD18C}"/>
                </a:ext>
              </a:extLst>
            </p:cNvPr>
            <p:cNvSpPr txBox="1"/>
            <p:nvPr/>
          </p:nvSpPr>
          <p:spPr>
            <a:xfrm>
              <a:off x="2054080" y="390473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874" name="TextBox 873">
              <a:extLst>
                <a:ext uri="{FF2B5EF4-FFF2-40B4-BE49-F238E27FC236}">
                  <a16:creationId xmlns:a16="http://schemas.microsoft.com/office/drawing/2014/main" id="{311D174B-2FA0-FF4A-E67B-F8F05C7F8C31}"/>
                </a:ext>
              </a:extLst>
            </p:cNvPr>
            <p:cNvSpPr txBox="1"/>
            <p:nvPr/>
          </p:nvSpPr>
          <p:spPr>
            <a:xfrm>
              <a:off x="2271012" y="3486907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875" name="TextBox 874">
              <a:extLst>
                <a:ext uri="{FF2B5EF4-FFF2-40B4-BE49-F238E27FC236}">
                  <a16:creationId xmlns:a16="http://schemas.microsoft.com/office/drawing/2014/main" id="{A6F54443-F101-EFEB-6668-F1F448DE6CDE}"/>
                </a:ext>
              </a:extLst>
            </p:cNvPr>
            <p:cNvSpPr txBox="1"/>
            <p:nvPr/>
          </p:nvSpPr>
          <p:spPr>
            <a:xfrm>
              <a:off x="3121976" y="3743694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14d</a:t>
              </a:r>
            </a:p>
          </p:txBody>
        </p:sp>
        <p:sp>
          <p:nvSpPr>
            <p:cNvPr id="876" name="TextBox 875">
              <a:extLst>
                <a:ext uri="{FF2B5EF4-FFF2-40B4-BE49-F238E27FC236}">
                  <a16:creationId xmlns:a16="http://schemas.microsoft.com/office/drawing/2014/main" id="{1C5E4DAD-1BC4-29CA-F8A2-5281C9CCF4D7}"/>
                </a:ext>
              </a:extLst>
            </p:cNvPr>
            <p:cNvSpPr txBox="1"/>
            <p:nvPr/>
          </p:nvSpPr>
          <p:spPr>
            <a:xfrm>
              <a:off x="2751907" y="3389769"/>
              <a:ext cx="31451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13e</a:t>
              </a:r>
            </a:p>
          </p:txBody>
        </p:sp>
        <p:sp>
          <p:nvSpPr>
            <p:cNvPr id="877" name="TextBox 876">
              <a:extLst>
                <a:ext uri="{FF2B5EF4-FFF2-40B4-BE49-F238E27FC236}">
                  <a16:creationId xmlns:a16="http://schemas.microsoft.com/office/drawing/2014/main" id="{FB548ED5-821D-44A6-5BB4-1648FC8A69BA}"/>
                </a:ext>
              </a:extLst>
            </p:cNvPr>
            <p:cNvSpPr txBox="1"/>
            <p:nvPr/>
          </p:nvSpPr>
          <p:spPr>
            <a:xfrm>
              <a:off x="2725087" y="3507510"/>
              <a:ext cx="24558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2i</a:t>
              </a:r>
            </a:p>
          </p:txBody>
        </p:sp>
        <p:sp>
          <p:nvSpPr>
            <p:cNvPr id="878" name="TextBox 877">
              <a:extLst>
                <a:ext uri="{FF2B5EF4-FFF2-40B4-BE49-F238E27FC236}">
                  <a16:creationId xmlns:a16="http://schemas.microsoft.com/office/drawing/2014/main" id="{33E68A29-FBE6-EE58-5596-FB3F3C478625}"/>
                </a:ext>
              </a:extLst>
            </p:cNvPr>
            <p:cNvSpPr txBox="1"/>
            <p:nvPr/>
          </p:nvSpPr>
          <p:spPr>
            <a:xfrm>
              <a:off x="3104472" y="394811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879" name="TextBox 878">
              <a:extLst>
                <a:ext uri="{FF2B5EF4-FFF2-40B4-BE49-F238E27FC236}">
                  <a16:creationId xmlns:a16="http://schemas.microsoft.com/office/drawing/2014/main" id="{A01C41D3-B853-2D54-4A87-83A1D839B417}"/>
                </a:ext>
              </a:extLst>
            </p:cNvPr>
            <p:cNvSpPr txBox="1"/>
            <p:nvPr/>
          </p:nvSpPr>
          <p:spPr>
            <a:xfrm>
              <a:off x="2659213" y="3413089"/>
              <a:ext cx="24878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1f</a:t>
              </a:r>
            </a:p>
          </p:txBody>
        </p:sp>
        <p:sp>
          <p:nvSpPr>
            <p:cNvPr id="880" name="TextBox 879">
              <a:extLst>
                <a:ext uri="{FF2B5EF4-FFF2-40B4-BE49-F238E27FC236}">
                  <a16:creationId xmlns:a16="http://schemas.microsoft.com/office/drawing/2014/main" id="{5B6F6C50-CB07-21C6-92F5-578F74D3435F}"/>
                </a:ext>
              </a:extLst>
            </p:cNvPr>
            <p:cNvSpPr txBox="1"/>
            <p:nvPr/>
          </p:nvSpPr>
          <p:spPr>
            <a:xfrm>
              <a:off x="2881384" y="369574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2g</a:t>
              </a:r>
            </a:p>
          </p:txBody>
        </p:sp>
        <p:sp>
          <p:nvSpPr>
            <p:cNvPr id="881" name="TextBox 880">
              <a:extLst>
                <a:ext uri="{FF2B5EF4-FFF2-40B4-BE49-F238E27FC236}">
                  <a16:creationId xmlns:a16="http://schemas.microsoft.com/office/drawing/2014/main" id="{A4BFE8EC-0802-1387-A2BF-A4881DC94609}"/>
                </a:ext>
              </a:extLst>
            </p:cNvPr>
            <p:cNvSpPr txBox="1"/>
            <p:nvPr/>
          </p:nvSpPr>
          <p:spPr>
            <a:xfrm>
              <a:off x="3124069" y="3107260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882" name="TextBox 881">
              <a:extLst>
                <a:ext uri="{FF2B5EF4-FFF2-40B4-BE49-F238E27FC236}">
                  <a16:creationId xmlns:a16="http://schemas.microsoft.com/office/drawing/2014/main" id="{FDF25069-7CAE-F009-F2A5-50CBA04111E7}"/>
                </a:ext>
              </a:extLst>
            </p:cNvPr>
            <p:cNvSpPr txBox="1"/>
            <p:nvPr/>
          </p:nvSpPr>
          <p:spPr>
            <a:xfrm>
              <a:off x="2538455" y="366116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2d</a:t>
              </a:r>
            </a:p>
          </p:txBody>
        </p:sp>
        <p:sp>
          <p:nvSpPr>
            <p:cNvPr id="883" name="TextBox 882">
              <a:extLst>
                <a:ext uri="{FF2B5EF4-FFF2-40B4-BE49-F238E27FC236}">
                  <a16:creationId xmlns:a16="http://schemas.microsoft.com/office/drawing/2014/main" id="{0BC7B90C-5992-DE9F-36D7-113DF61A2148}"/>
                </a:ext>
              </a:extLst>
            </p:cNvPr>
            <p:cNvSpPr txBox="1"/>
            <p:nvPr/>
          </p:nvSpPr>
          <p:spPr>
            <a:xfrm>
              <a:off x="2866294" y="299656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884" name="TextBox 883">
              <a:extLst>
                <a:ext uri="{FF2B5EF4-FFF2-40B4-BE49-F238E27FC236}">
                  <a16:creationId xmlns:a16="http://schemas.microsoft.com/office/drawing/2014/main" id="{FAAEB50C-847A-089A-63F5-21A9F68E584B}"/>
                </a:ext>
              </a:extLst>
            </p:cNvPr>
            <p:cNvSpPr txBox="1"/>
            <p:nvPr/>
          </p:nvSpPr>
          <p:spPr>
            <a:xfrm>
              <a:off x="2654137" y="3672258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2e</a:t>
              </a:r>
            </a:p>
          </p:txBody>
        </p:sp>
        <p:sp>
          <p:nvSpPr>
            <p:cNvPr id="885" name="TextBox 884">
              <a:extLst>
                <a:ext uri="{FF2B5EF4-FFF2-40B4-BE49-F238E27FC236}">
                  <a16:creationId xmlns:a16="http://schemas.microsoft.com/office/drawing/2014/main" id="{5E9FAF8A-F2BE-41B3-F6EE-34F226CDE2C1}"/>
                </a:ext>
              </a:extLst>
            </p:cNvPr>
            <p:cNvSpPr txBox="1"/>
            <p:nvPr/>
          </p:nvSpPr>
          <p:spPr>
            <a:xfrm>
              <a:off x="2489817" y="4178790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886" name="TextBox 885">
              <a:extLst>
                <a:ext uri="{FF2B5EF4-FFF2-40B4-BE49-F238E27FC236}">
                  <a16:creationId xmlns:a16="http://schemas.microsoft.com/office/drawing/2014/main" id="{CCFF0B95-FF44-8341-A7E4-B3456EFE113A}"/>
                </a:ext>
              </a:extLst>
            </p:cNvPr>
            <p:cNvSpPr txBox="1"/>
            <p:nvPr/>
          </p:nvSpPr>
          <p:spPr>
            <a:xfrm>
              <a:off x="2636046" y="357375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2h</a:t>
              </a:r>
            </a:p>
          </p:txBody>
        </p:sp>
        <p:sp>
          <p:nvSpPr>
            <p:cNvPr id="887" name="TextBox 886">
              <a:extLst>
                <a:ext uri="{FF2B5EF4-FFF2-40B4-BE49-F238E27FC236}">
                  <a16:creationId xmlns:a16="http://schemas.microsoft.com/office/drawing/2014/main" id="{AA7F467A-7120-FB55-DDC1-35878180E9AA}"/>
                </a:ext>
              </a:extLst>
            </p:cNvPr>
            <p:cNvSpPr txBox="1"/>
            <p:nvPr/>
          </p:nvSpPr>
          <p:spPr>
            <a:xfrm>
              <a:off x="3201988" y="3370440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6b</a:t>
              </a:r>
            </a:p>
          </p:txBody>
        </p:sp>
        <p:sp>
          <p:nvSpPr>
            <p:cNvPr id="888" name="TextBox 887">
              <a:extLst>
                <a:ext uri="{FF2B5EF4-FFF2-40B4-BE49-F238E27FC236}">
                  <a16:creationId xmlns:a16="http://schemas.microsoft.com/office/drawing/2014/main" id="{2DCB4498-F8D8-8463-9EA8-10579E932113}"/>
                </a:ext>
              </a:extLst>
            </p:cNvPr>
            <p:cNvSpPr txBox="1"/>
            <p:nvPr/>
          </p:nvSpPr>
          <p:spPr>
            <a:xfrm>
              <a:off x="2829580" y="321992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889" name="TextBox 888">
              <a:extLst>
                <a:ext uri="{FF2B5EF4-FFF2-40B4-BE49-F238E27FC236}">
                  <a16:creationId xmlns:a16="http://schemas.microsoft.com/office/drawing/2014/main" id="{8A5BCD28-DEAE-DE4E-32AF-31C9E0770815}"/>
                </a:ext>
              </a:extLst>
            </p:cNvPr>
            <p:cNvSpPr txBox="1"/>
            <p:nvPr/>
          </p:nvSpPr>
          <p:spPr>
            <a:xfrm>
              <a:off x="3635828" y="373032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890" name="TextBox 889">
              <a:extLst>
                <a:ext uri="{FF2B5EF4-FFF2-40B4-BE49-F238E27FC236}">
                  <a16:creationId xmlns:a16="http://schemas.microsoft.com/office/drawing/2014/main" id="{4FC03DA6-57BD-B850-0E1E-1A4F566BE943}"/>
                </a:ext>
              </a:extLst>
            </p:cNvPr>
            <p:cNvSpPr txBox="1"/>
            <p:nvPr/>
          </p:nvSpPr>
          <p:spPr>
            <a:xfrm>
              <a:off x="2544548" y="3552652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1g</a:t>
              </a:r>
            </a:p>
          </p:txBody>
        </p:sp>
        <p:sp>
          <p:nvSpPr>
            <p:cNvPr id="891" name="TextBox 890">
              <a:extLst>
                <a:ext uri="{FF2B5EF4-FFF2-40B4-BE49-F238E27FC236}">
                  <a16:creationId xmlns:a16="http://schemas.microsoft.com/office/drawing/2014/main" id="{C23F1EB8-1778-1396-E488-F94AF53883DF}"/>
                </a:ext>
              </a:extLst>
            </p:cNvPr>
            <p:cNvSpPr txBox="1"/>
            <p:nvPr/>
          </p:nvSpPr>
          <p:spPr>
            <a:xfrm>
              <a:off x="3055954" y="3330157"/>
              <a:ext cx="29206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13f</a:t>
              </a:r>
            </a:p>
          </p:txBody>
        </p:sp>
      </p:grpSp>
      <p:grpSp>
        <p:nvGrpSpPr>
          <p:cNvPr id="1171" name="Group 1170">
            <a:extLst>
              <a:ext uri="{FF2B5EF4-FFF2-40B4-BE49-F238E27FC236}">
                <a16:creationId xmlns:a16="http://schemas.microsoft.com/office/drawing/2014/main" id="{0431D945-E0AF-47D6-990B-88292C290EFD}"/>
              </a:ext>
            </a:extLst>
          </p:cNvPr>
          <p:cNvGrpSpPr/>
          <p:nvPr/>
        </p:nvGrpSpPr>
        <p:grpSpPr>
          <a:xfrm>
            <a:off x="3902743" y="2886129"/>
            <a:ext cx="1828800" cy="1828800"/>
            <a:chOff x="4017043" y="2886129"/>
            <a:chExt cx="1828800" cy="1828800"/>
          </a:xfrm>
        </p:grpSpPr>
        <p:pic>
          <p:nvPicPr>
            <p:cNvPr id="1070" name="Picture 1069">
              <a:extLst>
                <a:ext uri="{FF2B5EF4-FFF2-40B4-BE49-F238E27FC236}">
                  <a16:creationId xmlns:a16="http://schemas.microsoft.com/office/drawing/2014/main" id="{52670054-0461-BE61-2017-FC57E8211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017043" y="2886129"/>
              <a:ext cx="1828800" cy="1828800"/>
            </a:xfrm>
            <a:custGeom>
              <a:avLst/>
              <a:gdLst>
                <a:gd name="csX0" fmla="*/ 0 w 4709039"/>
                <a:gd name="csY0" fmla="*/ 0 h 5571712"/>
                <a:gd name="csX1" fmla="*/ 4709040 w 4709039"/>
                <a:gd name="csY1" fmla="*/ 0 h 5571712"/>
                <a:gd name="csX2" fmla="*/ 4709040 w 4709039"/>
                <a:gd name="csY2" fmla="*/ 5571713 h 5571712"/>
                <a:gd name="csX3" fmla="*/ 0 w 4709039"/>
                <a:gd name="csY3" fmla="*/ 5571713 h 557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09039" h="5571712">
                  <a:moveTo>
                    <a:pt x="0" y="0"/>
                  </a:moveTo>
                  <a:lnTo>
                    <a:pt x="4709040" y="0"/>
                  </a:lnTo>
                  <a:lnTo>
                    <a:pt x="4709040" y="5571713"/>
                  </a:lnTo>
                  <a:lnTo>
                    <a:pt x="0" y="5571713"/>
                  </a:lnTo>
                  <a:close/>
                </a:path>
              </a:pathLst>
            </a:custGeom>
          </p:spPr>
        </p:pic>
        <p:sp>
          <p:nvSpPr>
            <p:cNvPr id="1071" name="TextBox 1070">
              <a:extLst>
                <a:ext uri="{FF2B5EF4-FFF2-40B4-BE49-F238E27FC236}">
                  <a16:creationId xmlns:a16="http://schemas.microsoft.com/office/drawing/2014/main" id="{D556075F-5370-10DF-5A22-301EE4F4ADE7}"/>
                </a:ext>
              </a:extLst>
            </p:cNvPr>
            <p:cNvSpPr txBox="1"/>
            <p:nvPr/>
          </p:nvSpPr>
          <p:spPr>
            <a:xfrm>
              <a:off x="4430518" y="3172720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1072" name="TextBox 1071">
              <a:extLst>
                <a:ext uri="{FF2B5EF4-FFF2-40B4-BE49-F238E27FC236}">
                  <a16:creationId xmlns:a16="http://schemas.microsoft.com/office/drawing/2014/main" id="{A0B86DF7-FEC0-7FAC-C209-C79CDA2BAA27}"/>
                </a:ext>
              </a:extLst>
            </p:cNvPr>
            <p:cNvSpPr txBox="1"/>
            <p:nvPr/>
          </p:nvSpPr>
          <p:spPr>
            <a:xfrm>
              <a:off x="4834451" y="346023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1073" name="TextBox 1072">
              <a:extLst>
                <a:ext uri="{FF2B5EF4-FFF2-40B4-BE49-F238E27FC236}">
                  <a16:creationId xmlns:a16="http://schemas.microsoft.com/office/drawing/2014/main" id="{A42CF3F1-D6D8-F7F5-F813-B78C631E6A08}"/>
                </a:ext>
              </a:extLst>
            </p:cNvPr>
            <p:cNvSpPr txBox="1"/>
            <p:nvPr/>
          </p:nvSpPr>
          <p:spPr>
            <a:xfrm>
              <a:off x="4734325" y="4075113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1074" name="TextBox 1073">
              <a:extLst>
                <a:ext uri="{FF2B5EF4-FFF2-40B4-BE49-F238E27FC236}">
                  <a16:creationId xmlns:a16="http://schemas.microsoft.com/office/drawing/2014/main" id="{510CDDD4-3875-7D84-7B2E-632474F392CD}"/>
                </a:ext>
              </a:extLst>
            </p:cNvPr>
            <p:cNvSpPr txBox="1"/>
            <p:nvPr/>
          </p:nvSpPr>
          <p:spPr>
            <a:xfrm>
              <a:off x="4551543" y="347819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1075" name="TextBox 1074">
              <a:extLst>
                <a:ext uri="{FF2B5EF4-FFF2-40B4-BE49-F238E27FC236}">
                  <a16:creationId xmlns:a16="http://schemas.microsoft.com/office/drawing/2014/main" id="{4BC009B7-D01A-2BF3-029B-A78CEB81DC49}"/>
                </a:ext>
              </a:extLst>
            </p:cNvPr>
            <p:cNvSpPr txBox="1"/>
            <p:nvPr/>
          </p:nvSpPr>
          <p:spPr>
            <a:xfrm>
              <a:off x="5312907" y="362184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1076" name="TextBox 1075">
              <a:extLst>
                <a:ext uri="{FF2B5EF4-FFF2-40B4-BE49-F238E27FC236}">
                  <a16:creationId xmlns:a16="http://schemas.microsoft.com/office/drawing/2014/main" id="{53DD341B-F26B-E9BC-B61E-5BF925E56444}"/>
                </a:ext>
              </a:extLst>
            </p:cNvPr>
            <p:cNvSpPr txBox="1"/>
            <p:nvPr/>
          </p:nvSpPr>
          <p:spPr>
            <a:xfrm>
              <a:off x="4368101" y="3906580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1077" name="TextBox 1076">
              <a:extLst>
                <a:ext uri="{FF2B5EF4-FFF2-40B4-BE49-F238E27FC236}">
                  <a16:creationId xmlns:a16="http://schemas.microsoft.com/office/drawing/2014/main" id="{067C0A8D-C129-5467-0F42-E72801758FF2}"/>
                </a:ext>
              </a:extLst>
            </p:cNvPr>
            <p:cNvSpPr txBox="1"/>
            <p:nvPr/>
          </p:nvSpPr>
          <p:spPr>
            <a:xfrm>
              <a:off x="4492680" y="377535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1078" name="TextBox 1077">
              <a:extLst>
                <a:ext uri="{FF2B5EF4-FFF2-40B4-BE49-F238E27FC236}">
                  <a16:creationId xmlns:a16="http://schemas.microsoft.com/office/drawing/2014/main" id="{C217B0F3-A092-F171-D7CF-6D5F23FA13E6}"/>
                </a:ext>
              </a:extLst>
            </p:cNvPr>
            <p:cNvSpPr txBox="1"/>
            <p:nvPr/>
          </p:nvSpPr>
          <p:spPr>
            <a:xfrm>
              <a:off x="4844772" y="452177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24</a:t>
              </a:r>
            </a:p>
          </p:txBody>
        </p:sp>
        <p:sp>
          <p:nvSpPr>
            <p:cNvPr id="1079" name="TextBox 1078">
              <a:extLst>
                <a:ext uri="{FF2B5EF4-FFF2-40B4-BE49-F238E27FC236}">
                  <a16:creationId xmlns:a16="http://schemas.microsoft.com/office/drawing/2014/main" id="{B0BA5C03-B862-DB47-47C9-2B86D81EE6E2}"/>
                </a:ext>
              </a:extLst>
            </p:cNvPr>
            <p:cNvSpPr txBox="1"/>
            <p:nvPr/>
          </p:nvSpPr>
          <p:spPr>
            <a:xfrm>
              <a:off x="4896022" y="335983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1080" name="TextBox 1079">
              <a:extLst>
                <a:ext uri="{FF2B5EF4-FFF2-40B4-BE49-F238E27FC236}">
                  <a16:creationId xmlns:a16="http://schemas.microsoft.com/office/drawing/2014/main" id="{E6EA4BB7-EF13-FFA0-5BDE-334276621FA9}"/>
                </a:ext>
              </a:extLst>
            </p:cNvPr>
            <p:cNvSpPr txBox="1"/>
            <p:nvPr/>
          </p:nvSpPr>
          <p:spPr>
            <a:xfrm>
              <a:off x="4738962" y="438564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1081" name="TextBox 1080">
              <a:extLst>
                <a:ext uri="{FF2B5EF4-FFF2-40B4-BE49-F238E27FC236}">
                  <a16:creationId xmlns:a16="http://schemas.microsoft.com/office/drawing/2014/main" id="{0FA0B1F7-C0E9-DF97-6C64-613875486A1D}"/>
                </a:ext>
              </a:extLst>
            </p:cNvPr>
            <p:cNvSpPr txBox="1"/>
            <p:nvPr/>
          </p:nvSpPr>
          <p:spPr>
            <a:xfrm>
              <a:off x="4273753" y="3780115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</a:t>
              </a:r>
            </a:p>
          </p:txBody>
        </p:sp>
        <p:sp>
          <p:nvSpPr>
            <p:cNvPr id="1082" name="TextBox 1081">
              <a:extLst>
                <a:ext uri="{FF2B5EF4-FFF2-40B4-BE49-F238E27FC236}">
                  <a16:creationId xmlns:a16="http://schemas.microsoft.com/office/drawing/2014/main" id="{8D1C2C37-B8C4-786C-0BC6-2B0C960CC0A3}"/>
                </a:ext>
              </a:extLst>
            </p:cNvPr>
            <p:cNvSpPr txBox="1"/>
            <p:nvPr/>
          </p:nvSpPr>
          <p:spPr>
            <a:xfrm>
              <a:off x="5119666" y="368842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1083" name="TextBox 1082">
              <a:extLst>
                <a:ext uri="{FF2B5EF4-FFF2-40B4-BE49-F238E27FC236}">
                  <a16:creationId xmlns:a16="http://schemas.microsoft.com/office/drawing/2014/main" id="{B27AFFFD-2FDD-F3CC-4970-B797A4B1D9B8}"/>
                </a:ext>
              </a:extLst>
            </p:cNvPr>
            <p:cNvSpPr txBox="1"/>
            <p:nvPr/>
          </p:nvSpPr>
          <p:spPr>
            <a:xfrm>
              <a:off x="4747823" y="338125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84F68D13-0913-7641-A0C9-95A191995941}"/>
                </a:ext>
              </a:extLst>
            </p:cNvPr>
            <p:cNvSpPr txBox="1"/>
            <p:nvPr/>
          </p:nvSpPr>
          <p:spPr>
            <a:xfrm>
              <a:off x="4743127" y="357312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C3024E60-DEA5-AC73-69C2-FF8D03C92708}"/>
                </a:ext>
              </a:extLst>
            </p:cNvPr>
            <p:cNvSpPr txBox="1"/>
            <p:nvPr/>
          </p:nvSpPr>
          <p:spPr>
            <a:xfrm>
              <a:off x="5064653" y="3867686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1086" name="TextBox 1085">
              <a:extLst>
                <a:ext uri="{FF2B5EF4-FFF2-40B4-BE49-F238E27FC236}">
                  <a16:creationId xmlns:a16="http://schemas.microsoft.com/office/drawing/2014/main" id="{AE041C1D-169F-8360-E11D-D01771774560}"/>
                </a:ext>
              </a:extLst>
            </p:cNvPr>
            <p:cNvSpPr txBox="1"/>
            <p:nvPr/>
          </p:nvSpPr>
          <p:spPr>
            <a:xfrm>
              <a:off x="4989200" y="3389643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1087" name="TextBox 1086">
              <a:extLst>
                <a:ext uri="{FF2B5EF4-FFF2-40B4-BE49-F238E27FC236}">
                  <a16:creationId xmlns:a16="http://schemas.microsoft.com/office/drawing/2014/main" id="{99CA71CA-80EB-219D-1CA1-7287F483DC95}"/>
                </a:ext>
              </a:extLst>
            </p:cNvPr>
            <p:cNvSpPr txBox="1"/>
            <p:nvPr/>
          </p:nvSpPr>
          <p:spPr>
            <a:xfrm>
              <a:off x="4761952" y="346681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58DB8502-11DC-7E54-B8F5-EE5A1DF969BE}"/>
                </a:ext>
              </a:extLst>
            </p:cNvPr>
            <p:cNvSpPr txBox="1"/>
            <p:nvPr/>
          </p:nvSpPr>
          <p:spPr>
            <a:xfrm>
              <a:off x="5089376" y="3040181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1089" name="TextBox 1088">
              <a:extLst>
                <a:ext uri="{FF2B5EF4-FFF2-40B4-BE49-F238E27FC236}">
                  <a16:creationId xmlns:a16="http://schemas.microsoft.com/office/drawing/2014/main" id="{924602B7-DFC5-B123-8ECB-63C1B57482F5}"/>
                </a:ext>
              </a:extLst>
            </p:cNvPr>
            <p:cNvSpPr txBox="1"/>
            <p:nvPr/>
          </p:nvSpPr>
          <p:spPr>
            <a:xfrm>
              <a:off x="4798233" y="326258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21</a:t>
              </a:r>
            </a:p>
          </p:txBody>
        </p:sp>
        <p:sp>
          <p:nvSpPr>
            <p:cNvPr id="1090" name="TextBox 1089">
              <a:extLst>
                <a:ext uri="{FF2B5EF4-FFF2-40B4-BE49-F238E27FC236}">
                  <a16:creationId xmlns:a16="http://schemas.microsoft.com/office/drawing/2014/main" id="{ABC62CCC-202D-F1DF-FB12-1E8257CF8676}"/>
                </a:ext>
              </a:extLst>
            </p:cNvPr>
            <p:cNvSpPr txBox="1"/>
            <p:nvPr/>
          </p:nvSpPr>
          <p:spPr>
            <a:xfrm>
              <a:off x="4827878" y="2924633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D0CF03C1-0100-8B04-62D5-5257F359F3CC}"/>
                </a:ext>
              </a:extLst>
            </p:cNvPr>
            <p:cNvSpPr txBox="1"/>
            <p:nvPr/>
          </p:nvSpPr>
          <p:spPr>
            <a:xfrm>
              <a:off x="5198933" y="332975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1092" name="TextBox 1091">
              <a:extLst>
                <a:ext uri="{FF2B5EF4-FFF2-40B4-BE49-F238E27FC236}">
                  <a16:creationId xmlns:a16="http://schemas.microsoft.com/office/drawing/2014/main" id="{2D159D35-6DAA-AAD6-A6FF-815CBA4FF6E4}"/>
                </a:ext>
              </a:extLst>
            </p:cNvPr>
            <p:cNvSpPr txBox="1"/>
            <p:nvPr/>
          </p:nvSpPr>
          <p:spPr>
            <a:xfrm>
              <a:off x="4598710" y="3502021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1093" name="TextBox 1092">
              <a:extLst>
                <a:ext uri="{FF2B5EF4-FFF2-40B4-BE49-F238E27FC236}">
                  <a16:creationId xmlns:a16="http://schemas.microsoft.com/office/drawing/2014/main" id="{A05A1383-534A-D54A-AC0F-3A882BFB2DC6}"/>
                </a:ext>
              </a:extLst>
            </p:cNvPr>
            <p:cNvSpPr txBox="1"/>
            <p:nvPr/>
          </p:nvSpPr>
          <p:spPr>
            <a:xfrm>
              <a:off x="4924160" y="324394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25</a:t>
              </a:r>
            </a:p>
          </p:txBody>
        </p:sp>
        <p:sp>
          <p:nvSpPr>
            <p:cNvPr id="1094" name="TextBox 1093">
              <a:extLst>
                <a:ext uri="{FF2B5EF4-FFF2-40B4-BE49-F238E27FC236}">
                  <a16:creationId xmlns:a16="http://schemas.microsoft.com/office/drawing/2014/main" id="{4DD4BE2E-0CA1-106C-67E9-E5017466DA2F}"/>
                </a:ext>
              </a:extLst>
            </p:cNvPr>
            <p:cNvSpPr txBox="1"/>
            <p:nvPr/>
          </p:nvSpPr>
          <p:spPr>
            <a:xfrm>
              <a:off x="5015117" y="3458384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22</a:t>
              </a:r>
            </a:p>
          </p:txBody>
        </p:sp>
        <p:sp>
          <p:nvSpPr>
            <p:cNvPr id="1095" name="TextBox 1094">
              <a:extLst>
                <a:ext uri="{FF2B5EF4-FFF2-40B4-BE49-F238E27FC236}">
                  <a16:creationId xmlns:a16="http://schemas.microsoft.com/office/drawing/2014/main" id="{AEE7670F-9C42-842B-FC35-AAC06BC5C19C}"/>
                </a:ext>
              </a:extLst>
            </p:cNvPr>
            <p:cNvSpPr txBox="1"/>
            <p:nvPr/>
          </p:nvSpPr>
          <p:spPr>
            <a:xfrm>
              <a:off x="5082330" y="3263757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1096" name="TextBox 1095">
              <a:extLst>
                <a:ext uri="{FF2B5EF4-FFF2-40B4-BE49-F238E27FC236}">
                  <a16:creationId xmlns:a16="http://schemas.microsoft.com/office/drawing/2014/main" id="{19CEF36D-FCB4-A7DE-65B6-C33CB1BA25CA}"/>
                </a:ext>
              </a:extLst>
            </p:cNvPr>
            <p:cNvSpPr txBox="1"/>
            <p:nvPr/>
          </p:nvSpPr>
          <p:spPr>
            <a:xfrm>
              <a:off x="4916599" y="3474739"/>
              <a:ext cx="27122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23</a:t>
              </a:r>
            </a:p>
          </p:txBody>
        </p:sp>
      </p:grpSp>
      <p:sp>
        <p:nvSpPr>
          <p:cNvPr id="1179" name="TextBox 1178">
            <a:extLst>
              <a:ext uri="{FF2B5EF4-FFF2-40B4-BE49-F238E27FC236}">
                <a16:creationId xmlns:a16="http://schemas.microsoft.com/office/drawing/2014/main" id="{3DFDEAEB-3B06-772C-2629-E144B69495DA}"/>
              </a:ext>
            </a:extLst>
          </p:cNvPr>
          <p:cNvSpPr txBox="1"/>
          <p:nvPr/>
        </p:nvSpPr>
        <p:spPr>
          <a:xfrm>
            <a:off x="3264" y="2749354"/>
            <a:ext cx="17940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Parker 2024 Parent Clusters</a:t>
            </a:r>
          </a:p>
        </p:txBody>
      </p:sp>
      <p:sp>
        <p:nvSpPr>
          <p:cNvPr id="1181" name="TextBox 1180">
            <a:extLst>
              <a:ext uri="{FF2B5EF4-FFF2-40B4-BE49-F238E27FC236}">
                <a16:creationId xmlns:a16="http://schemas.microsoft.com/office/drawing/2014/main" id="{4B51A99B-5D84-9EDE-3C68-6C3C5734A71E}"/>
              </a:ext>
            </a:extLst>
          </p:cNvPr>
          <p:cNvSpPr txBox="1"/>
          <p:nvPr/>
        </p:nvSpPr>
        <p:spPr>
          <a:xfrm>
            <a:off x="2169018" y="2749354"/>
            <a:ext cx="17107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Parker 2024 Child Clusters</a:t>
            </a:r>
          </a:p>
        </p:txBody>
      </p:sp>
      <p:sp>
        <p:nvSpPr>
          <p:cNvPr id="1183" name="TextBox 1182">
            <a:extLst>
              <a:ext uri="{FF2B5EF4-FFF2-40B4-BE49-F238E27FC236}">
                <a16:creationId xmlns:a16="http://schemas.microsoft.com/office/drawing/2014/main" id="{74F9F764-71F9-5483-1C35-20A4C80FB611}"/>
              </a:ext>
            </a:extLst>
          </p:cNvPr>
          <p:cNvSpPr txBox="1"/>
          <p:nvPr/>
        </p:nvSpPr>
        <p:spPr>
          <a:xfrm>
            <a:off x="4228991" y="2749354"/>
            <a:ext cx="16610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This work → Parker 2024 </a:t>
            </a:r>
          </a:p>
        </p:txBody>
      </p:sp>
      <p:grpSp>
        <p:nvGrpSpPr>
          <p:cNvPr id="1210" name="Group 1209">
            <a:extLst>
              <a:ext uri="{FF2B5EF4-FFF2-40B4-BE49-F238E27FC236}">
                <a16:creationId xmlns:a16="http://schemas.microsoft.com/office/drawing/2014/main" id="{F0F09870-8250-794F-B91E-353339CAEE25}"/>
              </a:ext>
            </a:extLst>
          </p:cNvPr>
          <p:cNvGrpSpPr/>
          <p:nvPr/>
        </p:nvGrpSpPr>
        <p:grpSpPr>
          <a:xfrm>
            <a:off x="5788873" y="764084"/>
            <a:ext cx="628698" cy="1243345"/>
            <a:chOff x="5931748" y="764084"/>
            <a:chExt cx="628698" cy="1243345"/>
          </a:xfrm>
        </p:grpSpPr>
        <p:grpSp>
          <p:nvGrpSpPr>
            <p:cNvPr id="667" name="Group 666">
              <a:extLst>
                <a:ext uri="{FF2B5EF4-FFF2-40B4-BE49-F238E27FC236}">
                  <a16:creationId xmlns:a16="http://schemas.microsoft.com/office/drawing/2014/main" id="{48A0807C-DE5E-A535-E83F-9063E3C807D6}"/>
                </a:ext>
              </a:extLst>
            </p:cNvPr>
            <p:cNvGrpSpPr/>
            <p:nvPr/>
          </p:nvGrpSpPr>
          <p:grpSpPr>
            <a:xfrm>
              <a:off x="6004040" y="878283"/>
              <a:ext cx="524253" cy="1129146"/>
              <a:chOff x="6004040" y="878283"/>
              <a:chExt cx="524253" cy="1129146"/>
            </a:xfrm>
          </p:grpSpPr>
          <p:sp>
            <p:nvSpPr>
              <p:cNvPr id="584" name="Oval 583">
                <a:extLst>
                  <a:ext uri="{FF2B5EF4-FFF2-40B4-BE49-F238E27FC236}">
                    <a16:creationId xmlns:a16="http://schemas.microsoft.com/office/drawing/2014/main" id="{F1A93BFD-7C53-4CB8-24F9-082AD773F3F5}"/>
                  </a:ext>
                </a:extLst>
              </p:cNvPr>
              <p:cNvSpPr/>
              <p:nvPr/>
            </p:nvSpPr>
            <p:spPr>
              <a:xfrm>
                <a:off x="6060901" y="962656"/>
                <a:ext cx="27432" cy="27394"/>
              </a:xfrm>
              <a:prstGeom prst="ellipse">
                <a:avLst/>
              </a:prstGeom>
              <a:solidFill>
                <a:srgbClr val="E9695F"/>
              </a:solidFill>
              <a:ln w="7984" cap="rnd">
                <a:solidFill>
                  <a:srgbClr val="E9695F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85" name="Oval 584">
                <a:extLst>
                  <a:ext uri="{FF2B5EF4-FFF2-40B4-BE49-F238E27FC236}">
                    <a16:creationId xmlns:a16="http://schemas.microsoft.com/office/drawing/2014/main" id="{52900757-641D-7AD9-341A-0E38F77BB3E6}"/>
                  </a:ext>
                </a:extLst>
              </p:cNvPr>
              <p:cNvSpPr/>
              <p:nvPr/>
            </p:nvSpPr>
            <p:spPr>
              <a:xfrm>
                <a:off x="6060901" y="1021676"/>
                <a:ext cx="27432" cy="27394"/>
              </a:xfrm>
              <a:prstGeom prst="ellipse">
                <a:avLst/>
              </a:prstGeom>
              <a:solidFill>
                <a:srgbClr val="00B2B1"/>
              </a:solidFill>
              <a:ln w="7984" cap="rnd">
                <a:solidFill>
                  <a:srgbClr val="00B2B1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86" name="Oval 585">
                <a:extLst>
                  <a:ext uri="{FF2B5EF4-FFF2-40B4-BE49-F238E27FC236}">
                    <a16:creationId xmlns:a16="http://schemas.microsoft.com/office/drawing/2014/main" id="{6A1410B3-BA6F-BA7F-AE08-10AE92875B00}"/>
                  </a:ext>
                </a:extLst>
              </p:cNvPr>
              <p:cNvSpPr/>
              <p:nvPr/>
            </p:nvSpPr>
            <p:spPr>
              <a:xfrm>
                <a:off x="6060901" y="1080697"/>
                <a:ext cx="27432" cy="27394"/>
              </a:xfrm>
              <a:prstGeom prst="ellipse">
                <a:avLst/>
              </a:prstGeom>
              <a:solidFill>
                <a:srgbClr val="ED6372"/>
              </a:solidFill>
              <a:ln w="7984" cap="rnd">
                <a:solidFill>
                  <a:srgbClr val="ED6372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187EE907-3404-226D-C31C-E0AED794A48C}"/>
                  </a:ext>
                </a:extLst>
              </p:cNvPr>
              <p:cNvSpPr/>
              <p:nvPr/>
            </p:nvSpPr>
            <p:spPr>
              <a:xfrm>
                <a:off x="6060901" y="1139717"/>
                <a:ext cx="27432" cy="27394"/>
              </a:xfrm>
              <a:prstGeom prst="ellipse">
                <a:avLst/>
              </a:prstGeom>
              <a:solidFill>
                <a:srgbClr val="00A395"/>
              </a:solidFill>
              <a:ln w="7984" cap="rnd">
                <a:solidFill>
                  <a:srgbClr val="00A395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88" name="Oval 587">
                <a:extLst>
                  <a:ext uri="{FF2B5EF4-FFF2-40B4-BE49-F238E27FC236}">
                    <a16:creationId xmlns:a16="http://schemas.microsoft.com/office/drawing/2014/main" id="{4A29CA01-E149-CBB9-4047-818DE94BB5B9}"/>
                  </a:ext>
                </a:extLst>
              </p:cNvPr>
              <p:cNvSpPr/>
              <p:nvPr/>
            </p:nvSpPr>
            <p:spPr>
              <a:xfrm>
                <a:off x="6060901" y="1198776"/>
                <a:ext cx="27432" cy="27394"/>
              </a:xfrm>
              <a:prstGeom prst="ellipse">
                <a:avLst/>
              </a:prstGeom>
              <a:solidFill>
                <a:srgbClr val="DA5677"/>
              </a:solidFill>
              <a:ln w="7984" cap="rnd">
                <a:solidFill>
                  <a:srgbClr val="DA5677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89" name="Oval 588">
                <a:extLst>
                  <a:ext uri="{FF2B5EF4-FFF2-40B4-BE49-F238E27FC236}">
                    <a16:creationId xmlns:a16="http://schemas.microsoft.com/office/drawing/2014/main" id="{59A566DA-E306-00B8-CF9A-FD25554F2A67}"/>
                  </a:ext>
                </a:extLst>
              </p:cNvPr>
              <p:cNvSpPr/>
              <p:nvPr/>
            </p:nvSpPr>
            <p:spPr>
              <a:xfrm>
                <a:off x="6060901" y="1257797"/>
                <a:ext cx="27432" cy="27394"/>
              </a:xfrm>
              <a:prstGeom prst="ellipse">
                <a:avLst/>
              </a:prstGeom>
              <a:solidFill>
                <a:srgbClr val="50DBC9"/>
              </a:solidFill>
              <a:ln w="7984" cap="rnd">
                <a:solidFill>
                  <a:srgbClr val="50DBC9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0" name="Oval 589">
                <a:extLst>
                  <a:ext uri="{FF2B5EF4-FFF2-40B4-BE49-F238E27FC236}">
                    <a16:creationId xmlns:a16="http://schemas.microsoft.com/office/drawing/2014/main" id="{9BA1A14F-BA8B-FC21-6721-DFBF5F7BA381}"/>
                  </a:ext>
                </a:extLst>
              </p:cNvPr>
              <p:cNvSpPr/>
              <p:nvPr/>
            </p:nvSpPr>
            <p:spPr>
              <a:xfrm>
                <a:off x="6060901" y="1316817"/>
                <a:ext cx="27432" cy="27394"/>
              </a:xfrm>
              <a:prstGeom prst="ellipse">
                <a:avLst/>
              </a:prstGeom>
              <a:solidFill>
                <a:srgbClr val="FFADC8"/>
              </a:solidFill>
              <a:ln w="7984" cap="rnd">
                <a:solidFill>
                  <a:srgbClr val="FFADC8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1" name="Oval 590">
                <a:extLst>
                  <a:ext uri="{FF2B5EF4-FFF2-40B4-BE49-F238E27FC236}">
                    <a16:creationId xmlns:a16="http://schemas.microsoft.com/office/drawing/2014/main" id="{41F4A2A4-7C8D-9B36-D295-B84D686A244F}"/>
                  </a:ext>
                </a:extLst>
              </p:cNvPr>
              <p:cNvSpPr/>
              <p:nvPr/>
            </p:nvSpPr>
            <p:spPr>
              <a:xfrm>
                <a:off x="6060901" y="1375837"/>
                <a:ext cx="27432" cy="27394"/>
              </a:xfrm>
              <a:prstGeom prst="ellipse">
                <a:avLst/>
              </a:prstGeom>
              <a:solidFill>
                <a:srgbClr val="008463"/>
              </a:solidFill>
              <a:ln w="7984" cap="rnd">
                <a:solidFill>
                  <a:srgbClr val="00846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2" name="Oval 591">
                <a:extLst>
                  <a:ext uri="{FF2B5EF4-FFF2-40B4-BE49-F238E27FC236}">
                    <a16:creationId xmlns:a16="http://schemas.microsoft.com/office/drawing/2014/main" id="{2284A6CD-43CD-562F-1EC5-ABC7ACD51769}"/>
                  </a:ext>
                </a:extLst>
              </p:cNvPr>
              <p:cNvSpPr/>
              <p:nvPr/>
            </p:nvSpPr>
            <p:spPr>
              <a:xfrm>
                <a:off x="6060901" y="1434896"/>
                <a:ext cx="27432" cy="27394"/>
              </a:xfrm>
              <a:prstGeom prst="ellipse">
                <a:avLst/>
              </a:prstGeom>
              <a:solidFill>
                <a:srgbClr val="B53D78"/>
              </a:solidFill>
              <a:ln w="7984" cap="rnd">
                <a:solidFill>
                  <a:srgbClr val="B53D78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3" name="Oval 592">
                <a:extLst>
                  <a:ext uri="{FF2B5EF4-FFF2-40B4-BE49-F238E27FC236}">
                    <a16:creationId xmlns:a16="http://schemas.microsoft.com/office/drawing/2014/main" id="{E7EECF0A-167C-9333-AEB0-73C8295FE2FB}"/>
                  </a:ext>
                </a:extLst>
              </p:cNvPr>
              <p:cNvSpPr/>
              <p:nvPr/>
            </p:nvSpPr>
            <p:spPr>
              <a:xfrm>
                <a:off x="6060901" y="1493917"/>
                <a:ext cx="27432" cy="27394"/>
              </a:xfrm>
              <a:prstGeom prst="ellipse">
                <a:avLst/>
              </a:prstGeom>
              <a:solidFill>
                <a:srgbClr val="00B277"/>
              </a:solidFill>
              <a:ln w="7984" cap="rnd">
                <a:solidFill>
                  <a:srgbClr val="00B277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4" name="Oval 593">
                <a:extLst>
                  <a:ext uri="{FF2B5EF4-FFF2-40B4-BE49-F238E27FC236}">
                    <a16:creationId xmlns:a16="http://schemas.microsoft.com/office/drawing/2014/main" id="{AF26A840-C502-B3B0-6B97-39EDE2188148}"/>
                  </a:ext>
                </a:extLst>
              </p:cNvPr>
              <p:cNvSpPr/>
              <p:nvPr/>
            </p:nvSpPr>
            <p:spPr>
              <a:xfrm>
                <a:off x="6060901" y="1552937"/>
                <a:ext cx="27432" cy="27394"/>
              </a:xfrm>
              <a:prstGeom prst="ellipse">
                <a:avLst/>
              </a:prstGeom>
              <a:solidFill>
                <a:srgbClr val="F352B0"/>
              </a:solidFill>
              <a:ln w="7984" cap="rnd">
                <a:solidFill>
                  <a:srgbClr val="F352B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82FFA0CD-D969-0989-DA6B-3900202FF9C7}"/>
                  </a:ext>
                </a:extLst>
              </p:cNvPr>
              <p:cNvSpPr/>
              <p:nvPr/>
            </p:nvSpPr>
            <p:spPr>
              <a:xfrm>
                <a:off x="6060901" y="1611957"/>
                <a:ext cx="27432" cy="27394"/>
              </a:xfrm>
              <a:prstGeom prst="ellipse">
                <a:avLst/>
              </a:prstGeom>
              <a:solidFill>
                <a:srgbClr val="00A15D"/>
              </a:solidFill>
              <a:ln w="7984" cap="rnd">
                <a:solidFill>
                  <a:srgbClr val="00A15D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6" name="Oval 595">
                <a:extLst>
                  <a:ext uri="{FF2B5EF4-FFF2-40B4-BE49-F238E27FC236}">
                    <a16:creationId xmlns:a16="http://schemas.microsoft.com/office/drawing/2014/main" id="{72C5611E-D4FA-1604-960D-94C609CF9CE9}"/>
                  </a:ext>
                </a:extLst>
              </p:cNvPr>
              <p:cNvSpPr/>
              <p:nvPr/>
            </p:nvSpPr>
            <p:spPr>
              <a:xfrm>
                <a:off x="6060901" y="1671016"/>
                <a:ext cx="27432" cy="27394"/>
              </a:xfrm>
              <a:prstGeom prst="ellipse">
                <a:avLst/>
              </a:prstGeom>
              <a:solidFill>
                <a:srgbClr val="DB4AAC"/>
              </a:solidFill>
              <a:ln w="7984" cap="rnd">
                <a:solidFill>
                  <a:srgbClr val="DB4AAC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7" name="Oval 596">
                <a:extLst>
                  <a:ext uri="{FF2B5EF4-FFF2-40B4-BE49-F238E27FC236}">
                    <a16:creationId xmlns:a16="http://schemas.microsoft.com/office/drawing/2014/main" id="{824632FD-5BFA-7D40-2F6B-33EB6BF1C8DE}"/>
                  </a:ext>
                </a:extLst>
              </p:cNvPr>
              <p:cNvSpPr/>
              <p:nvPr/>
            </p:nvSpPr>
            <p:spPr>
              <a:xfrm>
                <a:off x="6060901" y="1730037"/>
                <a:ext cx="27432" cy="27394"/>
              </a:xfrm>
              <a:prstGeom prst="ellipse">
                <a:avLst/>
              </a:prstGeom>
              <a:solidFill>
                <a:srgbClr val="75DAA7"/>
              </a:solidFill>
              <a:ln w="7984" cap="rnd">
                <a:solidFill>
                  <a:srgbClr val="75DAA7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8" name="Oval 597">
                <a:extLst>
                  <a:ext uri="{FF2B5EF4-FFF2-40B4-BE49-F238E27FC236}">
                    <a16:creationId xmlns:a16="http://schemas.microsoft.com/office/drawing/2014/main" id="{7C87D7AF-D5A1-28A0-A1DF-E0A417A4E327}"/>
                  </a:ext>
                </a:extLst>
              </p:cNvPr>
              <p:cNvSpPr/>
              <p:nvPr/>
            </p:nvSpPr>
            <p:spPr>
              <a:xfrm>
                <a:off x="6060901" y="1789057"/>
                <a:ext cx="27432" cy="27394"/>
              </a:xfrm>
              <a:prstGeom prst="ellipse">
                <a:avLst/>
              </a:prstGeom>
              <a:solidFill>
                <a:srgbClr val="FEADE6"/>
              </a:solidFill>
              <a:ln w="7984" cap="rnd">
                <a:solidFill>
                  <a:srgbClr val="FEADE6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599" name="Oval 598">
                <a:extLst>
                  <a:ext uri="{FF2B5EF4-FFF2-40B4-BE49-F238E27FC236}">
                    <a16:creationId xmlns:a16="http://schemas.microsoft.com/office/drawing/2014/main" id="{494020B8-E1D4-C439-6B09-AF2AAB76399A}"/>
                  </a:ext>
                </a:extLst>
              </p:cNvPr>
              <p:cNvSpPr/>
              <p:nvPr/>
            </p:nvSpPr>
            <p:spPr>
              <a:xfrm>
                <a:off x="6060901" y="1848077"/>
                <a:ext cx="27432" cy="27394"/>
              </a:xfrm>
              <a:prstGeom prst="ellipse">
                <a:avLst/>
              </a:prstGeom>
              <a:solidFill>
                <a:srgbClr val="008028"/>
              </a:solidFill>
              <a:ln w="7984" cap="rnd">
                <a:solidFill>
                  <a:srgbClr val="008028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8C829786-7B74-4CD0-8E35-189A7C03912A}"/>
                  </a:ext>
                </a:extLst>
              </p:cNvPr>
              <p:cNvSpPr/>
              <p:nvPr/>
            </p:nvSpPr>
            <p:spPr>
              <a:xfrm>
                <a:off x="6060901" y="1907136"/>
                <a:ext cx="27432" cy="27394"/>
              </a:xfrm>
              <a:prstGeom prst="ellipse">
                <a:avLst/>
              </a:prstGeom>
              <a:solidFill>
                <a:srgbClr val="AD3B9E"/>
              </a:solidFill>
              <a:ln w="7984" cap="rnd">
                <a:solidFill>
                  <a:srgbClr val="AD3B9E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1" name="Oval 600">
                <a:extLst>
                  <a:ext uri="{FF2B5EF4-FFF2-40B4-BE49-F238E27FC236}">
                    <a16:creationId xmlns:a16="http://schemas.microsoft.com/office/drawing/2014/main" id="{3F3FFF50-72D9-C1D1-AC86-26926C19D020}"/>
                  </a:ext>
                </a:extLst>
              </p:cNvPr>
              <p:cNvSpPr/>
              <p:nvPr/>
            </p:nvSpPr>
            <p:spPr>
              <a:xfrm>
                <a:off x="6307652" y="941227"/>
                <a:ext cx="27432" cy="27394"/>
              </a:xfrm>
              <a:prstGeom prst="ellipse">
                <a:avLst/>
              </a:prstGeom>
              <a:solidFill>
                <a:srgbClr val="00AB0D"/>
              </a:solidFill>
              <a:ln w="7984" cap="rnd">
                <a:solidFill>
                  <a:srgbClr val="00AB0D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491F7DE4-839F-81F3-54C7-2CA3C369D407}"/>
                  </a:ext>
                </a:extLst>
              </p:cNvPr>
              <p:cNvSpPr/>
              <p:nvPr/>
            </p:nvSpPr>
            <p:spPr>
              <a:xfrm>
                <a:off x="6307652" y="1000247"/>
                <a:ext cx="27432" cy="27394"/>
              </a:xfrm>
              <a:prstGeom prst="ellipse">
                <a:avLst/>
              </a:prstGeom>
              <a:solidFill>
                <a:srgbClr val="E157DF"/>
              </a:solidFill>
              <a:ln w="7984" cap="rnd">
                <a:solidFill>
                  <a:srgbClr val="E157DF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E03287C3-F67E-10EC-A7FB-68D712116BC6}"/>
                  </a:ext>
                </a:extLst>
              </p:cNvPr>
              <p:cNvSpPr/>
              <p:nvPr/>
            </p:nvSpPr>
            <p:spPr>
              <a:xfrm>
                <a:off x="6307652" y="1059268"/>
                <a:ext cx="27432" cy="27394"/>
              </a:xfrm>
              <a:prstGeom prst="ellipse">
                <a:avLst/>
              </a:prstGeom>
              <a:solidFill>
                <a:srgbClr val="0D9A00"/>
              </a:solidFill>
              <a:ln w="7984" cap="rnd">
                <a:solidFill>
                  <a:srgbClr val="0D9A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4" name="Oval 603">
                <a:extLst>
                  <a:ext uri="{FF2B5EF4-FFF2-40B4-BE49-F238E27FC236}">
                    <a16:creationId xmlns:a16="http://schemas.microsoft.com/office/drawing/2014/main" id="{2ABD59CE-6A6A-4906-2FF6-83ECCD6D372F}"/>
                  </a:ext>
                </a:extLst>
              </p:cNvPr>
              <p:cNvSpPr/>
              <p:nvPr/>
            </p:nvSpPr>
            <p:spPr>
              <a:xfrm>
                <a:off x="6307652" y="1118288"/>
                <a:ext cx="27432" cy="27394"/>
              </a:xfrm>
              <a:prstGeom prst="ellipse">
                <a:avLst/>
              </a:prstGeom>
              <a:solidFill>
                <a:srgbClr val="C455D2"/>
              </a:solidFill>
              <a:ln w="7984" cap="rnd">
                <a:solidFill>
                  <a:srgbClr val="C455D2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5" name="Oval 604">
                <a:extLst>
                  <a:ext uri="{FF2B5EF4-FFF2-40B4-BE49-F238E27FC236}">
                    <a16:creationId xmlns:a16="http://schemas.microsoft.com/office/drawing/2014/main" id="{044A5813-5213-5639-2AC3-333E484F8140}"/>
                  </a:ext>
                </a:extLst>
              </p:cNvPr>
              <p:cNvSpPr/>
              <p:nvPr/>
            </p:nvSpPr>
            <p:spPr>
              <a:xfrm>
                <a:off x="6307652" y="1177347"/>
                <a:ext cx="27432" cy="27394"/>
              </a:xfrm>
              <a:prstGeom prst="ellipse">
                <a:avLst/>
              </a:prstGeom>
              <a:solidFill>
                <a:srgbClr val="A1D489"/>
              </a:solidFill>
              <a:ln w="7984" cap="rnd">
                <a:solidFill>
                  <a:srgbClr val="A1D489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6" name="Oval 605">
                <a:extLst>
                  <a:ext uri="{FF2B5EF4-FFF2-40B4-BE49-F238E27FC236}">
                    <a16:creationId xmlns:a16="http://schemas.microsoft.com/office/drawing/2014/main" id="{F1D22B63-36EA-C983-150A-0A07A62AC7A7}"/>
                  </a:ext>
                </a:extLst>
              </p:cNvPr>
              <p:cNvSpPr/>
              <p:nvPr/>
            </p:nvSpPr>
            <p:spPr>
              <a:xfrm>
                <a:off x="6307652" y="1236368"/>
                <a:ext cx="27432" cy="27394"/>
              </a:xfrm>
              <a:prstGeom prst="ellipse">
                <a:avLst/>
              </a:prstGeom>
              <a:solidFill>
                <a:srgbClr val="E6B4FC"/>
              </a:solidFill>
              <a:ln w="7984" cap="rnd">
                <a:solidFill>
                  <a:srgbClr val="E6B4FC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7" name="Oval 606">
                <a:extLst>
                  <a:ext uri="{FF2B5EF4-FFF2-40B4-BE49-F238E27FC236}">
                    <a16:creationId xmlns:a16="http://schemas.microsoft.com/office/drawing/2014/main" id="{514E7514-B730-AEF2-C80B-820E9B73BAC7}"/>
                  </a:ext>
                </a:extLst>
              </p:cNvPr>
              <p:cNvSpPr/>
              <p:nvPr/>
            </p:nvSpPr>
            <p:spPr>
              <a:xfrm>
                <a:off x="6307652" y="1295388"/>
                <a:ext cx="27432" cy="27394"/>
              </a:xfrm>
              <a:prstGeom prst="ellipse">
                <a:avLst/>
              </a:prstGeom>
              <a:solidFill>
                <a:srgbClr val="457900"/>
              </a:solidFill>
              <a:ln w="7984" cap="rnd">
                <a:solidFill>
                  <a:srgbClr val="4579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8" name="Oval 607">
                <a:extLst>
                  <a:ext uri="{FF2B5EF4-FFF2-40B4-BE49-F238E27FC236}">
                    <a16:creationId xmlns:a16="http://schemas.microsoft.com/office/drawing/2014/main" id="{9A0E2AAB-A39E-DF0A-89B5-C1179B3927D1}"/>
                  </a:ext>
                </a:extLst>
              </p:cNvPr>
              <p:cNvSpPr/>
              <p:nvPr/>
            </p:nvSpPr>
            <p:spPr>
              <a:xfrm>
                <a:off x="6307652" y="1354408"/>
                <a:ext cx="27432" cy="27394"/>
              </a:xfrm>
              <a:prstGeom prst="ellipse">
                <a:avLst/>
              </a:prstGeom>
              <a:solidFill>
                <a:srgbClr val="8D4EB6"/>
              </a:solidFill>
              <a:ln w="7984" cap="rnd">
                <a:solidFill>
                  <a:srgbClr val="8D4EB6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09" name="Oval 608">
                <a:extLst>
                  <a:ext uri="{FF2B5EF4-FFF2-40B4-BE49-F238E27FC236}">
                    <a16:creationId xmlns:a16="http://schemas.microsoft.com/office/drawing/2014/main" id="{88FFAEAE-8D43-EEAB-7116-1477305BFD58}"/>
                  </a:ext>
                </a:extLst>
              </p:cNvPr>
              <p:cNvSpPr/>
              <p:nvPr/>
            </p:nvSpPr>
            <p:spPr>
              <a:xfrm>
                <a:off x="6307652" y="1413467"/>
                <a:ext cx="27432" cy="27394"/>
              </a:xfrm>
              <a:prstGeom prst="ellipse">
                <a:avLst/>
              </a:prstGeom>
              <a:solidFill>
                <a:srgbClr val="73A000"/>
              </a:solidFill>
              <a:ln w="7984" cap="rnd">
                <a:solidFill>
                  <a:srgbClr val="73A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0" name="Oval 609">
                <a:extLst>
                  <a:ext uri="{FF2B5EF4-FFF2-40B4-BE49-F238E27FC236}">
                    <a16:creationId xmlns:a16="http://schemas.microsoft.com/office/drawing/2014/main" id="{E71DA332-66B1-80A7-33AB-59B1E9074049}"/>
                  </a:ext>
                </a:extLst>
              </p:cNvPr>
              <p:cNvSpPr/>
              <p:nvPr/>
            </p:nvSpPr>
            <p:spPr>
              <a:xfrm>
                <a:off x="6307652" y="1472488"/>
                <a:ext cx="27432" cy="27394"/>
              </a:xfrm>
              <a:prstGeom prst="ellipse">
                <a:avLst/>
              </a:prstGeom>
              <a:solidFill>
                <a:srgbClr val="AD74F9"/>
              </a:solidFill>
              <a:ln w="7984" cap="rnd">
                <a:solidFill>
                  <a:srgbClr val="AD74F9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1" name="Oval 610">
                <a:extLst>
                  <a:ext uri="{FF2B5EF4-FFF2-40B4-BE49-F238E27FC236}">
                    <a16:creationId xmlns:a16="http://schemas.microsoft.com/office/drawing/2014/main" id="{D421B9BB-92B0-AD9D-7F20-9ABEED23D1AF}"/>
                  </a:ext>
                </a:extLst>
              </p:cNvPr>
              <p:cNvSpPr/>
              <p:nvPr/>
            </p:nvSpPr>
            <p:spPr>
              <a:xfrm>
                <a:off x="6307652" y="1531508"/>
                <a:ext cx="27432" cy="27394"/>
              </a:xfrm>
              <a:prstGeom prst="ellipse">
                <a:avLst/>
              </a:prstGeom>
              <a:solidFill>
                <a:srgbClr val="788E00"/>
              </a:solidFill>
              <a:ln w="7984" cap="rnd">
                <a:solidFill>
                  <a:srgbClr val="788E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2" name="Oval 611">
                <a:extLst>
                  <a:ext uri="{FF2B5EF4-FFF2-40B4-BE49-F238E27FC236}">
                    <a16:creationId xmlns:a16="http://schemas.microsoft.com/office/drawing/2014/main" id="{7455EF10-2FF3-56E5-14E5-6619CFE69641}"/>
                  </a:ext>
                </a:extLst>
              </p:cNvPr>
              <p:cNvSpPr/>
              <p:nvPr/>
            </p:nvSpPr>
            <p:spPr>
              <a:xfrm>
                <a:off x="6307652" y="1590528"/>
                <a:ext cx="27432" cy="27394"/>
              </a:xfrm>
              <a:prstGeom prst="ellipse">
                <a:avLst/>
              </a:prstGeom>
              <a:solidFill>
                <a:srgbClr val="8B71E4"/>
              </a:solidFill>
              <a:ln w="7984" cap="rnd">
                <a:solidFill>
                  <a:srgbClr val="8B71E4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3" name="Oval 612">
                <a:extLst>
                  <a:ext uri="{FF2B5EF4-FFF2-40B4-BE49-F238E27FC236}">
                    <a16:creationId xmlns:a16="http://schemas.microsoft.com/office/drawing/2014/main" id="{99E47399-5A1C-3887-8DDF-B385F23E93D6}"/>
                  </a:ext>
                </a:extLst>
              </p:cNvPr>
              <p:cNvSpPr/>
              <p:nvPr/>
            </p:nvSpPr>
            <p:spPr>
              <a:xfrm>
                <a:off x="6307652" y="1649587"/>
                <a:ext cx="27432" cy="27394"/>
              </a:xfrm>
              <a:prstGeom prst="ellipse">
                <a:avLst/>
              </a:prstGeom>
              <a:solidFill>
                <a:srgbClr val="C8CC79"/>
              </a:solidFill>
              <a:ln w="7984" cap="rnd">
                <a:solidFill>
                  <a:srgbClr val="C8CC79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4" name="Oval 613">
                <a:extLst>
                  <a:ext uri="{FF2B5EF4-FFF2-40B4-BE49-F238E27FC236}">
                    <a16:creationId xmlns:a16="http://schemas.microsoft.com/office/drawing/2014/main" id="{15327164-E239-F3F8-1C6D-C0101CDA616A}"/>
                  </a:ext>
                </a:extLst>
              </p:cNvPr>
              <p:cNvSpPr/>
              <p:nvPr/>
            </p:nvSpPr>
            <p:spPr>
              <a:xfrm>
                <a:off x="6307652" y="1708608"/>
                <a:ext cx="27432" cy="27394"/>
              </a:xfrm>
              <a:prstGeom prst="ellipse">
                <a:avLst/>
              </a:prstGeom>
              <a:solidFill>
                <a:srgbClr val="BFC1FF"/>
              </a:solidFill>
              <a:ln w="7984" cap="rnd">
                <a:solidFill>
                  <a:srgbClr val="BFC1FF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5" name="Oval 614">
                <a:extLst>
                  <a:ext uri="{FF2B5EF4-FFF2-40B4-BE49-F238E27FC236}">
                    <a16:creationId xmlns:a16="http://schemas.microsoft.com/office/drawing/2014/main" id="{38579952-D06F-D19E-875C-0A7B8A99A12C}"/>
                  </a:ext>
                </a:extLst>
              </p:cNvPr>
              <p:cNvSpPr/>
              <p:nvPr/>
            </p:nvSpPr>
            <p:spPr>
              <a:xfrm>
                <a:off x="6307652" y="1767628"/>
                <a:ext cx="27432" cy="27394"/>
              </a:xfrm>
              <a:prstGeom prst="ellipse">
                <a:avLst/>
              </a:prstGeom>
              <a:solidFill>
                <a:srgbClr val="766E00"/>
              </a:solidFill>
              <a:ln w="7984" cap="rnd">
                <a:solidFill>
                  <a:srgbClr val="766E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6" name="Oval 615">
                <a:extLst>
                  <a:ext uri="{FF2B5EF4-FFF2-40B4-BE49-F238E27FC236}">
                    <a16:creationId xmlns:a16="http://schemas.microsoft.com/office/drawing/2014/main" id="{A7A6A421-5AF5-C2A5-CC3A-B495D54BEAB1}"/>
                  </a:ext>
                </a:extLst>
              </p:cNvPr>
              <p:cNvSpPr/>
              <p:nvPr/>
            </p:nvSpPr>
            <p:spPr>
              <a:xfrm>
                <a:off x="6307652" y="1826648"/>
                <a:ext cx="27432" cy="27394"/>
              </a:xfrm>
              <a:prstGeom prst="ellipse">
                <a:avLst/>
              </a:prstGeom>
              <a:solidFill>
                <a:srgbClr val="4467BB"/>
              </a:solidFill>
              <a:ln w="7984" cap="rnd">
                <a:solidFill>
                  <a:srgbClr val="4467B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4083247C-624B-581E-40E8-A9373659FEB0}"/>
                  </a:ext>
                </a:extLst>
              </p:cNvPr>
              <p:cNvSpPr/>
              <p:nvPr/>
            </p:nvSpPr>
            <p:spPr>
              <a:xfrm>
                <a:off x="6307652" y="1885707"/>
                <a:ext cx="27432" cy="27394"/>
              </a:xfrm>
              <a:prstGeom prst="ellipse">
                <a:avLst/>
              </a:prstGeom>
              <a:solidFill>
                <a:srgbClr val="AB9100"/>
              </a:solidFill>
              <a:ln w="7984" cap="rnd">
                <a:solidFill>
                  <a:srgbClr val="AB91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60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7A9F312C-C3E3-430E-0D9E-932ABC18A64E}"/>
                  </a:ext>
                </a:extLst>
              </p:cNvPr>
              <p:cNvSpPr txBox="1"/>
              <p:nvPr/>
            </p:nvSpPr>
            <p:spPr>
              <a:xfrm>
                <a:off x="6005499" y="87828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</a:t>
                </a:r>
              </a:p>
            </p:txBody>
          </p:sp>
          <p:sp>
            <p:nvSpPr>
              <p:cNvPr id="619" name="TextBox 618">
                <a:extLst>
                  <a:ext uri="{FF2B5EF4-FFF2-40B4-BE49-F238E27FC236}">
                    <a16:creationId xmlns:a16="http://schemas.microsoft.com/office/drawing/2014/main" id="{17B22A1A-585A-0EFD-05C7-B141518AE6D4}"/>
                  </a:ext>
                </a:extLst>
              </p:cNvPr>
              <p:cNvSpPr txBox="1"/>
              <p:nvPr/>
            </p:nvSpPr>
            <p:spPr>
              <a:xfrm>
                <a:off x="6005499" y="93734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11</a:t>
                </a:r>
              </a:p>
            </p:txBody>
          </p:sp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D8F28A31-001C-C550-9E15-90021774578F}"/>
                  </a:ext>
                </a:extLst>
              </p:cNvPr>
              <p:cNvSpPr txBox="1"/>
              <p:nvPr/>
            </p:nvSpPr>
            <p:spPr>
              <a:xfrm>
                <a:off x="6004040" y="99636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13a</a:t>
                </a:r>
              </a:p>
            </p:txBody>
          </p:sp>
          <p:sp>
            <p:nvSpPr>
              <p:cNvPr id="621" name="TextBox 620">
                <a:extLst>
                  <a:ext uri="{FF2B5EF4-FFF2-40B4-BE49-F238E27FC236}">
                    <a16:creationId xmlns:a16="http://schemas.microsoft.com/office/drawing/2014/main" id="{3361A3E2-BE3B-B184-ACC2-A9CC2E14EEE3}"/>
                  </a:ext>
                </a:extLst>
              </p:cNvPr>
              <p:cNvSpPr txBox="1"/>
              <p:nvPr/>
            </p:nvSpPr>
            <p:spPr>
              <a:xfrm>
                <a:off x="6004040" y="1055383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13b</a:t>
                </a:r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FA11D9CE-58D6-1D68-20E3-6B4EA2F34424}"/>
                  </a:ext>
                </a:extLst>
              </p:cNvPr>
              <p:cNvSpPr txBox="1"/>
              <p:nvPr/>
            </p:nvSpPr>
            <p:spPr>
              <a:xfrm>
                <a:off x="6004202" y="1114404"/>
                <a:ext cx="30970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13c</a:t>
                </a:r>
              </a:p>
            </p:txBody>
          </p:sp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6A86A434-8617-36CA-A7AC-D5C793CBFEB4}"/>
                  </a:ext>
                </a:extLst>
              </p:cNvPr>
              <p:cNvSpPr txBox="1"/>
              <p:nvPr/>
            </p:nvSpPr>
            <p:spPr>
              <a:xfrm>
                <a:off x="6004040" y="117346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13d</a:t>
                </a:r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03BB3094-B9A6-B6E8-D102-5D55AD1CE9ED}"/>
                  </a:ext>
                </a:extLst>
              </p:cNvPr>
              <p:cNvSpPr txBox="1"/>
              <p:nvPr/>
            </p:nvSpPr>
            <p:spPr>
              <a:xfrm>
                <a:off x="6004040" y="123248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13e</a:t>
                </a:r>
              </a:p>
            </p:txBody>
          </p:sp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170AA704-4FFA-0EE4-15BE-6A3F25315C87}"/>
                  </a:ext>
                </a:extLst>
              </p:cNvPr>
              <p:cNvSpPr txBox="1"/>
              <p:nvPr/>
            </p:nvSpPr>
            <p:spPr>
              <a:xfrm>
                <a:off x="6004797" y="1291502"/>
                <a:ext cx="29206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13f</a:t>
                </a:r>
              </a:p>
            </p:txBody>
          </p:sp>
          <p:sp>
            <p:nvSpPr>
              <p:cNvPr id="626" name="TextBox 625">
                <a:extLst>
                  <a:ext uri="{FF2B5EF4-FFF2-40B4-BE49-F238E27FC236}">
                    <a16:creationId xmlns:a16="http://schemas.microsoft.com/office/drawing/2014/main" id="{154F6418-D1E2-7A45-5BA5-2E9926EEE6D7}"/>
                  </a:ext>
                </a:extLst>
              </p:cNvPr>
              <p:cNvSpPr txBox="1"/>
              <p:nvPr/>
            </p:nvSpPr>
            <p:spPr>
              <a:xfrm>
                <a:off x="6004040" y="1350523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14a</a:t>
                </a:r>
              </a:p>
            </p:txBody>
          </p:sp>
          <p:sp>
            <p:nvSpPr>
              <p:cNvPr id="627" name="TextBox 626">
                <a:extLst>
                  <a:ext uri="{FF2B5EF4-FFF2-40B4-BE49-F238E27FC236}">
                    <a16:creationId xmlns:a16="http://schemas.microsoft.com/office/drawing/2014/main" id="{37B9A8B5-A427-53B5-3B74-DC9EE77F5BDC}"/>
                  </a:ext>
                </a:extLst>
              </p:cNvPr>
              <p:cNvSpPr txBox="1"/>
              <p:nvPr/>
            </p:nvSpPr>
            <p:spPr>
              <a:xfrm>
                <a:off x="6004040" y="140958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14b</a:t>
                </a:r>
              </a:p>
            </p:txBody>
          </p:sp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C692F6E-3320-0B39-53D3-5788D0F7B5BA}"/>
                  </a:ext>
                </a:extLst>
              </p:cNvPr>
              <p:cNvSpPr txBox="1"/>
              <p:nvPr/>
            </p:nvSpPr>
            <p:spPr>
              <a:xfrm>
                <a:off x="6004202" y="1468602"/>
                <a:ext cx="30970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14c</a:t>
                </a:r>
              </a:p>
            </p:txBody>
          </p:sp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0E328612-A469-4F20-6053-5B049EC8869A}"/>
                  </a:ext>
                </a:extLst>
              </p:cNvPr>
              <p:cNvSpPr txBox="1"/>
              <p:nvPr/>
            </p:nvSpPr>
            <p:spPr>
              <a:xfrm>
                <a:off x="6004040" y="1527623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14d</a:t>
                </a:r>
              </a:p>
            </p:txBody>
          </p:sp>
          <p:sp>
            <p:nvSpPr>
              <p:cNvPr id="630" name="TextBox 629">
                <a:extLst>
                  <a:ext uri="{FF2B5EF4-FFF2-40B4-BE49-F238E27FC236}">
                    <a16:creationId xmlns:a16="http://schemas.microsoft.com/office/drawing/2014/main" id="{FEA15DC7-0713-C890-AF01-8BA25293EB9C}"/>
                  </a:ext>
                </a:extLst>
              </p:cNvPr>
              <p:cNvSpPr txBox="1"/>
              <p:nvPr/>
            </p:nvSpPr>
            <p:spPr>
              <a:xfrm>
                <a:off x="6004040" y="1586643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15a</a:t>
                </a:r>
              </a:p>
            </p:txBody>
          </p:sp>
          <p:sp>
            <p:nvSpPr>
              <p:cNvPr id="631" name="TextBox 630">
                <a:extLst>
                  <a:ext uri="{FF2B5EF4-FFF2-40B4-BE49-F238E27FC236}">
                    <a16:creationId xmlns:a16="http://schemas.microsoft.com/office/drawing/2014/main" id="{5BF02FDA-821C-A4E3-FAA5-09437944E7AE}"/>
                  </a:ext>
                </a:extLst>
              </p:cNvPr>
              <p:cNvSpPr txBox="1"/>
              <p:nvPr/>
            </p:nvSpPr>
            <p:spPr>
              <a:xfrm>
                <a:off x="6004040" y="164570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15b</a:t>
                </a:r>
              </a:p>
            </p:txBody>
          </p:sp>
          <p:sp>
            <p:nvSpPr>
              <p:cNvPr id="632" name="TextBox 631">
                <a:extLst>
                  <a:ext uri="{FF2B5EF4-FFF2-40B4-BE49-F238E27FC236}">
                    <a16:creationId xmlns:a16="http://schemas.microsoft.com/office/drawing/2014/main" id="{5F951378-5554-80D9-A27F-B51A5C68B843}"/>
                  </a:ext>
                </a:extLst>
              </p:cNvPr>
              <p:cNvSpPr txBox="1"/>
              <p:nvPr/>
            </p:nvSpPr>
            <p:spPr>
              <a:xfrm>
                <a:off x="6005499" y="170472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16</a:t>
                </a:r>
              </a:p>
            </p:txBody>
          </p:sp>
          <p:sp>
            <p:nvSpPr>
              <p:cNvPr id="633" name="TextBox 632">
                <a:extLst>
                  <a:ext uri="{FF2B5EF4-FFF2-40B4-BE49-F238E27FC236}">
                    <a16:creationId xmlns:a16="http://schemas.microsoft.com/office/drawing/2014/main" id="{01A9EF04-22E9-B513-657B-B776AF05E50D}"/>
                  </a:ext>
                </a:extLst>
              </p:cNvPr>
              <p:cNvSpPr txBox="1"/>
              <p:nvPr/>
            </p:nvSpPr>
            <p:spPr>
              <a:xfrm>
                <a:off x="6005499" y="176374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17</a:t>
                </a:r>
              </a:p>
            </p:txBody>
          </p:sp>
          <p:sp>
            <p:nvSpPr>
              <p:cNvPr id="634" name="TextBox 633">
                <a:extLst>
                  <a:ext uri="{FF2B5EF4-FFF2-40B4-BE49-F238E27FC236}">
                    <a16:creationId xmlns:a16="http://schemas.microsoft.com/office/drawing/2014/main" id="{5DAAEE24-8A4A-25EB-79D6-F9E84E579BE5}"/>
                  </a:ext>
                </a:extLst>
              </p:cNvPr>
              <p:cNvSpPr txBox="1"/>
              <p:nvPr/>
            </p:nvSpPr>
            <p:spPr>
              <a:xfrm>
                <a:off x="6005499" y="182276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18</a:t>
                </a:r>
              </a:p>
            </p:txBody>
          </p:sp>
          <p:sp>
            <p:nvSpPr>
              <p:cNvPr id="635" name="TextBox 634">
                <a:extLst>
                  <a:ext uri="{FF2B5EF4-FFF2-40B4-BE49-F238E27FC236}">
                    <a16:creationId xmlns:a16="http://schemas.microsoft.com/office/drawing/2014/main" id="{A2FD6B8F-83F7-5584-6ECE-8C20643EE31E}"/>
                  </a:ext>
                </a:extLst>
              </p:cNvPr>
              <p:cNvSpPr txBox="1"/>
              <p:nvPr/>
            </p:nvSpPr>
            <p:spPr>
              <a:xfrm>
                <a:off x="6257064" y="87828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</a:t>
                </a:r>
              </a:p>
            </p:txBody>
          </p:sp>
          <p:sp>
            <p:nvSpPr>
              <p:cNvPr id="636" name="TextBox 635">
                <a:extLst>
                  <a:ext uri="{FF2B5EF4-FFF2-40B4-BE49-F238E27FC236}">
                    <a16:creationId xmlns:a16="http://schemas.microsoft.com/office/drawing/2014/main" id="{99DA8CBE-DAF9-572B-4E2D-5D8EFC9E511E}"/>
                  </a:ext>
                </a:extLst>
              </p:cNvPr>
              <p:cNvSpPr txBox="1"/>
              <p:nvPr/>
            </p:nvSpPr>
            <p:spPr>
              <a:xfrm>
                <a:off x="6257821" y="937342"/>
                <a:ext cx="248787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1f</a:t>
                </a:r>
              </a:p>
            </p:txBody>
          </p:sp>
          <p:sp>
            <p:nvSpPr>
              <p:cNvPr id="637" name="TextBox 636">
                <a:extLst>
                  <a:ext uri="{FF2B5EF4-FFF2-40B4-BE49-F238E27FC236}">
                    <a16:creationId xmlns:a16="http://schemas.microsoft.com/office/drawing/2014/main" id="{0119C2DD-E3A5-991D-1060-30A8F4E531A7}"/>
                  </a:ext>
                </a:extLst>
              </p:cNvPr>
              <p:cNvSpPr txBox="1"/>
              <p:nvPr/>
            </p:nvSpPr>
            <p:spPr>
              <a:xfrm>
                <a:off x="6257064" y="99636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1g</a:t>
                </a:r>
              </a:p>
            </p:txBody>
          </p:sp>
          <p:sp>
            <p:nvSpPr>
              <p:cNvPr id="638" name="TextBox 637">
                <a:extLst>
                  <a:ext uri="{FF2B5EF4-FFF2-40B4-BE49-F238E27FC236}">
                    <a16:creationId xmlns:a16="http://schemas.microsoft.com/office/drawing/2014/main" id="{8EB2D6AA-D54E-6708-2AF5-B832050E316F}"/>
                  </a:ext>
                </a:extLst>
              </p:cNvPr>
              <p:cNvSpPr txBox="1"/>
              <p:nvPr/>
            </p:nvSpPr>
            <p:spPr>
              <a:xfrm>
                <a:off x="6257064" y="105538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2a</a:t>
                </a:r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2CB12647-1F2E-ED53-7AAC-BAC7EB750B94}"/>
                  </a:ext>
                </a:extLst>
              </p:cNvPr>
              <p:cNvSpPr txBox="1"/>
              <p:nvPr/>
            </p:nvSpPr>
            <p:spPr>
              <a:xfrm>
                <a:off x="6257064" y="1114404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2b</a:t>
                </a:r>
              </a:p>
            </p:txBody>
          </p:sp>
          <p:sp>
            <p:nvSpPr>
              <p:cNvPr id="640" name="TextBox 639">
                <a:extLst>
                  <a:ext uri="{FF2B5EF4-FFF2-40B4-BE49-F238E27FC236}">
                    <a16:creationId xmlns:a16="http://schemas.microsoft.com/office/drawing/2014/main" id="{BF012708-4C62-341E-B945-4CCE62FEB115}"/>
                  </a:ext>
                </a:extLst>
              </p:cNvPr>
              <p:cNvSpPr txBox="1"/>
              <p:nvPr/>
            </p:nvSpPr>
            <p:spPr>
              <a:xfrm>
                <a:off x="6257064" y="117346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2e</a:t>
                </a:r>
              </a:p>
            </p:txBody>
          </p:sp>
          <p:sp>
            <p:nvSpPr>
              <p:cNvPr id="641" name="TextBox 640">
                <a:extLst>
                  <a:ext uri="{FF2B5EF4-FFF2-40B4-BE49-F238E27FC236}">
                    <a16:creationId xmlns:a16="http://schemas.microsoft.com/office/drawing/2014/main" id="{688BAF9B-5356-3D32-E571-B3C95F1CF093}"/>
                  </a:ext>
                </a:extLst>
              </p:cNvPr>
              <p:cNvSpPr txBox="1"/>
              <p:nvPr/>
            </p:nvSpPr>
            <p:spPr>
              <a:xfrm>
                <a:off x="6257064" y="123248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2g</a:t>
                </a:r>
              </a:p>
            </p:txBody>
          </p:sp>
          <p:sp>
            <p:nvSpPr>
              <p:cNvPr id="642" name="TextBox 641">
                <a:extLst>
                  <a:ext uri="{FF2B5EF4-FFF2-40B4-BE49-F238E27FC236}">
                    <a16:creationId xmlns:a16="http://schemas.microsoft.com/office/drawing/2014/main" id="{64C498FC-0FFA-FC21-39AE-89B40AACA79E}"/>
                  </a:ext>
                </a:extLst>
              </p:cNvPr>
              <p:cNvSpPr txBox="1"/>
              <p:nvPr/>
            </p:nvSpPr>
            <p:spPr>
              <a:xfrm>
                <a:off x="6257064" y="129150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2h</a:t>
                </a:r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7A82D59D-9D73-29DA-5FFA-0F32D1940C28}"/>
                  </a:ext>
                </a:extLst>
              </p:cNvPr>
              <p:cNvSpPr txBox="1"/>
              <p:nvPr/>
            </p:nvSpPr>
            <p:spPr>
              <a:xfrm>
                <a:off x="6258524" y="1350523"/>
                <a:ext cx="22794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</a:t>
                </a:r>
              </a:p>
            </p:txBody>
          </p:sp>
          <p:sp>
            <p:nvSpPr>
              <p:cNvPr id="644" name="TextBox 643">
                <a:extLst>
                  <a:ext uri="{FF2B5EF4-FFF2-40B4-BE49-F238E27FC236}">
                    <a16:creationId xmlns:a16="http://schemas.microsoft.com/office/drawing/2014/main" id="{A7210B48-5AD8-2445-152F-301F329073F9}"/>
                  </a:ext>
                </a:extLst>
              </p:cNvPr>
              <p:cNvSpPr txBox="1"/>
              <p:nvPr/>
            </p:nvSpPr>
            <p:spPr>
              <a:xfrm>
                <a:off x="6258524" y="1409582"/>
                <a:ext cx="22794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</a:t>
                </a:r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01AD4EBF-E8D6-4E8E-785E-5F3DD0573733}"/>
                  </a:ext>
                </a:extLst>
              </p:cNvPr>
              <p:cNvSpPr txBox="1"/>
              <p:nvPr/>
            </p:nvSpPr>
            <p:spPr>
              <a:xfrm>
                <a:off x="6257064" y="1468602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6a</a:t>
                </a:r>
              </a:p>
            </p:txBody>
          </p:sp>
          <p:sp>
            <p:nvSpPr>
              <p:cNvPr id="646" name="TextBox 645">
                <a:extLst>
                  <a:ext uri="{FF2B5EF4-FFF2-40B4-BE49-F238E27FC236}">
                    <a16:creationId xmlns:a16="http://schemas.microsoft.com/office/drawing/2014/main" id="{44C1BA2A-A3E7-95B7-CCBC-E8EFD1937F1F}"/>
                  </a:ext>
                </a:extLst>
              </p:cNvPr>
              <p:cNvSpPr txBox="1"/>
              <p:nvPr/>
            </p:nvSpPr>
            <p:spPr>
              <a:xfrm>
                <a:off x="6257064" y="152762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6b</a:t>
                </a:r>
              </a:p>
            </p:txBody>
          </p:sp>
          <p:sp>
            <p:nvSpPr>
              <p:cNvPr id="647" name="TextBox 646">
                <a:extLst>
                  <a:ext uri="{FF2B5EF4-FFF2-40B4-BE49-F238E27FC236}">
                    <a16:creationId xmlns:a16="http://schemas.microsoft.com/office/drawing/2014/main" id="{12D117F8-DB3C-952D-484C-C6343BC6EAEB}"/>
                  </a:ext>
                </a:extLst>
              </p:cNvPr>
              <p:cNvSpPr txBox="1"/>
              <p:nvPr/>
            </p:nvSpPr>
            <p:spPr>
              <a:xfrm>
                <a:off x="6258524" y="1586643"/>
                <a:ext cx="22794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</a:t>
                </a:r>
              </a:p>
            </p:txBody>
          </p:sp>
          <p:sp>
            <p:nvSpPr>
              <p:cNvPr id="648" name="TextBox 647">
                <a:extLst>
                  <a:ext uri="{FF2B5EF4-FFF2-40B4-BE49-F238E27FC236}">
                    <a16:creationId xmlns:a16="http://schemas.microsoft.com/office/drawing/2014/main" id="{13A612B7-9D08-C945-C789-1122BEF64425}"/>
                  </a:ext>
                </a:extLst>
              </p:cNvPr>
              <p:cNvSpPr txBox="1"/>
              <p:nvPr/>
            </p:nvSpPr>
            <p:spPr>
              <a:xfrm>
                <a:off x="6258524" y="1645702"/>
                <a:ext cx="22794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8</a:t>
                </a:r>
              </a:p>
            </p:txBody>
          </p:sp>
          <p:sp>
            <p:nvSpPr>
              <p:cNvPr id="649" name="TextBox 648">
                <a:extLst>
                  <a:ext uri="{FF2B5EF4-FFF2-40B4-BE49-F238E27FC236}">
                    <a16:creationId xmlns:a16="http://schemas.microsoft.com/office/drawing/2014/main" id="{E6039485-69F6-00BE-E34A-3E2651866BC5}"/>
                  </a:ext>
                </a:extLst>
              </p:cNvPr>
              <p:cNvSpPr txBox="1"/>
              <p:nvPr/>
            </p:nvSpPr>
            <p:spPr>
              <a:xfrm>
                <a:off x="6257064" y="1704723"/>
                <a:ext cx="271229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9a</a:t>
                </a:r>
              </a:p>
            </p:txBody>
          </p:sp>
          <p:sp>
            <p:nvSpPr>
              <p:cNvPr id="650" name="TextBox 649">
                <a:extLst>
                  <a:ext uri="{FF2B5EF4-FFF2-40B4-BE49-F238E27FC236}">
                    <a16:creationId xmlns:a16="http://schemas.microsoft.com/office/drawing/2014/main" id="{67CFB105-AB33-3F9A-B075-3D316B840A2B}"/>
                  </a:ext>
                </a:extLst>
              </p:cNvPr>
              <p:cNvSpPr txBox="1"/>
              <p:nvPr/>
            </p:nvSpPr>
            <p:spPr>
              <a:xfrm>
                <a:off x="6257227" y="1763742"/>
                <a:ext cx="26642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9c</a:t>
                </a:r>
              </a:p>
            </p:txBody>
          </p:sp>
          <p:sp>
            <p:nvSpPr>
              <p:cNvPr id="651" name="TextBox 650">
                <a:extLst>
                  <a:ext uri="{FF2B5EF4-FFF2-40B4-BE49-F238E27FC236}">
                    <a16:creationId xmlns:a16="http://schemas.microsoft.com/office/drawing/2014/main" id="{FC7B543B-967C-D0C3-A921-0A417977C45A}"/>
                  </a:ext>
                </a:extLst>
              </p:cNvPr>
              <p:cNvSpPr txBox="1"/>
              <p:nvPr/>
            </p:nvSpPr>
            <p:spPr>
              <a:xfrm>
                <a:off x="6257821" y="1822763"/>
                <a:ext cx="248787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9f</a:t>
                </a:r>
              </a:p>
            </p:txBody>
          </p:sp>
        </p:grpSp>
        <p:sp>
          <p:nvSpPr>
            <p:cNvPr id="1185" name="TextBox 1184">
              <a:extLst>
                <a:ext uri="{FF2B5EF4-FFF2-40B4-BE49-F238E27FC236}">
                  <a16:creationId xmlns:a16="http://schemas.microsoft.com/office/drawing/2014/main" id="{BA7D8AF5-13B6-3242-A44B-2426B0CD02C2}"/>
                </a:ext>
              </a:extLst>
            </p:cNvPr>
            <p:cNvSpPr txBox="1"/>
            <p:nvPr/>
          </p:nvSpPr>
          <p:spPr>
            <a:xfrm>
              <a:off x="5931748" y="764084"/>
              <a:ext cx="62869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Child Cluster</a:t>
              </a:r>
            </a:p>
          </p:txBody>
        </p:sp>
      </p:grpSp>
      <p:sp>
        <p:nvSpPr>
          <p:cNvPr id="1187" name="TextBox 1186">
            <a:extLst>
              <a:ext uri="{FF2B5EF4-FFF2-40B4-BE49-F238E27FC236}">
                <a16:creationId xmlns:a16="http://schemas.microsoft.com/office/drawing/2014/main" id="{0489B61A-6AC7-305A-8AE1-6F8236FE8C20}"/>
              </a:ext>
            </a:extLst>
          </p:cNvPr>
          <p:cNvSpPr txBox="1"/>
          <p:nvPr/>
        </p:nvSpPr>
        <p:spPr>
          <a:xfrm>
            <a:off x="3363968" y="501763"/>
            <a:ext cx="67839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Parent Cluster</a:t>
            </a:r>
          </a:p>
        </p:txBody>
      </p:sp>
      <p:grpSp>
        <p:nvGrpSpPr>
          <p:cNvPr id="1212" name="Group 1211">
            <a:extLst>
              <a:ext uri="{FF2B5EF4-FFF2-40B4-BE49-F238E27FC236}">
                <a16:creationId xmlns:a16="http://schemas.microsoft.com/office/drawing/2014/main" id="{5679CB63-035B-AD59-7601-3DE7ED50B40A}"/>
              </a:ext>
            </a:extLst>
          </p:cNvPr>
          <p:cNvGrpSpPr/>
          <p:nvPr/>
        </p:nvGrpSpPr>
        <p:grpSpPr>
          <a:xfrm>
            <a:off x="5629354" y="3049220"/>
            <a:ext cx="764954" cy="1430994"/>
            <a:chOff x="5743654" y="3049220"/>
            <a:chExt cx="764954" cy="1430994"/>
          </a:xfrm>
        </p:grpSpPr>
        <p:sp>
          <p:nvSpPr>
            <p:cNvPr id="1118" name="Oval 1117">
              <a:extLst>
                <a:ext uri="{FF2B5EF4-FFF2-40B4-BE49-F238E27FC236}">
                  <a16:creationId xmlns:a16="http://schemas.microsoft.com/office/drawing/2014/main" id="{5DE842B9-5D3D-3C4F-E161-E290A7E8B6F1}"/>
                </a:ext>
              </a:extLst>
            </p:cNvPr>
            <p:cNvSpPr/>
            <p:nvPr/>
          </p:nvSpPr>
          <p:spPr>
            <a:xfrm>
              <a:off x="5969992" y="3243016"/>
              <a:ext cx="43286" cy="43286"/>
            </a:xfrm>
            <a:prstGeom prst="ellipse">
              <a:avLst/>
            </a:prstGeom>
            <a:solidFill>
              <a:srgbClr val="F8766D"/>
            </a:solidFill>
            <a:ln w="7984" cap="rnd">
              <a:solidFill>
                <a:srgbClr val="F8766D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41DF44B6-71CF-98E3-9B7A-E71F91BDC411}"/>
                </a:ext>
              </a:extLst>
            </p:cNvPr>
            <p:cNvSpPr/>
            <p:nvPr/>
          </p:nvSpPr>
          <p:spPr>
            <a:xfrm>
              <a:off x="5969992" y="3336277"/>
              <a:ext cx="43286" cy="43286"/>
            </a:xfrm>
            <a:prstGeom prst="ellipse">
              <a:avLst/>
            </a:prstGeom>
            <a:solidFill>
              <a:srgbClr val="EE8043"/>
            </a:solidFill>
            <a:ln w="7984" cap="rnd">
              <a:solidFill>
                <a:srgbClr val="EE8043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497D111B-E6B4-8164-7801-194F86BA39E0}"/>
                </a:ext>
              </a:extLst>
            </p:cNvPr>
            <p:cNvSpPr/>
            <p:nvPr/>
          </p:nvSpPr>
          <p:spPr>
            <a:xfrm>
              <a:off x="5969992" y="3429598"/>
              <a:ext cx="43286" cy="43286"/>
            </a:xfrm>
            <a:prstGeom prst="ellipse">
              <a:avLst/>
            </a:prstGeom>
            <a:solidFill>
              <a:srgbClr val="E18A00"/>
            </a:solidFill>
            <a:ln w="7984" cap="rnd">
              <a:solidFill>
                <a:srgbClr val="E18A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A66A4FB2-52B9-774F-FF31-07ECAACC2827}"/>
                </a:ext>
              </a:extLst>
            </p:cNvPr>
            <p:cNvSpPr/>
            <p:nvPr/>
          </p:nvSpPr>
          <p:spPr>
            <a:xfrm>
              <a:off x="5969992" y="3522859"/>
              <a:ext cx="43286" cy="43286"/>
            </a:xfrm>
            <a:prstGeom prst="ellipse">
              <a:avLst/>
            </a:prstGeom>
            <a:solidFill>
              <a:srgbClr val="D19300"/>
            </a:solidFill>
            <a:ln w="7984" cap="rnd">
              <a:solidFill>
                <a:srgbClr val="D193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3D6EA30F-24D4-3E6E-D841-2BCFD706D507}"/>
                </a:ext>
              </a:extLst>
            </p:cNvPr>
            <p:cNvSpPr/>
            <p:nvPr/>
          </p:nvSpPr>
          <p:spPr>
            <a:xfrm>
              <a:off x="5969992" y="3616119"/>
              <a:ext cx="43286" cy="43286"/>
            </a:xfrm>
            <a:prstGeom prst="ellipse">
              <a:avLst/>
            </a:prstGeom>
            <a:solidFill>
              <a:srgbClr val="BE9C00"/>
            </a:solidFill>
            <a:ln w="7984" cap="rnd">
              <a:solidFill>
                <a:srgbClr val="BE9C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F0DB638D-9FD5-AE55-4E58-7A11ECD9AE76}"/>
                </a:ext>
              </a:extLst>
            </p:cNvPr>
            <p:cNvSpPr/>
            <p:nvPr/>
          </p:nvSpPr>
          <p:spPr>
            <a:xfrm>
              <a:off x="5969992" y="3709379"/>
              <a:ext cx="43286" cy="43286"/>
            </a:xfrm>
            <a:prstGeom prst="ellipse">
              <a:avLst/>
            </a:prstGeom>
            <a:solidFill>
              <a:srgbClr val="A8A400"/>
            </a:solidFill>
            <a:ln w="7984" cap="rnd">
              <a:solidFill>
                <a:srgbClr val="A8A4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3C489528-352A-51FF-64D9-0E5F5C78A6D1}"/>
                </a:ext>
              </a:extLst>
            </p:cNvPr>
            <p:cNvSpPr/>
            <p:nvPr/>
          </p:nvSpPr>
          <p:spPr>
            <a:xfrm>
              <a:off x="5969992" y="3802700"/>
              <a:ext cx="43286" cy="43286"/>
            </a:xfrm>
            <a:prstGeom prst="ellipse">
              <a:avLst/>
            </a:prstGeom>
            <a:solidFill>
              <a:srgbClr val="8CAB00"/>
            </a:solidFill>
            <a:ln w="7984" cap="rnd">
              <a:solidFill>
                <a:srgbClr val="8CAB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0E748CA-A966-671D-1CCB-B9214FE40602}"/>
                </a:ext>
              </a:extLst>
            </p:cNvPr>
            <p:cNvSpPr/>
            <p:nvPr/>
          </p:nvSpPr>
          <p:spPr>
            <a:xfrm>
              <a:off x="5969992" y="3895961"/>
              <a:ext cx="43286" cy="43286"/>
            </a:xfrm>
            <a:prstGeom prst="ellipse">
              <a:avLst/>
            </a:prstGeom>
            <a:solidFill>
              <a:srgbClr val="68B100"/>
            </a:solidFill>
            <a:ln w="7984" cap="rnd">
              <a:solidFill>
                <a:srgbClr val="68B1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BB8C697C-D69F-2D33-8B39-44570259ACAB}"/>
                </a:ext>
              </a:extLst>
            </p:cNvPr>
            <p:cNvSpPr/>
            <p:nvPr/>
          </p:nvSpPr>
          <p:spPr>
            <a:xfrm>
              <a:off x="5969992" y="3989221"/>
              <a:ext cx="43286" cy="43286"/>
            </a:xfrm>
            <a:prstGeom prst="ellipse">
              <a:avLst/>
            </a:prstGeom>
            <a:solidFill>
              <a:srgbClr val="24B700"/>
            </a:solidFill>
            <a:ln w="7984" cap="rnd">
              <a:solidFill>
                <a:srgbClr val="24B70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C267F701-B33C-A615-4655-5326D7AB4085}"/>
                </a:ext>
              </a:extLst>
            </p:cNvPr>
            <p:cNvSpPr/>
            <p:nvPr/>
          </p:nvSpPr>
          <p:spPr>
            <a:xfrm>
              <a:off x="5969992" y="4082481"/>
              <a:ext cx="43286" cy="43286"/>
            </a:xfrm>
            <a:prstGeom prst="ellipse">
              <a:avLst/>
            </a:prstGeom>
            <a:solidFill>
              <a:srgbClr val="00BB49"/>
            </a:solidFill>
            <a:ln w="7984" cap="rnd">
              <a:solidFill>
                <a:srgbClr val="00BB49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1397C61C-42A6-182B-5F30-B15617B87643}"/>
                </a:ext>
              </a:extLst>
            </p:cNvPr>
            <p:cNvSpPr/>
            <p:nvPr/>
          </p:nvSpPr>
          <p:spPr>
            <a:xfrm>
              <a:off x="5969992" y="4175802"/>
              <a:ext cx="43286" cy="43286"/>
            </a:xfrm>
            <a:prstGeom prst="ellipse">
              <a:avLst/>
            </a:prstGeom>
            <a:solidFill>
              <a:srgbClr val="00BE70"/>
            </a:solidFill>
            <a:ln w="7984" cap="rnd">
              <a:solidFill>
                <a:srgbClr val="00BE7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BA29361F-8760-58C6-5AF1-31D43206C4A9}"/>
                </a:ext>
              </a:extLst>
            </p:cNvPr>
            <p:cNvSpPr/>
            <p:nvPr/>
          </p:nvSpPr>
          <p:spPr>
            <a:xfrm>
              <a:off x="5969992" y="4269063"/>
              <a:ext cx="43286" cy="43286"/>
            </a:xfrm>
            <a:prstGeom prst="ellipse">
              <a:avLst/>
            </a:prstGeom>
            <a:solidFill>
              <a:srgbClr val="00C090"/>
            </a:solidFill>
            <a:ln w="7984" cap="rnd">
              <a:solidFill>
                <a:srgbClr val="00C09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03363901-5B1B-9B4E-5922-56E4B1AC7E54}"/>
                </a:ext>
              </a:extLst>
            </p:cNvPr>
            <p:cNvSpPr/>
            <p:nvPr/>
          </p:nvSpPr>
          <p:spPr>
            <a:xfrm>
              <a:off x="5969992" y="4362323"/>
              <a:ext cx="43286" cy="43286"/>
            </a:xfrm>
            <a:prstGeom prst="ellipse">
              <a:avLst/>
            </a:prstGeom>
            <a:solidFill>
              <a:srgbClr val="00C1AB"/>
            </a:solidFill>
            <a:ln w="7984" cap="rnd">
              <a:solidFill>
                <a:srgbClr val="00C1AB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095E4ECD-5632-A05C-9113-04955A34BAF9}"/>
                </a:ext>
              </a:extLst>
            </p:cNvPr>
            <p:cNvSpPr/>
            <p:nvPr/>
          </p:nvSpPr>
          <p:spPr>
            <a:xfrm>
              <a:off x="6191124" y="3250159"/>
              <a:ext cx="43286" cy="43286"/>
            </a:xfrm>
            <a:prstGeom prst="ellipse">
              <a:avLst/>
            </a:prstGeom>
            <a:solidFill>
              <a:srgbClr val="00BFC4"/>
            </a:solidFill>
            <a:ln w="7984" cap="rnd">
              <a:solidFill>
                <a:srgbClr val="00BFC4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8509E7C8-099E-EA07-B5F1-8C49487B48CF}"/>
                </a:ext>
              </a:extLst>
            </p:cNvPr>
            <p:cNvSpPr/>
            <p:nvPr/>
          </p:nvSpPr>
          <p:spPr>
            <a:xfrm>
              <a:off x="6191124" y="3343420"/>
              <a:ext cx="43286" cy="43286"/>
            </a:xfrm>
            <a:prstGeom prst="ellipse">
              <a:avLst/>
            </a:prstGeom>
            <a:solidFill>
              <a:srgbClr val="00BBDA"/>
            </a:solidFill>
            <a:ln w="7984" cap="rnd">
              <a:solidFill>
                <a:srgbClr val="00BBDA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528AFBCF-07BF-BDC9-E2DB-4BD494BA8F36}"/>
                </a:ext>
              </a:extLst>
            </p:cNvPr>
            <p:cNvSpPr/>
            <p:nvPr/>
          </p:nvSpPr>
          <p:spPr>
            <a:xfrm>
              <a:off x="6191124" y="3436741"/>
              <a:ext cx="43286" cy="43286"/>
            </a:xfrm>
            <a:prstGeom prst="ellipse">
              <a:avLst/>
            </a:prstGeom>
            <a:solidFill>
              <a:srgbClr val="00B5ED"/>
            </a:solidFill>
            <a:ln w="7984" cap="rnd">
              <a:solidFill>
                <a:srgbClr val="00B5ED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09D76146-7309-0E4F-0E90-E55506FE6879}"/>
                </a:ext>
              </a:extLst>
            </p:cNvPr>
            <p:cNvSpPr/>
            <p:nvPr/>
          </p:nvSpPr>
          <p:spPr>
            <a:xfrm>
              <a:off x="6191124" y="3530002"/>
              <a:ext cx="43286" cy="43286"/>
            </a:xfrm>
            <a:prstGeom prst="ellipse">
              <a:avLst/>
            </a:prstGeom>
            <a:solidFill>
              <a:srgbClr val="00ACFC"/>
            </a:solidFill>
            <a:ln w="7984" cap="rnd">
              <a:solidFill>
                <a:srgbClr val="00ACFC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9CF6B08E-3C8A-8E72-4B04-68A3231597FE}"/>
                </a:ext>
              </a:extLst>
            </p:cNvPr>
            <p:cNvSpPr/>
            <p:nvPr/>
          </p:nvSpPr>
          <p:spPr>
            <a:xfrm>
              <a:off x="6191124" y="3623262"/>
              <a:ext cx="43286" cy="43286"/>
            </a:xfrm>
            <a:prstGeom prst="ellipse">
              <a:avLst/>
            </a:prstGeom>
            <a:solidFill>
              <a:srgbClr val="42A0FF"/>
            </a:solidFill>
            <a:ln w="7984" cap="rnd">
              <a:solidFill>
                <a:srgbClr val="42A0FF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59BA7A9D-5C3D-E6F8-3704-1D6057A9E17B}"/>
                </a:ext>
              </a:extLst>
            </p:cNvPr>
            <p:cNvSpPr/>
            <p:nvPr/>
          </p:nvSpPr>
          <p:spPr>
            <a:xfrm>
              <a:off x="6191124" y="3716522"/>
              <a:ext cx="43286" cy="43286"/>
            </a:xfrm>
            <a:prstGeom prst="ellipse">
              <a:avLst/>
            </a:prstGeom>
            <a:solidFill>
              <a:srgbClr val="8B93FF"/>
            </a:solidFill>
            <a:ln w="7984" cap="rnd">
              <a:solidFill>
                <a:srgbClr val="8B93FF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EE718A4A-3BE4-C870-F73E-D5DCE6D3B4DD}"/>
                </a:ext>
              </a:extLst>
            </p:cNvPr>
            <p:cNvSpPr/>
            <p:nvPr/>
          </p:nvSpPr>
          <p:spPr>
            <a:xfrm>
              <a:off x="6191124" y="3809843"/>
              <a:ext cx="43286" cy="43286"/>
            </a:xfrm>
            <a:prstGeom prst="ellipse">
              <a:avLst/>
            </a:prstGeom>
            <a:solidFill>
              <a:srgbClr val="B684FF"/>
            </a:solidFill>
            <a:ln w="7984" cap="rnd">
              <a:solidFill>
                <a:srgbClr val="B684FF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EDA2E708-428F-275B-70AC-27B2FB68D2FA}"/>
                </a:ext>
              </a:extLst>
            </p:cNvPr>
            <p:cNvSpPr/>
            <p:nvPr/>
          </p:nvSpPr>
          <p:spPr>
            <a:xfrm>
              <a:off x="6191124" y="3903104"/>
              <a:ext cx="43286" cy="43286"/>
            </a:xfrm>
            <a:prstGeom prst="ellipse">
              <a:avLst/>
            </a:prstGeom>
            <a:solidFill>
              <a:srgbClr val="D575FE"/>
            </a:solidFill>
            <a:ln w="7984" cap="rnd">
              <a:solidFill>
                <a:srgbClr val="D575FE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1B2C582C-C4ED-EB07-0C88-1D9539902ACC}"/>
                </a:ext>
              </a:extLst>
            </p:cNvPr>
            <p:cNvSpPr/>
            <p:nvPr/>
          </p:nvSpPr>
          <p:spPr>
            <a:xfrm>
              <a:off x="6191124" y="3996364"/>
              <a:ext cx="43286" cy="43286"/>
            </a:xfrm>
            <a:prstGeom prst="ellipse">
              <a:avLst/>
            </a:prstGeom>
            <a:solidFill>
              <a:srgbClr val="EB69F0"/>
            </a:solidFill>
            <a:ln w="7984" cap="rnd">
              <a:solidFill>
                <a:srgbClr val="EB69F0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C116DD14-75A4-EE7A-2939-4678680D9F6A}"/>
                </a:ext>
              </a:extLst>
            </p:cNvPr>
            <p:cNvSpPr/>
            <p:nvPr/>
          </p:nvSpPr>
          <p:spPr>
            <a:xfrm>
              <a:off x="6191124" y="4089624"/>
              <a:ext cx="43286" cy="43286"/>
            </a:xfrm>
            <a:prstGeom prst="ellipse">
              <a:avLst/>
            </a:prstGeom>
            <a:solidFill>
              <a:srgbClr val="F962DD"/>
            </a:solidFill>
            <a:ln w="7984" cap="rnd">
              <a:solidFill>
                <a:srgbClr val="F962DD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127F2CF4-68E9-A042-0C55-072834C01350}"/>
                </a:ext>
              </a:extLst>
            </p:cNvPr>
            <p:cNvSpPr/>
            <p:nvPr/>
          </p:nvSpPr>
          <p:spPr>
            <a:xfrm>
              <a:off x="6191124" y="4182945"/>
              <a:ext cx="43286" cy="43286"/>
            </a:xfrm>
            <a:prstGeom prst="ellipse">
              <a:avLst/>
            </a:prstGeom>
            <a:solidFill>
              <a:srgbClr val="FF61C6"/>
            </a:solidFill>
            <a:ln w="7984" cap="rnd">
              <a:solidFill>
                <a:srgbClr val="FF61C6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1351E653-4D42-7DA6-A0F8-7211D8F8B245}"/>
                </a:ext>
              </a:extLst>
            </p:cNvPr>
            <p:cNvSpPr/>
            <p:nvPr/>
          </p:nvSpPr>
          <p:spPr>
            <a:xfrm>
              <a:off x="6191124" y="4276206"/>
              <a:ext cx="43286" cy="43286"/>
            </a:xfrm>
            <a:prstGeom prst="ellipse">
              <a:avLst/>
            </a:prstGeom>
            <a:solidFill>
              <a:srgbClr val="FF65AC"/>
            </a:solidFill>
            <a:ln w="7984" cap="rnd">
              <a:solidFill>
                <a:srgbClr val="FF65AC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E219ECB2-8CDB-5C59-4EB4-7E5F35F1615D}"/>
                </a:ext>
              </a:extLst>
            </p:cNvPr>
            <p:cNvSpPr/>
            <p:nvPr/>
          </p:nvSpPr>
          <p:spPr>
            <a:xfrm>
              <a:off x="6191124" y="4369466"/>
              <a:ext cx="43286" cy="43286"/>
            </a:xfrm>
            <a:prstGeom prst="ellipse">
              <a:avLst/>
            </a:prstGeom>
            <a:solidFill>
              <a:srgbClr val="FF6D8E"/>
            </a:solidFill>
            <a:ln w="7984" cap="rnd">
              <a:solidFill>
                <a:srgbClr val="FF6D8E"/>
              </a:solidFill>
              <a:prstDash val="solid"/>
              <a:round/>
            </a:ln>
          </p:spPr>
          <p:txBody>
            <a:bodyPr/>
            <a:lstStyle/>
            <a:p>
              <a:endParaRPr lang="en-US" sz="600"/>
            </a:p>
          </p:txBody>
        </p:sp>
        <p:sp>
          <p:nvSpPr>
            <p:cNvPr id="1144" name="TextBox 1143">
              <a:extLst>
                <a:ext uri="{FF2B5EF4-FFF2-40B4-BE49-F238E27FC236}">
                  <a16:creationId xmlns:a16="http://schemas.microsoft.com/office/drawing/2014/main" id="{00AD6D9C-EA69-7D33-A770-0C6ADA6D54CB}"/>
                </a:ext>
              </a:extLst>
            </p:cNvPr>
            <p:cNvSpPr txBox="1"/>
            <p:nvPr/>
          </p:nvSpPr>
          <p:spPr>
            <a:xfrm>
              <a:off x="5933655" y="3176241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1145" name="TextBox 1144">
              <a:extLst>
                <a:ext uri="{FF2B5EF4-FFF2-40B4-BE49-F238E27FC236}">
                  <a16:creationId xmlns:a16="http://schemas.microsoft.com/office/drawing/2014/main" id="{1BACF39C-D8A0-BB1D-9A5F-A21B3887EED3}"/>
                </a:ext>
              </a:extLst>
            </p:cNvPr>
            <p:cNvSpPr txBox="1"/>
            <p:nvPr/>
          </p:nvSpPr>
          <p:spPr>
            <a:xfrm>
              <a:off x="5933655" y="3269502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1146" name="TextBox 1145">
              <a:extLst>
                <a:ext uri="{FF2B5EF4-FFF2-40B4-BE49-F238E27FC236}">
                  <a16:creationId xmlns:a16="http://schemas.microsoft.com/office/drawing/2014/main" id="{E9914E8C-D4DA-B3BD-C557-0FBFB7684A72}"/>
                </a:ext>
              </a:extLst>
            </p:cNvPr>
            <p:cNvSpPr txBox="1"/>
            <p:nvPr/>
          </p:nvSpPr>
          <p:spPr>
            <a:xfrm>
              <a:off x="5933655" y="3362762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1147" name="TextBox 1146">
              <a:extLst>
                <a:ext uri="{FF2B5EF4-FFF2-40B4-BE49-F238E27FC236}">
                  <a16:creationId xmlns:a16="http://schemas.microsoft.com/office/drawing/2014/main" id="{69313E58-4F14-852F-0C2D-737A3D262AE2}"/>
                </a:ext>
              </a:extLst>
            </p:cNvPr>
            <p:cNvSpPr txBox="1"/>
            <p:nvPr/>
          </p:nvSpPr>
          <p:spPr>
            <a:xfrm>
              <a:off x="5933655" y="3456083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11</a:t>
              </a:r>
            </a:p>
          </p:txBody>
        </p:sp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2323BEFE-FBD3-2091-2F5D-8A91FA0D7AC9}"/>
                </a:ext>
              </a:extLst>
            </p:cNvPr>
            <p:cNvSpPr txBox="1"/>
            <p:nvPr/>
          </p:nvSpPr>
          <p:spPr>
            <a:xfrm>
              <a:off x="5933655" y="3549343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EAB9739D-22B8-31A1-6318-C5A6FB2E5869}"/>
                </a:ext>
              </a:extLst>
            </p:cNvPr>
            <p:cNvSpPr txBox="1"/>
            <p:nvPr/>
          </p:nvSpPr>
          <p:spPr>
            <a:xfrm>
              <a:off x="5933655" y="3642604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13</a:t>
              </a:r>
            </a:p>
          </p:txBody>
        </p:sp>
        <p:sp>
          <p:nvSpPr>
            <p:cNvPr id="1150" name="TextBox 1149">
              <a:extLst>
                <a:ext uri="{FF2B5EF4-FFF2-40B4-BE49-F238E27FC236}">
                  <a16:creationId xmlns:a16="http://schemas.microsoft.com/office/drawing/2014/main" id="{BE89AD1E-D3B7-9C23-6EFF-2761DEFEF093}"/>
                </a:ext>
              </a:extLst>
            </p:cNvPr>
            <p:cNvSpPr txBox="1"/>
            <p:nvPr/>
          </p:nvSpPr>
          <p:spPr>
            <a:xfrm>
              <a:off x="5933655" y="3735864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1151" name="TextBox 1150">
              <a:extLst>
                <a:ext uri="{FF2B5EF4-FFF2-40B4-BE49-F238E27FC236}">
                  <a16:creationId xmlns:a16="http://schemas.microsoft.com/office/drawing/2014/main" id="{BDC1D7C0-C120-EFC5-20F5-6304BF263C4B}"/>
                </a:ext>
              </a:extLst>
            </p:cNvPr>
            <p:cNvSpPr txBox="1"/>
            <p:nvPr/>
          </p:nvSpPr>
          <p:spPr>
            <a:xfrm>
              <a:off x="5933655" y="3829185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1152" name="TextBox 1151">
              <a:extLst>
                <a:ext uri="{FF2B5EF4-FFF2-40B4-BE49-F238E27FC236}">
                  <a16:creationId xmlns:a16="http://schemas.microsoft.com/office/drawing/2014/main" id="{073BB081-B1AE-466E-FC04-F2B863ECBB3B}"/>
                </a:ext>
              </a:extLst>
            </p:cNvPr>
            <p:cNvSpPr txBox="1"/>
            <p:nvPr/>
          </p:nvSpPr>
          <p:spPr>
            <a:xfrm>
              <a:off x="5933655" y="3922445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16</a:t>
              </a:r>
            </a:p>
          </p:txBody>
        </p:sp>
        <p:sp>
          <p:nvSpPr>
            <p:cNvPr id="1153" name="TextBox 1152">
              <a:extLst>
                <a:ext uri="{FF2B5EF4-FFF2-40B4-BE49-F238E27FC236}">
                  <a16:creationId xmlns:a16="http://schemas.microsoft.com/office/drawing/2014/main" id="{38594C51-6B92-7A0C-DA87-3CDC3B2A4CD9}"/>
                </a:ext>
              </a:extLst>
            </p:cNvPr>
            <p:cNvSpPr txBox="1"/>
            <p:nvPr/>
          </p:nvSpPr>
          <p:spPr>
            <a:xfrm>
              <a:off x="5933655" y="4015706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17</a:t>
              </a:r>
            </a:p>
          </p:txBody>
        </p:sp>
        <p:sp>
          <p:nvSpPr>
            <p:cNvPr id="1154" name="TextBox 1153">
              <a:extLst>
                <a:ext uri="{FF2B5EF4-FFF2-40B4-BE49-F238E27FC236}">
                  <a16:creationId xmlns:a16="http://schemas.microsoft.com/office/drawing/2014/main" id="{65CE63C3-9B24-B518-B7DB-C2BF7287B16B}"/>
                </a:ext>
              </a:extLst>
            </p:cNvPr>
            <p:cNvSpPr txBox="1"/>
            <p:nvPr/>
          </p:nvSpPr>
          <p:spPr>
            <a:xfrm>
              <a:off x="5933655" y="4108966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18</a:t>
              </a:r>
            </a:p>
          </p:txBody>
        </p:sp>
        <p:sp>
          <p:nvSpPr>
            <p:cNvPr id="1155" name="TextBox 1154">
              <a:extLst>
                <a:ext uri="{FF2B5EF4-FFF2-40B4-BE49-F238E27FC236}">
                  <a16:creationId xmlns:a16="http://schemas.microsoft.com/office/drawing/2014/main" id="{DC080FE6-E808-4F31-BE80-63978AEA23DE}"/>
                </a:ext>
              </a:extLst>
            </p:cNvPr>
            <p:cNvSpPr txBox="1"/>
            <p:nvPr/>
          </p:nvSpPr>
          <p:spPr>
            <a:xfrm>
              <a:off x="5933655" y="4202287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</a:t>
              </a:r>
            </a:p>
          </p:txBody>
        </p:sp>
        <p:sp>
          <p:nvSpPr>
            <p:cNvPr id="1156" name="TextBox 1155">
              <a:extLst>
                <a:ext uri="{FF2B5EF4-FFF2-40B4-BE49-F238E27FC236}">
                  <a16:creationId xmlns:a16="http://schemas.microsoft.com/office/drawing/2014/main" id="{2D27E8F4-C924-7181-FB61-E5B38FE98C9C}"/>
                </a:ext>
              </a:extLst>
            </p:cNvPr>
            <p:cNvSpPr txBox="1"/>
            <p:nvPr/>
          </p:nvSpPr>
          <p:spPr>
            <a:xfrm>
              <a:off x="5933655" y="429554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1157" name="TextBox 1156">
              <a:extLst>
                <a:ext uri="{FF2B5EF4-FFF2-40B4-BE49-F238E27FC236}">
                  <a16:creationId xmlns:a16="http://schemas.microsoft.com/office/drawing/2014/main" id="{DEC9E338-63AD-9C41-5327-E515F14FE906}"/>
                </a:ext>
              </a:extLst>
            </p:cNvPr>
            <p:cNvSpPr txBox="1"/>
            <p:nvPr/>
          </p:nvSpPr>
          <p:spPr>
            <a:xfrm>
              <a:off x="6154788" y="3176241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</a:t>
              </a:r>
            </a:p>
          </p:txBody>
        </p:sp>
        <p:sp>
          <p:nvSpPr>
            <p:cNvPr id="1158" name="TextBox 1157">
              <a:extLst>
                <a:ext uri="{FF2B5EF4-FFF2-40B4-BE49-F238E27FC236}">
                  <a16:creationId xmlns:a16="http://schemas.microsoft.com/office/drawing/2014/main" id="{95BB3010-A2DC-C6DC-3EB8-6991CD12AE0F}"/>
                </a:ext>
              </a:extLst>
            </p:cNvPr>
            <p:cNvSpPr txBox="1"/>
            <p:nvPr/>
          </p:nvSpPr>
          <p:spPr>
            <a:xfrm>
              <a:off x="6154788" y="3269502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21</a:t>
              </a:r>
            </a:p>
          </p:txBody>
        </p:sp>
        <p:sp>
          <p:nvSpPr>
            <p:cNvPr id="1159" name="TextBox 1158">
              <a:extLst>
                <a:ext uri="{FF2B5EF4-FFF2-40B4-BE49-F238E27FC236}">
                  <a16:creationId xmlns:a16="http://schemas.microsoft.com/office/drawing/2014/main" id="{12827B94-3A60-6458-F6FC-FB3985F2172B}"/>
                </a:ext>
              </a:extLst>
            </p:cNvPr>
            <p:cNvSpPr txBox="1"/>
            <p:nvPr/>
          </p:nvSpPr>
          <p:spPr>
            <a:xfrm>
              <a:off x="6154788" y="3362762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22</a:t>
              </a:r>
            </a:p>
          </p:txBody>
        </p:sp>
        <p:sp>
          <p:nvSpPr>
            <p:cNvPr id="1160" name="TextBox 1159">
              <a:extLst>
                <a:ext uri="{FF2B5EF4-FFF2-40B4-BE49-F238E27FC236}">
                  <a16:creationId xmlns:a16="http://schemas.microsoft.com/office/drawing/2014/main" id="{E6FEC19A-5F27-7CD4-25C2-FCE12FBE1D88}"/>
                </a:ext>
              </a:extLst>
            </p:cNvPr>
            <p:cNvSpPr txBox="1"/>
            <p:nvPr/>
          </p:nvSpPr>
          <p:spPr>
            <a:xfrm>
              <a:off x="6154788" y="3456083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23</a:t>
              </a:r>
            </a:p>
          </p:txBody>
        </p:sp>
        <p:sp>
          <p:nvSpPr>
            <p:cNvPr id="1161" name="TextBox 1160">
              <a:extLst>
                <a:ext uri="{FF2B5EF4-FFF2-40B4-BE49-F238E27FC236}">
                  <a16:creationId xmlns:a16="http://schemas.microsoft.com/office/drawing/2014/main" id="{318377F1-040F-33CF-EFEE-906A408F15BC}"/>
                </a:ext>
              </a:extLst>
            </p:cNvPr>
            <p:cNvSpPr txBox="1"/>
            <p:nvPr/>
          </p:nvSpPr>
          <p:spPr>
            <a:xfrm>
              <a:off x="6154788" y="3549343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24</a:t>
              </a:r>
            </a:p>
          </p:txBody>
        </p:sp>
        <p:sp>
          <p:nvSpPr>
            <p:cNvPr id="1162" name="TextBox 1161">
              <a:extLst>
                <a:ext uri="{FF2B5EF4-FFF2-40B4-BE49-F238E27FC236}">
                  <a16:creationId xmlns:a16="http://schemas.microsoft.com/office/drawing/2014/main" id="{55D01770-02A4-4611-456F-CFA09B255391}"/>
                </a:ext>
              </a:extLst>
            </p:cNvPr>
            <p:cNvSpPr txBox="1"/>
            <p:nvPr/>
          </p:nvSpPr>
          <p:spPr>
            <a:xfrm>
              <a:off x="6154788" y="3642604"/>
              <a:ext cx="27122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25</a:t>
              </a:r>
            </a:p>
          </p:txBody>
        </p:sp>
        <p:sp>
          <p:nvSpPr>
            <p:cNvPr id="1163" name="TextBox 1162">
              <a:extLst>
                <a:ext uri="{FF2B5EF4-FFF2-40B4-BE49-F238E27FC236}">
                  <a16:creationId xmlns:a16="http://schemas.microsoft.com/office/drawing/2014/main" id="{26BBA1B7-1A56-E419-1D2E-5E2A46591C82}"/>
                </a:ext>
              </a:extLst>
            </p:cNvPr>
            <p:cNvSpPr txBox="1"/>
            <p:nvPr/>
          </p:nvSpPr>
          <p:spPr>
            <a:xfrm>
              <a:off x="6154788" y="3735864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</a:t>
              </a:r>
            </a:p>
          </p:txBody>
        </p:sp>
        <p:sp>
          <p:nvSpPr>
            <p:cNvPr id="1164" name="TextBox 1163">
              <a:extLst>
                <a:ext uri="{FF2B5EF4-FFF2-40B4-BE49-F238E27FC236}">
                  <a16:creationId xmlns:a16="http://schemas.microsoft.com/office/drawing/2014/main" id="{D7DBB393-0BA8-B46F-FA20-3DFE572CFF67}"/>
                </a:ext>
              </a:extLst>
            </p:cNvPr>
            <p:cNvSpPr txBox="1"/>
            <p:nvPr/>
          </p:nvSpPr>
          <p:spPr>
            <a:xfrm>
              <a:off x="6154788" y="382918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1165" name="TextBox 1164">
              <a:extLst>
                <a:ext uri="{FF2B5EF4-FFF2-40B4-BE49-F238E27FC236}">
                  <a16:creationId xmlns:a16="http://schemas.microsoft.com/office/drawing/2014/main" id="{0606A151-2946-CA18-FB88-CE751AED7B22}"/>
                </a:ext>
              </a:extLst>
            </p:cNvPr>
            <p:cNvSpPr txBox="1"/>
            <p:nvPr/>
          </p:nvSpPr>
          <p:spPr>
            <a:xfrm>
              <a:off x="6154788" y="3922445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1166" name="TextBox 1165">
              <a:extLst>
                <a:ext uri="{FF2B5EF4-FFF2-40B4-BE49-F238E27FC236}">
                  <a16:creationId xmlns:a16="http://schemas.microsoft.com/office/drawing/2014/main" id="{4DBE31AF-FE11-4122-8CD7-53F60AE7A419}"/>
                </a:ext>
              </a:extLst>
            </p:cNvPr>
            <p:cNvSpPr txBox="1"/>
            <p:nvPr/>
          </p:nvSpPr>
          <p:spPr>
            <a:xfrm>
              <a:off x="6154788" y="401570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1167" name="TextBox 1166">
              <a:extLst>
                <a:ext uri="{FF2B5EF4-FFF2-40B4-BE49-F238E27FC236}">
                  <a16:creationId xmlns:a16="http://schemas.microsoft.com/office/drawing/2014/main" id="{BEDC7104-0FFB-30B3-1D7E-638D2DEC4B0C}"/>
                </a:ext>
              </a:extLst>
            </p:cNvPr>
            <p:cNvSpPr txBox="1"/>
            <p:nvPr/>
          </p:nvSpPr>
          <p:spPr>
            <a:xfrm>
              <a:off x="6154788" y="4108966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</a:t>
              </a:r>
            </a:p>
          </p:txBody>
        </p:sp>
        <p:sp>
          <p:nvSpPr>
            <p:cNvPr id="1168" name="TextBox 1167">
              <a:extLst>
                <a:ext uri="{FF2B5EF4-FFF2-40B4-BE49-F238E27FC236}">
                  <a16:creationId xmlns:a16="http://schemas.microsoft.com/office/drawing/2014/main" id="{057C65EB-FF1D-9C98-09FE-2D7585B5A6F8}"/>
                </a:ext>
              </a:extLst>
            </p:cNvPr>
            <p:cNvSpPr txBox="1"/>
            <p:nvPr/>
          </p:nvSpPr>
          <p:spPr>
            <a:xfrm>
              <a:off x="6154788" y="420228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1169" name="TextBox 1168">
              <a:extLst>
                <a:ext uri="{FF2B5EF4-FFF2-40B4-BE49-F238E27FC236}">
                  <a16:creationId xmlns:a16="http://schemas.microsoft.com/office/drawing/2014/main" id="{50D009A4-5E48-511F-0362-09955049F36E}"/>
                </a:ext>
              </a:extLst>
            </p:cNvPr>
            <p:cNvSpPr txBox="1"/>
            <p:nvPr/>
          </p:nvSpPr>
          <p:spPr>
            <a:xfrm>
              <a:off x="6154788" y="4295548"/>
              <a:ext cx="22794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9</a:t>
              </a:r>
            </a:p>
          </p:txBody>
        </p:sp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151236D1-499F-B021-C760-78DC720569FB}"/>
                </a:ext>
              </a:extLst>
            </p:cNvPr>
            <p:cNvSpPr txBox="1"/>
            <p:nvPr/>
          </p:nvSpPr>
          <p:spPr>
            <a:xfrm>
              <a:off x="5743654" y="3049220"/>
              <a:ext cx="7649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Multiome Cluster</a:t>
              </a:r>
            </a:p>
          </p:txBody>
        </p:sp>
      </p:grpSp>
      <p:grpSp>
        <p:nvGrpSpPr>
          <p:cNvPr id="1190" name="Group 1189">
            <a:extLst>
              <a:ext uri="{FF2B5EF4-FFF2-40B4-BE49-F238E27FC236}">
                <a16:creationId xmlns:a16="http://schemas.microsoft.com/office/drawing/2014/main" id="{4AFBC255-46CB-AAC5-4A5F-E6935B6F0EC1}"/>
              </a:ext>
            </a:extLst>
          </p:cNvPr>
          <p:cNvGrpSpPr/>
          <p:nvPr/>
        </p:nvGrpSpPr>
        <p:grpSpPr>
          <a:xfrm>
            <a:off x="1731801" y="5509336"/>
            <a:ext cx="2504540" cy="2115390"/>
            <a:chOff x="1731801" y="5509336"/>
            <a:chExt cx="2504540" cy="2115390"/>
          </a:xfrm>
        </p:grpSpPr>
        <p:sp>
          <p:nvSpPr>
            <p:cNvPr id="2081" name="Freeform 2080">
              <a:extLst>
                <a:ext uri="{FF2B5EF4-FFF2-40B4-BE49-F238E27FC236}">
                  <a16:creationId xmlns:a16="http://schemas.microsoft.com/office/drawing/2014/main" id="{B31D0C2A-19B3-C2C6-1BC5-1A618107598A}"/>
                </a:ext>
              </a:extLst>
            </p:cNvPr>
            <p:cNvSpPr/>
            <p:nvPr/>
          </p:nvSpPr>
          <p:spPr>
            <a:xfrm>
              <a:off x="1731801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Freeform 2081">
              <a:extLst>
                <a:ext uri="{FF2B5EF4-FFF2-40B4-BE49-F238E27FC236}">
                  <a16:creationId xmlns:a16="http://schemas.microsoft.com/office/drawing/2014/main" id="{404200F7-31D6-1ADB-60DC-86D7FD0B32E7}"/>
                </a:ext>
              </a:extLst>
            </p:cNvPr>
            <p:cNvSpPr/>
            <p:nvPr/>
          </p:nvSpPr>
          <p:spPr>
            <a:xfrm>
              <a:off x="1731801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Freeform 2082">
              <a:extLst>
                <a:ext uri="{FF2B5EF4-FFF2-40B4-BE49-F238E27FC236}">
                  <a16:creationId xmlns:a16="http://schemas.microsoft.com/office/drawing/2014/main" id="{E3CFFB5E-0C91-D6F1-27FA-DF926097690B}"/>
                </a:ext>
              </a:extLst>
            </p:cNvPr>
            <p:cNvSpPr/>
            <p:nvPr/>
          </p:nvSpPr>
          <p:spPr>
            <a:xfrm>
              <a:off x="1731801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Freeform 2083">
              <a:extLst>
                <a:ext uri="{FF2B5EF4-FFF2-40B4-BE49-F238E27FC236}">
                  <a16:creationId xmlns:a16="http://schemas.microsoft.com/office/drawing/2014/main" id="{97A3B2B3-F961-718A-705E-D9039F19E796}"/>
                </a:ext>
              </a:extLst>
            </p:cNvPr>
            <p:cNvSpPr/>
            <p:nvPr/>
          </p:nvSpPr>
          <p:spPr>
            <a:xfrm>
              <a:off x="1731801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Freeform 2084">
              <a:extLst>
                <a:ext uri="{FF2B5EF4-FFF2-40B4-BE49-F238E27FC236}">
                  <a16:creationId xmlns:a16="http://schemas.microsoft.com/office/drawing/2014/main" id="{A5F980CB-ACBA-F810-93DF-DE83CC3DB6B4}"/>
                </a:ext>
              </a:extLst>
            </p:cNvPr>
            <p:cNvSpPr/>
            <p:nvPr/>
          </p:nvSpPr>
          <p:spPr>
            <a:xfrm>
              <a:off x="1731801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Freeform 2085">
              <a:extLst>
                <a:ext uri="{FF2B5EF4-FFF2-40B4-BE49-F238E27FC236}">
                  <a16:creationId xmlns:a16="http://schemas.microsoft.com/office/drawing/2014/main" id="{0740992C-B5F5-E831-884E-927FA62A4CCF}"/>
                </a:ext>
              </a:extLst>
            </p:cNvPr>
            <p:cNvSpPr/>
            <p:nvPr/>
          </p:nvSpPr>
          <p:spPr>
            <a:xfrm>
              <a:off x="1731801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Freeform 2086">
              <a:extLst>
                <a:ext uri="{FF2B5EF4-FFF2-40B4-BE49-F238E27FC236}">
                  <a16:creationId xmlns:a16="http://schemas.microsoft.com/office/drawing/2014/main" id="{D655D98F-247D-D876-FD26-B5A0CD65CCD6}"/>
                </a:ext>
              </a:extLst>
            </p:cNvPr>
            <p:cNvSpPr/>
            <p:nvPr/>
          </p:nvSpPr>
          <p:spPr>
            <a:xfrm>
              <a:off x="1731801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Freeform 2087">
              <a:extLst>
                <a:ext uri="{FF2B5EF4-FFF2-40B4-BE49-F238E27FC236}">
                  <a16:creationId xmlns:a16="http://schemas.microsoft.com/office/drawing/2014/main" id="{E75FD28D-AE7A-0EEC-F5AA-A671F95E3AE2}"/>
                </a:ext>
              </a:extLst>
            </p:cNvPr>
            <p:cNvSpPr/>
            <p:nvPr/>
          </p:nvSpPr>
          <p:spPr>
            <a:xfrm>
              <a:off x="1731801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Freeform 2088">
              <a:extLst>
                <a:ext uri="{FF2B5EF4-FFF2-40B4-BE49-F238E27FC236}">
                  <a16:creationId xmlns:a16="http://schemas.microsoft.com/office/drawing/2014/main" id="{AF10B6B0-3816-8D80-6544-1773561BB820}"/>
                </a:ext>
              </a:extLst>
            </p:cNvPr>
            <p:cNvSpPr/>
            <p:nvPr/>
          </p:nvSpPr>
          <p:spPr>
            <a:xfrm>
              <a:off x="1731801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Freeform 2089">
              <a:extLst>
                <a:ext uri="{FF2B5EF4-FFF2-40B4-BE49-F238E27FC236}">
                  <a16:creationId xmlns:a16="http://schemas.microsoft.com/office/drawing/2014/main" id="{CAA65AE0-BF4A-7D83-CB48-53686CEDDC4B}"/>
                </a:ext>
              </a:extLst>
            </p:cNvPr>
            <p:cNvSpPr/>
            <p:nvPr/>
          </p:nvSpPr>
          <p:spPr>
            <a:xfrm>
              <a:off x="1731801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Freeform 2090">
              <a:extLst>
                <a:ext uri="{FF2B5EF4-FFF2-40B4-BE49-F238E27FC236}">
                  <a16:creationId xmlns:a16="http://schemas.microsoft.com/office/drawing/2014/main" id="{978FFF1F-D57C-98E0-8F16-D759A6A90FF0}"/>
                </a:ext>
              </a:extLst>
            </p:cNvPr>
            <p:cNvSpPr/>
            <p:nvPr/>
          </p:nvSpPr>
          <p:spPr>
            <a:xfrm>
              <a:off x="1731801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Freeform 2091">
              <a:extLst>
                <a:ext uri="{FF2B5EF4-FFF2-40B4-BE49-F238E27FC236}">
                  <a16:creationId xmlns:a16="http://schemas.microsoft.com/office/drawing/2014/main" id="{208D6B47-E551-2057-05FC-1EAED93C00FA}"/>
                </a:ext>
              </a:extLst>
            </p:cNvPr>
            <p:cNvSpPr/>
            <p:nvPr/>
          </p:nvSpPr>
          <p:spPr>
            <a:xfrm>
              <a:off x="1731801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Freeform 2092">
              <a:extLst>
                <a:ext uri="{FF2B5EF4-FFF2-40B4-BE49-F238E27FC236}">
                  <a16:creationId xmlns:a16="http://schemas.microsoft.com/office/drawing/2014/main" id="{E9DE5FCE-5B06-E3DD-1916-0AF2836CBAA1}"/>
                </a:ext>
              </a:extLst>
            </p:cNvPr>
            <p:cNvSpPr/>
            <p:nvPr/>
          </p:nvSpPr>
          <p:spPr>
            <a:xfrm>
              <a:off x="1731801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Freeform 2093">
              <a:extLst>
                <a:ext uri="{FF2B5EF4-FFF2-40B4-BE49-F238E27FC236}">
                  <a16:creationId xmlns:a16="http://schemas.microsoft.com/office/drawing/2014/main" id="{7611E96F-8A56-DF12-CCB6-BC29292B9AE6}"/>
                </a:ext>
              </a:extLst>
            </p:cNvPr>
            <p:cNvSpPr/>
            <p:nvPr/>
          </p:nvSpPr>
          <p:spPr>
            <a:xfrm>
              <a:off x="1731801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Freeform 2094">
              <a:extLst>
                <a:ext uri="{FF2B5EF4-FFF2-40B4-BE49-F238E27FC236}">
                  <a16:creationId xmlns:a16="http://schemas.microsoft.com/office/drawing/2014/main" id="{57AF9DC9-67FC-BEF6-CC22-62521EF14BAC}"/>
                </a:ext>
              </a:extLst>
            </p:cNvPr>
            <p:cNvSpPr/>
            <p:nvPr/>
          </p:nvSpPr>
          <p:spPr>
            <a:xfrm>
              <a:off x="1731801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Freeform 2095">
              <a:extLst>
                <a:ext uri="{FF2B5EF4-FFF2-40B4-BE49-F238E27FC236}">
                  <a16:creationId xmlns:a16="http://schemas.microsoft.com/office/drawing/2014/main" id="{69EFE3E2-35CA-545F-5101-A3BBBF1592F6}"/>
                </a:ext>
              </a:extLst>
            </p:cNvPr>
            <p:cNvSpPr/>
            <p:nvPr/>
          </p:nvSpPr>
          <p:spPr>
            <a:xfrm>
              <a:off x="1731801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Freeform 2096">
              <a:extLst>
                <a:ext uri="{FF2B5EF4-FFF2-40B4-BE49-F238E27FC236}">
                  <a16:creationId xmlns:a16="http://schemas.microsoft.com/office/drawing/2014/main" id="{955BA665-2DFE-1C19-4B71-FBBC5EA117BB}"/>
                </a:ext>
              </a:extLst>
            </p:cNvPr>
            <p:cNvSpPr/>
            <p:nvPr/>
          </p:nvSpPr>
          <p:spPr>
            <a:xfrm>
              <a:off x="1731801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Freeform 2097">
              <a:extLst>
                <a:ext uri="{FF2B5EF4-FFF2-40B4-BE49-F238E27FC236}">
                  <a16:creationId xmlns:a16="http://schemas.microsoft.com/office/drawing/2014/main" id="{B7E02EDA-EE32-CEE6-63CA-10925F229E9C}"/>
                </a:ext>
              </a:extLst>
            </p:cNvPr>
            <p:cNvSpPr/>
            <p:nvPr/>
          </p:nvSpPr>
          <p:spPr>
            <a:xfrm>
              <a:off x="1731801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Freeform 2098">
              <a:extLst>
                <a:ext uri="{FF2B5EF4-FFF2-40B4-BE49-F238E27FC236}">
                  <a16:creationId xmlns:a16="http://schemas.microsoft.com/office/drawing/2014/main" id="{0DE30219-7F0C-0017-2554-68D327AECB4D}"/>
                </a:ext>
              </a:extLst>
            </p:cNvPr>
            <p:cNvSpPr/>
            <p:nvPr/>
          </p:nvSpPr>
          <p:spPr>
            <a:xfrm>
              <a:off x="1731801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Freeform 2099">
              <a:extLst>
                <a:ext uri="{FF2B5EF4-FFF2-40B4-BE49-F238E27FC236}">
                  <a16:creationId xmlns:a16="http://schemas.microsoft.com/office/drawing/2014/main" id="{E2583536-80A0-1BB4-A55C-A71A3E62E2C5}"/>
                </a:ext>
              </a:extLst>
            </p:cNvPr>
            <p:cNvSpPr/>
            <p:nvPr/>
          </p:nvSpPr>
          <p:spPr>
            <a:xfrm>
              <a:off x="1731801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Freeform 2100">
              <a:extLst>
                <a:ext uri="{FF2B5EF4-FFF2-40B4-BE49-F238E27FC236}">
                  <a16:creationId xmlns:a16="http://schemas.microsoft.com/office/drawing/2014/main" id="{F1D8340A-AEB0-EE49-F7CF-76E120A59CF2}"/>
                </a:ext>
              </a:extLst>
            </p:cNvPr>
            <p:cNvSpPr/>
            <p:nvPr/>
          </p:nvSpPr>
          <p:spPr>
            <a:xfrm>
              <a:off x="1731801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Freeform 2101">
              <a:extLst>
                <a:ext uri="{FF2B5EF4-FFF2-40B4-BE49-F238E27FC236}">
                  <a16:creationId xmlns:a16="http://schemas.microsoft.com/office/drawing/2014/main" id="{FA95A6F3-2C64-64D1-E5B1-329B31D9FB68}"/>
                </a:ext>
              </a:extLst>
            </p:cNvPr>
            <p:cNvSpPr/>
            <p:nvPr/>
          </p:nvSpPr>
          <p:spPr>
            <a:xfrm>
              <a:off x="1731801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Freeform 2102">
              <a:extLst>
                <a:ext uri="{FF2B5EF4-FFF2-40B4-BE49-F238E27FC236}">
                  <a16:creationId xmlns:a16="http://schemas.microsoft.com/office/drawing/2014/main" id="{3813A690-1D61-7A90-548D-61047C27A864}"/>
                </a:ext>
              </a:extLst>
            </p:cNvPr>
            <p:cNvSpPr/>
            <p:nvPr/>
          </p:nvSpPr>
          <p:spPr>
            <a:xfrm>
              <a:off x="1731801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Freeform 2103">
              <a:extLst>
                <a:ext uri="{FF2B5EF4-FFF2-40B4-BE49-F238E27FC236}">
                  <a16:creationId xmlns:a16="http://schemas.microsoft.com/office/drawing/2014/main" id="{B2A366A4-EB62-33D2-167F-58972B6BE43F}"/>
                </a:ext>
              </a:extLst>
            </p:cNvPr>
            <p:cNvSpPr/>
            <p:nvPr/>
          </p:nvSpPr>
          <p:spPr>
            <a:xfrm>
              <a:off x="1731801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Freeform 2104">
              <a:extLst>
                <a:ext uri="{FF2B5EF4-FFF2-40B4-BE49-F238E27FC236}">
                  <a16:creationId xmlns:a16="http://schemas.microsoft.com/office/drawing/2014/main" id="{DE5686A1-41A4-5CCD-7C81-E465B2EC3286}"/>
                </a:ext>
              </a:extLst>
            </p:cNvPr>
            <p:cNvSpPr/>
            <p:nvPr/>
          </p:nvSpPr>
          <p:spPr>
            <a:xfrm>
              <a:off x="1731801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Freeform 2105">
              <a:extLst>
                <a:ext uri="{FF2B5EF4-FFF2-40B4-BE49-F238E27FC236}">
                  <a16:creationId xmlns:a16="http://schemas.microsoft.com/office/drawing/2014/main" id="{3EDA2AAA-DD56-531A-3EFC-851E93CBB097}"/>
                </a:ext>
              </a:extLst>
            </p:cNvPr>
            <p:cNvSpPr/>
            <p:nvPr/>
          </p:nvSpPr>
          <p:spPr>
            <a:xfrm>
              <a:off x="1731801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Freeform 2106">
              <a:extLst>
                <a:ext uri="{FF2B5EF4-FFF2-40B4-BE49-F238E27FC236}">
                  <a16:creationId xmlns:a16="http://schemas.microsoft.com/office/drawing/2014/main" id="{240EBC6B-C12F-06CA-6CB0-2F806CB1343C}"/>
                </a:ext>
              </a:extLst>
            </p:cNvPr>
            <p:cNvSpPr/>
            <p:nvPr/>
          </p:nvSpPr>
          <p:spPr>
            <a:xfrm>
              <a:off x="1731801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Freeform 2107">
              <a:extLst>
                <a:ext uri="{FF2B5EF4-FFF2-40B4-BE49-F238E27FC236}">
                  <a16:creationId xmlns:a16="http://schemas.microsoft.com/office/drawing/2014/main" id="{EE4370ED-0CEB-1847-1017-21924B680DBC}"/>
                </a:ext>
              </a:extLst>
            </p:cNvPr>
            <p:cNvSpPr/>
            <p:nvPr/>
          </p:nvSpPr>
          <p:spPr>
            <a:xfrm>
              <a:off x="1731801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Freeform 2108">
              <a:extLst>
                <a:ext uri="{FF2B5EF4-FFF2-40B4-BE49-F238E27FC236}">
                  <a16:creationId xmlns:a16="http://schemas.microsoft.com/office/drawing/2014/main" id="{8CB3D812-3A07-08C8-BDD6-272CC484EEEA}"/>
                </a:ext>
              </a:extLst>
            </p:cNvPr>
            <p:cNvSpPr/>
            <p:nvPr/>
          </p:nvSpPr>
          <p:spPr>
            <a:xfrm>
              <a:off x="1731801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Freeform 2109">
              <a:extLst>
                <a:ext uri="{FF2B5EF4-FFF2-40B4-BE49-F238E27FC236}">
                  <a16:creationId xmlns:a16="http://schemas.microsoft.com/office/drawing/2014/main" id="{F593B5F1-5051-7DBE-C4E8-1DA2CB755094}"/>
                </a:ext>
              </a:extLst>
            </p:cNvPr>
            <p:cNvSpPr/>
            <p:nvPr/>
          </p:nvSpPr>
          <p:spPr>
            <a:xfrm>
              <a:off x="1731801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Freeform 2110">
              <a:extLst>
                <a:ext uri="{FF2B5EF4-FFF2-40B4-BE49-F238E27FC236}">
                  <a16:creationId xmlns:a16="http://schemas.microsoft.com/office/drawing/2014/main" id="{B1BF9AD3-44C8-1FB9-758A-6A21AEA96E1A}"/>
                </a:ext>
              </a:extLst>
            </p:cNvPr>
            <p:cNvSpPr/>
            <p:nvPr/>
          </p:nvSpPr>
          <p:spPr>
            <a:xfrm>
              <a:off x="1731801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1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Freeform 2111">
              <a:extLst>
                <a:ext uri="{FF2B5EF4-FFF2-40B4-BE49-F238E27FC236}">
                  <a16:creationId xmlns:a16="http://schemas.microsoft.com/office/drawing/2014/main" id="{DEE36DF7-E5B8-DD16-0E99-C61F5886B92B}"/>
                </a:ext>
              </a:extLst>
            </p:cNvPr>
            <p:cNvSpPr/>
            <p:nvPr/>
          </p:nvSpPr>
          <p:spPr>
            <a:xfrm>
              <a:off x="1731801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2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Freeform 2112">
              <a:extLst>
                <a:ext uri="{FF2B5EF4-FFF2-40B4-BE49-F238E27FC236}">
                  <a16:creationId xmlns:a16="http://schemas.microsoft.com/office/drawing/2014/main" id="{E065F873-705F-293F-5DFF-BAC5054C77C1}"/>
                </a:ext>
              </a:extLst>
            </p:cNvPr>
            <p:cNvSpPr/>
            <p:nvPr/>
          </p:nvSpPr>
          <p:spPr>
            <a:xfrm>
              <a:off x="1731801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Freeform 2113">
              <a:extLst>
                <a:ext uri="{FF2B5EF4-FFF2-40B4-BE49-F238E27FC236}">
                  <a16:creationId xmlns:a16="http://schemas.microsoft.com/office/drawing/2014/main" id="{F5373309-0A0A-114B-3F9F-FC2107BDFFB6}"/>
                </a:ext>
              </a:extLst>
            </p:cNvPr>
            <p:cNvSpPr/>
            <p:nvPr/>
          </p:nvSpPr>
          <p:spPr>
            <a:xfrm>
              <a:off x="1731801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Freeform 2114">
              <a:extLst>
                <a:ext uri="{FF2B5EF4-FFF2-40B4-BE49-F238E27FC236}">
                  <a16:creationId xmlns:a16="http://schemas.microsoft.com/office/drawing/2014/main" id="{9612193F-BFEC-2668-4D6D-CF937946F1AC}"/>
                </a:ext>
              </a:extLst>
            </p:cNvPr>
            <p:cNvSpPr/>
            <p:nvPr/>
          </p:nvSpPr>
          <p:spPr>
            <a:xfrm>
              <a:off x="1824560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Freeform 2115">
              <a:extLst>
                <a:ext uri="{FF2B5EF4-FFF2-40B4-BE49-F238E27FC236}">
                  <a16:creationId xmlns:a16="http://schemas.microsoft.com/office/drawing/2014/main" id="{F5129B60-E4AC-99C4-C00A-399D0AF0C22B}"/>
                </a:ext>
              </a:extLst>
            </p:cNvPr>
            <p:cNvSpPr/>
            <p:nvPr/>
          </p:nvSpPr>
          <p:spPr>
            <a:xfrm>
              <a:off x="1824560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Freeform 2116">
              <a:extLst>
                <a:ext uri="{FF2B5EF4-FFF2-40B4-BE49-F238E27FC236}">
                  <a16:creationId xmlns:a16="http://schemas.microsoft.com/office/drawing/2014/main" id="{8AB995C9-9E48-9D2D-7FA8-7781EDCC0196}"/>
                </a:ext>
              </a:extLst>
            </p:cNvPr>
            <p:cNvSpPr/>
            <p:nvPr/>
          </p:nvSpPr>
          <p:spPr>
            <a:xfrm>
              <a:off x="1824560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Freeform 2117">
              <a:extLst>
                <a:ext uri="{FF2B5EF4-FFF2-40B4-BE49-F238E27FC236}">
                  <a16:creationId xmlns:a16="http://schemas.microsoft.com/office/drawing/2014/main" id="{D152F513-CB28-78A2-0C82-AA5F6EFC4EFC}"/>
                </a:ext>
              </a:extLst>
            </p:cNvPr>
            <p:cNvSpPr/>
            <p:nvPr/>
          </p:nvSpPr>
          <p:spPr>
            <a:xfrm>
              <a:off x="1824560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Freeform 2118">
              <a:extLst>
                <a:ext uri="{FF2B5EF4-FFF2-40B4-BE49-F238E27FC236}">
                  <a16:creationId xmlns:a16="http://schemas.microsoft.com/office/drawing/2014/main" id="{CD4A1D0B-E37B-2899-3956-36758D3E273A}"/>
                </a:ext>
              </a:extLst>
            </p:cNvPr>
            <p:cNvSpPr/>
            <p:nvPr/>
          </p:nvSpPr>
          <p:spPr>
            <a:xfrm>
              <a:off x="1824560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A96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Freeform 2119">
              <a:extLst>
                <a:ext uri="{FF2B5EF4-FFF2-40B4-BE49-F238E27FC236}">
                  <a16:creationId xmlns:a16="http://schemas.microsoft.com/office/drawing/2014/main" id="{EBA28D86-EB6C-3627-08A0-E492C29C0D43}"/>
                </a:ext>
              </a:extLst>
            </p:cNvPr>
            <p:cNvSpPr/>
            <p:nvPr/>
          </p:nvSpPr>
          <p:spPr>
            <a:xfrm>
              <a:off x="1824560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D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Freeform 2120">
              <a:extLst>
                <a:ext uri="{FF2B5EF4-FFF2-40B4-BE49-F238E27FC236}">
                  <a16:creationId xmlns:a16="http://schemas.microsoft.com/office/drawing/2014/main" id="{A46FFB4C-BF10-36FF-0341-E48B51807060}"/>
                </a:ext>
              </a:extLst>
            </p:cNvPr>
            <p:cNvSpPr/>
            <p:nvPr/>
          </p:nvSpPr>
          <p:spPr>
            <a:xfrm>
              <a:off x="1824560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Freeform 2121">
              <a:extLst>
                <a:ext uri="{FF2B5EF4-FFF2-40B4-BE49-F238E27FC236}">
                  <a16:creationId xmlns:a16="http://schemas.microsoft.com/office/drawing/2014/main" id="{34CCFEE4-758F-F32C-74E5-AE742E71FD0B}"/>
                </a:ext>
              </a:extLst>
            </p:cNvPr>
            <p:cNvSpPr/>
            <p:nvPr/>
          </p:nvSpPr>
          <p:spPr>
            <a:xfrm>
              <a:off x="1824560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Freeform 2122">
              <a:extLst>
                <a:ext uri="{FF2B5EF4-FFF2-40B4-BE49-F238E27FC236}">
                  <a16:creationId xmlns:a16="http://schemas.microsoft.com/office/drawing/2014/main" id="{BB732F46-2271-D6B8-83D5-5FE16B4B260C}"/>
                </a:ext>
              </a:extLst>
            </p:cNvPr>
            <p:cNvSpPr/>
            <p:nvPr/>
          </p:nvSpPr>
          <p:spPr>
            <a:xfrm>
              <a:off x="1824560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Freeform 2123">
              <a:extLst>
                <a:ext uri="{FF2B5EF4-FFF2-40B4-BE49-F238E27FC236}">
                  <a16:creationId xmlns:a16="http://schemas.microsoft.com/office/drawing/2014/main" id="{9ED72D60-F767-57AF-FF90-D7076B0A6E6E}"/>
                </a:ext>
              </a:extLst>
            </p:cNvPr>
            <p:cNvSpPr/>
            <p:nvPr/>
          </p:nvSpPr>
          <p:spPr>
            <a:xfrm>
              <a:off x="1824560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Freeform 2124">
              <a:extLst>
                <a:ext uri="{FF2B5EF4-FFF2-40B4-BE49-F238E27FC236}">
                  <a16:creationId xmlns:a16="http://schemas.microsoft.com/office/drawing/2014/main" id="{949D8009-2156-4BA1-24DA-596D02351230}"/>
                </a:ext>
              </a:extLst>
            </p:cNvPr>
            <p:cNvSpPr/>
            <p:nvPr/>
          </p:nvSpPr>
          <p:spPr>
            <a:xfrm>
              <a:off x="1824560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Freeform 2125">
              <a:extLst>
                <a:ext uri="{FF2B5EF4-FFF2-40B4-BE49-F238E27FC236}">
                  <a16:creationId xmlns:a16="http://schemas.microsoft.com/office/drawing/2014/main" id="{FB35507A-FFB5-9EF7-CAFB-80E1DD8B08A8}"/>
                </a:ext>
              </a:extLst>
            </p:cNvPr>
            <p:cNvSpPr/>
            <p:nvPr/>
          </p:nvSpPr>
          <p:spPr>
            <a:xfrm>
              <a:off x="1824560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Freeform 2126">
              <a:extLst>
                <a:ext uri="{FF2B5EF4-FFF2-40B4-BE49-F238E27FC236}">
                  <a16:creationId xmlns:a16="http://schemas.microsoft.com/office/drawing/2014/main" id="{B5A1BD74-9D1D-71CF-DE52-5706CBEAAE80}"/>
                </a:ext>
              </a:extLst>
            </p:cNvPr>
            <p:cNvSpPr/>
            <p:nvPr/>
          </p:nvSpPr>
          <p:spPr>
            <a:xfrm>
              <a:off x="1824560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Freeform 2127">
              <a:extLst>
                <a:ext uri="{FF2B5EF4-FFF2-40B4-BE49-F238E27FC236}">
                  <a16:creationId xmlns:a16="http://schemas.microsoft.com/office/drawing/2014/main" id="{3D9366DF-AA7A-DAFE-8DE0-CA6D58040F29}"/>
                </a:ext>
              </a:extLst>
            </p:cNvPr>
            <p:cNvSpPr/>
            <p:nvPr/>
          </p:nvSpPr>
          <p:spPr>
            <a:xfrm>
              <a:off x="1824560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Freeform 2128">
              <a:extLst>
                <a:ext uri="{FF2B5EF4-FFF2-40B4-BE49-F238E27FC236}">
                  <a16:creationId xmlns:a16="http://schemas.microsoft.com/office/drawing/2014/main" id="{75E2832E-BDF9-38B5-2FD7-4F9323A91D3F}"/>
                </a:ext>
              </a:extLst>
            </p:cNvPr>
            <p:cNvSpPr/>
            <p:nvPr/>
          </p:nvSpPr>
          <p:spPr>
            <a:xfrm>
              <a:off x="1824560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Freeform 2129">
              <a:extLst>
                <a:ext uri="{FF2B5EF4-FFF2-40B4-BE49-F238E27FC236}">
                  <a16:creationId xmlns:a16="http://schemas.microsoft.com/office/drawing/2014/main" id="{C1A77382-5E7D-08CF-00E3-3FD17D18B424}"/>
                </a:ext>
              </a:extLst>
            </p:cNvPr>
            <p:cNvSpPr/>
            <p:nvPr/>
          </p:nvSpPr>
          <p:spPr>
            <a:xfrm>
              <a:off x="1824560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Freeform 2130">
              <a:extLst>
                <a:ext uri="{FF2B5EF4-FFF2-40B4-BE49-F238E27FC236}">
                  <a16:creationId xmlns:a16="http://schemas.microsoft.com/office/drawing/2014/main" id="{691AC213-F829-9EBC-4A51-71F05E03B8A7}"/>
                </a:ext>
              </a:extLst>
            </p:cNvPr>
            <p:cNvSpPr/>
            <p:nvPr/>
          </p:nvSpPr>
          <p:spPr>
            <a:xfrm>
              <a:off x="1824560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Freeform 2131">
              <a:extLst>
                <a:ext uri="{FF2B5EF4-FFF2-40B4-BE49-F238E27FC236}">
                  <a16:creationId xmlns:a16="http://schemas.microsoft.com/office/drawing/2014/main" id="{7689BB93-997B-7FB3-F5A2-9C9CBA0E984A}"/>
                </a:ext>
              </a:extLst>
            </p:cNvPr>
            <p:cNvSpPr/>
            <p:nvPr/>
          </p:nvSpPr>
          <p:spPr>
            <a:xfrm>
              <a:off x="1824560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Freeform 2132">
              <a:extLst>
                <a:ext uri="{FF2B5EF4-FFF2-40B4-BE49-F238E27FC236}">
                  <a16:creationId xmlns:a16="http://schemas.microsoft.com/office/drawing/2014/main" id="{B5DE72F2-16C7-D6F2-70CA-D0AC114CB4FE}"/>
                </a:ext>
              </a:extLst>
            </p:cNvPr>
            <p:cNvSpPr/>
            <p:nvPr/>
          </p:nvSpPr>
          <p:spPr>
            <a:xfrm>
              <a:off x="1824560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Freeform 2133">
              <a:extLst>
                <a:ext uri="{FF2B5EF4-FFF2-40B4-BE49-F238E27FC236}">
                  <a16:creationId xmlns:a16="http://schemas.microsoft.com/office/drawing/2014/main" id="{09FB37B9-CFEC-C21B-3ED7-6D45C2B1055A}"/>
                </a:ext>
              </a:extLst>
            </p:cNvPr>
            <p:cNvSpPr/>
            <p:nvPr/>
          </p:nvSpPr>
          <p:spPr>
            <a:xfrm>
              <a:off x="1824560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Freeform 2134">
              <a:extLst>
                <a:ext uri="{FF2B5EF4-FFF2-40B4-BE49-F238E27FC236}">
                  <a16:creationId xmlns:a16="http://schemas.microsoft.com/office/drawing/2014/main" id="{4AB6167B-CB8D-4004-174F-10071197842C}"/>
                </a:ext>
              </a:extLst>
            </p:cNvPr>
            <p:cNvSpPr/>
            <p:nvPr/>
          </p:nvSpPr>
          <p:spPr>
            <a:xfrm>
              <a:off x="1824560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Freeform 2135">
              <a:extLst>
                <a:ext uri="{FF2B5EF4-FFF2-40B4-BE49-F238E27FC236}">
                  <a16:creationId xmlns:a16="http://schemas.microsoft.com/office/drawing/2014/main" id="{2B4C8E6D-973B-AD79-D5D6-79D2D3083952}"/>
                </a:ext>
              </a:extLst>
            </p:cNvPr>
            <p:cNvSpPr/>
            <p:nvPr/>
          </p:nvSpPr>
          <p:spPr>
            <a:xfrm>
              <a:off x="1824560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E5E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Freeform 2136">
              <a:extLst>
                <a:ext uri="{FF2B5EF4-FFF2-40B4-BE49-F238E27FC236}">
                  <a16:creationId xmlns:a16="http://schemas.microsoft.com/office/drawing/2014/main" id="{4C5D56A5-4713-4AB2-A9C2-AE55896D31BA}"/>
                </a:ext>
              </a:extLst>
            </p:cNvPr>
            <p:cNvSpPr/>
            <p:nvPr/>
          </p:nvSpPr>
          <p:spPr>
            <a:xfrm>
              <a:off x="1824560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Freeform 2137">
              <a:extLst>
                <a:ext uri="{FF2B5EF4-FFF2-40B4-BE49-F238E27FC236}">
                  <a16:creationId xmlns:a16="http://schemas.microsoft.com/office/drawing/2014/main" id="{94169CFE-D86F-E191-068C-DDF48E156A10}"/>
                </a:ext>
              </a:extLst>
            </p:cNvPr>
            <p:cNvSpPr/>
            <p:nvPr/>
          </p:nvSpPr>
          <p:spPr>
            <a:xfrm>
              <a:off x="1824560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Freeform 2138">
              <a:extLst>
                <a:ext uri="{FF2B5EF4-FFF2-40B4-BE49-F238E27FC236}">
                  <a16:creationId xmlns:a16="http://schemas.microsoft.com/office/drawing/2014/main" id="{DB44C9F7-9A07-01DA-92C7-E7CE558A84EB}"/>
                </a:ext>
              </a:extLst>
            </p:cNvPr>
            <p:cNvSpPr/>
            <p:nvPr/>
          </p:nvSpPr>
          <p:spPr>
            <a:xfrm>
              <a:off x="1824560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0" name="Freeform 2139">
              <a:extLst>
                <a:ext uri="{FF2B5EF4-FFF2-40B4-BE49-F238E27FC236}">
                  <a16:creationId xmlns:a16="http://schemas.microsoft.com/office/drawing/2014/main" id="{88BE0BC9-E9C5-40E8-E639-5B02900AF8EB}"/>
                </a:ext>
              </a:extLst>
            </p:cNvPr>
            <p:cNvSpPr/>
            <p:nvPr/>
          </p:nvSpPr>
          <p:spPr>
            <a:xfrm>
              <a:off x="1824560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Freeform 2140">
              <a:extLst>
                <a:ext uri="{FF2B5EF4-FFF2-40B4-BE49-F238E27FC236}">
                  <a16:creationId xmlns:a16="http://schemas.microsoft.com/office/drawing/2014/main" id="{DBFEAB89-F736-EF97-FC88-E01B17B1020F}"/>
                </a:ext>
              </a:extLst>
            </p:cNvPr>
            <p:cNvSpPr/>
            <p:nvPr/>
          </p:nvSpPr>
          <p:spPr>
            <a:xfrm>
              <a:off x="1824560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Freeform 2141">
              <a:extLst>
                <a:ext uri="{FF2B5EF4-FFF2-40B4-BE49-F238E27FC236}">
                  <a16:creationId xmlns:a16="http://schemas.microsoft.com/office/drawing/2014/main" id="{59601791-380D-E343-07AA-71997F24344F}"/>
                </a:ext>
              </a:extLst>
            </p:cNvPr>
            <p:cNvSpPr/>
            <p:nvPr/>
          </p:nvSpPr>
          <p:spPr>
            <a:xfrm>
              <a:off x="1824560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Freeform 2142">
              <a:extLst>
                <a:ext uri="{FF2B5EF4-FFF2-40B4-BE49-F238E27FC236}">
                  <a16:creationId xmlns:a16="http://schemas.microsoft.com/office/drawing/2014/main" id="{04AFE590-4B82-FFBD-E21C-BE2C0E8B4CF7}"/>
                </a:ext>
              </a:extLst>
            </p:cNvPr>
            <p:cNvSpPr/>
            <p:nvPr/>
          </p:nvSpPr>
          <p:spPr>
            <a:xfrm>
              <a:off x="1824560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Freeform 2143">
              <a:extLst>
                <a:ext uri="{FF2B5EF4-FFF2-40B4-BE49-F238E27FC236}">
                  <a16:creationId xmlns:a16="http://schemas.microsoft.com/office/drawing/2014/main" id="{50DCF25D-4A47-F7CA-2F64-19D62E72074A}"/>
                </a:ext>
              </a:extLst>
            </p:cNvPr>
            <p:cNvSpPr/>
            <p:nvPr/>
          </p:nvSpPr>
          <p:spPr>
            <a:xfrm>
              <a:off x="1824560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Freeform 2144">
              <a:extLst>
                <a:ext uri="{FF2B5EF4-FFF2-40B4-BE49-F238E27FC236}">
                  <a16:creationId xmlns:a16="http://schemas.microsoft.com/office/drawing/2014/main" id="{CCB80D9D-CDA2-4696-77EA-7D763D37F476}"/>
                </a:ext>
              </a:extLst>
            </p:cNvPr>
            <p:cNvSpPr/>
            <p:nvPr/>
          </p:nvSpPr>
          <p:spPr>
            <a:xfrm>
              <a:off x="1824560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Freeform 2145">
              <a:extLst>
                <a:ext uri="{FF2B5EF4-FFF2-40B4-BE49-F238E27FC236}">
                  <a16:creationId xmlns:a16="http://schemas.microsoft.com/office/drawing/2014/main" id="{071293E0-6965-DB3F-BFBB-C892B412E1C1}"/>
                </a:ext>
              </a:extLst>
            </p:cNvPr>
            <p:cNvSpPr/>
            <p:nvPr/>
          </p:nvSpPr>
          <p:spPr>
            <a:xfrm>
              <a:off x="1824560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Freeform 2146">
              <a:extLst>
                <a:ext uri="{FF2B5EF4-FFF2-40B4-BE49-F238E27FC236}">
                  <a16:creationId xmlns:a16="http://schemas.microsoft.com/office/drawing/2014/main" id="{EC1588FA-4B36-F2D2-48D7-C1633229F330}"/>
                </a:ext>
              </a:extLst>
            </p:cNvPr>
            <p:cNvSpPr/>
            <p:nvPr/>
          </p:nvSpPr>
          <p:spPr>
            <a:xfrm>
              <a:off x="1824560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Freeform 2147">
              <a:extLst>
                <a:ext uri="{FF2B5EF4-FFF2-40B4-BE49-F238E27FC236}">
                  <a16:creationId xmlns:a16="http://schemas.microsoft.com/office/drawing/2014/main" id="{23259EE6-32E5-3816-3E5A-860A4FC6F37D}"/>
                </a:ext>
              </a:extLst>
            </p:cNvPr>
            <p:cNvSpPr/>
            <p:nvPr/>
          </p:nvSpPr>
          <p:spPr>
            <a:xfrm>
              <a:off x="1824560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Freeform 2148">
              <a:extLst>
                <a:ext uri="{FF2B5EF4-FFF2-40B4-BE49-F238E27FC236}">
                  <a16:creationId xmlns:a16="http://schemas.microsoft.com/office/drawing/2014/main" id="{5BA48FC9-EB3D-1BA3-125E-D90F2AAD70AA}"/>
                </a:ext>
              </a:extLst>
            </p:cNvPr>
            <p:cNvSpPr/>
            <p:nvPr/>
          </p:nvSpPr>
          <p:spPr>
            <a:xfrm>
              <a:off x="1917319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Freeform 2149">
              <a:extLst>
                <a:ext uri="{FF2B5EF4-FFF2-40B4-BE49-F238E27FC236}">
                  <a16:creationId xmlns:a16="http://schemas.microsoft.com/office/drawing/2014/main" id="{4FB0F9C8-30AA-63B8-31FF-7D84D52E7BF1}"/>
                </a:ext>
              </a:extLst>
            </p:cNvPr>
            <p:cNvSpPr/>
            <p:nvPr/>
          </p:nvSpPr>
          <p:spPr>
            <a:xfrm>
              <a:off x="1917319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9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Freeform 2150">
              <a:extLst>
                <a:ext uri="{FF2B5EF4-FFF2-40B4-BE49-F238E27FC236}">
                  <a16:creationId xmlns:a16="http://schemas.microsoft.com/office/drawing/2014/main" id="{01899D55-8F4F-1A0D-47E8-5C77AF3CDA30}"/>
                </a:ext>
              </a:extLst>
            </p:cNvPr>
            <p:cNvSpPr/>
            <p:nvPr/>
          </p:nvSpPr>
          <p:spPr>
            <a:xfrm>
              <a:off x="1917319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Freeform 2151">
              <a:extLst>
                <a:ext uri="{FF2B5EF4-FFF2-40B4-BE49-F238E27FC236}">
                  <a16:creationId xmlns:a16="http://schemas.microsoft.com/office/drawing/2014/main" id="{392092E5-3B4E-ED7C-E6EA-05FFA9757FE5}"/>
                </a:ext>
              </a:extLst>
            </p:cNvPr>
            <p:cNvSpPr/>
            <p:nvPr/>
          </p:nvSpPr>
          <p:spPr>
            <a:xfrm>
              <a:off x="1917319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Freeform 2152">
              <a:extLst>
                <a:ext uri="{FF2B5EF4-FFF2-40B4-BE49-F238E27FC236}">
                  <a16:creationId xmlns:a16="http://schemas.microsoft.com/office/drawing/2014/main" id="{2D194513-B033-276B-A8BC-9457C06F09FA}"/>
                </a:ext>
              </a:extLst>
            </p:cNvPr>
            <p:cNvSpPr/>
            <p:nvPr/>
          </p:nvSpPr>
          <p:spPr>
            <a:xfrm>
              <a:off x="1917319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Freeform 2153">
              <a:extLst>
                <a:ext uri="{FF2B5EF4-FFF2-40B4-BE49-F238E27FC236}">
                  <a16:creationId xmlns:a16="http://schemas.microsoft.com/office/drawing/2014/main" id="{7E48FB1F-3E78-F0DE-8AF8-417B64FD1D55}"/>
                </a:ext>
              </a:extLst>
            </p:cNvPr>
            <p:cNvSpPr/>
            <p:nvPr/>
          </p:nvSpPr>
          <p:spPr>
            <a:xfrm>
              <a:off x="1917319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Freeform 2154">
              <a:extLst>
                <a:ext uri="{FF2B5EF4-FFF2-40B4-BE49-F238E27FC236}">
                  <a16:creationId xmlns:a16="http://schemas.microsoft.com/office/drawing/2014/main" id="{8116B2BB-929E-00D4-70B4-34422F386DE5}"/>
                </a:ext>
              </a:extLst>
            </p:cNvPr>
            <p:cNvSpPr/>
            <p:nvPr/>
          </p:nvSpPr>
          <p:spPr>
            <a:xfrm>
              <a:off x="1917319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Freeform 2155">
              <a:extLst>
                <a:ext uri="{FF2B5EF4-FFF2-40B4-BE49-F238E27FC236}">
                  <a16:creationId xmlns:a16="http://schemas.microsoft.com/office/drawing/2014/main" id="{7CACAA5C-3037-46DB-8FEF-8E7DC74211B9}"/>
                </a:ext>
              </a:extLst>
            </p:cNvPr>
            <p:cNvSpPr/>
            <p:nvPr/>
          </p:nvSpPr>
          <p:spPr>
            <a:xfrm>
              <a:off x="1917319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Freeform 2156">
              <a:extLst>
                <a:ext uri="{FF2B5EF4-FFF2-40B4-BE49-F238E27FC236}">
                  <a16:creationId xmlns:a16="http://schemas.microsoft.com/office/drawing/2014/main" id="{D6A20F38-347E-5240-32FB-220A3639C9C1}"/>
                </a:ext>
              </a:extLst>
            </p:cNvPr>
            <p:cNvSpPr/>
            <p:nvPr/>
          </p:nvSpPr>
          <p:spPr>
            <a:xfrm>
              <a:off x="1917319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Freeform 2157">
              <a:extLst>
                <a:ext uri="{FF2B5EF4-FFF2-40B4-BE49-F238E27FC236}">
                  <a16:creationId xmlns:a16="http://schemas.microsoft.com/office/drawing/2014/main" id="{86BAE55B-968D-3045-01A3-6ABADBAA2E16}"/>
                </a:ext>
              </a:extLst>
            </p:cNvPr>
            <p:cNvSpPr/>
            <p:nvPr/>
          </p:nvSpPr>
          <p:spPr>
            <a:xfrm>
              <a:off x="1917319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Freeform 2158">
              <a:extLst>
                <a:ext uri="{FF2B5EF4-FFF2-40B4-BE49-F238E27FC236}">
                  <a16:creationId xmlns:a16="http://schemas.microsoft.com/office/drawing/2014/main" id="{E462B672-CBD7-0A3B-C025-7DCCB69C2A45}"/>
                </a:ext>
              </a:extLst>
            </p:cNvPr>
            <p:cNvSpPr/>
            <p:nvPr/>
          </p:nvSpPr>
          <p:spPr>
            <a:xfrm>
              <a:off x="1917319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Freeform 2159">
              <a:extLst>
                <a:ext uri="{FF2B5EF4-FFF2-40B4-BE49-F238E27FC236}">
                  <a16:creationId xmlns:a16="http://schemas.microsoft.com/office/drawing/2014/main" id="{1A8CD5A0-31E5-470D-1A49-E5BFA65E4611}"/>
                </a:ext>
              </a:extLst>
            </p:cNvPr>
            <p:cNvSpPr/>
            <p:nvPr/>
          </p:nvSpPr>
          <p:spPr>
            <a:xfrm>
              <a:off x="1917319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Freeform 2160">
              <a:extLst>
                <a:ext uri="{FF2B5EF4-FFF2-40B4-BE49-F238E27FC236}">
                  <a16:creationId xmlns:a16="http://schemas.microsoft.com/office/drawing/2014/main" id="{DF1BB68D-033E-00AE-86BE-0824C8952326}"/>
                </a:ext>
              </a:extLst>
            </p:cNvPr>
            <p:cNvSpPr/>
            <p:nvPr/>
          </p:nvSpPr>
          <p:spPr>
            <a:xfrm>
              <a:off x="1917319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Freeform 2161">
              <a:extLst>
                <a:ext uri="{FF2B5EF4-FFF2-40B4-BE49-F238E27FC236}">
                  <a16:creationId xmlns:a16="http://schemas.microsoft.com/office/drawing/2014/main" id="{682608DB-339B-ED83-1785-8E3FA4CC1A04}"/>
                </a:ext>
              </a:extLst>
            </p:cNvPr>
            <p:cNvSpPr/>
            <p:nvPr/>
          </p:nvSpPr>
          <p:spPr>
            <a:xfrm>
              <a:off x="1917319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Freeform 2162">
              <a:extLst>
                <a:ext uri="{FF2B5EF4-FFF2-40B4-BE49-F238E27FC236}">
                  <a16:creationId xmlns:a16="http://schemas.microsoft.com/office/drawing/2014/main" id="{488A2198-57BE-29F6-071C-39D3490C42B5}"/>
                </a:ext>
              </a:extLst>
            </p:cNvPr>
            <p:cNvSpPr/>
            <p:nvPr/>
          </p:nvSpPr>
          <p:spPr>
            <a:xfrm>
              <a:off x="1917319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Freeform 2163">
              <a:extLst>
                <a:ext uri="{FF2B5EF4-FFF2-40B4-BE49-F238E27FC236}">
                  <a16:creationId xmlns:a16="http://schemas.microsoft.com/office/drawing/2014/main" id="{4016349A-1AF0-9AE7-C66D-89F3B1726770}"/>
                </a:ext>
              </a:extLst>
            </p:cNvPr>
            <p:cNvSpPr/>
            <p:nvPr/>
          </p:nvSpPr>
          <p:spPr>
            <a:xfrm>
              <a:off x="1917319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Freeform 2164">
              <a:extLst>
                <a:ext uri="{FF2B5EF4-FFF2-40B4-BE49-F238E27FC236}">
                  <a16:creationId xmlns:a16="http://schemas.microsoft.com/office/drawing/2014/main" id="{609A27D6-9964-7D19-1B11-FA299BF1B96B}"/>
                </a:ext>
              </a:extLst>
            </p:cNvPr>
            <p:cNvSpPr/>
            <p:nvPr/>
          </p:nvSpPr>
          <p:spPr>
            <a:xfrm>
              <a:off x="1917319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Freeform 2165">
              <a:extLst>
                <a:ext uri="{FF2B5EF4-FFF2-40B4-BE49-F238E27FC236}">
                  <a16:creationId xmlns:a16="http://schemas.microsoft.com/office/drawing/2014/main" id="{17D1B896-63ED-B558-2482-249E20515BB3}"/>
                </a:ext>
              </a:extLst>
            </p:cNvPr>
            <p:cNvSpPr/>
            <p:nvPr/>
          </p:nvSpPr>
          <p:spPr>
            <a:xfrm>
              <a:off x="1917319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Freeform 2166">
              <a:extLst>
                <a:ext uri="{FF2B5EF4-FFF2-40B4-BE49-F238E27FC236}">
                  <a16:creationId xmlns:a16="http://schemas.microsoft.com/office/drawing/2014/main" id="{8B9D10B1-D1CD-BDA6-CD90-B1F3B1520BA6}"/>
                </a:ext>
              </a:extLst>
            </p:cNvPr>
            <p:cNvSpPr/>
            <p:nvPr/>
          </p:nvSpPr>
          <p:spPr>
            <a:xfrm>
              <a:off x="1917319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Freeform 2167">
              <a:extLst>
                <a:ext uri="{FF2B5EF4-FFF2-40B4-BE49-F238E27FC236}">
                  <a16:creationId xmlns:a16="http://schemas.microsoft.com/office/drawing/2014/main" id="{87B060AB-C8B6-944E-CAFD-E3105DABA7A0}"/>
                </a:ext>
              </a:extLst>
            </p:cNvPr>
            <p:cNvSpPr/>
            <p:nvPr/>
          </p:nvSpPr>
          <p:spPr>
            <a:xfrm>
              <a:off x="1917319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Freeform 2168">
              <a:extLst>
                <a:ext uri="{FF2B5EF4-FFF2-40B4-BE49-F238E27FC236}">
                  <a16:creationId xmlns:a16="http://schemas.microsoft.com/office/drawing/2014/main" id="{FAEEE8F7-086E-9C79-0BD8-FCFA64A7E8D2}"/>
                </a:ext>
              </a:extLst>
            </p:cNvPr>
            <p:cNvSpPr/>
            <p:nvPr/>
          </p:nvSpPr>
          <p:spPr>
            <a:xfrm>
              <a:off x="1917319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Freeform 2169">
              <a:extLst>
                <a:ext uri="{FF2B5EF4-FFF2-40B4-BE49-F238E27FC236}">
                  <a16:creationId xmlns:a16="http://schemas.microsoft.com/office/drawing/2014/main" id="{E604429E-66E4-A9E5-09EF-4CDD7DF27BB8}"/>
                </a:ext>
              </a:extLst>
            </p:cNvPr>
            <p:cNvSpPr/>
            <p:nvPr/>
          </p:nvSpPr>
          <p:spPr>
            <a:xfrm>
              <a:off x="1917319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E5E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Freeform 2170">
              <a:extLst>
                <a:ext uri="{FF2B5EF4-FFF2-40B4-BE49-F238E27FC236}">
                  <a16:creationId xmlns:a16="http://schemas.microsoft.com/office/drawing/2014/main" id="{99A3E915-978D-CA33-A3E6-1461A926D2AE}"/>
                </a:ext>
              </a:extLst>
            </p:cNvPr>
            <p:cNvSpPr/>
            <p:nvPr/>
          </p:nvSpPr>
          <p:spPr>
            <a:xfrm>
              <a:off x="1917319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Freeform 2171">
              <a:extLst>
                <a:ext uri="{FF2B5EF4-FFF2-40B4-BE49-F238E27FC236}">
                  <a16:creationId xmlns:a16="http://schemas.microsoft.com/office/drawing/2014/main" id="{CCC74A31-159A-91F9-0E3F-4F1367C15FB4}"/>
                </a:ext>
              </a:extLst>
            </p:cNvPr>
            <p:cNvSpPr/>
            <p:nvPr/>
          </p:nvSpPr>
          <p:spPr>
            <a:xfrm>
              <a:off x="1917319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1F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Freeform 2172">
              <a:extLst>
                <a:ext uri="{FF2B5EF4-FFF2-40B4-BE49-F238E27FC236}">
                  <a16:creationId xmlns:a16="http://schemas.microsoft.com/office/drawing/2014/main" id="{30719F80-28D2-BB50-F80B-DEED791EFCA3}"/>
                </a:ext>
              </a:extLst>
            </p:cNvPr>
            <p:cNvSpPr/>
            <p:nvPr/>
          </p:nvSpPr>
          <p:spPr>
            <a:xfrm>
              <a:off x="1917319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Freeform 2173">
              <a:extLst>
                <a:ext uri="{FF2B5EF4-FFF2-40B4-BE49-F238E27FC236}">
                  <a16:creationId xmlns:a16="http://schemas.microsoft.com/office/drawing/2014/main" id="{8572EE12-4005-C4A7-194B-CC9A9CD60247}"/>
                </a:ext>
              </a:extLst>
            </p:cNvPr>
            <p:cNvSpPr/>
            <p:nvPr/>
          </p:nvSpPr>
          <p:spPr>
            <a:xfrm>
              <a:off x="1917319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Freeform 2174">
              <a:extLst>
                <a:ext uri="{FF2B5EF4-FFF2-40B4-BE49-F238E27FC236}">
                  <a16:creationId xmlns:a16="http://schemas.microsoft.com/office/drawing/2014/main" id="{93A90046-3C80-98B2-6448-A21C3E089DDE}"/>
                </a:ext>
              </a:extLst>
            </p:cNvPr>
            <p:cNvSpPr/>
            <p:nvPr/>
          </p:nvSpPr>
          <p:spPr>
            <a:xfrm>
              <a:off x="1917319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Freeform 2175">
              <a:extLst>
                <a:ext uri="{FF2B5EF4-FFF2-40B4-BE49-F238E27FC236}">
                  <a16:creationId xmlns:a16="http://schemas.microsoft.com/office/drawing/2014/main" id="{539A73F9-C385-01CB-00C2-32990C921ED0}"/>
                </a:ext>
              </a:extLst>
            </p:cNvPr>
            <p:cNvSpPr/>
            <p:nvPr/>
          </p:nvSpPr>
          <p:spPr>
            <a:xfrm>
              <a:off x="1917319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Freeform 2176">
              <a:extLst>
                <a:ext uri="{FF2B5EF4-FFF2-40B4-BE49-F238E27FC236}">
                  <a16:creationId xmlns:a16="http://schemas.microsoft.com/office/drawing/2014/main" id="{6D3CC8F3-DA7E-E55C-BE46-342CBB427397}"/>
                </a:ext>
              </a:extLst>
            </p:cNvPr>
            <p:cNvSpPr/>
            <p:nvPr/>
          </p:nvSpPr>
          <p:spPr>
            <a:xfrm>
              <a:off x="1917319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Freeform 2177">
              <a:extLst>
                <a:ext uri="{FF2B5EF4-FFF2-40B4-BE49-F238E27FC236}">
                  <a16:creationId xmlns:a16="http://schemas.microsoft.com/office/drawing/2014/main" id="{84895F6D-1C7C-28A5-EEB9-28A8D0430A27}"/>
                </a:ext>
              </a:extLst>
            </p:cNvPr>
            <p:cNvSpPr/>
            <p:nvPr/>
          </p:nvSpPr>
          <p:spPr>
            <a:xfrm>
              <a:off x="1917319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Freeform 2178">
              <a:extLst>
                <a:ext uri="{FF2B5EF4-FFF2-40B4-BE49-F238E27FC236}">
                  <a16:creationId xmlns:a16="http://schemas.microsoft.com/office/drawing/2014/main" id="{388A04F0-0A4E-F4EA-43EB-C0625C04E028}"/>
                </a:ext>
              </a:extLst>
            </p:cNvPr>
            <p:cNvSpPr/>
            <p:nvPr/>
          </p:nvSpPr>
          <p:spPr>
            <a:xfrm>
              <a:off x="1917319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Freeform 2179">
              <a:extLst>
                <a:ext uri="{FF2B5EF4-FFF2-40B4-BE49-F238E27FC236}">
                  <a16:creationId xmlns:a16="http://schemas.microsoft.com/office/drawing/2014/main" id="{ACB8980D-6786-40A0-9E1A-2F3FDE5A592D}"/>
                </a:ext>
              </a:extLst>
            </p:cNvPr>
            <p:cNvSpPr/>
            <p:nvPr/>
          </p:nvSpPr>
          <p:spPr>
            <a:xfrm>
              <a:off x="1917319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Freeform 2180">
              <a:extLst>
                <a:ext uri="{FF2B5EF4-FFF2-40B4-BE49-F238E27FC236}">
                  <a16:creationId xmlns:a16="http://schemas.microsoft.com/office/drawing/2014/main" id="{3C094930-E5E8-C0AD-BA5C-67D44F9B7110}"/>
                </a:ext>
              </a:extLst>
            </p:cNvPr>
            <p:cNvSpPr/>
            <p:nvPr/>
          </p:nvSpPr>
          <p:spPr>
            <a:xfrm>
              <a:off x="1917319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Freeform 2181">
              <a:extLst>
                <a:ext uri="{FF2B5EF4-FFF2-40B4-BE49-F238E27FC236}">
                  <a16:creationId xmlns:a16="http://schemas.microsoft.com/office/drawing/2014/main" id="{114B514F-B421-74FB-EE89-CF324431FAA8}"/>
                </a:ext>
              </a:extLst>
            </p:cNvPr>
            <p:cNvSpPr/>
            <p:nvPr/>
          </p:nvSpPr>
          <p:spPr>
            <a:xfrm>
              <a:off x="1917319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Freeform 2182">
              <a:extLst>
                <a:ext uri="{FF2B5EF4-FFF2-40B4-BE49-F238E27FC236}">
                  <a16:creationId xmlns:a16="http://schemas.microsoft.com/office/drawing/2014/main" id="{5145234F-E9BD-2640-86C1-48A4EC03BD0C}"/>
                </a:ext>
              </a:extLst>
            </p:cNvPr>
            <p:cNvSpPr/>
            <p:nvPr/>
          </p:nvSpPr>
          <p:spPr>
            <a:xfrm>
              <a:off x="2010078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Freeform 2183">
              <a:extLst>
                <a:ext uri="{FF2B5EF4-FFF2-40B4-BE49-F238E27FC236}">
                  <a16:creationId xmlns:a16="http://schemas.microsoft.com/office/drawing/2014/main" id="{E3047426-CA82-5C8D-8A98-8E9DA06E01F0}"/>
                </a:ext>
              </a:extLst>
            </p:cNvPr>
            <p:cNvSpPr/>
            <p:nvPr/>
          </p:nvSpPr>
          <p:spPr>
            <a:xfrm>
              <a:off x="2010078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Freeform 2184">
              <a:extLst>
                <a:ext uri="{FF2B5EF4-FFF2-40B4-BE49-F238E27FC236}">
                  <a16:creationId xmlns:a16="http://schemas.microsoft.com/office/drawing/2014/main" id="{6A2D2598-3EB3-5D67-04B2-B683668F0A37}"/>
                </a:ext>
              </a:extLst>
            </p:cNvPr>
            <p:cNvSpPr/>
            <p:nvPr/>
          </p:nvSpPr>
          <p:spPr>
            <a:xfrm>
              <a:off x="2010078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Freeform 2185">
              <a:extLst>
                <a:ext uri="{FF2B5EF4-FFF2-40B4-BE49-F238E27FC236}">
                  <a16:creationId xmlns:a16="http://schemas.microsoft.com/office/drawing/2014/main" id="{DCE705A0-B342-7191-0FD2-FCF9A70B121F}"/>
                </a:ext>
              </a:extLst>
            </p:cNvPr>
            <p:cNvSpPr/>
            <p:nvPr/>
          </p:nvSpPr>
          <p:spPr>
            <a:xfrm>
              <a:off x="2010078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Freeform 2186">
              <a:extLst>
                <a:ext uri="{FF2B5EF4-FFF2-40B4-BE49-F238E27FC236}">
                  <a16:creationId xmlns:a16="http://schemas.microsoft.com/office/drawing/2014/main" id="{799A7324-E28F-1B7E-E08E-CC764B44ED01}"/>
                </a:ext>
              </a:extLst>
            </p:cNvPr>
            <p:cNvSpPr/>
            <p:nvPr/>
          </p:nvSpPr>
          <p:spPr>
            <a:xfrm>
              <a:off x="2010078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Freeform 2187">
              <a:extLst>
                <a:ext uri="{FF2B5EF4-FFF2-40B4-BE49-F238E27FC236}">
                  <a16:creationId xmlns:a16="http://schemas.microsoft.com/office/drawing/2014/main" id="{A9BBA233-C8E7-18B8-023B-272A83C77B83}"/>
                </a:ext>
              </a:extLst>
            </p:cNvPr>
            <p:cNvSpPr/>
            <p:nvPr/>
          </p:nvSpPr>
          <p:spPr>
            <a:xfrm>
              <a:off x="2010078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Freeform 2188">
              <a:extLst>
                <a:ext uri="{FF2B5EF4-FFF2-40B4-BE49-F238E27FC236}">
                  <a16:creationId xmlns:a16="http://schemas.microsoft.com/office/drawing/2014/main" id="{1E6FA6BC-2083-A444-0F41-ED1330BF1ACE}"/>
                </a:ext>
              </a:extLst>
            </p:cNvPr>
            <p:cNvSpPr/>
            <p:nvPr/>
          </p:nvSpPr>
          <p:spPr>
            <a:xfrm>
              <a:off x="2010078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0" name="Freeform 2189">
              <a:extLst>
                <a:ext uri="{FF2B5EF4-FFF2-40B4-BE49-F238E27FC236}">
                  <a16:creationId xmlns:a16="http://schemas.microsoft.com/office/drawing/2014/main" id="{C4F066A3-8449-1560-C4CD-C7564FB75942}"/>
                </a:ext>
              </a:extLst>
            </p:cNvPr>
            <p:cNvSpPr/>
            <p:nvPr/>
          </p:nvSpPr>
          <p:spPr>
            <a:xfrm>
              <a:off x="2010078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1" name="Freeform 2190">
              <a:extLst>
                <a:ext uri="{FF2B5EF4-FFF2-40B4-BE49-F238E27FC236}">
                  <a16:creationId xmlns:a16="http://schemas.microsoft.com/office/drawing/2014/main" id="{D86F3CCF-53BF-44E0-B103-025ECEE5FE3F}"/>
                </a:ext>
              </a:extLst>
            </p:cNvPr>
            <p:cNvSpPr/>
            <p:nvPr/>
          </p:nvSpPr>
          <p:spPr>
            <a:xfrm>
              <a:off x="2010078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2" name="Freeform 2191">
              <a:extLst>
                <a:ext uri="{FF2B5EF4-FFF2-40B4-BE49-F238E27FC236}">
                  <a16:creationId xmlns:a16="http://schemas.microsoft.com/office/drawing/2014/main" id="{6189E697-5AB3-A63C-4F5E-BA303A877756}"/>
                </a:ext>
              </a:extLst>
            </p:cNvPr>
            <p:cNvSpPr/>
            <p:nvPr/>
          </p:nvSpPr>
          <p:spPr>
            <a:xfrm>
              <a:off x="2010078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3" name="Freeform 2192">
              <a:extLst>
                <a:ext uri="{FF2B5EF4-FFF2-40B4-BE49-F238E27FC236}">
                  <a16:creationId xmlns:a16="http://schemas.microsoft.com/office/drawing/2014/main" id="{6249092E-3CC4-0332-DA54-ABC6B01E9399}"/>
                </a:ext>
              </a:extLst>
            </p:cNvPr>
            <p:cNvSpPr/>
            <p:nvPr/>
          </p:nvSpPr>
          <p:spPr>
            <a:xfrm>
              <a:off x="2010078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4" name="Freeform 2193">
              <a:extLst>
                <a:ext uri="{FF2B5EF4-FFF2-40B4-BE49-F238E27FC236}">
                  <a16:creationId xmlns:a16="http://schemas.microsoft.com/office/drawing/2014/main" id="{CF0EA729-1372-31D9-4552-6C5A29084ED1}"/>
                </a:ext>
              </a:extLst>
            </p:cNvPr>
            <p:cNvSpPr/>
            <p:nvPr/>
          </p:nvSpPr>
          <p:spPr>
            <a:xfrm>
              <a:off x="2010078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5" name="Freeform 2194">
              <a:extLst>
                <a:ext uri="{FF2B5EF4-FFF2-40B4-BE49-F238E27FC236}">
                  <a16:creationId xmlns:a16="http://schemas.microsoft.com/office/drawing/2014/main" id="{CB679C62-D9A1-4589-0CB0-7DA481F9D778}"/>
                </a:ext>
              </a:extLst>
            </p:cNvPr>
            <p:cNvSpPr/>
            <p:nvPr/>
          </p:nvSpPr>
          <p:spPr>
            <a:xfrm>
              <a:off x="2010078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6" name="Freeform 2195">
              <a:extLst>
                <a:ext uri="{FF2B5EF4-FFF2-40B4-BE49-F238E27FC236}">
                  <a16:creationId xmlns:a16="http://schemas.microsoft.com/office/drawing/2014/main" id="{38970303-AA28-A86B-4E7A-92B696D6927C}"/>
                </a:ext>
              </a:extLst>
            </p:cNvPr>
            <p:cNvSpPr/>
            <p:nvPr/>
          </p:nvSpPr>
          <p:spPr>
            <a:xfrm>
              <a:off x="2010078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7" name="Freeform 2196">
              <a:extLst>
                <a:ext uri="{FF2B5EF4-FFF2-40B4-BE49-F238E27FC236}">
                  <a16:creationId xmlns:a16="http://schemas.microsoft.com/office/drawing/2014/main" id="{BE52B294-AB11-1AA1-6141-C289793886D6}"/>
                </a:ext>
              </a:extLst>
            </p:cNvPr>
            <p:cNvSpPr/>
            <p:nvPr/>
          </p:nvSpPr>
          <p:spPr>
            <a:xfrm>
              <a:off x="2010078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8" name="Freeform 2197">
              <a:extLst>
                <a:ext uri="{FF2B5EF4-FFF2-40B4-BE49-F238E27FC236}">
                  <a16:creationId xmlns:a16="http://schemas.microsoft.com/office/drawing/2014/main" id="{7CB8EEDE-7677-9D15-E9A2-C39ED98438D8}"/>
                </a:ext>
              </a:extLst>
            </p:cNvPr>
            <p:cNvSpPr/>
            <p:nvPr/>
          </p:nvSpPr>
          <p:spPr>
            <a:xfrm>
              <a:off x="2010078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9" name="Freeform 2198">
              <a:extLst>
                <a:ext uri="{FF2B5EF4-FFF2-40B4-BE49-F238E27FC236}">
                  <a16:creationId xmlns:a16="http://schemas.microsoft.com/office/drawing/2014/main" id="{1641D16A-A766-0C07-B92A-49AA66B86631}"/>
                </a:ext>
              </a:extLst>
            </p:cNvPr>
            <p:cNvSpPr/>
            <p:nvPr/>
          </p:nvSpPr>
          <p:spPr>
            <a:xfrm>
              <a:off x="2010078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0" name="Freeform 2199">
              <a:extLst>
                <a:ext uri="{FF2B5EF4-FFF2-40B4-BE49-F238E27FC236}">
                  <a16:creationId xmlns:a16="http://schemas.microsoft.com/office/drawing/2014/main" id="{F92B5B4B-3972-16C4-9691-191C3AAACA0D}"/>
                </a:ext>
              </a:extLst>
            </p:cNvPr>
            <p:cNvSpPr/>
            <p:nvPr/>
          </p:nvSpPr>
          <p:spPr>
            <a:xfrm>
              <a:off x="2010078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1" name="Freeform 2200">
              <a:extLst>
                <a:ext uri="{FF2B5EF4-FFF2-40B4-BE49-F238E27FC236}">
                  <a16:creationId xmlns:a16="http://schemas.microsoft.com/office/drawing/2014/main" id="{9E573D85-0712-0E76-9BBE-D2C9629C4A25}"/>
                </a:ext>
              </a:extLst>
            </p:cNvPr>
            <p:cNvSpPr/>
            <p:nvPr/>
          </p:nvSpPr>
          <p:spPr>
            <a:xfrm>
              <a:off x="2010078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2" name="Freeform 2201">
              <a:extLst>
                <a:ext uri="{FF2B5EF4-FFF2-40B4-BE49-F238E27FC236}">
                  <a16:creationId xmlns:a16="http://schemas.microsoft.com/office/drawing/2014/main" id="{1C77A045-6856-46DA-6FCE-430898F9398D}"/>
                </a:ext>
              </a:extLst>
            </p:cNvPr>
            <p:cNvSpPr/>
            <p:nvPr/>
          </p:nvSpPr>
          <p:spPr>
            <a:xfrm>
              <a:off x="2010078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3" name="Freeform 2202">
              <a:extLst>
                <a:ext uri="{FF2B5EF4-FFF2-40B4-BE49-F238E27FC236}">
                  <a16:creationId xmlns:a16="http://schemas.microsoft.com/office/drawing/2014/main" id="{CB30DB29-2229-1B3B-C9BB-223ABBAC79FE}"/>
                </a:ext>
              </a:extLst>
            </p:cNvPr>
            <p:cNvSpPr/>
            <p:nvPr/>
          </p:nvSpPr>
          <p:spPr>
            <a:xfrm>
              <a:off x="2010078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4" name="Freeform 2203">
              <a:extLst>
                <a:ext uri="{FF2B5EF4-FFF2-40B4-BE49-F238E27FC236}">
                  <a16:creationId xmlns:a16="http://schemas.microsoft.com/office/drawing/2014/main" id="{42BA0E70-FC83-FB01-CADF-CF234D5AABB2}"/>
                </a:ext>
              </a:extLst>
            </p:cNvPr>
            <p:cNvSpPr/>
            <p:nvPr/>
          </p:nvSpPr>
          <p:spPr>
            <a:xfrm>
              <a:off x="2010078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5" name="Freeform 2204">
              <a:extLst>
                <a:ext uri="{FF2B5EF4-FFF2-40B4-BE49-F238E27FC236}">
                  <a16:creationId xmlns:a16="http://schemas.microsoft.com/office/drawing/2014/main" id="{5502715D-84BF-8522-6BE3-54A59FF4CB11}"/>
                </a:ext>
              </a:extLst>
            </p:cNvPr>
            <p:cNvSpPr/>
            <p:nvPr/>
          </p:nvSpPr>
          <p:spPr>
            <a:xfrm>
              <a:off x="2010078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6" name="Freeform 2205">
              <a:extLst>
                <a:ext uri="{FF2B5EF4-FFF2-40B4-BE49-F238E27FC236}">
                  <a16:creationId xmlns:a16="http://schemas.microsoft.com/office/drawing/2014/main" id="{170F4B18-9E9F-CE44-132E-9664DDC8F97E}"/>
                </a:ext>
              </a:extLst>
            </p:cNvPr>
            <p:cNvSpPr/>
            <p:nvPr/>
          </p:nvSpPr>
          <p:spPr>
            <a:xfrm>
              <a:off x="2010078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7" name="Freeform 2206">
              <a:extLst>
                <a:ext uri="{FF2B5EF4-FFF2-40B4-BE49-F238E27FC236}">
                  <a16:creationId xmlns:a16="http://schemas.microsoft.com/office/drawing/2014/main" id="{7C961BD4-5B13-86A5-9E69-74052E9D8EBE}"/>
                </a:ext>
              </a:extLst>
            </p:cNvPr>
            <p:cNvSpPr/>
            <p:nvPr/>
          </p:nvSpPr>
          <p:spPr>
            <a:xfrm>
              <a:off x="2010078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8" name="Freeform 2207">
              <a:extLst>
                <a:ext uri="{FF2B5EF4-FFF2-40B4-BE49-F238E27FC236}">
                  <a16:creationId xmlns:a16="http://schemas.microsoft.com/office/drawing/2014/main" id="{72A8F247-7D71-9ECB-5A40-A03514E63C25}"/>
                </a:ext>
              </a:extLst>
            </p:cNvPr>
            <p:cNvSpPr/>
            <p:nvPr/>
          </p:nvSpPr>
          <p:spPr>
            <a:xfrm>
              <a:off x="2010078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9" name="Freeform 2208">
              <a:extLst>
                <a:ext uri="{FF2B5EF4-FFF2-40B4-BE49-F238E27FC236}">
                  <a16:creationId xmlns:a16="http://schemas.microsoft.com/office/drawing/2014/main" id="{5E03E306-97EE-C020-501F-E620BB287617}"/>
                </a:ext>
              </a:extLst>
            </p:cNvPr>
            <p:cNvSpPr/>
            <p:nvPr/>
          </p:nvSpPr>
          <p:spPr>
            <a:xfrm>
              <a:off x="2010078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28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0" name="Freeform 2209">
              <a:extLst>
                <a:ext uri="{FF2B5EF4-FFF2-40B4-BE49-F238E27FC236}">
                  <a16:creationId xmlns:a16="http://schemas.microsoft.com/office/drawing/2014/main" id="{69018B6B-3E3A-D718-B126-FB1A12C5A167}"/>
                </a:ext>
              </a:extLst>
            </p:cNvPr>
            <p:cNvSpPr/>
            <p:nvPr/>
          </p:nvSpPr>
          <p:spPr>
            <a:xfrm>
              <a:off x="2010078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1" name="Freeform 2210">
              <a:extLst>
                <a:ext uri="{FF2B5EF4-FFF2-40B4-BE49-F238E27FC236}">
                  <a16:creationId xmlns:a16="http://schemas.microsoft.com/office/drawing/2014/main" id="{6E64458A-1C99-22C7-6464-E4F4418FD984}"/>
                </a:ext>
              </a:extLst>
            </p:cNvPr>
            <p:cNvSpPr/>
            <p:nvPr/>
          </p:nvSpPr>
          <p:spPr>
            <a:xfrm>
              <a:off x="2010078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2" name="Freeform 2211">
              <a:extLst>
                <a:ext uri="{FF2B5EF4-FFF2-40B4-BE49-F238E27FC236}">
                  <a16:creationId xmlns:a16="http://schemas.microsoft.com/office/drawing/2014/main" id="{4D7A0835-1AA6-B4CE-291F-837A22D9B7B9}"/>
                </a:ext>
              </a:extLst>
            </p:cNvPr>
            <p:cNvSpPr/>
            <p:nvPr/>
          </p:nvSpPr>
          <p:spPr>
            <a:xfrm>
              <a:off x="2010078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3" name="Freeform 2212">
              <a:extLst>
                <a:ext uri="{FF2B5EF4-FFF2-40B4-BE49-F238E27FC236}">
                  <a16:creationId xmlns:a16="http://schemas.microsoft.com/office/drawing/2014/main" id="{D28CFCDC-82EC-DA6A-09A1-01BAF01BC9EA}"/>
                </a:ext>
              </a:extLst>
            </p:cNvPr>
            <p:cNvSpPr/>
            <p:nvPr/>
          </p:nvSpPr>
          <p:spPr>
            <a:xfrm>
              <a:off x="2010078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4" name="Freeform 2213">
              <a:extLst>
                <a:ext uri="{FF2B5EF4-FFF2-40B4-BE49-F238E27FC236}">
                  <a16:creationId xmlns:a16="http://schemas.microsoft.com/office/drawing/2014/main" id="{A3BB2F8E-25C1-6528-0F2C-FD58517916DA}"/>
                </a:ext>
              </a:extLst>
            </p:cNvPr>
            <p:cNvSpPr/>
            <p:nvPr/>
          </p:nvSpPr>
          <p:spPr>
            <a:xfrm>
              <a:off x="2010078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5" name="Freeform 2214">
              <a:extLst>
                <a:ext uri="{FF2B5EF4-FFF2-40B4-BE49-F238E27FC236}">
                  <a16:creationId xmlns:a16="http://schemas.microsoft.com/office/drawing/2014/main" id="{29674B1E-42F8-7DD7-2135-86AE6F1593F3}"/>
                </a:ext>
              </a:extLst>
            </p:cNvPr>
            <p:cNvSpPr/>
            <p:nvPr/>
          </p:nvSpPr>
          <p:spPr>
            <a:xfrm>
              <a:off x="2010078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6" name="Freeform 2215">
              <a:extLst>
                <a:ext uri="{FF2B5EF4-FFF2-40B4-BE49-F238E27FC236}">
                  <a16:creationId xmlns:a16="http://schemas.microsoft.com/office/drawing/2014/main" id="{F3282341-5F5F-8CAD-984B-259EEE06BECF}"/>
                </a:ext>
              </a:extLst>
            </p:cNvPr>
            <p:cNvSpPr/>
            <p:nvPr/>
          </p:nvSpPr>
          <p:spPr>
            <a:xfrm>
              <a:off x="2010078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7" name="Freeform 2216">
              <a:extLst>
                <a:ext uri="{FF2B5EF4-FFF2-40B4-BE49-F238E27FC236}">
                  <a16:creationId xmlns:a16="http://schemas.microsoft.com/office/drawing/2014/main" id="{7668E885-FE1B-3D59-370A-8BCC4D364597}"/>
                </a:ext>
              </a:extLst>
            </p:cNvPr>
            <p:cNvSpPr/>
            <p:nvPr/>
          </p:nvSpPr>
          <p:spPr>
            <a:xfrm>
              <a:off x="2102837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8" name="Freeform 2217">
              <a:extLst>
                <a:ext uri="{FF2B5EF4-FFF2-40B4-BE49-F238E27FC236}">
                  <a16:creationId xmlns:a16="http://schemas.microsoft.com/office/drawing/2014/main" id="{B970E14A-E432-828A-1C28-6D50D0739529}"/>
                </a:ext>
              </a:extLst>
            </p:cNvPr>
            <p:cNvSpPr/>
            <p:nvPr/>
          </p:nvSpPr>
          <p:spPr>
            <a:xfrm>
              <a:off x="2102837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9" name="Freeform 2218">
              <a:extLst>
                <a:ext uri="{FF2B5EF4-FFF2-40B4-BE49-F238E27FC236}">
                  <a16:creationId xmlns:a16="http://schemas.microsoft.com/office/drawing/2014/main" id="{5DB8EB73-1094-BB94-8F41-0B58ACEF3ECC}"/>
                </a:ext>
              </a:extLst>
            </p:cNvPr>
            <p:cNvSpPr/>
            <p:nvPr/>
          </p:nvSpPr>
          <p:spPr>
            <a:xfrm>
              <a:off x="2102837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0" name="Freeform 2219">
              <a:extLst>
                <a:ext uri="{FF2B5EF4-FFF2-40B4-BE49-F238E27FC236}">
                  <a16:creationId xmlns:a16="http://schemas.microsoft.com/office/drawing/2014/main" id="{A2E09CCA-B829-485A-E37D-F456082494BA}"/>
                </a:ext>
              </a:extLst>
            </p:cNvPr>
            <p:cNvSpPr/>
            <p:nvPr/>
          </p:nvSpPr>
          <p:spPr>
            <a:xfrm>
              <a:off x="2102837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1" name="Freeform 2220">
              <a:extLst>
                <a:ext uri="{FF2B5EF4-FFF2-40B4-BE49-F238E27FC236}">
                  <a16:creationId xmlns:a16="http://schemas.microsoft.com/office/drawing/2014/main" id="{E8C56878-E73D-8D38-6A1F-9462F599636F}"/>
                </a:ext>
              </a:extLst>
            </p:cNvPr>
            <p:cNvSpPr/>
            <p:nvPr/>
          </p:nvSpPr>
          <p:spPr>
            <a:xfrm>
              <a:off x="2102837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2" name="Freeform 2221">
              <a:extLst>
                <a:ext uri="{FF2B5EF4-FFF2-40B4-BE49-F238E27FC236}">
                  <a16:creationId xmlns:a16="http://schemas.microsoft.com/office/drawing/2014/main" id="{3A728CF5-ACED-1E71-4F56-D4E80AE3CD20}"/>
                </a:ext>
              </a:extLst>
            </p:cNvPr>
            <p:cNvSpPr/>
            <p:nvPr/>
          </p:nvSpPr>
          <p:spPr>
            <a:xfrm>
              <a:off x="2102837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3" name="Freeform 2222">
              <a:extLst>
                <a:ext uri="{FF2B5EF4-FFF2-40B4-BE49-F238E27FC236}">
                  <a16:creationId xmlns:a16="http://schemas.microsoft.com/office/drawing/2014/main" id="{BE7F8845-3CDB-7BA1-487E-3B6AA1182A12}"/>
                </a:ext>
              </a:extLst>
            </p:cNvPr>
            <p:cNvSpPr/>
            <p:nvPr/>
          </p:nvSpPr>
          <p:spPr>
            <a:xfrm>
              <a:off x="2102837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4" name="Freeform 2223">
              <a:extLst>
                <a:ext uri="{FF2B5EF4-FFF2-40B4-BE49-F238E27FC236}">
                  <a16:creationId xmlns:a16="http://schemas.microsoft.com/office/drawing/2014/main" id="{008B94ED-CEE4-46BA-2935-9036CD83F9CC}"/>
                </a:ext>
              </a:extLst>
            </p:cNvPr>
            <p:cNvSpPr/>
            <p:nvPr/>
          </p:nvSpPr>
          <p:spPr>
            <a:xfrm>
              <a:off x="2102837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5" name="Freeform 2224">
              <a:extLst>
                <a:ext uri="{FF2B5EF4-FFF2-40B4-BE49-F238E27FC236}">
                  <a16:creationId xmlns:a16="http://schemas.microsoft.com/office/drawing/2014/main" id="{5820AE57-C40F-3876-FA65-D253DFC20425}"/>
                </a:ext>
              </a:extLst>
            </p:cNvPr>
            <p:cNvSpPr/>
            <p:nvPr/>
          </p:nvSpPr>
          <p:spPr>
            <a:xfrm>
              <a:off x="2102837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6" name="Freeform 2225">
              <a:extLst>
                <a:ext uri="{FF2B5EF4-FFF2-40B4-BE49-F238E27FC236}">
                  <a16:creationId xmlns:a16="http://schemas.microsoft.com/office/drawing/2014/main" id="{FDB9E488-5C53-B2D9-AD45-011FF674DD4D}"/>
                </a:ext>
              </a:extLst>
            </p:cNvPr>
            <p:cNvSpPr/>
            <p:nvPr/>
          </p:nvSpPr>
          <p:spPr>
            <a:xfrm>
              <a:off x="2102837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7" name="Freeform 2226">
              <a:extLst>
                <a:ext uri="{FF2B5EF4-FFF2-40B4-BE49-F238E27FC236}">
                  <a16:creationId xmlns:a16="http://schemas.microsoft.com/office/drawing/2014/main" id="{0DE1DE9A-7940-A0AF-6672-8FA584695B2E}"/>
                </a:ext>
              </a:extLst>
            </p:cNvPr>
            <p:cNvSpPr/>
            <p:nvPr/>
          </p:nvSpPr>
          <p:spPr>
            <a:xfrm>
              <a:off x="2102837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8" name="Freeform 2227">
              <a:extLst>
                <a:ext uri="{FF2B5EF4-FFF2-40B4-BE49-F238E27FC236}">
                  <a16:creationId xmlns:a16="http://schemas.microsoft.com/office/drawing/2014/main" id="{A404CE7D-7CD4-A701-63E1-FEB1A93F5768}"/>
                </a:ext>
              </a:extLst>
            </p:cNvPr>
            <p:cNvSpPr/>
            <p:nvPr/>
          </p:nvSpPr>
          <p:spPr>
            <a:xfrm>
              <a:off x="2102837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9" name="Freeform 2228">
              <a:extLst>
                <a:ext uri="{FF2B5EF4-FFF2-40B4-BE49-F238E27FC236}">
                  <a16:creationId xmlns:a16="http://schemas.microsoft.com/office/drawing/2014/main" id="{3C3A5531-8FAF-CCCD-E014-E86ABF8DD591}"/>
                </a:ext>
              </a:extLst>
            </p:cNvPr>
            <p:cNvSpPr/>
            <p:nvPr/>
          </p:nvSpPr>
          <p:spPr>
            <a:xfrm>
              <a:off x="2102837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0" name="Freeform 2229">
              <a:extLst>
                <a:ext uri="{FF2B5EF4-FFF2-40B4-BE49-F238E27FC236}">
                  <a16:creationId xmlns:a16="http://schemas.microsoft.com/office/drawing/2014/main" id="{8CD6BA20-8DB4-9AC7-517E-DB9469CDC1F9}"/>
                </a:ext>
              </a:extLst>
            </p:cNvPr>
            <p:cNvSpPr/>
            <p:nvPr/>
          </p:nvSpPr>
          <p:spPr>
            <a:xfrm>
              <a:off x="2102837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1" name="Freeform 2230">
              <a:extLst>
                <a:ext uri="{FF2B5EF4-FFF2-40B4-BE49-F238E27FC236}">
                  <a16:creationId xmlns:a16="http://schemas.microsoft.com/office/drawing/2014/main" id="{A7C7B92E-7167-A07C-EB14-6B9E3BA4FD76}"/>
                </a:ext>
              </a:extLst>
            </p:cNvPr>
            <p:cNvSpPr/>
            <p:nvPr/>
          </p:nvSpPr>
          <p:spPr>
            <a:xfrm>
              <a:off x="2102837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2" name="Freeform 2231">
              <a:extLst>
                <a:ext uri="{FF2B5EF4-FFF2-40B4-BE49-F238E27FC236}">
                  <a16:creationId xmlns:a16="http://schemas.microsoft.com/office/drawing/2014/main" id="{653D8D83-D3E4-E3C4-05CA-EB0C37A44EFF}"/>
                </a:ext>
              </a:extLst>
            </p:cNvPr>
            <p:cNvSpPr/>
            <p:nvPr/>
          </p:nvSpPr>
          <p:spPr>
            <a:xfrm>
              <a:off x="2102837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D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3" name="Freeform 2232">
              <a:extLst>
                <a:ext uri="{FF2B5EF4-FFF2-40B4-BE49-F238E27FC236}">
                  <a16:creationId xmlns:a16="http://schemas.microsoft.com/office/drawing/2014/main" id="{C14003CB-7A36-CBE0-77D8-72030BE9ACA5}"/>
                </a:ext>
              </a:extLst>
            </p:cNvPr>
            <p:cNvSpPr/>
            <p:nvPr/>
          </p:nvSpPr>
          <p:spPr>
            <a:xfrm>
              <a:off x="2102837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4" name="Freeform 2233">
              <a:extLst>
                <a:ext uri="{FF2B5EF4-FFF2-40B4-BE49-F238E27FC236}">
                  <a16:creationId xmlns:a16="http://schemas.microsoft.com/office/drawing/2014/main" id="{51033D17-9149-E163-C316-C6F552058B81}"/>
                </a:ext>
              </a:extLst>
            </p:cNvPr>
            <p:cNvSpPr/>
            <p:nvPr/>
          </p:nvSpPr>
          <p:spPr>
            <a:xfrm>
              <a:off x="2102837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5" name="Freeform 2234">
              <a:extLst>
                <a:ext uri="{FF2B5EF4-FFF2-40B4-BE49-F238E27FC236}">
                  <a16:creationId xmlns:a16="http://schemas.microsoft.com/office/drawing/2014/main" id="{C4DE09B9-985A-5485-5938-DE35F0167109}"/>
                </a:ext>
              </a:extLst>
            </p:cNvPr>
            <p:cNvSpPr/>
            <p:nvPr/>
          </p:nvSpPr>
          <p:spPr>
            <a:xfrm>
              <a:off x="2102837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6" name="Freeform 2235">
              <a:extLst>
                <a:ext uri="{FF2B5EF4-FFF2-40B4-BE49-F238E27FC236}">
                  <a16:creationId xmlns:a16="http://schemas.microsoft.com/office/drawing/2014/main" id="{7E022FD1-D8B6-D5D3-2848-CC6A4F00610D}"/>
                </a:ext>
              </a:extLst>
            </p:cNvPr>
            <p:cNvSpPr/>
            <p:nvPr/>
          </p:nvSpPr>
          <p:spPr>
            <a:xfrm>
              <a:off x="2102837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7" name="Freeform 2236">
              <a:extLst>
                <a:ext uri="{FF2B5EF4-FFF2-40B4-BE49-F238E27FC236}">
                  <a16:creationId xmlns:a16="http://schemas.microsoft.com/office/drawing/2014/main" id="{155E7B36-138B-FC46-7DFF-66F507FEAC70}"/>
                </a:ext>
              </a:extLst>
            </p:cNvPr>
            <p:cNvSpPr/>
            <p:nvPr/>
          </p:nvSpPr>
          <p:spPr>
            <a:xfrm>
              <a:off x="2102837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8" name="Freeform 2237">
              <a:extLst>
                <a:ext uri="{FF2B5EF4-FFF2-40B4-BE49-F238E27FC236}">
                  <a16:creationId xmlns:a16="http://schemas.microsoft.com/office/drawing/2014/main" id="{B85A4876-8DFE-CAF9-A48A-BF4ECC0B52FC}"/>
                </a:ext>
              </a:extLst>
            </p:cNvPr>
            <p:cNvSpPr/>
            <p:nvPr/>
          </p:nvSpPr>
          <p:spPr>
            <a:xfrm>
              <a:off x="2102837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9" name="Freeform 2238">
              <a:extLst>
                <a:ext uri="{FF2B5EF4-FFF2-40B4-BE49-F238E27FC236}">
                  <a16:creationId xmlns:a16="http://schemas.microsoft.com/office/drawing/2014/main" id="{AEA6ED48-D475-233E-BD96-3B04705B8D4A}"/>
                </a:ext>
              </a:extLst>
            </p:cNvPr>
            <p:cNvSpPr/>
            <p:nvPr/>
          </p:nvSpPr>
          <p:spPr>
            <a:xfrm>
              <a:off x="2102837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0" name="Freeform 2239">
              <a:extLst>
                <a:ext uri="{FF2B5EF4-FFF2-40B4-BE49-F238E27FC236}">
                  <a16:creationId xmlns:a16="http://schemas.microsoft.com/office/drawing/2014/main" id="{5A13D468-50D4-EB03-2C37-B3CB00DB139D}"/>
                </a:ext>
              </a:extLst>
            </p:cNvPr>
            <p:cNvSpPr/>
            <p:nvPr/>
          </p:nvSpPr>
          <p:spPr>
            <a:xfrm>
              <a:off x="2102837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1" name="Freeform 2240">
              <a:extLst>
                <a:ext uri="{FF2B5EF4-FFF2-40B4-BE49-F238E27FC236}">
                  <a16:creationId xmlns:a16="http://schemas.microsoft.com/office/drawing/2014/main" id="{B05BF6EB-43A1-F3B3-BA4F-4F7A4C7B7738}"/>
                </a:ext>
              </a:extLst>
            </p:cNvPr>
            <p:cNvSpPr/>
            <p:nvPr/>
          </p:nvSpPr>
          <p:spPr>
            <a:xfrm>
              <a:off x="2102837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2" name="Freeform 2241">
              <a:extLst>
                <a:ext uri="{FF2B5EF4-FFF2-40B4-BE49-F238E27FC236}">
                  <a16:creationId xmlns:a16="http://schemas.microsoft.com/office/drawing/2014/main" id="{D77D239B-B276-C7E3-016A-A59BF606912C}"/>
                </a:ext>
              </a:extLst>
            </p:cNvPr>
            <p:cNvSpPr/>
            <p:nvPr/>
          </p:nvSpPr>
          <p:spPr>
            <a:xfrm>
              <a:off x="2102837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3" name="Freeform 2242">
              <a:extLst>
                <a:ext uri="{FF2B5EF4-FFF2-40B4-BE49-F238E27FC236}">
                  <a16:creationId xmlns:a16="http://schemas.microsoft.com/office/drawing/2014/main" id="{5017C7E0-CE87-011F-20C8-0DA44947DCDE}"/>
                </a:ext>
              </a:extLst>
            </p:cNvPr>
            <p:cNvSpPr/>
            <p:nvPr/>
          </p:nvSpPr>
          <p:spPr>
            <a:xfrm>
              <a:off x="2102837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4" name="Freeform 2243">
              <a:extLst>
                <a:ext uri="{FF2B5EF4-FFF2-40B4-BE49-F238E27FC236}">
                  <a16:creationId xmlns:a16="http://schemas.microsoft.com/office/drawing/2014/main" id="{F81141DE-44EE-13C7-9A20-F84657FDE312}"/>
                </a:ext>
              </a:extLst>
            </p:cNvPr>
            <p:cNvSpPr/>
            <p:nvPr/>
          </p:nvSpPr>
          <p:spPr>
            <a:xfrm>
              <a:off x="2102837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5" name="Freeform 2244">
              <a:extLst>
                <a:ext uri="{FF2B5EF4-FFF2-40B4-BE49-F238E27FC236}">
                  <a16:creationId xmlns:a16="http://schemas.microsoft.com/office/drawing/2014/main" id="{3A78D8D5-A0C5-C22C-0A05-78918341D185}"/>
                </a:ext>
              </a:extLst>
            </p:cNvPr>
            <p:cNvSpPr/>
            <p:nvPr/>
          </p:nvSpPr>
          <p:spPr>
            <a:xfrm>
              <a:off x="2102837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6" name="Freeform 2245">
              <a:extLst>
                <a:ext uri="{FF2B5EF4-FFF2-40B4-BE49-F238E27FC236}">
                  <a16:creationId xmlns:a16="http://schemas.microsoft.com/office/drawing/2014/main" id="{6725466C-1D7E-64BC-DCD8-048475C1E4F4}"/>
                </a:ext>
              </a:extLst>
            </p:cNvPr>
            <p:cNvSpPr/>
            <p:nvPr/>
          </p:nvSpPr>
          <p:spPr>
            <a:xfrm>
              <a:off x="2102837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7" name="Freeform 2246">
              <a:extLst>
                <a:ext uri="{FF2B5EF4-FFF2-40B4-BE49-F238E27FC236}">
                  <a16:creationId xmlns:a16="http://schemas.microsoft.com/office/drawing/2014/main" id="{47C55336-66BA-3746-49AE-30524B23ACB7}"/>
                </a:ext>
              </a:extLst>
            </p:cNvPr>
            <p:cNvSpPr/>
            <p:nvPr/>
          </p:nvSpPr>
          <p:spPr>
            <a:xfrm>
              <a:off x="2102837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8" name="Freeform 2247">
              <a:extLst>
                <a:ext uri="{FF2B5EF4-FFF2-40B4-BE49-F238E27FC236}">
                  <a16:creationId xmlns:a16="http://schemas.microsoft.com/office/drawing/2014/main" id="{D0094E19-4470-5D0C-177E-54A1EEFD3CCA}"/>
                </a:ext>
              </a:extLst>
            </p:cNvPr>
            <p:cNvSpPr/>
            <p:nvPr/>
          </p:nvSpPr>
          <p:spPr>
            <a:xfrm>
              <a:off x="2102837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9" name="Freeform 2248">
              <a:extLst>
                <a:ext uri="{FF2B5EF4-FFF2-40B4-BE49-F238E27FC236}">
                  <a16:creationId xmlns:a16="http://schemas.microsoft.com/office/drawing/2014/main" id="{287F1219-D667-9448-9241-5CD6A663FBD8}"/>
                </a:ext>
              </a:extLst>
            </p:cNvPr>
            <p:cNvSpPr/>
            <p:nvPr/>
          </p:nvSpPr>
          <p:spPr>
            <a:xfrm>
              <a:off x="2102837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0" name="Freeform 2249">
              <a:extLst>
                <a:ext uri="{FF2B5EF4-FFF2-40B4-BE49-F238E27FC236}">
                  <a16:creationId xmlns:a16="http://schemas.microsoft.com/office/drawing/2014/main" id="{65FDE54A-F7F2-906A-F677-EFAFFDC94529}"/>
                </a:ext>
              </a:extLst>
            </p:cNvPr>
            <p:cNvSpPr/>
            <p:nvPr/>
          </p:nvSpPr>
          <p:spPr>
            <a:xfrm>
              <a:off x="2102837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1" name="Freeform 2250">
              <a:extLst>
                <a:ext uri="{FF2B5EF4-FFF2-40B4-BE49-F238E27FC236}">
                  <a16:creationId xmlns:a16="http://schemas.microsoft.com/office/drawing/2014/main" id="{141F72B5-D0D5-F105-FA47-79A3253A9643}"/>
                </a:ext>
              </a:extLst>
            </p:cNvPr>
            <p:cNvSpPr/>
            <p:nvPr/>
          </p:nvSpPr>
          <p:spPr>
            <a:xfrm>
              <a:off x="2195597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2" name="Freeform 2251">
              <a:extLst>
                <a:ext uri="{FF2B5EF4-FFF2-40B4-BE49-F238E27FC236}">
                  <a16:creationId xmlns:a16="http://schemas.microsoft.com/office/drawing/2014/main" id="{08FD9245-5062-642C-E472-5A3B19D80753}"/>
                </a:ext>
              </a:extLst>
            </p:cNvPr>
            <p:cNvSpPr/>
            <p:nvPr/>
          </p:nvSpPr>
          <p:spPr>
            <a:xfrm>
              <a:off x="2195597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3" name="Freeform 2252">
              <a:extLst>
                <a:ext uri="{FF2B5EF4-FFF2-40B4-BE49-F238E27FC236}">
                  <a16:creationId xmlns:a16="http://schemas.microsoft.com/office/drawing/2014/main" id="{379B8BA9-2493-6E68-B184-643C4679BE53}"/>
                </a:ext>
              </a:extLst>
            </p:cNvPr>
            <p:cNvSpPr/>
            <p:nvPr/>
          </p:nvSpPr>
          <p:spPr>
            <a:xfrm>
              <a:off x="2195597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4" name="Freeform 2253">
              <a:extLst>
                <a:ext uri="{FF2B5EF4-FFF2-40B4-BE49-F238E27FC236}">
                  <a16:creationId xmlns:a16="http://schemas.microsoft.com/office/drawing/2014/main" id="{959D63AA-25CB-90E0-13D2-FC02974E7CBD}"/>
                </a:ext>
              </a:extLst>
            </p:cNvPr>
            <p:cNvSpPr/>
            <p:nvPr/>
          </p:nvSpPr>
          <p:spPr>
            <a:xfrm>
              <a:off x="2195597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5" name="Freeform 2254">
              <a:extLst>
                <a:ext uri="{FF2B5EF4-FFF2-40B4-BE49-F238E27FC236}">
                  <a16:creationId xmlns:a16="http://schemas.microsoft.com/office/drawing/2014/main" id="{147EFEAC-BF2F-90B9-60BE-C8E1E804892A}"/>
                </a:ext>
              </a:extLst>
            </p:cNvPr>
            <p:cNvSpPr/>
            <p:nvPr/>
          </p:nvSpPr>
          <p:spPr>
            <a:xfrm>
              <a:off x="2195597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6" name="Freeform 2255">
              <a:extLst>
                <a:ext uri="{FF2B5EF4-FFF2-40B4-BE49-F238E27FC236}">
                  <a16:creationId xmlns:a16="http://schemas.microsoft.com/office/drawing/2014/main" id="{344241F7-9CF1-1331-3276-4F90BF5D8B18}"/>
                </a:ext>
              </a:extLst>
            </p:cNvPr>
            <p:cNvSpPr/>
            <p:nvPr/>
          </p:nvSpPr>
          <p:spPr>
            <a:xfrm>
              <a:off x="2195597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7" name="Freeform 2256">
              <a:extLst>
                <a:ext uri="{FF2B5EF4-FFF2-40B4-BE49-F238E27FC236}">
                  <a16:creationId xmlns:a16="http://schemas.microsoft.com/office/drawing/2014/main" id="{17B8D4AA-2978-5DF0-0191-A251E8C93E86}"/>
                </a:ext>
              </a:extLst>
            </p:cNvPr>
            <p:cNvSpPr/>
            <p:nvPr/>
          </p:nvSpPr>
          <p:spPr>
            <a:xfrm>
              <a:off x="2195597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8" name="Freeform 2257">
              <a:extLst>
                <a:ext uri="{FF2B5EF4-FFF2-40B4-BE49-F238E27FC236}">
                  <a16:creationId xmlns:a16="http://schemas.microsoft.com/office/drawing/2014/main" id="{D243224B-16BB-F3A6-FC08-E11A164A3422}"/>
                </a:ext>
              </a:extLst>
            </p:cNvPr>
            <p:cNvSpPr/>
            <p:nvPr/>
          </p:nvSpPr>
          <p:spPr>
            <a:xfrm>
              <a:off x="2195597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9" name="Freeform 2258">
              <a:extLst>
                <a:ext uri="{FF2B5EF4-FFF2-40B4-BE49-F238E27FC236}">
                  <a16:creationId xmlns:a16="http://schemas.microsoft.com/office/drawing/2014/main" id="{3E118FD0-7B35-16B2-366C-9ED648E5C448}"/>
                </a:ext>
              </a:extLst>
            </p:cNvPr>
            <p:cNvSpPr/>
            <p:nvPr/>
          </p:nvSpPr>
          <p:spPr>
            <a:xfrm>
              <a:off x="2195597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0" name="Freeform 2259">
              <a:extLst>
                <a:ext uri="{FF2B5EF4-FFF2-40B4-BE49-F238E27FC236}">
                  <a16:creationId xmlns:a16="http://schemas.microsoft.com/office/drawing/2014/main" id="{34944B95-0773-9B46-C0E2-456270E99708}"/>
                </a:ext>
              </a:extLst>
            </p:cNvPr>
            <p:cNvSpPr/>
            <p:nvPr/>
          </p:nvSpPr>
          <p:spPr>
            <a:xfrm>
              <a:off x="2195597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1" name="Freeform 2260">
              <a:extLst>
                <a:ext uri="{FF2B5EF4-FFF2-40B4-BE49-F238E27FC236}">
                  <a16:creationId xmlns:a16="http://schemas.microsoft.com/office/drawing/2014/main" id="{173A997E-6796-0B88-449C-CB4C80FED33F}"/>
                </a:ext>
              </a:extLst>
            </p:cNvPr>
            <p:cNvSpPr/>
            <p:nvPr/>
          </p:nvSpPr>
          <p:spPr>
            <a:xfrm>
              <a:off x="2195597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2" name="Freeform 2261">
              <a:extLst>
                <a:ext uri="{FF2B5EF4-FFF2-40B4-BE49-F238E27FC236}">
                  <a16:creationId xmlns:a16="http://schemas.microsoft.com/office/drawing/2014/main" id="{554481A3-AB27-EE6B-97AB-F205AA19BC10}"/>
                </a:ext>
              </a:extLst>
            </p:cNvPr>
            <p:cNvSpPr/>
            <p:nvPr/>
          </p:nvSpPr>
          <p:spPr>
            <a:xfrm>
              <a:off x="2195597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3" name="Freeform 2262">
              <a:extLst>
                <a:ext uri="{FF2B5EF4-FFF2-40B4-BE49-F238E27FC236}">
                  <a16:creationId xmlns:a16="http://schemas.microsoft.com/office/drawing/2014/main" id="{E28D3AD4-5EA1-0918-2A5D-90A8D918CAA6}"/>
                </a:ext>
              </a:extLst>
            </p:cNvPr>
            <p:cNvSpPr/>
            <p:nvPr/>
          </p:nvSpPr>
          <p:spPr>
            <a:xfrm>
              <a:off x="2195597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4" name="Freeform 2263">
              <a:extLst>
                <a:ext uri="{FF2B5EF4-FFF2-40B4-BE49-F238E27FC236}">
                  <a16:creationId xmlns:a16="http://schemas.microsoft.com/office/drawing/2014/main" id="{C814D845-78E3-8A6C-7709-95A46D9C3A8D}"/>
                </a:ext>
              </a:extLst>
            </p:cNvPr>
            <p:cNvSpPr/>
            <p:nvPr/>
          </p:nvSpPr>
          <p:spPr>
            <a:xfrm>
              <a:off x="2195597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5" name="Freeform 2264">
              <a:extLst>
                <a:ext uri="{FF2B5EF4-FFF2-40B4-BE49-F238E27FC236}">
                  <a16:creationId xmlns:a16="http://schemas.microsoft.com/office/drawing/2014/main" id="{044F4518-9A5D-DB13-6428-D3353FCBF0DD}"/>
                </a:ext>
              </a:extLst>
            </p:cNvPr>
            <p:cNvSpPr/>
            <p:nvPr/>
          </p:nvSpPr>
          <p:spPr>
            <a:xfrm>
              <a:off x="2195597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6" name="Freeform 2265">
              <a:extLst>
                <a:ext uri="{FF2B5EF4-FFF2-40B4-BE49-F238E27FC236}">
                  <a16:creationId xmlns:a16="http://schemas.microsoft.com/office/drawing/2014/main" id="{3B14433D-67AE-C40C-647A-DE13F7043C68}"/>
                </a:ext>
              </a:extLst>
            </p:cNvPr>
            <p:cNvSpPr/>
            <p:nvPr/>
          </p:nvSpPr>
          <p:spPr>
            <a:xfrm>
              <a:off x="2195597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7" name="Freeform 2266">
              <a:extLst>
                <a:ext uri="{FF2B5EF4-FFF2-40B4-BE49-F238E27FC236}">
                  <a16:creationId xmlns:a16="http://schemas.microsoft.com/office/drawing/2014/main" id="{7C21FE1A-0F03-42E0-B2B2-C5C097472FAB}"/>
                </a:ext>
              </a:extLst>
            </p:cNvPr>
            <p:cNvSpPr/>
            <p:nvPr/>
          </p:nvSpPr>
          <p:spPr>
            <a:xfrm>
              <a:off x="2195597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8" name="Freeform 2267">
              <a:extLst>
                <a:ext uri="{FF2B5EF4-FFF2-40B4-BE49-F238E27FC236}">
                  <a16:creationId xmlns:a16="http://schemas.microsoft.com/office/drawing/2014/main" id="{8CE2E98D-4205-AF2F-713C-6BD44ABB217C}"/>
                </a:ext>
              </a:extLst>
            </p:cNvPr>
            <p:cNvSpPr/>
            <p:nvPr/>
          </p:nvSpPr>
          <p:spPr>
            <a:xfrm>
              <a:off x="2195597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9" name="Freeform 2268">
              <a:extLst>
                <a:ext uri="{FF2B5EF4-FFF2-40B4-BE49-F238E27FC236}">
                  <a16:creationId xmlns:a16="http://schemas.microsoft.com/office/drawing/2014/main" id="{DB0362E9-3EBE-5112-D32F-2AAC744535EF}"/>
                </a:ext>
              </a:extLst>
            </p:cNvPr>
            <p:cNvSpPr/>
            <p:nvPr/>
          </p:nvSpPr>
          <p:spPr>
            <a:xfrm>
              <a:off x="2195597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0" name="Freeform 2269">
              <a:extLst>
                <a:ext uri="{FF2B5EF4-FFF2-40B4-BE49-F238E27FC236}">
                  <a16:creationId xmlns:a16="http://schemas.microsoft.com/office/drawing/2014/main" id="{11477D4D-7C0D-2E17-53C3-93CCE6B10B09}"/>
                </a:ext>
              </a:extLst>
            </p:cNvPr>
            <p:cNvSpPr/>
            <p:nvPr/>
          </p:nvSpPr>
          <p:spPr>
            <a:xfrm>
              <a:off x="2195597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1" name="Freeform 2270">
              <a:extLst>
                <a:ext uri="{FF2B5EF4-FFF2-40B4-BE49-F238E27FC236}">
                  <a16:creationId xmlns:a16="http://schemas.microsoft.com/office/drawing/2014/main" id="{A615BD1D-0A0F-F4B8-B84C-4002EA7D1E2C}"/>
                </a:ext>
              </a:extLst>
            </p:cNvPr>
            <p:cNvSpPr/>
            <p:nvPr/>
          </p:nvSpPr>
          <p:spPr>
            <a:xfrm>
              <a:off x="2195597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2" name="Freeform 2271">
              <a:extLst>
                <a:ext uri="{FF2B5EF4-FFF2-40B4-BE49-F238E27FC236}">
                  <a16:creationId xmlns:a16="http://schemas.microsoft.com/office/drawing/2014/main" id="{33AB362A-C6BD-4FEA-918E-671E0FBD3266}"/>
                </a:ext>
              </a:extLst>
            </p:cNvPr>
            <p:cNvSpPr/>
            <p:nvPr/>
          </p:nvSpPr>
          <p:spPr>
            <a:xfrm>
              <a:off x="2195597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3" name="Freeform 2272">
              <a:extLst>
                <a:ext uri="{FF2B5EF4-FFF2-40B4-BE49-F238E27FC236}">
                  <a16:creationId xmlns:a16="http://schemas.microsoft.com/office/drawing/2014/main" id="{315FFD6C-4E73-D690-EA27-F66ACA3E20DF}"/>
                </a:ext>
              </a:extLst>
            </p:cNvPr>
            <p:cNvSpPr/>
            <p:nvPr/>
          </p:nvSpPr>
          <p:spPr>
            <a:xfrm>
              <a:off x="2195597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4" name="Freeform 2273">
              <a:extLst>
                <a:ext uri="{FF2B5EF4-FFF2-40B4-BE49-F238E27FC236}">
                  <a16:creationId xmlns:a16="http://schemas.microsoft.com/office/drawing/2014/main" id="{1F6DFF6A-17CF-0001-7102-4F03E448DE2F}"/>
                </a:ext>
              </a:extLst>
            </p:cNvPr>
            <p:cNvSpPr/>
            <p:nvPr/>
          </p:nvSpPr>
          <p:spPr>
            <a:xfrm>
              <a:off x="2195597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5" name="Freeform 2274">
              <a:extLst>
                <a:ext uri="{FF2B5EF4-FFF2-40B4-BE49-F238E27FC236}">
                  <a16:creationId xmlns:a16="http://schemas.microsoft.com/office/drawing/2014/main" id="{3EF3C0F4-E0DD-F287-A6CD-B4F71CB8F792}"/>
                </a:ext>
              </a:extLst>
            </p:cNvPr>
            <p:cNvSpPr/>
            <p:nvPr/>
          </p:nvSpPr>
          <p:spPr>
            <a:xfrm>
              <a:off x="2195597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6" name="Freeform 2275">
              <a:extLst>
                <a:ext uri="{FF2B5EF4-FFF2-40B4-BE49-F238E27FC236}">
                  <a16:creationId xmlns:a16="http://schemas.microsoft.com/office/drawing/2014/main" id="{490BC329-0AA4-7FEA-4C40-B1ED275A2F7F}"/>
                </a:ext>
              </a:extLst>
            </p:cNvPr>
            <p:cNvSpPr/>
            <p:nvPr/>
          </p:nvSpPr>
          <p:spPr>
            <a:xfrm>
              <a:off x="2195597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7" name="Freeform 2276">
              <a:extLst>
                <a:ext uri="{FF2B5EF4-FFF2-40B4-BE49-F238E27FC236}">
                  <a16:creationId xmlns:a16="http://schemas.microsoft.com/office/drawing/2014/main" id="{7BC60595-C06A-F25D-10B9-36928D075C27}"/>
                </a:ext>
              </a:extLst>
            </p:cNvPr>
            <p:cNvSpPr/>
            <p:nvPr/>
          </p:nvSpPr>
          <p:spPr>
            <a:xfrm>
              <a:off x="2195597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8" name="Freeform 2277">
              <a:extLst>
                <a:ext uri="{FF2B5EF4-FFF2-40B4-BE49-F238E27FC236}">
                  <a16:creationId xmlns:a16="http://schemas.microsoft.com/office/drawing/2014/main" id="{F03636FA-5E14-C10E-3143-5F409624D228}"/>
                </a:ext>
              </a:extLst>
            </p:cNvPr>
            <p:cNvSpPr/>
            <p:nvPr/>
          </p:nvSpPr>
          <p:spPr>
            <a:xfrm>
              <a:off x="2195597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9" name="Freeform 2278">
              <a:extLst>
                <a:ext uri="{FF2B5EF4-FFF2-40B4-BE49-F238E27FC236}">
                  <a16:creationId xmlns:a16="http://schemas.microsoft.com/office/drawing/2014/main" id="{19B16B7C-0674-2B68-34ED-F3CE9A15CFA6}"/>
                </a:ext>
              </a:extLst>
            </p:cNvPr>
            <p:cNvSpPr/>
            <p:nvPr/>
          </p:nvSpPr>
          <p:spPr>
            <a:xfrm>
              <a:off x="2195597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0" name="Freeform 2279">
              <a:extLst>
                <a:ext uri="{FF2B5EF4-FFF2-40B4-BE49-F238E27FC236}">
                  <a16:creationId xmlns:a16="http://schemas.microsoft.com/office/drawing/2014/main" id="{B6D99134-BCFB-B298-40E4-9904867C215E}"/>
                </a:ext>
              </a:extLst>
            </p:cNvPr>
            <p:cNvSpPr/>
            <p:nvPr/>
          </p:nvSpPr>
          <p:spPr>
            <a:xfrm>
              <a:off x="2195597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1" name="Freeform 2280">
              <a:extLst>
                <a:ext uri="{FF2B5EF4-FFF2-40B4-BE49-F238E27FC236}">
                  <a16:creationId xmlns:a16="http://schemas.microsoft.com/office/drawing/2014/main" id="{8CE3D3D6-EF10-9C24-04FE-1C70CAF68E0C}"/>
                </a:ext>
              </a:extLst>
            </p:cNvPr>
            <p:cNvSpPr/>
            <p:nvPr/>
          </p:nvSpPr>
          <p:spPr>
            <a:xfrm>
              <a:off x="2195597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2" name="Freeform 2281">
              <a:extLst>
                <a:ext uri="{FF2B5EF4-FFF2-40B4-BE49-F238E27FC236}">
                  <a16:creationId xmlns:a16="http://schemas.microsoft.com/office/drawing/2014/main" id="{4467E35C-932B-4FAC-AF18-8BE9957292FE}"/>
                </a:ext>
              </a:extLst>
            </p:cNvPr>
            <p:cNvSpPr/>
            <p:nvPr/>
          </p:nvSpPr>
          <p:spPr>
            <a:xfrm>
              <a:off x="2195597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3" name="Freeform 2282">
              <a:extLst>
                <a:ext uri="{FF2B5EF4-FFF2-40B4-BE49-F238E27FC236}">
                  <a16:creationId xmlns:a16="http://schemas.microsoft.com/office/drawing/2014/main" id="{FEFD9D93-0FBA-541F-E5C1-63A091E1D1A4}"/>
                </a:ext>
              </a:extLst>
            </p:cNvPr>
            <p:cNvSpPr/>
            <p:nvPr/>
          </p:nvSpPr>
          <p:spPr>
            <a:xfrm>
              <a:off x="2195597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4" name="Freeform 2283">
              <a:extLst>
                <a:ext uri="{FF2B5EF4-FFF2-40B4-BE49-F238E27FC236}">
                  <a16:creationId xmlns:a16="http://schemas.microsoft.com/office/drawing/2014/main" id="{2661523C-0E7E-3FB5-E971-5ADF1CD92097}"/>
                </a:ext>
              </a:extLst>
            </p:cNvPr>
            <p:cNvSpPr/>
            <p:nvPr/>
          </p:nvSpPr>
          <p:spPr>
            <a:xfrm>
              <a:off x="2195597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5" name="Freeform 2284">
              <a:extLst>
                <a:ext uri="{FF2B5EF4-FFF2-40B4-BE49-F238E27FC236}">
                  <a16:creationId xmlns:a16="http://schemas.microsoft.com/office/drawing/2014/main" id="{396E620F-40C2-9CFD-C5BE-A9C980BD3473}"/>
                </a:ext>
              </a:extLst>
            </p:cNvPr>
            <p:cNvSpPr/>
            <p:nvPr/>
          </p:nvSpPr>
          <p:spPr>
            <a:xfrm>
              <a:off x="2288356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6" name="Freeform 2285">
              <a:extLst>
                <a:ext uri="{FF2B5EF4-FFF2-40B4-BE49-F238E27FC236}">
                  <a16:creationId xmlns:a16="http://schemas.microsoft.com/office/drawing/2014/main" id="{89B08B86-1DDE-4707-662B-42BB0A917D3D}"/>
                </a:ext>
              </a:extLst>
            </p:cNvPr>
            <p:cNvSpPr/>
            <p:nvPr/>
          </p:nvSpPr>
          <p:spPr>
            <a:xfrm>
              <a:off x="2288356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7" name="Freeform 2286">
              <a:extLst>
                <a:ext uri="{FF2B5EF4-FFF2-40B4-BE49-F238E27FC236}">
                  <a16:creationId xmlns:a16="http://schemas.microsoft.com/office/drawing/2014/main" id="{3BCDC7CF-725A-DA8C-A96F-7CB3D50CD2D4}"/>
                </a:ext>
              </a:extLst>
            </p:cNvPr>
            <p:cNvSpPr/>
            <p:nvPr/>
          </p:nvSpPr>
          <p:spPr>
            <a:xfrm>
              <a:off x="2288356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8" name="Freeform 2287">
              <a:extLst>
                <a:ext uri="{FF2B5EF4-FFF2-40B4-BE49-F238E27FC236}">
                  <a16:creationId xmlns:a16="http://schemas.microsoft.com/office/drawing/2014/main" id="{281CC4B5-2614-4B59-2062-85C341BB33EC}"/>
                </a:ext>
              </a:extLst>
            </p:cNvPr>
            <p:cNvSpPr/>
            <p:nvPr/>
          </p:nvSpPr>
          <p:spPr>
            <a:xfrm>
              <a:off x="2288356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9" name="Freeform 2288">
              <a:extLst>
                <a:ext uri="{FF2B5EF4-FFF2-40B4-BE49-F238E27FC236}">
                  <a16:creationId xmlns:a16="http://schemas.microsoft.com/office/drawing/2014/main" id="{7270F4F1-C050-E316-0468-890194AE21A3}"/>
                </a:ext>
              </a:extLst>
            </p:cNvPr>
            <p:cNvSpPr/>
            <p:nvPr/>
          </p:nvSpPr>
          <p:spPr>
            <a:xfrm>
              <a:off x="2288356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0" name="Freeform 2289">
              <a:extLst>
                <a:ext uri="{FF2B5EF4-FFF2-40B4-BE49-F238E27FC236}">
                  <a16:creationId xmlns:a16="http://schemas.microsoft.com/office/drawing/2014/main" id="{8B04B729-7302-DE6E-9584-4CF12C4E580E}"/>
                </a:ext>
              </a:extLst>
            </p:cNvPr>
            <p:cNvSpPr/>
            <p:nvPr/>
          </p:nvSpPr>
          <p:spPr>
            <a:xfrm>
              <a:off x="2288356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1" name="Freeform 2290">
              <a:extLst>
                <a:ext uri="{FF2B5EF4-FFF2-40B4-BE49-F238E27FC236}">
                  <a16:creationId xmlns:a16="http://schemas.microsoft.com/office/drawing/2014/main" id="{9F232F93-C4BE-1DD7-2D97-04BE3748C519}"/>
                </a:ext>
              </a:extLst>
            </p:cNvPr>
            <p:cNvSpPr/>
            <p:nvPr/>
          </p:nvSpPr>
          <p:spPr>
            <a:xfrm>
              <a:off x="2288356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2" name="Freeform 2291">
              <a:extLst>
                <a:ext uri="{FF2B5EF4-FFF2-40B4-BE49-F238E27FC236}">
                  <a16:creationId xmlns:a16="http://schemas.microsoft.com/office/drawing/2014/main" id="{818EB421-953A-B0F2-CD06-F98E49131782}"/>
                </a:ext>
              </a:extLst>
            </p:cNvPr>
            <p:cNvSpPr/>
            <p:nvPr/>
          </p:nvSpPr>
          <p:spPr>
            <a:xfrm>
              <a:off x="2288356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3" name="Freeform 2292">
              <a:extLst>
                <a:ext uri="{FF2B5EF4-FFF2-40B4-BE49-F238E27FC236}">
                  <a16:creationId xmlns:a16="http://schemas.microsoft.com/office/drawing/2014/main" id="{11465C59-B9A4-79B9-B1F5-CCB80F63E6C0}"/>
                </a:ext>
              </a:extLst>
            </p:cNvPr>
            <p:cNvSpPr/>
            <p:nvPr/>
          </p:nvSpPr>
          <p:spPr>
            <a:xfrm>
              <a:off x="2288356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4" name="Freeform 2293">
              <a:extLst>
                <a:ext uri="{FF2B5EF4-FFF2-40B4-BE49-F238E27FC236}">
                  <a16:creationId xmlns:a16="http://schemas.microsoft.com/office/drawing/2014/main" id="{EFA8E222-13B2-676E-E04F-8D7398F1EECD}"/>
                </a:ext>
              </a:extLst>
            </p:cNvPr>
            <p:cNvSpPr/>
            <p:nvPr/>
          </p:nvSpPr>
          <p:spPr>
            <a:xfrm>
              <a:off x="2288356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5" name="Freeform 2294">
              <a:extLst>
                <a:ext uri="{FF2B5EF4-FFF2-40B4-BE49-F238E27FC236}">
                  <a16:creationId xmlns:a16="http://schemas.microsoft.com/office/drawing/2014/main" id="{2FCED8DA-AE04-3B7D-DF90-37E8EAC58DAA}"/>
                </a:ext>
              </a:extLst>
            </p:cNvPr>
            <p:cNvSpPr/>
            <p:nvPr/>
          </p:nvSpPr>
          <p:spPr>
            <a:xfrm>
              <a:off x="2288356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6" name="Freeform 2295">
              <a:extLst>
                <a:ext uri="{FF2B5EF4-FFF2-40B4-BE49-F238E27FC236}">
                  <a16:creationId xmlns:a16="http://schemas.microsoft.com/office/drawing/2014/main" id="{ABF4DE17-1D05-8CBA-D28C-DBD6105B3815}"/>
                </a:ext>
              </a:extLst>
            </p:cNvPr>
            <p:cNvSpPr/>
            <p:nvPr/>
          </p:nvSpPr>
          <p:spPr>
            <a:xfrm>
              <a:off x="2288356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7" name="Freeform 2296">
              <a:extLst>
                <a:ext uri="{FF2B5EF4-FFF2-40B4-BE49-F238E27FC236}">
                  <a16:creationId xmlns:a16="http://schemas.microsoft.com/office/drawing/2014/main" id="{C2B08E35-EDBF-FDAB-5CF9-3D598014D56B}"/>
                </a:ext>
              </a:extLst>
            </p:cNvPr>
            <p:cNvSpPr/>
            <p:nvPr/>
          </p:nvSpPr>
          <p:spPr>
            <a:xfrm>
              <a:off x="2288356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8" name="Freeform 2297">
              <a:extLst>
                <a:ext uri="{FF2B5EF4-FFF2-40B4-BE49-F238E27FC236}">
                  <a16:creationId xmlns:a16="http://schemas.microsoft.com/office/drawing/2014/main" id="{0FF9EC89-0389-AC3D-9512-1D1E1D733E7B}"/>
                </a:ext>
              </a:extLst>
            </p:cNvPr>
            <p:cNvSpPr/>
            <p:nvPr/>
          </p:nvSpPr>
          <p:spPr>
            <a:xfrm>
              <a:off x="2288356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9" name="Freeform 2298">
              <a:extLst>
                <a:ext uri="{FF2B5EF4-FFF2-40B4-BE49-F238E27FC236}">
                  <a16:creationId xmlns:a16="http://schemas.microsoft.com/office/drawing/2014/main" id="{8842D21C-69E4-F1F4-CEFA-937FAC9EC47D}"/>
                </a:ext>
              </a:extLst>
            </p:cNvPr>
            <p:cNvSpPr/>
            <p:nvPr/>
          </p:nvSpPr>
          <p:spPr>
            <a:xfrm>
              <a:off x="2288356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0" name="Freeform 2299">
              <a:extLst>
                <a:ext uri="{FF2B5EF4-FFF2-40B4-BE49-F238E27FC236}">
                  <a16:creationId xmlns:a16="http://schemas.microsoft.com/office/drawing/2014/main" id="{0720F37F-4D67-F51E-4B7D-396FAE6BBE36}"/>
                </a:ext>
              </a:extLst>
            </p:cNvPr>
            <p:cNvSpPr/>
            <p:nvPr/>
          </p:nvSpPr>
          <p:spPr>
            <a:xfrm>
              <a:off x="2288356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1" name="Freeform 2300">
              <a:extLst>
                <a:ext uri="{FF2B5EF4-FFF2-40B4-BE49-F238E27FC236}">
                  <a16:creationId xmlns:a16="http://schemas.microsoft.com/office/drawing/2014/main" id="{003DA11B-C818-57C9-8275-3D85C002D10B}"/>
                </a:ext>
              </a:extLst>
            </p:cNvPr>
            <p:cNvSpPr/>
            <p:nvPr/>
          </p:nvSpPr>
          <p:spPr>
            <a:xfrm>
              <a:off x="2288356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2" name="Freeform 2301">
              <a:extLst>
                <a:ext uri="{FF2B5EF4-FFF2-40B4-BE49-F238E27FC236}">
                  <a16:creationId xmlns:a16="http://schemas.microsoft.com/office/drawing/2014/main" id="{52D4A362-0B93-60AE-E09B-E6A164B11360}"/>
                </a:ext>
              </a:extLst>
            </p:cNvPr>
            <p:cNvSpPr/>
            <p:nvPr/>
          </p:nvSpPr>
          <p:spPr>
            <a:xfrm>
              <a:off x="2288356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3" name="Freeform 2302">
              <a:extLst>
                <a:ext uri="{FF2B5EF4-FFF2-40B4-BE49-F238E27FC236}">
                  <a16:creationId xmlns:a16="http://schemas.microsoft.com/office/drawing/2014/main" id="{0E7CA24C-A16F-B3F2-92CD-D3ADF3F7E8A6}"/>
                </a:ext>
              </a:extLst>
            </p:cNvPr>
            <p:cNvSpPr/>
            <p:nvPr/>
          </p:nvSpPr>
          <p:spPr>
            <a:xfrm>
              <a:off x="2288356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4" name="Freeform 2303">
              <a:extLst>
                <a:ext uri="{FF2B5EF4-FFF2-40B4-BE49-F238E27FC236}">
                  <a16:creationId xmlns:a16="http://schemas.microsoft.com/office/drawing/2014/main" id="{3267390C-8B11-E912-A581-ECAA7DA7399B}"/>
                </a:ext>
              </a:extLst>
            </p:cNvPr>
            <p:cNvSpPr/>
            <p:nvPr/>
          </p:nvSpPr>
          <p:spPr>
            <a:xfrm>
              <a:off x="2288356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5" name="Freeform 2304">
              <a:extLst>
                <a:ext uri="{FF2B5EF4-FFF2-40B4-BE49-F238E27FC236}">
                  <a16:creationId xmlns:a16="http://schemas.microsoft.com/office/drawing/2014/main" id="{7FD56D82-2E76-92E5-6B05-A903E0E14B41}"/>
                </a:ext>
              </a:extLst>
            </p:cNvPr>
            <p:cNvSpPr/>
            <p:nvPr/>
          </p:nvSpPr>
          <p:spPr>
            <a:xfrm>
              <a:off x="2288356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6" name="Freeform 2305">
              <a:extLst>
                <a:ext uri="{FF2B5EF4-FFF2-40B4-BE49-F238E27FC236}">
                  <a16:creationId xmlns:a16="http://schemas.microsoft.com/office/drawing/2014/main" id="{7BFB58D1-1300-ECA4-55D2-A4DC7674AB32}"/>
                </a:ext>
              </a:extLst>
            </p:cNvPr>
            <p:cNvSpPr/>
            <p:nvPr/>
          </p:nvSpPr>
          <p:spPr>
            <a:xfrm>
              <a:off x="2288356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7" name="Freeform 2306">
              <a:extLst>
                <a:ext uri="{FF2B5EF4-FFF2-40B4-BE49-F238E27FC236}">
                  <a16:creationId xmlns:a16="http://schemas.microsoft.com/office/drawing/2014/main" id="{9015623E-CF66-5A65-87ED-B8498862255A}"/>
                </a:ext>
              </a:extLst>
            </p:cNvPr>
            <p:cNvSpPr/>
            <p:nvPr/>
          </p:nvSpPr>
          <p:spPr>
            <a:xfrm>
              <a:off x="2288356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8" name="Freeform 2307">
              <a:extLst>
                <a:ext uri="{FF2B5EF4-FFF2-40B4-BE49-F238E27FC236}">
                  <a16:creationId xmlns:a16="http://schemas.microsoft.com/office/drawing/2014/main" id="{F1AEDA4E-4DCD-09D7-37DC-A598E9BEF59A}"/>
                </a:ext>
              </a:extLst>
            </p:cNvPr>
            <p:cNvSpPr/>
            <p:nvPr/>
          </p:nvSpPr>
          <p:spPr>
            <a:xfrm>
              <a:off x="2288356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9" name="Freeform 2308">
              <a:extLst>
                <a:ext uri="{FF2B5EF4-FFF2-40B4-BE49-F238E27FC236}">
                  <a16:creationId xmlns:a16="http://schemas.microsoft.com/office/drawing/2014/main" id="{0FBA1B48-852C-DA8F-A7E1-32D16D329CB0}"/>
                </a:ext>
              </a:extLst>
            </p:cNvPr>
            <p:cNvSpPr/>
            <p:nvPr/>
          </p:nvSpPr>
          <p:spPr>
            <a:xfrm>
              <a:off x="2288356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0" name="Freeform 2309">
              <a:extLst>
                <a:ext uri="{FF2B5EF4-FFF2-40B4-BE49-F238E27FC236}">
                  <a16:creationId xmlns:a16="http://schemas.microsoft.com/office/drawing/2014/main" id="{E63E6E34-5B0A-29C6-7FE6-10625A7F4AA8}"/>
                </a:ext>
              </a:extLst>
            </p:cNvPr>
            <p:cNvSpPr/>
            <p:nvPr/>
          </p:nvSpPr>
          <p:spPr>
            <a:xfrm>
              <a:off x="2288356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1" name="Freeform 2310">
              <a:extLst>
                <a:ext uri="{FF2B5EF4-FFF2-40B4-BE49-F238E27FC236}">
                  <a16:creationId xmlns:a16="http://schemas.microsoft.com/office/drawing/2014/main" id="{41D9A41E-6336-F99B-4BA3-41378EEE0846}"/>
                </a:ext>
              </a:extLst>
            </p:cNvPr>
            <p:cNvSpPr/>
            <p:nvPr/>
          </p:nvSpPr>
          <p:spPr>
            <a:xfrm>
              <a:off x="2288356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2" name="Freeform 2311">
              <a:extLst>
                <a:ext uri="{FF2B5EF4-FFF2-40B4-BE49-F238E27FC236}">
                  <a16:creationId xmlns:a16="http://schemas.microsoft.com/office/drawing/2014/main" id="{54088DA7-8719-B9C7-7F45-A739C6D2BF25}"/>
                </a:ext>
              </a:extLst>
            </p:cNvPr>
            <p:cNvSpPr/>
            <p:nvPr/>
          </p:nvSpPr>
          <p:spPr>
            <a:xfrm>
              <a:off x="2288356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3" name="Freeform 2312">
              <a:extLst>
                <a:ext uri="{FF2B5EF4-FFF2-40B4-BE49-F238E27FC236}">
                  <a16:creationId xmlns:a16="http://schemas.microsoft.com/office/drawing/2014/main" id="{9079BF75-D9B8-7668-C4AC-FD7317CCDF65}"/>
                </a:ext>
              </a:extLst>
            </p:cNvPr>
            <p:cNvSpPr/>
            <p:nvPr/>
          </p:nvSpPr>
          <p:spPr>
            <a:xfrm>
              <a:off x="2288356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4" name="Freeform 2313">
              <a:extLst>
                <a:ext uri="{FF2B5EF4-FFF2-40B4-BE49-F238E27FC236}">
                  <a16:creationId xmlns:a16="http://schemas.microsoft.com/office/drawing/2014/main" id="{3238117D-CCE8-7CED-FD11-280293DAD0A8}"/>
                </a:ext>
              </a:extLst>
            </p:cNvPr>
            <p:cNvSpPr/>
            <p:nvPr/>
          </p:nvSpPr>
          <p:spPr>
            <a:xfrm>
              <a:off x="2288356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5" name="Freeform 2314">
              <a:extLst>
                <a:ext uri="{FF2B5EF4-FFF2-40B4-BE49-F238E27FC236}">
                  <a16:creationId xmlns:a16="http://schemas.microsoft.com/office/drawing/2014/main" id="{87F15749-FF28-14BA-B0D1-DA6B7CEEE145}"/>
                </a:ext>
              </a:extLst>
            </p:cNvPr>
            <p:cNvSpPr/>
            <p:nvPr/>
          </p:nvSpPr>
          <p:spPr>
            <a:xfrm>
              <a:off x="2288356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6" name="Freeform 2315">
              <a:extLst>
                <a:ext uri="{FF2B5EF4-FFF2-40B4-BE49-F238E27FC236}">
                  <a16:creationId xmlns:a16="http://schemas.microsoft.com/office/drawing/2014/main" id="{4484BF6D-6340-6DA4-024E-3F5678FE2136}"/>
                </a:ext>
              </a:extLst>
            </p:cNvPr>
            <p:cNvSpPr/>
            <p:nvPr/>
          </p:nvSpPr>
          <p:spPr>
            <a:xfrm>
              <a:off x="2288356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7" name="Freeform 2316">
              <a:extLst>
                <a:ext uri="{FF2B5EF4-FFF2-40B4-BE49-F238E27FC236}">
                  <a16:creationId xmlns:a16="http://schemas.microsoft.com/office/drawing/2014/main" id="{5C125D51-7006-79AE-904D-EEE16EB69D3D}"/>
                </a:ext>
              </a:extLst>
            </p:cNvPr>
            <p:cNvSpPr/>
            <p:nvPr/>
          </p:nvSpPr>
          <p:spPr>
            <a:xfrm>
              <a:off x="2288356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8" name="Freeform 2317">
              <a:extLst>
                <a:ext uri="{FF2B5EF4-FFF2-40B4-BE49-F238E27FC236}">
                  <a16:creationId xmlns:a16="http://schemas.microsoft.com/office/drawing/2014/main" id="{4E42977A-411F-28CB-C7CF-E2AEF6277630}"/>
                </a:ext>
              </a:extLst>
            </p:cNvPr>
            <p:cNvSpPr/>
            <p:nvPr/>
          </p:nvSpPr>
          <p:spPr>
            <a:xfrm>
              <a:off x="2288356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9" name="Freeform 2318">
              <a:extLst>
                <a:ext uri="{FF2B5EF4-FFF2-40B4-BE49-F238E27FC236}">
                  <a16:creationId xmlns:a16="http://schemas.microsoft.com/office/drawing/2014/main" id="{2D85DF2F-170B-2AE1-773D-D76FB91CEAA0}"/>
                </a:ext>
              </a:extLst>
            </p:cNvPr>
            <p:cNvSpPr/>
            <p:nvPr/>
          </p:nvSpPr>
          <p:spPr>
            <a:xfrm>
              <a:off x="2381136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0" name="Freeform 2319">
              <a:extLst>
                <a:ext uri="{FF2B5EF4-FFF2-40B4-BE49-F238E27FC236}">
                  <a16:creationId xmlns:a16="http://schemas.microsoft.com/office/drawing/2014/main" id="{4FAF8FA6-F0ED-C923-36A8-8B6904666FCC}"/>
                </a:ext>
              </a:extLst>
            </p:cNvPr>
            <p:cNvSpPr/>
            <p:nvPr/>
          </p:nvSpPr>
          <p:spPr>
            <a:xfrm>
              <a:off x="2381136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1" name="Freeform 2320">
              <a:extLst>
                <a:ext uri="{FF2B5EF4-FFF2-40B4-BE49-F238E27FC236}">
                  <a16:creationId xmlns:a16="http://schemas.microsoft.com/office/drawing/2014/main" id="{E53444FC-2876-8B1D-6877-5DC2BB37030D}"/>
                </a:ext>
              </a:extLst>
            </p:cNvPr>
            <p:cNvSpPr/>
            <p:nvPr/>
          </p:nvSpPr>
          <p:spPr>
            <a:xfrm>
              <a:off x="2381136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2" name="Freeform 2321">
              <a:extLst>
                <a:ext uri="{FF2B5EF4-FFF2-40B4-BE49-F238E27FC236}">
                  <a16:creationId xmlns:a16="http://schemas.microsoft.com/office/drawing/2014/main" id="{9BCAE43F-87FF-CD6D-F10E-1D3E03BA4F3C}"/>
                </a:ext>
              </a:extLst>
            </p:cNvPr>
            <p:cNvSpPr/>
            <p:nvPr/>
          </p:nvSpPr>
          <p:spPr>
            <a:xfrm>
              <a:off x="2381136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3" name="Freeform 2322">
              <a:extLst>
                <a:ext uri="{FF2B5EF4-FFF2-40B4-BE49-F238E27FC236}">
                  <a16:creationId xmlns:a16="http://schemas.microsoft.com/office/drawing/2014/main" id="{937B36F9-3301-52D5-AACC-7F2A78B99463}"/>
                </a:ext>
              </a:extLst>
            </p:cNvPr>
            <p:cNvSpPr/>
            <p:nvPr/>
          </p:nvSpPr>
          <p:spPr>
            <a:xfrm>
              <a:off x="2381136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4" name="Freeform 2323">
              <a:extLst>
                <a:ext uri="{FF2B5EF4-FFF2-40B4-BE49-F238E27FC236}">
                  <a16:creationId xmlns:a16="http://schemas.microsoft.com/office/drawing/2014/main" id="{981E0D03-831B-977C-82D5-D9E2A1D31095}"/>
                </a:ext>
              </a:extLst>
            </p:cNvPr>
            <p:cNvSpPr/>
            <p:nvPr/>
          </p:nvSpPr>
          <p:spPr>
            <a:xfrm>
              <a:off x="2381136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5" name="Freeform 2324">
              <a:extLst>
                <a:ext uri="{FF2B5EF4-FFF2-40B4-BE49-F238E27FC236}">
                  <a16:creationId xmlns:a16="http://schemas.microsoft.com/office/drawing/2014/main" id="{2C97A25A-75EE-4F75-A684-E0300984FA1B}"/>
                </a:ext>
              </a:extLst>
            </p:cNvPr>
            <p:cNvSpPr/>
            <p:nvPr/>
          </p:nvSpPr>
          <p:spPr>
            <a:xfrm>
              <a:off x="2381136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6" name="Freeform 2325">
              <a:extLst>
                <a:ext uri="{FF2B5EF4-FFF2-40B4-BE49-F238E27FC236}">
                  <a16:creationId xmlns:a16="http://schemas.microsoft.com/office/drawing/2014/main" id="{C71FFFF8-72ED-B9BA-E305-44BD8A423473}"/>
                </a:ext>
              </a:extLst>
            </p:cNvPr>
            <p:cNvSpPr/>
            <p:nvPr/>
          </p:nvSpPr>
          <p:spPr>
            <a:xfrm>
              <a:off x="2381136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7" name="Freeform 2326">
              <a:extLst>
                <a:ext uri="{FF2B5EF4-FFF2-40B4-BE49-F238E27FC236}">
                  <a16:creationId xmlns:a16="http://schemas.microsoft.com/office/drawing/2014/main" id="{8F31D4F0-C5D0-13C4-E03E-17FBB927B0A5}"/>
                </a:ext>
              </a:extLst>
            </p:cNvPr>
            <p:cNvSpPr/>
            <p:nvPr/>
          </p:nvSpPr>
          <p:spPr>
            <a:xfrm>
              <a:off x="2381136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8" name="Freeform 2327">
              <a:extLst>
                <a:ext uri="{FF2B5EF4-FFF2-40B4-BE49-F238E27FC236}">
                  <a16:creationId xmlns:a16="http://schemas.microsoft.com/office/drawing/2014/main" id="{2FA1BB61-61AF-77E3-42B8-DEB0C88076E6}"/>
                </a:ext>
              </a:extLst>
            </p:cNvPr>
            <p:cNvSpPr/>
            <p:nvPr/>
          </p:nvSpPr>
          <p:spPr>
            <a:xfrm>
              <a:off x="2381136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9" name="Freeform 2328">
              <a:extLst>
                <a:ext uri="{FF2B5EF4-FFF2-40B4-BE49-F238E27FC236}">
                  <a16:creationId xmlns:a16="http://schemas.microsoft.com/office/drawing/2014/main" id="{912D2354-4A95-9A1D-8E86-44012900C385}"/>
                </a:ext>
              </a:extLst>
            </p:cNvPr>
            <p:cNvSpPr/>
            <p:nvPr/>
          </p:nvSpPr>
          <p:spPr>
            <a:xfrm>
              <a:off x="2381136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0" name="Freeform 2329">
              <a:extLst>
                <a:ext uri="{FF2B5EF4-FFF2-40B4-BE49-F238E27FC236}">
                  <a16:creationId xmlns:a16="http://schemas.microsoft.com/office/drawing/2014/main" id="{F4FF6A84-7F43-88B3-BC75-6B4D4E52E3AD}"/>
                </a:ext>
              </a:extLst>
            </p:cNvPr>
            <p:cNvSpPr/>
            <p:nvPr/>
          </p:nvSpPr>
          <p:spPr>
            <a:xfrm>
              <a:off x="2381136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1" name="Freeform 2330">
              <a:extLst>
                <a:ext uri="{FF2B5EF4-FFF2-40B4-BE49-F238E27FC236}">
                  <a16:creationId xmlns:a16="http://schemas.microsoft.com/office/drawing/2014/main" id="{08AA495A-B8ED-D49B-CF42-82344212BCBB}"/>
                </a:ext>
              </a:extLst>
            </p:cNvPr>
            <p:cNvSpPr/>
            <p:nvPr/>
          </p:nvSpPr>
          <p:spPr>
            <a:xfrm>
              <a:off x="2381136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2" name="Freeform 2331">
              <a:extLst>
                <a:ext uri="{FF2B5EF4-FFF2-40B4-BE49-F238E27FC236}">
                  <a16:creationId xmlns:a16="http://schemas.microsoft.com/office/drawing/2014/main" id="{333886DE-62E7-D63C-A509-EEFF575BB062}"/>
                </a:ext>
              </a:extLst>
            </p:cNvPr>
            <p:cNvSpPr/>
            <p:nvPr/>
          </p:nvSpPr>
          <p:spPr>
            <a:xfrm>
              <a:off x="2381136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3" name="Freeform 2332">
              <a:extLst>
                <a:ext uri="{FF2B5EF4-FFF2-40B4-BE49-F238E27FC236}">
                  <a16:creationId xmlns:a16="http://schemas.microsoft.com/office/drawing/2014/main" id="{87ACD132-64CA-EF6E-87AB-29787FA63C7E}"/>
                </a:ext>
              </a:extLst>
            </p:cNvPr>
            <p:cNvSpPr/>
            <p:nvPr/>
          </p:nvSpPr>
          <p:spPr>
            <a:xfrm>
              <a:off x="2381136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4" name="Freeform 2333">
              <a:extLst>
                <a:ext uri="{FF2B5EF4-FFF2-40B4-BE49-F238E27FC236}">
                  <a16:creationId xmlns:a16="http://schemas.microsoft.com/office/drawing/2014/main" id="{124BE40E-22DA-5CE5-2201-25522CFFC127}"/>
                </a:ext>
              </a:extLst>
            </p:cNvPr>
            <p:cNvSpPr/>
            <p:nvPr/>
          </p:nvSpPr>
          <p:spPr>
            <a:xfrm>
              <a:off x="2381136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5" name="Freeform 2334">
              <a:extLst>
                <a:ext uri="{FF2B5EF4-FFF2-40B4-BE49-F238E27FC236}">
                  <a16:creationId xmlns:a16="http://schemas.microsoft.com/office/drawing/2014/main" id="{CA3DE406-D248-601A-B2F9-9DD1DAF1847E}"/>
                </a:ext>
              </a:extLst>
            </p:cNvPr>
            <p:cNvSpPr/>
            <p:nvPr/>
          </p:nvSpPr>
          <p:spPr>
            <a:xfrm>
              <a:off x="2381136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6" name="Freeform 2335">
              <a:extLst>
                <a:ext uri="{FF2B5EF4-FFF2-40B4-BE49-F238E27FC236}">
                  <a16:creationId xmlns:a16="http://schemas.microsoft.com/office/drawing/2014/main" id="{AC405EC9-3DA0-CF7B-0D9C-4F5ED362036B}"/>
                </a:ext>
              </a:extLst>
            </p:cNvPr>
            <p:cNvSpPr/>
            <p:nvPr/>
          </p:nvSpPr>
          <p:spPr>
            <a:xfrm>
              <a:off x="2381136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7" name="Freeform 2336">
              <a:extLst>
                <a:ext uri="{FF2B5EF4-FFF2-40B4-BE49-F238E27FC236}">
                  <a16:creationId xmlns:a16="http://schemas.microsoft.com/office/drawing/2014/main" id="{1D7427FD-14D2-9357-B2AF-D059462FE04C}"/>
                </a:ext>
              </a:extLst>
            </p:cNvPr>
            <p:cNvSpPr/>
            <p:nvPr/>
          </p:nvSpPr>
          <p:spPr>
            <a:xfrm>
              <a:off x="2381136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8" name="Freeform 2337">
              <a:extLst>
                <a:ext uri="{FF2B5EF4-FFF2-40B4-BE49-F238E27FC236}">
                  <a16:creationId xmlns:a16="http://schemas.microsoft.com/office/drawing/2014/main" id="{2A1D637F-6C6E-2463-7A17-F57BA2C17335}"/>
                </a:ext>
              </a:extLst>
            </p:cNvPr>
            <p:cNvSpPr/>
            <p:nvPr/>
          </p:nvSpPr>
          <p:spPr>
            <a:xfrm>
              <a:off x="2381136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9" name="Freeform 2338">
              <a:extLst>
                <a:ext uri="{FF2B5EF4-FFF2-40B4-BE49-F238E27FC236}">
                  <a16:creationId xmlns:a16="http://schemas.microsoft.com/office/drawing/2014/main" id="{11188702-DB10-5E34-11DA-199448C30AC2}"/>
                </a:ext>
              </a:extLst>
            </p:cNvPr>
            <p:cNvSpPr/>
            <p:nvPr/>
          </p:nvSpPr>
          <p:spPr>
            <a:xfrm>
              <a:off x="2381136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0" name="Freeform 2339">
              <a:extLst>
                <a:ext uri="{FF2B5EF4-FFF2-40B4-BE49-F238E27FC236}">
                  <a16:creationId xmlns:a16="http://schemas.microsoft.com/office/drawing/2014/main" id="{210E90D6-BCD6-7D1A-1160-58923334FFF2}"/>
                </a:ext>
              </a:extLst>
            </p:cNvPr>
            <p:cNvSpPr/>
            <p:nvPr/>
          </p:nvSpPr>
          <p:spPr>
            <a:xfrm>
              <a:off x="2381136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1" name="Freeform 2340">
              <a:extLst>
                <a:ext uri="{FF2B5EF4-FFF2-40B4-BE49-F238E27FC236}">
                  <a16:creationId xmlns:a16="http://schemas.microsoft.com/office/drawing/2014/main" id="{47FA6169-4D85-19B8-E979-5C15D8CD64DB}"/>
                </a:ext>
              </a:extLst>
            </p:cNvPr>
            <p:cNvSpPr/>
            <p:nvPr/>
          </p:nvSpPr>
          <p:spPr>
            <a:xfrm>
              <a:off x="2381136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2" name="Freeform 2341">
              <a:extLst>
                <a:ext uri="{FF2B5EF4-FFF2-40B4-BE49-F238E27FC236}">
                  <a16:creationId xmlns:a16="http://schemas.microsoft.com/office/drawing/2014/main" id="{5C3A4D08-9DB0-3412-4B5A-16681625C8F0}"/>
                </a:ext>
              </a:extLst>
            </p:cNvPr>
            <p:cNvSpPr/>
            <p:nvPr/>
          </p:nvSpPr>
          <p:spPr>
            <a:xfrm>
              <a:off x="2381136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3" name="Freeform 2342">
              <a:extLst>
                <a:ext uri="{FF2B5EF4-FFF2-40B4-BE49-F238E27FC236}">
                  <a16:creationId xmlns:a16="http://schemas.microsoft.com/office/drawing/2014/main" id="{3711C967-1CE6-08E3-7739-6B925D3D11BE}"/>
                </a:ext>
              </a:extLst>
            </p:cNvPr>
            <p:cNvSpPr/>
            <p:nvPr/>
          </p:nvSpPr>
          <p:spPr>
            <a:xfrm>
              <a:off x="2381136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4" name="Freeform 2343">
              <a:extLst>
                <a:ext uri="{FF2B5EF4-FFF2-40B4-BE49-F238E27FC236}">
                  <a16:creationId xmlns:a16="http://schemas.microsoft.com/office/drawing/2014/main" id="{8414E6A5-F6DD-7B2F-D17E-127F3C71C4FD}"/>
                </a:ext>
              </a:extLst>
            </p:cNvPr>
            <p:cNvSpPr/>
            <p:nvPr/>
          </p:nvSpPr>
          <p:spPr>
            <a:xfrm>
              <a:off x="2381136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5" name="Freeform 2344">
              <a:extLst>
                <a:ext uri="{FF2B5EF4-FFF2-40B4-BE49-F238E27FC236}">
                  <a16:creationId xmlns:a16="http://schemas.microsoft.com/office/drawing/2014/main" id="{EB541366-9789-0C86-8236-0AD2518EC0B7}"/>
                </a:ext>
              </a:extLst>
            </p:cNvPr>
            <p:cNvSpPr/>
            <p:nvPr/>
          </p:nvSpPr>
          <p:spPr>
            <a:xfrm>
              <a:off x="2381136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6" name="Freeform 2345">
              <a:extLst>
                <a:ext uri="{FF2B5EF4-FFF2-40B4-BE49-F238E27FC236}">
                  <a16:creationId xmlns:a16="http://schemas.microsoft.com/office/drawing/2014/main" id="{A07494DC-1C8B-4B14-DB2B-14F1222ACAB0}"/>
                </a:ext>
              </a:extLst>
            </p:cNvPr>
            <p:cNvSpPr/>
            <p:nvPr/>
          </p:nvSpPr>
          <p:spPr>
            <a:xfrm>
              <a:off x="2381136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7" name="Freeform 2346">
              <a:extLst>
                <a:ext uri="{FF2B5EF4-FFF2-40B4-BE49-F238E27FC236}">
                  <a16:creationId xmlns:a16="http://schemas.microsoft.com/office/drawing/2014/main" id="{FFB38528-5616-0C54-D461-D7635858E166}"/>
                </a:ext>
              </a:extLst>
            </p:cNvPr>
            <p:cNvSpPr/>
            <p:nvPr/>
          </p:nvSpPr>
          <p:spPr>
            <a:xfrm>
              <a:off x="2381136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8" name="Freeform 2347">
              <a:extLst>
                <a:ext uri="{FF2B5EF4-FFF2-40B4-BE49-F238E27FC236}">
                  <a16:creationId xmlns:a16="http://schemas.microsoft.com/office/drawing/2014/main" id="{978AA4E6-6FEF-F8FB-8B1B-C61560DD692D}"/>
                </a:ext>
              </a:extLst>
            </p:cNvPr>
            <p:cNvSpPr/>
            <p:nvPr/>
          </p:nvSpPr>
          <p:spPr>
            <a:xfrm>
              <a:off x="2381136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9" name="Freeform 2348">
              <a:extLst>
                <a:ext uri="{FF2B5EF4-FFF2-40B4-BE49-F238E27FC236}">
                  <a16:creationId xmlns:a16="http://schemas.microsoft.com/office/drawing/2014/main" id="{24229533-527D-E166-55A1-27BFBF73598C}"/>
                </a:ext>
              </a:extLst>
            </p:cNvPr>
            <p:cNvSpPr/>
            <p:nvPr/>
          </p:nvSpPr>
          <p:spPr>
            <a:xfrm>
              <a:off x="2381136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0" name="Freeform 2349">
              <a:extLst>
                <a:ext uri="{FF2B5EF4-FFF2-40B4-BE49-F238E27FC236}">
                  <a16:creationId xmlns:a16="http://schemas.microsoft.com/office/drawing/2014/main" id="{4E9D6EE6-E101-8EEF-2162-659DC85625FD}"/>
                </a:ext>
              </a:extLst>
            </p:cNvPr>
            <p:cNvSpPr/>
            <p:nvPr/>
          </p:nvSpPr>
          <p:spPr>
            <a:xfrm>
              <a:off x="2381136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1" name="Freeform 2350">
              <a:extLst>
                <a:ext uri="{FF2B5EF4-FFF2-40B4-BE49-F238E27FC236}">
                  <a16:creationId xmlns:a16="http://schemas.microsoft.com/office/drawing/2014/main" id="{AEFCE90C-FBF7-33E7-E2F7-8883522A77F8}"/>
                </a:ext>
              </a:extLst>
            </p:cNvPr>
            <p:cNvSpPr/>
            <p:nvPr/>
          </p:nvSpPr>
          <p:spPr>
            <a:xfrm>
              <a:off x="2381136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2" name="Freeform 2351">
              <a:extLst>
                <a:ext uri="{FF2B5EF4-FFF2-40B4-BE49-F238E27FC236}">
                  <a16:creationId xmlns:a16="http://schemas.microsoft.com/office/drawing/2014/main" id="{99DD1616-9FDD-7131-963F-F3452F357796}"/>
                </a:ext>
              </a:extLst>
            </p:cNvPr>
            <p:cNvSpPr/>
            <p:nvPr/>
          </p:nvSpPr>
          <p:spPr>
            <a:xfrm>
              <a:off x="2381136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3" name="Freeform 2352">
              <a:extLst>
                <a:ext uri="{FF2B5EF4-FFF2-40B4-BE49-F238E27FC236}">
                  <a16:creationId xmlns:a16="http://schemas.microsoft.com/office/drawing/2014/main" id="{F8E40FF8-8A0D-575A-E5D6-583AB88B0741}"/>
                </a:ext>
              </a:extLst>
            </p:cNvPr>
            <p:cNvSpPr/>
            <p:nvPr/>
          </p:nvSpPr>
          <p:spPr>
            <a:xfrm>
              <a:off x="2473896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4" name="Freeform 2353">
              <a:extLst>
                <a:ext uri="{FF2B5EF4-FFF2-40B4-BE49-F238E27FC236}">
                  <a16:creationId xmlns:a16="http://schemas.microsoft.com/office/drawing/2014/main" id="{A0E52399-0984-6D32-8082-529A53CB7D2E}"/>
                </a:ext>
              </a:extLst>
            </p:cNvPr>
            <p:cNvSpPr/>
            <p:nvPr/>
          </p:nvSpPr>
          <p:spPr>
            <a:xfrm>
              <a:off x="2473896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5" name="Freeform 2354">
              <a:extLst>
                <a:ext uri="{FF2B5EF4-FFF2-40B4-BE49-F238E27FC236}">
                  <a16:creationId xmlns:a16="http://schemas.microsoft.com/office/drawing/2014/main" id="{46BE9FD0-FF6D-C116-3590-8FA5030367EB}"/>
                </a:ext>
              </a:extLst>
            </p:cNvPr>
            <p:cNvSpPr/>
            <p:nvPr/>
          </p:nvSpPr>
          <p:spPr>
            <a:xfrm>
              <a:off x="2473896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6" name="Freeform 2355">
              <a:extLst>
                <a:ext uri="{FF2B5EF4-FFF2-40B4-BE49-F238E27FC236}">
                  <a16:creationId xmlns:a16="http://schemas.microsoft.com/office/drawing/2014/main" id="{CD13FAEB-8DC9-B8B9-E274-F3E2B25512F4}"/>
                </a:ext>
              </a:extLst>
            </p:cNvPr>
            <p:cNvSpPr/>
            <p:nvPr/>
          </p:nvSpPr>
          <p:spPr>
            <a:xfrm>
              <a:off x="2473896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7" name="Freeform 2356">
              <a:extLst>
                <a:ext uri="{FF2B5EF4-FFF2-40B4-BE49-F238E27FC236}">
                  <a16:creationId xmlns:a16="http://schemas.microsoft.com/office/drawing/2014/main" id="{86B7F308-7091-7401-8FD3-174CEAA89787}"/>
                </a:ext>
              </a:extLst>
            </p:cNvPr>
            <p:cNvSpPr/>
            <p:nvPr/>
          </p:nvSpPr>
          <p:spPr>
            <a:xfrm>
              <a:off x="2473896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8" name="Freeform 2357">
              <a:extLst>
                <a:ext uri="{FF2B5EF4-FFF2-40B4-BE49-F238E27FC236}">
                  <a16:creationId xmlns:a16="http://schemas.microsoft.com/office/drawing/2014/main" id="{F1CA4C59-F888-C72B-2795-4515C899E783}"/>
                </a:ext>
              </a:extLst>
            </p:cNvPr>
            <p:cNvSpPr/>
            <p:nvPr/>
          </p:nvSpPr>
          <p:spPr>
            <a:xfrm>
              <a:off x="2473896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9" name="Freeform 2358">
              <a:extLst>
                <a:ext uri="{FF2B5EF4-FFF2-40B4-BE49-F238E27FC236}">
                  <a16:creationId xmlns:a16="http://schemas.microsoft.com/office/drawing/2014/main" id="{0C2E7F55-ED20-C3D8-BDD0-9848110DD2C0}"/>
                </a:ext>
              </a:extLst>
            </p:cNvPr>
            <p:cNvSpPr/>
            <p:nvPr/>
          </p:nvSpPr>
          <p:spPr>
            <a:xfrm>
              <a:off x="2473896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0" name="Freeform 2359">
              <a:extLst>
                <a:ext uri="{FF2B5EF4-FFF2-40B4-BE49-F238E27FC236}">
                  <a16:creationId xmlns:a16="http://schemas.microsoft.com/office/drawing/2014/main" id="{470ACDFC-4FDB-84AC-428B-C00A121D52FA}"/>
                </a:ext>
              </a:extLst>
            </p:cNvPr>
            <p:cNvSpPr/>
            <p:nvPr/>
          </p:nvSpPr>
          <p:spPr>
            <a:xfrm>
              <a:off x="2473896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1" name="Freeform 2360">
              <a:extLst>
                <a:ext uri="{FF2B5EF4-FFF2-40B4-BE49-F238E27FC236}">
                  <a16:creationId xmlns:a16="http://schemas.microsoft.com/office/drawing/2014/main" id="{73C5664D-9B43-6F43-2BF4-5D948BE7855D}"/>
                </a:ext>
              </a:extLst>
            </p:cNvPr>
            <p:cNvSpPr/>
            <p:nvPr/>
          </p:nvSpPr>
          <p:spPr>
            <a:xfrm>
              <a:off x="2473896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2" name="Freeform 2361">
              <a:extLst>
                <a:ext uri="{FF2B5EF4-FFF2-40B4-BE49-F238E27FC236}">
                  <a16:creationId xmlns:a16="http://schemas.microsoft.com/office/drawing/2014/main" id="{D798E61A-31AB-FFA4-E5EF-7097424762E4}"/>
                </a:ext>
              </a:extLst>
            </p:cNvPr>
            <p:cNvSpPr/>
            <p:nvPr/>
          </p:nvSpPr>
          <p:spPr>
            <a:xfrm>
              <a:off x="2473896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3" name="Freeform 2362">
              <a:extLst>
                <a:ext uri="{FF2B5EF4-FFF2-40B4-BE49-F238E27FC236}">
                  <a16:creationId xmlns:a16="http://schemas.microsoft.com/office/drawing/2014/main" id="{C28A75FA-2A6B-1CD5-0069-41908B2E31BF}"/>
                </a:ext>
              </a:extLst>
            </p:cNvPr>
            <p:cNvSpPr/>
            <p:nvPr/>
          </p:nvSpPr>
          <p:spPr>
            <a:xfrm>
              <a:off x="2473896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4" name="Freeform 2363">
              <a:extLst>
                <a:ext uri="{FF2B5EF4-FFF2-40B4-BE49-F238E27FC236}">
                  <a16:creationId xmlns:a16="http://schemas.microsoft.com/office/drawing/2014/main" id="{10220635-0F2D-92FB-CD0C-8B43421BD0AE}"/>
                </a:ext>
              </a:extLst>
            </p:cNvPr>
            <p:cNvSpPr/>
            <p:nvPr/>
          </p:nvSpPr>
          <p:spPr>
            <a:xfrm>
              <a:off x="2473896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5" name="Freeform 2364">
              <a:extLst>
                <a:ext uri="{FF2B5EF4-FFF2-40B4-BE49-F238E27FC236}">
                  <a16:creationId xmlns:a16="http://schemas.microsoft.com/office/drawing/2014/main" id="{91F4B5F8-3AB5-3A84-B742-B9C42BE84E3F}"/>
                </a:ext>
              </a:extLst>
            </p:cNvPr>
            <p:cNvSpPr/>
            <p:nvPr/>
          </p:nvSpPr>
          <p:spPr>
            <a:xfrm>
              <a:off x="2473896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6" name="Freeform 2365">
              <a:extLst>
                <a:ext uri="{FF2B5EF4-FFF2-40B4-BE49-F238E27FC236}">
                  <a16:creationId xmlns:a16="http://schemas.microsoft.com/office/drawing/2014/main" id="{4F7BA3DD-E9C7-3DA1-FA09-D1E5DF20B708}"/>
                </a:ext>
              </a:extLst>
            </p:cNvPr>
            <p:cNvSpPr/>
            <p:nvPr/>
          </p:nvSpPr>
          <p:spPr>
            <a:xfrm>
              <a:off x="2473896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7" name="Freeform 2366">
              <a:extLst>
                <a:ext uri="{FF2B5EF4-FFF2-40B4-BE49-F238E27FC236}">
                  <a16:creationId xmlns:a16="http://schemas.microsoft.com/office/drawing/2014/main" id="{401F6921-65AD-0D6D-F6F1-A2BDF55CEDF2}"/>
                </a:ext>
              </a:extLst>
            </p:cNvPr>
            <p:cNvSpPr/>
            <p:nvPr/>
          </p:nvSpPr>
          <p:spPr>
            <a:xfrm>
              <a:off x="2473896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8" name="Freeform 2367">
              <a:extLst>
                <a:ext uri="{FF2B5EF4-FFF2-40B4-BE49-F238E27FC236}">
                  <a16:creationId xmlns:a16="http://schemas.microsoft.com/office/drawing/2014/main" id="{824EE307-0C8D-3254-22AE-E27CF7A2BC4D}"/>
                </a:ext>
              </a:extLst>
            </p:cNvPr>
            <p:cNvSpPr/>
            <p:nvPr/>
          </p:nvSpPr>
          <p:spPr>
            <a:xfrm>
              <a:off x="2473896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9" name="Freeform 2368">
              <a:extLst>
                <a:ext uri="{FF2B5EF4-FFF2-40B4-BE49-F238E27FC236}">
                  <a16:creationId xmlns:a16="http://schemas.microsoft.com/office/drawing/2014/main" id="{D9706F8A-DF65-879B-E4C9-271B92819EBD}"/>
                </a:ext>
              </a:extLst>
            </p:cNvPr>
            <p:cNvSpPr/>
            <p:nvPr/>
          </p:nvSpPr>
          <p:spPr>
            <a:xfrm>
              <a:off x="2473896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0" name="Freeform 2369">
              <a:extLst>
                <a:ext uri="{FF2B5EF4-FFF2-40B4-BE49-F238E27FC236}">
                  <a16:creationId xmlns:a16="http://schemas.microsoft.com/office/drawing/2014/main" id="{AD2C4767-E1B0-3032-C48F-4AFFDF21F50B}"/>
                </a:ext>
              </a:extLst>
            </p:cNvPr>
            <p:cNvSpPr/>
            <p:nvPr/>
          </p:nvSpPr>
          <p:spPr>
            <a:xfrm>
              <a:off x="2473896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1" name="Freeform 2370">
              <a:extLst>
                <a:ext uri="{FF2B5EF4-FFF2-40B4-BE49-F238E27FC236}">
                  <a16:creationId xmlns:a16="http://schemas.microsoft.com/office/drawing/2014/main" id="{FEEEDA2F-7413-2981-5F8D-BB86919452C9}"/>
                </a:ext>
              </a:extLst>
            </p:cNvPr>
            <p:cNvSpPr/>
            <p:nvPr/>
          </p:nvSpPr>
          <p:spPr>
            <a:xfrm>
              <a:off x="2473896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2" name="Freeform 2371">
              <a:extLst>
                <a:ext uri="{FF2B5EF4-FFF2-40B4-BE49-F238E27FC236}">
                  <a16:creationId xmlns:a16="http://schemas.microsoft.com/office/drawing/2014/main" id="{45B37312-62C9-017B-37C3-6EEC3CB9ABF9}"/>
                </a:ext>
              </a:extLst>
            </p:cNvPr>
            <p:cNvSpPr/>
            <p:nvPr/>
          </p:nvSpPr>
          <p:spPr>
            <a:xfrm>
              <a:off x="2473896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3" name="Freeform 2372">
              <a:extLst>
                <a:ext uri="{FF2B5EF4-FFF2-40B4-BE49-F238E27FC236}">
                  <a16:creationId xmlns:a16="http://schemas.microsoft.com/office/drawing/2014/main" id="{9D8B5EC3-68D2-57E2-7FD0-235F65E18D06}"/>
                </a:ext>
              </a:extLst>
            </p:cNvPr>
            <p:cNvSpPr/>
            <p:nvPr/>
          </p:nvSpPr>
          <p:spPr>
            <a:xfrm>
              <a:off x="2473896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4" name="Freeform 2373">
              <a:extLst>
                <a:ext uri="{FF2B5EF4-FFF2-40B4-BE49-F238E27FC236}">
                  <a16:creationId xmlns:a16="http://schemas.microsoft.com/office/drawing/2014/main" id="{B14FEDBB-8D03-BE61-F0C2-28CB4319E064}"/>
                </a:ext>
              </a:extLst>
            </p:cNvPr>
            <p:cNvSpPr/>
            <p:nvPr/>
          </p:nvSpPr>
          <p:spPr>
            <a:xfrm>
              <a:off x="2473896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5" name="Freeform 2374">
              <a:extLst>
                <a:ext uri="{FF2B5EF4-FFF2-40B4-BE49-F238E27FC236}">
                  <a16:creationId xmlns:a16="http://schemas.microsoft.com/office/drawing/2014/main" id="{B1F647F6-8600-D62F-E4E2-555A238D4D4C}"/>
                </a:ext>
              </a:extLst>
            </p:cNvPr>
            <p:cNvSpPr/>
            <p:nvPr/>
          </p:nvSpPr>
          <p:spPr>
            <a:xfrm>
              <a:off x="2473896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6" name="Freeform 2375">
              <a:extLst>
                <a:ext uri="{FF2B5EF4-FFF2-40B4-BE49-F238E27FC236}">
                  <a16:creationId xmlns:a16="http://schemas.microsoft.com/office/drawing/2014/main" id="{7DE63B38-E465-DF5C-0266-CEA4B9C2BBA8}"/>
                </a:ext>
              </a:extLst>
            </p:cNvPr>
            <p:cNvSpPr/>
            <p:nvPr/>
          </p:nvSpPr>
          <p:spPr>
            <a:xfrm>
              <a:off x="2473896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7" name="Freeform 2376">
              <a:extLst>
                <a:ext uri="{FF2B5EF4-FFF2-40B4-BE49-F238E27FC236}">
                  <a16:creationId xmlns:a16="http://schemas.microsoft.com/office/drawing/2014/main" id="{35BBBD68-E428-5160-34DC-0D85B46B659C}"/>
                </a:ext>
              </a:extLst>
            </p:cNvPr>
            <p:cNvSpPr/>
            <p:nvPr/>
          </p:nvSpPr>
          <p:spPr>
            <a:xfrm>
              <a:off x="2473896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8" name="Freeform 2377">
              <a:extLst>
                <a:ext uri="{FF2B5EF4-FFF2-40B4-BE49-F238E27FC236}">
                  <a16:creationId xmlns:a16="http://schemas.microsoft.com/office/drawing/2014/main" id="{52F80229-00BE-B170-2B0F-705487F2E1FD}"/>
                </a:ext>
              </a:extLst>
            </p:cNvPr>
            <p:cNvSpPr/>
            <p:nvPr/>
          </p:nvSpPr>
          <p:spPr>
            <a:xfrm>
              <a:off x="2473896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9" name="Freeform 2378">
              <a:extLst>
                <a:ext uri="{FF2B5EF4-FFF2-40B4-BE49-F238E27FC236}">
                  <a16:creationId xmlns:a16="http://schemas.microsoft.com/office/drawing/2014/main" id="{4132EACA-0BAF-8A8C-069E-CC7B0EECEA68}"/>
                </a:ext>
              </a:extLst>
            </p:cNvPr>
            <p:cNvSpPr/>
            <p:nvPr/>
          </p:nvSpPr>
          <p:spPr>
            <a:xfrm>
              <a:off x="2473896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0" name="Freeform 2379">
              <a:extLst>
                <a:ext uri="{FF2B5EF4-FFF2-40B4-BE49-F238E27FC236}">
                  <a16:creationId xmlns:a16="http://schemas.microsoft.com/office/drawing/2014/main" id="{49408709-717D-2246-2257-44A172B58427}"/>
                </a:ext>
              </a:extLst>
            </p:cNvPr>
            <p:cNvSpPr/>
            <p:nvPr/>
          </p:nvSpPr>
          <p:spPr>
            <a:xfrm>
              <a:off x="2473896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1" name="Freeform 2380">
              <a:extLst>
                <a:ext uri="{FF2B5EF4-FFF2-40B4-BE49-F238E27FC236}">
                  <a16:creationId xmlns:a16="http://schemas.microsoft.com/office/drawing/2014/main" id="{5646AAE6-DDA2-E2C3-39F6-25FA11CAE60F}"/>
                </a:ext>
              </a:extLst>
            </p:cNvPr>
            <p:cNvSpPr/>
            <p:nvPr/>
          </p:nvSpPr>
          <p:spPr>
            <a:xfrm>
              <a:off x="2473896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2" name="Freeform 2381">
              <a:extLst>
                <a:ext uri="{FF2B5EF4-FFF2-40B4-BE49-F238E27FC236}">
                  <a16:creationId xmlns:a16="http://schemas.microsoft.com/office/drawing/2014/main" id="{1AA5A060-C17F-CDB4-C7BA-87735524BACB}"/>
                </a:ext>
              </a:extLst>
            </p:cNvPr>
            <p:cNvSpPr/>
            <p:nvPr/>
          </p:nvSpPr>
          <p:spPr>
            <a:xfrm>
              <a:off x="2473896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3" name="Freeform 2382">
              <a:extLst>
                <a:ext uri="{FF2B5EF4-FFF2-40B4-BE49-F238E27FC236}">
                  <a16:creationId xmlns:a16="http://schemas.microsoft.com/office/drawing/2014/main" id="{AD486FC7-9B28-D3ED-7962-FA3BC26AD0F4}"/>
                </a:ext>
              </a:extLst>
            </p:cNvPr>
            <p:cNvSpPr/>
            <p:nvPr/>
          </p:nvSpPr>
          <p:spPr>
            <a:xfrm>
              <a:off x="2473896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4" name="Freeform 2383">
              <a:extLst>
                <a:ext uri="{FF2B5EF4-FFF2-40B4-BE49-F238E27FC236}">
                  <a16:creationId xmlns:a16="http://schemas.microsoft.com/office/drawing/2014/main" id="{4E75C616-96ED-1B34-3296-8599D1E0D15B}"/>
                </a:ext>
              </a:extLst>
            </p:cNvPr>
            <p:cNvSpPr/>
            <p:nvPr/>
          </p:nvSpPr>
          <p:spPr>
            <a:xfrm>
              <a:off x="2473896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5" name="Freeform 2384">
              <a:extLst>
                <a:ext uri="{FF2B5EF4-FFF2-40B4-BE49-F238E27FC236}">
                  <a16:creationId xmlns:a16="http://schemas.microsoft.com/office/drawing/2014/main" id="{A3511262-25C7-4A1F-9656-FB2246955845}"/>
                </a:ext>
              </a:extLst>
            </p:cNvPr>
            <p:cNvSpPr/>
            <p:nvPr/>
          </p:nvSpPr>
          <p:spPr>
            <a:xfrm>
              <a:off x="2473896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6" name="Freeform 2385">
              <a:extLst>
                <a:ext uri="{FF2B5EF4-FFF2-40B4-BE49-F238E27FC236}">
                  <a16:creationId xmlns:a16="http://schemas.microsoft.com/office/drawing/2014/main" id="{8D589893-30A1-1EC5-7818-F77CC2F0A027}"/>
                </a:ext>
              </a:extLst>
            </p:cNvPr>
            <p:cNvSpPr/>
            <p:nvPr/>
          </p:nvSpPr>
          <p:spPr>
            <a:xfrm>
              <a:off x="2473896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7" name="Freeform 2386">
              <a:extLst>
                <a:ext uri="{FF2B5EF4-FFF2-40B4-BE49-F238E27FC236}">
                  <a16:creationId xmlns:a16="http://schemas.microsoft.com/office/drawing/2014/main" id="{BC49B685-66E0-0802-32A3-AD99FF89AA9C}"/>
                </a:ext>
              </a:extLst>
            </p:cNvPr>
            <p:cNvSpPr/>
            <p:nvPr/>
          </p:nvSpPr>
          <p:spPr>
            <a:xfrm>
              <a:off x="2566654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8" name="Freeform 2387">
              <a:extLst>
                <a:ext uri="{FF2B5EF4-FFF2-40B4-BE49-F238E27FC236}">
                  <a16:creationId xmlns:a16="http://schemas.microsoft.com/office/drawing/2014/main" id="{CF16F9C7-D521-B63C-E4D8-9D6CD4DE78E0}"/>
                </a:ext>
              </a:extLst>
            </p:cNvPr>
            <p:cNvSpPr/>
            <p:nvPr/>
          </p:nvSpPr>
          <p:spPr>
            <a:xfrm>
              <a:off x="2566654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9" name="Freeform 2388">
              <a:extLst>
                <a:ext uri="{FF2B5EF4-FFF2-40B4-BE49-F238E27FC236}">
                  <a16:creationId xmlns:a16="http://schemas.microsoft.com/office/drawing/2014/main" id="{BBB696F1-F330-791C-1C3F-30A728F5E8F1}"/>
                </a:ext>
              </a:extLst>
            </p:cNvPr>
            <p:cNvSpPr/>
            <p:nvPr/>
          </p:nvSpPr>
          <p:spPr>
            <a:xfrm>
              <a:off x="2566654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0" name="Freeform 2389">
              <a:extLst>
                <a:ext uri="{FF2B5EF4-FFF2-40B4-BE49-F238E27FC236}">
                  <a16:creationId xmlns:a16="http://schemas.microsoft.com/office/drawing/2014/main" id="{D56304F1-9F62-661E-FE56-1863BB5B1785}"/>
                </a:ext>
              </a:extLst>
            </p:cNvPr>
            <p:cNvSpPr/>
            <p:nvPr/>
          </p:nvSpPr>
          <p:spPr>
            <a:xfrm>
              <a:off x="2566654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1" name="Freeform 2390">
              <a:extLst>
                <a:ext uri="{FF2B5EF4-FFF2-40B4-BE49-F238E27FC236}">
                  <a16:creationId xmlns:a16="http://schemas.microsoft.com/office/drawing/2014/main" id="{78E25BC2-D3F4-D5E8-2194-AE70225C3C88}"/>
                </a:ext>
              </a:extLst>
            </p:cNvPr>
            <p:cNvSpPr/>
            <p:nvPr/>
          </p:nvSpPr>
          <p:spPr>
            <a:xfrm>
              <a:off x="2566654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2" name="Freeform 2391">
              <a:extLst>
                <a:ext uri="{FF2B5EF4-FFF2-40B4-BE49-F238E27FC236}">
                  <a16:creationId xmlns:a16="http://schemas.microsoft.com/office/drawing/2014/main" id="{4CE16DC3-99B9-5103-2AB6-1C12450A62F4}"/>
                </a:ext>
              </a:extLst>
            </p:cNvPr>
            <p:cNvSpPr/>
            <p:nvPr/>
          </p:nvSpPr>
          <p:spPr>
            <a:xfrm>
              <a:off x="2566654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3" name="Freeform 2392">
              <a:extLst>
                <a:ext uri="{FF2B5EF4-FFF2-40B4-BE49-F238E27FC236}">
                  <a16:creationId xmlns:a16="http://schemas.microsoft.com/office/drawing/2014/main" id="{8271AF8E-032D-6921-EB80-C09CC1073D6E}"/>
                </a:ext>
              </a:extLst>
            </p:cNvPr>
            <p:cNvSpPr/>
            <p:nvPr/>
          </p:nvSpPr>
          <p:spPr>
            <a:xfrm>
              <a:off x="2566654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4" name="Freeform 2393">
              <a:extLst>
                <a:ext uri="{FF2B5EF4-FFF2-40B4-BE49-F238E27FC236}">
                  <a16:creationId xmlns:a16="http://schemas.microsoft.com/office/drawing/2014/main" id="{2DA0AD14-70E4-8539-0EE4-6E47FEF7B3C4}"/>
                </a:ext>
              </a:extLst>
            </p:cNvPr>
            <p:cNvSpPr/>
            <p:nvPr/>
          </p:nvSpPr>
          <p:spPr>
            <a:xfrm>
              <a:off x="2566654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5" name="Freeform 2394">
              <a:extLst>
                <a:ext uri="{FF2B5EF4-FFF2-40B4-BE49-F238E27FC236}">
                  <a16:creationId xmlns:a16="http://schemas.microsoft.com/office/drawing/2014/main" id="{16AE8429-8990-7511-F8C4-572E47B1DA77}"/>
                </a:ext>
              </a:extLst>
            </p:cNvPr>
            <p:cNvSpPr/>
            <p:nvPr/>
          </p:nvSpPr>
          <p:spPr>
            <a:xfrm>
              <a:off x="2566654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6" name="Freeform 2395">
              <a:extLst>
                <a:ext uri="{FF2B5EF4-FFF2-40B4-BE49-F238E27FC236}">
                  <a16:creationId xmlns:a16="http://schemas.microsoft.com/office/drawing/2014/main" id="{08C36983-4994-97A7-C299-25DF9EC204A3}"/>
                </a:ext>
              </a:extLst>
            </p:cNvPr>
            <p:cNvSpPr/>
            <p:nvPr/>
          </p:nvSpPr>
          <p:spPr>
            <a:xfrm>
              <a:off x="2566654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7" name="Freeform 2396">
              <a:extLst>
                <a:ext uri="{FF2B5EF4-FFF2-40B4-BE49-F238E27FC236}">
                  <a16:creationId xmlns:a16="http://schemas.microsoft.com/office/drawing/2014/main" id="{0EB5EDFF-CCC6-751A-061B-F849101615F9}"/>
                </a:ext>
              </a:extLst>
            </p:cNvPr>
            <p:cNvSpPr/>
            <p:nvPr/>
          </p:nvSpPr>
          <p:spPr>
            <a:xfrm>
              <a:off x="2566654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8" name="Freeform 2397">
              <a:extLst>
                <a:ext uri="{FF2B5EF4-FFF2-40B4-BE49-F238E27FC236}">
                  <a16:creationId xmlns:a16="http://schemas.microsoft.com/office/drawing/2014/main" id="{FA449EA6-E806-0B35-6BC4-B7BE6C4D8332}"/>
                </a:ext>
              </a:extLst>
            </p:cNvPr>
            <p:cNvSpPr/>
            <p:nvPr/>
          </p:nvSpPr>
          <p:spPr>
            <a:xfrm>
              <a:off x="2566654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9" name="Freeform 2398">
              <a:extLst>
                <a:ext uri="{FF2B5EF4-FFF2-40B4-BE49-F238E27FC236}">
                  <a16:creationId xmlns:a16="http://schemas.microsoft.com/office/drawing/2014/main" id="{30265382-A04C-E2DE-657C-7D068DFB74FE}"/>
                </a:ext>
              </a:extLst>
            </p:cNvPr>
            <p:cNvSpPr/>
            <p:nvPr/>
          </p:nvSpPr>
          <p:spPr>
            <a:xfrm>
              <a:off x="2566654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0" name="Freeform 2399">
              <a:extLst>
                <a:ext uri="{FF2B5EF4-FFF2-40B4-BE49-F238E27FC236}">
                  <a16:creationId xmlns:a16="http://schemas.microsoft.com/office/drawing/2014/main" id="{997F5D7E-DF4A-4FBA-7D74-9FB594103136}"/>
                </a:ext>
              </a:extLst>
            </p:cNvPr>
            <p:cNvSpPr/>
            <p:nvPr/>
          </p:nvSpPr>
          <p:spPr>
            <a:xfrm>
              <a:off x="2566654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1" name="Freeform 2400">
              <a:extLst>
                <a:ext uri="{FF2B5EF4-FFF2-40B4-BE49-F238E27FC236}">
                  <a16:creationId xmlns:a16="http://schemas.microsoft.com/office/drawing/2014/main" id="{C375249B-F9FC-0381-EF9E-0DBC49A86125}"/>
                </a:ext>
              </a:extLst>
            </p:cNvPr>
            <p:cNvSpPr/>
            <p:nvPr/>
          </p:nvSpPr>
          <p:spPr>
            <a:xfrm>
              <a:off x="2566654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2" name="Freeform 2401">
              <a:extLst>
                <a:ext uri="{FF2B5EF4-FFF2-40B4-BE49-F238E27FC236}">
                  <a16:creationId xmlns:a16="http://schemas.microsoft.com/office/drawing/2014/main" id="{31D349F9-8304-5F1F-A2ED-4003E479FB4E}"/>
                </a:ext>
              </a:extLst>
            </p:cNvPr>
            <p:cNvSpPr/>
            <p:nvPr/>
          </p:nvSpPr>
          <p:spPr>
            <a:xfrm>
              <a:off x="2566654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3" name="Freeform 2402">
              <a:extLst>
                <a:ext uri="{FF2B5EF4-FFF2-40B4-BE49-F238E27FC236}">
                  <a16:creationId xmlns:a16="http://schemas.microsoft.com/office/drawing/2014/main" id="{90F8382E-39E1-409E-9764-C8FD14C2A5CC}"/>
                </a:ext>
              </a:extLst>
            </p:cNvPr>
            <p:cNvSpPr/>
            <p:nvPr/>
          </p:nvSpPr>
          <p:spPr>
            <a:xfrm>
              <a:off x="2566654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4" name="Freeform 2403">
              <a:extLst>
                <a:ext uri="{FF2B5EF4-FFF2-40B4-BE49-F238E27FC236}">
                  <a16:creationId xmlns:a16="http://schemas.microsoft.com/office/drawing/2014/main" id="{14957BE0-264B-5AEF-DF9A-2ABD74AEF97E}"/>
                </a:ext>
              </a:extLst>
            </p:cNvPr>
            <p:cNvSpPr/>
            <p:nvPr/>
          </p:nvSpPr>
          <p:spPr>
            <a:xfrm>
              <a:off x="2566654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5" name="Freeform 2404">
              <a:extLst>
                <a:ext uri="{FF2B5EF4-FFF2-40B4-BE49-F238E27FC236}">
                  <a16:creationId xmlns:a16="http://schemas.microsoft.com/office/drawing/2014/main" id="{7BFE5D02-B47F-ED5C-DD07-269241B25488}"/>
                </a:ext>
              </a:extLst>
            </p:cNvPr>
            <p:cNvSpPr/>
            <p:nvPr/>
          </p:nvSpPr>
          <p:spPr>
            <a:xfrm>
              <a:off x="2566654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6" name="Freeform 2405">
              <a:extLst>
                <a:ext uri="{FF2B5EF4-FFF2-40B4-BE49-F238E27FC236}">
                  <a16:creationId xmlns:a16="http://schemas.microsoft.com/office/drawing/2014/main" id="{776246FA-BF15-F70E-D2F7-3B734720744E}"/>
                </a:ext>
              </a:extLst>
            </p:cNvPr>
            <p:cNvSpPr/>
            <p:nvPr/>
          </p:nvSpPr>
          <p:spPr>
            <a:xfrm>
              <a:off x="2566654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7" name="Freeform 2406">
              <a:extLst>
                <a:ext uri="{FF2B5EF4-FFF2-40B4-BE49-F238E27FC236}">
                  <a16:creationId xmlns:a16="http://schemas.microsoft.com/office/drawing/2014/main" id="{C7341042-DE34-C6C2-C049-DCECDE2EB767}"/>
                </a:ext>
              </a:extLst>
            </p:cNvPr>
            <p:cNvSpPr/>
            <p:nvPr/>
          </p:nvSpPr>
          <p:spPr>
            <a:xfrm>
              <a:off x="2566654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8" name="Freeform 2407">
              <a:extLst>
                <a:ext uri="{FF2B5EF4-FFF2-40B4-BE49-F238E27FC236}">
                  <a16:creationId xmlns:a16="http://schemas.microsoft.com/office/drawing/2014/main" id="{264BEA10-D30E-9CE6-EC7E-61F2EDFBCD3F}"/>
                </a:ext>
              </a:extLst>
            </p:cNvPr>
            <p:cNvSpPr/>
            <p:nvPr/>
          </p:nvSpPr>
          <p:spPr>
            <a:xfrm>
              <a:off x="2566654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9" name="Freeform 2408">
              <a:extLst>
                <a:ext uri="{FF2B5EF4-FFF2-40B4-BE49-F238E27FC236}">
                  <a16:creationId xmlns:a16="http://schemas.microsoft.com/office/drawing/2014/main" id="{B8DAAA9C-147C-BB84-478E-5F88CDCC6FFC}"/>
                </a:ext>
              </a:extLst>
            </p:cNvPr>
            <p:cNvSpPr/>
            <p:nvPr/>
          </p:nvSpPr>
          <p:spPr>
            <a:xfrm>
              <a:off x="2566654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0" name="Freeform 2409">
              <a:extLst>
                <a:ext uri="{FF2B5EF4-FFF2-40B4-BE49-F238E27FC236}">
                  <a16:creationId xmlns:a16="http://schemas.microsoft.com/office/drawing/2014/main" id="{BCE58D7A-788B-7A7B-551A-A53B91C84D30}"/>
                </a:ext>
              </a:extLst>
            </p:cNvPr>
            <p:cNvSpPr/>
            <p:nvPr/>
          </p:nvSpPr>
          <p:spPr>
            <a:xfrm>
              <a:off x="2566654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1" name="Freeform 2410">
              <a:extLst>
                <a:ext uri="{FF2B5EF4-FFF2-40B4-BE49-F238E27FC236}">
                  <a16:creationId xmlns:a16="http://schemas.microsoft.com/office/drawing/2014/main" id="{67263377-2079-0FE8-B7A5-B4F3AFDF515B}"/>
                </a:ext>
              </a:extLst>
            </p:cNvPr>
            <p:cNvSpPr/>
            <p:nvPr/>
          </p:nvSpPr>
          <p:spPr>
            <a:xfrm>
              <a:off x="2566654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2" name="Freeform 2411">
              <a:extLst>
                <a:ext uri="{FF2B5EF4-FFF2-40B4-BE49-F238E27FC236}">
                  <a16:creationId xmlns:a16="http://schemas.microsoft.com/office/drawing/2014/main" id="{AC173BA2-1DD8-615A-CD2C-523823D92961}"/>
                </a:ext>
              </a:extLst>
            </p:cNvPr>
            <p:cNvSpPr/>
            <p:nvPr/>
          </p:nvSpPr>
          <p:spPr>
            <a:xfrm>
              <a:off x="2566654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3" name="Freeform 2412">
              <a:extLst>
                <a:ext uri="{FF2B5EF4-FFF2-40B4-BE49-F238E27FC236}">
                  <a16:creationId xmlns:a16="http://schemas.microsoft.com/office/drawing/2014/main" id="{103EB74F-2B98-8AD1-EA8A-F52841EEC7B7}"/>
                </a:ext>
              </a:extLst>
            </p:cNvPr>
            <p:cNvSpPr/>
            <p:nvPr/>
          </p:nvSpPr>
          <p:spPr>
            <a:xfrm>
              <a:off x="2566654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4" name="Freeform 2413">
              <a:extLst>
                <a:ext uri="{FF2B5EF4-FFF2-40B4-BE49-F238E27FC236}">
                  <a16:creationId xmlns:a16="http://schemas.microsoft.com/office/drawing/2014/main" id="{8E995086-1B76-0746-470C-0A10056592C2}"/>
                </a:ext>
              </a:extLst>
            </p:cNvPr>
            <p:cNvSpPr/>
            <p:nvPr/>
          </p:nvSpPr>
          <p:spPr>
            <a:xfrm>
              <a:off x="2566654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5" name="Freeform 2414">
              <a:extLst>
                <a:ext uri="{FF2B5EF4-FFF2-40B4-BE49-F238E27FC236}">
                  <a16:creationId xmlns:a16="http://schemas.microsoft.com/office/drawing/2014/main" id="{547A60DB-7768-8916-A13F-9AD852F7FB7B}"/>
                </a:ext>
              </a:extLst>
            </p:cNvPr>
            <p:cNvSpPr/>
            <p:nvPr/>
          </p:nvSpPr>
          <p:spPr>
            <a:xfrm>
              <a:off x="2566654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6" name="Freeform 2415">
              <a:extLst>
                <a:ext uri="{FF2B5EF4-FFF2-40B4-BE49-F238E27FC236}">
                  <a16:creationId xmlns:a16="http://schemas.microsoft.com/office/drawing/2014/main" id="{F16D4B10-09A4-3BD8-6ABD-4B9A9F5A0ECB}"/>
                </a:ext>
              </a:extLst>
            </p:cNvPr>
            <p:cNvSpPr/>
            <p:nvPr/>
          </p:nvSpPr>
          <p:spPr>
            <a:xfrm>
              <a:off x="2566654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7" name="Freeform 2416">
              <a:extLst>
                <a:ext uri="{FF2B5EF4-FFF2-40B4-BE49-F238E27FC236}">
                  <a16:creationId xmlns:a16="http://schemas.microsoft.com/office/drawing/2014/main" id="{8B0F47CF-4CBC-D467-6DA4-AFD42B4CE654}"/>
                </a:ext>
              </a:extLst>
            </p:cNvPr>
            <p:cNvSpPr/>
            <p:nvPr/>
          </p:nvSpPr>
          <p:spPr>
            <a:xfrm>
              <a:off x="2566654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8" name="Freeform 2417">
              <a:extLst>
                <a:ext uri="{FF2B5EF4-FFF2-40B4-BE49-F238E27FC236}">
                  <a16:creationId xmlns:a16="http://schemas.microsoft.com/office/drawing/2014/main" id="{DCD3C926-0B18-B6DD-23AC-E4CB4F05D077}"/>
                </a:ext>
              </a:extLst>
            </p:cNvPr>
            <p:cNvSpPr/>
            <p:nvPr/>
          </p:nvSpPr>
          <p:spPr>
            <a:xfrm>
              <a:off x="2566654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9" name="Freeform 2418">
              <a:extLst>
                <a:ext uri="{FF2B5EF4-FFF2-40B4-BE49-F238E27FC236}">
                  <a16:creationId xmlns:a16="http://schemas.microsoft.com/office/drawing/2014/main" id="{1545FCA7-5BF1-1E45-6CF4-EC2793D8AB5E}"/>
                </a:ext>
              </a:extLst>
            </p:cNvPr>
            <p:cNvSpPr/>
            <p:nvPr/>
          </p:nvSpPr>
          <p:spPr>
            <a:xfrm>
              <a:off x="2566654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0" name="Freeform 2419">
              <a:extLst>
                <a:ext uri="{FF2B5EF4-FFF2-40B4-BE49-F238E27FC236}">
                  <a16:creationId xmlns:a16="http://schemas.microsoft.com/office/drawing/2014/main" id="{774353B2-54D9-F319-9E3D-3719FE6C7F8C}"/>
                </a:ext>
              </a:extLst>
            </p:cNvPr>
            <p:cNvSpPr/>
            <p:nvPr/>
          </p:nvSpPr>
          <p:spPr>
            <a:xfrm>
              <a:off x="2566654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1" name="Freeform 2420">
              <a:extLst>
                <a:ext uri="{FF2B5EF4-FFF2-40B4-BE49-F238E27FC236}">
                  <a16:creationId xmlns:a16="http://schemas.microsoft.com/office/drawing/2014/main" id="{8F0E3BA7-5B5E-C6A2-4C82-65ED7E42FD08}"/>
                </a:ext>
              </a:extLst>
            </p:cNvPr>
            <p:cNvSpPr/>
            <p:nvPr/>
          </p:nvSpPr>
          <p:spPr>
            <a:xfrm>
              <a:off x="2659414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2" name="Freeform 2421">
              <a:extLst>
                <a:ext uri="{FF2B5EF4-FFF2-40B4-BE49-F238E27FC236}">
                  <a16:creationId xmlns:a16="http://schemas.microsoft.com/office/drawing/2014/main" id="{0194C692-BDB1-F2A9-67CD-51B7F5375865}"/>
                </a:ext>
              </a:extLst>
            </p:cNvPr>
            <p:cNvSpPr/>
            <p:nvPr/>
          </p:nvSpPr>
          <p:spPr>
            <a:xfrm>
              <a:off x="2659414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3" name="Freeform 2422">
              <a:extLst>
                <a:ext uri="{FF2B5EF4-FFF2-40B4-BE49-F238E27FC236}">
                  <a16:creationId xmlns:a16="http://schemas.microsoft.com/office/drawing/2014/main" id="{841EBA00-27D5-6598-BD4D-BC50651872A8}"/>
                </a:ext>
              </a:extLst>
            </p:cNvPr>
            <p:cNvSpPr/>
            <p:nvPr/>
          </p:nvSpPr>
          <p:spPr>
            <a:xfrm>
              <a:off x="2659414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4" name="Freeform 2423">
              <a:extLst>
                <a:ext uri="{FF2B5EF4-FFF2-40B4-BE49-F238E27FC236}">
                  <a16:creationId xmlns:a16="http://schemas.microsoft.com/office/drawing/2014/main" id="{9B75F34D-66DE-FC06-A5E1-6BE11FEBF320}"/>
                </a:ext>
              </a:extLst>
            </p:cNvPr>
            <p:cNvSpPr/>
            <p:nvPr/>
          </p:nvSpPr>
          <p:spPr>
            <a:xfrm>
              <a:off x="2659414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5" name="Freeform 2424">
              <a:extLst>
                <a:ext uri="{FF2B5EF4-FFF2-40B4-BE49-F238E27FC236}">
                  <a16:creationId xmlns:a16="http://schemas.microsoft.com/office/drawing/2014/main" id="{47055D71-C191-B90B-74C9-F3D89EB08013}"/>
                </a:ext>
              </a:extLst>
            </p:cNvPr>
            <p:cNvSpPr/>
            <p:nvPr/>
          </p:nvSpPr>
          <p:spPr>
            <a:xfrm>
              <a:off x="2659414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6" name="Freeform 2425">
              <a:extLst>
                <a:ext uri="{FF2B5EF4-FFF2-40B4-BE49-F238E27FC236}">
                  <a16:creationId xmlns:a16="http://schemas.microsoft.com/office/drawing/2014/main" id="{82DE14B5-BCE2-12C2-8A5F-E54774166BDA}"/>
                </a:ext>
              </a:extLst>
            </p:cNvPr>
            <p:cNvSpPr/>
            <p:nvPr/>
          </p:nvSpPr>
          <p:spPr>
            <a:xfrm>
              <a:off x="2659414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7" name="Freeform 2426">
              <a:extLst>
                <a:ext uri="{FF2B5EF4-FFF2-40B4-BE49-F238E27FC236}">
                  <a16:creationId xmlns:a16="http://schemas.microsoft.com/office/drawing/2014/main" id="{924DAEE5-F011-78C0-80DA-777D7539578D}"/>
                </a:ext>
              </a:extLst>
            </p:cNvPr>
            <p:cNvSpPr/>
            <p:nvPr/>
          </p:nvSpPr>
          <p:spPr>
            <a:xfrm>
              <a:off x="2659414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8" name="Freeform 2427">
              <a:extLst>
                <a:ext uri="{FF2B5EF4-FFF2-40B4-BE49-F238E27FC236}">
                  <a16:creationId xmlns:a16="http://schemas.microsoft.com/office/drawing/2014/main" id="{C2240CFA-5B7F-9EA8-148E-F7D763AD2797}"/>
                </a:ext>
              </a:extLst>
            </p:cNvPr>
            <p:cNvSpPr/>
            <p:nvPr/>
          </p:nvSpPr>
          <p:spPr>
            <a:xfrm>
              <a:off x="2659414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9" name="Freeform 2428">
              <a:extLst>
                <a:ext uri="{FF2B5EF4-FFF2-40B4-BE49-F238E27FC236}">
                  <a16:creationId xmlns:a16="http://schemas.microsoft.com/office/drawing/2014/main" id="{ED72B74B-E62D-83F3-9AC4-4049B2C95CA0}"/>
                </a:ext>
              </a:extLst>
            </p:cNvPr>
            <p:cNvSpPr/>
            <p:nvPr/>
          </p:nvSpPr>
          <p:spPr>
            <a:xfrm>
              <a:off x="2659414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0" name="Freeform 2429">
              <a:extLst>
                <a:ext uri="{FF2B5EF4-FFF2-40B4-BE49-F238E27FC236}">
                  <a16:creationId xmlns:a16="http://schemas.microsoft.com/office/drawing/2014/main" id="{11D8A06A-4313-E0D5-E245-375C6EEB94A0}"/>
                </a:ext>
              </a:extLst>
            </p:cNvPr>
            <p:cNvSpPr/>
            <p:nvPr/>
          </p:nvSpPr>
          <p:spPr>
            <a:xfrm>
              <a:off x="2659414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1" name="Freeform 2430">
              <a:extLst>
                <a:ext uri="{FF2B5EF4-FFF2-40B4-BE49-F238E27FC236}">
                  <a16:creationId xmlns:a16="http://schemas.microsoft.com/office/drawing/2014/main" id="{18A6CA24-5285-8513-4D6B-AFECA0117A26}"/>
                </a:ext>
              </a:extLst>
            </p:cNvPr>
            <p:cNvSpPr/>
            <p:nvPr/>
          </p:nvSpPr>
          <p:spPr>
            <a:xfrm>
              <a:off x="2659414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2" name="Freeform 2431">
              <a:extLst>
                <a:ext uri="{FF2B5EF4-FFF2-40B4-BE49-F238E27FC236}">
                  <a16:creationId xmlns:a16="http://schemas.microsoft.com/office/drawing/2014/main" id="{BF88BA42-C9D5-49EA-E176-845E58554A8D}"/>
                </a:ext>
              </a:extLst>
            </p:cNvPr>
            <p:cNvSpPr/>
            <p:nvPr/>
          </p:nvSpPr>
          <p:spPr>
            <a:xfrm>
              <a:off x="2659414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3" name="Freeform 2432">
              <a:extLst>
                <a:ext uri="{FF2B5EF4-FFF2-40B4-BE49-F238E27FC236}">
                  <a16:creationId xmlns:a16="http://schemas.microsoft.com/office/drawing/2014/main" id="{CE62E615-A73B-8EB0-5BB2-15A0AF19B533}"/>
                </a:ext>
              </a:extLst>
            </p:cNvPr>
            <p:cNvSpPr/>
            <p:nvPr/>
          </p:nvSpPr>
          <p:spPr>
            <a:xfrm>
              <a:off x="2659414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4" name="Freeform 2433">
              <a:extLst>
                <a:ext uri="{FF2B5EF4-FFF2-40B4-BE49-F238E27FC236}">
                  <a16:creationId xmlns:a16="http://schemas.microsoft.com/office/drawing/2014/main" id="{A208A8D8-5898-6A66-D831-9FBBD87B819A}"/>
                </a:ext>
              </a:extLst>
            </p:cNvPr>
            <p:cNvSpPr/>
            <p:nvPr/>
          </p:nvSpPr>
          <p:spPr>
            <a:xfrm>
              <a:off x="2659414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5" name="Freeform 2434">
              <a:extLst>
                <a:ext uri="{FF2B5EF4-FFF2-40B4-BE49-F238E27FC236}">
                  <a16:creationId xmlns:a16="http://schemas.microsoft.com/office/drawing/2014/main" id="{4701A8C9-E266-F253-9C3F-DDDB157A662F}"/>
                </a:ext>
              </a:extLst>
            </p:cNvPr>
            <p:cNvSpPr/>
            <p:nvPr/>
          </p:nvSpPr>
          <p:spPr>
            <a:xfrm>
              <a:off x="2659414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6" name="Freeform 2435">
              <a:extLst>
                <a:ext uri="{FF2B5EF4-FFF2-40B4-BE49-F238E27FC236}">
                  <a16:creationId xmlns:a16="http://schemas.microsoft.com/office/drawing/2014/main" id="{609AA40B-2229-BC44-943E-EC3ACB5B609E}"/>
                </a:ext>
              </a:extLst>
            </p:cNvPr>
            <p:cNvSpPr/>
            <p:nvPr/>
          </p:nvSpPr>
          <p:spPr>
            <a:xfrm>
              <a:off x="2659414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7" name="Freeform 2436">
              <a:extLst>
                <a:ext uri="{FF2B5EF4-FFF2-40B4-BE49-F238E27FC236}">
                  <a16:creationId xmlns:a16="http://schemas.microsoft.com/office/drawing/2014/main" id="{0A75CFF5-8369-6A6E-FFB1-01EF4269135A}"/>
                </a:ext>
              </a:extLst>
            </p:cNvPr>
            <p:cNvSpPr/>
            <p:nvPr/>
          </p:nvSpPr>
          <p:spPr>
            <a:xfrm>
              <a:off x="2659414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8" name="Freeform 2437">
              <a:extLst>
                <a:ext uri="{FF2B5EF4-FFF2-40B4-BE49-F238E27FC236}">
                  <a16:creationId xmlns:a16="http://schemas.microsoft.com/office/drawing/2014/main" id="{E299E3D7-09A5-5643-6F86-203F932B0060}"/>
                </a:ext>
              </a:extLst>
            </p:cNvPr>
            <p:cNvSpPr/>
            <p:nvPr/>
          </p:nvSpPr>
          <p:spPr>
            <a:xfrm>
              <a:off x="2659414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9" name="Freeform 2438">
              <a:extLst>
                <a:ext uri="{FF2B5EF4-FFF2-40B4-BE49-F238E27FC236}">
                  <a16:creationId xmlns:a16="http://schemas.microsoft.com/office/drawing/2014/main" id="{DE491085-FEDE-5C93-F3A1-DF079CFB8AF5}"/>
                </a:ext>
              </a:extLst>
            </p:cNvPr>
            <p:cNvSpPr/>
            <p:nvPr/>
          </p:nvSpPr>
          <p:spPr>
            <a:xfrm>
              <a:off x="2659414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0" name="Freeform 2439">
              <a:extLst>
                <a:ext uri="{FF2B5EF4-FFF2-40B4-BE49-F238E27FC236}">
                  <a16:creationId xmlns:a16="http://schemas.microsoft.com/office/drawing/2014/main" id="{B3EB0379-61E4-D323-A3D7-96F55D9BA0FE}"/>
                </a:ext>
              </a:extLst>
            </p:cNvPr>
            <p:cNvSpPr/>
            <p:nvPr/>
          </p:nvSpPr>
          <p:spPr>
            <a:xfrm>
              <a:off x="2659414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1" name="Freeform 2440">
              <a:extLst>
                <a:ext uri="{FF2B5EF4-FFF2-40B4-BE49-F238E27FC236}">
                  <a16:creationId xmlns:a16="http://schemas.microsoft.com/office/drawing/2014/main" id="{B7A84B13-BAC3-6D38-C552-EA732A77FCF8}"/>
                </a:ext>
              </a:extLst>
            </p:cNvPr>
            <p:cNvSpPr/>
            <p:nvPr/>
          </p:nvSpPr>
          <p:spPr>
            <a:xfrm>
              <a:off x="2659414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2" name="Freeform 2441">
              <a:extLst>
                <a:ext uri="{FF2B5EF4-FFF2-40B4-BE49-F238E27FC236}">
                  <a16:creationId xmlns:a16="http://schemas.microsoft.com/office/drawing/2014/main" id="{D68898BB-C297-F03E-C4B2-624ACCA48F3C}"/>
                </a:ext>
              </a:extLst>
            </p:cNvPr>
            <p:cNvSpPr/>
            <p:nvPr/>
          </p:nvSpPr>
          <p:spPr>
            <a:xfrm>
              <a:off x="2659414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3" name="Freeform 2442">
              <a:extLst>
                <a:ext uri="{FF2B5EF4-FFF2-40B4-BE49-F238E27FC236}">
                  <a16:creationId xmlns:a16="http://schemas.microsoft.com/office/drawing/2014/main" id="{96BF18D8-07FD-B557-BB14-215DB2834B28}"/>
                </a:ext>
              </a:extLst>
            </p:cNvPr>
            <p:cNvSpPr/>
            <p:nvPr/>
          </p:nvSpPr>
          <p:spPr>
            <a:xfrm>
              <a:off x="2659414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4" name="Freeform 2443">
              <a:extLst>
                <a:ext uri="{FF2B5EF4-FFF2-40B4-BE49-F238E27FC236}">
                  <a16:creationId xmlns:a16="http://schemas.microsoft.com/office/drawing/2014/main" id="{5E9F5EA3-F870-9800-DF2D-E5D812FFF380}"/>
                </a:ext>
              </a:extLst>
            </p:cNvPr>
            <p:cNvSpPr/>
            <p:nvPr/>
          </p:nvSpPr>
          <p:spPr>
            <a:xfrm>
              <a:off x="2659414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5" name="Freeform 2444">
              <a:extLst>
                <a:ext uri="{FF2B5EF4-FFF2-40B4-BE49-F238E27FC236}">
                  <a16:creationId xmlns:a16="http://schemas.microsoft.com/office/drawing/2014/main" id="{34D4A542-FF6F-A7A1-4EC6-B8A4A75AAB20}"/>
                </a:ext>
              </a:extLst>
            </p:cNvPr>
            <p:cNvSpPr/>
            <p:nvPr/>
          </p:nvSpPr>
          <p:spPr>
            <a:xfrm>
              <a:off x="2659414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6" name="Freeform 2445">
              <a:extLst>
                <a:ext uri="{FF2B5EF4-FFF2-40B4-BE49-F238E27FC236}">
                  <a16:creationId xmlns:a16="http://schemas.microsoft.com/office/drawing/2014/main" id="{2E277780-3382-CB32-EB25-49CDCE312748}"/>
                </a:ext>
              </a:extLst>
            </p:cNvPr>
            <p:cNvSpPr/>
            <p:nvPr/>
          </p:nvSpPr>
          <p:spPr>
            <a:xfrm>
              <a:off x="2659414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7" name="Freeform 2446">
              <a:extLst>
                <a:ext uri="{FF2B5EF4-FFF2-40B4-BE49-F238E27FC236}">
                  <a16:creationId xmlns:a16="http://schemas.microsoft.com/office/drawing/2014/main" id="{EEE0BF95-0FC0-6C94-5369-4083D759C889}"/>
                </a:ext>
              </a:extLst>
            </p:cNvPr>
            <p:cNvSpPr/>
            <p:nvPr/>
          </p:nvSpPr>
          <p:spPr>
            <a:xfrm>
              <a:off x="2659414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8" name="Freeform 2447">
              <a:extLst>
                <a:ext uri="{FF2B5EF4-FFF2-40B4-BE49-F238E27FC236}">
                  <a16:creationId xmlns:a16="http://schemas.microsoft.com/office/drawing/2014/main" id="{A6FD4440-D5C5-72DC-5799-C3E24D952B00}"/>
                </a:ext>
              </a:extLst>
            </p:cNvPr>
            <p:cNvSpPr/>
            <p:nvPr/>
          </p:nvSpPr>
          <p:spPr>
            <a:xfrm>
              <a:off x="2659414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9" name="Freeform 2448">
              <a:extLst>
                <a:ext uri="{FF2B5EF4-FFF2-40B4-BE49-F238E27FC236}">
                  <a16:creationId xmlns:a16="http://schemas.microsoft.com/office/drawing/2014/main" id="{C35B0A69-BFFE-7818-090B-9E3228E91097}"/>
                </a:ext>
              </a:extLst>
            </p:cNvPr>
            <p:cNvSpPr/>
            <p:nvPr/>
          </p:nvSpPr>
          <p:spPr>
            <a:xfrm>
              <a:off x="2659414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0" name="Freeform 2449">
              <a:extLst>
                <a:ext uri="{FF2B5EF4-FFF2-40B4-BE49-F238E27FC236}">
                  <a16:creationId xmlns:a16="http://schemas.microsoft.com/office/drawing/2014/main" id="{4EA39F86-EFA7-7750-F932-705513AEDEAB}"/>
                </a:ext>
              </a:extLst>
            </p:cNvPr>
            <p:cNvSpPr/>
            <p:nvPr/>
          </p:nvSpPr>
          <p:spPr>
            <a:xfrm>
              <a:off x="2659414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1" name="Freeform 2450">
              <a:extLst>
                <a:ext uri="{FF2B5EF4-FFF2-40B4-BE49-F238E27FC236}">
                  <a16:creationId xmlns:a16="http://schemas.microsoft.com/office/drawing/2014/main" id="{5D6E4C99-3C4B-E560-B7ED-19C1866D40F4}"/>
                </a:ext>
              </a:extLst>
            </p:cNvPr>
            <p:cNvSpPr/>
            <p:nvPr/>
          </p:nvSpPr>
          <p:spPr>
            <a:xfrm>
              <a:off x="2659414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2" name="Freeform 2451">
              <a:extLst>
                <a:ext uri="{FF2B5EF4-FFF2-40B4-BE49-F238E27FC236}">
                  <a16:creationId xmlns:a16="http://schemas.microsoft.com/office/drawing/2014/main" id="{534D12B2-175A-5F4A-10F5-62514F313447}"/>
                </a:ext>
              </a:extLst>
            </p:cNvPr>
            <p:cNvSpPr/>
            <p:nvPr/>
          </p:nvSpPr>
          <p:spPr>
            <a:xfrm>
              <a:off x="2659414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3" name="Freeform 2452">
              <a:extLst>
                <a:ext uri="{FF2B5EF4-FFF2-40B4-BE49-F238E27FC236}">
                  <a16:creationId xmlns:a16="http://schemas.microsoft.com/office/drawing/2014/main" id="{2E6F4170-B575-CE3E-3C2E-34A4768AEECA}"/>
                </a:ext>
              </a:extLst>
            </p:cNvPr>
            <p:cNvSpPr/>
            <p:nvPr/>
          </p:nvSpPr>
          <p:spPr>
            <a:xfrm>
              <a:off x="2659414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4" name="Freeform 2453">
              <a:extLst>
                <a:ext uri="{FF2B5EF4-FFF2-40B4-BE49-F238E27FC236}">
                  <a16:creationId xmlns:a16="http://schemas.microsoft.com/office/drawing/2014/main" id="{D2D3FED9-5D36-29C5-50DC-E57727A8FF07}"/>
                </a:ext>
              </a:extLst>
            </p:cNvPr>
            <p:cNvSpPr/>
            <p:nvPr/>
          </p:nvSpPr>
          <p:spPr>
            <a:xfrm>
              <a:off x="2659414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5" name="Freeform 2454">
              <a:extLst>
                <a:ext uri="{FF2B5EF4-FFF2-40B4-BE49-F238E27FC236}">
                  <a16:creationId xmlns:a16="http://schemas.microsoft.com/office/drawing/2014/main" id="{5BF81024-C7F3-855F-3679-075A7F7FB554}"/>
                </a:ext>
              </a:extLst>
            </p:cNvPr>
            <p:cNvSpPr/>
            <p:nvPr/>
          </p:nvSpPr>
          <p:spPr>
            <a:xfrm>
              <a:off x="2752173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6" name="Freeform 2455">
              <a:extLst>
                <a:ext uri="{FF2B5EF4-FFF2-40B4-BE49-F238E27FC236}">
                  <a16:creationId xmlns:a16="http://schemas.microsoft.com/office/drawing/2014/main" id="{58486213-F263-6B09-88F2-451B0509F327}"/>
                </a:ext>
              </a:extLst>
            </p:cNvPr>
            <p:cNvSpPr/>
            <p:nvPr/>
          </p:nvSpPr>
          <p:spPr>
            <a:xfrm>
              <a:off x="2752173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7" name="Freeform 2456">
              <a:extLst>
                <a:ext uri="{FF2B5EF4-FFF2-40B4-BE49-F238E27FC236}">
                  <a16:creationId xmlns:a16="http://schemas.microsoft.com/office/drawing/2014/main" id="{553F4AAE-246B-8C7A-995C-BB0774F73F75}"/>
                </a:ext>
              </a:extLst>
            </p:cNvPr>
            <p:cNvSpPr/>
            <p:nvPr/>
          </p:nvSpPr>
          <p:spPr>
            <a:xfrm>
              <a:off x="2752173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8" name="Freeform 2457">
              <a:extLst>
                <a:ext uri="{FF2B5EF4-FFF2-40B4-BE49-F238E27FC236}">
                  <a16:creationId xmlns:a16="http://schemas.microsoft.com/office/drawing/2014/main" id="{BF8E1514-673F-BC13-FCF3-1CFCF4A34769}"/>
                </a:ext>
              </a:extLst>
            </p:cNvPr>
            <p:cNvSpPr/>
            <p:nvPr/>
          </p:nvSpPr>
          <p:spPr>
            <a:xfrm>
              <a:off x="2752173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9" name="Freeform 2458">
              <a:extLst>
                <a:ext uri="{FF2B5EF4-FFF2-40B4-BE49-F238E27FC236}">
                  <a16:creationId xmlns:a16="http://schemas.microsoft.com/office/drawing/2014/main" id="{05AF0CD3-2F9C-FD25-93F8-DFBE736F6659}"/>
                </a:ext>
              </a:extLst>
            </p:cNvPr>
            <p:cNvSpPr/>
            <p:nvPr/>
          </p:nvSpPr>
          <p:spPr>
            <a:xfrm>
              <a:off x="2752173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0" name="Freeform 2459">
              <a:extLst>
                <a:ext uri="{FF2B5EF4-FFF2-40B4-BE49-F238E27FC236}">
                  <a16:creationId xmlns:a16="http://schemas.microsoft.com/office/drawing/2014/main" id="{9604704F-1CCF-21A8-BB2E-C0D208E22AE0}"/>
                </a:ext>
              </a:extLst>
            </p:cNvPr>
            <p:cNvSpPr/>
            <p:nvPr/>
          </p:nvSpPr>
          <p:spPr>
            <a:xfrm>
              <a:off x="2752173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" name="Freeform 2460">
              <a:extLst>
                <a:ext uri="{FF2B5EF4-FFF2-40B4-BE49-F238E27FC236}">
                  <a16:creationId xmlns:a16="http://schemas.microsoft.com/office/drawing/2014/main" id="{FAB3A63C-1554-77B2-B0D1-E4FC097F35B4}"/>
                </a:ext>
              </a:extLst>
            </p:cNvPr>
            <p:cNvSpPr/>
            <p:nvPr/>
          </p:nvSpPr>
          <p:spPr>
            <a:xfrm>
              <a:off x="2752173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" name="Freeform 2461">
              <a:extLst>
                <a:ext uri="{FF2B5EF4-FFF2-40B4-BE49-F238E27FC236}">
                  <a16:creationId xmlns:a16="http://schemas.microsoft.com/office/drawing/2014/main" id="{5C17AE2A-E551-E5FB-762E-FA3F47EF89E0}"/>
                </a:ext>
              </a:extLst>
            </p:cNvPr>
            <p:cNvSpPr/>
            <p:nvPr/>
          </p:nvSpPr>
          <p:spPr>
            <a:xfrm>
              <a:off x="2752173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" name="Freeform 2462">
              <a:extLst>
                <a:ext uri="{FF2B5EF4-FFF2-40B4-BE49-F238E27FC236}">
                  <a16:creationId xmlns:a16="http://schemas.microsoft.com/office/drawing/2014/main" id="{1F64F966-5448-C281-A59F-45E57E9E10CA}"/>
                </a:ext>
              </a:extLst>
            </p:cNvPr>
            <p:cNvSpPr/>
            <p:nvPr/>
          </p:nvSpPr>
          <p:spPr>
            <a:xfrm>
              <a:off x="2752173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" name="Freeform 2463">
              <a:extLst>
                <a:ext uri="{FF2B5EF4-FFF2-40B4-BE49-F238E27FC236}">
                  <a16:creationId xmlns:a16="http://schemas.microsoft.com/office/drawing/2014/main" id="{EA73242B-B0B0-3093-F722-09BD3AB62DD1}"/>
                </a:ext>
              </a:extLst>
            </p:cNvPr>
            <p:cNvSpPr/>
            <p:nvPr/>
          </p:nvSpPr>
          <p:spPr>
            <a:xfrm>
              <a:off x="2752173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" name="Freeform 2464">
              <a:extLst>
                <a:ext uri="{FF2B5EF4-FFF2-40B4-BE49-F238E27FC236}">
                  <a16:creationId xmlns:a16="http://schemas.microsoft.com/office/drawing/2014/main" id="{70ADF7EC-9EEB-CBAF-DE71-F65FA803D3B4}"/>
                </a:ext>
              </a:extLst>
            </p:cNvPr>
            <p:cNvSpPr/>
            <p:nvPr/>
          </p:nvSpPr>
          <p:spPr>
            <a:xfrm>
              <a:off x="2752173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" name="Freeform 2465">
              <a:extLst>
                <a:ext uri="{FF2B5EF4-FFF2-40B4-BE49-F238E27FC236}">
                  <a16:creationId xmlns:a16="http://schemas.microsoft.com/office/drawing/2014/main" id="{A1F2CE4F-64E4-799E-E3A2-805B04BC5A27}"/>
                </a:ext>
              </a:extLst>
            </p:cNvPr>
            <p:cNvSpPr/>
            <p:nvPr/>
          </p:nvSpPr>
          <p:spPr>
            <a:xfrm>
              <a:off x="2752173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" name="Freeform 2466">
              <a:extLst>
                <a:ext uri="{FF2B5EF4-FFF2-40B4-BE49-F238E27FC236}">
                  <a16:creationId xmlns:a16="http://schemas.microsoft.com/office/drawing/2014/main" id="{FE5D8F36-BB7B-82D9-7ED7-2B0E2A97E01A}"/>
                </a:ext>
              </a:extLst>
            </p:cNvPr>
            <p:cNvSpPr/>
            <p:nvPr/>
          </p:nvSpPr>
          <p:spPr>
            <a:xfrm>
              <a:off x="2752173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" name="Freeform 2467">
              <a:extLst>
                <a:ext uri="{FF2B5EF4-FFF2-40B4-BE49-F238E27FC236}">
                  <a16:creationId xmlns:a16="http://schemas.microsoft.com/office/drawing/2014/main" id="{F8A61E07-1BF4-EF3B-83E9-EE684AD63D0E}"/>
                </a:ext>
              </a:extLst>
            </p:cNvPr>
            <p:cNvSpPr/>
            <p:nvPr/>
          </p:nvSpPr>
          <p:spPr>
            <a:xfrm>
              <a:off x="2752173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" name="Freeform 2468">
              <a:extLst>
                <a:ext uri="{FF2B5EF4-FFF2-40B4-BE49-F238E27FC236}">
                  <a16:creationId xmlns:a16="http://schemas.microsoft.com/office/drawing/2014/main" id="{2732FEBB-3D73-A517-6C67-DAA06142D332}"/>
                </a:ext>
              </a:extLst>
            </p:cNvPr>
            <p:cNvSpPr/>
            <p:nvPr/>
          </p:nvSpPr>
          <p:spPr>
            <a:xfrm>
              <a:off x="2752173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0" name="Freeform 2469">
              <a:extLst>
                <a:ext uri="{FF2B5EF4-FFF2-40B4-BE49-F238E27FC236}">
                  <a16:creationId xmlns:a16="http://schemas.microsoft.com/office/drawing/2014/main" id="{9F437C22-35AD-3F5C-1205-108BB25F647F}"/>
                </a:ext>
              </a:extLst>
            </p:cNvPr>
            <p:cNvSpPr/>
            <p:nvPr/>
          </p:nvSpPr>
          <p:spPr>
            <a:xfrm>
              <a:off x="2752173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1" name="Freeform 2470">
              <a:extLst>
                <a:ext uri="{FF2B5EF4-FFF2-40B4-BE49-F238E27FC236}">
                  <a16:creationId xmlns:a16="http://schemas.microsoft.com/office/drawing/2014/main" id="{53440FF2-5801-C287-5C12-656188289EB1}"/>
                </a:ext>
              </a:extLst>
            </p:cNvPr>
            <p:cNvSpPr/>
            <p:nvPr/>
          </p:nvSpPr>
          <p:spPr>
            <a:xfrm>
              <a:off x="2752173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2" name="Freeform 2471">
              <a:extLst>
                <a:ext uri="{FF2B5EF4-FFF2-40B4-BE49-F238E27FC236}">
                  <a16:creationId xmlns:a16="http://schemas.microsoft.com/office/drawing/2014/main" id="{BC0854AD-3A10-6090-0136-A0A1063AADCD}"/>
                </a:ext>
              </a:extLst>
            </p:cNvPr>
            <p:cNvSpPr/>
            <p:nvPr/>
          </p:nvSpPr>
          <p:spPr>
            <a:xfrm>
              <a:off x="2752173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3" name="Freeform 2472">
              <a:extLst>
                <a:ext uri="{FF2B5EF4-FFF2-40B4-BE49-F238E27FC236}">
                  <a16:creationId xmlns:a16="http://schemas.microsoft.com/office/drawing/2014/main" id="{4AC5BFA8-D34A-CC46-7CF8-B9279DC23982}"/>
                </a:ext>
              </a:extLst>
            </p:cNvPr>
            <p:cNvSpPr/>
            <p:nvPr/>
          </p:nvSpPr>
          <p:spPr>
            <a:xfrm>
              <a:off x="2752173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4" name="Freeform 2473">
              <a:extLst>
                <a:ext uri="{FF2B5EF4-FFF2-40B4-BE49-F238E27FC236}">
                  <a16:creationId xmlns:a16="http://schemas.microsoft.com/office/drawing/2014/main" id="{EF68221C-C8DA-F057-1AD2-B4473697E0CE}"/>
                </a:ext>
              </a:extLst>
            </p:cNvPr>
            <p:cNvSpPr/>
            <p:nvPr/>
          </p:nvSpPr>
          <p:spPr>
            <a:xfrm>
              <a:off x="2752173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5" name="Freeform 2474">
              <a:extLst>
                <a:ext uri="{FF2B5EF4-FFF2-40B4-BE49-F238E27FC236}">
                  <a16:creationId xmlns:a16="http://schemas.microsoft.com/office/drawing/2014/main" id="{F7454088-DFBA-9549-4C6D-D1D1D9FA3F76}"/>
                </a:ext>
              </a:extLst>
            </p:cNvPr>
            <p:cNvSpPr/>
            <p:nvPr/>
          </p:nvSpPr>
          <p:spPr>
            <a:xfrm>
              <a:off x="2752173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6" name="Freeform 2475">
              <a:extLst>
                <a:ext uri="{FF2B5EF4-FFF2-40B4-BE49-F238E27FC236}">
                  <a16:creationId xmlns:a16="http://schemas.microsoft.com/office/drawing/2014/main" id="{0D6DA1F2-DCCA-0563-EEE0-DD87F3E32693}"/>
                </a:ext>
              </a:extLst>
            </p:cNvPr>
            <p:cNvSpPr/>
            <p:nvPr/>
          </p:nvSpPr>
          <p:spPr>
            <a:xfrm>
              <a:off x="2752173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7" name="Freeform 2476">
              <a:extLst>
                <a:ext uri="{FF2B5EF4-FFF2-40B4-BE49-F238E27FC236}">
                  <a16:creationId xmlns:a16="http://schemas.microsoft.com/office/drawing/2014/main" id="{9D39A0BA-048D-6463-8A1A-510E21217CAC}"/>
                </a:ext>
              </a:extLst>
            </p:cNvPr>
            <p:cNvSpPr/>
            <p:nvPr/>
          </p:nvSpPr>
          <p:spPr>
            <a:xfrm>
              <a:off x="2752173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8" name="Freeform 2477">
              <a:extLst>
                <a:ext uri="{FF2B5EF4-FFF2-40B4-BE49-F238E27FC236}">
                  <a16:creationId xmlns:a16="http://schemas.microsoft.com/office/drawing/2014/main" id="{2539EC21-BFC7-B1B2-D313-84F17126AC6F}"/>
                </a:ext>
              </a:extLst>
            </p:cNvPr>
            <p:cNvSpPr/>
            <p:nvPr/>
          </p:nvSpPr>
          <p:spPr>
            <a:xfrm>
              <a:off x="2752173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9" name="Freeform 2478">
              <a:extLst>
                <a:ext uri="{FF2B5EF4-FFF2-40B4-BE49-F238E27FC236}">
                  <a16:creationId xmlns:a16="http://schemas.microsoft.com/office/drawing/2014/main" id="{AA47F760-ED15-EAB6-1C03-CB204EDA867E}"/>
                </a:ext>
              </a:extLst>
            </p:cNvPr>
            <p:cNvSpPr/>
            <p:nvPr/>
          </p:nvSpPr>
          <p:spPr>
            <a:xfrm>
              <a:off x="2752173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0" name="Freeform 2479">
              <a:extLst>
                <a:ext uri="{FF2B5EF4-FFF2-40B4-BE49-F238E27FC236}">
                  <a16:creationId xmlns:a16="http://schemas.microsoft.com/office/drawing/2014/main" id="{114A21EB-648F-8088-B5B2-79488466E93F}"/>
                </a:ext>
              </a:extLst>
            </p:cNvPr>
            <p:cNvSpPr/>
            <p:nvPr/>
          </p:nvSpPr>
          <p:spPr>
            <a:xfrm>
              <a:off x="2752173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1" name="Freeform 2480">
              <a:extLst>
                <a:ext uri="{FF2B5EF4-FFF2-40B4-BE49-F238E27FC236}">
                  <a16:creationId xmlns:a16="http://schemas.microsoft.com/office/drawing/2014/main" id="{F64B9B30-6923-955A-06C1-E17FBEAEEDDC}"/>
                </a:ext>
              </a:extLst>
            </p:cNvPr>
            <p:cNvSpPr/>
            <p:nvPr/>
          </p:nvSpPr>
          <p:spPr>
            <a:xfrm>
              <a:off x="2752173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2" name="Freeform 2481">
              <a:extLst>
                <a:ext uri="{FF2B5EF4-FFF2-40B4-BE49-F238E27FC236}">
                  <a16:creationId xmlns:a16="http://schemas.microsoft.com/office/drawing/2014/main" id="{FB09A544-1B6E-ABB8-3F29-5AAB80FAD0FC}"/>
                </a:ext>
              </a:extLst>
            </p:cNvPr>
            <p:cNvSpPr/>
            <p:nvPr/>
          </p:nvSpPr>
          <p:spPr>
            <a:xfrm>
              <a:off x="2752173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3" name="Freeform 2482">
              <a:extLst>
                <a:ext uri="{FF2B5EF4-FFF2-40B4-BE49-F238E27FC236}">
                  <a16:creationId xmlns:a16="http://schemas.microsoft.com/office/drawing/2014/main" id="{2A34EC6A-066E-4211-F835-807117D82C6E}"/>
                </a:ext>
              </a:extLst>
            </p:cNvPr>
            <p:cNvSpPr/>
            <p:nvPr/>
          </p:nvSpPr>
          <p:spPr>
            <a:xfrm>
              <a:off x="2752173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4" name="Freeform 2483">
              <a:extLst>
                <a:ext uri="{FF2B5EF4-FFF2-40B4-BE49-F238E27FC236}">
                  <a16:creationId xmlns:a16="http://schemas.microsoft.com/office/drawing/2014/main" id="{3EE68C7B-602E-49EA-2C16-C8391B6F8967}"/>
                </a:ext>
              </a:extLst>
            </p:cNvPr>
            <p:cNvSpPr/>
            <p:nvPr/>
          </p:nvSpPr>
          <p:spPr>
            <a:xfrm>
              <a:off x="2752173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5" name="Freeform 2484">
              <a:extLst>
                <a:ext uri="{FF2B5EF4-FFF2-40B4-BE49-F238E27FC236}">
                  <a16:creationId xmlns:a16="http://schemas.microsoft.com/office/drawing/2014/main" id="{93F0E642-71FC-8152-6505-7A9F2AE5E719}"/>
                </a:ext>
              </a:extLst>
            </p:cNvPr>
            <p:cNvSpPr/>
            <p:nvPr/>
          </p:nvSpPr>
          <p:spPr>
            <a:xfrm>
              <a:off x="2752173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6" name="Freeform 2485">
              <a:extLst>
                <a:ext uri="{FF2B5EF4-FFF2-40B4-BE49-F238E27FC236}">
                  <a16:creationId xmlns:a16="http://schemas.microsoft.com/office/drawing/2014/main" id="{74F30B3C-8DD8-E00F-2D12-1682AA411D0C}"/>
                </a:ext>
              </a:extLst>
            </p:cNvPr>
            <p:cNvSpPr/>
            <p:nvPr/>
          </p:nvSpPr>
          <p:spPr>
            <a:xfrm>
              <a:off x="2752173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7" name="Freeform 2486">
              <a:extLst>
                <a:ext uri="{FF2B5EF4-FFF2-40B4-BE49-F238E27FC236}">
                  <a16:creationId xmlns:a16="http://schemas.microsoft.com/office/drawing/2014/main" id="{4FE00543-36CD-28A6-DB56-7EF14F5C6FEA}"/>
                </a:ext>
              </a:extLst>
            </p:cNvPr>
            <p:cNvSpPr/>
            <p:nvPr/>
          </p:nvSpPr>
          <p:spPr>
            <a:xfrm>
              <a:off x="2752173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8" name="Freeform 2487">
              <a:extLst>
                <a:ext uri="{FF2B5EF4-FFF2-40B4-BE49-F238E27FC236}">
                  <a16:creationId xmlns:a16="http://schemas.microsoft.com/office/drawing/2014/main" id="{0EABF306-CFA3-4A2D-41E9-B519D94BFCC1}"/>
                </a:ext>
              </a:extLst>
            </p:cNvPr>
            <p:cNvSpPr/>
            <p:nvPr/>
          </p:nvSpPr>
          <p:spPr>
            <a:xfrm>
              <a:off x="2752173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9" name="Freeform 2488">
              <a:extLst>
                <a:ext uri="{FF2B5EF4-FFF2-40B4-BE49-F238E27FC236}">
                  <a16:creationId xmlns:a16="http://schemas.microsoft.com/office/drawing/2014/main" id="{76AF3018-D6AA-B898-D7DD-1A96B56614B9}"/>
                </a:ext>
              </a:extLst>
            </p:cNvPr>
            <p:cNvSpPr/>
            <p:nvPr/>
          </p:nvSpPr>
          <p:spPr>
            <a:xfrm>
              <a:off x="2844932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0" name="Freeform 2489">
              <a:extLst>
                <a:ext uri="{FF2B5EF4-FFF2-40B4-BE49-F238E27FC236}">
                  <a16:creationId xmlns:a16="http://schemas.microsoft.com/office/drawing/2014/main" id="{1C1C4A9E-7C03-1F81-9281-E093F71BC082}"/>
                </a:ext>
              </a:extLst>
            </p:cNvPr>
            <p:cNvSpPr/>
            <p:nvPr/>
          </p:nvSpPr>
          <p:spPr>
            <a:xfrm>
              <a:off x="2844932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1" name="Freeform 2490">
              <a:extLst>
                <a:ext uri="{FF2B5EF4-FFF2-40B4-BE49-F238E27FC236}">
                  <a16:creationId xmlns:a16="http://schemas.microsoft.com/office/drawing/2014/main" id="{EA73B899-421B-CAE8-81C2-118F7DF525B3}"/>
                </a:ext>
              </a:extLst>
            </p:cNvPr>
            <p:cNvSpPr/>
            <p:nvPr/>
          </p:nvSpPr>
          <p:spPr>
            <a:xfrm>
              <a:off x="2844932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2" name="Freeform 2491">
              <a:extLst>
                <a:ext uri="{FF2B5EF4-FFF2-40B4-BE49-F238E27FC236}">
                  <a16:creationId xmlns:a16="http://schemas.microsoft.com/office/drawing/2014/main" id="{CB92A52A-12CB-2AF8-2A8D-FC5AEB6E0897}"/>
                </a:ext>
              </a:extLst>
            </p:cNvPr>
            <p:cNvSpPr/>
            <p:nvPr/>
          </p:nvSpPr>
          <p:spPr>
            <a:xfrm>
              <a:off x="2844932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3" name="Freeform 2492">
              <a:extLst>
                <a:ext uri="{FF2B5EF4-FFF2-40B4-BE49-F238E27FC236}">
                  <a16:creationId xmlns:a16="http://schemas.microsoft.com/office/drawing/2014/main" id="{FECB765C-AF85-FF61-A42F-AE7810C81C9D}"/>
                </a:ext>
              </a:extLst>
            </p:cNvPr>
            <p:cNvSpPr/>
            <p:nvPr/>
          </p:nvSpPr>
          <p:spPr>
            <a:xfrm>
              <a:off x="2844932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4" name="Freeform 2493">
              <a:extLst>
                <a:ext uri="{FF2B5EF4-FFF2-40B4-BE49-F238E27FC236}">
                  <a16:creationId xmlns:a16="http://schemas.microsoft.com/office/drawing/2014/main" id="{C588933D-F33A-DF70-BB8E-3994170DBF75}"/>
                </a:ext>
              </a:extLst>
            </p:cNvPr>
            <p:cNvSpPr/>
            <p:nvPr/>
          </p:nvSpPr>
          <p:spPr>
            <a:xfrm>
              <a:off x="2844932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5" name="Freeform 2494">
              <a:extLst>
                <a:ext uri="{FF2B5EF4-FFF2-40B4-BE49-F238E27FC236}">
                  <a16:creationId xmlns:a16="http://schemas.microsoft.com/office/drawing/2014/main" id="{8DDE2231-F534-9E3E-482B-CBC9D0DC802E}"/>
                </a:ext>
              </a:extLst>
            </p:cNvPr>
            <p:cNvSpPr/>
            <p:nvPr/>
          </p:nvSpPr>
          <p:spPr>
            <a:xfrm>
              <a:off x="2844932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6" name="Freeform 2495">
              <a:extLst>
                <a:ext uri="{FF2B5EF4-FFF2-40B4-BE49-F238E27FC236}">
                  <a16:creationId xmlns:a16="http://schemas.microsoft.com/office/drawing/2014/main" id="{3336CBDA-1365-76D8-FF35-D5DE5A113638}"/>
                </a:ext>
              </a:extLst>
            </p:cNvPr>
            <p:cNvSpPr/>
            <p:nvPr/>
          </p:nvSpPr>
          <p:spPr>
            <a:xfrm>
              <a:off x="2844932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7" name="Freeform 2496">
              <a:extLst>
                <a:ext uri="{FF2B5EF4-FFF2-40B4-BE49-F238E27FC236}">
                  <a16:creationId xmlns:a16="http://schemas.microsoft.com/office/drawing/2014/main" id="{E4C74484-5C20-EDCC-33FB-7E8618575A6B}"/>
                </a:ext>
              </a:extLst>
            </p:cNvPr>
            <p:cNvSpPr/>
            <p:nvPr/>
          </p:nvSpPr>
          <p:spPr>
            <a:xfrm>
              <a:off x="2844932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8" name="Freeform 2497">
              <a:extLst>
                <a:ext uri="{FF2B5EF4-FFF2-40B4-BE49-F238E27FC236}">
                  <a16:creationId xmlns:a16="http://schemas.microsoft.com/office/drawing/2014/main" id="{978B57F7-ABA9-FF94-416F-F0BF2C796D53}"/>
                </a:ext>
              </a:extLst>
            </p:cNvPr>
            <p:cNvSpPr/>
            <p:nvPr/>
          </p:nvSpPr>
          <p:spPr>
            <a:xfrm>
              <a:off x="2844932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9" name="Freeform 2498">
              <a:extLst>
                <a:ext uri="{FF2B5EF4-FFF2-40B4-BE49-F238E27FC236}">
                  <a16:creationId xmlns:a16="http://schemas.microsoft.com/office/drawing/2014/main" id="{6806B3AC-10ED-2F23-DDF7-6A8B7A4D2775}"/>
                </a:ext>
              </a:extLst>
            </p:cNvPr>
            <p:cNvSpPr/>
            <p:nvPr/>
          </p:nvSpPr>
          <p:spPr>
            <a:xfrm>
              <a:off x="2844932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0" name="Freeform 2499">
              <a:extLst>
                <a:ext uri="{FF2B5EF4-FFF2-40B4-BE49-F238E27FC236}">
                  <a16:creationId xmlns:a16="http://schemas.microsoft.com/office/drawing/2014/main" id="{53D25ACB-C21B-7F34-FBF4-592F18EF0C97}"/>
                </a:ext>
              </a:extLst>
            </p:cNvPr>
            <p:cNvSpPr/>
            <p:nvPr/>
          </p:nvSpPr>
          <p:spPr>
            <a:xfrm>
              <a:off x="2844932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1" name="Freeform 2500">
              <a:extLst>
                <a:ext uri="{FF2B5EF4-FFF2-40B4-BE49-F238E27FC236}">
                  <a16:creationId xmlns:a16="http://schemas.microsoft.com/office/drawing/2014/main" id="{1AAF1EE0-BB64-A5B6-759B-E28C13B58835}"/>
                </a:ext>
              </a:extLst>
            </p:cNvPr>
            <p:cNvSpPr/>
            <p:nvPr/>
          </p:nvSpPr>
          <p:spPr>
            <a:xfrm>
              <a:off x="2844932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2" name="Freeform 2501">
              <a:extLst>
                <a:ext uri="{FF2B5EF4-FFF2-40B4-BE49-F238E27FC236}">
                  <a16:creationId xmlns:a16="http://schemas.microsoft.com/office/drawing/2014/main" id="{4A07D083-0175-AD7D-AB6B-59625723D3CF}"/>
                </a:ext>
              </a:extLst>
            </p:cNvPr>
            <p:cNvSpPr/>
            <p:nvPr/>
          </p:nvSpPr>
          <p:spPr>
            <a:xfrm>
              <a:off x="2844932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3" name="Freeform 2502">
              <a:extLst>
                <a:ext uri="{FF2B5EF4-FFF2-40B4-BE49-F238E27FC236}">
                  <a16:creationId xmlns:a16="http://schemas.microsoft.com/office/drawing/2014/main" id="{078EFCB7-5B81-3E77-21A1-52CFB6141F97}"/>
                </a:ext>
              </a:extLst>
            </p:cNvPr>
            <p:cNvSpPr/>
            <p:nvPr/>
          </p:nvSpPr>
          <p:spPr>
            <a:xfrm>
              <a:off x="2844932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4" name="Freeform 2503">
              <a:extLst>
                <a:ext uri="{FF2B5EF4-FFF2-40B4-BE49-F238E27FC236}">
                  <a16:creationId xmlns:a16="http://schemas.microsoft.com/office/drawing/2014/main" id="{24FCE06B-A725-6616-B962-46B60D46D823}"/>
                </a:ext>
              </a:extLst>
            </p:cNvPr>
            <p:cNvSpPr/>
            <p:nvPr/>
          </p:nvSpPr>
          <p:spPr>
            <a:xfrm>
              <a:off x="2844932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5" name="Freeform 2504">
              <a:extLst>
                <a:ext uri="{FF2B5EF4-FFF2-40B4-BE49-F238E27FC236}">
                  <a16:creationId xmlns:a16="http://schemas.microsoft.com/office/drawing/2014/main" id="{90AD82E1-AC8E-FA1B-1F0B-1E5C9C6D145D}"/>
                </a:ext>
              </a:extLst>
            </p:cNvPr>
            <p:cNvSpPr/>
            <p:nvPr/>
          </p:nvSpPr>
          <p:spPr>
            <a:xfrm>
              <a:off x="2844932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6" name="Freeform 2505">
              <a:extLst>
                <a:ext uri="{FF2B5EF4-FFF2-40B4-BE49-F238E27FC236}">
                  <a16:creationId xmlns:a16="http://schemas.microsoft.com/office/drawing/2014/main" id="{0DB2BFA6-0115-83E8-824E-B8FB172CC10B}"/>
                </a:ext>
              </a:extLst>
            </p:cNvPr>
            <p:cNvSpPr/>
            <p:nvPr/>
          </p:nvSpPr>
          <p:spPr>
            <a:xfrm>
              <a:off x="2844932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7" name="Freeform 2506">
              <a:extLst>
                <a:ext uri="{FF2B5EF4-FFF2-40B4-BE49-F238E27FC236}">
                  <a16:creationId xmlns:a16="http://schemas.microsoft.com/office/drawing/2014/main" id="{A69B5ADC-AB17-A7E8-DCE1-DDF2F3931A26}"/>
                </a:ext>
              </a:extLst>
            </p:cNvPr>
            <p:cNvSpPr/>
            <p:nvPr/>
          </p:nvSpPr>
          <p:spPr>
            <a:xfrm>
              <a:off x="2844932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8" name="Freeform 2507">
              <a:extLst>
                <a:ext uri="{FF2B5EF4-FFF2-40B4-BE49-F238E27FC236}">
                  <a16:creationId xmlns:a16="http://schemas.microsoft.com/office/drawing/2014/main" id="{B45CE8F0-A3B9-277E-4B7B-9CE3A0AF597F}"/>
                </a:ext>
              </a:extLst>
            </p:cNvPr>
            <p:cNvSpPr/>
            <p:nvPr/>
          </p:nvSpPr>
          <p:spPr>
            <a:xfrm>
              <a:off x="2844932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9" name="Freeform 2508">
              <a:extLst>
                <a:ext uri="{FF2B5EF4-FFF2-40B4-BE49-F238E27FC236}">
                  <a16:creationId xmlns:a16="http://schemas.microsoft.com/office/drawing/2014/main" id="{8A6D2E13-A17C-94EB-65F1-D79EC937F08E}"/>
                </a:ext>
              </a:extLst>
            </p:cNvPr>
            <p:cNvSpPr/>
            <p:nvPr/>
          </p:nvSpPr>
          <p:spPr>
            <a:xfrm>
              <a:off x="2844932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0" name="Freeform 2509">
              <a:extLst>
                <a:ext uri="{FF2B5EF4-FFF2-40B4-BE49-F238E27FC236}">
                  <a16:creationId xmlns:a16="http://schemas.microsoft.com/office/drawing/2014/main" id="{717B2158-2F72-00EC-1FD2-6F7D552D4E56}"/>
                </a:ext>
              </a:extLst>
            </p:cNvPr>
            <p:cNvSpPr/>
            <p:nvPr/>
          </p:nvSpPr>
          <p:spPr>
            <a:xfrm>
              <a:off x="2844932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1" name="Freeform 2510">
              <a:extLst>
                <a:ext uri="{FF2B5EF4-FFF2-40B4-BE49-F238E27FC236}">
                  <a16:creationId xmlns:a16="http://schemas.microsoft.com/office/drawing/2014/main" id="{FDBD31DB-EED7-B7B2-B61E-56E4ADE911A0}"/>
                </a:ext>
              </a:extLst>
            </p:cNvPr>
            <p:cNvSpPr/>
            <p:nvPr/>
          </p:nvSpPr>
          <p:spPr>
            <a:xfrm>
              <a:off x="2844932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2" name="Freeform 2511">
              <a:extLst>
                <a:ext uri="{FF2B5EF4-FFF2-40B4-BE49-F238E27FC236}">
                  <a16:creationId xmlns:a16="http://schemas.microsoft.com/office/drawing/2014/main" id="{3B181D03-AF82-2ABF-C01F-2963D9A791B6}"/>
                </a:ext>
              </a:extLst>
            </p:cNvPr>
            <p:cNvSpPr/>
            <p:nvPr/>
          </p:nvSpPr>
          <p:spPr>
            <a:xfrm>
              <a:off x="2844932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3" name="Freeform 2512">
              <a:extLst>
                <a:ext uri="{FF2B5EF4-FFF2-40B4-BE49-F238E27FC236}">
                  <a16:creationId xmlns:a16="http://schemas.microsoft.com/office/drawing/2014/main" id="{2B1956C0-A378-F513-2A33-38E1B5D75F5C}"/>
                </a:ext>
              </a:extLst>
            </p:cNvPr>
            <p:cNvSpPr/>
            <p:nvPr/>
          </p:nvSpPr>
          <p:spPr>
            <a:xfrm>
              <a:off x="2844932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4" name="Freeform 2513">
              <a:extLst>
                <a:ext uri="{FF2B5EF4-FFF2-40B4-BE49-F238E27FC236}">
                  <a16:creationId xmlns:a16="http://schemas.microsoft.com/office/drawing/2014/main" id="{078B4BF8-05E5-5B5A-D07F-6CFACB856AC8}"/>
                </a:ext>
              </a:extLst>
            </p:cNvPr>
            <p:cNvSpPr/>
            <p:nvPr/>
          </p:nvSpPr>
          <p:spPr>
            <a:xfrm>
              <a:off x="2844932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5" name="Freeform 2514">
              <a:extLst>
                <a:ext uri="{FF2B5EF4-FFF2-40B4-BE49-F238E27FC236}">
                  <a16:creationId xmlns:a16="http://schemas.microsoft.com/office/drawing/2014/main" id="{E927F40F-B5DB-F63C-8F94-DB8C5F1F2A6D}"/>
                </a:ext>
              </a:extLst>
            </p:cNvPr>
            <p:cNvSpPr/>
            <p:nvPr/>
          </p:nvSpPr>
          <p:spPr>
            <a:xfrm>
              <a:off x="2844932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6" name="Freeform 2515">
              <a:extLst>
                <a:ext uri="{FF2B5EF4-FFF2-40B4-BE49-F238E27FC236}">
                  <a16:creationId xmlns:a16="http://schemas.microsoft.com/office/drawing/2014/main" id="{B0DFD1E3-39D8-B13C-5613-B4224BD61ADB}"/>
                </a:ext>
              </a:extLst>
            </p:cNvPr>
            <p:cNvSpPr/>
            <p:nvPr/>
          </p:nvSpPr>
          <p:spPr>
            <a:xfrm>
              <a:off x="2844932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7" name="Freeform 2516">
              <a:extLst>
                <a:ext uri="{FF2B5EF4-FFF2-40B4-BE49-F238E27FC236}">
                  <a16:creationId xmlns:a16="http://schemas.microsoft.com/office/drawing/2014/main" id="{0FDCB70D-03AA-50A5-704D-AA18A46371AD}"/>
                </a:ext>
              </a:extLst>
            </p:cNvPr>
            <p:cNvSpPr/>
            <p:nvPr/>
          </p:nvSpPr>
          <p:spPr>
            <a:xfrm>
              <a:off x="2844932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8" name="Freeform 2517">
              <a:extLst>
                <a:ext uri="{FF2B5EF4-FFF2-40B4-BE49-F238E27FC236}">
                  <a16:creationId xmlns:a16="http://schemas.microsoft.com/office/drawing/2014/main" id="{D45BCAE4-F3A3-5840-5B3B-3335FFB4B170}"/>
                </a:ext>
              </a:extLst>
            </p:cNvPr>
            <p:cNvSpPr/>
            <p:nvPr/>
          </p:nvSpPr>
          <p:spPr>
            <a:xfrm>
              <a:off x="2844932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9" name="Freeform 2518">
              <a:extLst>
                <a:ext uri="{FF2B5EF4-FFF2-40B4-BE49-F238E27FC236}">
                  <a16:creationId xmlns:a16="http://schemas.microsoft.com/office/drawing/2014/main" id="{29483212-214B-C193-0621-B9494B4F73B0}"/>
                </a:ext>
              </a:extLst>
            </p:cNvPr>
            <p:cNvSpPr/>
            <p:nvPr/>
          </p:nvSpPr>
          <p:spPr>
            <a:xfrm>
              <a:off x="2844932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0" name="Freeform 2519">
              <a:extLst>
                <a:ext uri="{FF2B5EF4-FFF2-40B4-BE49-F238E27FC236}">
                  <a16:creationId xmlns:a16="http://schemas.microsoft.com/office/drawing/2014/main" id="{247A6E76-3FA7-34A5-DA64-D2C265B710E4}"/>
                </a:ext>
              </a:extLst>
            </p:cNvPr>
            <p:cNvSpPr/>
            <p:nvPr/>
          </p:nvSpPr>
          <p:spPr>
            <a:xfrm>
              <a:off x="2844932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1" name="Freeform 2520">
              <a:extLst>
                <a:ext uri="{FF2B5EF4-FFF2-40B4-BE49-F238E27FC236}">
                  <a16:creationId xmlns:a16="http://schemas.microsoft.com/office/drawing/2014/main" id="{07577D27-EB03-B0F2-3C74-5F85B5884CC3}"/>
                </a:ext>
              </a:extLst>
            </p:cNvPr>
            <p:cNvSpPr/>
            <p:nvPr/>
          </p:nvSpPr>
          <p:spPr>
            <a:xfrm>
              <a:off x="2844932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2" name="Freeform 2521">
              <a:extLst>
                <a:ext uri="{FF2B5EF4-FFF2-40B4-BE49-F238E27FC236}">
                  <a16:creationId xmlns:a16="http://schemas.microsoft.com/office/drawing/2014/main" id="{C9430023-3E2E-7017-1FDA-3AACFF691E39}"/>
                </a:ext>
              </a:extLst>
            </p:cNvPr>
            <p:cNvSpPr/>
            <p:nvPr/>
          </p:nvSpPr>
          <p:spPr>
            <a:xfrm>
              <a:off x="2844932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3" name="Freeform 2522">
              <a:extLst>
                <a:ext uri="{FF2B5EF4-FFF2-40B4-BE49-F238E27FC236}">
                  <a16:creationId xmlns:a16="http://schemas.microsoft.com/office/drawing/2014/main" id="{57F7A956-5C03-CCD0-3DA4-239648F35E81}"/>
                </a:ext>
              </a:extLst>
            </p:cNvPr>
            <p:cNvSpPr/>
            <p:nvPr/>
          </p:nvSpPr>
          <p:spPr>
            <a:xfrm>
              <a:off x="2937691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4" name="Freeform 2523">
              <a:extLst>
                <a:ext uri="{FF2B5EF4-FFF2-40B4-BE49-F238E27FC236}">
                  <a16:creationId xmlns:a16="http://schemas.microsoft.com/office/drawing/2014/main" id="{FD5E979B-7C84-8FDD-939A-F602993A8AD4}"/>
                </a:ext>
              </a:extLst>
            </p:cNvPr>
            <p:cNvSpPr/>
            <p:nvPr/>
          </p:nvSpPr>
          <p:spPr>
            <a:xfrm>
              <a:off x="2937691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5" name="Freeform 2524">
              <a:extLst>
                <a:ext uri="{FF2B5EF4-FFF2-40B4-BE49-F238E27FC236}">
                  <a16:creationId xmlns:a16="http://schemas.microsoft.com/office/drawing/2014/main" id="{CFBCFA21-026D-FC1D-FF6B-07957C16368D}"/>
                </a:ext>
              </a:extLst>
            </p:cNvPr>
            <p:cNvSpPr/>
            <p:nvPr/>
          </p:nvSpPr>
          <p:spPr>
            <a:xfrm>
              <a:off x="2937691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6" name="Freeform 2525">
              <a:extLst>
                <a:ext uri="{FF2B5EF4-FFF2-40B4-BE49-F238E27FC236}">
                  <a16:creationId xmlns:a16="http://schemas.microsoft.com/office/drawing/2014/main" id="{73EC90BD-41A1-AAAA-497A-FE943D7E0319}"/>
                </a:ext>
              </a:extLst>
            </p:cNvPr>
            <p:cNvSpPr/>
            <p:nvPr/>
          </p:nvSpPr>
          <p:spPr>
            <a:xfrm>
              <a:off x="2937691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7" name="Freeform 2526">
              <a:extLst>
                <a:ext uri="{FF2B5EF4-FFF2-40B4-BE49-F238E27FC236}">
                  <a16:creationId xmlns:a16="http://schemas.microsoft.com/office/drawing/2014/main" id="{AD7EA968-15D0-EE79-16A7-C52187C85AB7}"/>
                </a:ext>
              </a:extLst>
            </p:cNvPr>
            <p:cNvSpPr/>
            <p:nvPr/>
          </p:nvSpPr>
          <p:spPr>
            <a:xfrm>
              <a:off x="2937691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8" name="Freeform 2527">
              <a:extLst>
                <a:ext uri="{FF2B5EF4-FFF2-40B4-BE49-F238E27FC236}">
                  <a16:creationId xmlns:a16="http://schemas.microsoft.com/office/drawing/2014/main" id="{77D1E02C-9A7E-2A7A-3F7A-754301D161CD}"/>
                </a:ext>
              </a:extLst>
            </p:cNvPr>
            <p:cNvSpPr/>
            <p:nvPr/>
          </p:nvSpPr>
          <p:spPr>
            <a:xfrm>
              <a:off x="2937691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9" name="Freeform 2528">
              <a:extLst>
                <a:ext uri="{FF2B5EF4-FFF2-40B4-BE49-F238E27FC236}">
                  <a16:creationId xmlns:a16="http://schemas.microsoft.com/office/drawing/2014/main" id="{81A9C17A-8F32-AFE5-3596-8AF12C060BF7}"/>
                </a:ext>
              </a:extLst>
            </p:cNvPr>
            <p:cNvSpPr/>
            <p:nvPr/>
          </p:nvSpPr>
          <p:spPr>
            <a:xfrm>
              <a:off x="2937691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0" name="Freeform 2529">
              <a:extLst>
                <a:ext uri="{FF2B5EF4-FFF2-40B4-BE49-F238E27FC236}">
                  <a16:creationId xmlns:a16="http://schemas.microsoft.com/office/drawing/2014/main" id="{C76B110A-1769-B6F3-BFE7-0C8DB1F35F39}"/>
                </a:ext>
              </a:extLst>
            </p:cNvPr>
            <p:cNvSpPr/>
            <p:nvPr/>
          </p:nvSpPr>
          <p:spPr>
            <a:xfrm>
              <a:off x="2937691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1" name="Freeform 2530">
              <a:extLst>
                <a:ext uri="{FF2B5EF4-FFF2-40B4-BE49-F238E27FC236}">
                  <a16:creationId xmlns:a16="http://schemas.microsoft.com/office/drawing/2014/main" id="{B61106B2-67A5-1011-5C54-2471288D2FEF}"/>
                </a:ext>
              </a:extLst>
            </p:cNvPr>
            <p:cNvSpPr/>
            <p:nvPr/>
          </p:nvSpPr>
          <p:spPr>
            <a:xfrm>
              <a:off x="2937691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2" name="Freeform 2531">
              <a:extLst>
                <a:ext uri="{FF2B5EF4-FFF2-40B4-BE49-F238E27FC236}">
                  <a16:creationId xmlns:a16="http://schemas.microsoft.com/office/drawing/2014/main" id="{7666A859-8BD6-FE61-8650-74149BB2D569}"/>
                </a:ext>
              </a:extLst>
            </p:cNvPr>
            <p:cNvSpPr/>
            <p:nvPr/>
          </p:nvSpPr>
          <p:spPr>
            <a:xfrm>
              <a:off x="2937691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3" name="Freeform 2532">
              <a:extLst>
                <a:ext uri="{FF2B5EF4-FFF2-40B4-BE49-F238E27FC236}">
                  <a16:creationId xmlns:a16="http://schemas.microsoft.com/office/drawing/2014/main" id="{2469EB9D-BC3E-59A3-7F3C-3375D9C97FDC}"/>
                </a:ext>
              </a:extLst>
            </p:cNvPr>
            <p:cNvSpPr/>
            <p:nvPr/>
          </p:nvSpPr>
          <p:spPr>
            <a:xfrm>
              <a:off x="2937691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4" name="Freeform 2533">
              <a:extLst>
                <a:ext uri="{FF2B5EF4-FFF2-40B4-BE49-F238E27FC236}">
                  <a16:creationId xmlns:a16="http://schemas.microsoft.com/office/drawing/2014/main" id="{E48E6C27-1288-1C4A-7310-02BA5F766845}"/>
                </a:ext>
              </a:extLst>
            </p:cNvPr>
            <p:cNvSpPr/>
            <p:nvPr/>
          </p:nvSpPr>
          <p:spPr>
            <a:xfrm>
              <a:off x="2937691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5" name="Freeform 2534">
              <a:extLst>
                <a:ext uri="{FF2B5EF4-FFF2-40B4-BE49-F238E27FC236}">
                  <a16:creationId xmlns:a16="http://schemas.microsoft.com/office/drawing/2014/main" id="{9CBA1AF3-F5CB-EC80-1705-95D6F464FA0B}"/>
                </a:ext>
              </a:extLst>
            </p:cNvPr>
            <p:cNvSpPr/>
            <p:nvPr/>
          </p:nvSpPr>
          <p:spPr>
            <a:xfrm>
              <a:off x="2937691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6" name="Freeform 2535">
              <a:extLst>
                <a:ext uri="{FF2B5EF4-FFF2-40B4-BE49-F238E27FC236}">
                  <a16:creationId xmlns:a16="http://schemas.microsoft.com/office/drawing/2014/main" id="{9D149DCB-0D65-FBA1-CD7D-6376C1B5433A}"/>
                </a:ext>
              </a:extLst>
            </p:cNvPr>
            <p:cNvSpPr/>
            <p:nvPr/>
          </p:nvSpPr>
          <p:spPr>
            <a:xfrm>
              <a:off x="2937691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7" name="Freeform 2536">
              <a:extLst>
                <a:ext uri="{FF2B5EF4-FFF2-40B4-BE49-F238E27FC236}">
                  <a16:creationId xmlns:a16="http://schemas.microsoft.com/office/drawing/2014/main" id="{26C9CEED-3280-6847-A36D-44C405E659CD}"/>
                </a:ext>
              </a:extLst>
            </p:cNvPr>
            <p:cNvSpPr/>
            <p:nvPr/>
          </p:nvSpPr>
          <p:spPr>
            <a:xfrm>
              <a:off x="2937691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8" name="Freeform 2537">
              <a:extLst>
                <a:ext uri="{FF2B5EF4-FFF2-40B4-BE49-F238E27FC236}">
                  <a16:creationId xmlns:a16="http://schemas.microsoft.com/office/drawing/2014/main" id="{2A168FEF-45C2-69D8-39C7-950774703BCB}"/>
                </a:ext>
              </a:extLst>
            </p:cNvPr>
            <p:cNvSpPr/>
            <p:nvPr/>
          </p:nvSpPr>
          <p:spPr>
            <a:xfrm>
              <a:off x="2937691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9" name="Freeform 2538">
              <a:extLst>
                <a:ext uri="{FF2B5EF4-FFF2-40B4-BE49-F238E27FC236}">
                  <a16:creationId xmlns:a16="http://schemas.microsoft.com/office/drawing/2014/main" id="{BA9C1E1E-9914-EBE6-840C-30CEA47246D7}"/>
                </a:ext>
              </a:extLst>
            </p:cNvPr>
            <p:cNvSpPr/>
            <p:nvPr/>
          </p:nvSpPr>
          <p:spPr>
            <a:xfrm>
              <a:off x="2937691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0" name="Freeform 2539">
              <a:extLst>
                <a:ext uri="{FF2B5EF4-FFF2-40B4-BE49-F238E27FC236}">
                  <a16:creationId xmlns:a16="http://schemas.microsoft.com/office/drawing/2014/main" id="{736831A9-7D94-4359-8CA1-3C54B7EB9AAD}"/>
                </a:ext>
              </a:extLst>
            </p:cNvPr>
            <p:cNvSpPr/>
            <p:nvPr/>
          </p:nvSpPr>
          <p:spPr>
            <a:xfrm>
              <a:off x="2937691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1" name="Freeform 2540">
              <a:extLst>
                <a:ext uri="{FF2B5EF4-FFF2-40B4-BE49-F238E27FC236}">
                  <a16:creationId xmlns:a16="http://schemas.microsoft.com/office/drawing/2014/main" id="{25E21A86-226C-357A-D277-314B341571C4}"/>
                </a:ext>
              </a:extLst>
            </p:cNvPr>
            <p:cNvSpPr/>
            <p:nvPr/>
          </p:nvSpPr>
          <p:spPr>
            <a:xfrm>
              <a:off x="2937691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2" name="Freeform 2541">
              <a:extLst>
                <a:ext uri="{FF2B5EF4-FFF2-40B4-BE49-F238E27FC236}">
                  <a16:creationId xmlns:a16="http://schemas.microsoft.com/office/drawing/2014/main" id="{6403E903-67CF-5E10-3872-63CA95A21D6B}"/>
                </a:ext>
              </a:extLst>
            </p:cNvPr>
            <p:cNvSpPr/>
            <p:nvPr/>
          </p:nvSpPr>
          <p:spPr>
            <a:xfrm>
              <a:off x="2937691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3" name="Freeform 2542">
              <a:extLst>
                <a:ext uri="{FF2B5EF4-FFF2-40B4-BE49-F238E27FC236}">
                  <a16:creationId xmlns:a16="http://schemas.microsoft.com/office/drawing/2014/main" id="{54C374DF-C37A-6DD1-0539-E285D9E041B3}"/>
                </a:ext>
              </a:extLst>
            </p:cNvPr>
            <p:cNvSpPr/>
            <p:nvPr/>
          </p:nvSpPr>
          <p:spPr>
            <a:xfrm>
              <a:off x="2937691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4" name="Freeform 2543">
              <a:extLst>
                <a:ext uri="{FF2B5EF4-FFF2-40B4-BE49-F238E27FC236}">
                  <a16:creationId xmlns:a16="http://schemas.microsoft.com/office/drawing/2014/main" id="{403C2183-2ED5-3372-6EAB-4E1E2622F736}"/>
                </a:ext>
              </a:extLst>
            </p:cNvPr>
            <p:cNvSpPr/>
            <p:nvPr/>
          </p:nvSpPr>
          <p:spPr>
            <a:xfrm>
              <a:off x="2937691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5" name="Freeform 2544">
              <a:extLst>
                <a:ext uri="{FF2B5EF4-FFF2-40B4-BE49-F238E27FC236}">
                  <a16:creationId xmlns:a16="http://schemas.microsoft.com/office/drawing/2014/main" id="{71E2D52E-A379-FA1D-D38C-A6F2D9C73D93}"/>
                </a:ext>
              </a:extLst>
            </p:cNvPr>
            <p:cNvSpPr/>
            <p:nvPr/>
          </p:nvSpPr>
          <p:spPr>
            <a:xfrm>
              <a:off x="2937691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6" name="Freeform 2545">
              <a:extLst>
                <a:ext uri="{FF2B5EF4-FFF2-40B4-BE49-F238E27FC236}">
                  <a16:creationId xmlns:a16="http://schemas.microsoft.com/office/drawing/2014/main" id="{63B10A12-0C9C-5C1F-EDB5-94B64F2E1DCF}"/>
                </a:ext>
              </a:extLst>
            </p:cNvPr>
            <p:cNvSpPr/>
            <p:nvPr/>
          </p:nvSpPr>
          <p:spPr>
            <a:xfrm>
              <a:off x="2937691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7" name="Freeform 2546">
              <a:extLst>
                <a:ext uri="{FF2B5EF4-FFF2-40B4-BE49-F238E27FC236}">
                  <a16:creationId xmlns:a16="http://schemas.microsoft.com/office/drawing/2014/main" id="{EEB87A4E-CCB7-F3EE-0026-71B028B80552}"/>
                </a:ext>
              </a:extLst>
            </p:cNvPr>
            <p:cNvSpPr/>
            <p:nvPr/>
          </p:nvSpPr>
          <p:spPr>
            <a:xfrm>
              <a:off x="2937691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8" name="Freeform 2547">
              <a:extLst>
                <a:ext uri="{FF2B5EF4-FFF2-40B4-BE49-F238E27FC236}">
                  <a16:creationId xmlns:a16="http://schemas.microsoft.com/office/drawing/2014/main" id="{7F7A7AE9-1D58-B2B3-C707-2CA1F936C98F}"/>
                </a:ext>
              </a:extLst>
            </p:cNvPr>
            <p:cNvSpPr/>
            <p:nvPr/>
          </p:nvSpPr>
          <p:spPr>
            <a:xfrm>
              <a:off x="2937691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9" name="Freeform 2548">
              <a:extLst>
                <a:ext uri="{FF2B5EF4-FFF2-40B4-BE49-F238E27FC236}">
                  <a16:creationId xmlns:a16="http://schemas.microsoft.com/office/drawing/2014/main" id="{25DFDE63-A7BA-C777-453B-F0617F539DC0}"/>
                </a:ext>
              </a:extLst>
            </p:cNvPr>
            <p:cNvSpPr/>
            <p:nvPr/>
          </p:nvSpPr>
          <p:spPr>
            <a:xfrm>
              <a:off x="2937691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0" name="Freeform 2549">
              <a:extLst>
                <a:ext uri="{FF2B5EF4-FFF2-40B4-BE49-F238E27FC236}">
                  <a16:creationId xmlns:a16="http://schemas.microsoft.com/office/drawing/2014/main" id="{95ED7437-D498-65AC-3C49-33E6C9A2E555}"/>
                </a:ext>
              </a:extLst>
            </p:cNvPr>
            <p:cNvSpPr/>
            <p:nvPr/>
          </p:nvSpPr>
          <p:spPr>
            <a:xfrm>
              <a:off x="2937691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1" name="Freeform 2550">
              <a:extLst>
                <a:ext uri="{FF2B5EF4-FFF2-40B4-BE49-F238E27FC236}">
                  <a16:creationId xmlns:a16="http://schemas.microsoft.com/office/drawing/2014/main" id="{2092BEB4-AE7A-E174-F679-7FF138144ABD}"/>
                </a:ext>
              </a:extLst>
            </p:cNvPr>
            <p:cNvSpPr/>
            <p:nvPr/>
          </p:nvSpPr>
          <p:spPr>
            <a:xfrm>
              <a:off x="2937691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2" name="Freeform 2551">
              <a:extLst>
                <a:ext uri="{FF2B5EF4-FFF2-40B4-BE49-F238E27FC236}">
                  <a16:creationId xmlns:a16="http://schemas.microsoft.com/office/drawing/2014/main" id="{59C79815-0600-5875-C9FB-5FC6EB9DB5AB}"/>
                </a:ext>
              </a:extLst>
            </p:cNvPr>
            <p:cNvSpPr/>
            <p:nvPr/>
          </p:nvSpPr>
          <p:spPr>
            <a:xfrm>
              <a:off x="2937691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3" name="Freeform 2552">
              <a:extLst>
                <a:ext uri="{FF2B5EF4-FFF2-40B4-BE49-F238E27FC236}">
                  <a16:creationId xmlns:a16="http://schemas.microsoft.com/office/drawing/2014/main" id="{C6007AB1-E67C-3CF3-C414-DA2F76F50EC3}"/>
                </a:ext>
              </a:extLst>
            </p:cNvPr>
            <p:cNvSpPr/>
            <p:nvPr/>
          </p:nvSpPr>
          <p:spPr>
            <a:xfrm>
              <a:off x="2937691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4" name="Freeform 2553">
              <a:extLst>
                <a:ext uri="{FF2B5EF4-FFF2-40B4-BE49-F238E27FC236}">
                  <a16:creationId xmlns:a16="http://schemas.microsoft.com/office/drawing/2014/main" id="{DF4C5EC5-7814-4DCA-2055-1FEC0841B20B}"/>
                </a:ext>
              </a:extLst>
            </p:cNvPr>
            <p:cNvSpPr/>
            <p:nvPr/>
          </p:nvSpPr>
          <p:spPr>
            <a:xfrm>
              <a:off x="2937691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5" name="Freeform 2554">
              <a:extLst>
                <a:ext uri="{FF2B5EF4-FFF2-40B4-BE49-F238E27FC236}">
                  <a16:creationId xmlns:a16="http://schemas.microsoft.com/office/drawing/2014/main" id="{EA4011D2-4E8C-461C-5C4C-161D71B86D08}"/>
                </a:ext>
              </a:extLst>
            </p:cNvPr>
            <p:cNvSpPr/>
            <p:nvPr/>
          </p:nvSpPr>
          <p:spPr>
            <a:xfrm>
              <a:off x="2937691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6" name="Freeform 2555">
              <a:extLst>
                <a:ext uri="{FF2B5EF4-FFF2-40B4-BE49-F238E27FC236}">
                  <a16:creationId xmlns:a16="http://schemas.microsoft.com/office/drawing/2014/main" id="{7FA87575-3222-1C5C-5C89-A224DF5B9291}"/>
                </a:ext>
              </a:extLst>
            </p:cNvPr>
            <p:cNvSpPr/>
            <p:nvPr/>
          </p:nvSpPr>
          <p:spPr>
            <a:xfrm>
              <a:off x="2937691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7" name="Freeform 2556">
              <a:extLst>
                <a:ext uri="{FF2B5EF4-FFF2-40B4-BE49-F238E27FC236}">
                  <a16:creationId xmlns:a16="http://schemas.microsoft.com/office/drawing/2014/main" id="{CF9861F5-93AB-E79C-45F6-EA285231190D}"/>
                </a:ext>
              </a:extLst>
            </p:cNvPr>
            <p:cNvSpPr/>
            <p:nvPr/>
          </p:nvSpPr>
          <p:spPr>
            <a:xfrm>
              <a:off x="3030451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8" name="Freeform 2557">
              <a:extLst>
                <a:ext uri="{FF2B5EF4-FFF2-40B4-BE49-F238E27FC236}">
                  <a16:creationId xmlns:a16="http://schemas.microsoft.com/office/drawing/2014/main" id="{5330380D-7A90-EBC7-5F20-8A65FE62C31B}"/>
                </a:ext>
              </a:extLst>
            </p:cNvPr>
            <p:cNvSpPr/>
            <p:nvPr/>
          </p:nvSpPr>
          <p:spPr>
            <a:xfrm>
              <a:off x="3030451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9" name="Freeform 2558">
              <a:extLst>
                <a:ext uri="{FF2B5EF4-FFF2-40B4-BE49-F238E27FC236}">
                  <a16:creationId xmlns:a16="http://schemas.microsoft.com/office/drawing/2014/main" id="{A785A7D6-63EC-0CAE-7C73-41BAA7BBC8DA}"/>
                </a:ext>
              </a:extLst>
            </p:cNvPr>
            <p:cNvSpPr/>
            <p:nvPr/>
          </p:nvSpPr>
          <p:spPr>
            <a:xfrm>
              <a:off x="3030451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0" name="Freeform 2559">
              <a:extLst>
                <a:ext uri="{FF2B5EF4-FFF2-40B4-BE49-F238E27FC236}">
                  <a16:creationId xmlns:a16="http://schemas.microsoft.com/office/drawing/2014/main" id="{DAC82116-DFBA-5457-3533-21F1A5E89A56}"/>
                </a:ext>
              </a:extLst>
            </p:cNvPr>
            <p:cNvSpPr/>
            <p:nvPr/>
          </p:nvSpPr>
          <p:spPr>
            <a:xfrm>
              <a:off x="3030451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" name="Freeform 2560">
              <a:extLst>
                <a:ext uri="{FF2B5EF4-FFF2-40B4-BE49-F238E27FC236}">
                  <a16:creationId xmlns:a16="http://schemas.microsoft.com/office/drawing/2014/main" id="{1A3BB2A0-7058-4228-3FFE-E2798E771825}"/>
                </a:ext>
              </a:extLst>
            </p:cNvPr>
            <p:cNvSpPr/>
            <p:nvPr/>
          </p:nvSpPr>
          <p:spPr>
            <a:xfrm>
              <a:off x="3030451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F9F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2" name="Freeform 2561">
              <a:extLst>
                <a:ext uri="{FF2B5EF4-FFF2-40B4-BE49-F238E27FC236}">
                  <a16:creationId xmlns:a16="http://schemas.microsoft.com/office/drawing/2014/main" id="{05E5EF00-C6AB-B541-3BAC-070D67CC8103}"/>
                </a:ext>
              </a:extLst>
            </p:cNvPr>
            <p:cNvSpPr/>
            <p:nvPr/>
          </p:nvSpPr>
          <p:spPr>
            <a:xfrm>
              <a:off x="3030451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3" name="Freeform 2562">
              <a:extLst>
                <a:ext uri="{FF2B5EF4-FFF2-40B4-BE49-F238E27FC236}">
                  <a16:creationId xmlns:a16="http://schemas.microsoft.com/office/drawing/2014/main" id="{3315BADA-2E47-C2C1-1AC6-EA7354DF7666}"/>
                </a:ext>
              </a:extLst>
            </p:cNvPr>
            <p:cNvSpPr/>
            <p:nvPr/>
          </p:nvSpPr>
          <p:spPr>
            <a:xfrm>
              <a:off x="3030451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4" name="Freeform 2563">
              <a:extLst>
                <a:ext uri="{FF2B5EF4-FFF2-40B4-BE49-F238E27FC236}">
                  <a16:creationId xmlns:a16="http://schemas.microsoft.com/office/drawing/2014/main" id="{F96DC103-10CA-C0C3-2F97-05B1EF570D2F}"/>
                </a:ext>
              </a:extLst>
            </p:cNvPr>
            <p:cNvSpPr/>
            <p:nvPr/>
          </p:nvSpPr>
          <p:spPr>
            <a:xfrm>
              <a:off x="3030451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5" name="Freeform 2564">
              <a:extLst>
                <a:ext uri="{FF2B5EF4-FFF2-40B4-BE49-F238E27FC236}">
                  <a16:creationId xmlns:a16="http://schemas.microsoft.com/office/drawing/2014/main" id="{758CAC18-B1ED-7701-2DE3-B8C900124412}"/>
                </a:ext>
              </a:extLst>
            </p:cNvPr>
            <p:cNvSpPr/>
            <p:nvPr/>
          </p:nvSpPr>
          <p:spPr>
            <a:xfrm>
              <a:off x="3030451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6" name="Freeform 2565">
              <a:extLst>
                <a:ext uri="{FF2B5EF4-FFF2-40B4-BE49-F238E27FC236}">
                  <a16:creationId xmlns:a16="http://schemas.microsoft.com/office/drawing/2014/main" id="{A8D285CF-1729-91A4-ECF1-04A3C2324152}"/>
                </a:ext>
              </a:extLst>
            </p:cNvPr>
            <p:cNvSpPr/>
            <p:nvPr/>
          </p:nvSpPr>
          <p:spPr>
            <a:xfrm>
              <a:off x="3030451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7" name="Freeform 2566">
              <a:extLst>
                <a:ext uri="{FF2B5EF4-FFF2-40B4-BE49-F238E27FC236}">
                  <a16:creationId xmlns:a16="http://schemas.microsoft.com/office/drawing/2014/main" id="{B5AE969C-E2DA-2431-C426-9CC24640FB49}"/>
                </a:ext>
              </a:extLst>
            </p:cNvPr>
            <p:cNvSpPr/>
            <p:nvPr/>
          </p:nvSpPr>
          <p:spPr>
            <a:xfrm>
              <a:off x="3030451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8" name="Freeform 2567">
              <a:extLst>
                <a:ext uri="{FF2B5EF4-FFF2-40B4-BE49-F238E27FC236}">
                  <a16:creationId xmlns:a16="http://schemas.microsoft.com/office/drawing/2014/main" id="{B3B82741-2908-773A-E3CC-193CBF301CE8}"/>
                </a:ext>
              </a:extLst>
            </p:cNvPr>
            <p:cNvSpPr/>
            <p:nvPr/>
          </p:nvSpPr>
          <p:spPr>
            <a:xfrm>
              <a:off x="3030451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9" name="Freeform 2568">
              <a:extLst>
                <a:ext uri="{FF2B5EF4-FFF2-40B4-BE49-F238E27FC236}">
                  <a16:creationId xmlns:a16="http://schemas.microsoft.com/office/drawing/2014/main" id="{D8AD2F45-03AE-1018-D41B-521D207FA6D9}"/>
                </a:ext>
              </a:extLst>
            </p:cNvPr>
            <p:cNvSpPr/>
            <p:nvPr/>
          </p:nvSpPr>
          <p:spPr>
            <a:xfrm>
              <a:off x="3030451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0" name="Freeform 2569">
              <a:extLst>
                <a:ext uri="{FF2B5EF4-FFF2-40B4-BE49-F238E27FC236}">
                  <a16:creationId xmlns:a16="http://schemas.microsoft.com/office/drawing/2014/main" id="{93B85EF0-1C94-4299-FB0A-A5A99FDD340D}"/>
                </a:ext>
              </a:extLst>
            </p:cNvPr>
            <p:cNvSpPr/>
            <p:nvPr/>
          </p:nvSpPr>
          <p:spPr>
            <a:xfrm>
              <a:off x="3030451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1" name="Freeform 2570">
              <a:extLst>
                <a:ext uri="{FF2B5EF4-FFF2-40B4-BE49-F238E27FC236}">
                  <a16:creationId xmlns:a16="http://schemas.microsoft.com/office/drawing/2014/main" id="{DFCD419A-3732-C36F-D0F9-927E0D222B58}"/>
                </a:ext>
              </a:extLst>
            </p:cNvPr>
            <p:cNvSpPr/>
            <p:nvPr/>
          </p:nvSpPr>
          <p:spPr>
            <a:xfrm>
              <a:off x="3030451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2" name="Freeform 2571">
              <a:extLst>
                <a:ext uri="{FF2B5EF4-FFF2-40B4-BE49-F238E27FC236}">
                  <a16:creationId xmlns:a16="http://schemas.microsoft.com/office/drawing/2014/main" id="{A70D8B85-3F3F-1821-7B5A-A41AF7BEEC10}"/>
                </a:ext>
              </a:extLst>
            </p:cNvPr>
            <p:cNvSpPr/>
            <p:nvPr/>
          </p:nvSpPr>
          <p:spPr>
            <a:xfrm>
              <a:off x="3030451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3" name="Freeform 2572">
              <a:extLst>
                <a:ext uri="{FF2B5EF4-FFF2-40B4-BE49-F238E27FC236}">
                  <a16:creationId xmlns:a16="http://schemas.microsoft.com/office/drawing/2014/main" id="{EC071027-D866-EA00-73CC-D01C4B6E0DFC}"/>
                </a:ext>
              </a:extLst>
            </p:cNvPr>
            <p:cNvSpPr/>
            <p:nvPr/>
          </p:nvSpPr>
          <p:spPr>
            <a:xfrm>
              <a:off x="3030451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4" name="Freeform 2573">
              <a:extLst>
                <a:ext uri="{FF2B5EF4-FFF2-40B4-BE49-F238E27FC236}">
                  <a16:creationId xmlns:a16="http://schemas.microsoft.com/office/drawing/2014/main" id="{27034C77-81C4-31D0-582D-D7D5980C8D1A}"/>
                </a:ext>
              </a:extLst>
            </p:cNvPr>
            <p:cNvSpPr/>
            <p:nvPr/>
          </p:nvSpPr>
          <p:spPr>
            <a:xfrm>
              <a:off x="3030451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5" name="Freeform 2574">
              <a:extLst>
                <a:ext uri="{FF2B5EF4-FFF2-40B4-BE49-F238E27FC236}">
                  <a16:creationId xmlns:a16="http://schemas.microsoft.com/office/drawing/2014/main" id="{C24B14DF-E7E1-2B3E-4232-B0B4B0792638}"/>
                </a:ext>
              </a:extLst>
            </p:cNvPr>
            <p:cNvSpPr/>
            <p:nvPr/>
          </p:nvSpPr>
          <p:spPr>
            <a:xfrm>
              <a:off x="3030451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6" name="Freeform 2575">
              <a:extLst>
                <a:ext uri="{FF2B5EF4-FFF2-40B4-BE49-F238E27FC236}">
                  <a16:creationId xmlns:a16="http://schemas.microsoft.com/office/drawing/2014/main" id="{9FF520BE-CCA6-F7FF-DB95-DB453B2DE53E}"/>
                </a:ext>
              </a:extLst>
            </p:cNvPr>
            <p:cNvSpPr/>
            <p:nvPr/>
          </p:nvSpPr>
          <p:spPr>
            <a:xfrm>
              <a:off x="3030451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7" name="Freeform 2576">
              <a:extLst>
                <a:ext uri="{FF2B5EF4-FFF2-40B4-BE49-F238E27FC236}">
                  <a16:creationId xmlns:a16="http://schemas.microsoft.com/office/drawing/2014/main" id="{F7E1C125-37F7-4D2D-A8E9-4AB60CA1BB5F}"/>
                </a:ext>
              </a:extLst>
            </p:cNvPr>
            <p:cNvSpPr/>
            <p:nvPr/>
          </p:nvSpPr>
          <p:spPr>
            <a:xfrm>
              <a:off x="3030451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8" name="Freeform 2577">
              <a:extLst>
                <a:ext uri="{FF2B5EF4-FFF2-40B4-BE49-F238E27FC236}">
                  <a16:creationId xmlns:a16="http://schemas.microsoft.com/office/drawing/2014/main" id="{12219FB5-6A5F-6ABA-603D-373A86CD607A}"/>
                </a:ext>
              </a:extLst>
            </p:cNvPr>
            <p:cNvSpPr/>
            <p:nvPr/>
          </p:nvSpPr>
          <p:spPr>
            <a:xfrm>
              <a:off x="3030451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9" name="Freeform 2578">
              <a:extLst>
                <a:ext uri="{FF2B5EF4-FFF2-40B4-BE49-F238E27FC236}">
                  <a16:creationId xmlns:a16="http://schemas.microsoft.com/office/drawing/2014/main" id="{A8374A06-0879-5424-3037-E03949F04BE0}"/>
                </a:ext>
              </a:extLst>
            </p:cNvPr>
            <p:cNvSpPr/>
            <p:nvPr/>
          </p:nvSpPr>
          <p:spPr>
            <a:xfrm>
              <a:off x="3030451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0" name="Freeform 2579">
              <a:extLst>
                <a:ext uri="{FF2B5EF4-FFF2-40B4-BE49-F238E27FC236}">
                  <a16:creationId xmlns:a16="http://schemas.microsoft.com/office/drawing/2014/main" id="{4002BC65-7819-2E08-76EC-2D99508F5C89}"/>
                </a:ext>
              </a:extLst>
            </p:cNvPr>
            <p:cNvSpPr/>
            <p:nvPr/>
          </p:nvSpPr>
          <p:spPr>
            <a:xfrm>
              <a:off x="3030451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1" name="Freeform 2580">
              <a:extLst>
                <a:ext uri="{FF2B5EF4-FFF2-40B4-BE49-F238E27FC236}">
                  <a16:creationId xmlns:a16="http://schemas.microsoft.com/office/drawing/2014/main" id="{410CCF50-190D-494B-4D3B-3149585BB68E}"/>
                </a:ext>
              </a:extLst>
            </p:cNvPr>
            <p:cNvSpPr/>
            <p:nvPr/>
          </p:nvSpPr>
          <p:spPr>
            <a:xfrm>
              <a:off x="3030451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2" name="Freeform 2581">
              <a:extLst>
                <a:ext uri="{FF2B5EF4-FFF2-40B4-BE49-F238E27FC236}">
                  <a16:creationId xmlns:a16="http://schemas.microsoft.com/office/drawing/2014/main" id="{18B8F398-F8FE-72BD-8DDE-528A9B692790}"/>
                </a:ext>
              </a:extLst>
            </p:cNvPr>
            <p:cNvSpPr/>
            <p:nvPr/>
          </p:nvSpPr>
          <p:spPr>
            <a:xfrm>
              <a:off x="3030451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3" name="Freeform 2582">
              <a:extLst>
                <a:ext uri="{FF2B5EF4-FFF2-40B4-BE49-F238E27FC236}">
                  <a16:creationId xmlns:a16="http://schemas.microsoft.com/office/drawing/2014/main" id="{EB2F7563-9FC1-4A80-CB31-7DCE0157BEC1}"/>
                </a:ext>
              </a:extLst>
            </p:cNvPr>
            <p:cNvSpPr/>
            <p:nvPr/>
          </p:nvSpPr>
          <p:spPr>
            <a:xfrm>
              <a:off x="3030451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4" name="Freeform 2583">
              <a:extLst>
                <a:ext uri="{FF2B5EF4-FFF2-40B4-BE49-F238E27FC236}">
                  <a16:creationId xmlns:a16="http://schemas.microsoft.com/office/drawing/2014/main" id="{18EC45C0-AA04-EAB2-4883-FA087C928B46}"/>
                </a:ext>
              </a:extLst>
            </p:cNvPr>
            <p:cNvSpPr/>
            <p:nvPr/>
          </p:nvSpPr>
          <p:spPr>
            <a:xfrm>
              <a:off x="3030451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5" name="Freeform 2584">
              <a:extLst>
                <a:ext uri="{FF2B5EF4-FFF2-40B4-BE49-F238E27FC236}">
                  <a16:creationId xmlns:a16="http://schemas.microsoft.com/office/drawing/2014/main" id="{4016407D-205C-77FF-E194-578E9F46BCB1}"/>
                </a:ext>
              </a:extLst>
            </p:cNvPr>
            <p:cNvSpPr/>
            <p:nvPr/>
          </p:nvSpPr>
          <p:spPr>
            <a:xfrm>
              <a:off x="3030451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6" name="Freeform 2585">
              <a:extLst>
                <a:ext uri="{FF2B5EF4-FFF2-40B4-BE49-F238E27FC236}">
                  <a16:creationId xmlns:a16="http://schemas.microsoft.com/office/drawing/2014/main" id="{7BF1BED3-4298-0084-096C-4AABB3EBFE5C}"/>
                </a:ext>
              </a:extLst>
            </p:cNvPr>
            <p:cNvSpPr/>
            <p:nvPr/>
          </p:nvSpPr>
          <p:spPr>
            <a:xfrm>
              <a:off x="3030451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7" name="Freeform 2586">
              <a:extLst>
                <a:ext uri="{FF2B5EF4-FFF2-40B4-BE49-F238E27FC236}">
                  <a16:creationId xmlns:a16="http://schemas.microsoft.com/office/drawing/2014/main" id="{C49146D1-820B-C20B-9AD1-F07C3650DAE1}"/>
                </a:ext>
              </a:extLst>
            </p:cNvPr>
            <p:cNvSpPr/>
            <p:nvPr/>
          </p:nvSpPr>
          <p:spPr>
            <a:xfrm>
              <a:off x="3030451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8" name="Freeform 2587">
              <a:extLst>
                <a:ext uri="{FF2B5EF4-FFF2-40B4-BE49-F238E27FC236}">
                  <a16:creationId xmlns:a16="http://schemas.microsoft.com/office/drawing/2014/main" id="{14E0E214-284C-C4A1-3ADD-408BEB8818F0}"/>
                </a:ext>
              </a:extLst>
            </p:cNvPr>
            <p:cNvSpPr/>
            <p:nvPr/>
          </p:nvSpPr>
          <p:spPr>
            <a:xfrm>
              <a:off x="3030451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9" name="Freeform 2588">
              <a:extLst>
                <a:ext uri="{FF2B5EF4-FFF2-40B4-BE49-F238E27FC236}">
                  <a16:creationId xmlns:a16="http://schemas.microsoft.com/office/drawing/2014/main" id="{08B66B46-C449-5637-6CC3-2F38B08CB4E5}"/>
                </a:ext>
              </a:extLst>
            </p:cNvPr>
            <p:cNvSpPr/>
            <p:nvPr/>
          </p:nvSpPr>
          <p:spPr>
            <a:xfrm>
              <a:off x="3030451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0" name="Freeform 2589">
              <a:extLst>
                <a:ext uri="{FF2B5EF4-FFF2-40B4-BE49-F238E27FC236}">
                  <a16:creationId xmlns:a16="http://schemas.microsoft.com/office/drawing/2014/main" id="{0AA899B1-20C4-FCC6-6057-395CBA9008A5}"/>
                </a:ext>
              </a:extLst>
            </p:cNvPr>
            <p:cNvSpPr/>
            <p:nvPr/>
          </p:nvSpPr>
          <p:spPr>
            <a:xfrm>
              <a:off x="3030451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1" name="Freeform 2590">
              <a:extLst>
                <a:ext uri="{FF2B5EF4-FFF2-40B4-BE49-F238E27FC236}">
                  <a16:creationId xmlns:a16="http://schemas.microsoft.com/office/drawing/2014/main" id="{8F0A57AA-6E06-B63E-B7BA-24614A238FEA}"/>
                </a:ext>
              </a:extLst>
            </p:cNvPr>
            <p:cNvSpPr/>
            <p:nvPr/>
          </p:nvSpPr>
          <p:spPr>
            <a:xfrm>
              <a:off x="3123210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2" name="Freeform 2591">
              <a:extLst>
                <a:ext uri="{FF2B5EF4-FFF2-40B4-BE49-F238E27FC236}">
                  <a16:creationId xmlns:a16="http://schemas.microsoft.com/office/drawing/2014/main" id="{13A6AA35-46DF-C43A-8411-3AC1E150C7EB}"/>
                </a:ext>
              </a:extLst>
            </p:cNvPr>
            <p:cNvSpPr/>
            <p:nvPr/>
          </p:nvSpPr>
          <p:spPr>
            <a:xfrm>
              <a:off x="3123210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3" name="Freeform 2592">
              <a:extLst>
                <a:ext uri="{FF2B5EF4-FFF2-40B4-BE49-F238E27FC236}">
                  <a16:creationId xmlns:a16="http://schemas.microsoft.com/office/drawing/2014/main" id="{6FC9B531-7825-4B27-9615-7DDE463E1369}"/>
                </a:ext>
              </a:extLst>
            </p:cNvPr>
            <p:cNvSpPr/>
            <p:nvPr/>
          </p:nvSpPr>
          <p:spPr>
            <a:xfrm>
              <a:off x="3123210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4" name="Freeform 2593">
              <a:extLst>
                <a:ext uri="{FF2B5EF4-FFF2-40B4-BE49-F238E27FC236}">
                  <a16:creationId xmlns:a16="http://schemas.microsoft.com/office/drawing/2014/main" id="{6E6ACCBA-C2C9-1821-DC15-7C4E1424314C}"/>
                </a:ext>
              </a:extLst>
            </p:cNvPr>
            <p:cNvSpPr/>
            <p:nvPr/>
          </p:nvSpPr>
          <p:spPr>
            <a:xfrm>
              <a:off x="3123210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5" name="Freeform 2594">
              <a:extLst>
                <a:ext uri="{FF2B5EF4-FFF2-40B4-BE49-F238E27FC236}">
                  <a16:creationId xmlns:a16="http://schemas.microsoft.com/office/drawing/2014/main" id="{41DEAF56-CBC5-C6BD-6A35-4086887A5831}"/>
                </a:ext>
              </a:extLst>
            </p:cNvPr>
            <p:cNvSpPr/>
            <p:nvPr/>
          </p:nvSpPr>
          <p:spPr>
            <a:xfrm>
              <a:off x="3123210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6" name="Freeform 2595">
              <a:extLst>
                <a:ext uri="{FF2B5EF4-FFF2-40B4-BE49-F238E27FC236}">
                  <a16:creationId xmlns:a16="http://schemas.microsoft.com/office/drawing/2014/main" id="{703E1C75-51E9-598E-463F-26B73AD7EB08}"/>
                </a:ext>
              </a:extLst>
            </p:cNvPr>
            <p:cNvSpPr/>
            <p:nvPr/>
          </p:nvSpPr>
          <p:spPr>
            <a:xfrm>
              <a:off x="3123210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7" name="Freeform 2596">
              <a:extLst>
                <a:ext uri="{FF2B5EF4-FFF2-40B4-BE49-F238E27FC236}">
                  <a16:creationId xmlns:a16="http://schemas.microsoft.com/office/drawing/2014/main" id="{359BDED0-7D64-C28E-795D-44FF8FC35037}"/>
                </a:ext>
              </a:extLst>
            </p:cNvPr>
            <p:cNvSpPr/>
            <p:nvPr/>
          </p:nvSpPr>
          <p:spPr>
            <a:xfrm>
              <a:off x="3123210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8" name="Freeform 2597">
              <a:extLst>
                <a:ext uri="{FF2B5EF4-FFF2-40B4-BE49-F238E27FC236}">
                  <a16:creationId xmlns:a16="http://schemas.microsoft.com/office/drawing/2014/main" id="{3E0A6A03-218D-C203-BF6C-D9D063CA07CE}"/>
                </a:ext>
              </a:extLst>
            </p:cNvPr>
            <p:cNvSpPr/>
            <p:nvPr/>
          </p:nvSpPr>
          <p:spPr>
            <a:xfrm>
              <a:off x="3123210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9" name="Freeform 2598">
              <a:extLst>
                <a:ext uri="{FF2B5EF4-FFF2-40B4-BE49-F238E27FC236}">
                  <a16:creationId xmlns:a16="http://schemas.microsoft.com/office/drawing/2014/main" id="{5E8E76F4-D00F-B8DC-90E0-FC9E76B15EFF}"/>
                </a:ext>
              </a:extLst>
            </p:cNvPr>
            <p:cNvSpPr/>
            <p:nvPr/>
          </p:nvSpPr>
          <p:spPr>
            <a:xfrm>
              <a:off x="3123210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0" name="Freeform 2599">
              <a:extLst>
                <a:ext uri="{FF2B5EF4-FFF2-40B4-BE49-F238E27FC236}">
                  <a16:creationId xmlns:a16="http://schemas.microsoft.com/office/drawing/2014/main" id="{4D1D8E93-32EA-7795-1F24-2B41BD838A41}"/>
                </a:ext>
              </a:extLst>
            </p:cNvPr>
            <p:cNvSpPr/>
            <p:nvPr/>
          </p:nvSpPr>
          <p:spPr>
            <a:xfrm>
              <a:off x="3123210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1" name="Freeform 2600">
              <a:extLst>
                <a:ext uri="{FF2B5EF4-FFF2-40B4-BE49-F238E27FC236}">
                  <a16:creationId xmlns:a16="http://schemas.microsoft.com/office/drawing/2014/main" id="{5BB3200A-C2AF-D2B5-9774-11D90EA58011}"/>
                </a:ext>
              </a:extLst>
            </p:cNvPr>
            <p:cNvSpPr/>
            <p:nvPr/>
          </p:nvSpPr>
          <p:spPr>
            <a:xfrm>
              <a:off x="3123210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2" name="Freeform 2601">
              <a:extLst>
                <a:ext uri="{FF2B5EF4-FFF2-40B4-BE49-F238E27FC236}">
                  <a16:creationId xmlns:a16="http://schemas.microsoft.com/office/drawing/2014/main" id="{A6A4F4B5-4854-2CBB-91CE-E885ADA31A5A}"/>
                </a:ext>
              </a:extLst>
            </p:cNvPr>
            <p:cNvSpPr/>
            <p:nvPr/>
          </p:nvSpPr>
          <p:spPr>
            <a:xfrm>
              <a:off x="3123210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3" name="Freeform 2602">
              <a:extLst>
                <a:ext uri="{FF2B5EF4-FFF2-40B4-BE49-F238E27FC236}">
                  <a16:creationId xmlns:a16="http://schemas.microsoft.com/office/drawing/2014/main" id="{BBCB6EF7-6C81-9490-BA6F-1D04CFFF08B0}"/>
                </a:ext>
              </a:extLst>
            </p:cNvPr>
            <p:cNvSpPr/>
            <p:nvPr/>
          </p:nvSpPr>
          <p:spPr>
            <a:xfrm>
              <a:off x="3123210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4" name="Freeform 2603">
              <a:extLst>
                <a:ext uri="{FF2B5EF4-FFF2-40B4-BE49-F238E27FC236}">
                  <a16:creationId xmlns:a16="http://schemas.microsoft.com/office/drawing/2014/main" id="{BE9E2DBF-024D-18B8-96C0-29EE236AB38C}"/>
                </a:ext>
              </a:extLst>
            </p:cNvPr>
            <p:cNvSpPr/>
            <p:nvPr/>
          </p:nvSpPr>
          <p:spPr>
            <a:xfrm>
              <a:off x="3123210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5" name="Freeform 2604">
              <a:extLst>
                <a:ext uri="{FF2B5EF4-FFF2-40B4-BE49-F238E27FC236}">
                  <a16:creationId xmlns:a16="http://schemas.microsoft.com/office/drawing/2014/main" id="{F48536B0-68D9-4836-5F4C-991AADF4579C}"/>
                </a:ext>
              </a:extLst>
            </p:cNvPr>
            <p:cNvSpPr/>
            <p:nvPr/>
          </p:nvSpPr>
          <p:spPr>
            <a:xfrm>
              <a:off x="3123210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6" name="Freeform 2605">
              <a:extLst>
                <a:ext uri="{FF2B5EF4-FFF2-40B4-BE49-F238E27FC236}">
                  <a16:creationId xmlns:a16="http://schemas.microsoft.com/office/drawing/2014/main" id="{3063A8D6-A790-8A6B-6929-CEF676D9ED57}"/>
                </a:ext>
              </a:extLst>
            </p:cNvPr>
            <p:cNvSpPr/>
            <p:nvPr/>
          </p:nvSpPr>
          <p:spPr>
            <a:xfrm>
              <a:off x="3123210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7" name="Freeform 2606">
              <a:extLst>
                <a:ext uri="{FF2B5EF4-FFF2-40B4-BE49-F238E27FC236}">
                  <a16:creationId xmlns:a16="http://schemas.microsoft.com/office/drawing/2014/main" id="{C3F3EEF7-7B40-3BBC-D20D-18623F26A335}"/>
                </a:ext>
              </a:extLst>
            </p:cNvPr>
            <p:cNvSpPr/>
            <p:nvPr/>
          </p:nvSpPr>
          <p:spPr>
            <a:xfrm>
              <a:off x="3123210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8" name="Freeform 2607">
              <a:extLst>
                <a:ext uri="{FF2B5EF4-FFF2-40B4-BE49-F238E27FC236}">
                  <a16:creationId xmlns:a16="http://schemas.microsoft.com/office/drawing/2014/main" id="{0215603C-63A6-29F6-4517-E860E583723E}"/>
                </a:ext>
              </a:extLst>
            </p:cNvPr>
            <p:cNvSpPr/>
            <p:nvPr/>
          </p:nvSpPr>
          <p:spPr>
            <a:xfrm>
              <a:off x="3123210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9" name="Freeform 2608">
              <a:extLst>
                <a:ext uri="{FF2B5EF4-FFF2-40B4-BE49-F238E27FC236}">
                  <a16:creationId xmlns:a16="http://schemas.microsoft.com/office/drawing/2014/main" id="{F69366BB-2221-C6B3-7F16-D485B4A1E816}"/>
                </a:ext>
              </a:extLst>
            </p:cNvPr>
            <p:cNvSpPr/>
            <p:nvPr/>
          </p:nvSpPr>
          <p:spPr>
            <a:xfrm>
              <a:off x="3123210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0" name="Freeform 2609">
              <a:extLst>
                <a:ext uri="{FF2B5EF4-FFF2-40B4-BE49-F238E27FC236}">
                  <a16:creationId xmlns:a16="http://schemas.microsoft.com/office/drawing/2014/main" id="{044ED929-AC73-9E30-595C-688A11C9DB7C}"/>
                </a:ext>
              </a:extLst>
            </p:cNvPr>
            <p:cNvSpPr/>
            <p:nvPr/>
          </p:nvSpPr>
          <p:spPr>
            <a:xfrm>
              <a:off x="3123210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7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1" name="Freeform 2610">
              <a:extLst>
                <a:ext uri="{FF2B5EF4-FFF2-40B4-BE49-F238E27FC236}">
                  <a16:creationId xmlns:a16="http://schemas.microsoft.com/office/drawing/2014/main" id="{C2C16A37-950B-B6E3-3B39-F0255FF1A347}"/>
                </a:ext>
              </a:extLst>
            </p:cNvPr>
            <p:cNvSpPr/>
            <p:nvPr/>
          </p:nvSpPr>
          <p:spPr>
            <a:xfrm>
              <a:off x="3123210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2" name="Freeform 2611">
              <a:extLst>
                <a:ext uri="{FF2B5EF4-FFF2-40B4-BE49-F238E27FC236}">
                  <a16:creationId xmlns:a16="http://schemas.microsoft.com/office/drawing/2014/main" id="{CC50300F-9CAD-ED53-0932-939068001F90}"/>
                </a:ext>
              </a:extLst>
            </p:cNvPr>
            <p:cNvSpPr/>
            <p:nvPr/>
          </p:nvSpPr>
          <p:spPr>
            <a:xfrm>
              <a:off x="3123210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3" name="Freeform 2612">
              <a:extLst>
                <a:ext uri="{FF2B5EF4-FFF2-40B4-BE49-F238E27FC236}">
                  <a16:creationId xmlns:a16="http://schemas.microsoft.com/office/drawing/2014/main" id="{EA1E7A5E-D206-4404-EFBF-19D82D35C409}"/>
                </a:ext>
              </a:extLst>
            </p:cNvPr>
            <p:cNvSpPr/>
            <p:nvPr/>
          </p:nvSpPr>
          <p:spPr>
            <a:xfrm>
              <a:off x="3123210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4" name="Freeform 2613">
              <a:extLst>
                <a:ext uri="{FF2B5EF4-FFF2-40B4-BE49-F238E27FC236}">
                  <a16:creationId xmlns:a16="http://schemas.microsoft.com/office/drawing/2014/main" id="{7AA7F5B7-A56F-2327-DE6A-8A1E294C528D}"/>
                </a:ext>
              </a:extLst>
            </p:cNvPr>
            <p:cNvSpPr/>
            <p:nvPr/>
          </p:nvSpPr>
          <p:spPr>
            <a:xfrm>
              <a:off x="3123210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5" name="Freeform 2614">
              <a:extLst>
                <a:ext uri="{FF2B5EF4-FFF2-40B4-BE49-F238E27FC236}">
                  <a16:creationId xmlns:a16="http://schemas.microsoft.com/office/drawing/2014/main" id="{DF8DA7D8-706A-BAD6-9338-283691448A1F}"/>
                </a:ext>
              </a:extLst>
            </p:cNvPr>
            <p:cNvSpPr/>
            <p:nvPr/>
          </p:nvSpPr>
          <p:spPr>
            <a:xfrm>
              <a:off x="3123210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6" name="Freeform 2615">
              <a:extLst>
                <a:ext uri="{FF2B5EF4-FFF2-40B4-BE49-F238E27FC236}">
                  <a16:creationId xmlns:a16="http://schemas.microsoft.com/office/drawing/2014/main" id="{4F708B48-8733-C429-A88D-A235A2972E7A}"/>
                </a:ext>
              </a:extLst>
            </p:cNvPr>
            <p:cNvSpPr/>
            <p:nvPr/>
          </p:nvSpPr>
          <p:spPr>
            <a:xfrm>
              <a:off x="3123210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7" name="Freeform 2616">
              <a:extLst>
                <a:ext uri="{FF2B5EF4-FFF2-40B4-BE49-F238E27FC236}">
                  <a16:creationId xmlns:a16="http://schemas.microsoft.com/office/drawing/2014/main" id="{54408837-A964-4128-7D64-DECCEF86C809}"/>
                </a:ext>
              </a:extLst>
            </p:cNvPr>
            <p:cNvSpPr/>
            <p:nvPr/>
          </p:nvSpPr>
          <p:spPr>
            <a:xfrm>
              <a:off x="3123210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8" name="Freeform 2617">
              <a:extLst>
                <a:ext uri="{FF2B5EF4-FFF2-40B4-BE49-F238E27FC236}">
                  <a16:creationId xmlns:a16="http://schemas.microsoft.com/office/drawing/2014/main" id="{64FF6678-B4D4-E130-D884-ADEAC406B497}"/>
                </a:ext>
              </a:extLst>
            </p:cNvPr>
            <p:cNvSpPr/>
            <p:nvPr/>
          </p:nvSpPr>
          <p:spPr>
            <a:xfrm>
              <a:off x="3123210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9" name="Freeform 2618">
              <a:extLst>
                <a:ext uri="{FF2B5EF4-FFF2-40B4-BE49-F238E27FC236}">
                  <a16:creationId xmlns:a16="http://schemas.microsoft.com/office/drawing/2014/main" id="{97459920-2AE4-443B-048D-70F53402427C}"/>
                </a:ext>
              </a:extLst>
            </p:cNvPr>
            <p:cNvSpPr/>
            <p:nvPr/>
          </p:nvSpPr>
          <p:spPr>
            <a:xfrm>
              <a:off x="3123210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0" name="Freeform 2619">
              <a:extLst>
                <a:ext uri="{FF2B5EF4-FFF2-40B4-BE49-F238E27FC236}">
                  <a16:creationId xmlns:a16="http://schemas.microsoft.com/office/drawing/2014/main" id="{8643DF48-A82D-545D-6810-01BC667CA563}"/>
                </a:ext>
              </a:extLst>
            </p:cNvPr>
            <p:cNvSpPr/>
            <p:nvPr/>
          </p:nvSpPr>
          <p:spPr>
            <a:xfrm>
              <a:off x="3123210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1" name="Freeform 2620">
              <a:extLst>
                <a:ext uri="{FF2B5EF4-FFF2-40B4-BE49-F238E27FC236}">
                  <a16:creationId xmlns:a16="http://schemas.microsoft.com/office/drawing/2014/main" id="{5D7A372D-050C-FE24-91A9-59C25F43AD6E}"/>
                </a:ext>
              </a:extLst>
            </p:cNvPr>
            <p:cNvSpPr/>
            <p:nvPr/>
          </p:nvSpPr>
          <p:spPr>
            <a:xfrm>
              <a:off x="3123210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2" name="Freeform 2621">
              <a:extLst>
                <a:ext uri="{FF2B5EF4-FFF2-40B4-BE49-F238E27FC236}">
                  <a16:creationId xmlns:a16="http://schemas.microsoft.com/office/drawing/2014/main" id="{87607410-2166-3998-C5AD-E03DA8BCA6B2}"/>
                </a:ext>
              </a:extLst>
            </p:cNvPr>
            <p:cNvSpPr/>
            <p:nvPr/>
          </p:nvSpPr>
          <p:spPr>
            <a:xfrm>
              <a:off x="3123210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3" name="Freeform 2622">
              <a:extLst>
                <a:ext uri="{FF2B5EF4-FFF2-40B4-BE49-F238E27FC236}">
                  <a16:creationId xmlns:a16="http://schemas.microsoft.com/office/drawing/2014/main" id="{6EEAB178-A230-7F32-F40E-1714BB2D3942}"/>
                </a:ext>
              </a:extLst>
            </p:cNvPr>
            <p:cNvSpPr/>
            <p:nvPr/>
          </p:nvSpPr>
          <p:spPr>
            <a:xfrm>
              <a:off x="3123210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4" name="Freeform 2623">
              <a:extLst>
                <a:ext uri="{FF2B5EF4-FFF2-40B4-BE49-F238E27FC236}">
                  <a16:creationId xmlns:a16="http://schemas.microsoft.com/office/drawing/2014/main" id="{F36166D8-1364-A830-E7E7-36E71456FF64}"/>
                </a:ext>
              </a:extLst>
            </p:cNvPr>
            <p:cNvSpPr/>
            <p:nvPr/>
          </p:nvSpPr>
          <p:spPr>
            <a:xfrm>
              <a:off x="3123210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5" name="Freeform 2624">
              <a:extLst>
                <a:ext uri="{FF2B5EF4-FFF2-40B4-BE49-F238E27FC236}">
                  <a16:creationId xmlns:a16="http://schemas.microsoft.com/office/drawing/2014/main" id="{5CBD5B4B-9F50-ABE8-6F54-7AC36B12313B}"/>
                </a:ext>
              </a:extLst>
            </p:cNvPr>
            <p:cNvSpPr/>
            <p:nvPr/>
          </p:nvSpPr>
          <p:spPr>
            <a:xfrm>
              <a:off x="3215969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6" name="Freeform 2625">
              <a:extLst>
                <a:ext uri="{FF2B5EF4-FFF2-40B4-BE49-F238E27FC236}">
                  <a16:creationId xmlns:a16="http://schemas.microsoft.com/office/drawing/2014/main" id="{5C55518B-4431-E183-429E-320C1A3A2A1D}"/>
                </a:ext>
              </a:extLst>
            </p:cNvPr>
            <p:cNvSpPr/>
            <p:nvPr/>
          </p:nvSpPr>
          <p:spPr>
            <a:xfrm>
              <a:off x="3215969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7" name="Freeform 2626">
              <a:extLst>
                <a:ext uri="{FF2B5EF4-FFF2-40B4-BE49-F238E27FC236}">
                  <a16:creationId xmlns:a16="http://schemas.microsoft.com/office/drawing/2014/main" id="{D0FF734A-2ABE-169B-33F0-6EE060794F76}"/>
                </a:ext>
              </a:extLst>
            </p:cNvPr>
            <p:cNvSpPr/>
            <p:nvPr/>
          </p:nvSpPr>
          <p:spPr>
            <a:xfrm>
              <a:off x="3215969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8" name="Freeform 2627">
              <a:extLst>
                <a:ext uri="{FF2B5EF4-FFF2-40B4-BE49-F238E27FC236}">
                  <a16:creationId xmlns:a16="http://schemas.microsoft.com/office/drawing/2014/main" id="{6F23D0B2-8AED-E948-0117-F939179C6A75}"/>
                </a:ext>
              </a:extLst>
            </p:cNvPr>
            <p:cNvSpPr/>
            <p:nvPr/>
          </p:nvSpPr>
          <p:spPr>
            <a:xfrm>
              <a:off x="3215969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9" name="Freeform 2628">
              <a:extLst>
                <a:ext uri="{FF2B5EF4-FFF2-40B4-BE49-F238E27FC236}">
                  <a16:creationId xmlns:a16="http://schemas.microsoft.com/office/drawing/2014/main" id="{75F21575-6FB5-9B0B-BA6B-CE317FA6EC11}"/>
                </a:ext>
              </a:extLst>
            </p:cNvPr>
            <p:cNvSpPr/>
            <p:nvPr/>
          </p:nvSpPr>
          <p:spPr>
            <a:xfrm>
              <a:off x="3215969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0" name="Freeform 2629">
              <a:extLst>
                <a:ext uri="{FF2B5EF4-FFF2-40B4-BE49-F238E27FC236}">
                  <a16:creationId xmlns:a16="http://schemas.microsoft.com/office/drawing/2014/main" id="{43D78F29-1F9C-CF58-2097-BD117A0309C2}"/>
                </a:ext>
              </a:extLst>
            </p:cNvPr>
            <p:cNvSpPr/>
            <p:nvPr/>
          </p:nvSpPr>
          <p:spPr>
            <a:xfrm>
              <a:off x="3215969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1" name="Freeform 2630">
              <a:extLst>
                <a:ext uri="{FF2B5EF4-FFF2-40B4-BE49-F238E27FC236}">
                  <a16:creationId xmlns:a16="http://schemas.microsoft.com/office/drawing/2014/main" id="{D403714C-17CF-8704-97EE-F7DD077F9730}"/>
                </a:ext>
              </a:extLst>
            </p:cNvPr>
            <p:cNvSpPr/>
            <p:nvPr/>
          </p:nvSpPr>
          <p:spPr>
            <a:xfrm>
              <a:off x="3215969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2" name="Freeform 2631">
              <a:extLst>
                <a:ext uri="{FF2B5EF4-FFF2-40B4-BE49-F238E27FC236}">
                  <a16:creationId xmlns:a16="http://schemas.microsoft.com/office/drawing/2014/main" id="{73D98B38-114F-4417-5C0B-2739D79E498C}"/>
                </a:ext>
              </a:extLst>
            </p:cNvPr>
            <p:cNvSpPr/>
            <p:nvPr/>
          </p:nvSpPr>
          <p:spPr>
            <a:xfrm>
              <a:off x="3215969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3" name="Freeform 2632">
              <a:extLst>
                <a:ext uri="{FF2B5EF4-FFF2-40B4-BE49-F238E27FC236}">
                  <a16:creationId xmlns:a16="http://schemas.microsoft.com/office/drawing/2014/main" id="{F2540F50-6038-2373-F36F-EBFD774C9B2F}"/>
                </a:ext>
              </a:extLst>
            </p:cNvPr>
            <p:cNvSpPr/>
            <p:nvPr/>
          </p:nvSpPr>
          <p:spPr>
            <a:xfrm>
              <a:off x="3215969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4" name="Freeform 2633">
              <a:extLst>
                <a:ext uri="{FF2B5EF4-FFF2-40B4-BE49-F238E27FC236}">
                  <a16:creationId xmlns:a16="http://schemas.microsoft.com/office/drawing/2014/main" id="{9F7F5011-63EE-52B6-2058-2C8AAF2DBA02}"/>
                </a:ext>
              </a:extLst>
            </p:cNvPr>
            <p:cNvSpPr/>
            <p:nvPr/>
          </p:nvSpPr>
          <p:spPr>
            <a:xfrm>
              <a:off x="3215969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5" name="Freeform 2634">
              <a:extLst>
                <a:ext uri="{FF2B5EF4-FFF2-40B4-BE49-F238E27FC236}">
                  <a16:creationId xmlns:a16="http://schemas.microsoft.com/office/drawing/2014/main" id="{7FBAE224-30CB-EDB5-CC11-CE43D87192A8}"/>
                </a:ext>
              </a:extLst>
            </p:cNvPr>
            <p:cNvSpPr/>
            <p:nvPr/>
          </p:nvSpPr>
          <p:spPr>
            <a:xfrm>
              <a:off x="3215969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6" name="Freeform 2635">
              <a:extLst>
                <a:ext uri="{FF2B5EF4-FFF2-40B4-BE49-F238E27FC236}">
                  <a16:creationId xmlns:a16="http://schemas.microsoft.com/office/drawing/2014/main" id="{BE42F415-EB93-FF0E-5C93-C933C66F796A}"/>
                </a:ext>
              </a:extLst>
            </p:cNvPr>
            <p:cNvSpPr/>
            <p:nvPr/>
          </p:nvSpPr>
          <p:spPr>
            <a:xfrm>
              <a:off x="3215969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7" name="Freeform 2636">
              <a:extLst>
                <a:ext uri="{FF2B5EF4-FFF2-40B4-BE49-F238E27FC236}">
                  <a16:creationId xmlns:a16="http://schemas.microsoft.com/office/drawing/2014/main" id="{794D723E-8DFD-11AA-02DE-3D53EFC8E3CA}"/>
                </a:ext>
              </a:extLst>
            </p:cNvPr>
            <p:cNvSpPr/>
            <p:nvPr/>
          </p:nvSpPr>
          <p:spPr>
            <a:xfrm>
              <a:off x="3215969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8" name="Freeform 2637">
              <a:extLst>
                <a:ext uri="{FF2B5EF4-FFF2-40B4-BE49-F238E27FC236}">
                  <a16:creationId xmlns:a16="http://schemas.microsoft.com/office/drawing/2014/main" id="{1EB297F7-8698-B82B-0764-7CBF8E0F942E}"/>
                </a:ext>
              </a:extLst>
            </p:cNvPr>
            <p:cNvSpPr/>
            <p:nvPr/>
          </p:nvSpPr>
          <p:spPr>
            <a:xfrm>
              <a:off x="3215969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9" name="Freeform 2638">
              <a:extLst>
                <a:ext uri="{FF2B5EF4-FFF2-40B4-BE49-F238E27FC236}">
                  <a16:creationId xmlns:a16="http://schemas.microsoft.com/office/drawing/2014/main" id="{9FF097B9-85A3-7420-C220-7D35ADDA739F}"/>
                </a:ext>
              </a:extLst>
            </p:cNvPr>
            <p:cNvSpPr/>
            <p:nvPr/>
          </p:nvSpPr>
          <p:spPr>
            <a:xfrm>
              <a:off x="3215969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0" name="Freeform 2639">
              <a:extLst>
                <a:ext uri="{FF2B5EF4-FFF2-40B4-BE49-F238E27FC236}">
                  <a16:creationId xmlns:a16="http://schemas.microsoft.com/office/drawing/2014/main" id="{985FDDF4-C499-3E74-82C0-A70D8E4D0B8A}"/>
                </a:ext>
              </a:extLst>
            </p:cNvPr>
            <p:cNvSpPr/>
            <p:nvPr/>
          </p:nvSpPr>
          <p:spPr>
            <a:xfrm>
              <a:off x="3215969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1" name="Freeform 2640">
              <a:extLst>
                <a:ext uri="{FF2B5EF4-FFF2-40B4-BE49-F238E27FC236}">
                  <a16:creationId xmlns:a16="http://schemas.microsoft.com/office/drawing/2014/main" id="{D488154D-4D1E-25FF-21AB-2F68360BDD12}"/>
                </a:ext>
              </a:extLst>
            </p:cNvPr>
            <p:cNvSpPr/>
            <p:nvPr/>
          </p:nvSpPr>
          <p:spPr>
            <a:xfrm>
              <a:off x="3215969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2" name="Freeform 2641">
              <a:extLst>
                <a:ext uri="{FF2B5EF4-FFF2-40B4-BE49-F238E27FC236}">
                  <a16:creationId xmlns:a16="http://schemas.microsoft.com/office/drawing/2014/main" id="{81A0ED5D-11F7-9A63-9962-1FE85A324ACA}"/>
                </a:ext>
              </a:extLst>
            </p:cNvPr>
            <p:cNvSpPr/>
            <p:nvPr/>
          </p:nvSpPr>
          <p:spPr>
            <a:xfrm>
              <a:off x="3215969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3" name="Freeform 2642">
              <a:extLst>
                <a:ext uri="{FF2B5EF4-FFF2-40B4-BE49-F238E27FC236}">
                  <a16:creationId xmlns:a16="http://schemas.microsoft.com/office/drawing/2014/main" id="{E1BF85AC-9CD0-29F1-972A-7688DA50588E}"/>
                </a:ext>
              </a:extLst>
            </p:cNvPr>
            <p:cNvSpPr/>
            <p:nvPr/>
          </p:nvSpPr>
          <p:spPr>
            <a:xfrm>
              <a:off x="3215969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700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4" name="Freeform 2643">
              <a:extLst>
                <a:ext uri="{FF2B5EF4-FFF2-40B4-BE49-F238E27FC236}">
                  <a16:creationId xmlns:a16="http://schemas.microsoft.com/office/drawing/2014/main" id="{A7137C4A-EBBA-4082-406A-BF2BDC85B612}"/>
                </a:ext>
              </a:extLst>
            </p:cNvPr>
            <p:cNvSpPr/>
            <p:nvPr/>
          </p:nvSpPr>
          <p:spPr>
            <a:xfrm>
              <a:off x="3215969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5" name="Freeform 2644">
              <a:extLst>
                <a:ext uri="{FF2B5EF4-FFF2-40B4-BE49-F238E27FC236}">
                  <a16:creationId xmlns:a16="http://schemas.microsoft.com/office/drawing/2014/main" id="{33A0AD1D-367F-6CA6-6088-2B3EAF04BA68}"/>
                </a:ext>
              </a:extLst>
            </p:cNvPr>
            <p:cNvSpPr/>
            <p:nvPr/>
          </p:nvSpPr>
          <p:spPr>
            <a:xfrm>
              <a:off x="3215969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6" name="Freeform 2645">
              <a:extLst>
                <a:ext uri="{FF2B5EF4-FFF2-40B4-BE49-F238E27FC236}">
                  <a16:creationId xmlns:a16="http://schemas.microsoft.com/office/drawing/2014/main" id="{64208E28-E8A8-1C87-12F8-70B7CBA80F5C}"/>
                </a:ext>
              </a:extLst>
            </p:cNvPr>
            <p:cNvSpPr/>
            <p:nvPr/>
          </p:nvSpPr>
          <p:spPr>
            <a:xfrm>
              <a:off x="3215969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7" name="Freeform 2646">
              <a:extLst>
                <a:ext uri="{FF2B5EF4-FFF2-40B4-BE49-F238E27FC236}">
                  <a16:creationId xmlns:a16="http://schemas.microsoft.com/office/drawing/2014/main" id="{150CC584-F178-C69D-B335-FF0292D8C92E}"/>
                </a:ext>
              </a:extLst>
            </p:cNvPr>
            <p:cNvSpPr/>
            <p:nvPr/>
          </p:nvSpPr>
          <p:spPr>
            <a:xfrm>
              <a:off x="3215969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8" name="Freeform 2647">
              <a:extLst>
                <a:ext uri="{FF2B5EF4-FFF2-40B4-BE49-F238E27FC236}">
                  <a16:creationId xmlns:a16="http://schemas.microsoft.com/office/drawing/2014/main" id="{79450549-876A-CED2-277B-AD46D89F22A0}"/>
                </a:ext>
              </a:extLst>
            </p:cNvPr>
            <p:cNvSpPr/>
            <p:nvPr/>
          </p:nvSpPr>
          <p:spPr>
            <a:xfrm>
              <a:off x="3215969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9" name="Freeform 2648">
              <a:extLst>
                <a:ext uri="{FF2B5EF4-FFF2-40B4-BE49-F238E27FC236}">
                  <a16:creationId xmlns:a16="http://schemas.microsoft.com/office/drawing/2014/main" id="{804F1297-347C-5063-78A6-6B5518E1812F}"/>
                </a:ext>
              </a:extLst>
            </p:cNvPr>
            <p:cNvSpPr/>
            <p:nvPr/>
          </p:nvSpPr>
          <p:spPr>
            <a:xfrm>
              <a:off x="3215969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0" name="Freeform 2649">
              <a:extLst>
                <a:ext uri="{FF2B5EF4-FFF2-40B4-BE49-F238E27FC236}">
                  <a16:creationId xmlns:a16="http://schemas.microsoft.com/office/drawing/2014/main" id="{BADD41FB-985D-049B-7A2D-9847550C701F}"/>
                </a:ext>
              </a:extLst>
            </p:cNvPr>
            <p:cNvSpPr/>
            <p:nvPr/>
          </p:nvSpPr>
          <p:spPr>
            <a:xfrm>
              <a:off x="3215969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1" name="Freeform 2650">
              <a:extLst>
                <a:ext uri="{FF2B5EF4-FFF2-40B4-BE49-F238E27FC236}">
                  <a16:creationId xmlns:a16="http://schemas.microsoft.com/office/drawing/2014/main" id="{43F4FB47-01EB-4B6D-0C19-7DD813896CEC}"/>
                </a:ext>
              </a:extLst>
            </p:cNvPr>
            <p:cNvSpPr/>
            <p:nvPr/>
          </p:nvSpPr>
          <p:spPr>
            <a:xfrm>
              <a:off x="3215969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2" name="Freeform 2651">
              <a:extLst>
                <a:ext uri="{FF2B5EF4-FFF2-40B4-BE49-F238E27FC236}">
                  <a16:creationId xmlns:a16="http://schemas.microsoft.com/office/drawing/2014/main" id="{59E5CB60-B5FC-8642-FBBF-946E8ABE7C84}"/>
                </a:ext>
              </a:extLst>
            </p:cNvPr>
            <p:cNvSpPr/>
            <p:nvPr/>
          </p:nvSpPr>
          <p:spPr>
            <a:xfrm>
              <a:off x="3215969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3" name="Freeform 2652">
              <a:extLst>
                <a:ext uri="{FF2B5EF4-FFF2-40B4-BE49-F238E27FC236}">
                  <a16:creationId xmlns:a16="http://schemas.microsoft.com/office/drawing/2014/main" id="{600957F8-BB49-E2AD-03CB-CF26CC0F8D24}"/>
                </a:ext>
              </a:extLst>
            </p:cNvPr>
            <p:cNvSpPr/>
            <p:nvPr/>
          </p:nvSpPr>
          <p:spPr>
            <a:xfrm>
              <a:off x="3215969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4" name="Freeform 2653">
              <a:extLst>
                <a:ext uri="{FF2B5EF4-FFF2-40B4-BE49-F238E27FC236}">
                  <a16:creationId xmlns:a16="http://schemas.microsoft.com/office/drawing/2014/main" id="{9E063F30-3313-B939-938E-7575F40068D9}"/>
                </a:ext>
              </a:extLst>
            </p:cNvPr>
            <p:cNvSpPr/>
            <p:nvPr/>
          </p:nvSpPr>
          <p:spPr>
            <a:xfrm>
              <a:off x="3215969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5" name="Freeform 2654">
              <a:extLst>
                <a:ext uri="{FF2B5EF4-FFF2-40B4-BE49-F238E27FC236}">
                  <a16:creationId xmlns:a16="http://schemas.microsoft.com/office/drawing/2014/main" id="{C42AD465-C963-264E-54BD-A0B09238157F}"/>
                </a:ext>
              </a:extLst>
            </p:cNvPr>
            <p:cNvSpPr/>
            <p:nvPr/>
          </p:nvSpPr>
          <p:spPr>
            <a:xfrm>
              <a:off x="3215969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6" name="Freeform 2655">
              <a:extLst>
                <a:ext uri="{FF2B5EF4-FFF2-40B4-BE49-F238E27FC236}">
                  <a16:creationId xmlns:a16="http://schemas.microsoft.com/office/drawing/2014/main" id="{B8E4E1A8-ADDB-D321-9D2E-CA4EFD01EAFA}"/>
                </a:ext>
              </a:extLst>
            </p:cNvPr>
            <p:cNvSpPr/>
            <p:nvPr/>
          </p:nvSpPr>
          <p:spPr>
            <a:xfrm>
              <a:off x="3215969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7" name="Freeform 2656">
              <a:extLst>
                <a:ext uri="{FF2B5EF4-FFF2-40B4-BE49-F238E27FC236}">
                  <a16:creationId xmlns:a16="http://schemas.microsoft.com/office/drawing/2014/main" id="{1104AF83-8EF5-7C98-A684-5435363E11B7}"/>
                </a:ext>
              </a:extLst>
            </p:cNvPr>
            <p:cNvSpPr/>
            <p:nvPr/>
          </p:nvSpPr>
          <p:spPr>
            <a:xfrm>
              <a:off x="3215969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8" name="Freeform 2657">
              <a:extLst>
                <a:ext uri="{FF2B5EF4-FFF2-40B4-BE49-F238E27FC236}">
                  <a16:creationId xmlns:a16="http://schemas.microsoft.com/office/drawing/2014/main" id="{D650CC8D-0ACA-6030-B0C0-A9716C4B4451}"/>
                </a:ext>
              </a:extLst>
            </p:cNvPr>
            <p:cNvSpPr/>
            <p:nvPr/>
          </p:nvSpPr>
          <p:spPr>
            <a:xfrm>
              <a:off x="3215969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9" name="Freeform 2658">
              <a:extLst>
                <a:ext uri="{FF2B5EF4-FFF2-40B4-BE49-F238E27FC236}">
                  <a16:creationId xmlns:a16="http://schemas.microsoft.com/office/drawing/2014/main" id="{4726B61B-5E0F-F8B8-9CDC-C00F3DE8BD52}"/>
                </a:ext>
              </a:extLst>
            </p:cNvPr>
            <p:cNvSpPr/>
            <p:nvPr/>
          </p:nvSpPr>
          <p:spPr>
            <a:xfrm>
              <a:off x="3308728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0" name="Freeform 2659">
              <a:extLst>
                <a:ext uri="{FF2B5EF4-FFF2-40B4-BE49-F238E27FC236}">
                  <a16:creationId xmlns:a16="http://schemas.microsoft.com/office/drawing/2014/main" id="{C9AE03D3-ACF3-C2B5-1075-02C42AA321FB}"/>
                </a:ext>
              </a:extLst>
            </p:cNvPr>
            <p:cNvSpPr/>
            <p:nvPr/>
          </p:nvSpPr>
          <p:spPr>
            <a:xfrm>
              <a:off x="3308728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1" name="Freeform 2660">
              <a:extLst>
                <a:ext uri="{FF2B5EF4-FFF2-40B4-BE49-F238E27FC236}">
                  <a16:creationId xmlns:a16="http://schemas.microsoft.com/office/drawing/2014/main" id="{99966EE8-3AFF-68A8-F7A7-89EACAC369B2}"/>
                </a:ext>
              </a:extLst>
            </p:cNvPr>
            <p:cNvSpPr/>
            <p:nvPr/>
          </p:nvSpPr>
          <p:spPr>
            <a:xfrm>
              <a:off x="3308728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2" name="Freeform 2661">
              <a:extLst>
                <a:ext uri="{FF2B5EF4-FFF2-40B4-BE49-F238E27FC236}">
                  <a16:creationId xmlns:a16="http://schemas.microsoft.com/office/drawing/2014/main" id="{F6BB82EC-30EA-0D42-80CA-F0A9C100B782}"/>
                </a:ext>
              </a:extLst>
            </p:cNvPr>
            <p:cNvSpPr/>
            <p:nvPr/>
          </p:nvSpPr>
          <p:spPr>
            <a:xfrm>
              <a:off x="3308728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3" name="Freeform 2662">
              <a:extLst>
                <a:ext uri="{FF2B5EF4-FFF2-40B4-BE49-F238E27FC236}">
                  <a16:creationId xmlns:a16="http://schemas.microsoft.com/office/drawing/2014/main" id="{16601533-9F92-4384-4CA9-2680808B8CBF}"/>
                </a:ext>
              </a:extLst>
            </p:cNvPr>
            <p:cNvSpPr/>
            <p:nvPr/>
          </p:nvSpPr>
          <p:spPr>
            <a:xfrm>
              <a:off x="3308728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4" name="Freeform 2663">
              <a:extLst>
                <a:ext uri="{FF2B5EF4-FFF2-40B4-BE49-F238E27FC236}">
                  <a16:creationId xmlns:a16="http://schemas.microsoft.com/office/drawing/2014/main" id="{AECC694D-0C8F-D186-713F-83F45CFDD7B3}"/>
                </a:ext>
              </a:extLst>
            </p:cNvPr>
            <p:cNvSpPr/>
            <p:nvPr/>
          </p:nvSpPr>
          <p:spPr>
            <a:xfrm>
              <a:off x="3308728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" name="Freeform 2664">
              <a:extLst>
                <a:ext uri="{FF2B5EF4-FFF2-40B4-BE49-F238E27FC236}">
                  <a16:creationId xmlns:a16="http://schemas.microsoft.com/office/drawing/2014/main" id="{69BE33FB-C8D3-CEE6-4E6A-B4B2E0ACF527}"/>
                </a:ext>
              </a:extLst>
            </p:cNvPr>
            <p:cNvSpPr/>
            <p:nvPr/>
          </p:nvSpPr>
          <p:spPr>
            <a:xfrm>
              <a:off x="3308728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6" name="Freeform 2665">
              <a:extLst>
                <a:ext uri="{FF2B5EF4-FFF2-40B4-BE49-F238E27FC236}">
                  <a16:creationId xmlns:a16="http://schemas.microsoft.com/office/drawing/2014/main" id="{F02E7B08-D193-7926-E1A9-1D0192A9E1A6}"/>
                </a:ext>
              </a:extLst>
            </p:cNvPr>
            <p:cNvSpPr/>
            <p:nvPr/>
          </p:nvSpPr>
          <p:spPr>
            <a:xfrm>
              <a:off x="3308728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7" name="Freeform 2666">
              <a:extLst>
                <a:ext uri="{FF2B5EF4-FFF2-40B4-BE49-F238E27FC236}">
                  <a16:creationId xmlns:a16="http://schemas.microsoft.com/office/drawing/2014/main" id="{DFF2DE76-45F3-A0C7-7BE3-762F09932793}"/>
                </a:ext>
              </a:extLst>
            </p:cNvPr>
            <p:cNvSpPr/>
            <p:nvPr/>
          </p:nvSpPr>
          <p:spPr>
            <a:xfrm>
              <a:off x="3308728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8" name="Freeform 2667">
              <a:extLst>
                <a:ext uri="{FF2B5EF4-FFF2-40B4-BE49-F238E27FC236}">
                  <a16:creationId xmlns:a16="http://schemas.microsoft.com/office/drawing/2014/main" id="{A4E842BE-2A86-CA7F-F889-3C433FD442D9}"/>
                </a:ext>
              </a:extLst>
            </p:cNvPr>
            <p:cNvSpPr/>
            <p:nvPr/>
          </p:nvSpPr>
          <p:spPr>
            <a:xfrm>
              <a:off x="3308728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9" name="Freeform 2668">
              <a:extLst>
                <a:ext uri="{FF2B5EF4-FFF2-40B4-BE49-F238E27FC236}">
                  <a16:creationId xmlns:a16="http://schemas.microsoft.com/office/drawing/2014/main" id="{A1399581-F0DE-530C-49AA-D031C70B0A2A}"/>
                </a:ext>
              </a:extLst>
            </p:cNvPr>
            <p:cNvSpPr/>
            <p:nvPr/>
          </p:nvSpPr>
          <p:spPr>
            <a:xfrm>
              <a:off x="3308728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0" name="Freeform 2669">
              <a:extLst>
                <a:ext uri="{FF2B5EF4-FFF2-40B4-BE49-F238E27FC236}">
                  <a16:creationId xmlns:a16="http://schemas.microsoft.com/office/drawing/2014/main" id="{7B598910-7AB8-DDF6-E30C-DC8F83C95427}"/>
                </a:ext>
              </a:extLst>
            </p:cNvPr>
            <p:cNvSpPr/>
            <p:nvPr/>
          </p:nvSpPr>
          <p:spPr>
            <a:xfrm>
              <a:off x="3308728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1" name="Freeform 2670">
              <a:extLst>
                <a:ext uri="{FF2B5EF4-FFF2-40B4-BE49-F238E27FC236}">
                  <a16:creationId xmlns:a16="http://schemas.microsoft.com/office/drawing/2014/main" id="{C792419C-E09B-1F7D-18B7-79372B864B93}"/>
                </a:ext>
              </a:extLst>
            </p:cNvPr>
            <p:cNvSpPr/>
            <p:nvPr/>
          </p:nvSpPr>
          <p:spPr>
            <a:xfrm>
              <a:off x="3308728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2" name="Freeform 2671">
              <a:extLst>
                <a:ext uri="{FF2B5EF4-FFF2-40B4-BE49-F238E27FC236}">
                  <a16:creationId xmlns:a16="http://schemas.microsoft.com/office/drawing/2014/main" id="{8A83A4E4-5360-FB29-1BE3-AB07F6F0DB50}"/>
                </a:ext>
              </a:extLst>
            </p:cNvPr>
            <p:cNvSpPr/>
            <p:nvPr/>
          </p:nvSpPr>
          <p:spPr>
            <a:xfrm>
              <a:off x="3308728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3" name="Freeform 2672">
              <a:extLst>
                <a:ext uri="{FF2B5EF4-FFF2-40B4-BE49-F238E27FC236}">
                  <a16:creationId xmlns:a16="http://schemas.microsoft.com/office/drawing/2014/main" id="{9C68A761-C7D6-FDEC-9CA2-2CDFDE18F106}"/>
                </a:ext>
              </a:extLst>
            </p:cNvPr>
            <p:cNvSpPr/>
            <p:nvPr/>
          </p:nvSpPr>
          <p:spPr>
            <a:xfrm>
              <a:off x="3308728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4" name="Freeform 2673">
              <a:extLst>
                <a:ext uri="{FF2B5EF4-FFF2-40B4-BE49-F238E27FC236}">
                  <a16:creationId xmlns:a16="http://schemas.microsoft.com/office/drawing/2014/main" id="{5FCADF57-B920-3F28-284D-5FA9DE88BC8C}"/>
                </a:ext>
              </a:extLst>
            </p:cNvPr>
            <p:cNvSpPr/>
            <p:nvPr/>
          </p:nvSpPr>
          <p:spPr>
            <a:xfrm>
              <a:off x="3308728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5" name="Freeform 2674">
              <a:extLst>
                <a:ext uri="{FF2B5EF4-FFF2-40B4-BE49-F238E27FC236}">
                  <a16:creationId xmlns:a16="http://schemas.microsoft.com/office/drawing/2014/main" id="{58676FD4-E054-180E-6B82-32E366001B4E}"/>
                </a:ext>
              </a:extLst>
            </p:cNvPr>
            <p:cNvSpPr/>
            <p:nvPr/>
          </p:nvSpPr>
          <p:spPr>
            <a:xfrm>
              <a:off x="3308728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6" name="Freeform 2675">
              <a:extLst>
                <a:ext uri="{FF2B5EF4-FFF2-40B4-BE49-F238E27FC236}">
                  <a16:creationId xmlns:a16="http://schemas.microsoft.com/office/drawing/2014/main" id="{D23A34AB-CF62-124C-38B5-00EAA1724933}"/>
                </a:ext>
              </a:extLst>
            </p:cNvPr>
            <p:cNvSpPr/>
            <p:nvPr/>
          </p:nvSpPr>
          <p:spPr>
            <a:xfrm>
              <a:off x="3308728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7" name="Freeform 2676">
              <a:extLst>
                <a:ext uri="{FF2B5EF4-FFF2-40B4-BE49-F238E27FC236}">
                  <a16:creationId xmlns:a16="http://schemas.microsoft.com/office/drawing/2014/main" id="{C180F1F2-A11D-771C-9C86-C89CE12599DD}"/>
                </a:ext>
              </a:extLst>
            </p:cNvPr>
            <p:cNvSpPr/>
            <p:nvPr/>
          </p:nvSpPr>
          <p:spPr>
            <a:xfrm>
              <a:off x="3308728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8" name="Freeform 2677">
              <a:extLst>
                <a:ext uri="{FF2B5EF4-FFF2-40B4-BE49-F238E27FC236}">
                  <a16:creationId xmlns:a16="http://schemas.microsoft.com/office/drawing/2014/main" id="{7893674A-16E5-DC4A-87CE-E0E293BCAD56}"/>
                </a:ext>
              </a:extLst>
            </p:cNvPr>
            <p:cNvSpPr/>
            <p:nvPr/>
          </p:nvSpPr>
          <p:spPr>
            <a:xfrm>
              <a:off x="3308728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9" name="Freeform 2678">
              <a:extLst>
                <a:ext uri="{FF2B5EF4-FFF2-40B4-BE49-F238E27FC236}">
                  <a16:creationId xmlns:a16="http://schemas.microsoft.com/office/drawing/2014/main" id="{DA2EA5A5-9FEC-4B51-D5C0-682842999D48}"/>
                </a:ext>
              </a:extLst>
            </p:cNvPr>
            <p:cNvSpPr/>
            <p:nvPr/>
          </p:nvSpPr>
          <p:spPr>
            <a:xfrm>
              <a:off x="3308728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0" name="Freeform 2679">
              <a:extLst>
                <a:ext uri="{FF2B5EF4-FFF2-40B4-BE49-F238E27FC236}">
                  <a16:creationId xmlns:a16="http://schemas.microsoft.com/office/drawing/2014/main" id="{AB7B5E44-49F9-2BE9-032F-FBF0825CC1A8}"/>
                </a:ext>
              </a:extLst>
            </p:cNvPr>
            <p:cNvSpPr/>
            <p:nvPr/>
          </p:nvSpPr>
          <p:spPr>
            <a:xfrm>
              <a:off x="3308728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1" name="Freeform 2680">
              <a:extLst>
                <a:ext uri="{FF2B5EF4-FFF2-40B4-BE49-F238E27FC236}">
                  <a16:creationId xmlns:a16="http://schemas.microsoft.com/office/drawing/2014/main" id="{2847C51A-565B-A2B6-7A5C-171516D53EE4}"/>
                </a:ext>
              </a:extLst>
            </p:cNvPr>
            <p:cNvSpPr/>
            <p:nvPr/>
          </p:nvSpPr>
          <p:spPr>
            <a:xfrm>
              <a:off x="3308728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2" name="Freeform 2681">
              <a:extLst>
                <a:ext uri="{FF2B5EF4-FFF2-40B4-BE49-F238E27FC236}">
                  <a16:creationId xmlns:a16="http://schemas.microsoft.com/office/drawing/2014/main" id="{1CEC6CB0-0BAE-8EAA-8012-4329B549F0C7}"/>
                </a:ext>
              </a:extLst>
            </p:cNvPr>
            <p:cNvSpPr/>
            <p:nvPr/>
          </p:nvSpPr>
          <p:spPr>
            <a:xfrm>
              <a:off x="3308728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3" name="Freeform 2682">
              <a:extLst>
                <a:ext uri="{FF2B5EF4-FFF2-40B4-BE49-F238E27FC236}">
                  <a16:creationId xmlns:a16="http://schemas.microsoft.com/office/drawing/2014/main" id="{CA70DABF-B05D-A9A7-203F-8A49094BC5AB}"/>
                </a:ext>
              </a:extLst>
            </p:cNvPr>
            <p:cNvSpPr/>
            <p:nvPr/>
          </p:nvSpPr>
          <p:spPr>
            <a:xfrm>
              <a:off x="3308728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4" name="Freeform 2683">
              <a:extLst>
                <a:ext uri="{FF2B5EF4-FFF2-40B4-BE49-F238E27FC236}">
                  <a16:creationId xmlns:a16="http://schemas.microsoft.com/office/drawing/2014/main" id="{C2E58A8A-69D6-E4D7-1280-E3DA8C8A9A08}"/>
                </a:ext>
              </a:extLst>
            </p:cNvPr>
            <p:cNvSpPr/>
            <p:nvPr/>
          </p:nvSpPr>
          <p:spPr>
            <a:xfrm>
              <a:off x="3308728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5" name="Freeform 2684">
              <a:extLst>
                <a:ext uri="{FF2B5EF4-FFF2-40B4-BE49-F238E27FC236}">
                  <a16:creationId xmlns:a16="http://schemas.microsoft.com/office/drawing/2014/main" id="{81EC57CF-B5C5-9FFA-8609-B161082F7C84}"/>
                </a:ext>
              </a:extLst>
            </p:cNvPr>
            <p:cNvSpPr/>
            <p:nvPr/>
          </p:nvSpPr>
          <p:spPr>
            <a:xfrm>
              <a:off x="3308728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6" name="Freeform 2685">
              <a:extLst>
                <a:ext uri="{FF2B5EF4-FFF2-40B4-BE49-F238E27FC236}">
                  <a16:creationId xmlns:a16="http://schemas.microsoft.com/office/drawing/2014/main" id="{9B6C7AB1-5616-76BE-64F0-8579259CEA0B}"/>
                </a:ext>
              </a:extLst>
            </p:cNvPr>
            <p:cNvSpPr/>
            <p:nvPr/>
          </p:nvSpPr>
          <p:spPr>
            <a:xfrm>
              <a:off x="3308728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7" name="Freeform 2686">
              <a:extLst>
                <a:ext uri="{FF2B5EF4-FFF2-40B4-BE49-F238E27FC236}">
                  <a16:creationId xmlns:a16="http://schemas.microsoft.com/office/drawing/2014/main" id="{DB0977D6-5A92-A2A5-BE20-B73AA6ABA227}"/>
                </a:ext>
              </a:extLst>
            </p:cNvPr>
            <p:cNvSpPr/>
            <p:nvPr/>
          </p:nvSpPr>
          <p:spPr>
            <a:xfrm>
              <a:off x="3308728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8" name="Freeform 2687">
              <a:extLst>
                <a:ext uri="{FF2B5EF4-FFF2-40B4-BE49-F238E27FC236}">
                  <a16:creationId xmlns:a16="http://schemas.microsoft.com/office/drawing/2014/main" id="{9DB697F3-1508-C8D4-011B-FEC50CA20824}"/>
                </a:ext>
              </a:extLst>
            </p:cNvPr>
            <p:cNvSpPr/>
            <p:nvPr/>
          </p:nvSpPr>
          <p:spPr>
            <a:xfrm>
              <a:off x="3308728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9" name="Freeform 2688">
              <a:extLst>
                <a:ext uri="{FF2B5EF4-FFF2-40B4-BE49-F238E27FC236}">
                  <a16:creationId xmlns:a16="http://schemas.microsoft.com/office/drawing/2014/main" id="{1FDD94D9-732F-DBDA-85D6-2A1F60F7708C}"/>
                </a:ext>
              </a:extLst>
            </p:cNvPr>
            <p:cNvSpPr/>
            <p:nvPr/>
          </p:nvSpPr>
          <p:spPr>
            <a:xfrm>
              <a:off x="3308728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0" name="Freeform 2689">
              <a:extLst>
                <a:ext uri="{FF2B5EF4-FFF2-40B4-BE49-F238E27FC236}">
                  <a16:creationId xmlns:a16="http://schemas.microsoft.com/office/drawing/2014/main" id="{39CCA535-FFAE-8144-B4AD-64FFD7EC951A}"/>
                </a:ext>
              </a:extLst>
            </p:cNvPr>
            <p:cNvSpPr/>
            <p:nvPr/>
          </p:nvSpPr>
          <p:spPr>
            <a:xfrm>
              <a:off x="3308728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1" name="Freeform 2690">
              <a:extLst>
                <a:ext uri="{FF2B5EF4-FFF2-40B4-BE49-F238E27FC236}">
                  <a16:creationId xmlns:a16="http://schemas.microsoft.com/office/drawing/2014/main" id="{2D85F174-B991-159C-CDB4-8567D4819D46}"/>
                </a:ext>
              </a:extLst>
            </p:cNvPr>
            <p:cNvSpPr/>
            <p:nvPr/>
          </p:nvSpPr>
          <p:spPr>
            <a:xfrm>
              <a:off x="3308728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2" name="Freeform 2691">
              <a:extLst>
                <a:ext uri="{FF2B5EF4-FFF2-40B4-BE49-F238E27FC236}">
                  <a16:creationId xmlns:a16="http://schemas.microsoft.com/office/drawing/2014/main" id="{B4CDD466-0AFA-7F9F-6F85-C90B86EE0C2C}"/>
                </a:ext>
              </a:extLst>
            </p:cNvPr>
            <p:cNvSpPr/>
            <p:nvPr/>
          </p:nvSpPr>
          <p:spPr>
            <a:xfrm>
              <a:off x="3308728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3" name="Freeform 2692">
              <a:extLst>
                <a:ext uri="{FF2B5EF4-FFF2-40B4-BE49-F238E27FC236}">
                  <a16:creationId xmlns:a16="http://schemas.microsoft.com/office/drawing/2014/main" id="{7FB179FC-CD7E-3C7D-D07C-45D22A698DDA}"/>
                </a:ext>
              </a:extLst>
            </p:cNvPr>
            <p:cNvSpPr/>
            <p:nvPr/>
          </p:nvSpPr>
          <p:spPr>
            <a:xfrm>
              <a:off x="3401487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4" name="Freeform 2693">
              <a:extLst>
                <a:ext uri="{FF2B5EF4-FFF2-40B4-BE49-F238E27FC236}">
                  <a16:creationId xmlns:a16="http://schemas.microsoft.com/office/drawing/2014/main" id="{ECE9BB37-52CB-8C58-3EE4-147895126BD8}"/>
                </a:ext>
              </a:extLst>
            </p:cNvPr>
            <p:cNvSpPr/>
            <p:nvPr/>
          </p:nvSpPr>
          <p:spPr>
            <a:xfrm>
              <a:off x="3401487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5" name="Freeform 2694">
              <a:extLst>
                <a:ext uri="{FF2B5EF4-FFF2-40B4-BE49-F238E27FC236}">
                  <a16:creationId xmlns:a16="http://schemas.microsoft.com/office/drawing/2014/main" id="{DFCEA0CC-105A-6A2F-3CCD-43C2C85A1B05}"/>
                </a:ext>
              </a:extLst>
            </p:cNvPr>
            <p:cNvSpPr/>
            <p:nvPr/>
          </p:nvSpPr>
          <p:spPr>
            <a:xfrm>
              <a:off x="3401487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6" name="Freeform 2695">
              <a:extLst>
                <a:ext uri="{FF2B5EF4-FFF2-40B4-BE49-F238E27FC236}">
                  <a16:creationId xmlns:a16="http://schemas.microsoft.com/office/drawing/2014/main" id="{D8E8A008-A59F-E2C0-9981-0F14DD26E019}"/>
                </a:ext>
              </a:extLst>
            </p:cNvPr>
            <p:cNvSpPr/>
            <p:nvPr/>
          </p:nvSpPr>
          <p:spPr>
            <a:xfrm>
              <a:off x="3401487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7" name="Freeform 2696">
              <a:extLst>
                <a:ext uri="{FF2B5EF4-FFF2-40B4-BE49-F238E27FC236}">
                  <a16:creationId xmlns:a16="http://schemas.microsoft.com/office/drawing/2014/main" id="{DBC7201E-75B3-BA8F-A03A-C36A85CB1EE1}"/>
                </a:ext>
              </a:extLst>
            </p:cNvPr>
            <p:cNvSpPr/>
            <p:nvPr/>
          </p:nvSpPr>
          <p:spPr>
            <a:xfrm>
              <a:off x="3401487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8" name="Freeform 2697">
              <a:extLst>
                <a:ext uri="{FF2B5EF4-FFF2-40B4-BE49-F238E27FC236}">
                  <a16:creationId xmlns:a16="http://schemas.microsoft.com/office/drawing/2014/main" id="{BC1E0609-E326-F518-0F04-E46A1099B456}"/>
                </a:ext>
              </a:extLst>
            </p:cNvPr>
            <p:cNvSpPr/>
            <p:nvPr/>
          </p:nvSpPr>
          <p:spPr>
            <a:xfrm>
              <a:off x="3401487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9" name="Freeform 2698">
              <a:extLst>
                <a:ext uri="{FF2B5EF4-FFF2-40B4-BE49-F238E27FC236}">
                  <a16:creationId xmlns:a16="http://schemas.microsoft.com/office/drawing/2014/main" id="{CA6B9068-BBE6-6330-A582-D11F8626EBD7}"/>
                </a:ext>
              </a:extLst>
            </p:cNvPr>
            <p:cNvSpPr/>
            <p:nvPr/>
          </p:nvSpPr>
          <p:spPr>
            <a:xfrm>
              <a:off x="3401487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0" name="Freeform 2699">
              <a:extLst>
                <a:ext uri="{FF2B5EF4-FFF2-40B4-BE49-F238E27FC236}">
                  <a16:creationId xmlns:a16="http://schemas.microsoft.com/office/drawing/2014/main" id="{02FAB2C1-CEFB-3003-94C4-F64E66470103}"/>
                </a:ext>
              </a:extLst>
            </p:cNvPr>
            <p:cNvSpPr/>
            <p:nvPr/>
          </p:nvSpPr>
          <p:spPr>
            <a:xfrm>
              <a:off x="3401487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1" name="Freeform 2700">
              <a:extLst>
                <a:ext uri="{FF2B5EF4-FFF2-40B4-BE49-F238E27FC236}">
                  <a16:creationId xmlns:a16="http://schemas.microsoft.com/office/drawing/2014/main" id="{50289C0E-80B9-D1D1-1D86-6557B3A3947C}"/>
                </a:ext>
              </a:extLst>
            </p:cNvPr>
            <p:cNvSpPr/>
            <p:nvPr/>
          </p:nvSpPr>
          <p:spPr>
            <a:xfrm>
              <a:off x="3401487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2" name="Freeform 2701">
              <a:extLst>
                <a:ext uri="{FF2B5EF4-FFF2-40B4-BE49-F238E27FC236}">
                  <a16:creationId xmlns:a16="http://schemas.microsoft.com/office/drawing/2014/main" id="{9416EBE2-8A52-E3CF-3750-BF013DAEE722}"/>
                </a:ext>
              </a:extLst>
            </p:cNvPr>
            <p:cNvSpPr/>
            <p:nvPr/>
          </p:nvSpPr>
          <p:spPr>
            <a:xfrm>
              <a:off x="3401487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3" name="Freeform 2702">
              <a:extLst>
                <a:ext uri="{FF2B5EF4-FFF2-40B4-BE49-F238E27FC236}">
                  <a16:creationId xmlns:a16="http://schemas.microsoft.com/office/drawing/2014/main" id="{06B8864D-798C-0AD1-D77D-7146BB9E87D2}"/>
                </a:ext>
              </a:extLst>
            </p:cNvPr>
            <p:cNvSpPr/>
            <p:nvPr/>
          </p:nvSpPr>
          <p:spPr>
            <a:xfrm>
              <a:off x="3401487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4" name="Freeform 2703">
              <a:extLst>
                <a:ext uri="{FF2B5EF4-FFF2-40B4-BE49-F238E27FC236}">
                  <a16:creationId xmlns:a16="http://schemas.microsoft.com/office/drawing/2014/main" id="{0798813C-046A-7E30-D89A-05D7FC39FD3A}"/>
                </a:ext>
              </a:extLst>
            </p:cNvPr>
            <p:cNvSpPr/>
            <p:nvPr/>
          </p:nvSpPr>
          <p:spPr>
            <a:xfrm>
              <a:off x="3401487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5" name="Freeform 2704">
              <a:extLst>
                <a:ext uri="{FF2B5EF4-FFF2-40B4-BE49-F238E27FC236}">
                  <a16:creationId xmlns:a16="http://schemas.microsoft.com/office/drawing/2014/main" id="{91403491-B25B-F4E9-64F0-6D16F395A190}"/>
                </a:ext>
              </a:extLst>
            </p:cNvPr>
            <p:cNvSpPr/>
            <p:nvPr/>
          </p:nvSpPr>
          <p:spPr>
            <a:xfrm>
              <a:off x="3401487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6" name="Freeform 2705">
              <a:extLst>
                <a:ext uri="{FF2B5EF4-FFF2-40B4-BE49-F238E27FC236}">
                  <a16:creationId xmlns:a16="http://schemas.microsoft.com/office/drawing/2014/main" id="{C0A83D79-8EC0-E5B3-AE51-A4195163ECA9}"/>
                </a:ext>
              </a:extLst>
            </p:cNvPr>
            <p:cNvSpPr/>
            <p:nvPr/>
          </p:nvSpPr>
          <p:spPr>
            <a:xfrm>
              <a:off x="3401487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7" name="Freeform 2706">
              <a:extLst>
                <a:ext uri="{FF2B5EF4-FFF2-40B4-BE49-F238E27FC236}">
                  <a16:creationId xmlns:a16="http://schemas.microsoft.com/office/drawing/2014/main" id="{80C870EA-A8B2-9626-4F2B-B6687E232576}"/>
                </a:ext>
              </a:extLst>
            </p:cNvPr>
            <p:cNvSpPr/>
            <p:nvPr/>
          </p:nvSpPr>
          <p:spPr>
            <a:xfrm>
              <a:off x="3401487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8" name="Freeform 2707">
              <a:extLst>
                <a:ext uri="{FF2B5EF4-FFF2-40B4-BE49-F238E27FC236}">
                  <a16:creationId xmlns:a16="http://schemas.microsoft.com/office/drawing/2014/main" id="{4AE175E7-623C-5661-FD68-CFE78F441ACD}"/>
                </a:ext>
              </a:extLst>
            </p:cNvPr>
            <p:cNvSpPr/>
            <p:nvPr/>
          </p:nvSpPr>
          <p:spPr>
            <a:xfrm>
              <a:off x="3401487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9" name="Freeform 2708">
              <a:extLst>
                <a:ext uri="{FF2B5EF4-FFF2-40B4-BE49-F238E27FC236}">
                  <a16:creationId xmlns:a16="http://schemas.microsoft.com/office/drawing/2014/main" id="{A13E9F22-4484-116A-9891-ECC057466114}"/>
                </a:ext>
              </a:extLst>
            </p:cNvPr>
            <p:cNvSpPr/>
            <p:nvPr/>
          </p:nvSpPr>
          <p:spPr>
            <a:xfrm>
              <a:off x="3401487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0" name="Freeform 2709">
              <a:extLst>
                <a:ext uri="{FF2B5EF4-FFF2-40B4-BE49-F238E27FC236}">
                  <a16:creationId xmlns:a16="http://schemas.microsoft.com/office/drawing/2014/main" id="{8E0ACD9A-A457-5C80-84DD-A15D3240938F}"/>
                </a:ext>
              </a:extLst>
            </p:cNvPr>
            <p:cNvSpPr/>
            <p:nvPr/>
          </p:nvSpPr>
          <p:spPr>
            <a:xfrm>
              <a:off x="3401487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1" name="Freeform 2710">
              <a:extLst>
                <a:ext uri="{FF2B5EF4-FFF2-40B4-BE49-F238E27FC236}">
                  <a16:creationId xmlns:a16="http://schemas.microsoft.com/office/drawing/2014/main" id="{1856B7D1-CA97-E616-6082-3C5EB6A8EA75}"/>
                </a:ext>
              </a:extLst>
            </p:cNvPr>
            <p:cNvSpPr/>
            <p:nvPr/>
          </p:nvSpPr>
          <p:spPr>
            <a:xfrm>
              <a:off x="3401487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2" name="Freeform 2711">
              <a:extLst>
                <a:ext uri="{FF2B5EF4-FFF2-40B4-BE49-F238E27FC236}">
                  <a16:creationId xmlns:a16="http://schemas.microsoft.com/office/drawing/2014/main" id="{EFB252B1-68C1-8736-0A33-2D6D3002A6A2}"/>
                </a:ext>
              </a:extLst>
            </p:cNvPr>
            <p:cNvSpPr/>
            <p:nvPr/>
          </p:nvSpPr>
          <p:spPr>
            <a:xfrm>
              <a:off x="3401487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3" name="Freeform 2712">
              <a:extLst>
                <a:ext uri="{FF2B5EF4-FFF2-40B4-BE49-F238E27FC236}">
                  <a16:creationId xmlns:a16="http://schemas.microsoft.com/office/drawing/2014/main" id="{D9BE4B3B-935A-32BA-D450-35A4BF6C469D}"/>
                </a:ext>
              </a:extLst>
            </p:cNvPr>
            <p:cNvSpPr/>
            <p:nvPr/>
          </p:nvSpPr>
          <p:spPr>
            <a:xfrm>
              <a:off x="3401487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4" name="Freeform 2713">
              <a:extLst>
                <a:ext uri="{FF2B5EF4-FFF2-40B4-BE49-F238E27FC236}">
                  <a16:creationId xmlns:a16="http://schemas.microsoft.com/office/drawing/2014/main" id="{66076AE9-EE37-B0B7-2ED4-ACB4CA629CB0}"/>
                </a:ext>
              </a:extLst>
            </p:cNvPr>
            <p:cNvSpPr/>
            <p:nvPr/>
          </p:nvSpPr>
          <p:spPr>
            <a:xfrm>
              <a:off x="3401487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5" name="Freeform 2714">
              <a:extLst>
                <a:ext uri="{FF2B5EF4-FFF2-40B4-BE49-F238E27FC236}">
                  <a16:creationId xmlns:a16="http://schemas.microsoft.com/office/drawing/2014/main" id="{55304745-99C4-6008-E1A1-9C3EF0BD6E75}"/>
                </a:ext>
              </a:extLst>
            </p:cNvPr>
            <p:cNvSpPr/>
            <p:nvPr/>
          </p:nvSpPr>
          <p:spPr>
            <a:xfrm>
              <a:off x="3401487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6" name="Freeform 2715">
              <a:extLst>
                <a:ext uri="{FF2B5EF4-FFF2-40B4-BE49-F238E27FC236}">
                  <a16:creationId xmlns:a16="http://schemas.microsoft.com/office/drawing/2014/main" id="{54846A5D-5E7E-5C28-CAE0-6A680E82BE3F}"/>
                </a:ext>
              </a:extLst>
            </p:cNvPr>
            <p:cNvSpPr/>
            <p:nvPr/>
          </p:nvSpPr>
          <p:spPr>
            <a:xfrm>
              <a:off x="3401487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7" name="Freeform 2716">
              <a:extLst>
                <a:ext uri="{FF2B5EF4-FFF2-40B4-BE49-F238E27FC236}">
                  <a16:creationId xmlns:a16="http://schemas.microsoft.com/office/drawing/2014/main" id="{EF2EB5D8-15A1-E3E8-E1D8-6E52282FEE18}"/>
                </a:ext>
              </a:extLst>
            </p:cNvPr>
            <p:cNvSpPr/>
            <p:nvPr/>
          </p:nvSpPr>
          <p:spPr>
            <a:xfrm>
              <a:off x="3401487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8" name="Freeform 2717">
              <a:extLst>
                <a:ext uri="{FF2B5EF4-FFF2-40B4-BE49-F238E27FC236}">
                  <a16:creationId xmlns:a16="http://schemas.microsoft.com/office/drawing/2014/main" id="{11F001DA-8A80-1CBB-1683-0702B790CE1C}"/>
                </a:ext>
              </a:extLst>
            </p:cNvPr>
            <p:cNvSpPr/>
            <p:nvPr/>
          </p:nvSpPr>
          <p:spPr>
            <a:xfrm>
              <a:off x="3401487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9" name="Freeform 2718">
              <a:extLst>
                <a:ext uri="{FF2B5EF4-FFF2-40B4-BE49-F238E27FC236}">
                  <a16:creationId xmlns:a16="http://schemas.microsoft.com/office/drawing/2014/main" id="{E2D0A219-10A5-773C-41CD-F7A6443AA20B}"/>
                </a:ext>
              </a:extLst>
            </p:cNvPr>
            <p:cNvSpPr/>
            <p:nvPr/>
          </p:nvSpPr>
          <p:spPr>
            <a:xfrm>
              <a:off x="3401487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0" name="Freeform 2719">
              <a:extLst>
                <a:ext uri="{FF2B5EF4-FFF2-40B4-BE49-F238E27FC236}">
                  <a16:creationId xmlns:a16="http://schemas.microsoft.com/office/drawing/2014/main" id="{74AB6389-DDFD-9B3A-65CB-CDAFF9DCAA5A}"/>
                </a:ext>
              </a:extLst>
            </p:cNvPr>
            <p:cNvSpPr/>
            <p:nvPr/>
          </p:nvSpPr>
          <p:spPr>
            <a:xfrm>
              <a:off x="3401487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1" name="Freeform 2720">
              <a:extLst>
                <a:ext uri="{FF2B5EF4-FFF2-40B4-BE49-F238E27FC236}">
                  <a16:creationId xmlns:a16="http://schemas.microsoft.com/office/drawing/2014/main" id="{4A30FCAD-7B92-8D6E-9938-B9EC7C06C528}"/>
                </a:ext>
              </a:extLst>
            </p:cNvPr>
            <p:cNvSpPr/>
            <p:nvPr/>
          </p:nvSpPr>
          <p:spPr>
            <a:xfrm>
              <a:off x="3401487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2" name="Freeform 2721">
              <a:extLst>
                <a:ext uri="{FF2B5EF4-FFF2-40B4-BE49-F238E27FC236}">
                  <a16:creationId xmlns:a16="http://schemas.microsoft.com/office/drawing/2014/main" id="{9C03A3BF-9379-6348-266C-5894D2652EC8}"/>
                </a:ext>
              </a:extLst>
            </p:cNvPr>
            <p:cNvSpPr/>
            <p:nvPr/>
          </p:nvSpPr>
          <p:spPr>
            <a:xfrm>
              <a:off x="3401487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3" name="Freeform 2722">
              <a:extLst>
                <a:ext uri="{FF2B5EF4-FFF2-40B4-BE49-F238E27FC236}">
                  <a16:creationId xmlns:a16="http://schemas.microsoft.com/office/drawing/2014/main" id="{C82798DD-E26A-D8E3-952F-5336F6ABCB06}"/>
                </a:ext>
              </a:extLst>
            </p:cNvPr>
            <p:cNvSpPr/>
            <p:nvPr/>
          </p:nvSpPr>
          <p:spPr>
            <a:xfrm>
              <a:off x="3401487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4" name="Freeform 2723">
              <a:extLst>
                <a:ext uri="{FF2B5EF4-FFF2-40B4-BE49-F238E27FC236}">
                  <a16:creationId xmlns:a16="http://schemas.microsoft.com/office/drawing/2014/main" id="{940C1D5F-300C-9BED-9480-118638F3E9E2}"/>
                </a:ext>
              </a:extLst>
            </p:cNvPr>
            <p:cNvSpPr/>
            <p:nvPr/>
          </p:nvSpPr>
          <p:spPr>
            <a:xfrm>
              <a:off x="3401487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5" name="Freeform 2724">
              <a:extLst>
                <a:ext uri="{FF2B5EF4-FFF2-40B4-BE49-F238E27FC236}">
                  <a16:creationId xmlns:a16="http://schemas.microsoft.com/office/drawing/2014/main" id="{10E37EBA-05A4-EE4B-90DB-E5DE9E39236A}"/>
                </a:ext>
              </a:extLst>
            </p:cNvPr>
            <p:cNvSpPr/>
            <p:nvPr/>
          </p:nvSpPr>
          <p:spPr>
            <a:xfrm>
              <a:off x="3401487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6" name="Freeform 2725">
              <a:extLst>
                <a:ext uri="{FF2B5EF4-FFF2-40B4-BE49-F238E27FC236}">
                  <a16:creationId xmlns:a16="http://schemas.microsoft.com/office/drawing/2014/main" id="{2BA18C71-4F0D-EAA7-1763-70CC7F53CF04}"/>
                </a:ext>
              </a:extLst>
            </p:cNvPr>
            <p:cNvSpPr/>
            <p:nvPr/>
          </p:nvSpPr>
          <p:spPr>
            <a:xfrm>
              <a:off x="3401487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7" name="Freeform 2726">
              <a:extLst>
                <a:ext uri="{FF2B5EF4-FFF2-40B4-BE49-F238E27FC236}">
                  <a16:creationId xmlns:a16="http://schemas.microsoft.com/office/drawing/2014/main" id="{C19E06BE-FD75-7D04-1B5D-8BB3EB4D0E35}"/>
                </a:ext>
              </a:extLst>
            </p:cNvPr>
            <p:cNvSpPr/>
            <p:nvPr/>
          </p:nvSpPr>
          <p:spPr>
            <a:xfrm>
              <a:off x="3494268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8" name="Freeform 2727">
              <a:extLst>
                <a:ext uri="{FF2B5EF4-FFF2-40B4-BE49-F238E27FC236}">
                  <a16:creationId xmlns:a16="http://schemas.microsoft.com/office/drawing/2014/main" id="{BD3C49E9-F049-5348-C9CF-812455080C7F}"/>
                </a:ext>
              </a:extLst>
            </p:cNvPr>
            <p:cNvSpPr/>
            <p:nvPr/>
          </p:nvSpPr>
          <p:spPr>
            <a:xfrm>
              <a:off x="3494268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9" name="Freeform 2728">
              <a:extLst>
                <a:ext uri="{FF2B5EF4-FFF2-40B4-BE49-F238E27FC236}">
                  <a16:creationId xmlns:a16="http://schemas.microsoft.com/office/drawing/2014/main" id="{B69AD0AD-82C9-2B80-558A-3CAD3DFE31CC}"/>
                </a:ext>
              </a:extLst>
            </p:cNvPr>
            <p:cNvSpPr/>
            <p:nvPr/>
          </p:nvSpPr>
          <p:spPr>
            <a:xfrm>
              <a:off x="3494268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0" name="Freeform 2729">
              <a:extLst>
                <a:ext uri="{FF2B5EF4-FFF2-40B4-BE49-F238E27FC236}">
                  <a16:creationId xmlns:a16="http://schemas.microsoft.com/office/drawing/2014/main" id="{BFEBBE58-5BA8-386B-CA56-E5276EB5D3A8}"/>
                </a:ext>
              </a:extLst>
            </p:cNvPr>
            <p:cNvSpPr/>
            <p:nvPr/>
          </p:nvSpPr>
          <p:spPr>
            <a:xfrm>
              <a:off x="3494268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1" name="Freeform 2730">
              <a:extLst>
                <a:ext uri="{FF2B5EF4-FFF2-40B4-BE49-F238E27FC236}">
                  <a16:creationId xmlns:a16="http://schemas.microsoft.com/office/drawing/2014/main" id="{29227C48-84CA-002D-21B4-2896463AEA61}"/>
                </a:ext>
              </a:extLst>
            </p:cNvPr>
            <p:cNvSpPr/>
            <p:nvPr/>
          </p:nvSpPr>
          <p:spPr>
            <a:xfrm>
              <a:off x="3494268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2" name="Freeform 2731">
              <a:extLst>
                <a:ext uri="{FF2B5EF4-FFF2-40B4-BE49-F238E27FC236}">
                  <a16:creationId xmlns:a16="http://schemas.microsoft.com/office/drawing/2014/main" id="{166B615C-E58E-CD6A-762D-AEF6F0F2DFB4}"/>
                </a:ext>
              </a:extLst>
            </p:cNvPr>
            <p:cNvSpPr/>
            <p:nvPr/>
          </p:nvSpPr>
          <p:spPr>
            <a:xfrm>
              <a:off x="3494268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3" name="Freeform 2732">
              <a:extLst>
                <a:ext uri="{FF2B5EF4-FFF2-40B4-BE49-F238E27FC236}">
                  <a16:creationId xmlns:a16="http://schemas.microsoft.com/office/drawing/2014/main" id="{A5C9B10F-360E-6DC1-AFAC-9C754CB2138A}"/>
                </a:ext>
              </a:extLst>
            </p:cNvPr>
            <p:cNvSpPr/>
            <p:nvPr/>
          </p:nvSpPr>
          <p:spPr>
            <a:xfrm>
              <a:off x="3494268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4" name="Freeform 2733">
              <a:extLst>
                <a:ext uri="{FF2B5EF4-FFF2-40B4-BE49-F238E27FC236}">
                  <a16:creationId xmlns:a16="http://schemas.microsoft.com/office/drawing/2014/main" id="{8C925D2F-14D1-2DCD-F4B2-10A4B7C41AF1}"/>
                </a:ext>
              </a:extLst>
            </p:cNvPr>
            <p:cNvSpPr/>
            <p:nvPr/>
          </p:nvSpPr>
          <p:spPr>
            <a:xfrm>
              <a:off x="3494268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5" name="Freeform 2734">
              <a:extLst>
                <a:ext uri="{FF2B5EF4-FFF2-40B4-BE49-F238E27FC236}">
                  <a16:creationId xmlns:a16="http://schemas.microsoft.com/office/drawing/2014/main" id="{F16BE031-01E1-0BCD-1E02-F22E5A0F28A6}"/>
                </a:ext>
              </a:extLst>
            </p:cNvPr>
            <p:cNvSpPr/>
            <p:nvPr/>
          </p:nvSpPr>
          <p:spPr>
            <a:xfrm>
              <a:off x="3494268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6" name="Freeform 2735">
              <a:extLst>
                <a:ext uri="{FF2B5EF4-FFF2-40B4-BE49-F238E27FC236}">
                  <a16:creationId xmlns:a16="http://schemas.microsoft.com/office/drawing/2014/main" id="{0255E231-04D9-AD74-E8BF-D67B36946F3C}"/>
                </a:ext>
              </a:extLst>
            </p:cNvPr>
            <p:cNvSpPr/>
            <p:nvPr/>
          </p:nvSpPr>
          <p:spPr>
            <a:xfrm>
              <a:off x="3494268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7" name="Freeform 2736">
              <a:extLst>
                <a:ext uri="{FF2B5EF4-FFF2-40B4-BE49-F238E27FC236}">
                  <a16:creationId xmlns:a16="http://schemas.microsoft.com/office/drawing/2014/main" id="{3B967B73-365E-CC40-DD8B-24423C492340}"/>
                </a:ext>
              </a:extLst>
            </p:cNvPr>
            <p:cNvSpPr/>
            <p:nvPr/>
          </p:nvSpPr>
          <p:spPr>
            <a:xfrm>
              <a:off x="3494268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8" name="Freeform 2737">
              <a:extLst>
                <a:ext uri="{FF2B5EF4-FFF2-40B4-BE49-F238E27FC236}">
                  <a16:creationId xmlns:a16="http://schemas.microsoft.com/office/drawing/2014/main" id="{D901BA09-52D6-CC6A-D587-B4FCDB4FEF5B}"/>
                </a:ext>
              </a:extLst>
            </p:cNvPr>
            <p:cNvSpPr/>
            <p:nvPr/>
          </p:nvSpPr>
          <p:spPr>
            <a:xfrm>
              <a:off x="3494268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9" name="Freeform 2738">
              <a:extLst>
                <a:ext uri="{FF2B5EF4-FFF2-40B4-BE49-F238E27FC236}">
                  <a16:creationId xmlns:a16="http://schemas.microsoft.com/office/drawing/2014/main" id="{70989866-3674-4B29-8B16-8CB585D99F5E}"/>
                </a:ext>
              </a:extLst>
            </p:cNvPr>
            <p:cNvSpPr/>
            <p:nvPr/>
          </p:nvSpPr>
          <p:spPr>
            <a:xfrm>
              <a:off x="3494268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0" name="Freeform 2739">
              <a:extLst>
                <a:ext uri="{FF2B5EF4-FFF2-40B4-BE49-F238E27FC236}">
                  <a16:creationId xmlns:a16="http://schemas.microsoft.com/office/drawing/2014/main" id="{25D62C28-AFC7-5B56-177A-8C63D9575DE7}"/>
                </a:ext>
              </a:extLst>
            </p:cNvPr>
            <p:cNvSpPr/>
            <p:nvPr/>
          </p:nvSpPr>
          <p:spPr>
            <a:xfrm>
              <a:off x="3494268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1" name="Freeform 2740">
              <a:extLst>
                <a:ext uri="{FF2B5EF4-FFF2-40B4-BE49-F238E27FC236}">
                  <a16:creationId xmlns:a16="http://schemas.microsoft.com/office/drawing/2014/main" id="{80F5C51E-757C-F5DC-4CB2-AABC4B3BDF95}"/>
                </a:ext>
              </a:extLst>
            </p:cNvPr>
            <p:cNvSpPr/>
            <p:nvPr/>
          </p:nvSpPr>
          <p:spPr>
            <a:xfrm>
              <a:off x="3494268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2" name="Freeform 2741">
              <a:extLst>
                <a:ext uri="{FF2B5EF4-FFF2-40B4-BE49-F238E27FC236}">
                  <a16:creationId xmlns:a16="http://schemas.microsoft.com/office/drawing/2014/main" id="{40FAC882-805C-187F-5BF5-386DB452A067}"/>
                </a:ext>
              </a:extLst>
            </p:cNvPr>
            <p:cNvSpPr/>
            <p:nvPr/>
          </p:nvSpPr>
          <p:spPr>
            <a:xfrm>
              <a:off x="3494268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3" name="Freeform 2742">
              <a:extLst>
                <a:ext uri="{FF2B5EF4-FFF2-40B4-BE49-F238E27FC236}">
                  <a16:creationId xmlns:a16="http://schemas.microsoft.com/office/drawing/2014/main" id="{9EA1D37F-B140-8EAD-A9C7-EA34970614BD}"/>
                </a:ext>
              </a:extLst>
            </p:cNvPr>
            <p:cNvSpPr/>
            <p:nvPr/>
          </p:nvSpPr>
          <p:spPr>
            <a:xfrm>
              <a:off x="3494268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4" name="Freeform 2743">
              <a:extLst>
                <a:ext uri="{FF2B5EF4-FFF2-40B4-BE49-F238E27FC236}">
                  <a16:creationId xmlns:a16="http://schemas.microsoft.com/office/drawing/2014/main" id="{E0BC8830-C725-09A0-E57F-9E1782100FD5}"/>
                </a:ext>
              </a:extLst>
            </p:cNvPr>
            <p:cNvSpPr/>
            <p:nvPr/>
          </p:nvSpPr>
          <p:spPr>
            <a:xfrm>
              <a:off x="3494268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5" name="Freeform 2744">
              <a:extLst>
                <a:ext uri="{FF2B5EF4-FFF2-40B4-BE49-F238E27FC236}">
                  <a16:creationId xmlns:a16="http://schemas.microsoft.com/office/drawing/2014/main" id="{3F927F6D-9BEA-BDD9-3F67-DE51BEC6EA07}"/>
                </a:ext>
              </a:extLst>
            </p:cNvPr>
            <p:cNvSpPr/>
            <p:nvPr/>
          </p:nvSpPr>
          <p:spPr>
            <a:xfrm>
              <a:off x="3494268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6" name="Freeform 2745">
              <a:extLst>
                <a:ext uri="{FF2B5EF4-FFF2-40B4-BE49-F238E27FC236}">
                  <a16:creationId xmlns:a16="http://schemas.microsoft.com/office/drawing/2014/main" id="{55F505B0-384C-4FE0-887B-BC82E3760499}"/>
                </a:ext>
              </a:extLst>
            </p:cNvPr>
            <p:cNvSpPr/>
            <p:nvPr/>
          </p:nvSpPr>
          <p:spPr>
            <a:xfrm>
              <a:off x="3494268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7" name="Freeform 2746">
              <a:extLst>
                <a:ext uri="{FF2B5EF4-FFF2-40B4-BE49-F238E27FC236}">
                  <a16:creationId xmlns:a16="http://schemas.microsoft.com/office/drawing/2014/main" id="{51C4DB08-72C3-7625-85C8-36898415F957}"/>
                </a:ext>
              </a:extLst>
            </p:cNvPr>
            <p:cNvSpPr/>
            <p:nvPr/>
          </p:nvSpPr>
          <p:spPr>
            <a:xfrm>
              <a:off x="3494268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8" name="Freeform 2747">
              <a:extLst>
                <a:ext uri="{FF2B5EF4-FFF2-40B4-BE49-F238E27FC236}">
                  <a16:creationId xmlns:a16="http://schemas.microsoft.com/office/drawing/2014/main" id="{1015F28A-7242-3CA4-EC2B-E18938389028}"/>
                </a:ext>
              </a:extLst>
            </p:cNvPr>
            <p:cNvSpPr/>
            <p:nvPr/>
          </p:nvSpPr>
          <p:spPr>
            <a:xfrm>
              <a:off x="3494268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9" name="Freeform 2748">
              <a:extLst>
                <a:ext uri="{FF2B5EF4-FFF2-40B4-BE49-F238E27FC236}">
                  <a16:creationId xmlns:a16="http://schemas.microsoft.com/office/drawing/2014/main" id="{69EDFE8B-E744-6A7D-B00E-D9311DC25581}"/>
                </a:ext>
              </a:extLst>
            </p:cNvPr>
            <p:cNvSpPr/>
            <p:nvPr/>
          </p:nvSpPr>
          <p:spPr>
            <a:xfrm>
              <a:off x="3494268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0" name="Freeform 2749">
              <a:extLst>
                <a:ext uri="{FF2B5EF4-FFF2-40B4-BE49-F238E27FC236}">
                  <a16:creationId xmlns:a16="http://schemas.microsoft.com/office/drawing/2014/main" id="{5446EC38-E5AD-3851-E3EB-D9E38923F37D}"/>
                </a:ext>
              </a:extLst>
            </p:cNvPr>
            <p:cNvSpPr/>
            <p:nvPr/>
          </p:nvSpPr>
          <p:spPr>
            <a:xfrm>
              <a:off x="3494268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1" name="Freeform 2750">
              <a:extLst>
                <a:ext uri="{FF2B5EF4-FFF2-40B4-BE49-F238E27FC236}">
                  <a16:creationId xmlns:a16="http://schemas.microsoft.com/office/drawing/2014/main" id="{464E7D48-0399-18B2-7253-16AED269486B}"/>
                </a:ext>
              </a:extLst>
            </p:cNvPr>
            <p:cNvSpPr/>
            <p:nvPr/>
          </p:nvSpPr>
          <p:spPr>
            <a:xfrm>
              <a:off x="3494268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2" name="Freeform 2751">
              <a:extLst>
                <a:ext uri="{FF2B5EF4-FFF2-40B4-BE49-F238E27FC236}">
                  <a16:creationId xmlns:a16="http://schemas.microsoft.com/office/drawing/2014/main" id="{BFF230C3-DBC1-26E9-4A69-C30319C783C3}"/>
                </a:ext>
              </a:extLst>
            </p:cNvPr>
            <p:cNvSpPr/>
            <p:nvPr/>
          </p:nvSpPr>
          <p:spPr>
            <a:xfrm>
              <a:off x="3494268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3" name="Freeform 2752">
              <a:extLst>
                <a:ext uri="{FF2B5EF4-FFF2-40B4-BE49-F238E27FC236}">
                  <a16:creationId xmlns:a16="http://schemas.microsoft.com/office/drawing/2014/main" id="{92CE928D-C6B2-C7DF-ECE6-E7B7C7743AC0}"/>
                </a:ext>
              </a:extLst>
            </p:cNvPr>
            <p:cNvSpPr/>
            <p:nvPr/>
          </p:nvSpPr>
          <p:spPr>
            <a:xfrm>
              <a:off x="3494268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4" name="Freeform 2753">
              <a:extLst>
                <a:ext uri="{FF2B5EF4-FFF2-40B4-BE49-F238E27FC236}">
                  <a16:creationId xmlns:a16="http://schemas.microsoft.com/office/drawing/2014/main" id="{FB3AED94-B69D-AE0D-0EDF-ED1417CE3F53}"/>
                </a:ext>
              </a:extLst>
            </p:cNvPr>
            <p:cNvSpPr/>
            <p:nvPr/>
          </p:nvSpPr>
          <p:spPr>
            <a:xfrm>
              <a:off x="3494268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5" name="Freeform 2754">
              <a:extLst>
                <a:ext uri="{FF2B5EF4-FFF2-40B4-BE49-F238E27FC236}">
                  <a16:creationId xmlns:a16="http://schemas.microsoft.com/office/drawing/2014/main" id="{29ED1C37-3964-E399-AD9E-D0F276C0B1ED}"/>
                </a:ext>
              </a:extLst>
            </p:cNvPr>
            <p:cNvSpPr/>
            <p:nvPr/>
          </p:nvSpPr>
          <p:spPr>
            <a:xfrm>
              <a:off x="3494268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6" name="Freeform 2755">
              <a:extLst>
                <a:ext uri="{FF2B5EF4-FFF2-40B4-BE49-F238E27FC236}">
                  <a16:creationId xmlns:a16="http://schemas.microsoft.com/office/drawing/2014/main" id="{2F937363-BA0A-0A5C-E780-266E9647A788}"/>
                </a:ext>
              </a:extLst>
            </p:cNvPr>
            <p:cNvSpPr/>
            <p:nvPr/>
          </p:nvSpPr>
          <p:spPr>
            <a:xfrm>
              <a:off x="3494268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7" name="Freeform 2756">
              <a:extLst>
                <a:ext uri="{FF2B5EF4-FFF2-40B4-BE49-F238E27FC236}">
                  <a16:creationId xmlns:a16="http://schemas.microsoft.com/office/drawing/2014/main" id="{BE5BAC36-C019-A8A0-EC6F-31A5415337FB}"/>
                </a:ext>
              </a:extLst>
            </p:cNvPr>
            <p:cNvSpPr/>
            <p:nvPr/>
          </p:nvSpPr>
          <p:spPr>
            <a:xfrm>
              <a:off x="3494268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8" name="Freeform 2757">
              <a:extLst>
                <a:ext uri="{FF2B5EF4-FFF2-40B4-BE49-F238E27FC236}">
                  <a16:creationId xmlns:a16="http://schemas.microsoft.com/office/drawing/2014/main" id="{BE6C06E5-4280-D8E5-5B98-7FF3DF781BF9}"/>
                </a:ext>
              </a:extLst>
            </p:cNvPr>
            <p:cNvSpPr/>
            <p:nvPr/>
          </p:nvSpPr>
          <p:spPr>
            <a:xfrm>
              <a:off x="3494268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9" name="Freeform 2758">
              <a:extLst>
                <a:ext uri="{FF2B5EF4-FFF2-40B4-BE49-F238E27FC236}">
                  <a16:creationId xmlns:a16="http://schemas.microsoft.com/office/drawing/2014/main" id="{DFA977AA-BDF4-A127-35E0-9CA590C07C79}"/>
                </a:ext>
              </a:extLst>
            </p:cNvPr>
            <p:cNvSpPr/>
            <p:nvPr/>
          </p:nvSpPr>
          <p:spPr>
            <a:xfrm>
              <a:off x="3494268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0" name="Freeform 2759">
              <a:extLst>
                <a:ext uri="{FF2B5EF4-FFF2-40B4-BE49-F238E27FC236}">
                  <a16:creationId xmlns:a16="http://schemas.microsoft.com/office/drawing/2014/main" id="{6A31607A-D50A-BE42-15C9-691F0E6F6526}"/>
                </a:ext>
              </a:extLst>
            </p:cNvPr>
            <p:cNvSpPr/>
            <p:nvPr/>
          </p:nvSpPr>
          <p:spPr>
            <a:xfrm>
              <a:off x="3494268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1" name="Freeform 2760">
              <a:extLst>
                <a:ext uri="{FF2B5EF4-FFF2-40B4-BE49-F238E27FC236}">
                  <a16:creationId xmlns:a16="http://schemas.microsoft.com/office/drawing/2014/main" id="{147902CA-3B06-1245-251D-984EF937410E}"/>
                </a:ext>
              </a:extLst>
            </p:cNvPr>
            <p:cNvSpPr/>
            <p:nvPr/>
          </p:nvSpPr>
          <p:spPr>
            <a:xfrm>
              <a:off x="3587027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2" name="Freeform 2761">
              <a:extLst>
                <a:ext uri="{FF2B5EF4-FFF2-40B4-BE49-F238E27FC236}">
                  <a16:creationId xmlns:a16="http://schemas.microsoft.com/office/drawing/2014/main" id="{2CB2E576-9939-13BB-CD78-F1BF7FD05BAB}"/>
                </a:ext>
              </a:extLst>
            </p:cNvPr>
            <p:cNvSpPr/>
            <p:nvPr/>
          </p:nvSpPr>
          <p:spPr>
            <a:xfrm>
              <a:off x="3587027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3" name="Freeform 2762">
              <a:extLst>
                <a:ext uri="{FF2B5EF4-FFF2-40B4-BE49-F238E27FC236}">
                  <a16:creationId xmlns:a16="http://schemas.microsoft.com/office/drawing/2014/main" id="{20D2839A-EA35-5404-3BB8-848817F79CEE}"/>
                </a:ext>
              </a:extLst>
            </p:cNvPr>
            <p:cNvSpPr/>
            <p:nvPr/>
          </p:nvSpPr>
          <p:spPr>
            <a:xfrm>
              <a:off x="3587027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4" name="Freeform 2763">
              <a:extLst>
                <a:ext uri="{FF2B5EF4-FFF2-40B4-BE49-F238E27FC236}">
                  <a16:creationId xmlns:a16="http://schemas.microsoft.com/office/drawing/2014/main" id="{49304542-E433-735B-E137-A274A9478330}"/>
                </a:ext>
              </a:extLst>
            </p:cNvPr>
            <p:cNvSpPr/>
            <p:nvPr/>
          </p:nvSpPr>
          <p:spPr>
            <a:xfrm>
              <a:off x="3587027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5" name="Freeform 2764">
              <a:extLst>
                <a:ext uri="{FF2B5EF4-FFF2-40B4-BE49-F238E27FC236}">
                  <a16:creationId xmlns:a16="http://schemas.microsoft.com/office/drawing/2014/main" id="{9812899A-E8CA-A8ED-DAEC-14F9554EC440}"/>
                </a:ext>
              </a:extLst>
            </p:cNvPr>
            <p:cNvSpPr/>
            <p:nvPr/>
          </p:nvSpPr>
          <p:spPr>
            <a:xfrm>
              <a:off x="3587027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6" name="Freeform 2765">
              <a:extLst>
                <a:ext uri="{FF2B5EF4-FFF2-40B4-BE49-F238E27FC236}">
                  <a16:creationId xmlns:a16="http://schemas.microsoft.com/office/drawing/2014/main" id="{B9BA6287-26CF-5BE3-7305-DD9D54C0385C}"/>
                </a:ext>
              </a:extLst>
            </p:cNvPr>
            <p:cNvSpPr/>
            <p:nvPr/>
          </p:nvSpPr>
          <p:spPr>
            <a:xfrm>
              <a:off x="3587027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" name="Freeform 2766">
              <a:extLst>
                <a:ext uri="{FF2B5EF4-FFF2-40B4-BE49-F238E27FC236}">
                  <a16:creationId xmlns:a16="http://schemas.microsoft.com/office/drawing/2014/main" id="{3A691FC3-25C3-9C62-0114-40CBC59245FB}"/>
                </a:ext>
              </a:extLst>
            </p:cNvPr>
            <p:cNvSpPr/>
            <p:nvPr/>
          </p:nvSpPr>
          <p:spPr>
            <a:xfrm>
              <a:off x="3587027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8" name="Freeform 2767">
              <a:extLst>
                <a:ext uri="{FF2B5EF4-FFF2-40B4-BE49-F238E27FC236}">
                  <a16:creationId xmlns:a16="http://schemas.microsoft.com/office/drawing/2014/main" id="{234BA8C9-B068-5A34-30D7-35FCC439001E}"/>
                </a:ext>
              </a:extLst>
            </p:cNvPr>
            <p:cNvSpPr/>
            <p:nvPr/>
          </p:nvSpPr>
          <p:spPr>
            <a:xfrm>
              <a:off x="3587027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9" name="Freeform 2768">
              <a:extLst>
                <a:ext uri="{FF2B5EF4-FFF2-40B4-BE49-F238E27FC236}">
                  <a16:creationId xmlns:a16="http://schemas.microsoft.com/office/drawing/2014/main" id="{6181FA64-E78C-4A1E-5A06-A596EB15244B}"/>
                </a:ext>
              </a:extLst>
            </p:cNvPr>
            <p:cNvSpPr/>
            <p:nvPr/>
          </p:nvSpPr>
          <p:spPr>
            <a:xfrm>
              <a:off x="3587027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0" name="Freeform 2769">
              <a:extLst>
                <a:ext uri="{FF2B5EF4-FFF2-40B4-BE49-F238E27FC236}">
                  <a16:creationId xmlns:a16="http://schemas.microsoft.com/office/drawing/2014/main" id="{02F19311-78E2-D30A-5A48-C5A6C48C0FD8}"/>
                </a:ext>
              </a:extLst>
            </p:cNvPr>
            <p:cNvSpPr/>
            <p:nvPr/>
          </p:nvSpPr>
          <p:spPr>
            <a:xfrm>
              <a:off x="3587027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1" name="Freeform 2770">
              <a:extLst>
                <a:ext uri="{FF2B5EF4-FFF2-40B4-BE49-F238E27FC236}">
                  <a16:creationId xmlns:a16="http://schemas.microsoft.com/office/drawing/2014/main" id="{B275CBF6-FA2F-DA22-F0E0-5A4A3135AF3F}"/>
                </a:ext>
              </a:extLst>
            </p:cNvPr>
            <p:cNvSpPr/>
            <p:nvPr/>
          </p:nvSpPr>
          <p:spPr>
            <a:xfrm>
              <a:off x="3587027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2" name="Freeform 2771">
              <a:extLst>
                <a:ext uri="{FF2B5EF4-FFF2-40B4-BE49-F238E27FC236}">
                  <a16:creationId xmlns:a16="http://schemas.microsoft.com/office/drawing/2014/main" id="{2C701B98-DE39-B5AB-AF25-756298C745D1}"/>
                </a:ext>
              </a:extLst>
            </p:cNvPr>
            <p:cNvSpPr/>
            <p:nvPr/>
          </p:nvSpPr>
          <p:spPr>
            <a:xfrm>
              <a:off x="3587027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3" name="Freeform 2772">
              <a:extLst>
                <a:ext uri="{FF2B5EF4-FFF2-40B4-BE49-F238E27FC236}">
                  <a16:creationId xmlns:a16="http://schemas.microsoft.com/office/drawing/2014/main" id="{920AB80E-B3A8-6342-7EE0-A0AD0D23D812}"/>
                </a:ext>
              </a:extLst>
            </p:cNvPr>
            <p:cNvSpPr/>
            <p:nvPr/>
          </p:nvSpPr>
          <p:spPr>
            <a:xfrm>
              <a:off x="3587027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4" name="Freeform 2773">
              <a:extLst>
                <a:ext uri="{FF2B5EF4-FFF2-40B4-BE49-F238E27FC236}">
                  <a16:creationId xmlns:a16="http://schemas.microsoft.com/office/drawing/2014/main" id="{AE06C046-D55F-FCD2-9467-40670CE12948}"/>
                </a:ext>
              </a:extLst>
            </p:cNvPr>
            <p:cNvSpPr/>
            <p:nvPr/>
          </p:nvSpPr>
          <p:spPr>
            <a:xfrm>
              <a:off x="3587027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5" name="Freeform 2774">
              <a:extLst>
                <a:ext uri="{FF2B5EF4-FFF2-40B4-BE49-F238E27FC236}">
                  <a16:creationId xmlns:a16="http://schemas.microsoft.com/office/drawing/2014/main" id="{CA30C8FB-CA69-ABF8-4705-1E1152D73212}"/>
                </a:ext>
              </a:extLst>
            </p:cNvPr>
            <p:cNvSpPr/>
            <p:nvPr/>
          </p:nvSpPr>
          <p:spPr>
            <a:xfrm>
              <a:off x="3587027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6" name="Freeform 2775">
              <a:extLst>
                <a:ext uri="{FF2B5EF4-FFF2-40B4-BE49-F238E27FC236}">
                  <a16:creationId xmlns:a16="http://schemas.microsoft.com/office/drawing/2014/main" id="{8B528A61-0855-0DCC-6949-B58DB167F03D}"/>
                </a:ext>
              </a:extLst>
            </p:cNvPr>
            <p:cNvSpPr/>
            <p:nvPr/>
          </p:nvSpPr>
          <p:spPr>
            <a:xfrm>
              <a:off x="3587027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7" name="Freeform 2776">
              <a:extLst>
                <a:ext uri="{FF2B5EF4-FFF2-40B4-BE49-F238E27FC236}">
                  <a16:creationId xmlns:a16="http://schemas.microsoft.com/office/drawing/2014/main" id="{72023322-6D8B-1623-6B97-5C251CCEC442}"/>
                </a:ext>
              </a:extLst>
            </p:cNvPr>
            <p:cNvSpPr/>
            <p:nvPr/>
          </p:nvSpPr>
          <p:spPr>
            <a:xfrm>
              <a:off x="3587027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8" name="Freeform 2777">
              <a:extLst>
                <a:ext uri="{FF2B5EF4-FFF2-40B4-BE49-F238E27FC236}">
                  <a16:creationId xmlns:a16="http://schemas.microsoft.com/office/drawing/2014/main" id="{27071F1C-14A3-1651-BECD-03967F0251DB}"/>
                </a:ext>
              </a:extLst>
            </p:cNvPr>
            <p:cNvSpPr/>
            <p:nvPr/>
          </p:nvSpPr>
          <p:spPr>
            <a:xfrm>
              <a:off x="3587027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9" name="Freeform 2778">
              <a:extLst>
                <a:ext uri="{FF2B5EF4-FFF2-40B4-BE49-F238E27FC236}">
                  <a16:creationId xmlns:a16="http://schemas.microsoft.com/office/drawing/2014/main" id="{D63A5146-3ABB-D3E7-C10B-87CA244F2DB3}"/>
                </a:ext>
              </a:extLst>
            </p:cNvPr>
            <p:cNvSpPr/>
            <p:nvPr/>
          </p:nvSpPr>
          <p:spPr>
            <a:xfrm>
              <a:off x="3587027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0" name="Freeform 2779">
              <a:extLst>
                <a:ext uri="{FF2B5EF4-FFF2-40B4-BE49-F238E27FC236}">
                  <a16:creationId xmlns:a16="http://schemas.microsoft.com/office/drawing/2014/main" id="{51B1DA8E-32F4-DA11-1A0D-A79CC3B16956}"/>
                </a:ext>
              </a:extLst>
            </p:cNvPr>
            <p:cNvSpPr/>
            <p:nvPr/>
          </p:nvSpPr>
          <p:spPr>
            <a:xfrm>
              <a:off x="3587027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1" name="Freeform 2780">
              <a:extLst>
                <a:ext uri="{FF2B5EF4-FFF2-40B4-BE49-F238E27FC236}">
                  <a16:creationId xmlns:a16="http://schemas.microsoft.com/office/drawing/2014/main" id="{D869C91C-3C23-02D4-62F3-31D19B8E81E4}"/>
                </a:ext>
              </a:extLst>
            </p:cNvPr>
            <p:cNvSpPr/>
            <p:nvPr/>
          </p:nvSpPr>
          <p:spPr>
            <a:xfrm>
              <a:off x="3587027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2" name="Freeform 2781">
              <a:extLst>
                <a:ext uri="{FF2B5EF4-FFF2-40B4-BE49-F238E27FC236}">
                  <a16:creationId xmlns:a16="http://schemas.microsoft.com/office/drawing/2014/main" id="{4D4C0154-9016-6A41-3BDB-6555F33D21FC}"/>
                </a:ext>
              </a:extLst>
            </p:cNvPr>
            <p:cNvSpPr/>
            <p:nvPr/>
          </p:nvSpPr>
          <p:spPr>
            <a:xfrm>
              <a:off x="3587027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3" name="Freeform 2782">
              <a:extLst>
                <a:ext uri="{FF2B5EF4-FFF2-40B4-BE49-F238E27FC236}">
                  <a16:creationId xmlns:a16="http://schemas.microsoft.com/office/drawing/2014/main" id="{C6D77245-97F9-0437-9E92-6296D2D01261}"/>
                </a:ext>
              </a:extLst>
            </p:cNvPr>
            <p:cNvSpPr/>
            <p:nvPr/>
          </p:nvSpPr>
          <p:spPr>
            <a:xfrm>
              <a:off x="3587027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E5E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4" name="Freeform 2783">
              <a:extLst>
                <a:ext uri="{FF2B5EF4-FFF2-40B4-BE49-F238E27FC236}">
                  <a16:creationId xmlns:a16="http://schemas.microsoft.com/office/drawing/2014/main" id="{CB0D9920-AE56-A570-743C-8F3363CBB9FC}"/>
                </a:ext>
              </a:extLst>
            </p:cNvPr>
            <p:cNvSpPr/>
            <p:nvPr/>
          </p:nvSpPr>
          <p:spPr>
            <a:xfrm>
              <a:off x="3587027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5" name="Freeform 2784">
              <a:extLst>
                <a:ext uri="{FF2B5EF4-FFF2-40B4-BE49-F238E27FC236}">
                  <a16:creationId xmlns:a16="http://schemas.microsoft.com/office/drawing/2014/main" id="{2B19EB30-7371-EFB5-1CB8-267029081E37}"/>
                </a:ext>
              </a:extLst>
            </p:cNvPr>
            <p:cNvSpPr/>
            <p:nvPr/>
          </p:nvSpPr>
          <p:spPr>
            <a:xfrm>
              <a:off x="3587027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6" name="Freeform 2785">
              <a:extLst>
                <a:ext uri="{FF2B5EF4-FFF2-40B4-BE49-F238E27FC236}">
                  <a16:creationId xmlns:a16="http://schemas.microsoft.com/office/drawing/2014/main" id="{9B5649B2-2650-9B7A-B2DC-55BA94CEB38F}"/>
                </a:ext>
              </a:extLst>
            </p:cNvPr>
            <p:cNvSpPr/>
            <p:nvPr/>
          </p:nvSpPr>
          <p:spPr>
            <a:xfrm>
              <a:off x="3587027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7" name="Freeform 2786">
              <a:extLst>
                <a:ext uri="{FF2B5EF4-FFF2-40B4-BE49-F238E27FC236}">
                  <a16:creationId xmlns:a16="http://schemas.microsoft.com/office/drawing/2014/main" id="{F7384104-6DA3-E21A-0BBE-48FD4776B640}"/>
                </a:ext>
              </a:extLst>
            </p:cNvPr>
            <p:cNvSpPr/>
            <p:nvPr/>
          </p:nvSpPr>
          <p:spPr>
            <a:xfrm>
              <a:off x="3587027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8" name="Freeform 2787">
              <a:extLst>
                <a:ext uri="{FF2B5EF4-FFF2-40B4-BE49-F238E27FC236}">
                  <a16:creationId xmlns:a16="http://schemas.microsoft.com/office/drawing/2014/main" id="{579C2360-5AFC-D5BB-61EE-548002FE6DE6}"/>
                </a:ext>
              </a:extLst>
            </p:cNvPr>
            <p:cNvSpPr/>
            <p:nvPr/>
          </p:nvSpPr>
          <p:spPr>
            <a:xfrm>
              <a:off x="3587027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9" name="Freeform 2788">
              <a:extLst>
                <a:ext uri="{FF2B5EF4-FFF2-40B4-BE49-F238E27FC236}">
                  <a16:creationId xmlns:a16="http://schemas.microsoft.com/office/drawing/2014/main" id="{F7CD634C-13A7-9046-3702-5B06A436E2F2}"/>
                </a:ext>
              </a:extLst>
            </p:cNvPr>
            <p:cNvSpPr/>
            <p:nvPr/>
          </p:nvSpPr>
          <p:spPr>
            <a:xfrm>
              <a:off x="3587027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0" name="Freeform 2789">
              <a:extLst>
                <a:ext uri="{FF2B5EF4-FFF2-40B4-BE49-F238E27FC236}">
                  <a16:creationId xmlns:a16="http://schemas.microsoft.com/office/drawing/2014/main" id="{62AD1A4D-012E-AD41-ED7B-006386259DE9}"/>
                </a:ext>
              </a:extLst>
            </p:cNvPr>
            <p:cNvSpPr/>
            <p:nvPr/>
          </p:nvSpPr>
          <p:spPr>
            <a:xfrm>
              <a:off x="3587027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1" name="Freeform 2790">
              <a:extLst>
                <a:ext uri="{FF2B5EF4-FFF2-40B4-BE49-F238E27FC236}">
                  <a16:creationId xmlns:a16="http://schemas.microsoft.com/office/drawing/2014/main" id="{2DFFC6AA-D75D-0CBE-FCBA-1106C2D3E283}"/>
                </a:ext>
              </a:extLst>
            </p:cNvPr>
            <p:cNvSpPr/>
            <p:nvPr/>
          </p:nvSpPr>
          <p:spPr>
            <a:xfrm>
              <a:off x="3587027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2" name="Freeform 2791">
              <a:extLst>
                <a:ext uri="{FF2B5EF4-FFF2-40B4-BE49-F238E27FC236}">
                  <a16:creationId xmlns:a16="http://schemas.microsoft.com/office/drawing/2014/main" id="{F6E8A7F5-48B0-4A63-D6D2-F58F1F8C5781}"/>
                </a:ext>
              </a:extLst>
            </p:cNvPr>
            <p:cNvSpPr/>
            <p:nvPr/>
          </p:nvSpPr>
          <p:spPr>
            <a:xfrm>
              <a:off x="3587027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3" name="Freeform 2792">
              <a:extLst>
                <a:ext uri="{FF2B5EF4-FFF2-40B4-BE49-F238E27FC236}">
                  <a16:creationId xmlns:a16="http://schemas.microsoft.com/office/drawing/2014/main" id="{489B465A-D846-F413-E287-044D8FE587A9}"/>
                </a:ext>
              </a:extLst>
            </p:cNvPr>
            <p:cNvSpPr/>
            <p:nvPr/>
          </p:nvSpPr>
          <p:spPr>
            <a:xfrm>
              <a:off x="3587027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4" name="Freeform 2793">
              <a:extLst>
                <a:ext uri="{FF2B5EF4-FFF2-40B4-BE49-F238E27FC236}">
                  <a16:creationId xmlns:a16="http://schemas.microsoft.com/office/drawing/2014/main" id="{AE202D9E-4191-FA2E-4079-EDC6AB074DB5}"/>
                </a:ext>
              </a:extLst>
            </p:cNvPr>
            <p:cNvSpPr/>
            <p:nvPr/>
          </p:nvSpPr>
          <p:spPr>
            <a:xfrm>
              <a:off x="3587027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5" name="Freeform 2794">
              <a:extLst>
                <a:ext uri="{FF2B5EF4-FFF2-40B4-BE49-F238E27FC236}">
                  <a16:creationId xmlns:a16="http://schemas.microsoft.com/office/drawing/2014/main" id="{F77E9B72-A8F7-1719-104A-7C34987A12B2}"/>
                </a:ext>
              </a:extLst>
            </p:cNvPr>
            <p:cNvSpPr/>
            <p:nvPr/>
          </p:nvSpPr>
          <p:spPr>
            <a:xfrm>
              <a:off x="3679786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6" name="Freeform 2795">
              <a:extLst>
                <a:ext uri="{FF2B5EF4-FFF2-40B4-BE49-F238E27FC236}">
                  <a16:creationId xmlns:a16="http://schemas.microsoft.com/office/drawing/2014/main" id="{EDA2F8EE-00F3-ECD7-7F3E-D42A042C12AC}"/>
                </a:ext>
              </a:extLst>
            </p:cNvPr>
            <p:cNvSpPr/>
            <p:nvPr/>
          </p:nvSpPr>
          <p:spPr>
            <a:xfrm>
              <a:off x="3679786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7" name="Freeform 2796">
              <a:extLst>
                <a:ext uri="{FF2B5EF4-FFF2-40B4-BE49-F238E27FC236}">
                  <a16:creationId xmlns:a16="http://schemas.microsoft.com/office/drawing/2014/main" id="{E7CE2C68-0A82-156F-2588-6BB502C31C06}"/>
                </a:ext>
              </a:extLst>
            </p:cNvPr>
            <p:cNvSpPr/>
            <p:nvPr/>
          </p:nvSpPr>
          <p:spPr>
            <a:xfrm>
              <a:off x="3679786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8" name="Freeform 2797">
              <a:extLst>
                <a:ext uri="{FF2B5EF4-FFF2-40B4-BE49-F238E27FC236}">
                  <a16:creationId xmlns:a16="http://schemas.microsoft.com/office/drawing/2014/main" id="{D868B830-6014-4B64-AC5A-D6E92230909D}"/>
                </a:ext>
              </a:extLst>
            </p:cNvPr>
            <p:cNvSpPr/>
            <p:nvPr/>
          </p:nvSpPr>
          <p:spPr>
            <a:xfrm>
              <a:off x="3679786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9" name="Freeform 2798">
              <a:extLst>
                <a:ext uri="{FF2B5EF4-FFF2-40B4-BE49-F238E27FC236}">
                  <a16:creationId xmlns:a16="http://schemas.microsoft.com/office/drawing/2014/main" id="{2B4F8F7B-0D39-6CB4-3777-E0A2076C7D70}"/>
                </a:ext>
              </a:extLst>
            </p:cNvPr>
            <p:cNvSpPr/>
            <p:nvPr/>
          </p:nvSpPr>
          <p:spPr>
            <a:xfrm>
              <a:off x="3679786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0" name="Freeform 2799">
              <a:extLst>
                <a:ext uri="{FF2B5EF4-FFF2-40B4-BE49-F238E27FC236}">
                  <a16:creationId xmlns:a16="http://schemas.microsoft.com/office/drawing/2014/main" id="{D4FFD754-C63C-E029-92EE-3B0EF76FCEF6}"/>
                </a:ext>
              </a:extLst>
            </p:cNvPr>
            <p:cNvSpPr/>
            <p:nvPr/>
          </p:nvSpPr>
          <p:spPr>
            <a:xfrm>
              <a:off x="3679786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1" name="Freeform 2800">
              <a:extLst>
                <a:ext uri="{FF2B5EF4-FFF2-40B4-BE49-F238E27FC236}">
                  <a16:creationId xmlns:a16="http://schemas.microsoft.com/office/drawing/2014/main" id="{41D3BE69-B63A-CD81-1304-39915823A6F5}"/>
                </a:ext>
              </a:extLst>
            </p:cNvPr>
            <p:cNvSpPr/>
            <p:nvPr/>
          </p:nvSpPr>
          <p:spPr>
            <a:xfrm>
              <a:off x="3679786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2" name="Freeform 2801">
              <a:extLst>
                <a:ext uri="{FF2B5EF4-FFF2-40B4-BE49-F238E27FC236}">
                  <a16:creationId xmlns:a16="http://schemas.microsoft.com/office/drawing/2014/main" id="{DCAE58D6-E823-2490-FE85-33FC714BF31A}"/>
                </a:ext>
              </a:extLst>
            </p:cNvPr>
            <p:cNvSpPr/>
            <p:nvPr/>
          </p:nvSpPr>
          <p:spPr>
            <a:xfrm>
              <a:off x="3679786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3" name="Freeform 2802">
              <a:extLst>
                <a:ext uri="{FF2B5EF4-FFF2-40B4-BE49-F238E27FC236}">
                  <a16:creationId xmlns:a16="http://schemas.microsoft.com/office/drawing/2014/main" id="{D1A6BA34-1977-718E-1E01-F79505753EE6}"/>
                </a:ext>
              </a:extLst>
            </p:cNvPr>
            <p:cNvSpPr/>
            <p:nvPr/>
          </p:nvSpPr>
          <p:spPr>
            <a:xfrm>
              <a:off x="3679786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4" name="Freeform 2803">
              <a:extLst>
                <a:ext uri="{FF2B5EF4-FFF2-40B4-BE49-F238E27FC236}">
                  <a16:creationId xmlns:a16="http://schemas.microsoft.com/office/drawing/2014/main" id="{64C5E3C5-1486-9E9F-5608-CFFAFE3ED046}"/>
                </a:ext>
              </a:extLst>
            </p:cNvPr>
            <p:cNvSpPr/>
            <p:nvPr/>
          </p:nvSpPr>
          <p:spPr>
            <a:xfrm>
              <a:off x="3679786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5" name="Freeform 2804">
              <a:extLst>
                <a:ext uri="{FF2B5EF4-FFF2-40B4-BE49-F238E27FC236}">
                  <a16:creationId xmlns:a16="http://schemas.microsoft.com/office/drawing/2014/main" id="{2C5EE054-1BD2-7A52-DEB8-BB38BF5E7D58}"/>
                </a:ext>
              </a:extLst>
            </p:cNvPr>
            <p:cNvSpPr/>
            <p:nvPr/>
          </p:nvSpPr>
          <p:spPr>
            <a:xfrm>
              <a:off x="3679786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6" name="Freeform 2805">
              <a:extLst>
                <a:ext uri="{FF2B5EF4-FFF2-40B4-BE49-F238E27FC236}">
                  <a16:creationId xmlns:a16="http://schemas.microsoft.com/office/drawing/2014/main" id="{EA6FFFA1-6FC7-8210-02B1-38C980B5F2DD}"/>
                </a:ext>
              </a:extLst>
            </p:cNvPr>
            <p:cNvSpPr/>
            <p:nvPr/>
          </p:nvSpPr>
          <p:spPr>
            <a:xfrm>
              <a:off x="3679786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7" name="Freeform 2806">
              <a:extLst>
                <a:ext uri="{FF2B5EF4-FFF2-40B4-BE49-F238E27FC236}">
                  <a16:creationId xmlns:a16="http://schemas.microsoft.com/office/drawing/2014/main" id="{D1476094-EF75-2240-B731-F6CC63D5CF91}"/>
                </a:ext>
              </a:extLst>
            </p:cNvPr>
            <p:cNvSpPr/>
            <p:nvPr/>
          </p:nvSpPr>
          <p:spPr>
            <a:xfrm>
              <a:off x="3679786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8" name="Freeform 2807">
              <a:extLst>
                <a:ext uri="{FF2B5EF4-FFF2-40B4-BE49-F238E27FC236}">
                  <a16:creationId xmlns:a16="http://schemas.microsoft.com/office/drawing/2014/main" id="{0F6EFC07-EA42-5A43-DBC7-D5B5E0809EA3}"/>
                </a:ext>
              </a:extLst>
            </p:cNvPr>
            <p:cNvSpPr/>
            <p:nvPr/>
          </p:nvSpPr>
          <p:spPr>
            <a:xfrm>
              <a:off x="3679786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9" name="Freeform 2808">
              <a:extLst>
                <a:ext uri="{FF2B5EF4-FFF2-40B4-BE49-F238E27FC236}">
                  <a16:creationId xmlns:a16="http://schemas.microsoft.com/office/drawing/2014/main" id="{3EFA568F-7030-4A30-550A-59DA322DE349}"/>
                </a:ext>
              </a:extLst>
            </p:cNvPr>
            <p:cNvSpPr/>
            <p:nvPr/>
          </p:nvSpPr>
          <p:spPr>
            <a:xfrm>
              <a:off x="3679786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0" name="Freeform 2809">
              <a:extLst>
                <a:ext uri="{FF2B5EF4-FFF2-40B4-BE49-F238E27FC236}">
                  <a16:creationId xmlns:a16="http://schemas.microsoft.com/office/drawing/2014/main" id="{11C7902E-F0B1-391A-1A46-A30F7ED83DE9}"/>
                </a:ext>
              </a:extLst>
            </p:cNvPr>
            <p:cNvSpPr/>
            <p:nvPr/>
          </p:nvSpPr>
          <p:spPr>
            <a:xfrm>
              <a:off x="3679786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1" name="Freeform 2810">
              <a:extLst>
                <a:ext uri="{FF2B5EF4-FFF2-40B4-BE49-F238E27FC236}">
                  <a16:creationId xmlns:a16="http://schemas.microsoft.com/office/drawing/2014/main" id="{5AC29CF4-C2B1-82B3-1835-1D93552E1EC8}"/>
                </a:ext>
              </a:extLst>
            </p:cNvPr>
            <p:cNvSpPr/>
            <p:nvPr/>
          </p:nvSpPr>
          <p:spPr>
            <a:xfrm>
              <a:off x="3679786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2" name="Freeform 2811">
              <a:extLst>
                <a:ext uri="{FF2B5EF4-FFF2-40B4-BE49-F238E27FC236}">
                  <a16:creationId xmlns:a16="http://schemas.microsoft.com/office/drawing/2014/main" id="{D34C0010-C287-4083-5494-6A55F077428A}"/>
                </a:ext>
              </a:extLst>
            </p:cNvPr>
            <p:cNvSpPr/>
            <p:nvPr/>
          </p:nvSpPr>
          <p:spPr>
            <a:xfrm>
              <a:off x="3679786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3" name="Freeform 2812">
              <a:extLst>
                <a:ext uri="{FF2B5EF4-FFF2-40B4-BE49-F238E27FC236}">
                  <a16:creationId xmlns:a16="http://schemas.microsoft.com/office/drawing/2014/main" id="{22DA5A2D-B2F7-3BB4-4E83-2821F4D65400}"/>
                </a:ext>
              </a:extLst>
            </p:cNvPr>
            <p:cNvSpPr/>
            <p:nvPr/>
          </p:nvSpPr>
          <p:spPr>
            <a:xfrm>
              <a:off x="3679786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4" name="Freeform 2813">
              <a:extLst>
                <a:ext uri="{FF2B5EF4-FFF2-40B4-BE49-F238E27FC236}">
                  <a16:creationId xmlns:a16="http://schemas.microsoft.com/office/drawing/2014/main" id="{B07F38D7-4C75-B6B3-748D-A22ED11961F4}"/>
                </a:ext>
              </a:extLst>
            </p:cNvPr>
            <p:cNvSpPr/>
            <p:nvPr/>
          </p:nvSpPr>
          <p:spPr>
            <a:xfrm>
              <a:off x="3679786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5" name="Freeform 2814">
              <a:extLst>
                <a:ext uri="{FF2B5EF4-FFF2-40B4-BE49-F238E27FC236}">
                  <a16:creationId xmlns:a16="http://schemas.microsoft.com/office/drawing/2014/main" id="{B161385C-3DA5-AB6D-8DE1-475681B2BAE4}"/>
                </a:ext>
              </a:extLst>
            </p:cNvPr>
            <p:cNvSpPr/>
            <p:nvPr/>
          </p:nvSpPr>
          <p:spPr>
            <a:xfrm>
              <a:off x="3679786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6" name="Freeform 2815">
              <a:extLst>
                <a:ext uri="{FF2B5EF4-FFF2-40B4-BE49-F238E27FC236}">
                  <a16:creationId xmlns:a16="http://schemas.microsoft.com/office/drawing/2014/main" id="{C13F8438-5C64-EEAF-E4C0-2FD8CC4E8105}"/>
                </a:ext>
              </a:extLst>
            </p:cNvPr>
            <p:cNvSpPr/>
            <p:nvPr/>
          </p:nvSpPr>
          <p:spPr>
            <a:xfrm>
              <a:off x="3679786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7" name="Freeform 2816">
              <a:extLst>
                <a:ext uri="{FF2B5EF4-FFF2-40B4-BE49-F238E27FC236}">
                  <a16:creationId xmlns:a16="http://schemas.microsoft.com/office/drawing/2014/main" id="{99689BA0-5F97-5D60-49B5-2C89003D9C57}"/>
                </a:ext>
              </a:extLst>
            </p:cNvPr>
            <p:cNvSpPr/>
            <p:nvPr/>
          </p:nvSpPr>
          <p:spPr>
            <a:xfrm>
              <a:off x="3679786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8" name="Freeform 2817">
              <a:extLst>
                <a:ext uri="{FF2B5EF4-FFF2-40B4-BE49-F238E27FC236}">
                  <a16:creationId xmlns:a16="http://schemas.microsoft.com/office/drawing/2014/main" id="{60B92C19-B92F-1E0C-2B00-EF4E4B326FA7}"/>
                </a:ext>
              </a:extLst>
            </p:cNvPr>
            <p:cNvSpPr/>
            <p:nvPr/>
          </p:nvSpPr>
          <p:spPr>
            <a:xfrm>
              <a:off x="3679786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9" name="Freeform 2818">
              <a:extLst>
                <a:ext uri="{FF2B5EF4-FFF2-40B4-BE49-F238E27FC236}">
                  <a16:creationId xmlns:a16="http://schemas.microsoft.com/office/drawing/2014/main" id="{2A007199-D437-434D-D268-FD05288C624F}"/>
                </a:ext>
              </a:extLst>
            </p:cNvPr>
            <p:cNvSpPr/>
            <p:nvPr/>
          </p:nvSpPr>
          <p:spPr>
            <a:xfrm>
              <a:off x="3679786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0" name="Freeform 2819">
              <a:extLst>
                <a:ext uri="{FF2B5EF4-FFF2-40B4-BE49-F238E27FC236}">
                  <a16:creationId xmlns:a16="http://schemas.microsoft.com/office/drawing/2014/main" id="{578865C3-2FE5-4445-0590-7E17FF76A834}"/>
                </a:ext>
              </a:extLst>
            </p:cNvPr>
            <p:cNvSpPr/>
            <p:nvPr/>
          </p:nvSpPr>
          <p:spPr>
            <a:xfrm>
              <a:off x="3679786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1" name="Freeform 2820">
              <a:extLst>
                <a:ext uri="{FF2B5EF4-FFF2-40B4-BE49-F238E27FC236}">
                  <a16:creationId xmlns:a16="http://schemas.microsoft.com/office/drawing/2014/main" id="{FDD1EC2C-3063-D7D3-02F2-C5ABE64E2997}"/>
                </a:ext>
              </a:extLst>
            </p:cNvPr>
            <p:cNvSpPr/>
            <p:nvPr/>
          </p:nvSpPr>
          <p:spPr>
            <a:xfrm>
              <a:off x="3679786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2" name="Freeform 2821">
              <a:extLst>
                <a:ext uri="{FF2B5EF4-FFF2-40B4-BE49-F238E27FC236}">
                  <a16:creationId xmlns:a16="http://schemas.microsoft.com/office/drawing/2014/main" id="{84906C4E-B71B-B6F9-39F0-4F2ADE71282F}"/>
                </a:ext>
              </a:extLst>
            </p:cNvPr>
            <p:cNvSpPr/>
            <p:nvPr/>
          </p:nvSpPr>
          <p:spPr>
            <a:xfrm>
              <a:off x="3679786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3" name="Freeform 2822">
              <a:extLst>
                <a:ext uri="{FF2B5EF4-FFF2-40B4-BE49-F238E27FC236}">
                  <a16:creationId xmlns:a16="http://schemas.microsoft.com/office/drawing/2014/main" id="{E9D0A989-D1D8-4571-ABF1-9DB08CFB1DD9}"/>
                </a:ext>
              </a:extLst>
            </p:cNvPr>
            <p:cNvSpPr/>
            <p:nvPr/>
          </p:nvSpPr>
          <p:spPr>
            <a:xfrm>
              <a:off x="3679786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4" name="Freeform 2823">
              <a:extLst>
                <a:ext uri="{FF2B5EF4-FFF2-40B4-BE49-F238E27FC236}">
                  <a16:creationId xmlns:a16="http://schemas.microsoft.com/office/drawing/2014/main" id="{4D246460-9E78-79F0-21BF-A8AA1D429500}"/>
                </a:ext>
              </a:extLst>
            </p:cNvPr>
            <p:cNvSpPr/>
            <p:nvPr/>
          </p:nvSpPr>
          <p:spPr>
            <a:xfrm>
              <a:off x="3679786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5" name="Freeform 2824">
              <a:extLst>
                <a:ext uri="{FF2B5EF4-FFF2-40B4-BE49-F238E27FC236}">
                  <a16:creationId xmlns:a16="http://schemas.microsoft.com/office/drawing/2014/main" id="{1DB1EA10-C14D-A6BC-6E5C-C434C6669D37}"/>
                </a:ext>
              </a:extLst>
            </p:cNvPr>
            <p:cNvSpPr/>
            <p:nvPr/>
          </p:nvSpPr>
          <p:spPr>
            <a:xfrm>
              <a:off x="3679786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6" name="Freeform 2825">
              <a:extLst>
                <a:ext uri="{FF2B5EF4-FFF2-40B4-BE49-F238E27FC236}">
                  <a16:creationId xmlns:a16="http://schemas.microsoft.com/office/drawing/2014/main" id="{905A5311-D1D2-CEFF-2B57-0F5AA258356F}"/>
                </a:ext>
              </a:extLst>
            </p:cNvPr>
            <p:cNvSpPr/>
            <p:nvPr/>
          </p:nvSpPr>
          <p:spPr>
            <a:xfrm>
              <a:off x="3679786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7" name="Freeform 2826">
              <a:extLst>
                <a:ext uri="{FF2B5EF4-FFF2-40B4-BE49-F238E27FC236}">
                  <a16:creationId xmlns:a16="http://schemas.microsoft.com/office/drawing/2014/main" id="{FC3110C1-D3CB-3CA2-F703-0BE5DDFE4A79}"/>
                </a:ext>
              </a:extLst>
            </p:cNvPr>
            <p:cNvSpPr/>
            <p:nvPr/>
          </p:nvSpPr>
          <p:spPr>
            <a:xfrm>
              <a:off x="3679786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8" name="Freeform 2827">
              <a:extLst>
                <a:ext uri="{FF2B5EF4-FFF2-40B4-BE49-F238E27FC236}">
                  <a16:creationId xmlns:a16="http://schemas.microsoft.com/office/drawing/2014/main" id="{58385A42-926D-6360-FC7C-FEBFECD5FF19}"/>
                </a:ext>
              </a:extLst>
            </p:cNvPr>
            <p:cNvSpPr/>
            <p:nvPr/>
          </p:nvSpPr>
          <p:spPr>
            <a:xfrm>
              <a:off x="3679786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9" name="Freeform 2828">
              <a:extLst>
                <a:ext uri="{FF2B5EF4-FFF2-40B4-BE49-F238E27FC236}">
                  <a16:creationId xmlns:a16="http://schemas.microsoft.com/office/drawing/2014/main" id="{353DEBC2-07B7-7363-068F-BE7433B6F78C}"/>
                </a:ext>
              </a:extLst>
            </p:cNvPr>
            <p:cNvSpPr/>
            <p:nvPr/>
          </p:nvSpPr>
          <p:spPr>
            <a:xfrm>
              <a:off x="3772545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0" name="Freeform 2829">
              <a:extLst>
                <a:ext uri="{FF2B5EF4-FFF2-40B4-BE49-F238E27FC236}">
                  <a16:creationId xmlns:a16="http://schemas.microsoft.com/office/drawing/2014/main" id="{8EA6040F-E3AB-D4CA-762A-CCABC195EDFB}"/>
                </a:ext>
              </a:extLst>
            </p:cNvPr>
            <p:cNvSpPr/>
            <p:nvPr/>
          </p:nvSpPr>
          <p:spPr>
            <a:xfrm>
              <a:off x="3772545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1" name="Freeform 2830">
              <a:extLst>
                <a:ext uri="{FF2B5EF4-FFF2-40B4-BE49-F238E27FC236}">
                  <a16:creationId xmlns:a16="http://schemas.microsoft.com/office/drawing/2014/main" id="{EEFF197B-2BD8-827E-71C7-CC8B9D3D047A}"/>
                </a:ext>
              </a:extLst>
            </p:cNvPr>
            <p:cNvSpPr/>
            <p:nvPr/>
          </p:nvSpPr>
          <p:spPr>
            <a:xfrm>
              <a:off x="3772545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2" name="Freeform 2831">
              <a:extLst>
                <a:ext uri="{FF2B5EF4-FFF2-40B4-BE49-F238E27FC236}">
                  <a16:creationId xmlns:a16="http://schemas.microsoft.com/office/drawing/2014/main" id="{4E2760DF-9D44-873E-B794-70C7188A1CE2}"/>
                </a:ext>
              </a:extLst>
            </p:cNvPr>
            <p:cNvSpPr/>
            <p:nvPr/>
          </p:nvSpPr>
          <p:spPr>
            <a:xfrm>
              <a:off x="3772545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3" name="Freeform 2832">
              <a:extLst>
                <a:ext uri="{FF2B5EF4-FFF2-40B4-BE49-F238E27FC236}">
                  <a16:creationId xmlns:a16="http://schemas.microsoft.com/office/drawing/2014/main" id="{A509A39B-4760-CF6A-2345-D91885C1A4C6}"/>
                </a:ext>
              </a:extLst>
            </p:cNvPr>
            <p:cNvSpPr/>
            <p:nvPr/>
          </p:nvSpPr>
          <p:spPr>
            <a:xfrm>
              <a:off x="3772545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4" name="Freeform 2833">
              <a:extLst>
                <a:ext uri="{FF2B5EF4-FFF2-40B4-BE49-F238E27FC236}">
                  <a16:creationId xmlns:a16="http://schemas.microsoft.com/office/drawing/2014/main" id="{CC11653B-AAA0-D6F8-1F2F-4B48E1428DA3}"/>
                </a:ext>
              </a:extLst>
            </p:cNvPr>
            <p:cNvSpPr/>
            <p:nvPr/>
          </p:nvSpPr>
          <p:spPr>
            <a:xfrm>
              <a:off x="3772545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5" name="Freeform 2834">
              <a:extLst>
                <a:ext uri="{FF2B5EF4-FFF2-40B4-BE49-F238E27FC236}">
                  <a16:creationId xmlns:a16="http://schemas.microsoft.com/office/drawing/2014/main" id="{95CD2CFC-D868-79C1-9E5B-8C4EE1AD4438}"/>
                </a:ext>
              </a:extLst>
            </p:cNvPr>
            <p:cNvSpPr/>
            <p:nvPr/>
          </p:nvSpPr>
          <p:spPr>
            <a:xfrm>
              <a:off x="3772545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6" name="Freeform 2835">
              <a:extLst>
                <a:ext uri="{FF2B5EF4-FFF2-40B4-BE49-F238E27FC236}">
                  <a16:creationId xmlns:a16="http://schemas.microsoft.com/office/drawing/2014/main" id="{BA19B8A5-2CA0-AE37-E3EC-BFC337DE6FC7}"/>
                </a:ext>
              </a:extLst>
            </p:cNvPr>
            <p:cNvSpPr/>
            <p:nvPr/>
          </p:nvSpPr>
          <p:spPr>
            <a:xfrm>
              <a:off x="3772545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7" name="Freeform 2836">
              <a:extLst>
                <a:ext uri="{FF2B5EF4-FFF2-40B4-BE49-F238E27FC236}">
                  <a16:creationId xmlns:a16="http://schemas.microsoft.com/office/drawing/2014/main" id="{4E3D9BDD-00EB-53A2-6689-737C16BA6DA2}"/>
                </a:ext>
              </a:extLst>
            </p:cNvPr>
            <p:cNvSpPr/>
            <p:nvPr/>
          </p:nvSpPr>
          <p:spPr>
            <a:xfrm>
              <a:off x="3772545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8" name="Freeform 2837">
              <a:extLst>
                <a:ext uri="{FF2B5EF4-FFF2-40B4-BE49-F238E27FC236}">
                  <a16:creationId xmlns:a16="http://schemas.microsoft.com/office/drawing/2014/main" id="{980DC8B1-78F7-8209-68D4-C69792604488}"/>
                </a:ext>
              </a:extLst>
            </p:cNvPr>
            <p:cNvSpPr/>
            <p:nvPr/>
          </p:nvSpPr>
          <p:spPr>
            <a:xfrm>
              <a:off x="3772545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9" name="Freeform 2838">
              <a:extLst>
                <a:ext uri="{FF2B5EF4-FFF2-40B4-BE49-F238E27FC236}">
                  <a16:creationId xmlns:a16="http://schemas.microsoft.com/office/drawing/2014/main" id="{BE56F3BE-ACE0-A01B-85AD-168DFBF852D1}"/>
                </a:ext>
              </a:extLst>
            </p:cNvPr>
            <p:cNvSpPr/>
            <p:nvPr/>
          </p:nvSpPr>
          <p:spPr>
            <a:xfrm>
              <a:off x="3772545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0" name="Freeform 2839">
              <a:extLst>
                <a:ext uri="{FF2B5EF4-FFF2-40B4-BE49-F238E27FC236}">
                  <a16:creationId xmlns:a16="http://schemas.microsoft.com/office/drawing/2014/main" id="{3CB3239A-DF57-3CFC-4A09-E01B4B3191D6}"/>
                </a:ext>
              </a:extLst>
            </p:cNvPr>
            <p:cNvSpPr/>
            <p:nvPr/>
          </p:nvSpPr>
          <p:spPr>
            <a:xfrm>
              <a:off x="3772545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1" name="Freeform 2840">
              <a:extLst>
                <a:ext uri="{FF2B5EF4-FFF2-40B4-BE49-F238E27FC236}">
                  <a16:creationId xmlns:a16="http://schemas.microsoft.com/office/drawing/2014/main" id="{36422B63-E33F-099B-C163-11BB61888F2C}"/>
                </a:ext>
              </a:extLst>
            </p:cNvPr>
            <p:cNvSpPr/>
            <p:nvPr/>
          </p:nvSpPr>
          <p:spPr>
            <a:xfrm>
              <a:off x="3772545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2" name="Freeform 2841">
              <a:extLst>
                <a:ext uri="{FF2B5EF4-FFF2-40B4-BE49-F238E27FC236}">
                  <a16:creationId xmlns:a16="http://schemas.microsoft.com/office/drawing/2014/main" id="{B4E9C960-A0A6-03AE-2D7B-F629920EE372}"/>
                </a:ext>
              </a:extLst>
            </p:cNvPr>
            <p:cNvSpPr/>
            <p:nvPr/>
          </p:nvSpPr>
          <p:spPr>
            <a:xfrm>
              <a:off x="3772545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3" name="Freeform 2842">
              <a:extLst>
                <a:ext uri="{FF2B5EF4-FFF2-40B4-BE49-F238E27FC236}">
                  <a16:creationId xmlns:a16="http://schemas.microsoft.com/office/drawing/2014/main" id="{0900332F-F52A-5A88-9BD2-38EE8D65EB62}"/>
                </a:ext>
              </a:extLst>
            </p:cNvPr>
            <p:cNvSpPr/>
            <p:nvPr/>
          </p:nvSpPr>
          <p:spPr>
            <a:xfrm>
              <a:off x="3772545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4" name="Freeform 2843">
              <a:extLst>
                <a:ext uri="{FF2B5EF4-FFF2-40B4-BE49-F238E27FC236}">
                  <a16:creationId xmlns:a16="http://schemas.microsoft.com/office/drawing/2014/main" id="{D58F22CC-F574-ECE6-89B7-CD7041190A51}"/>
                </a:ext>
              </a:extLst>
            </p:cNvPr>
            <p:cNvSpPr/>
            <p:nvPr/>
          </p:nvSpPr>
          <p:spPr>
            <a:xfrm>
              <a:off x="3772545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5" name="Freeform 2844">
              <a:extLst>
                <a:ext uri="{FF2B5EF4-FFF2-40B4-BE49-F238E27FC236}">
                  <a16:creationId xmlns:a16="http://schemas.microsoft.com/office/drawing/2014/main" id="{AE3AC1C4-3EEE-52C1-B0BB-9FEC04591643}"/>
                </a:ext>
              </a:extLst>
            </p:cNvPr>
            <p:cNvSpPr/>
            <p:nvPr/>
          </p:nvSpPr>
          <p:spPr>
            <a:xfrm>
              <a:off x="3772545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6" name="Freeform 2845">
              <a:extLst>
                <a:ext uri="{FF2B5EF4-FFF2-40B4-BE49-F238E27FC236}">
                  <a16:creationId xmlns:a16="http://schemas.microsoft.com/office/drawing/2014/main" id="{A7B387C6-14BD-AC7E-F1A1-06CAD216E153}"/>
                </a:ext>
              </a:extLst>
            </p:cNvPr>
            <p:cNvSpPr/>
            <p:nvPr/>
          </p:nvSpPr>
          <p:spPr>
            <a:xfrm>
              <a:off x="3772545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7" name="Freeform 2846">
              <a:extLst>
                <a:ext uri="{FF2B5EF4-FFF2-40B4-BE49-F238E27FC236}">
                  <a16:creationId xmlns:a16="http://schemas.microsoft.com/office/drawing/2014/main" id="{272B56C9-FA2B-FC64-3E21-ADF7F874289B}"/>
                </a:ext>
              </a:extLst>
            </p:cNvPr>
            <p:cNvSpPr/>
            <p:nvPr/>
          </p:nvSpPr>
          <p:spPr>
            <a:xfrm>
              <a:off x="3772545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8" name="Freeform 2847">
              <a:extLst>
                <a:ext uri="{FF2B5EF4-FFF2-40B4-BE49-F238E27FC236}">
                  <a16:creationId xmlns:a16="http://schemas.microsoft.com/office/drawing/2014/main" id="{5CB5D71A-9F8B-A7B8-B829-231A623634A9}"/>
                </a:ext>
              </a:extLst>
            </p:cNvPr>
            <p:cNvSpPr/>
            <p:nvPr/>
          </p:nvSpPr>
          <p:spPr>
            <a:xfrm>
              <a:off x="3772545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9" name="Freeform 2848">
              <a:extLst>
                <a:ext uri="{FF2B5EF4-FFF2-40B4-BE49-F238E27FC236}">
                  <a16:creationId xmlns:a16="http://schemas.microsoft.com/office/drawing/2014/main" id="{CFB68880-F5DF-7F18-A71B-E23C20041858}"/>
                </a:ext>
              </a:extLst>
            </p:cNvPr>
            <p:cNvSpPr/>
            <p:nvPr/>
          </p:nvSpPr>
          <p:spPr>
            <a:xfrm>
              <a:off x="3772545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0" name="Freeform 2849">
              <a:extLst>
                <a:ext uri="{FF2B5EF4-FFF2-40B4-BE49-F238E27FC236}">
                  <a16:creationId xmlns:a16="http://schemas.microsoft.com/office/drawing/2014/main" id="{E8A70A58-3A11-7CCF-2BC9-020217D6ADCF}"/>
                </a:ext>
              </a:extLst>
            </p:cNvPr>
            <p:cNvSpPr/>
            <p:nvPr/>
          </p:nvSpPr>
          <p:spPr>
            <a:xfrm>
              <a:off x="3772545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1" name="Freeform 2850">
              <a:extLst>
                <a:ext uri="{FF2B5EF4-FFF2-40B4-BE49-F238E27FC236}">
                  <a16:creationId xmlns:a16="http://schemas.microsoft.com/office/drawing/2014/main" id="{0A7DC910-02FC-5FCD-A009-C7855B36F4CF}"/>
                </a:ext>
              </a:extLst>
            </p:cNvPr>
            <p:cNvSpPr/>
            <p:nvPr/>
          </p:nvSpPr>
          <p:spPr>
            <a:xfrm>
              <a:off x="3772545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2" name="Freeform 2851">
              <a:extLst>
                <a:ext uri="{FF2B5EF4-FFF2-40B4-BE49-F238E27FC236}">
                  <a16:creationId xmlns:a16="http://schemas.microsoft.com/office/drawing/2014/main" id="{31AC307A-13D3-017C-AC01-DD8B09B22949}"/>
                </a:ext>
              </a:extLst>
            </p:cNvPr>
            <p:cNvSpPr/>
            <p:nvPr/>
          </p:nvSpPr>
          <p:spPr>
            <a:xfrm>
              <a:off x="3772545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3" name="Freeform 2852">
              <a:extLst>
                <a:ext uri="{FF2B5EF4-FFF2-40B4-BE49-F238E27FC236}">
                  <a16:creationId xmlns:a16="http://schemas.microsoft.com/office/drawing/2014/main" id="{39497C39-2D03-5093-BF8D-A8F8D2589F6E}"/>
                </a:ext>
              </a:extLst>
            </p:cNvPr>
            <p:cNvSpPr/>
            <p:nvPr/>
          </p:nvSpPr>
          <p:spPr>
            <a:xfrm>
              <a:off x="3772545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4" name="Freeform 2853">
              <a:extLst>
                <a:ext uri="{FF2B5EF4-FFF2-40B4-BE49-F238E27FC236}">
                  <a16:creationId xmlns:a16="http://schemas.microsoft.com/office/drawing/2014/main" id="{BB2C0AD2-9964-C63E-A4FB-CD43D785166A}"/>
                </a:ext>
              </a:extLst>
            </p:cNvPr>
            <p:cNvSpPr/>
            <p:nvPr/>
          </p:nvSpPr>
          <p:spPr>
            <a:xfrm>
              <a:off x="3772545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5" name="Freeform 2854">
              <a:extLst>
                <a:ext uri="{FF2B5EF4-FFF2-40B4-BE49-F238E27FC236}">
                  <a16:creationId xmlns:a16="http://schemas.microsoft.com/office/drawing/2014/main" id="{73B9E64F-1EFE-9B91-8F50-62148AA74ACC}"/>
                </a:ext>
              </a:extLst>
            </p:cNvPr>
            <p:cNvSpPr/>
            <p:nvPr/>
          </p:nvSpPr>
          <p:spPr>
            <a:xfrm>
              <a:off x="3772545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6" name="Freeform 2855">
              <a:extLst>
                <a:ext uri="{FF2B5EF4-FFF2-40B4-BE49-F238E27FC236}">
                  <a16:creationId xmlns:a16="http://schemas.microsoft.com/office/drawing/2014/main" id="{AEB3AA98-251C-67F0-5B19-6E32F01420E6}"/>
                </a:ext>
              </a:extLst>
            </p:cNvPr>
            <p:cNvSpPr/>
            <p:nvPr/>
          </p:nvSpPr>
          <p:spPr>
            <a:xfrm>
              <a:off x="3772545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7" name="Freeform 2856">
              <a:extLst>
                <a:ext uri="{FF2B5EF4-FFF2-40B4-BE49-F238E27FC236}">
                  <a16:creationId xmlns:a16="http://schemas.microsoft.com/office/drawing/2014/main" id="{2C77413E-A1C2-2464-938E-A3E3BB0E761B}"/>
                </a:ext>
              </a:extLst>
            </p:cNvPr>
            <p:cNvSpPr/>
            <p:nvPr/>
          </p:nvSpPr>
          <p:spPr>
            <a:xfrm>
              <a:off x="3772545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8" name="Freeform 2857">
              <a:extLst>
                <a:ext uri="{FF2B5EF4-FFF2-40B4-BE49-F238E27FC236}">
                  <a16:creationId xmlns:a16="http://schemas.microsoft.com/office/drawing/2014/main" id="{1EBB8B02-328F-DF9F-38C0-FEE90DC44009}"/>
                </a:ext>
              </a:extLst>
            </p:cNvPr>
            <p:cNvSpPr/>
            <p:nvPr/>
          </p:nvSpPr>
          <p:spPr>
            <a:xfrm>
              <a:off x="3772545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9" name="Freeform 2858">
              <a:extLst>
                <a:ext uri="{FF2B5EF4-FFF2-40B4-BE49-F238E27FC236}">
                  <a16:creationId xmlns:a16="http://schemas.microsoft.com/office/drawing/2014/main" id="{E7A66F16-1B0D-B3E6-FF13-3EF98E77AB54}"/>
                </a:ext>
              </a:extLst>
            </p:cNvPr>
            <p:cNvSpPr/>
            <p:nvPr/>
          </p:nvSpPr>
          <p:spPr>
            <a:xfrm>
              <a:off x="3772545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0" name="Freeform 2859">
              <a:extLst>
                <a:ext uri="{FF2B5EF4-FFF2-40B4-BE49-F238E27FC236}">
                  <a16:creationId xmlns:a16="http://schemas.microsoft.com/office/drawing/2014/main" id="{0BABF3AF-1230-A983-586F-DEDAA3DE0737}"/>
                </a:ext>
              </a:extLst>
            </p:cNvPr>
            <p:cNvSpPr/>
            <p:nvPr/>
          </p:nvSpPr>
          <p:spPr>
            <a:xfrm>
              <a:off x="3772545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1" name="Freeform 2860">
              <a:extLst>
                <a:ext uri="{FF2B5EF4-FFF2-40B4-BE49-F238E27FC236}">
                  <a16:creationId xmlns:a16="http://schemas.microsoft.com/office/drawing/2014/main" id="{3519C844-F9A6-95DF-2C6C-3BCC931ACD6C}"/>
                </a:ext>
              </a:extLst>
            </p:cNvPr>
            <p:cNvSpPr/>
            <p:nvPr/>
          </p:nvSpPr>
          <p:spPr>
            <a:xfrm>
              <a:off x="3772545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2" name="Freeform 2861">
              <a:extLst>
                <a:ext uri="{FF2B5EF4-FFF2-40B4-BE49-F238E27FC236}">
                  <a16:creationId xmlns:a16="http://schemas.microsoft.com/office/drawing/2014/main" id="{3655E7BB-E08C-322F-F00A-92C2458DF7A3}"/>
                </a:ext>
              </a:extLst>
            </p:cNvPr>
            <p:cNvSpPr/>
            <p:nvPr/>
          </p:nvSpPr>
          <p:spPr>
            <a:xfrm>
              <a:off x="3772545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3" name="Freeform 2862">
              <a:extLst>
                <a:ext uri="{FF2B5EF4-FFF2-40B4-BE49-F238E27FC236}">
                  <a16:creationId xmlns:a16="http://schemas.microsoft.com/office/drawing/2014/main" id="{B5A03BC6-1A93-8FF7-B8D5-4338347874EF}"/>
                </a:ext>
              </a:extLst>
            </p:cNvPr>
            <p:cNvSpPr/>
            <p:nvPr/>
          </p:nvSpPr>
          <p:spPr>
            <a:xfrm>
              <a:off x="3865305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4" name="Freeform 2863">
              <a:extLst>
                <a:ext uri="{FF2B5EF4-FFF2-40B4-BE49-F238E27FC236}">
                  <a16:creationId xmlns:a16="http://schemas.microsoft.com/office/drawing/2014/main" id="{2E0DDE01-D5F0-270A-8A8C-5DC5F5C20E56}"/>
                </a:ext>
              </a:extLst>
            </p:cNvPr>
            <p:cNvSpPr/>
            <p:nvPr/>
          </p:nvSpPr>
          <p:spPr>
            <a:xfrm>
              <a:off x="3865305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5" name="Freeform 2864">
              <a:extLst>
                <a:ext uri="{FF2B5EF4-FFF2-40B4-BE49-F238E27FC236}">
                  <a16:creationId xmlns:a16="http://schemas.microsoft.com/office/drawing/2014/main" id="{38363C16-B1FB-AF4E-631C-CE01A35B9052}"/>
                </a:ext>
              </a:extLst>
            </p:cNvPr>
            <p:cNvSpPr/>
            <p:nvPr/>
          </p:nvSpPr>
          <p:spPr>
            <a:xfrm>
              <a:off x="3865305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6" name="Freeform 2865">
              <a:extLst>
                <a:ext uri="{FF2B5EF4-FFF2-40B4-BE49-F238E27FC236}">
                  <a16:creationId xmlns:a16="http://schemas.microsoft.com/office/drawing/2014/main" id="{19D19FEC-8CC9-AA84-B4A7-ACED17DA2A83}"/>
                </a:ext>
              </a:extLst>
            </p:cNvPr>
            <p:cNvSpPr/>
            <p:nvPr/>
          </p:nvSpPr>
          <p:spPr>
            <a:xfrm>
              <a:off x="3865305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7" name="Freeform 2866">
              <a:extLst>
                <a:ext uri="{FF2B5EF4-FFF2-40B4-BE49-F238E27FC236}">
                  <a16:creationId xmlns:a16="http://schemas.microsoft.com/office/drawing/2014/main" id="{5EC23012-F889-3F24-3038-2163E45AC5E3}"/>
                </a:ext>
              </a:extLst>
            </p:cNvPr>
            <p:cNvSpPr/>
            <p:nvPr/>
          </p:nvSpPr>
          <p:spPr>
            <a:xfrm>
              <a:off x="3865305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" name="Freeform 2867">
              <a:extLst>
                <a:ext uri="{FF2B5EF4-FFF2-40B4-BE49-F238E27FC236}">
                  <a16:creationId xmlns:a16="http://schemas.microsoft.com/office/drawing/2014/main" id="{F2101250-F6AE-A5EB-7F8D-3BC940BC17D8}"/>
                </a:ext>
              </a:extLst>
            </p:cNvPr>
            <p:cNvSpPr/>
            <p:nvPr/>
          </p:nvSpPr>
          <p:spPr>
            <a:xfrm>
              <a:off x="3865305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" name="Freeform 2868">
              <a:extLst>
                <a:ext uri="{FF2B5EF4-FFF2-40B4-BE49-F238E27FC236}">
                  <a16:creationId xmlns:a16="http://schemas.microsoft.com/office/drawing/2014/main" id="{6944CBAB-ABB8-C12B-329F-E4CFDA7CC139}"/>
                </a:ext>
              </a:extLst>
            </p:cNvPr>
            <p:cNvSpPr/>
            <p:nvPr/>
          </p:nvSpPr>
          <p:spPr>
            <a:xfrm>
              <a:off x="3865305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" name="Freeform 2869">
              <a:extLst>
                <a:ext uri="{FF2B5EF4-FFF2-40B4-BE49-F238E27FC236}">
                  <a16:creationId xmlns:a16="http://schemas.microsoft.com/office/drawing/2014/main" id="{A40CDFD7-4432-B5EC-F184-0FF7B21DC3EE}"/>
                </a:ext>
              </a:extLst>
            </p:cNvPr>
            <p:cNvSpPr/>
            <p:nvPr/>
          </p:nvSpPr>
          <p:spPr>
            <a:xfrm>
              <a:off x="3865305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1" name="Freeform 2870">
              <a:extLst>
                <a:ext uri="{FF2B5EF4-FFF2-40B4-BE49-F238E27FC236}">
                  <a16:creationId xmlns:a16="http://schemas.microsoft.com/office/drawing/2014/main" id="{D1E92536-55EE-3ACE-D1EF-CF156A21FCB8}"/>
                </a:ext>
              </a:extLst>
            </p:cNvPr>
            <p:cNvSpPr/>
            <p:nvPr/>
          </p:nvSpPr>
          <p:spPr>
            <a:xfrm>
              <a:off x="3865305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" name="Freeform 2871">
              <a:extLst>
                <a:ext uri="{FF2B5EF4-FFF2-40B4-BE49-F238E27FC236}">
                  <a16:creationId xmlns:a16="http://schemas.microsoft.com/office/drawing/2014/main" id="{1DFBCB10-DF44-7731-DF39-108303AD4329}"/>
                </a:ext>
              </a:extLst>
            </p:cNvPr>
            <p:cNvSpPr/>
            <p:nvPr/>
          </p:nvSpPr>
          <p:spPr>
            <a:xfrm>
              <a:off x="3865305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3" name="Freeform 2872">
              <a:extLst>
                <a:ext uri="{FF2B5EF4-FFF2-40B4-BE49-F238E27FC236}">
                  <a16:creationId xmlns:a16="http://schemas.microsoft.com/office/drawing/2014/main" id="{49C52BFA-1CB1-BE49-F072-36EB73FFAD5D}"/>
                </a:ext>
              </a:extLst>
            </p:cNvPr>
            <p:cNvSpPr/>
            <p:nvPr/>
          </p:nvSpPr>
          <p:spPr>
            <a:xfrm>
              <a:off x="3865305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4" name="Freeform 2873">
              <a:extLst>
                <a:ext uri="{FF2B5EF4-FFF2-40B4-BE49-F238E27FC236}">
                  <a16:creationId xmlns:a16="http://schemas.microsoft.com/office/drawing/2014/main" id="{B2949A56-60AE-7D6C-12FD-F6553D68D05B}"/>
                </a:ext>
              </a:extLst>
            </p:cNvPr>
            <p:cNvSpPr/>
            <p:nvPr/>
          </p:nvSpPr>
          <p:spPr>
            <a:xfrm>
              <a:off x="3865305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" name="Freeform 2874">
              <a:extLst>
                <a:ext uri="{FF2B5EF4-FFF2-40B4-BE49-F238E27FC236}">
                  <a16:creationId xmlns:a16="http://schemas.microsoft.com/office/drawing/2014/main" id="{38FBD280-5F69-05E8-EDB9-E9F44CCFB99B}"/>
                </a:ext>
              </a:extLst>
            </p:cNvPr>
            <p:cNvSpPr/>
            <p:nvPr/>
          </p:nvSpPr>
          <p:spPr>
            <a:xfrm>
              <a:off x="3865305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" name="Freeform 2875">
              <a:extLst>
                <a:ext uri="{FF2B5EF4-FFF2-40B4-BE49-F238E27FC236}">
                  <a16:creationId xmlns:a16="http://schemas.microsoft.com/office/drawing/2014/main" id="{61D6AFFF-B829-6495-008A-256BFC548DBA}"/>
                </a:ext>
              </a:extLst>
            </p:cNvPr>
            <p:cNvSpPr/>
            <p:nvPr/>
          </p:nvSpPr>
          <p:spPr>
            <a:xfrm>
              <a:off x="3865305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7" name="Freeform 2876">
              <a:extLst>
                <a:ext uri="{FF2B5EF4-FFF2-40B4-BE49-F238E27FC236}">
                  <a16:creationId xmlns:a16="http://schemas.microsoft.com/office/drawing/2014/main" id="{EAEDE02C-C958-D908-98EE-28F38E7CF1F6}"/>
                </a:ext>
              </a:extLst>
            </p:cNvPr>
            <p:cNvSpPr/>
            <p:nvPr/>
          </p:nvSpPr>
          <p:spPr>
            <a:xfrm>
              <a:off x="3865305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8" name="Freeform 2877">
              <a:extLst>
                <a:ext uri="{FF2B5EF4-FFF2-40B4-BE49-F238E27FC236}">
                  <a16:creationId xmlns:a16="http://schemas.microsoft.com/office/drawing/2014/main" id="{BB1E3FDA-711A-0BCE-47ED-882DDEF093B5}"/>
                </a:ext>
              </a:extLst>
            </p:cNvPr>
            <p:cNvSpPr/>
            <p:nvPr/>
          </p:nvSpPr>
          <p:spPr>
            <a:xfrm>
              <a:off x="3865305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" name="Freeform 2878">
              <a:extLst>
                <a:ext uri="{FF2B5EF4-FFF2-40B4-BE49-F238E27FC236}">
                  <a16:creationId xmlns:a16="http://schemas.microsoft.com/office/drawing/2014/main" id="{342719A0-24E1-C2DC-2D60-3DE4DBD2FBCE}"/>
                </a:ext>
              </a:extLst>
            </p:cNvPr>
            <p:cNvSpPr/>
            <p:nvPr/>
          </p:nvSpPr>
          <p:spPr>
            <a:xfrm>
              <a:off x="3865305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" name="Freeform 2879">
              <a:extLst>
                <a:ext uri="{FF2B5EF4-FFF2-40B4-BE49-F238E27FC236}">
                  <a16:creationId xmlns:a16="http://schemas.microsoft.com/office/drawing/2014/main" id="{07B79317-EBF1-0F80-0081-60ABDF26F40A}"/>
                </a:ext>
              </a:extLst>
            </p:cNvPr>
            <p:cNvSpPr/>
            <p:nvPr/>
          </p:nvSpPr>
          <p:spPr>
            <a:xfrm>
              <a:off x="3865305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1" name="Freeform 2880">
              <a:extLst>
                <a:ext uri="{FF2B5EF4-FFF2-40B4-BE49-F238E27FC236}">
                  <a16:creationId xmlns:a16="http://schemas.microsoft.com/office/drawing/2014/main" id="{FA21C2F9-3607-20A4-7C42-E341AF32C3D4}"/>
                </a:ext>
              </a:extLst>
            </p:cNvPr>
            <p:cNvSpPr/>
            <p:nvPr/>
          </p:nvSpPr>
          <p:spPr>
            <a:xfrm>
              <a:off x="3865305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2" name="Freeform 2881">
              <a:extLst>
                <a:ext uri="{FF2B5EF4-FFF2-40B4-BE49-F238E27FC236}">
                  <a16:creationId xmlns:a16="http://schemas.microsoft.com/office/drawing/2014/main" id="{DA998A7D-ED26-BD5A-6B1F-108B0A16DCC0}"/>
                </a:ext>
              </a:extLst>
            </p:cNvPr>
            <p:cNvSpPr/>
            <p:nvPr/>
          </p:nvSpPr>
          <p:spPr>
            <a:xfrm>
              <a:off x="3865305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3" name="Freeform 2882">
              <a:extLst>
                <a:ext uri="{FF2B5EF4-FFF2-40B4-BE49-F238E27FC236}">
                  <a16:creationId xmlns:a16="http://schemas.microsoft.com/office/drawing/2014/main" id="{681F1031-AFD8-BD6B-6921-596CA1D4D46A}"/>
                </a:ext>
              </a:extLst>
            </p:cNvPr>
            <p:cNvSpPr/>
            <p:nvPr/>
          </p:nvSpPr>
          <p:spPr>
            <a:xfrm>
              <a:off x="3865305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4" name="Freeform 2883">
              <a:extLst>
                <a:ext uri="{FF2B5EF4-FFF2-40B4-BE49-F238E27FC236}">
                  <a16:creationId xmlns:a16="http://schemas.microsoft.com/office/drawing/2014/main" id="{402105D9-3A7C-8F9D-A732-33603D8FC503}"/>
                </a:ext>
              </a:extLst>
            </p:cNvPr>
            <p:cNvSpPr/>
            <p:nvPr/>
          </p:nvSpPr>
          <p:spPr>
            <a:xfrm>
              <a:off x="3865305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5" name="Freeform 2884">
              <a:extLst>
                <a:ext uri="{FF2B5EF4-FFF2-40B4-BE49-F238E27FC236}">
                  <a16:creationId xmlns:a16="http://schemas.microsoft.com/office/drawing/2014/main" id="{573ADB65-F781-A67B-1FC8-21993ADF239F}"/>
                </a:ext>
              </a:extLst>
            </p:cNvPr>
            <p:cNvSpPr/>
            <p:nvPr/>
          </p:nvSpPr>
          <p:spPr>
            <a:xfrm>
              <a:off x="3865305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6" name="Freeform 2885">
              <a:extLst>
                <a:ext uri="{FF2B5EF4-FFF2-40B4-BE49-F238E27FC236}">
                  <a16:creationId xmlns:a16="http://schemas.microsoft.com/office/drawing/2014/main" id="{989445FD-99E4-1AFB-8156-5DCA1383DE2D}"/>
                </a:ext>
              </a:extLst>
            </p:cNvPr>
            <p:cNvSpPr/>
            <p:nvPr/>
          </p:nvSpPr>
          <p:spPr>
            <a:xfrm>
              <a:off x="3865305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DCDC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7" name="Freeform 2886">
              <a:extLst>
                <a:ext uri="{FF2B5EF4-FFF2-40B4-BE49-F238E27FC236}">
                  <a16:creationId xmlns:a16="http://schemas.microsoft.com/office/drawing/2014/main" id="{0B911395-CD95-8DE6-194F-C968C880E60B}"/>
                </a:ext>
              </a:extLst>
            </p:cNvPr>
            <p:cNvSpPr/>
            <p:nvPr/>
          </p:nvSpPr>
          <p:spPr>
            <a:xfrm>
              <a:off x="3865305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8" name="Freeform 2887">
              <a:extLst>
                <a:ext uri="{FF2B5EF4-FFF2-40B4-BE49-F238E27FC236}">
                  <a16:creationId xmlns:a16="http://schemas.microsoft.com/office/drawing/2014/main" id="{9A19BCDC-64AC-D516-420D-994B29543591}"/>
                </a:ext>
              </a:extLst>
            </p:cNvPr>
            <p:cNvSpPr/>
            <p:nvPr/>
          </p:nvSpPr>
          <p:spPr>
            <a:xfrm>
              <a:off x="3865305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9" name="Freeform 2888">
              <a:extLst>
                <a:ext uri="{FF2B5EF4-FFF2-40B4-BE49-F238E27FC236}">
                  <a16:creationId xmlns:a16="http://schemas.microsoft.com/office/drawing/2014/main" id="{DE03D35C-CF39-7AA3-B8DC-4D231A899689}"/>
                </a:ext>
              </a:extLst>
            </p:cNvPr>
            <p:cNvSpPr/>
            <p:nvPr/>
          </p:nvSpPr>
          <p:spPr>
            <a:xfrm>
              <a:off x="3865305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0" name="Freeform 2889">
              <a:extLst>
                <a:ext uri="{FF2B5EF4-FFF2-40B4-BE49-F238E27FC236}">
                  <a16:creationId xmlns:a16="http://schemas.microsoft.com/office/drawing/2014/main" id="{45215C10-DBF7-5E4D-BF4E-65CFF78F2441}"/>
                </a:ext>
              </a:extLst>
            </p:cNvPr>
            <p:cNvSpPr/>
            <p:nvPr/>
          </p:nvSpPr>
          <p:spPr>
            <a:xfrm>
              <a:off x="3865305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1" name="Freeform 2890">
              <a:extLst>
                <a:ext uri="{FF2B5EF4-FFF2-40B4-BE49-F238E27FC236}">
                  <a16:creationId xmlns:a16="http://schemas.microsoft.com/office/drawing/2014/main" id="{EDC744BC-3D6C-ECA0-AFBE-CD167364B8C4}"/>
                </a:ext>
              </a:extLst>
            </p:cNvPr>
            <p:cNvSpPr/>
            <p:nvPr/>
          </p:nvSpPr>
          <p:spPr>
            <a:xfrm>
              <a:off x="3865305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2" name="Freeform 2891">
              <a:extLst>
                <a:ext uri="{FF2B5EF4-FFF2-40B4-BE49-F238E27FC236}">
                  <a16:creationId xmlns:a16="http://schemas.microsoft.com/office/drawing/2014/main" id="{9C29899B-5E35-9222-A5BE-AC2D41AFB344}"/>
                </a:ext>
              </a:extLst>
            </p:cNvPr>
            <p:cNvSpPr/>
            <p:nvPr/>
          </p:nvSpPr>
          <p:spPr>
            <a:xfrm>
              <a:off x="3865305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3" name="Freeform 2892">
              <a:extLst>
                <a:ext uri="{FF2B5EF4-FFF2-40B4-BE49-F238E27FC236}">
                  <a16:creationId xmlns:a16="http://schemas.microsoft.com/office/drawing/2014/main" id="{6741509C-BE48-635C-CC39-C09C18456F11}"/>
                </a:ext>
              </a:extLst>
            </p:cNvPr>
            <p:cNvSpPr/>
            <p:nvPr/>
          </p:nvSpPr>
          <p:spPr>
            <a:xfrm>
              <a:off x="3865305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4" name="Freeform 2893">
              <a:extLst>
                <a:ext uri="{FF2B5EF4-FFF2-40B4-BE49-F238E27FC236}">
                  <a16:creationId xmlns:a16="http://schemas.microsoft.com/office/drawing/2014/main" id="{EA4B3E72-8AE4-F39A-3AB6-84531499DA0B}"/>
                </a:ext>
              </a:extLst>
            </p:cNvPr>
            <p:cNvSpPr/>
            <p:nvPr/>
          </p:nvSpPr>
          <p:spPr>
            <a:xfrm>
              <a:off x="3865305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5" name="Freeform 2894">
              <a:extLst>
                <a:ext uri="{FF2B5EF4-FFF2-40B4-BE49-F238E27FC236}">
                  <a16:creationId xmlns:a16="http://schemas.microsoft.com/office/drawing/2014/main" id="{798FFC95-F572-578D-03E5-3B46CFFC463C}"/>
                </a:ext>
              </a:extLst>
            </p:cNvPr>
            <p:cNvSpPr/>
            <p:nvPr/>
          </p:nvSpPr>
          <p:spPr>
            <a:xfrm>
              <a:off x="3865305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6" name="Freeform 2895">
              <a:extLst>
                <a:ext uri="{FF2B5EF4-FFF2-40B4-BE49-F238E27FC236}">
                  <a16:creationId xmlns:a16="http://schemas.microsoft.com/office/drawing/2014/main" id="{13A1919C-1981-4FB5-3046-0A52E15032C8}"/>
                </a:ext>
              </a:extLst>
            </p:cNvPr>
            <p:cNvSpPr/>
            <p:nvPr/>
          </p:nvSpPr>
          <p:spPr>
            <a:xfrm>
              <a:off x="3865305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7" name="Freeform 2896">
              <a:extLst>
                <a:ext uri="{FF2B5EF4-FFF2-40B4-BE49-F238E27FC236}">
                  <a16:creationId xmlns:a16="http://schemas.microsoft.com/office/drawing/2014/main" id="{0516F5CB-BD9A-92F4-AC78-E0DCDB54A33A}"/>
                </a:ext>
              </a:extLst>
            </p:cNvPr>
            <p:cNvSpPr/>
            <p:nvPr/>
          </p:nvSpPr>
          <p:spPr>
            <a:xfrm>
              <a:off x="3958063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8" name="Freeform 2897">
              <a:extLst>
                <a:ext uri="{FF2B5EF4-FFF2-40B4-BE49-F238E27FC236}">
                  <a16:creationId xmlns:a16="http://schemas.microsoft.com/office/drawing/2014/main" id="{4821AD56-49E3-BE8C-1E36-4FC444A540BA}"/>
                </a:ext>
              </a:extLst>
            </p:cNvPr>
            <p:cNvSpPr/>
            <p:nvPr/>
          </p:nvSpPr>
          <p:spPr>
            <a:xfrm>
              <a:off x="3958063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9" name="Freeform 2898">
              <a:extLst>
                <a:ext uri="{FF2B5EF4-FFF2-40B4-BE49-F238E27FC236}">
                  <a16:creationId xmlns:a16="http://schemas.microsoft.com/office/drawing/2014/main" id="{FBF85CFD-7FF3-3F85-BAF9-BE6F463C17AC}"/>
                </a:ext>
              </a:extLst>
            </p:cNvPr>
            <p:cNvSpPr/>
            <p:nvPr/>
          </p:nvSpPr>
          <p:spPr>
            <a:xfrm>
              <a:off x="3958063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0" name="Freeform 2899">
              <a:extLst>
                <a:ext uri="{FF2B5EF4-FFF2-40B4-BE49-F238E27FC236}">
                  <a16:creationId xmlns:a16="http://schemas.microsoft.com/office/drawing/2014/main" id="{17AAEEF9-913A-267E-55A8-82FFE9AA6673}"/>
                </a:ext>
              </a:extLst>
            </p:cNvPr>
            <p:cNvSpPr/>
            <p:nvPr/>
          </p:nvSpPr>
          <p:spPr>
            <a:xfrm>
              <a:off x="3958063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1" name="Freeform 2900">
              <a:extLst>
                <a:ext uri="{FF2B5EF4-FFF2-40B4-BE49-F238E27FC236}">
                  <a16:creationId xmlns:a16="http://schemas.microsoft.com/office/drawing/2014/main" id="{92E2698B-091B-88E6-DADD-167AD607A28D}"/>
                </a:ext>
              </a:extLst>
            </p:cNvPr>
            <p:cNvSpPr/>
            <p:nvPr/>
          </p:nvSpPr>
          <p:spPr>
            <a:xfrm>
              <a:off x="3958063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2" name="Freeform 2901">
              <a:extLst>
                <a:ext uri="{FF2B5EF4-FFF2-40B4-BE49-F238E27FC236}">
                  <a16:creationId xmlns:a16="http://schemas.microsoft.com/office/drawing/2014/main" id="{CA1E70B4-0150-A829-B1B8-E5FEB334606E}"/>
                </a:ext>
              </a:extLst>
            </p:cNvPr>
            <p:cNvSpPr/>
            <p:nvPr/>
          </p:nvSpPr>
          <p:spPr>
            <a:xfrm>
              <a:off x="3958063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3" name="Freeform 2902">
              <a:extLst>
                <a:ext uri="{FF2B5EF4-FFF2-40B4-BE49-F238E27FC236}">
                  <a16:creationId xmlns:a16="http://schemas.microsoft.com/office/drawing/2014/main" id="{C2FE956D-C8BC-7098-8993-6CA0E1DCC689}"/>
                </a:ext>
              </a:extLst>
            </p:cNvPr>
            <p:cNvSpPr/>
            <p:nvPr/>
          </p:nvSpPr>
          <p:spPr>
            <a:xfrm>
              <a:off x="3958063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4" name="Freeform 2903">
              <a:extLst>
                <a:ext uri="{FF2B5EF4-FFF2-40B4-BE49-F238E27FC236}">
                  <a16:creationId xmlns:a16="http://schemas.microsoft.com/office/drawing/2014/main" id="{01E29321-70D9-6E5C-93D3-8C7C8C04E49C}"/>
                </a:ext>
              </a:extLst>
            </p:cNvPr>
            <p:cNvSpPr/>
            <p:nvPr/>
          </p:nvSpPr>
          <p:spPr>
            <a:xfrm>
              <a:off x="3958063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5" name="Freeform 2904">
              <a:extLst>
                <a:ext uri="{FF2B5EF4-FFF2-40B4-BE49-F238E27FC236}">
                  <a16:creationId xmlns:a16="http://schemas.microsoft.com/office/drawing/2014/main" id="{A2E8857B-FBC8-AB16-959F-631B35646219}"/>
                </a:ext>
              </a:extLst>
            </p:cNvPr>
            <p:cNvSpPr/>
            <p:nvPr/>
          </p:nvSpPr>
          <p:spPr>
            <a:xfrm>
              <a:off x="3958063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6" name="Freeform 2905">
              <a:extLst>
                <a:ext uri="{FF2B5EF4-FFF2-40B4-BE49-F238E27FC236}">
                  <a16:creationId xmlns:a16="http://schemas.microsoft.com/office/drawing/2014/main" id="{D9C808F8-E4DE-FBFB-22D0-C195622E4A98}"/>
                </a:ext>
              </a:extLst>
            </p:cNvPr>
            <p:cNvSpPr/>
            <p:nvPr/>
          </p:nvSpPr>
          <p:spPr>
            <a:xfrm>
              <a:off x="3958063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7" name="Freeform 2906">
              <a:extLst>
                <a:ext uri="{FF2B5EF4-FFF2-40B4-BE49-F238E27FC236}">
                  <a16:creationId xmlns:a16="http://schemas.microsoft.com/office/drawing/2014/main" id="{6C83C7EB-D60A-FAF6-978E-144C0EFC262D}"/>
                </a:ext>
              </a:extLst>
            </p:cNvPr>
            <p:cNvSpPr/>
            <p:nvPr/>
          </p:nvSpPr>
          <p:spPr>
            <a:xfrm>
              <a:off x="3958063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8" name="Freeform 2907">
              <a:extLst>
                <a:ext uri="{FF2B5EF4-FFF2-40B4-BE49-F238E27FC236}">
                  <a16:creationId xmlns:a16="http://schemas.microsoft.com/office/drawing/2014/main" id="{7C61369F-E256-4171-1545-C563AD8661BB}"/>
                </a:ext>
              </a:extLst>
            </p:cNvPr>
            <p:cNvSpPr/>
            <p:nvPr/>
          </p:nvSpPr>
          <p:spPr>
            <a:xfrm>
              <a:off x="3958063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9" name="Freeform 2908">
              <a:extLst>
                <a:ext uri="{FF2B5EF4-FFF2-40B4-BE49-F238E27FC236}">
                  <a16:creationId xmlns:a16="http://schemas.microsoft.com/office/drawing/2014/main" id="{E92AEA1B-ECAE-C788-E9EF-4F253D197AE6}"/>
                </a:ext>
              </a:extLst>
            </p:cNvPr>
            <p:cNvSpPr/>
            <p:nvPr/>
          </p:nvSpPr>
          <p:spPr>
            <a:xfrm>
              <a:off x="3958063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0" name="Freeform 2909">
              <a:extLst>
                <a:ext uri="{FF2B5EF4-FFF2-40B4-BE49-F238E27FC236}">
                  <a16:creationId xmlns:a16="http://schemas.microsoft.com/office/drawing/2014/main" id="{FA3B003E-DE6C-FAC9-F71B-87B6C551CB81}"/>
                </a:ext>
              </a:extLst>
            </p:cNvPr>
            <p:cNvSpPr/>
            <p:nvPr/>
          </p:nvSpPr>
          <p:spPr>
            <a:xfrm>
              <a:off x="3958063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1" name="Freeform 2910">
              <a:extLst>
                <a:ext uri="{FF2B5EF4-FFF2-40B4-BE49-F238E27FC236}">
                  <a16:creationId xmlns:a16="http://schemas.microsoft.com/office/drawing/2014/main" id="{785E60BB-445E-0214-874A-40BFA8C6EFC7}"/>
                </a:ext>
              </a:extLst>
            </p:cNvPr>
            <p:cNvSpPr/>
            <p:nvPr/>
          </p:nvSpPr>
          <p:spPr>
            <a:xfrm>
              <a:off x="3958063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2" name="Freeform 2911">
              <a:extLst>
                <a:ext uri="{FF2B5EF4-FFF2-40B4-BE49-F238E27FC236}">
                  <a16:creationId xmlns:a16="http://schemas.microsoft.com/office/drawing/2014/main" id="{4C94B520-7415-A12E-ED6C-3A0AE8D8FE71}"/>
                </a:ext>
              </a:extLst>
            </p:cNvPr>
            <p:cNvSpPr/>
            <p:nvPr/>
          </p:nvSpPr>
          <p:spPr>
            <a:xfrm>
              <a:off x="3958063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3" name="Freeform 2912">
              <a:extLst>
                <a:ext uri="{FF2B5EF4-FFF2-40B4-BE49-F238E27FC236}">
                  <a16:creationId xmlns:a16="http://schemas.microsoft.com/office/drawing/2014/main" id="{314FFEC1-8A9C-8C9C-505B-ACC12604D2CC}"/>
                </a:ext>
              </a:extLst>
            </p:cNvPr>
            <p:cNvSpPr/>
            <p:nvPr/>
          </p:nvSpPr>
          <p:spPr>
            <a:xfrm>
              <a:off x="3958063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4" name="Freeform 2913">
              <a:extLst>
                <a:ext uri="{FF2B5EF4-FFF2-40B4-BE49-F238E27FC236}">
                  <a16:creationId xmlns:a16="http://schemas.microsoft.com/office/drawing/2014/main" id="{672F92B2-46FD-C024-66AC-E2C51B61B182}"/>
                </a:ext>
              </a:extLst>
            </p:cNvPr>
            <p:cNvSpPr/>
            <p:nvPr/>
          </p:nvSpPr>
          <p:spPr>
            <a:xfrm>
              <a:off x="3958063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5" name="Freeform 2914">
              <a:extLst>
                <a:ext uri="{FF2B5EF4-FFF2-40B4-BE49-F238E27FC236}">
                  <a16:creationId xmlns:a16="http://schemas.microsoft.com/office/drawing/2014/main" id="{73514E21-C2AD-9509-F9FC-DDB660D83892}"/>
                </a:ext>
              </a:extLst>
            </p:cNvPr>
            <p:cNvSpPr/>
            <p:nvPr/>
          </p:nvSpPr>
          <p:spPr>
            <a:xfrm>
              <a:off x="3958063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6" name="Freeform 2915">
              <a:extLst>
                <a:ext uri="{FF2B5EF4-FFF2-40B4-BE49-F238E27FC236}">
                  <a16:creationId xmlns:a16="http://schemas.microsoft.com/office/drawing/2014/main" id="{81F623CA-6604-D0C5-00CB-BD34AF33B3D2}"/>
                </a:ext>
              </a:extLst>
            </p:cNvPr>
            <p:cNvSpPr/>
            <p:nvPr/>
          </p:nvSpPr>
          <p:spPr>
            <a:xfrm>
              <a:off x="3958063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7" name="Freeform 2916">
              <a:extLst>
                <a:ext uri="{FF2B5EF4-FFF2-40B4-BE49-F238E27FC236}">
                  <a16:creationId xmlns:a16="http://schemas.microsoft.com/office/drawing/2014/main" id="{7B9D28EF-FD50-80DB-1BEF-5639A3715A13}"/>
                </a:ext>
              </a:extLst>
            </p:cNvPr>
            <p:cNvSpPr/>
            <p:nvPr/>
          </p:nvSpPr>
          <p:spPr>
            <a:xfrm>
              <a:off x="3958063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8" name="Freeform 2917">
              <a:extLst>
                <a:ext uri="{FF2B5EF4-FFF2-40B4-BE49-F238E27FC236}">
                  <a16:creationId xmlns:a16="http://schemas.microsoft.com/office/drawing/2014/main" id="{A2AAB268-69FF-B571-333D-4C5FF0B4AF36}"/>
                </a:ext>
              </a:extLst>
            </p:cNvPr>
            <p:cNvSpPr/>
            <p:nvPr/>
          </p:nvSpPr>
          <p:spPr>
            <a:xfrm>
              <a:off x="3958063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9" name="Freeform 2918">
              <a:extLst>
                <a:ext uri="{FF2B5EF4-FFF2-40B4-BE49-F238E27FC236}">
                  <a16:creationId xmlns:a16="http://schemas.microsoft.com/office/drawing/2014/main" id="{9052A451-BEE8-4689-D2D9-BC7CCEB616A9}"/>
                </a:ext>
              </a:extLst>
            </p:cNvPr>
            <p:cNvSpPr/>
            <p:nvPr/>
          </p:nvSpPr>
          <p:spPr>
            <a:xfrm>
              <a:off x="3958063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0" name="Freeform 2919">
              <a:extLst>
                <a:ext uri="{FF2B5EF4-FFF2-40B4-BE49-F238E27FC236}">
                  <a16:creationId xmlns:a16="http://schemas.microsoft.com/office/drawing/2014/main" id="{3F59C3CA-E117-08AC-1F71-11966BC36766}"/>
                </a:ext>
              </a:extLst>
            </p:cNvPr>
            <p:cNvSpPr/>
            <p:nvPr/>
          </p:nvSpPr>
          <p:spPr>
            <a:xfrm>
              <a:off x="3958063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1" name="Freeform 2920">
              <a:extLst>
                <a:ext uri="{FF2B5EF4-FFF2-40B4-BE49-F238E27FC236}">
                  <a16:creationId xmlns:a16="http://schemas.microsoft.com/office/drawing/2014/main" id="{0D88B4C7-6112-367A-8148-30797F449584}"/>
                </a:ext>
              </a:extLst>
            </p:cNvPr>
            <p:cNvSpPr/>
            <p:nvPr/>
          </p:nvSpPr>
          <p:spPr>
            <a:xfrm>
              <a:off x="3958063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2" name="Freeform 2921">
              <a:extLst>
                <a:ext uri="{FF2B5EF4-FFF2-40B4-BE49-F238E27FC236}">
                  <a16:creationId xmlns:a16="http://schemas.microsoft.com/office/drawing/2014/main" id="{B67850BA-4CEB-F245-ECB8-32D220FC1782}"/>
                </a:ext>
              </a:extLst>
            </p:cNvPr>
            <p:cNvSpPr/>
            <p:nvPr/>
          </p:nvSpPr>
          <p:spPr>
            <a:xfrm>
              <a:off x="3958063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3" name="Freeform 2922">
              <a:extLst>
                <a:ext uri="{FF2B5EF4-FFF2-40B4-BE49-F238E27FC236}">
                  <a16:creationId xmlns:a16="http://schemas.microsoft.com/office/drawing/2014/main" id="{9599B860-90D2-2778-089F-F6EC004DEDF7}"/>
                </a:ext>
              </a:extLst>
            </p:cNvPr>
            <p:cNvSpPr/>
            <p:nvPr/>
          </p:nvSpPr>
          <p:spPr>
            <a:xfrm>
              <a:off x="3958063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4" name="Freeform 2923">
              <a:extLst>
                <a:ext uri="{FF2B5EF4-FFF2-40B4-BE49-F238E27FC236}">
                  <a16:creationId xmlns:a16="http://schemas.microsoft.com/office/drawing/2014/main" id="{B432A01D-BC06-24F7-F1B6-7C02C033CE02}"/>
                </a:ext>
              </a:extLst>
            </p:cNvPr>
            <p:cNvSpPr/>
            <p:nvPr/>
          </p:nvSpPr>
          <p:spPr>
            <a:xfrm>
              <a:off x="3958063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5" name="Freeform 2924">
              <a:extLst>
                <a:ext uri="{FF2B5EF4-FFF2-40B4-BE49-F238E27FC236}">
                  <a16:creationId xmlns:a16="http://schemas.microsoft.com/office/drawing/2014/main" id="{F13808B8-EC13-D6E7-DAEE-E6FF7B5D0EE6}"/>
                </a:ext>
              </a:extLst>
            </p:cNvPr>
            <p:cNvSpPr/>
            <p:nvPr/>
          </p:nvSpPr>
          <p:spPr>
            <a:xfrm>
              <a:off x="3958063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6" name="Freeform 2925">
              <a:extLst>
                <a:ext uri="{FF2B5EF4-FFF2-40B4-BE49-F238E27FC236}">
                  <a16:creationId xmlns:a16="http://schemas.microsoft.com/office/drawing/2014/main" id="{6A36B6D1-CEC1-A6F3-AA5D-0DDA2D8488D8}"/>
                </a:ext>
              </a:extLst>
            </p:cNvPr>
            <p:cNvSpPr/>
            <p:nvPr/>
          </p:nvSpPr>
          <p:spPr>
            <a:xfrm>
              <a:off x="3958063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7" name="Freeform 2926">
              <a:extLst>
                <a:ext uri="{FF2B5EF4-FFF2-40B4-BE49-F238E27FC236}">
                  <a16:creationId xmlns:a16="http://schemas.microsoft.com/office/drawing/2014/main" id="{0888A67E-E090-32E4-AC87-7AD03635F0BB}"/>
                </a:ext>
              </a:extLst>
            </p:cNvPr>
            <p:cNvSpPr/>
            <p:nvPr/>
          </p:nvSpPr>
          <p:spPr>
            <a:xfrm>
              <a:off x="3958063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8" name="Freeform 2927">
              <a:extLst>
                <a:ext uri="{FF2B5EF4-FFF2-40B4-BE49-F238E27FC236}">
                  <a16:creationId xmlns:a16="http://schemas.microsoft.com/office/drawing/2014/main" id="{C1BF36B2-0AED-440B-5150-1CE24751AF4D}"/>
                </a:ext>
              </a:extLst>
            </p:cNvPr>
            <p:cNvSpPr/>
            <p:nvPr/>
          </p:nvSpPr>
          <p:spPr>
            <a:xfrm>
              <a:off x="3958063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9" name="Freeform 2928">
              <a:extLst>
                <a:ext uri="{FF2B5EF4-FFF2-40B4-BE49-F238E27FC236}">
                  <a16:creationId xmlns:a16="http://schemas.microsoft.com/office/drawing/2014/main" id="{DE562ABB-E8D5-E659-8CA0-123BC76CF921}"/>
                </a:ext>
              </a:extLst>
            </p:cNvPr>
            <p:cNvSpPr/>
            <p:nvPr/>
          </p:nvSpPr>
          <p:spPr>
            <a:xfrm>
              <a:off x="3958063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0" name="Freeform 2929">
              <a:extLst>
                <a:ext uri="{FF2B5EF4-FFF2-40B4-BE49-F238E27FC236}">
                  <a16:creationId xmlns:a16="http://schemas.microsoft.com/office/drawing/2014/main" id="{7AF818DA-5855-2DFC-DC54-8CD1FD7330C0}"/>
                </a:ext>
              </a:extLst>
            </p:cNvPr>
            <p:cNvSpPr/>
            <p:nvPr/>
          </p:nvSpPr>
          <p:spPr>
            <a:xfrm>
              <a:off x="3958063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1" name="Freeform 2930">
              <a:extLst>
                <a:ext uri="{FF2B5EF4-FFF2-40B4-BE49-F238E27FC236}">
                  <a16:creationId xmlns:a16="http://schemas.microsoft.com/office/drawing/2014/main" id="{99A008F6-6B71-839F-CAAA-4D46457D8D68}"/>
                </a:ext>
              </a:extLst>
            </p:cNvPr>
            <p:cNvSpPr/>
            <p:nvPr/>
          </p:nvSpPr>
          <p:spPr>
            <a:xfrm>
              <a:off x="4050823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2" name="Freeform 2931">
              <a:extLst>
                <a:ext uri="{FF2B5EF4-FFF2-40B4-BE49-F238E27FC236}">
                  <a16:creationId xmlns:a16="http://schemas.microsoft.com/office/drawing/2014/main" id="{40FD85BE-9D5E-7ADC-F524-7DC0ED9DDC34}"/>
                </a:ext>
              </a:extLst>
            </p:cNvPr>
            <p:cNvSpPr/>
            <p:nvPr/>
          </p:nvSpPr>
          <p:spPr>
            <a:xfrm>
              <a:off x="4050823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3" name="Freeform 2932">
              <a:extLst>
                <a:ext uri="{FF2B5EF4-FFF2-40B4-BE49-F238E27FC236}">
                  <a16:creationId xmlns:a16="http://schemas.microsoft.com/office/drawing/2014/main" id="{6BE2BB85-4889-7C75-B565-F1B49768586C}"/>
                </a:ext>
              </a:extLst>
            </p:cNvPr>
            <p:cNvSpPr/>
            <p:nvPr/>
          </p:nvSpPr>
          <p:spPr>
            <a:xfrm>
              <a:off x="4050823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4" name="Freeform 2933">
              <a:extLst>
                <a:ext uri="{FF2B5EF4-FFF2-40B4-BE49-F238E27FC236}">
                  <a16:creationId xmlns:a16="http://schemas.microsoft.com/office/drawing/2014/main" id="{A61BC474-D84D-025E-1DAB-C46E94ED63F6}"/>
                </a:ext>
              </a:extLst>
            </p:cNvPr>
            <p:cNvSpPr/>
            <p:nvPr/>
          </p:nvSpPr>
          <p:spPr>
            <a:xfrm>
              <a:off x="4050823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5" name="Freeform 2934">
              <a:extLst>
                <a:ext uri="{FF2B5EF4-FFF2-40B4-BE49-F238E27FC236}">
                  <a16:creationId xmlns:a16="http://schemas.microsoft.com/office/drawing/2014/main" id="{686140E2-E4C5-C879-30AC-95F481020535}"/>
                </a:ext>
              </a:extLst>
            </p:cNvPr>
            <p:cNvSpPr/>
            <p:nvPr/>
          </p:nvSpPr>
          <p:spPr>
            <a:xfrm>
              <a:off x="4050823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6" name="Freeform 2935">
              <a:extLst>
                <a:ext uri="{FF2B5EF4-FFF2-40B4-BE49-F238E27FC236}">
                  <a16:creationId xmlns:a16="http://schemas.microsoft.com/office/drawing/2014/main" id="{B049D0EA-A81D-2105-3B06-7BB6A881AE20}"/>
                </a:ext>
              </a:extLst>
            </p:cNvPr>
            <p:cNvSpPr/>
            <p:nvPr/>
          </p:nvSpPr>
          <p:spPr>
            <a:xfrm>
              <a:off x="4050823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7" name="Freeform 2936">
              <a:extLst>
                <a:ext uri="{FF2B5EF4-FFF2-40B4-BE49-F238E27FC236}">
                  <a16:creationId xmlns:a16="http://schemas.microsoft.com/office/drawing/2014/main" id="{27BF6078-1633-D3A4-2B95-EABF0FBCF938}"/>
                </a:ext>
              </a:extLst>
            </p:cNvPr>
            <p:cNvSpPr/>
            <p:nvPr/>
          </p:nvSpPr>
          <p:spPr>
            <a:xfrm>
              <a:off x="4050823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8" name="Freeform 2937">
              <a:extLst>
                <a:ext uri="{FF2B5EF4-FFF2-40B4-BE49-F238E27FC236}">
                  <a16:creationId xmlns:a16="http://schemas.microsoft.com/office/drawing/2014/main" id="{73A5FF8B-115F-4CCC-66CE-23A55ED768B1}"/>
                </a:ext>
              </a:extLst>
            </p:cNvPr>
            <p:cNvSpPr/>
            <p:nvPr/>
          </p:nvSpPr>
          <p:spPr>
            <a:xfrm>
              <a:off x="4050823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9" name="Freeform 2938">
              <a:extLst>
                <a:ext uri="{FF2B5EF4-FFF2-40B4-BE49-F238E27FC236}">
                  <a16:creationId xmlns:a16="http://schemas.microsoft.com/office/drawing/2014/main" id="{060731FC-191B-33DD-FCA3-E431F9BCCA69}"/>
                </a:ext>
              </a:extLst>
            </p:cNvPr>
            <p:cNvSpPr/>
            <p:nvPr/>
          </p:nvSpPr>
          <p:spPr>
            <a:xfrm>
              <a:off x="4050823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0" name="Freeform 2939">
              <a:extLst>
                <a:ext uri="{FF2B5EF4-FFF2-40B4-BE49-F238E27FC236}">
                  <a16:creationId xmlns:a16="http://schemas.microsoft.com/office/drawing/2014/main" id="{B4A663C6-9A05-5B47-A4C1-9C62ABBF51C3}"/>
                </a:ext>
              </a:extLst>
            </p:cNvPr>
            <p:cNvSpPr/>
            <p:nvPr/>
          </p:nvSpPr>
          <p:spPr>
            <a:xfrm>
              <a:off x="4050823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1" name="Freeform 2940">
              <a:extLst>
                <a:ext uri="{FF2B5EF4-FFF2-40B4-BE49-F238E27FC236}">
                  <a16:creationId xmlns:a16="http://schemas.microsoft.com/office/drawing/2014/main" id="{A411DCCA-2C1C-4193-3219-83592FAE3B9F}"/>
                </a:ext>
              </a:extLst>
            </p:cNvPr>
            <p:cNvSpPr/>
            <p:nvPr/>
          </p:nvSpPr>
          <p:spPr>
            <a:xfrm>
              <a:off x="4050823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2" name="Freeform 2941">
              <a:extLst>
                <a:ext uri="{FF2B5EF4-FFF2-40B4-BE49-F238E27FC236}">
                  <a16:creationId xmlns:a16="http://schemas.microsoft.com/office/drawing/2014/main" id="{B3227443-E7EA-8EF0-129A-535D840A9974}"/>
                </a:ext>
              </a:extLst>
            </p:cNvPr>
            <p:cNvSpPr/>
            <p:nvPr/>
          </p:nvSpPr>
          <p:spPr>
            <a:xfrm>
              <a:off x="4050823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3" name="Freeform 2942">
              <a:extLst>
                <a:ext uri="{FF2B5EF4-FFF2-40B4-BE49-F238E27FC236}">
                  <a16:creationId xmlns:a16="http://schemas.microsoft.com/office/drawing/2014/main" id="{7E98DDAA-6852-96B4-BCD5-C3539CC39044}"/>
                </a:ext>
              </a:extLst>
            </p:cNvPr>
            <p:cNvSpPr/>
            <p:nvPr/>
          </p:nvSpPr>
          <p:spPr>
            <a:xfrm>
              <a:off x="4050823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4" name="Freeform 2943">
              <a:extLst>
                <a:ext uri="{FF2B5EF4-FFF2-40B4-BE49-F238E27FC236}">
                  <a16:creationId xmlns:a16="http://schemas.microsoft.com/office/drawing/2014/main" id="{61D94643-36F3-9382-9CD6-99B90B14B42B}"/>
                </a:ext>
              </a:extLst>
            </p:cNvPr>
            <p:cNvSpPr/>
            <p:nvPr/>
          </p:nvSpPr>
          <p:spPr>
            <a:xfrm>
              <a:off x="4050823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5" name="Freeform 2944">
              <a:extLst>
                <a:ext uri="{FF2B5EF4-FFF2-40B4-BE49-F238E27FC236}">
                  <a16:creationId xmlns:a16="http://schemas.microsoft.com/office/drawing/2014/main" id="{85DF58AA-6036-5927-72C9-671323514E00}"/>
                </a:ext>
              </a:extLst>
            </p:cNvPr>
            <p:cNvSpPr/>
            <p:nvPr/>
          </p:nvSpPr>
          <p:spPr>
            <a:xfrm>
              <a:off x="4050823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6" name="Freeform 2945">
              <a:extLst>
                <a:ext uri="{FF2B5EF4-FFF2-40B4-BE49-F238E27FC236}">
                  <a16:creationId xmlns:a16="http://schemas.microsoft.com/office/drawing/2014/main" id="{CB96A04B-C2EE-BB46-A384-EB144AB252B8}"/>
                </a:ext>
              </a:extLst>
            </p:cNvPr>
            <p:cNvSpPr/>
            <p:nvPr/>
          </p:nvSpPr>
          <p:spPr>
            <a:xfrm>
              <a:off x="4050823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7" name="Freeform 2946">
              <a:extLst>
                <a:ext uri="{FF2B5EF4-FFF2-40B4-BE49-F238E27FC236}">
                  <a16:creationId xmlns:a16="http://schemas.microsoft.com/office/drawing/2014/main" id="{AD76FB72-E45C-F3C5-9083-DADE75194689}"/>
                </a:ext>
              </a:extLst>
            </p:cNvPr>
            <p:cNvSpPr/>
            <p:nvPr/>
          </p:nvSpPr>
          <p:spPr>
            <a:xfrm>
              <a:off x="4050823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8" name="Freeform 2947">
              <a:extLst>
                <a:ext uri="{FF2B5EF4-FFF2-40B4-BE49-F238E27FC236}">
                  <a16:creationId xmlns:a16="http://schemas.microsoft.com/office/drawing/2014/main" id="{21713C72-83E5-3F10-7DDF-B3BEF90F8CA8}"/>
                </a:ext>
              </a:extLst>
            </p:cNvPr>
            <p:cNvSpPr/>
            <p:nvPr/>
          </p:nvSpPr>
          <p:spPr>
            <a:xfrm>
              <a:off x="4050823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9" name="Freeform 2948">
              <a:extLst>
                <a:ext uri="{FF2B5EF4-FFF2-40B4-BE49-F238E27FC236}">
                  <a16:creationId xmlns:a16="http://schemas.microsoft.com/office/drawing/2014/main" id="{7662BADB-5559-AA2B-586A-292393D28D82}"/>
                </a:ext>
              </a:extLst>
            </p:cNvPr>
            <p:cNvSpPr/>
            <p:nvPr/>
          </p:nvSpPr>
          <p:spPr>
            <a:xfrm>
              <a:off x="4050823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0" name="Freeform 2949">
              <a:extLst>
                <a:ext uri="{FF2B5EF4-FFF2-40B4-BE49-F238E27FC236}">
                  <a16:creationId xmlns:a16="http://schemas.microsoft.com/office/drawing/2014/main" id="{9B19CC38-EA4F-820E-172C-58899CD8971B}"/>
                </a:ext>
              </a:extLst>
            </p:cNvPr>
            <p:cNvSpPr/>
            <p:nvPr/>
          </p:nvSpPr>
          <p:spPr>
            <a:xfrm>
              <a:off x="4050823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1" name="Freeform 2950">
              <a:extLst>
                <a:ext uri="{FF2B5EF4-FFF2-40B4-BE49-F238E27FC236}">
                  <a16:creationId xmlns:a16="http://schemas.microsoft.com/office/drawing/2014/main" id="{0BC2980B-156F-BCAA-BB8E-EC932D0D5C71}"/>
                </a:ext>
              </a:extLst>
            </p:cNvPr>
            <p:cNvSpPr/>
            <p:nvPr/>
          </p:nvSpPr>
          <p:spPr>
            <a:xfrm>
              <a:off x="4050823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A96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2" name="Freeform 2951">
              <a:extLst>
                <a:ext uri="{FF2B5EF4-FFF2-40B4-BE49-F238E27FC236}">
                  <a16:creationId xmlns:a16="http://schemas.microsoft.com/office/drawing/2014/main" id="{223FB225-EEE8-C433-E6AF-48BD631D0466}"/>
                </a:ext>
              </a:extLst>
            </p:cNvPr>
            <p:cNvSpPr/>
            <p:nvPr/>
          </p:nvSpPr>
          <p:spPr>
            <a:xfrm>
              <a:off x="4050823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3" name="Freeform 2952">
              <a:extLst>
                <a:ext uri="{FF2B5EF4-FFF2-40B4-BE49-F238E27FC236}">
                  <a16:creationId xmlns:a16="http://schemas.microsoft.com/office/drawing/2014/main" id="{94373041-8F81-4624-AFE8-75C2B311A931}"/>
                </a:ext>
              </a:extLst>
            </p:cNvPr>
            <p:cNvSpPr/>
            <p:nvPr/>
          </p:nvSpPr>
          <p:spPr>
            <a:xfrm>
              <a:off x="4050823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4" name="Freeform 2953">
              <a:extLst>
                <a:ext uri="{FF2B5EF4-FFF2-40B4-BE49-F238E27FC236}">
                  <a16:creationId xmlns:a16="http://schemas.microsoft.com/office/drawing/2014/main" id="{D1D910CC-B9F9-9EBD-C772-CEBA158A5078}"/>
                </a:ext>
              </a:extLst>
            </p:cNvPr>
            <p:cNvSpPr/>
            <p:nvPr/>
          </p:nvSpPr>
          <p:spPr>
            <a:xfrm>
              <a:off x="4050823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5" name="Freeform 2954">
              <a:extLst>
                <a:ext uri="{FF2B5EF4-FFF2-40B4-BE49-F238E27FC236}">
                  <a16:creationId xmlns:a16="http://schemas.microsoft.com/office/drawing/2014/main" id="{9D23DAEE-2EF6-C032-E09A-74A80230FD3E}"/>
                </a:ext>
              </a:extLst>
            </p:cNvPr>
            <p:cNvSpPr/>
            <p:nvPr/>
          </p:nvSpPr>
          <p:spPr>
            <a:xfrm>
              <a:off x="4050823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6" name="Freeform 2955">
              <a:extLst>
                <a:ext uri="{FF2B5EF4-FFF2-40B4-BE49-F238E27FC236}">
                  <a16:creationId xmlns:a16="http://schemas.microsoft.com/office/drawing/2014/main" id="{13609FBD-279C-C0E9-04DE-4CEC57C1ECC1}"/>
                </a:ext>
              </a:extLst>
            </p:cNvPr>
            <p:cNvSpPr/>
            <p:nvPr/>
          </p:nvSpPr>
          <p:spPr>
            <a:xfrm>
              <a:off x="4050823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7" name="Freeform 2956">
              <a:extLst>
                <a:ext uri="{FF2B5EF4-FFF2-40B4-BE49-F238E27FC236}">
                  <a16:creationId xmlns:a16="http://schemas.microsoft.com/office/drawing/2014/main" id="{0F7BA2C5-0502-BA50-F9BE-DB26B257562D}"/>
                </a:ext>
              </a:extLst>
            </p:cNvPr>
            <p:cNvSpPr/>
            <p:nvPr/>
          </p:nvSpPr>
          <p:spPr>
            <a:xfrm>
              <a:off x="4050823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8" name="Freeform 2957">
              <a:extLst>
                <a:ext uri="{FF2B5EF4-FFF2-40B4-BE49-F238E27FC236}">
                  <a16:creationId xmlns:a16="http://schemas.microsoft.com/office/drawing/2014/main" id="{50D7998F-6413-7FFE-8741-E97F36002DEB}"/>
                </a:ext>
              </a:extLst>
            </p:cNvPr>
            <p:cNvSpPr/>
            <p:nvPr/>
          </p:nvSpPr>
          <p:spPr>
            <a:xfrm>
              <a:off x="4050823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9" name="Freeform 2958">
              <a:extLst>
                <a:ext uri="{FF2B5EF4-FFF2-40B4-BE49-F238E27FC236}">
                  <a16:creationId xmlns:a16="http://schemas.microsoft.com/office/drawing/2014/main" id="{7E44648C-36D8-C7D2-4B3E-BCF7CC113AC9}"/>
                </a:ext>
              </a:extLst>
            </p:cNvPr>
            <p:cNvSpPr/>
            <p:nvPr/>
          </p:nvSpPr>
          <p:spPr>
            <a:xfrm>
              <a:off x="4050823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0" name="Freeform 2959">
              <a:extLst>
                <a:ext uri="{FF2B5EF4-FFF2-40B4-BE49-F238E27FC236}">
                  <a16:creationId xmlns:a16="http://schemas.microsoft.com/office/drawing/2014/main" id="{1D71BF95-CDCC-50B5-942E-84A0605F537B}"/>
                </a:ext>
              </a:extLst>
            </p:cNvPr>
            <p:cNvSpPr/>
            <p:nvPr/>
          </p:nvSpPr>
          <p:spPr>
            <a:xfrm>
              <a:off x="4050823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1" name="Freeform 2960">
              <a:extLst>
                <a:ext uri="{FF2B5EF4-FFF2-40B4-BE49-F238E27FC236}">
                  <a16:creationId xmlns:a16="http://schemas.microsoft.com/office/drawing/2014/main" id="{4202447A-AFF8-06A5-E358-59501AF05D16}"/>
                </a:ext>
              </a:extLst>
            </p:cNvPr>
            <p:cNvSpPr/>
            <p:nvPr/>
          </p:nvSpPr>
          <p:spPr>
            <a:xfrm>
              <a:off x="4050823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2" name="Freeform 2961">
              <a:extLst>
                <a:ext uri="{FF2B5EF4-FFF2-40B4-BE49-F238E27FC236}">
                  <a16:creationId xmlns:a16="http://schemas.microsoft.com/office/drawing/2014/main" id="{CB80C06C-F460-2AE8-4BC5-0A70721C48DF}"/>
                </a:ext>
              </a:extLst>
            </p:cNvPr>
            <p:cNvSpPr/>
            <p:nvPr/>
          </p:nvSpPr>
          <p:spPr>
            <a:xfrm>
              <a:off x="4050823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3" name="Freeform 2962">
              <a:extLst>
                <a:ext uri="{FF2B5EF4-FFF2-40B4-BE49-F238E27FC236}">
                  <a16:creationId xmlns:a16="http://schemas.microsoft.com/office/drawing/2014/main" id="{86FC59F6-FFC2-6371-E60A-A705B4E393D9}"/>
                </a:ext>
              </a:extLst>
            </p:cNvPr>
            <p:cNvSpPr/>
            <p:nvPr/>
          </p:nvSpPr>
          <p:spPr>
            <a:xfrm>
              <a:off x="4050823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4" name="Freeform 2963">
              <a:extLst>
                <a:ext uri="{FF2B5EF4-FFF2-40B4-BE49-F238E27FC236}">
                  <a16:creationId xmlns:a16="http://schemas.microsoft.com/office/drawing/2014/main" id="{482DAE3D-2FD3-E4A4-9FB8-6A37CD466E5F}"/>
                </a:ext>
              </a:extLst>
            </p:cNvPr>
            <p:cNvSpPr/>
            <p:nvPr/>
          </p:nvSpPr>
          <p:spPr>
            <a:xfrm>
              <a:off x="4050823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5" name="Freeform 2964">
              <a:extLst>
                <a:ext uri="{FF2B5EF4-FFF2-40B4-BE49-F238E27FC236}">
                  <a16:creationId xmlns:a16="http://schemas.microsoft.com/office/drawing/2014/main" id="{F7C5F9D2-1F3A-FB6E-0E3E-CB31C59D6953}"/>
                </a:ext>
              </a:extLst>
            </p:cNvPr>
            <p:cNvSpPr/>
            <p:nvPr/>
          </p:nvSpPr>
          <p:spPr>
            <a:xfrm>
              <a:off x="4143582" y="55093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6" name="Freeform 2965">
              <a:extLst>
                <a:ext uri="{FF2B5EF4-FFF2-40B4-BE49-F238E27FC236}">
                  <a16:creationId xmlns:a16="http://schemas.microsoft.com/office/drawing/2014/main" id="{F5E08FA2-267F-1BFE-183D-4554F69F0356}"/>
                </a:ext>
              </a:extLst>
            </p:cNvPr>
            <p:cNvSpPr/>
            <p:nvPr/>
          </p:nvSpPr>
          <p:spPr>
            <a:xfrm>
              <a:off x="4143582" y="557154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7" name="Freeform 2966">
              <a:extLst>
                <a:ext uri="{FF2B5EF4-FFF2-40B4-BE49-F238E27FC236}">
                  <a16:creationId xmlns:a16="http://schemas.microsoft.com/office/drawing/2014/main" id="{795D64DF-7E25-DEAE-1A40-CCE360624B5E}"/>
                </a:ext>
              </a:extLst>
            </p:cNvPr>
            <p:cNvSpPr/>
            <p:nvPr/>
          </p:nvSpPr>
          <p:spPr>
            <a:xfrm>
              <a:off x="4143582" y="563376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8" name="Freeform 2967">
              <a:extLst>
                <a:ext uri="{FF2B5EF4-FFF2-40B4-BE49-F238E27FC236}">
                  <a16:creationId xmlns:a16="http://schemas.microsoft.com/office/drawing/2014/main" id="{E0ACBDD6-D106-6B4D-3423-BA8C20F846FB}"/>
                </a:ext>
              </a:extLst>
            </p:cNvPr>
            <p:cNvSpPr/>
            <p:nvPr/>
          </p:nvSpPr>
          <p:spPr>
            <a:xfrm>
              <a:off x="4143582" y="569597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9" name="Freeform 2968">
              <a:extLst>
                <a:ext uri="{FF2B5EF4-FFF2-40B4-BE49-F238E27FC236}">
                  <a16:creationId xmlns:a16="http://schemas.microsoft.com/office/drawing/2014/main" id="{B6941FFD-BAEE-67FF-A2BB-DF7EFE18224D}"/>
                </a:ext>
              </a:extLst>
            </p:cNvPr>
            <p:cNvSpPr/>
            <p:nvPr/>
          </p:nvSpPr>
          <p:spPr>
            <a:xfrm>
              <a:off x="4143582" y="575819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" name="Freeform 2969">
              <a:extLst>
                <a:ext uri="{FF2B5EF4-FFF2-40B4-BE49-F238E27FC236}">
                  <a16:creationId xmlns:a16="http://schemas.microsoft.com/office/drawing/2014/main" id="{2AC544CA-C523-B92C-5AEE-25D9FB42B379}"/>
                </a:ext>
              </a:extLst>
            </p:cNvPr>
            <p:cNvSpPr/>
            <p:nvPr/>
          </p:nvSpPr>
          <p:spPr>
            <a:xfrm>
              <a:off x="4143582" y="58204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D5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1" name="Freeform 2970">
              <a:extLst>
                <a:ext uri="{FF2B5EF4-FFF2-40B4-BE49-F238E27FC236}">
                  <a16:creationId xmlns:a16="http://schemas.microsoft.com/office/drawing/2014/main" id="{4310922B-C0FC-C43E-8EF7-1878B154AADB}"/>
                </a:ext>
              </a:extLst>
            </p:cNvPr>
            <p:cNvSpPr/>
            <p:nvPr/>
          </p:nvSpPr>
          <p:spPr>
            <a:xfrm>
              <a:off x="4143582" y="588262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2" name="Freeform 2971">
              <a:extLst>
                <a:ext uri="{FF2B5EF4-FFF2-40B4-BE49-F238E27FC236}">
                  <a16:creationId xmlns:a16="http://schemas.microsoft.com/office/drawing/2014/main" id="{F8EEA3A3-DA72-BBEE-5D4F-92449CBE7A24}"/>
                </a:ext>
              </a:extLst>
            </p:cNvPr>
            <p:cNvSpPr/>
            <p:nvPr/>
          </p:nvSpPr>
          <p:spPr>
            <a:xfrm>
              <a:off x="4143582" y="594485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3" name="Freeform 2972">
              <a:extLst>
                <a:ext uri="{FF2B5EF4-FFF2-40B4-BE49-F238E27FC236}">
                  <a16:creationId xmlns:a16="http://schemas.microsoft.com/office/drawing/2014/main" id="{DF297E09-DDCC-62F1-D842-B692F843B902}"/>
                </a:ext>
              </a:extLst>
            </p:cNvPr>
            <p:cNvSpPr/>
            <p:nvPr/>
          </p:nvSpPr>
          <p:spPr>
            <a:xfrm>
              <a:off x="4143582" y="600706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4" name="Freeform 2973">
              <a:extLst>
                <a:ext uri="{FF2B5EF4-FFF2-40B4-BE49-F238E27FC236}">
                  <a16:creationId xmlns:a16="http://schemas.microsoft.com/office/drawing/2014/main" id="{A15F501C-FC7D-B878-2847-A0180E659516}"/>
                </a:ext>
              </a:extLst>
            </p:cNvPr>
            <p:cNvSpPr/>
            <p:nvPr/>
          </p:nvSpPr>
          <p:spPr>
            <a:xfrm>
              <a:off x="4143582" y="606928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5" name="Freeform 2974">
              <a:extLst>
                <a:ext uri="{FF2B5EF4-FFF2-40B4-BE49-F238E27FC236}">
                  <a16:creationId xmlns:a16="http://schemas.microsoft.com/office/drawing/2014/main" id="{8BE3EDA2-DCDE-30D1-DABF-2309FB72FF09}"/>
                </a:ext>
              </a:extLst>
            </p:cNvPr>
            <p:cNvSpPr/>
            <p:nvPr/>
          </p:nvSpPr>
          <p:spPr>
            <a:xfrm>
              <a:off x="4143582" y="61315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6" name="Freeform 2975">
              <a:extLst>
                <a:ext uri="{FF2B5EF4-FFF2-40B4-BE49-F238E27FC236}">
                  <a16:creationId xmlns:a16="http://schemas.microsoft.com/office/drawing/2014/main" id="{607D9C04-BDB9-D835-7404-536B926870E5}"/>
                </a:ext>
              </a:extLst>
            </p:cNvPr>
            <p:cNvSpPr/>
            <p:nvPr/>
          </p:nvSpPr>
          <p:spPr>
            <a:xfrm>
              <a:off x="4143582" y="619371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7" name="Freeform 2976">
              <a:extLst>
                <a:ext uri="{FF2B5EF4-FFF2-40B4-BE49-F238E27FC236}">
                  <a16:creationId xmlns:a16="http://schemas.microsoft.com/office/drawing/2014/main" id="{6D57E23F-CF74-B997-D113-9DF73BC2F738}"/>
                </a:ext>
              </a:extLst>
            </p:cNvPr>
            <p:cNvSpPr/>
            <p:nvPr/>
          </p:nvSpPr>
          <p:spPr>
            <a:xfrm>
              <a:off x="4143582" y="625594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8" name="Freeform 2977">
              <a:extLst>
                <a:ext uri="{FF2B5EF4-FFF2-40B4-BE49-F238E27FC236}">
                  <a16:creationId xmlns:a16="http://schemas.microsoft.com/office/drawing/2014/main" id="{9907D635-99F5-CB70-D915-9A05B692F828}"/>
                </a:ext>
              </a:extLst>
            </p:cNvPr>
            <p:cNvSpPr/>
            <p:nvPr/>
          </p:nvSpPr>
          <p:spPr>
            <a:xfrm>
              <a:off x="4143582" y="631814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9" name="Freeform 2978">
              <a:extLst>
                <a:ext uri="{FF2B5EF4-FFF2-40B4-BE49-F238E27FC236}">
                  <a16:creationId xmlns:a16="http://schemas.microsoft.com/office/drawing/2014/main" id="{D2CC07BF-29EB-AC6A-F3F7-D8AFCE5B9D11}"/>
                </a:ext>
              </a:extLst>
            </p:cNvPr>
            <p:cNvSpPr/>
            <p:nvPr/>
          </p:nvSpPr>
          <p:spPr>
            <a:xfrm>
              <a:off x="4143582" y="638037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0" name="Freeform 2979">
              <a:extLst>
                <a:ext uri="{FF2B5EF4-FFF2-40B4-BE49-F238E27FC236}">
                  <a16:creationId xmlns:a16="http://schemas.microsoft.com/office/drawing/2014/main" id="{DFD57D1E-4F54-11AD-54F1-6E95E2C68A21}"/>
                </a:ext>
              </a:extLst>
            </p:cNvPr>
            <p:cNvSpPr/>
            <p:nvPr/>
          </p:nvSpPr>
          <p:spPr>
            <a:xfrm>
              <a:off x="4143582" y="64426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1" name="Freeform 2980">
              <a:extLst>
                <a:ext uri="{FF2B5EF4-FFF2-40B4-BE49-F238E27FC236}">
                  <a16:creationId xmlns:a16="http://schemas.microsoft.com/office/drawing/2014/main" id="{F3C8301C-7780-C6FD-1E2A-39F429023560}"/>
                </a:ext>
              </a:extLst>
            </p:cNvPr>
            <p:cNvSpPr/>
            <p:nvPr/>
          </p:nvSpPr>
          <p:spPr>
            <a:xfrm>
              <a:off x="4143582" y="650480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2" name="Freeform 2981">
              <a:extLst>
                <a:ext uri="{FF2B5EF4-FFF2-40B4-BE49-F238E27FC236}">
                  <a16:creationId xmlns:a16="http://schemas.microsoft.com/office/drawing/2014/main" id="{D9ED7B2E-6299-2D2F-E1C8-D6254A66A5F9}"/>
                </a:ext>
              </a:extLst>
            </p:cNvPr>
            <p:cNvSpPr/>
            <p:nvPr/>
          </p:nvSpPr>
          <p:spPr>
            <a:xfrm>
              <a:off x="4143582" y="656703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3" name="Freeform 2982">
              <a:extLst>
                <a:ext uri="{FF2B5EF4-FFF2-40B4-BE49-F238E27FC236}">
                  <a16:creationId xmlns:a16="http://schemas.microsoft.com/office/drawing/2014/main" id="{96E0A7B5-B3B8-8CC4-7300-5B1A34D0401B}"/>
                </a:ext>
              </a:extLst>
            </p:cNvPr>
            <p:cNvSpPr/>
            <p:nvPr/>
          </p:nvSpPr>
          <p:spPr>
            <a:xfrm>
              <a:off x="4143582" y="662923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4" name="Freeform 2983">
              <a:extLst>
                <a:ext uri="{FF2B5EF4-FFF2-40B4-BE49-F238E27FC236}">
                  <a16:creationId xmlns:a16="http://schemas.microsoft.com/office/drawing/2014/main" id="{21016D3F-C6E7-E0B1-427E-BB9728C6A9F0}"/>
                </a:ext>
              </a:extLst>
            </p:cNvPr>
            <p:cNvSpPr/>
            <p:nvPr/>
          </p:nvSpPr>
          <p:spPr>
            <a:xfrm>
              <a:off x="4143582" y="669146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5" name="Freeform 2984">
              <a:extLst>
                <a:ext uri="{FF2B5EF4-FFF2-40B4-BE49-F238E27FC236}">
                  <a16:creationId xmlns:a16="http://schemas.microsoft.com/office/drawing/2014/main" id="{5AB563F5-34F7-36AF-C12D-2563860E8EC9}"/>
                </a:ext>
              </a:extLst>
            </p:cNvPr>
            <p:cNvSpPr/>
            <p:nvPr/>
          </p:nvSpPr>
          <p:spPr>
            <a:xfrm>
              <a:off x="4143582" y="675368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6" name="Freeform 2985">
              <a:extLst>
                <a:ext uri="{FF2B5EF4-FFF2-40B4-BE49-F238E27FC236}">
                  <a16:creationId xmlns:a16="http://schemas.microsoft.com/office/drawing/2014/main" id="{CA3ADA5F-007F-A6D8-5D12-730EFAD69243}"/>
                </a:ext>
              </a:extLst>
            </p:cNvPr>
            <p:cNvSpPr/>
            <p:nvPr/>
          </p:nvSpPr>
          <p:spPr>
            <a:xfrm>
              <a:off x="4143582" y="6815893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7" name="Freeform 2986">
              <a:extLst>
                <a:ext uri="{FF2B5EF4-FFF2-40B4-BE49-F238E27FC236}">
                  <a16:creationId xmlns:a16="http://schemas.microsoft.com/office/drawing/2014/main" id="{E10571E5-CFB3-2AC5-BA73-1F0322CDAE83}"/>
                </a:ext>
              </a:extLst>
            </p:cNvPr>
            <p:cNvSpPr/>
            <p:nvPr/>
          </p:nvSpPr>
          <p:spPr>
            <a:xfrm>
              <a:off x="4143582" y="687811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8" name="Freeform 2987">
              <a:extLst>
                <a:ext uri="{FF2B5EF4-FFF2-40B4-BE49-F238E27FC236}">
                  <a16:creationId xmlns:a16="http://schemas.microsoft.com/office/drawing/2014/main" id="{91E0D600-F67A-387E-D5BD-B301AB702A4A}"/>
                </a:ext>
              </a:extLst>
            </p:cNvPr>
            <p:cNvSpPr/>
            <p:nvPr/>
          </p:nvSpPr>
          <p:spPr>
            <a:xfrm>
              <a:off x="4143582" y="694032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9" name="Freeform 2988">
              <a:extLst>
                <a:ext uri="{FF2B5EF4-FFF2-40B4-BE49-F238E27FC236}">
                  <a16:creationId xmlns:a16="http://schemas.microsoft.com/office/drawing/2014/main" id="{8C4375D3-DCBC-D140-0DDE-5E53D5CC24D4}"/>
                </a:ext>
              </a:extLst>
            </p:cNvPr>
            <p:cNvSpPr/>
            <p:nvPr/>
          </p:nvSpPr>
          <p:spPr>
            <a:xfrm>
              <a:off x="4143582" y="700255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0" name="Freeform 2989">
              <a:extLst>
                <a:ext uri="{FF2B5EF4-FFF2-40B4-BE49-F238E27FC236}">
                  <a16:creationId xmlns:a16="http://schemas.microsoft.com/office/drawing/2014/main" id="{33F3FA9F-D6A3-C8B1-9085-361028761EAE}"/>
                </a:ext>
              </a:extLst>
            </p:cNvPr>
            <p:cNvSpPr/>
            <p:nvPr/>
          </p:nvSpPr>
          <p:spPr>
            <a:xfrm>
              <a:off x="4143582" y="7064776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1" name="Freeform 2990">
              <a:extLst>
                <a:ext uri="{FF2B5EF4-FFF2-40B4-BE49-F238E27FC236}">
                  <a16:creationId xmlns:a16="http://schemas.microsoft.com/office/drawing/2014/main" id="{F06727A6-E42C-5C5B-72E2-FE07D9B12BB1}"/>
                </a:ext>
              </a:extLst>
            </p:cNvPr>
            <p:cNvSpPr/>
            <p:nvPr/>
          </p:nvSpPr>
          <p:spPr>
            <a:xfrm>
              <a:off x="4143582" y="7126981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2" name="Freeform 2991">
              <a:extLst>
                <a:ext uri="{FF2B5EF4-FFF2-40B4-BE49-F238E27FC236}">
                  <a16:creationId xmlns:a16="http://schemas.microsoft.com/office/drawing/2014/main" id="{04B4426F-FAA8-390C-30DB-2EED6C6C1824}"/>
                </a:ext>
              </a:extLst>
            </p:cNvPr>
            <p:cNvSpPr/>
            <p:nvPr/>
          </p:nvSpPr>
          <p:spPr>
            <a:xfrm>
              <a:off x="4143582" y="7189207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3" name="Freeform 2992">
              <a:extLst>
                <a:ext uri="{FF2B5EF4-FFF2-40B4-BE49-F238E27FC236}">
                  <a16:creationId xmlns:a16="http://schemas.microsoft.com/office/drawing/2014/main" id="{88282682-DED8-DD01-61BA-86D0A0DE8EBB}"/>
                </a:ext>
              </a:extLst>
            </p:cNvPr>
            <p:cNvSpPr/>
            <p:nvPr/>
          </p:nvSpPr>
          <p:spPr>
            <a:xfrm>
              <a:off x="4143582" y="7251412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4" name="Freeform 2993">
              <a:extLst>
                <a:ext uri="{FF2B5EF4-FFF2-40B4-BE49-F238E27FC236}">
                  <a16:creationId xmlns:a16="http://schemas.microsoft.com/office/drawing/2014/main" id="{6650DEA5-7BF0-CB67-0496-C826405F6369}"/>
                </a:ext>
              </a:extLst>
            </p:cNvPr>
            <p:cNvSpPr/>
            <p:nvPr/>
          </p:nvSpPr>
          <p:spPr>
            <a:xfrm>
              <a:off x="4143582" y="7313638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5" name="Freeform 2994">
              <a:extLst>
                <a:ext uri="{FF2B5EF4-FFF2-40B4-BE49-F238E27FC236}">
                  <a16:creationId xmlns:a16="http://schemas.microsoft.com/office/drawing/2014/main" id="{F62627C9-AC80-5909-2902-20CBDD2CD768}"/>
                </a:ext>
              </a:extLst>
            </p:cNvPr>
            <p:cNvSpPr/>
            <p:nvPr/>
          </p:nvSpPr>
          <p:spPr>
            <a:xfrm>
              <a:off x="4143582" y="7375864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6" name="Freeform 2995">
              <a:extLst>
                <a:ext uri="{FF2B5EF4-FFF2-40B4-BE49-F238E27FC236}">
                  <a16:creationId xmlns:a16="http://schemas.microsoft.com/office/drawing/2014/main" id="{35B0851A-A5FE-301D-D5C0-5D9B69E9E8F2}"/>
                </a:ext>
              </a:extLst>
            </p:cNvPr>
            <p:cNvSpPr/>
            <p:nvPr/>
          </p:nvSpPr>
          <p:spPr>
            <a:xfrm>
              <a:off x="4143582" y="7438069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7" name="Freeform 2996">
              <a:extLst>
                <a:ext uri="{FF2B5EF4-FFF2-40B4-BE49-F238E27FC236}">
                  <a16:creationId xmlns:a16="http://schemas.microsoft.com/office/drawing/2014/main" id="{FECEFF94-3828-23C8-B0EE-6CA48CB0E07E}"/>
                </a:ext>
              </a:extLst>
            </p:cNvPr>
            <p:cNvSpPr/>
            <p:nvPr/>
          </p:nvSpPr>
          <p:spPr>
            <a:xfrm>
              <a:off x="4143582" y="7500295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8" name="Freeform 2997">
              <a:extLst>
                <a:ext uri="{FF2B5EF4-FFF2-40B4-BE49-F238E27FC236}">
                  <a16:creationId xmlns:a16="http://schemas.microsoft.com/office/drawing/2014/main" id="{507825D0-1279-E8B5-DE63-5A3DAD315DD5}"/>
                </a:ext>
              </a:extLst>
            </p:cNvPr>
            <p:cNvSpPr/>
            <p:nvPr/>
          </p:nvSpPr>
          <p:spPr>
            <a:xfrm>
              <a:off x="4143582" y="7562500"/>
              <a:ext cx="92759" cy="62226"/>
            </a:xfrm>
            <a:custGeom>
              <a:avLst/>
              <a:gdLst>
                <a:gd name="csX0" fmla="*/ 0 w 163673"/>
                <a:gd name="csY0" fmla="*/ 109798 h 109797"/>
                <a:gd name="csX1" fmla="*/ 163674 w 163673"/>
                <a:gd name="csY1" fmla="*/ 109798 h 109797"/>
                <a:gd name="csX2" fmla="*/ 163674 w 163673"/>
                <a:gd name="csY2" fmla="*/ 0 h 109797"/>
                <a:gd name="csX3" fmla="*/ 0 w 163673"/>
                <a:gd name="csY3" fmla="*/ 0 h 109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3673" h="109797">
                  <a:moveTo>
                    <a:pt x="0" y="109798"/>
                  </a:moveTo>
                  <a:lnTo>
                    <a:pt x="163674" y="109798"/>
                  </a:lnTo>
                  <a:lnTo>
                    <a:pt x="1636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7144" cap="rnd">
              <a:solidFill>
                <a:srgbClr val="999999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00" name="Freeform 2999">
            <a:extLst>
              <a:ext uri="{FF2B5EF4-FFF2-40B4-BE49-F238E27FC236}">
                <a16:creationId xmlns:a16="http://schemas.microsoft.com/office/drawing/2014/main" id="{5276380E-0FEB-43EE-4E5B-85920B512A1D}"/>
              </a:ext>
            </a:extLst>
          </p:cNvPr>
          <p:cNvSpPr/>
          <p:nvPr/>
        </p:nvSpPr>
        <p:spPr>
          <a:xfrm>
            <a:off x="1854165" y="7643303"/>
            <a:ext cx="39453" cy="25409"/>
          </a:xfrm>
          <a:custGeom>
            <a:avLst/>
            <a:gdLst>
              <a:gd name="csX0" fmla="*/ 52770 w 69614"/>
              <a:gd name="csY0" fmla="*/ 44025 h 44834"/>
              <a:gd name="csX1" fmla="*/ 52026 w 69614"/>
              <a:gd name="csY1" fmla="*/ 35988 h 44834"/>
              <a:gd name="csX2" fmla="*/ 60286 w 69614"/>
              <a:gd name="csY2" fmla="*/ 32081 h 44834"/>
              <a:gd name="csX3" fmla="*/ 62816 w 69614"/>
              <a:gd name="csY3" fmla="*/ 24677 h 44834"/>
              <a:gd name="csX4" fmla="*/ 61067 w 69614"/>
              <a:gd name="csY4" fmla="*/ 17906 h 44834"/>
              <a:gd name="csX5" fmla="*/ 56342 w 69614"/>
              <a:gd name="csY5" fmla="*/ 13143 h 44834"/>
              <a:gd name="csX6" fmla="*/ 48380 w 69614"/>
              <a:gd name="csY6" fmla="*/ 10018 h 44834"/>
              <a:gd name="csX7" fmla="*/ 38148 w 69614"/>
              <a:gd name="csY7" fmla="*/ 8753 h 44834"/>
              <a:gd name="csX8" fmla="*/ 36473 w 69614"/>
              <a:gd name="csY8" fmla="*/ 8827 h 44834"/>
              <a:gd name="csX9" fmla="*/ 42947 w 69614"/>
              <a:gd name="csY9" fmla="*/ 15673 h 44834"/>
              <a:gd name="csX10" fmla="*/ 45440 w 69614"/>
              <a:gd name="csY10" fmla="*/ 25086 h 44834"/>
              <a:gd name="csX11" fmla="*/ 39301 w 69614"/>
              <a:gd name="csY11" fmla="*/ 39411 h 44834"/>
              <a:gd name="csX12" fmla="*/ 23116 w 69614"/>
              <a:gd name="csY12" fmla="*/ 45290 h 44834"/>
              <a:gd name="csX13" fmla="*/ 6410 w 69614"/>
              <a:gd name="csY13" fmla="*/ 39151 h 44834"/>
              <a:gd name="csX14" fmla="*/ 85 w 69614"/>
              <a:gd name="csY14" fmla="*/ 23821 h 44834"/>
              <a:gd name="csX15" fmla="*/ 3657 w 69614"/>
              <a:gd name="csY15" fmla="*/ 11692 h 44834"/>
              <a:gd name="csX16" fmla="*/ 13889 w 69614"/>
              <a:gd name="csY16" fmla="*/ 3320 h 44834"/>
              <a:gd name="csX17" fmla="*/ 33050 w 69614"/>
              <a:gd name="csY17" fmla="*/ 455 h 44834"/>
              <a:gd name="csX18" fmla="*/ 53886 w 69614"/>
              <a:gd name="csY18" fmla="*/ 3283 h 44834"/>
              <a:gd name="csX19" fmla="*/ 65681 w 69614"/>
              <a:gd name="csY19" fmla="*/ 11729 h 44834"/>
              <a:gd name="csX20" fmla="*/ 69699 w 69614"/>
              <a:gd name="csY20" fmla="*/ 24863 h 44834"/>
              <a:gd name="csX21" fmla="*/ 65272 w 69614"/>
              <a:gd name="csY21" fmla="*/ 37923 h 44834"/>
              <a:gd name="csX22" fmla="*/ 52770 w 69614"/>
              <a:gd name="csY22" fmla="*/ 44025 h 44834"/>
              <a:gd name="csX23" fmla="*/ 22707 w 69614"/>
              <a:gd name="csY23" fmla="*/ 9757 h 44834"/>
              <a:gd name="csX24" fmla="*/ 11247 w 69614"/>
              <a:gd name="csY24" fmla="*/ 13590 h 44834"/>
              <a:gd name="csX25" fmla="*/ 7005 w 69614"/>
              <a:gd name="csY25" fmla="*/ 22817 h 44834"/>
              <a:gd name="csX26" fmla="*/ 11582 w 69614"/>
              <a:gd name="csY26" fmla="*/ 32528 h 44834"/>
              <a:gd name="csX27" fmla="*/ 23376 w 69614"/>
              <a:gd name="csY27" fmla="*/ 36658 h 44834"/>
              <a:gd name="csX28" fmla="*/ 33980 w 69614"/>
              <a:gd name="csY28" fmla="*/ 32751 h 44834"/>
              <a:gd name="csX29" fmla="*/ 38036 w 69614"/>
              <a:gd name="csY29" fmla="*/ 23040 h 44834"/>
              <a:gd name="csX30" fmla="*/ 33980 w 69614"/>
              <a:gd name="csY30" fmla="*/ 13478 h 44834"/>
              <a:gd name="csX31" fmla="*/ 22707 w 69614"/>
              <a:gd name="csY31" fmla="*/ 9757 h 4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9614" h="44834">
                <a:moveTo>
                  <a:pt x="52770" y="44025"/>
                </a:moveTo>
                <a:lnTo>
                  <a:pt x="52026" y="35988"/>
                </a:lnTo>
                <a:cubicBezTo>
                  <a:pt x="55821" y="35281"/>
                  <a:pt x="58574" y="33979"/>
                  <a:pt x="60286" y="32081"/>
                </a:cubicBezTo>
                <a:cubicBezTo>
                  <a:pt x="61960" y="30147"/>
                  <a:pt x="62816" y="27691"/>
                  <a:pt x="62816" y="24677"/>
                </a:cubicBezTo>
                <a:cubicBezTo>
                  <a:pt x="62816" y="22110"/>
                  <a:pt x="62221" y="19840"/>
                  <a:pt x="61067" y="17906"/>
                </a:cubicBezTo>
                <a:cubicBezTo>
                  <a:pt x="59877" y="15971"/>
                  <a:pt x="58314" y="14371"/>
                  <a:pt x="56342" y="13143"/>
                </a:cubicBezTo>
                <a:cubicBezTo>
                  <a:pt x="54370" y="11915"/>
                  <a:pt x="51728" y="10873"/>
                  <a:pt x="48380" y="10018"/>
                </a:cubicBezTo>
                <a:cubicBezTo>
                  <a:pt x="45031" y="9199"/>
                  <a:pt x="41608" y="8790"/>
                  <a:pt x="38148" y="8753"/>
                </a:cubicBezTo>
                <a:cubicBezTo>
                  <a:pt x="37776" y="8790"/>
                  <a:pt x="37217" y="8790"/>
                  <a:pt x="36473" y="8827"/>
                </a:cubicBezTo>
                <a:cubicBezTo>
                  <a:pt x="39115" y="10501"/>
                  <a:pt x="41273" y="12771"/>
                  <a:pt x="42947" y="15673"/>
                </a:cubicBezTo>
                <a:cubicBezTo>
                  <a:pt x="44584" y="18575"/>
                  <a:pt x="45440" y="21701"/>
                  <a:pt x="45440" y="25086"/>
                </a:cubicBezTo>
                <a:cubicBezTo>
                  <a:pt x="45440" y="30742"/>
                  <a:pt x="43394" y="35504"/>
                  <a:pt x="39301" y="39411"/>
                </a:cubicBezTo>
                <a:cubicBezTo>
                  <a:pt x="35208" y="43318"/>
                  <a:pt x="29813" y="45290"/>
                  <a:pt x="23116" y="45290"/>
                </a:cubicBezTo>
                <a:cubicBezTo>
                  <a:pt x="16195" y="45290"/>
                  <a:pt x="10614" y="43244"/>
                  <a:pt x="6410" y="39151"/>
                </a:cubicBezTo>
                <a:cubicBezTo>
                  <a:pt x="2206" y="35095"/>
                  <a:pt x="85" y="29961"/>
                  <a:pt x="85" y="23821"/>
                </a:cubicBezTo>
                <a:cubicBezTo>
                  <a:pt x="85" y="19394"/>
                  <a:pt x="1275" y="15338"/>
                  <a:pt x="3657" y="11692"/>
                </a:cubicBezTo>
                <a:cubicBezTo>
                  <a:pt x="6038" y="8008"/>
                  <a:pt x="9461" y="5218"/>
                  <a:pt x="13889" y="3320"/>
                </a:cubicBezTo>
                <a:cubicBezTo>
                  <a:pt x="18279" y="1386"/>
                  <a:pt x="24679" y="455"/>
                  <a:pt x="33050" y="455"/>
                </a:cubicBezTo>
                <a:cubicBezTo>
                  <a:pt x="41757" y="455"/>
                  <a:pt x="48714" y="1386"/>
                  <a:pt x="53886" y="3283"/>
                </a:cubicBezTo>
                <a:cubicBezTo>
                  <a:pt x="59021" y="5181"/>
                  <a:pt x="62965" y="7971"/>
                  <a:pt x="65681" y="11729"/>
                </a:cubicBezTo>
                <a:cubicBezTo>
                  <a:pt x="68360" y="15450"/>
                  <a:pt x="69699" y="19840"/>
                  <a:pt x="69699" y="24863"/>
                </a:cubicBezTo>
                <a:cubicBezTo>
                  <a:pt x="69699" y="30184"/>
                  <a:pt x="68211" y="34537"/>
                  <a:pt x="65272" y="37923"/>
                </a:cubicBezTo>
                <a:cubicBezTo>
                  <a:pt x="62295" y="41309"/>
                  <a:pt x="58128" y="43355"/>
                  <a:pt x="52770" y="44025"/>
                </a:cubicBezTo>
                <a:moveTo>
                  <a:pt x="22707" y="9757"/>
                </a:moveTo>
                <a:cubicBezTo>
                  <a:pt x="17870" y="9757"/>
                  <a:pt x="14075" y="11022"/>
                  <a:pt x="11247" y="13590"/>
                </a:cubicBezTo>
                <a:cubicBezTo>
                  <a:pt x="8419" y="16157"/>
                  <a:pt x="7005" y="19208"/>
                  <a:pt x="7005" y="22817"/>
                </a:cubicBezTo>
                <a:cubicBezTo>
                  <a:pt x="7005" y="26538"/>
                  <a:pt x="8531" y="29775"/>
                  <a:pt x="11582" y="32528"/>
                </a:cubicBezTo>
                <a:cubicBezTo>
                  <a:pt x="14596" y="35281"/>
                  <a:pt x="18540" y="36658"/>
                  <a:pt x="23376" y="36658"/>
                </a:cubicBezTo>
                <a:cubicBezTo>
                  <a:pt x="27730" y="36658"/>
                  <a:pt x="31264" y="35356"/>
                  <a:pt x="33980" y="32751"/>
                </a:cubicBezTo>
                <a:cubicBezTo>
                  <a:pt x="36697" y="30109"/>
                  <a:pt x="38036" y="26910"/>
                  <a:pt x="38036" y="23040"/>
                </a:cubicBezTo>
                <a:cubicBezTo>
                  <a:pt x="38036" y="19171"/>
                  <a:pt x="36697" y="15971"/>
                  <a:pt x="33980" y="13478"/>
                </a:cubicBezTo>
                <a:cubicBezTo>
                  <a:pt x="31264" y="10985"/>
                  <a:pt x="27506" y="9757"/>
                  <a:pt x="22707" y="9757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01" name="Freeform 3000">
            <a:extLst>
              <a:ext uri="{FF2B5EF4-FFF2-40B4-BE49-F238E27FC236}">
                <a16:creationId xmlns:a16="http://schemas.microsoft.com/office/drawing/2014/main" id="{B73FFF5E-034C-7FA6-21E6-C7EE8EF41430}"/>
              </a:ext>
            </a:extLst>
          </p:cNvPr>
          <p:cNvSpPr/>
          <p:nvPr/>
        </p:nvSpPr>
        <p:spPr>
          <a:xfrm>
            <a:off x="1946925" y="7643514"/>
            <a:ext cx="39453" cy="25198"/>
          </a:xfrm>
          <a:custGeom>
            <a:avLst/>
            <a:gdLst>
              <a:gd name="csX0" fmla="*/ 34928 w 69614"/>
              <a:gd name="csY0" fmla="*/ 44918 h 44462"/>
              <a:gd name="csX1" fmla="*/ 15469 w 69614"/>
              <a:gd name="csY1" fmla="*/ 42425 h 44462"/>
              <a:gd name="csX2" fmla="*/ 4120 w 69614"/>
              <a:gd name="csY2" fmla="*/ 35021 h 44462"/>
              <a:gd name="csX3" fmla="*/ 102 w 69614"/>
              <a:gd name="csY3" fmla="*/ 22668 h 44462"/>
              <a:gd name="csX4" fmla="*/ 2297 w 69614"/>
              <a:gd name="csY4" fmla="*/ 13031 h 44462"/>
              <a:gd name="csX5" fmla="*/ 8697 w 69614"/>
              <a:gd name="csY5" fmla="*/ 6223 h 44462"/>
              <a:gd name="csX6" fmla="*/ 18817 w 69614"/>
              <a:gd name="csY6" fmla="*/ 1981 h 44462"/>
              <a:gd name="csX7" fmla="*/ 34928 w 69614"/>
              <a:gd name="csY7" fmla="*/ 455 h 44462"/>
              <a:gd name="csX8" fmla="*/ 54313 w 69614"/>
              <a:gd name="csY8" fmla="*/ 2911 h 44462"/>
              <a:gd name="csX9" fmla="*/ 65698 w 69614"/>
              <a:gd name="csY9" fmla="*/ 10278 h 44462"/>
              <a:gd name="csX10" fmla="*/ 69716 w 69614"/>
              <a:gd name="csY10" fmla="*/ 22668 h 44462"/>
              <a:gd name="csX11" fmla="*/ 62647 w 69614"/>
              <a:gd name="csY11" fmla="*/ 38146 h 44462"/>
              <a:gd name="csX12" fmla="*/ 34928 w 69614"/>
              <a:gd name="csY12" fmla="*/ 44918 h 44462"/>
              <a:gd name="csX13" fmla="*/ 34928 w 69614"/>
              <a:gd name="csY13" fmla="*/ 36286 h 44462"/>
              <a:gd name="csX14" fmla="*/ 57289 w 69614"/>
              <a:gd name="csY14" fmla="*/ 32379 h 44462"/>
              <a:gd name="csX15" fmla="*/ 62833 w 69614"/>
              <a:gd name="csY15" fmla="*/ 22668 h 44462"/>
              <a:gd name="csX16" fmla="*/ 57252 w 69614"/>
              <a:gd name="csY16" fmla="*/ 12994 h 44462"/>
              <a:gd name="csX17" fmla="*/ 34928 w 69614"/>
              <a:gd name="csY17" fmla="*/ 9050 h 44462"/>
              <a:gd name="csX18" fmla="*/ 12566 w 69614"/>
              <a:gd name="csY18" fmla="*/ 12994 h 44462"/>
              <a:gd name="csX19" fmla="*/ 7023 w 69614"/>
              <a:gd name="csY19" fmla="*/ 22780 h 44462"/>
              <a:gd name="csX20" fmla="*/ 11934 w 69614"/>
              <a:gd name="csY20" fmla="*/ 31970 h 44462"/>
              <a:gd name="csX21" fmla="*/ 34928 w 69614"/>
              <a:gd name="csY21" fmla="*/ 36286 h 444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69614" h="44462">
                <a:moveTo>
                  <a:pt x="34928" y="44918"/>
                </a:moveTo>
                <a:cubicBezTo>
                  <a:pt x="26891" y="44918"/>
                  <a:pt x="20380" y="44062"/>
                  <a:pt x="15469" y="42425"/>
                </a:cubicBezTo>
                <a:cubicBezTo>
                  <a:pt x="10557" y="40751"/>
                  <a:pt x="6762" y="38295"/>
                  <a:pt x="4120" y="35021"/>
                </a:cubicBezTo>
                <a:cubicBezTo>
                  <a:pt x="1441" y="31747"/>
                  <a:pt x="102" y="27654"/>
                  <a:pt x="102" y="22668"/>
                </a:cubicBezTo>
                <a:cubicBezTo>
                  <a:pt x="102" y="19022"/>
                  <a:pt x="846" y="15822"/>
                  <a:pt x="2297" y="13031"/>
                </a:cubicBezTo>
                <a:cubicBezTo>
                  <a:pt x="3786" y="10278"/>
                  <a:pt x="5906" y="8008"/>
                  <a:pt x="8697" y="6223"/>
                </a:cubicBezTo>
                <a:cubicBezTo>
                  <a:pt x="11450" y="4399"/>
                  <a:pt x="14836" y="3023"/>
                  <a:pt x="18817" y="1981"/>
                </a:cubicBezTo>
                <a:cubicBezTo>
                  <a:pt x="22798" y="939"/>
                  <a:pt x="28193" y="455"/>
                  <a:pt x="34928" y="455"/>
                </a:cubicBezTo>
                <a:cubicBezTo>
                  <a:pt x="42927" y="455"/>
                  <a:pt x="49401" y="1274"/>
                  <a:pt x="54313" y="2911"/>
                </a:cubicBezTo>
                <a:cubicBezTo>
                  <a:pt x="59224" y="4548"/>
                  <a:pt x="63019" y="7004"/>
                  <a:pt x="65698" y="10278"/>
                </a:cubicBezTo>
                <a:cubicBezTo>
                  <a:pt x="68377" y="13552"/>
                  <a:pt x="69716" y="17682"/>
                  <a:pt x="69716" y="22668"/>
                </a:cubicBezTo>
                <a:cubicBezTo>
                  <a:pt x="69716" y="29254"/>
                  <a:pt x="67372" y="34425"/>
                  <a:pt x="62647" y="38146"/>
                </a:cubicBezTo>
                <a:cubicBezTo>
                  <a:pt x="56992" y="42648"/>
                  <a:pt x="47727" y="44918"/>
                  <a:pt x="34928" y="44918"/>
                </a:cubicBezTo>
                <a:moveTo>
                  <a:pt x="34928" y="36286"/>
                </a:moveTo>
                <a:cubicBezTo>
                  <a:pt x="46127" y="36286"/>
                  <a:pt x="53569" y="34984"/>
                  <a:pt x="57289" y="32379"/>
                </a:cubicBezTo>
                <a:cubicBezTo>
                  <a:pt x="60973" y="29737"/>
                  <a:pt x="62833" y="26538"/>
                  <a:pt x="62833" y="22668"/>
                </a:cubicBezTo>
                <a:cubicBezTo>
                  <a:pt x="62833" y="18836"/>
                  <a:pt x="60973" y="15599"/>
                  <a:pt x="57252" y="12994"/>
                </a:cubicBezTo>
                <a:cubicBezTo>
                  <a:pt x="53531" y="10352"/>
                  <a:pt x="46090" y="9050"/>
                  <a:pt x="34928" y="9050"/>
                </a:cubicBezTo>
                <a:cubicBezTo>
                  <a:pt x="23729" y="9050"/>
                  <a:pt x="16250" y="10352"/>
                  <a:pt x="12566" y="12994"/>
                </a:cubicBezTo>
                <a:cubicBezTo>
                  <a:pt x="8883" y="15599"/>
                  <a:pt x="7023" y="18873"/>
                  <a:pt x="7023" y="22780"/>
                </a:cubicBezTo>
                <a:cubicBezTo>
                  <a:pt x="7023" y="26612"/>
                  <a:pt x="8660" y="29700"/>
                  <a:pt x="11934" y="31970"/>
                </a:cubicBezTo>
                <a:cubicBezTo>
                  <a:pt x="16064" y="34872"/>
                  <a:pt x="23729" y="36286"/>
                  <a:pt x="34928" y="36286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002" name="Graphic 2017">
            <a:extLst>
              <a:ext uri="{FF2B5EF4-FFF2-40B4-BE49-F238E27FC236}">
                <a16:creationId xmlns:a16="http://schemas.microsoft.com/office/drawing/2014/main" id="{1867B4A0-8C3C-49E5-1544-B938F037AA3F}"/>
              </a:ext>
            </a:extLst>
          </p:cNvPr>
          <p:cNvGrpSpPr/>
          <p:nvPr/>
        </p:nvGrpSpPr>
        <p:grpSpPr>
          <a:xfrm>
            <a:off x="2039683" y="7643541"/>
            <a:ext cx="38798" cy="51551"/>
            <a:chOff x="4232576" y="9980870"/>
            <a:chExt cx="68460" cy="90961"/>
          </a:xfrm>
          <a:solidFill>
            <a:srgbClr val="000000"/>
          </a:solidFill>
        </p:grpSpPr>
        <p:sp>
          <p:nvSpPr>
            <p:cNvPr id="3003" name="Freeform 3002">
              <a:extLst>
                <a:ext uri="{FF2B5EF4-FFF2-40B4-BE49-F238E27FC236}">
                  <a16:creationId xmlns:a16="http://schemas.microsoft.com/office/drawing/2014/main" id="{3D8B4746-35EE-87F3-CEF6-7F4ED0B8D3E5}"/>
                </a:ext>
              </a:extLst>
            </p:cNvPr>
            <p:cNvSpPr/>
            <p:nvPr/>
          </p:nvSpPr>
          <p:spPr>
            <a:xfrm>
              <a:off x="4232576" y="10046717"/>
              <a:ext cx="68460" cy="25114"/>
            </a:xfrm>
            <a:custGeom>
              <a:avLst/>
              <a:gdLst>
                <a:gd name="csX0" fmla="*/ 68580 w 68460"/>
                <a:gd name="csY0" fmla="*/ 461 h 25114"/>
                <a:gd name="csX1" fmla="*/ 68580 w 68460"/>
                <a:gd name="csY1" fmla="*/ 8833 h 25114"/>
                <a:gd name="csX2" fmla="*/ 15225 w 68460"/>
                <a:gd name="csY2" fmla="*/ 8833 h 25114"/>
                <a:gd name="csX3" fmla="*/ 20992 w 68460"/>
                <a:gd name="csY3" fmla="*/ 16758 h 25114"/>
                <a:gd name="csX4" fmla="*/ 25346 w 68460"/>
                <a:gd name="csY4" fmla="*/ 25576 h 25114"/>
                <a:gd name="csX5" fmla="*/ 17234 w 68460"/>
                <a:gd name="csY5" fmla="*/ 25576 h 25114"/>
                <a:gd name="csX6" fmla="*/ 9235 w 68460"/>
                <a:gd name="csY6" fmla="*/ 13297 h 25114"/>
                <a:gd name="csX7" fmla="*/ 119 w 68460"/>
                <a:gd name="csY7" fmla="*/ 5856 h 25114"/>
                <a:gd name="csX8" fmla="*/ 119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580" y="461"/>
                  </a:moveTo>
                  <a:lnTo>
                    <a:pt x="68580" y="8833"/>
                  </a:lnTo>
                  <a:lnTo>
                    <a:pt x="15225" y="8833"/>
                  </a:lnTo>
                  <a:cubicBezTo>
                    <a:pt x="17160" y="10842"/>
                    <a:pt x="19095" y="13483"/>
                    <a:pt x="20992" y="16758"/>
                  </a:cubicBezTo>
                  <a:cubicBezTo>
                    <a:pt x="22927" y="20032"/>
                    <a:pt x="24378" y="22971"/>
                    <a:pt x="25346" y="25576"/>
                  </a:cubicBezTo>
                  <a:lnTo>
                    <a:pt x="17234" y="25576"/>
                  </a:lnTo>
                  <a:cubicBezTo>
                    <a:pt x="15039" y="20888"/>
                    <a:pt x="12360" y="16795"/>
                    <a:pt x="9235" y="13297"/>
                  </a:cubicBezTo>
                  <a:cubicBezTo>
                    <a:pt x="6110" y="9800"/>
                    <a:pt x="3059" y="7307"/>
                    <a:pt x="119" y="5856"/>
                  </a:cubicBezTo>
                  <a:lnTo>
                    <a:pt x="119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4" name="Freeform 3003">
              <a:extLst>
                <a:ext uri="{FF2B5EF4-FFF2-40B4-BE49-F238E27FC236}">
                  <a16:creationId xmlns:a16="http://schemas.microsoft.com/office/drawing/2014/main" id="{15AAF33F-F4AE-784D-8665-99B421C15F47}"/>
                </a:ext>
              </a:extLst>
            </p:cNvPr>
            <p:cNvSpPr/>
            <p:nvPr/>
          </p:nvSpPr>
          <p:spPr>
            <a:xfrm>
              <a:off x="4232874" y="9980870"/>
              <a:ext cx="68163" cy="47141"/>
            </a:xfrm>
            <a:custGeom>
              <a:avLst/>
              <a:gdLst>
                <a:gd name="csX0" fmla="*/ 68283 w 68163"/>
                <a:gd name="csY0" fmla="*/ 18017 h 47141"/>
                <a:gd name="csX1" fmla="*/ 51949 w 68163"/>
                <a:gd name="csY1" fmla="*/ 18017 h 47141"/>
                <a:gd name="csX2" fmla="*/ 51949 w 68163"/>
                <a:gd name="csY2" fmla="*/ 47597 h 47141"/>
                <a:gd name="csX3" fmla="*/ 44284 w 68163"/>
                <a:gd name="csY3" fmla="*/ 47597 h 47141"/>
                <a:gd name="csX4" fmla="*/ 119 w 68163"/>
                <a:gd name="csY4" fmla="*/ 16492 h 47141"/>
                <a:gd name="csX5" fmla="*/ 119 w 68163"/>
                <a:gd name="csY5" fmla="*/ 9683 h 47141"/>
                <a:gd name="csX6" fmla="*/ 44284 w 68163"/>
                <a:gd name="csY6" fmla="*/ 9683 h 47141"/>
                <a:gd name="csX7" fmla="*/ 44284 w 68163"/>
                <a:gd name="csY7" fmla="*/ 455 h 47141"/>
                <a:gd name="csX8" fmla="*/ 51949 w 68163"/>
                <a:gd name="csY8" fmla="*/ 455 h 47141"/>
                <a:gd name="csX9" fmla="*/ 51949 w 68163"/>
                <a:gd name="csY9" fmla="*/ 9683 h 47141"/>
                <a:gd name="csX10" fmla="*/ 68283 w 68163"/>
                <a:gd name="csY10" fmla="*/ 9683 h 47141"/>
                <a:gd name="csX11" fmla="*/ 68283 w 68163"/>
                <a:gd name="csY11" fmla="*/ 18017 h 47141"/>
                <a:gd name="csX12" fmla="*/ 44284 w 68163"/>
                <a:gd name="csY12" fmla="*/ 18017 h 47141"/>
                <a:gd name="csX13" fmla="*/ 13551 w 68163"/>
                <a:gd name="csY13" fmla="*/ 18017 h 47141"/>
                <a:gd name="csX14" fmla="*/ 44284 w 68163"/>
                <a:gd name="csY14" fmla="*/ 39374 h 47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47141">
                  <a:moveTo>
                    <a:pt x="68283" y="18017"/>
                  </a:moveTo>
                  <a:lnTo>
                    <a:pt x="51949" y="18017"/>
                  </a:lnTo>
                  <a:lnTo>
                    <a:pt x="51949" y="47597"/>
                  </a:lnTo>
                  <a:lnTo>
                    <a:pt x="44284" y="47597"/>
                  </a:lnTo>
                  <a:lnTo>
                    <a:pt x="119" y="16492"/>
                  </a:lnTo>
                  <a:lnTo>
                    <a:pt x="119" y="9683"/>
                  </a:lnTo>
                  <a:lnTo>
                    <a:pt x="44284" y="9683"/>
                  </a:lnTo>
                  <a:lnTo>
                    <a:pt x="44284" y="455"/>
                  </a:lnTo>
                  <a:lnTo>
                    <a:pt x="51949" y="455"/>
                  </a:lnTo>
                  <a:lnTo>
                    <a:pt x="51949" y="9683"/>
                  </a:lnTo>
                  <a:lnTo>
                    <a:pt x="68283" y="9683"/>
                  </a:lnTo>
                  <a:lnTo>
                    <a:pt x="68283" y="18017"/>
                  </a:lnTo>
                  <a:moveTo>
                    <a:pt x="44284" y="18017"/>
                  </a:moveTo>
                  <a:lnTo>
                    <a:pt x="13551" y="18017"/>
                  </a:lnTo>
                  <a:lnTo>
                    <a:pt x="44284" y="3937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05" name="Graphic 2017">
            <a:extLst>
              <a:ext uri="{FF2B5EF4-FFF2-40B4-BE49-F238E27FC236}">
                <a16:creationId xmlns:a16="http://schemas.microsoft.com/office/drawing/2014/main" id="{896B301A-AB16-1B0B-FBF0-FEEF9C4F31F8}"/>
              </a:ext>
            </a:extLst>
          </p:cNvPr>
          <p:cNvGrpSpPr/>
          <p:nvPr/>
        </p:nvGrpSpPr>
        <p:grpSpPr>
          <a:xfrm>
            <a:off x="2132443" y="7643520"/>
            <a:ext cx="39453" cy="55816"/>
            <a:chOff x="4396250" y="9980833"/>
            <a:chExt cx="69614" cy="98487"/>
          </a:xfrm>
          <a:solidFill>
            <a:srgbClr val="000000"/>
          </a:solidFill>
        </p:grpSpPr>
        <p:sp>
          <p:nvSpPr>
            <p:cNvPr id="3006" name="Freeform 3005">
              <a:extLst>
                <a:ext uri="{FF2B5EF4-FFF2-40B4-BE49-F238E27FC236}">
                  <a16:creationId xmlns:a16="http://schemas.microsoft.com/office/drawing/2014/main" id="{AAA15EDC-F344-68A0-6AB5-35C72C88728C}"/>
                </a:ext>
              </a:extLst>
            </p:cNvPr>
            <p:cNvSpPr/>
            <p:nvPr/>
          </p:nvSpPr>
          <p:spPr>
            <a:xfrm>
              <a:off x="4396250" y="10034253"/>
              <a:ext cx="68460" cy="45067"/>
            </a:xfrm>
            <a:custGeom>
              <a:avLst/>
              <a:gdLst>
                <a:gd name="csX0" fmla="*/ 60561 w 68460"/>
                <a:gd name="csY0" fmla="*/ 461 h 45067"/>
                <a:gd name="csX1" fmla="*/ 68597 w 68460"/>
                <a:gd name="csY1" fmla="*/ 461 h 45067"/>
                <a:gd name="csX2" fmla="*/ 68597 w 68460"/>
                <a:gd name="csY2" fmla="*/ 45519 h 45067"/>
                <a:gd name="csX3" fmla="*/ 62793 w 68460"/>
                <a:gd name="csY3" fmla="*/ 44551 h 45067"/>
                <a:gd name="csX4" fmla="*/ 53715 w 68460"/>
                <a:gd name="csY4" fmla="*/ 39045 h 45067"/>
                <a:gd name="csX5" fmla="*/ 43371 w 68460"/>
                <a:gd name="csY5" fmla="*/ 28106 h 45067"/>
                <a:gd name="csX6" fmla="*/ 28935 w 68460"/>
                <a:gd name="csY6" fmla="*/ 13074 h 45067"/>
                <a:gd name="csX7" fmla="*/ 18889 w 68460"/>
                <a:gd name="csY7" fmla="*/ 9167 h 45067"/>
                <a:gd name="csX8" fmla="*/ 10480 w 68460"/>
                <a:gd name="csY8" fmla="*/ 12739 h 45067"/>
                <a:gd name="csX9" fmla="*/ 7057 w 68460"/>
                <a:gd name="csY9" fmla="*/ 22004 h 45067"/>
                <a:gd name="csX10" fmla="*/ 10703 w 68460"/>
                <a:gd name="csY10" fmla="*/ 31678 h 45067"/>
                <a:gd name="csX11" fmla="*/ 20749 w 68460"/>
                <a:gd name="csY11" fmla="*/ 35361 h 45067"/>
                <a:gd name="csX12" fmla="*/ 19856 w 68460"/>
                <a:gd name="csY12" fmla="*/ 43956 h 45067"/>
                <a:gd name="csX13" fmla="*/ 5197 w 68460"/>
                <a:gd name="csY13" fmla="*/ 37296 h 45067"/>
                <a:gd name="csX14" fmla="*/ 136 w 68460"/>
                <a:gd name="csY14" fmla="*/ 21818 h 45067"/>
                <a:gd name="csX15" fmla="*/ 5569 w 68460"/>
                <a:gd name="csY15" fmla="*/ 6302 h 45067"/>
                <a:gd name="csX16" fmla="*/ 19075 w 68460"/>
                <a:gd name="csY16" fmla="*/ 573 h 45067"/>
                <a:gd name="csX17" fmla="*/ 27112 w 68460"/>
                <a:gd name="csY17" fmla="*/ 2247 h 45067"/>
                <a:gd name="csX18" fmla="*/ 35446 w 68460"/>
                <a:gd name="csY18" fmla="*/ 7791 h 45067"/>
                <a:gd name="csX19" fmla="*/ 47427 w 68460"/>
                <a:gd name="csY19" fmla="*/ 20702 h 45067"/>
                <a:gd name="csX20" fmla="*/ 56021 w 68460"/>
                <a:gd name="csY20" fmla="*/ 30375 h 45067"/>
                <a:gd name="csX21" fmla="*/ 60561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561" y="461"/>
                  </a:moveTo>
                  <a:lnTo>
                    <a:pt x="68597" y="461"/>
                  </a:lnTo>
                  <a:lnTo>
                    <a:pt x="68597" y="45519"/>
                  </a:lnTo>
                  <a:cubicBezTo>
                    <a:pt x="66588" y="45593"/>
                    <a:pt x="64653" y="45258"/>
                    <a:pt x="62793" y="44551"/>
                  </a:cubicBezTo>
                  <a:cubicBezTo>
                    <a:pt x="59705" y="43398"/>
                    <a:pt x="56691" y="41575"/>
                    <a:pt x="53715" y="39045"/>
                  </a:cubicBezTo>
                  <a:cubicBezTo>
                    <a:pt x="50738" y="36515"/>
                    <a:pt x="47315" y="32868"/>
                    <a:pt x="43371" y="28106"/>
                  </a:cubicBezTo>
                  <a:cubicBezTo>
                    <a:pt x="37306" y="20702"/>
                    <a:pt x="32507" y="15679"/>
                    <a:pt x="28935" y="13074"/>
                  </a:cubicBezTo>
                  <a:cubicBezTo>
                    <a:pt x="25400" y="10470"/>
                    <a:pt x="22051" y="9167"/>
                    <a:pt x="18889" y="9167"/>
                  </a:cubicBezTo>
                  <a:cubicBezTo>
                    <a:pt x="15577" y="9167"/>
                    <a:pt x="12750" y="10358"/>
                    <a:pt x="10480" y="12739"/>
                  </a:cubicBezTo>
                  <a:cubicBezTo>
                    <a:pt x="8210" y="15083"/>
                    <a:pt x="7057" y="18172"/>
                    <a:pt x="7057" y="22004"/>
                  </a:cubicBezTo>
                  <a:cubicBezTo>
                    <a:pt x="7057" y="26022"/>
                    <a:pt x="8285" y="29259"/>
                    <a:pt x="10703" y="31678"/>
                  </a:cubicBezTo>
                  <a:cubicBezTo>
                    <a:pt x="13122" y="34096"/>
                    <a:pt x="16470" y="35324"/>
                    <a:pt x="20749" y="35361"/>
                  </a:cubicBezTo>
                  <a:lnTo>
                    <a:pt x="19856" y="43956"/>
                  </a:lnTo>
                  <a:cubicBezTo>
                    <a:pt x="13457" y="43361"/>
                    <a:pt x="8545" y="41165"/>
                    <a:pt x="5197" y="37296"/>
                  </a:cubicBezTo>
                  <a:cubicBezTo>
                    <a:pt x="1811" y="33464"/>
                    <a:pt x="136" y="28292"/>
                    <a:pt x="136" y="21818"/>
                  </a:cubicBezTo>
                  <a:cubicBezTo>
                    <a:pt x="136" y="15269"/>
                    <a:pt x="1960" y="10098"/>
                    <a:pt x="5569" y="6302"/>
                  </a:cubicBezTo>
                  <a:cubicBezTo>
                    <a:pt x="9215" y="2470"/>
                    <a:pt x="13717" y="573"/>
                    <a:pt x="19075" y="573"/>
                  </a:cubicBezTo>
                  <a:cubicBezTo>
                    <a:pt x="21791" y="573"/>
                    <a:pt x="24470" y="1131"/>
                    <a:pt x="27112" y="2247"/>
                  </a:cubicBezTo>
                  <a:cubicBezTo>
                    <a:pt x="29753" y="3363"/>
                    <a:pt x="32507" y="5224"/>
                    <a:pt x="35446" y="7791"/>
                  </a:cubicBezTo>
                  <a:cubicBezTo>
                    <a:pt x="38348" y="10395"/>
                    <a:pt x="42366" y="14674"/>
                    <a:pt x="47427" y="20702"/>
                  </a:cubicBezTo>
                  <a:cubicBezTo>
                    <a:pt x="51668" y="25725"/>
                    <a:pt x="54496" y="28962"/>
                    <a:pt x="56021" y="30375"/>
                  </a:cubicBezTo>
                  <a:cubicBezTo>
                    <a:pt x="57510" y="31789"/>
                    <a:pt x="59035" y="32980"/>
                    <a:pt x="60561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7" name="Freeform 3006">
              <a:extLst>
                <a:ext uri="{FF2B5EF4-FFF2-40B4-BE49-F238E27FC236}">
                  <a16:creationId xmlns:a16="http://schemas.microsoft.com/office/drawing/2014/main" id="{15365197-CA2E-B2B7-A262-B4446F3C2252}"/>
                </a:ext>
              </a:extLst>
            </p:cNvPr>
            <p:cNvSpPr/>
            <p:nvPr/>
          </p:nvSpPr>
          <p:spPr>
            <a:xfrm>
              <a:off x="4396250" y="9980833"/>
              <a:ext cx="69614" cy="44462"/>
            </a:xfrm>
            <a:custGeom>
              <a:avLst/>
              <a:gdLst>
                <a:gd name="csX0" fmla="*/ 34962 w 69614"/>
                <a:gd name="csY0" fmla="*/ 44918 h 44462"/>
                <a:gd name="csX1" fmla="*/ 15503 w 69614"/>
                <a:gd name="csY1" fmla="*/ 42425 h 44462"/>
                <a:gd name="csX2" fmla="*/ 4155 w 69614"/>
                <a:gd name="csY2" fmla="*/ 35021 h 44462"/>
                <a:gd name="csX3" fmla="*/ 136 w 69614"/>
                <a:gd name="csY3" fmla="*/ 22668 h 44462"/>
                <a:gd name="csX4" fmla="*/ 2332 w 69614"/>
                <a:gd name="csY4" fmla="*/ 13031 h 44462"/>
                <a:gd name="csX5" fmla="*/ 8731 w 69614"/>
                <a:gd name="csY5" fmla="*/ 6223 h 44462"/>
                <a:gd name="csX6" fmla="*/ 18852 w 69614"/>
                <a:gd name="csY6" fmla="*/ 1981 h 44462"/>
                <a:gd name="csX7" fmla="*/ 34962 w 69614"/>
                <a:gd name="csY7" fmla="*/ 455 h 44462"/>
                <a:gd name="csX8" fmla="*/ 54347 w 69614"/>
                <a:gd name="csY8" fmla="*/ 2911 h 44462"/>
                <a:gd name="csX9" fmla="*/ 65732 w 69614"/>
                <a:gd name="csY9" fmla="*/ 10278 h 44462"/>
                <a:gd name="csX10" fmla="*/ 69751 w 69614"/>
                <a:gd name="csY10" fmla="*/ 22668 h 44462"/>
                <a:gd name="csX11" fmla="*/ 62681 w 69614"/>
                <a:gd name="csY11" fmla="*/ 38146 h 44462"/>
                <a:gd name="csX12" fmla="*/ 34962 w 69614"/>
                <a:gd name="csY12" fmla="*/ 44918 h 44462"/>
                <a:gd name="csX13" fmla="*/ 34962 w 69614"/>
                <a:gd name="csY13" fmla="*/ 36286 h 44462"/>
                <a:gd name="csX14" fmla="*/ 57324 w 69614"/>
                <a:gd name="csY14" fmla="*/ 32379 h 44462"/>
                <a:gd name="csX15" fmla="*/ 62867 w 69614"/>
                <a:gd name="csY15" fmla="*/ 22668 h 44462"/>
                <a:gd name="csX16" fmla="*/ 57286 w 69614"/>
                <a:gd name="csY16" fmla="*/ 12994 h 44462"/>
                <a:gd name="csX17" fmla="*/ 34962 w 69614"/>
                <a:gd name="csY17" fmla="*/ 9050 h 44462"/>
                <a:gd name="csX18" fmla="*/ 12601 w 69614"/>
                <a:gd name="csY18" fmla="*/ 12994 h 44462"/>
                <a:gd name="csX19" fmla="*/ 7057 w 69614"/>
                <a:gd name="csY19" fmla="*/ 22780 h 44462"/>
                <a:gd name="csX20" fmla="*/ 11968 w 69614"/>
                <a:gd name="csY20" fmla="*/ 31970 h 44462"/>
                <a:gd name="csX21" fmla="*/ 34962 w 69614"/>
                <a:gd name="csY21" fmla="*/ 36286 h 44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9614" h="44462">
                  <a:moveTo>
                    <a:pt x="34962" y="44918"/>
                  </a:moveTo>
                  <a:cubicBezTo>
                    <a:pt x="26925" y="44918"/>
                    <a:pt x="20414" y="44062"/>
                    <a:pt x="15503" y="42425"/>
                  </a:cubicBezTo>
                  <a:cubicBezTo>
                    <a:pt x="10592" y="40751"/>
                    <a:pt x="6796" y="38295"/>
                    <a:pt x="4155" y="35021"/>
                  </a:cubicBezTo>
                  <a:cubicBezTo>
                    <a:pt x="1476" y="31747"/>
                    <a:pt x="136" y="27654"/>
                    <a:pt x="136" y="22668"/>
                  </a:cubicBezTo>
                  <a:cubicBezTo>
                    <a:pt x="136" y="19022"/>
                    <a:pt x="881" y="15822"/>
                    <a:pt x="2332" y="13031"/>
                  </a:cubicBezTo>
                  <a:cubicBezTo>
                    <a:pt x="3820" y="10278"/>
                    <a:pt x="5941" y="8008"/>
                    <a:pt x="8731" y="6223"/>
                  </a:cubicBezTo>
                  <a:cubicBezTo>
                    <a:pt x="11485" y="4399"/>
                    <a:pt x="14870" y="3023"/>
                    <a:pt x="18852" y="1981"/>
                  </a:cubicBezTo>
                  <a:cubicBezTo>
                    <a:pt x="22833" y="939"/>
                    <a:pt x="28228" y="455"/>
                    <a:pt x="34962" y="455"/>
                  </a:cubicBezTo>
                  <a:cubicBezTo>
                    <a:pt x="42962" y="455"/>
                    <a:pt x="49436" y="1274"/>
                    <a:pt x="54347" y="2911"/>
                  </a:cubicBezTo>
                  <a:cubicBezTo>
                    <a:pt x="59258" y="4548"/>
                    <a:pt x="63054" y="7004"/>
                    <a:pt x="65732" y="10278"/>
                  </a:cubicBezTo>
                  <a:cubicBezTo>
                    <a:pt x="68411" y="13552"/>
                    <a:pt x="69751" y="17682"/>
                    <a:pt x="69751" y="22668"/>
                  </a:cubicBezTo>
                  <a:cubicBezTo>
                    <a:pt x="69751" y="29254"/>
                    <a:pt x="67407" y="34425"/>
                    <a:pt x="62681" y="38146"/>
                  </a:cubicBezTo>
                  <a:cubicBezTo>
                    <a:pt x="57026" y="42648"/>
                    <a:pt x="47761" y="44918"/>
                    <a:pt x="34962" y="44918"/>
                  </a:cubicBezTo>
                  <a:moveTo>
                    <a:pt x="34962" y="36286"/>
                  </a:moveTo>
                  <a:cubicBezTo>
                    <a:pt x="46162" y="36286"/>
                    <a:pt x="53603" y="34984"/>
                    <a:pt x="57324" y="32379"/>
                  </a:cubicBezTo>
                  <a:cubicBezTo>
                    <a:pt x="61007" y="29737"/>
                    <a:pt x="62867" y="26538"/>
                    <a:pt x="62867" y="22668"/>
                  </a:cubicBezTo>
                  <a:cubicBezTo>
                    <a:pt x="62867" y="18836"/>
                    <a:pt x="61007" y="15599"/>
                    <a:pt x="57286" y="12994"/>
                  </a:cubicBezTo>
                  <a:cubicBezTo>
                    <a:pt x="53566" y="10353"/>
                    <a:pt x="46124" y="9050"/>
                    <a:pt x="34962" y="9050"/>
                  </a:cubicBezTo>
                  <a:cubicBezTo>
                    <a:pt x="23763" y="9050"/>
                    <a:pt x="16284" y="10353"/>
                    <a:pt x="12601" y="12994"/>
                  </a:cubicBezTo>
                  <a:cubicBezTo>
                    <a:pt x="8917" y="15599"/>
                    <a:pt x="7057" y="18873"/>
                    <a:pt x="7057" y="22780"/>
                  </a:cubicBezTo>
                  <a:cubicBezTo>
                    <a:pt x="7057" y="26612"/>
                    <a:pt x="8694" y="29700"/>
                    <a:pt x="11968" y="31970"/>
                  </a:cubicBezTo>
                  <a:cubicBezTo>
                    <a:pt x="16098" y="34872"/>
                    <a:pt x="23763" y="36286"/>
                    <a:pt x="34962" y="3628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08" name="Graphic 2017">
            <a:extLst>
              <a:ext uri="{FF2B5EF4-FFF2-40B4-BE49-F238E27FC236}">
                <a16:creationId xmlns:a16="http://schemas.microsoft.com/office/drawing/2014/main" id="{C0FEFDA7-EE5E-6ED8-F55F-E9BB800AF700}"/>
              </a:ext>
            </a:extLst>
          </p:cNvPr>
          <p:cNvGrpSpPr/>
          <p:nvPr/>
        </p:nvGrpSpPr>
        <p:grpSpPr>
          <a:xfrm>
            <a:off x="2225202" y="7643098"/>
            <a:ext cx="39453" cy="56238"/>
            <a:chOff x="4559924" y="9980089"/>
            <a:chExt cx="69614" cy="99232"/>
          </a:xfrm>
          <a:solidFill>
            <a:srgbClr val="000000"/>
          </a:solidFill>
        </p:grpSpPr>
        <p:sp>
          <p:nvSpPr>
            <p:cNvPr id="3009" name="Freeform 3008">
              <a:extLst>
                <a:ext uri="{FF2B5EF4-FFF2-40B4-BE49-F238E27FC236}">
                  <a16:creationId xmlns:a16="http://schemas.microsoft.com/office/drawing/2014/main" id="{9C13C012-5D6D-3127-E1F4-706A9FC846F9}"/>
                </a:ext>
              </a:extLst>
            </p:cNvPr>
            <p:cNvSpPr/>
            <p:nvPr/>
          </p:nvSpPr>
          <p:spPr>
            <a:xfrm>
              <a:off x="4559924" y="10034253"/>
              <a:ext cx="68460" cy="45067"/>
            </a:xfrm>
            <a:custGeom>
              <a:avLst/>
              <a:gdLst>
                <a:gd name="csX0" fmla="*/ 60578 w 68460"/>
                <a:gd name="csY0" fmla="*/ 461 h 45067"/>
                <a:gd name="csX1" fmla="*/ 68615 w 68460"/>
                <a:gd name="csY1" fmla="*/ 461 h 45067"/>
                <a:gd name="csX2" fmla="*/ 68615 w 68460"/>
                <a:gd name="csY2" fmla="*/ 45519 h 45067"/>
                <a:gd name="csX3" fmla="*/ 62810 w 68460"/>
                <a:gd name="csY3" fmla="*/ 44551 h 45067"/>
                <a:gd name="csX4" fmla="*/ 53732 w 68460"/>
                <a:gd name="csY4" fmla="*/ 39045 h 45067"/>
                <a:gd name="csX5" fmla="*/ 43388 w 68460"/>
                <a:gd name="csY5" fmla="*/ 28106 h 45067"/>
                <a:gd name="csX6" fmla="*/ 28952 w 68460"/>
                <a:gd name="csY6" fmla="*/ 13074 h 45067"/>
                <a:gd name="csX7" fmla="*/ 18906 w 68460"/>
                <a:gd name="csY7" fmla="*/ 9167 h 45067"/>
                <a:gd name="csX8" fmla="*/ 10497 w 68460"/>
                <a:gd name="csY8" fmla="*/ 12739 h 45067"/>
                <a:gd name="csX9" fmla="*/ 7074 w 68460"/>
                <a:gd name="csY9" fmla="*/ 22004 h 45067"/>
                <a:gd name="csX10" fmla="*/ 10720 w 68460"/>
                <a:gd name="csY10" fmla="*/ 31678 h 45067"/>
                <a:gd name="csX11" fmla="*/ 20766 w 68460"/>
                <a:gd name="csY11" fmla="*/ 35361 h 45067"/>
                <a:gd name="csX12" fmla="*/ 19873 w 68460"/>
                <a:gd name="csY12" fmla="*/ 43956 h 45067"/>
                <a:gd name="csX13" fmla="*/ 5214 w 68460"/>
                <a:gd name="csY13" fmla="*/ 37296 h 45067"/>
                <a:gd name="csX14" fmla="*/ 154 w 68460"/>
                <a:gd name="csY14" fmla="*/ 21818 h 45067"/>
                <a:gd name="csX15" fmla="*/ 5586 w 68460"/>
                <a:gd name="csY15" fmla="*/ 6302 h 45067"/>
                <a:gd name="csX16" fmla="*/ 19092 w 68460"/>
                <a:gd name="csY16" fmla="*/ 573 h 45067"/>
                <a:gd name="csX17" fmla="*/ 27129 w 68460"/>
                <a:gd name="csY17" fmla="*/ 2247 h 45067"/>
                <a:gd name="csX18" fmla="*/ 35463 w 68460"/>
                <a:gd name="csY18" fmla="*/ 7791 h 45067"/>
                <a:gd name="csX19" fmla="*/ 47444 w 68460"/>
                <a:gd name="csY19" fmla="*/ 20702 h 45067"/>
                <a:gd name="csX20" fmla="*/ 56039 w 68460"/>
                <a:gd name="csY20" fmla="*/ 30375 h 45067"/>
                <a:gd name="csX21" fmla="*/ 60578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578" y="461"/>
                  </a:moveTo>
                  <a:lnTo>
                    <a:pt x="68615" y="461"/>
                  </a:lnTo>
                  <a:lnTo>
                    <a:pt x="68615" y="45519"/>
                  </a:lnTo>
                  <a:cubicBezTo>
                    <a:pt x="66605" y="45593"/>
                    <a:pt x="64671" y="45258"/>
                    <a:pt x="62810" y="44551"/>
                  </a:cubicBezTo>
                  <a:cubicBezTo>
                    <a:pt x="59722" y="43398"/>
                    <a:pt x="56708" y="41575"/>
                    <a:pt x="53732" y="39045"/>
                  </a:cubicBezTo>
                  <a:cubicBezTo>
                    <a:pt x="50755" y="36515"/>
                    <a:pt x="47332" y="32868"/>
                    <a:pt x="43388" y="28106"/>
                  </a:cubicBezTo>
                  <a:cubicBezTo>
                    <a:pt x="37323" y="20702"/>
                    <a:pt x="32524" y="15679"/>
                    <a:pt x="28952" y="13074"/>
                  </a:cubicBezTo>
                  <a:cubicBezTo>
                    <a:pt x="25417" y="10470"/>
                    <a:pt x="22069" y="9167"/>
                    <a:pt x="18906" y="9167"/>
                  </a:cubicBezTo>
                  <a:cubicBezTo>
                    <a:pt x="15595" y="9167"/>
                    <a:pt x="12767" y="10358"/>
                    <a:pt x="10497" y="12739"/>
                  </a:cubicBezTo>
                  <a:cubicBezTo>
                    <a:pt x="8228" y="15083"/>
                    <a:pt x="7074" y="18172"/>
                    <a:pt x="7074" y="22004"/>
                  </a:cubicBezTo>
                  <a:cubicBezTo>
                    <a:pt x="7074" y="26022"/>
                    <a:pt x="8302" y="29259"/>
                    <a:pt x="10720" y="31678"/>
                  </a:cubicBezTo>
                  <a:cubicBezTo>
                    <a:pt x="13139" y="34096"/>
                    <a:pt x="16487" y="35324"/>
                    <a:pt x="20766" y="35361"/>
                  </a:cubicBezTo>
                  <a:lnTo>
                    <a:pt x="19873" y="43956"/>
                  </a:lnTo>
                  <a:cubicBezTo>
                    <a:pt x="13474" y="43361"/>
                    <a:pt x="8562" y="41165"/>
                    <a:pt x="5214" y="37296"/>
                  </a:cubicBezTo>
                  <a:cubicBezTo>
                    <a:pt x="1828" y="33464"/>
                    <a:pt x="154" y="28292"/>
                    <a:pt x="154" y="21818"/>
                  </a:cubicBezTo>
                  <a:cubicBezTo>
                    <a:pt x="154" y="15269"/>
                    <a:pt x="1977" y="10098"/>
                    <a:pt x="5586" y="6302"/>
                  </a:cubicBezTo>
                  <a:cubicBezTo>
                    <a:pt x="9232" y="2470"/>
                    <a:pt x="13734" y="573"/>
                    <a:pt x="19092" y="573"/>
                  </a:cubicBezTo>
                  <a:cubicBezTo>
                    <a:pt x="21808" y="573"/>
                    <a:pt x="24487" y="1131"/>
                    <a:pt x="27129" y="2247"/>
                  </a:cubicBezTo>
                  <a:cubicBezTo>
                    <a:pt x="29770" y="3363"/>
                    <a:pt x="32524" y="5224"/>
                    <a:pt x="35463" y="7791"/>
                  </a:cubicBezTo>
                  <a:cubicBezTo>
                    <a:pt x="38365" y="10395"/>
                    <a:pt x="42384" y="14674"/>
                    <a:pt x="47444" y="20702"/>
                  </a:cubicBezTo>
                  <a:cubicBezTo>
                    <a:pt x="51685" y="25725"/>
                    <a:pt x="54513" y="28962"/>
                    <a:pt x="56039" y="30375"/>
                  </a:cubicBezTo>
                  <a:cubicBezTo>
                    <a:pt x="57527" y="31789"/>
                    <a:pt x="59052" y="32980"/>
                    <a:pt x="60578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0" name="Freeform 3009">
              <a:extLst>
                <a:ext uri="{FF2B5EF4-FFF2-40B4-BE49-F238E27FC236}">
                  <a16:creationId xmlns:a16="http://schemas.microsoft.com/office/drawing/2014/main" id="{67D1EB72-C6C7-F19F-07AB-DC79FC777682}"/>
                </a:ext>
              </a:extLst>
            </p:cNvPr>
            <p:cNvSpPr/>
            <p:nvPr/>
          </p:nvSpPr>
          <p:spPr>
            <a:xfrm>
              <a:off x="4561114" y="9980089"/>
              <a:ext cx="68423" cy="45206"/>
            </a:xfrm>
            <a:custGeom>
              <a:avLst/>
              <a:gdLst>
                <a:gd name="csX0" fmla="*/ 49565 w 68423"/>
                <a:gd name="csY0" fmla="*/ 45662 h 45206"/>
                <a:gd name="csX1" fmla="*/ 48820 w 68423"/>
                <a:gd name="csY1" fmla="*/ 36844 h 45206"/>
                <a:gd name="csX2" fmla="*/ 58457 w 68423"/>
                <a:gd name="csY2" fmla="*/ 32342 h 45206"/>
                <a:gd name="csX3" fmla="*/ 61694 w 68423"/>
                <a:gd name="csY3" fmla="*/ 23747 h 45206"/>
                <a:gd name="csX4" fmla="*/ 57155 w 68423"/>
                <a:gd name="csY4" fmla="*/ 13515 h 45206"/>
                <a:gd name="csX5" fmla="*/ 45062 w 68423"/>
                <a:gd name="csY5" fmla="*/ 9348 h 45206"/>
                <a:gd name="csX6" fmla="*/ 33752 w 68423"/>
                <a:gd name="csY6" fmla="*/ 13366 h 45206"/>
                <a:gd name="csX7" fmla="*/ 29622 w 68423"/>
                <a:gd name="csY7" fmla="*/ 23896 h 45206"/>
                <a:gd name="csX8" fmla="*/ 31445 w 68423"/>
                <a:gd name="csY8" fmla="*/ 31188 h 45206"/>
                <a:gd name="csX9" fmla="*/ 36207 w 68423"/>
                <a:gd name="csY9" fmla="*/ 36286 h 45206"/>
                <a:gd name="csX10" fmla="*/ 35203 w 68423"/>
                <a:gd name="csY10" fmla="*/ 44174 h 45206"/>
                <a:gd name="csX11" fmla="*/ 154 w 68423"/>
                <a:gd name="csY11" fmla="*/ 37551 h 45206"/>
                <a:gd name="csX12" fmla="*/ 154 w 68423"/>
                <a:gd name="csY12" fmla="*/ 3655 h 45206"/>
                <a:gd name="csX13" fmla="*/ 8190 w 68423"/>
                <a:gd name="csY13" fmla="*/ 3655 h 45206"/>
                <a:gd name="csX14" fmla="*/ 8190 w 68423"/>
                <a:gd name="csY14" fmla="*/ 30854 h 45206"/>
                <a:gd name="csX15" fmla="*/ 26496 w 68423"/>
                <a:gd name="csY15" fmla="*/ 34537 h 45206"/>
                <a:gd name="csX16" fmla="*/ 22217 w 68423"/>
                <a:gd name="csY16" fmla="*/ 21663 h 45206"/>
                <a:gd name="csX17" fmla="*/ 28394 w 68423"/>
                <a:gd name="csY17" fmla="*/ 6595 h 45206"/>
                <a:gd name="csX18" fmla="*/ 44318 w 68423"/>
                <a:gd name="csY18" fmla="*/ 455 h 45206"/>
                <a:gd name="csX19" fmla="*/ 60317 w 68423"/>
                <a:gd name="csY19" fmla="*/ 5850 h 45206"/>
                <a:gd name="csX20" fmla="*/ 68577 w 68423"/>
                <a:gd name="csY20" fmla="*/ 23747 h 45206"/>
                <a:gd name="csX21" fmla="*/ 63368 w 68423"/>
                <a:gd name="csY21" fmla="*/ 38928 h 45206"/>
                <a:gd name="csX22" fmla="*/ 49565 w 68423"/>
                <a:gd name="csY22" fmla="*/ 45662 h 45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423" h="45206">
                  <a:moveTo>
                    <a:pt x="49565" y="45662"/>
                  </a:moveTo>
                  <a:lnTo>
                    <a:pt x="48820" y="36844"/>
                  </a:lnTo>
                  <a:cubicBezTo>
                    <a:pt x="53099" y="36211"/>
                    <a:pt x="56299" y="34686"/>
                    <a:pt x="58457" y="32342"/>
                  </a:cubicBezTo>
                  <a:cubicBezTo>
                    <a:pt x="60615" y="29961"/>
                    <a:pt x="61694" y="27096"/>
                    <a:pt x="61694" y="23747"/>
                  </a:cubicBezTo>
                  <a:cubicBezTo>
                    <a:pt x="61694" y="19729"/>
                    <a:pt x="60169" y="16306"/>
                    <a:pt x="57155" y="13515"/>
                  </a:cubicBezTo>
                  <a:cubicBezTo>
                    <a:pt x="54104" y="10725"/>
                    <a:pt x="50085" y="9348"/>
                    <a:pt x="45062" y="9348"/>
                  </a:cubicBezTo>
                  <a:cubicBezTo>
                    <a:pt x="40263" y="9348"/>
                    <a:pt x="36505" y="10687"/>
                    <a:pt x="33752" y="13366"/>
                  </a:cubicBezTo>
                  <a:cubicBezTo>
                    <a:pt x="30998" y="16045"/>
                    <a:pt x="29622" y="19543"/>
                    <a:pt x="29622" y="23896"/>
                  </a:cubicBezTo>
                  <a:cubicBezTo>
                    <a:pt x="29622" y="26575"/>
                    <a:pt x="30217" y="29030"/>
                    <a:pt x="31445" y="31188"/>
                  </a:cubicBezTo>
                  <a:cubicBezTo>
                    <a:pt x="32673" y="33346"/>
                    <a:pt x="34272" y="35058"/>
                    <a:pt x="36207" y="36286"/>
                  </a:cubicBezTo>
                  <a:lnTo>
                    <a:pt x="35203" y="44174"/>
                  </a:lnTo>
                  <a:lnTo>
                    <a:pt x="154" y="37551"/>
                  </a:lnTo>
                  <a:lnTo>
                    <a:pt x="154" y="3655"/>
                  </a:lnTo>
                  <a:lnTo>
                    <a:pt x="8190" y="3655"/>
                  </a:lnTo>
                  <a:lnTo>
                    <a:pt x="8190" y="30854"/>
                  </a:lnTo>
                  <a:lnTo>
                    <a:pt x="26496" y="34537"/>
                  </a:lnTo>
                  <a:cubicBezTo>
                    <a:pt x="23631" y="30444"/>
                    <a:pt x="22217" y="26165"/>
                    <a:pt x="22217" y="21663"/>
                  </a:cubicBezTo>
                  <a:cubicBezTo>
                    <a:pt x="22217" y="15710"/>
                    <a:pt x="24264" y="10687"/>
                    <a:pt x="28394" y="6595"/>
                  </a:cubicBezTo>
                  <a:cubicBezTo>
                    <a:pt x="32524" y="2502"/>
                    <a:pt x="37844" y="455"/>
                    <a:pt x="44318" y="455"/>
                  </a:cubicBezTo>
                  <a:cubicBezTo>
                    <a:pt x="50495" y="455"/>
                    <a:pt x="55815" y="2241"/>
                    <a:pt x="60317" y="5850"/>
                  </a:cubicBezTo>
                  <a:cubicBezTo>
                    <a:pt x="65824" y="10204"/>
                    <a:pt x="68577" y="16194"/>
                    <a:pt x="68577" y="23747"/>
                  </a:cubicBezTo>
                  <a:cubicBezTo>
                    <a:pt x="68577" y="29961"/>
                    <a:pt x="66866" y="35021"/>
                    <a:pt x="63368" y="38928"/>
                  </a:cubicBezTo>
                  <a:cubicBezTo>
                    <a:pt x="59908" y="42871"/>
                    <a:pt x="55294" y="45104"/>
                    <a:pt x="49565" y="4566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1" name="Graphic 2017">
            <a:extLst>
              <a:ext uri="{FF2B5EF4-FFF2-40B4-BE49-F238E27FC236}">
                <a16:creationId xmlns:a16="http://schemas.microsoft.com/office/drawing/2014/main" id="{4E7C1C5F-BD8F-6294-9FAF-319E45E43DAB}"/>
              </a:ext>
            </a:extLst>
          </p:cNvPr>
          <p:cNvGrpSpPr/>
          <p:nvPr/>
        </p:nvGrpSpPr>
        <p:grpSpPr>
          <a:xfrm>
            <a:off x="2317961" y="7643520"/>
            <a:ext cx="39453" cy="51572"/>
            <a:chOff x="4723598" y="9980833"/>
            <a:chExt cx="69614" cy="90999"/>
          </a:xfrm>
          <a:solidFill>
            <a:srgbClr val="000000"/>
          </a:solidFill>
        </p:grpSpPr>
        <p:sp>
          <p:nvSpPr>
            <p:cNvPr id="3012" name="Freeform 3011">
              <a:extLst>
                <a:ext uri="{FF2B5EF4-FFF2-40B4-BE49-F238E27FC236}">
                  <a16:creationId xmlns:a16="http://schemas.microsoft.com/office/drawing/2014/main" id="{5530728E-16EA-B23E-7C70-A815527A80B1}"/>
                </a:ext>
              </a:extLst>
            </p:cNvPr>
            <p:cNvSpPr/>
            <p:nvPr/>
          </p:nvSpPr>
          <p:spPr>
            <a:xfrm>
              <a:off x="4723598" y="10046717"/>
              <a:ext cx="68460" cy="25114"/>
            </a:xfrm>
            <a:custGeom>
              <a:avLst/>
              <a:gdLst>
                <a:gd name="csX0" fmla="*/ 68632 w 68460"/>
                <a:gd name="csY0" fmla="*/ 461 h 25114"/>
                <a:gd name="csX1" fmla="*/ 68632 w 68460"/>
                <a:gd name="csY1" fmla="*/ 8833 h 25114"/>
                <a:gd name="csX2" fmla="*/ 15277 w 68460"/>
                <a:gd name="csY2" fmla="*/ 8833 h 25114"/>
                <a:gd name="csX3" fmla="*/ 21044 w 68460"/>
                <a:gd name="csY3" fmla="*/ 16758 h 25114"/>
                <a:gd name="csX4" fmla="*/ 25397 w 68460"/>
                <a:gd name="csY4" fmla="*/ 25576 h 25114"/>
                <a:gd name="csX5" fmla="*/ 17286 w 68460"/>
                <a:gd name="csY5" fmla="*/ 25576 h 25114"/>
                <a:gd name="csX6" fmla="*/ 9286 w 68460"/>
                <a:gd name="csY6" fmla="*/ 13297 h 25114"/>
                <a:gd name="csX7" fmla="*/ 171 w 68460"/>
                <a:gd name="csY7" fmla="*/ 5856 h 25114"/>
                <a:gd name="csX8" fmla="*/ 171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632" y="461"/>
                  </a:moveTo>
                  <a:lnTo>
                    <a:pt x="68632" y="8833"/>
                  </a:lnTo>
                  <a:lnTo>
                    <a:pt x="15277" y="8833"/>
                  </a:lnTo>
                  <a:cubicBezTo>
                    <a:pt x="17212" y="10842"/>
                    <a:pt x="19146" y="13483"/>
                    <a:pt x="21044" y="16758"/>
                  </a:cubicBezTo>
                  <a:cubicBezTo>
                    <a:pt x="22979" y="20032"/>
                    <a:pt x="24430" y="22971"/>
                    <a:pt x="25397" y="25576"/>
                  </a:cubicBezTo>
                  <a:lnTo>
                    <a:pt x="17286" y="25576"/>
                  </a:lnTo>
                  <a:cubicBezTo>
                    <a:pt x="15091" y="20888"/>
                    <a:pt x="12412" y="16795"/>
                    <a:pt x="9286" y="13297"/>
                  </a:cubicBezTo>
                  <a:cubicBezTo>
                    <a:pt x="6161" y="9800"/>
                    <a:pt x="3110" y="7307"/>
                    <a:pt x="171" y="5856"/>
                  </a:cubicBezTo>
                  <a:lnTo>
                    <a:pt x="171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3" name="Freeform 3012">
              <a:extLst>
                <a:ext uri="{FF2B5EF4-FFF2-40B4-BE49-F238E27FC236}">
                  <a16:creationId xmlns:a16="http://schemas.microsoft.com/office/drawing/2014/main" id="{860C4F3D-4402-1BE7-1608-E570439B65C3}"/>
                </a:ext>
              </a:extLst>
            </p:cNvPr>
            <p:cNvSpPr/>
            <p:nvPr/>
          </p:nvSpPr>
          <p:spPr>
            <a:xfrm>
              <a:off x="4723598" y="9980833"/>
              <a:ext cx="69614" cy="44462"/>
            </a:xfrm>
            <a:custGeom>
              <a:avLst/>
              <a:gdLst>
                <a:gd name="csX0" fmla="*/ 34997 w 69614"/>
                <a:gd name="csY0" fmla="*/ 44918 h 44462"/>
                <a:gd name="csX1" fmla="*/ 15537 w 69614"/>
                <a:gd name="csY1" fmla="*/ 42425 h 44462"/>
                <a:gd name="csX2" fmla="*/ 4189 w 69614"/>
                <a:gd name="csY2" fmla="*/ 35021 h 44462"/>
                <a:gd name="csX3" fmla="*/ 171 w 69614"/>
                <a:gd name="csY3" fmla="*/ 22668 h 44462"/>
                <a:gd name="csX4" fmla="*/ 2366 w 69614"/>
                <a:gd name="csY4" fmla="*/ 13031 h 44462"/>
                <a:gd name="csX5" fmla="*/ 8766 w 69614"/>
                <a:gd name="csY5" fmla="*/ 6223 h 44462"/>
                <a:gd name="csX6" fmla="*/ 18886 w 69614"/>
                <a:gd name="csY6" fmla="*/ 1981 h 44462"/>
                <a:gd name="csX7" fmla="*/ 34997 w 69614"/>
                <a:gd name="csY7" fmla="*/ 455 h 44462"/>
                <a:gd name="csX8" fmla="*/ 54381 w 69614"/>
                <a:gd name="csY8" fmla="*/ 2911 h 44462"/>
                <a:gd name="csX9" fmla="*/ 65767 w 69614"/>
                <a:gd name="csY9" fmla="*/ 10278 h 44462"/>
                <a:gd name="csX10" fmla="*/ 69785 w 69614"/>
                <a:gd name="csY10" fmla="*/ 22668 h 44462"/>
                <a:gd name="csX11" fmla="*/ 62716 w 69614"/>
                <a:gd name="csY11" fmla="*/ 38146 h 44462"/>
                <a:gd name="csX12" fmla="*/ 34997 w 69614"/>
                <a:gd name="csY12" fmla="*/ 44918 h 44462"/>
                <a:gd name="csX13" fmla="*/ 34997 w 69614"/>
                <a:gd name="csY13" fmla="*/ 36286 h 44462"/>
                <a:gd name="csX14" fmla="*/ 57358 w 69614"/>
                <a:gd name="csY14" fmla="*/ 32379 h 44462"/>
                <a:gd name="csX15" fmla="*/ 62902 w 69614"/>
                <a:gd name="csY15" fmla="*/ 22668 h 44462"/>
                <a:gd name="csX16" fmla="*/ 57321 w 69614"/>
                <a:gd name="csY16" fmla="*/ 12994 h 44462"/>
                <a:gd name="csX17" fmla="*/ 34997 w 69614"/>
                <a:gd name="csY17" fmla="*/ 9050 h 44462"/>
                <a:gd name="csX18" fmla="*/ 12635 w 69614"/>
                <a:gd name="csY18" fmla="*/ 12994 h 44462"/>
                <a:gd name="csX19" fmla="*/ 7091 w 69614"/>
                <a:gd name="csY19" fmla="*/ 22780 h 44462"/>
                <a:gd name="csX20" fmla="*/ 12003 w 69614"/>
                <a:gd name="csY20" fmla="*/ 31970 h 44462"/>
                <a:gd name="csX21" fmla="*/ 34997 w 69614"/>
                <a:gd name="csY21" fmla="*/ 36286 h 44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9614" h="44462">
                  <a:moveTo>
                    <a:pt x="34997" y="44918"/>
                  </a:moveTo>
                  <a:cubicBezTo>
                    <a:pt x="26960" y="44918"/>
                    <a:pt x="20449" y="44062"/>
                    <a:pt x="15537" y="42425"/>
                  </a:cubicBezTo>
                  <a:cubicBezTo>
                    <a:pt x="10626" y="40751"/>
                    <a:pt x="6831" y="38295"/>
                    <a:pt x="4189" y="35021"/>
                  </a:cubicBezTo>
                  <a:cubicBezTo>
                    <a:pt x="1510" y="31747"/>
                    <a:pt x="171" y="27654"/>
                    <a:pt x="171" y="22668"/>
                  </a:cubicBezTo>
                  <a:cubicBezTo>
                    <a:pt x="171" y="19022"/>
                    <a:pt x="915" y="15822"/>
                    <a:pt x="2366" y="13031"/>
                  </a:cubicBezTo>
                  <a:cubicBezTo>
                    <a:pt x="3854" y="10278"/>
                    <a:pt x="5975" y="8008"/>
                    <a:pt x="8766" y="6223"/>
                  </a:cubicBezTo>
                  <a:cubicBezTo>
                    <a:pt x="11519" y="4399"/>
                    <a:pt x="14905" y="3023"/>
                    <a:pt x="18886" y="1981"/>
                  </a:cubicBezTo>
                  <a:cubicBezTo>
                    <a:pt x="22867" y="939"/>
                    <a:pt x="28262" y="455"/>
                    <a:pt x="34997" y="455"/>
                  </a:cubicBezTo>
                  <a:cubicBezTo>
                    <a:pt x="42996" y="455"/>
                    <a:pt x="49470" y="1274"/>
                    <a:pt x="54381" y="2911"/>
                  </a:cubicBezTo>
                  <a:cubicBezTo>
                    <a:pt x="59293" y="4548"/>
                    <a:pt x="63088" y="7004"/>
                    <a:pt x="65767" y="10278"/>
                  </a:cubicBezTo>
                  <a:cubicBezTo>
                    <a:pt x="68446" y="13552"/>
                    <a:pt x="69785" y="17682"/>
                    <a:pt x="69785" y="22668"/>
                  </a:cubicBezTo>
                  <a:cubicBezTo>
                    <a:pt x="69785" y="29254"/>
                    <a:pt x="67441" y="34425"/>
                    <a:pt x="62716" y="38146"/>
                  </a:cubicBezTo>
                  <a:cubicBezTo>
                    <a:pt x="57060" y="42648"/>
                    <a:pt x="47796" y="44918"/>
                    <a:pt x="34997" y="44918"/>
                  </a:cubicBezTo>
                  <a:moveTo>
                    <a:pt x="34997" y="36286"/>
                  </a:moveTo>
                  <a:cubicBezTo>
                    <a:pt x="46196" y="36286"/>
                    <a:pt x="53637" y="34984"/>
                    <a:pt x="57358" y="32379"/>
                  </a:cubicBezTo>
                  <a:cubicBezTo>
                    <a:pt x="61041" y="29737"/>
                    <a:pt x="62902" y="26538"/>
                    <a:pt x="62902" y="22668"/>
                  </a:cubicBezTo>
                  <a:cubicBezTo>
                    <a:pt x="62902" y="18836"/>
                    <a:pt x="61041" y="15599"/>
                    <a:pt x="57321" y="12994"/>
                  </a:cubicBezTo>
                  <a:cubicBezTo>
                    <a:pt x="53600" y="10353"/>
                    <a:pt x="46159" y="9050"/>
                    <a:pt x="34997" y="9050"/>
                  </a:cubicBezTo>
                  <a:cubicBezTo>
                    <a:pt x="23797" y="9050"/>
                    <a:pt x="16319" y="10353"/>
                    <a:pt x="12635" y="12994"/>
                  </a:cubicBezTo>
                  <a:cubicBezTo>
                    <a:pt x="8952" y="15599"/>
                    <a:pt x="7091" y="18873"/>
                    <a:pt x="7091" y="22780"/>
                  </a:cubicBezTo>
                  <a:cubicBezTo>
                    <a:pt x="7091" y="26612"/>
                    <a:pt x="8728" y="29700"/>
                    <a:pt x="12003" y="31970"/>
                  </a:cubicBezTo>
                  <a:cubicBezTo>
                    <a:pt x="16133" y="34872"/>
                    <a:pt x="23797" y="36286"/>
                    <a:pt x="34997" y="3628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4" name="Graphic 2017">
            <a:extLst>
              <a:ext uri="{FF2B5EF4-FFF2-40B4-BE49-F238E27FC236}">
                <a16:creationId xmlns:a16="http://schemas.microsoft.com/office/drawing/2014/main" id="{DCE3D75D-040A-651A-9273-2489E98F6F0A}"/>
              </a:ext>
            </a:extLst>
          </p:cNvPr>
          <p:cNvGrpSpPr/>
          <p:nvPr/>
        </p:nvGrpSpPr>
        <p:grpSpPr>
          <a:xfrm>
            <a:off x="2410720" y="7643098"/>
            <a:ext cx="39453" cy="51994"/>
            <a:chOff x="4887271" y="9980089"/>
            <a:chExt cx="69614" cy="91743"/>
          </a:xfrm>
          <a:solidFill>
            <a:srgbClr val="000000"/>
          </a:solidFill>
        </p:grpSpPr>
        <p:sp>
          <p:nvSpPr>
            <p:cNvPr id="3015" name="Freeform 3014">
              <a:extLst>
                <a:ext uri="{FF2B5EF4-FFF2-40B4-BE49-F238E27FC236}">
                  <a16:creationId xmlns:a16="http://schemas.microsoft.com/office/drawing/2014/main" id="{319F69ED-EE83-3DD1-E91F-D65C1FFEEB51}"/>
                </a:ext>
              </a:extLst>
            </p:cNvPr>
            <p:cNvSpPr/>
            <p:nvPr/>
          </p:nvSpPr>
          <p:spPr>
            <a:xfrm>
              <a:off x="4887271" y="10046717"/>
              <a:ext cx="68460" cy="25114"/>
            </a:xfrm>
            <a:custGeom>
              <a:avLst/>
              <a:gdLst>
                <a:gd name="csX0" fmla="*/ 68649 w 68460"/>
                <a:gd name="csY0" fmla="*/ 461 h 25114"/>
                <a:gd name="csX1" fmla="*/ 68649 w 68460"/>
                <a:gd name="csY1" fmla="*/ 8833 h 25114"/>
                <a:gd name="csX2" fmla="*/ 15294 w 68460"/>
                <a:gd name="csY2" fmla="*/ 8833 h 25114"/>
                <a:gd name="csX3" fmla="*/ 21061 w 68460"/>
                <a:gd name="csY3" fmla="*/ 16758 h 25114"/>
                <a:gd name="csX4" fmla="*/ 25414 w 68460"/>
                <a:gd name="csY4" fmla="*/ 25576 h 25114"/>
                <a:gd name="csX5" fmla="*/ 17303 w 68460"/>
                <a:gd name="csY5" fmla="*/ 25576 h 25114"/>
                <a:gd name="csX6" fmla="*/ 9304 w 68460"/>
                <a:gd name="csY6" fmla="*/ 13297 h 25114"/>
                <a:gd name="csX7" fmla="*/ 188 w 68460"/>
                <a:gd name="csY7" fmla="*/ 5856 h 25114"/>
                <a:gd name="csX8" fmla="*/ 188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649" y="461"/>
                  </a:moveTo>
                  <a:lnTo>
                    <a:pt x="68649" y="8833"/>
                  </a:lnTo>
                  <a:lnTo>
                    <a:pt x="15294" y="8833"/>
                  </a:lnTo>
                  <a:cubicBezTo>
                    <a:pt x="17229" y="10842"/>
                    <a:pt x="19164" y="13483"/>
                    <a:pt x="21061" y="16758"/>
                  </a:cubicBezTo>
                  <a:cubicBezTo>
                    <a:pt x="22996" y="20032"/>
                    <a:pt x="24447" y="22971"/>
                    <a:pt x="25414" y="25576"/>
                  </a:cubicBezTo>
                  <a:lnTo>
                    <a:pt x="17303" y="25576"/>
                  </a:lnTo>
                  <a:cubicBezTo>
                    <a:pt x="15108" y="20888"/>
                    <a:pt x="12429" y="16795"/>
                    <a:pt x="9304" y="13297"/>
                  </a:cubicBezTo>
                  <a:cubicBezTo>
                    <a:pt x="6178" y="9800"/>
                    <a:pt x="3127" y="7307"/>
                    <a:pt x="188" y="5856"/>
                  </a:cubicBezTo>
                  <a:lnTo>
                    <a:pt x="188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6" name="Freeform 3015">
              <a:extLst>
                <a:ext uri="{FF2B5EF4-FFF2-40B4-BE49-F238E27FC236}">
                  <a16:creationId xmlns:a16="http://schemas.microsoft.com/office/drawing/2014/main" id="{EE4B3198-1D8F-FE72-0BBF-DD89E39AE175}"/>
                </a:ext>
              </a:extLst>
            </p:cNvPr>
            <p:cNvSpPr/>
            <p:nvPr/>
          </p:nvSpPr>
          <p:spPr>
            <a:xfrm>
              <a:off x="4888462" y="9980089"/>
              <a:ext cx="68423" cy="45206"/>
            </a:xfrm>
            <a:custGeom>
              <a:avLst/>
              <a:gdLst>
                <a:gd name="csX0" fmla="*/ 49599 w 68423"/>
                <a:gd name="csY0" fmla="*/ 45662 h 45206"/>
                <a:gd name="csX1" fmla="*/ 48855 w 68423"/>
                <a:gd name="csY1" fmla="*/ 36844 h 45206"/>
                <a:gd name="csX2" fmla="*/ 58491 w 68423"/>
                <a:gd name="csY2" fmla="*/ 32342 h 45206"/>
                <a:gd name="csX3" fmla="*/ 61728 w 68423"/>
                <a:gd name="csY3" fmla="*/ 23747 h 45206"/>
                <a:gd name="csX4" fmla="*/ 57189 w 68423"/>
                <a:gd name="csY4" fmla="*/ 13515 h 45206"/>
                <a:gd name="csX5" fmla="*/ 45097 w 68423"/>
                <a:gd name="csY5" fmla="*/ 9348 h 45206"/>
                <a:gd name="csX6" fmla="*/ 33786 w 68423"/>
                <a:gd name="csY6" fmla="*/ 13366 h 45206"/>
                <a:gd name="csX7" fmla="*/ 29656 w 68423"/>
                <a:gd name="csY7" fmla="*/ 23896 h 45206"/>
                <a:gd name="csX8" fmla="*/ 31479 w 68423"/>
                <a:gd name="csY8" fmla="*/ 31188 h 45206"/>
                <a:gd name="csX9" fmla="*/ 36242 w 68423"/>
                <a:gd name="csY9" fmla="*/ 36286 h 45206"/>
                <a:gd name="csX10" fmla="*/ 35237 w 68423"/>
                <a:gd name="csY10" fmla="*/ 44174 h 45206"/>
                <a:gd name="csX11" fmla="*/ 188 w 68423"/>
                <a:gd name="csY11" fmla="*/ 37551 h 45206"/>
                <a:gd name="csX12" fmla="*/ 188 w 68423"/>
                <a:gd name="csY12" fmla="*/ 3655 h 45206"/>
                <a:gd name="csX13" fmla="*/ 8225 w 68423"/>
                <a:gd name="csY13" fmla="*/ 3655 h 45206"/>
                <a:gd name="csX14" fmla="*/ 8225 w 68423"/>
                <a:gd name="csY14" fmla="*/ 30854 h 45206"/>
                <a:gd name="csX15" fmla="*/ 26531 w 68423"/>
                <a:gd name="csY15" fmla="*/ 34537 h 45206"/>
                <a:gd name="csX16" fmla="*/ 22252 w 68423"/>
                <a:gd name="csY16" fmla="*/ 21663 h 45206"/>
                <a:gd name="csX17" fmla="*/ 28428 w 68423"/>
                <a:gd name="csY17" fmla="*/ 6595 h 45206"/>
                <a:gd name="csX18" fmla="*/ 44353 w 68423"/>
                <a:gd name="csY18" fmla="*/ 455 h 45206"/>
                <a:gd name="csX19" fmla="*/ 60352 w 68423"/>
                <a:gd name="csY19" fmla="*/ 5850 h 45206"/>
                <a:gd name="csX20" fmla="*/ 68612 w 68423"/>
                <a:gd name="csY20" fmla="*/ 23747 h 45206"/>
                <a:gd name="csX21" fmla="*/ 63403 w 68423"/>
                <a:gd name="csY21" fmla="*/ 38928 h 45206"/>
                <a:gd name="csX22" fmla="*/ 49599 w 68423"/>
                <a:gd name="csY22" fmla="*/ 45662 h 45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8423" h="45206">
                  <a:moveTo>
                    <a:pt x="49599" y="45662"/>
                  </a:moveTo>
                  <a:lnTo>
                    <a:pt x="48855" y="36844"/>
                  </a:lnTo>
                  <a:cubicBezTo>
                    <a:pt x="53134" y="36211"/>
                    <a:pt x="56333" y="34686"/>
                    <a:pt x="58491" y="32342"/>
                  </a:cubicBezTo>
                  <a:cubicBezTo>
                    <a:pt x="60649" y="29961"/>
                    <a:pt x="61728" y="27096"/>
                    <a:pt x="61728" y="23747"/>
                  </a:cubicBezTo>
                  <a:cubicBezTo>
                    <a:pt x="61728" y="19729"/>
                    <a:pt x="60203" y="16306"/>
                    <a:pt x="57189" y="13515"/>
                  </a:cubicBezTo>
                  <a:cubicBezTo>
                    <a:pt x="54138" y="10725"/>
                    <a:pt x="50120" y="9348"/>
                    <a:pt x="45097" y="9348"/>
                  </a:cubicBezTo>
                  <a:cubicBezTo>
                    <a:pt x="40297" y="9348"/>
                    <a:pt x="36539" y="10687"/>
                    <a:pt x="33786" y="13366"/>
                  </a:cubicBezTo>
                  <a:cubicBezTo>
                    <a:pt x="31033" y="16045"/>
                    <a:pt x="29656" y="19543"/>
                    <a:pt x="29656" y="23896"/>
                  </a:cubicBezTo>
                  <a:cubicBezTo>
                    <a:pt x="29656" y="26575"/>
                    <a:pt x="30251" y="29030"/>
                    <a:pt x="31479" y="31188"/>
                  </a:cubicBezTo>
                  <a:cubicBezTo>
                    <a:pt x="32707" y="33346"/>
                    <a:pt x="34307" y="35058"/>
                    <a:pt x="36242" y="36286"/>
                  </a:cubicBezTo>
                  <a:lnTo>
                    <a:pt x="35237" y="44174"/>
                  </a:lnTo>
                  <a:lnTo>
                    <a:pt x="188" y="37551"/>
                  </a:lnTo>
                  <a:lnTo>
                    <a:pt x="188" y="3655"/>
                  </a:lnTo>
                  <a:lnTo>
                    <a:pt x="8225" y="3655"/>
                  </a:lnTo>
                  <a:lnTo>
                    <a:pt x="8225" y="30854"/>
                  </a:lnTo>
                  <a:lnTo>
                    <a:pt x="26531" y="34537"/>
                  </a:lnTo>
                  <a:cubicBezTo>
                    <a:pt x="23666" y="30444"/>
                    <a:pt x="22252" y="26165"/>
                    <a:pt x="22252" y="21663"/>
                  </a:cubicBezTo>
                  <a:cubicBezTo>
                    <a:pt x="22252" y="15710"/>
                    <a:pt x="24298" y="10687"/>
                    <a:pt x="28428" y="6595"/>
                  </a:cubicBezTo>
                  <a:cubicBezTo>
                    <a:pt x="32558" y="2502"/>
                    <a:pt x="37879" y="455"/>
                    <a:pt x="44353" y="455"/>
                  </a:cubicBezTo>
                  <a:cubicBezTo>
                    <a:pt x="50529" y="455"/>
                    <a:pt x="55850" y="2241"/>
                    <a:pt x="60352" y="5850"/>
                  </a:cubicBezTo>
                  <a:cubicBezTo>
                    <a:pt x="65858" y="10204"/>
                    <a:pt x="68612" y="16194"/>
                    <a:pt x="68612" y="23747"/>
                  </a:cubicBezTo>
                  <a:cubicBezTo>
                    <a:pt x="68612" y="29961"/>
                    <a:pt x="66900" y="35021"/>
                    <a:pt x="63403" y="38928"/>
                  </a:cubicBezTo>
                  <a:cubicBezTo>
                    <a:pt x="59942" y="42871"/>
                    <a:pt x="55329" y="45104"/>
                    <a:pt x="49599" y="4566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7" name="Graphic 2017">
            <a:extLst>
              <a:ext uri="{FF2B5EF4-FFF2-40B4-BE49-F238E27FC236}">
                <a16:creationId xmlns:a16="http://schemas.microsoft.com/office/drawing/2014/main" id="{E0CE27CC-890F-DDD5-2B4B-CEE00E48C533}"/>
              </a:ext>
            </a:extLst>
          </p:cNvPr>
          <p:cNvGrpSpPr/>
          <p:nvPr/>
        </p:nvGrpSpPr>
        <p:grpSpPr>
          <a:xfrm>
            <a:off x="2503480" y="7643772"/>
            <a:ext cx="38798" cy="51319"/>
            <a:chOff x="5050945" y="9981279"/>
            <a:chExt cx="68460" cy="90552"/>
          </a:xfrm>
          <a:solidFill>
            <a:srgbClr val="000000"/>
          </a:solidFill>
        </p:grpSpPr>
        <p:sp>
          <p:nvSpPr>
            <p:cNvPr id="3018" name="Freeform 3017">
              <a:extLst>
                <a:ext uri="{FF2B5EF4-FFF2-40B4-BE49-F238E27FC236}">
                  <a16:creationId xmlns:a16="http://schemas.microsoft.com/office/drawing/2014/main" id="{7580ABB5-6DA9-4EDF-FA2F-80F3FBDB73F2}"/>
                </a:ext>
              </a:extLst>
            </p:cNvPr>
            <p:cNvSpPr/>
            <p:nvPr/>
          </p:nvSpPr>
          <p:spPr>
            <a:xfrm>
              <a:off x="5050945" y="10046717"/>
              <a:ext cx="68460" cy="25114"/>
            </a:xfrm>
            <a:custGeom>
              <a:avLst/>
              <a:gdLst>
                <a:gd name="csX0" fmla="*/ 68666 w 68460"/>
                <a:gd name="csY0" fmla="*/ 461 h 25114"/>
                <a:gd name="csX1" fmla="*/ 68666 w 68460"/>
                <a:gd name="csY1" fmla="*/ 8833 h 25114"/>
                <a:gd name="csX2" fmla="*/ 15311 w 68460"/>
                <a:gd name="csY2" fmla="*/ 8833 h 25114"/>
                <a:gd name="csX3" fmla="*/ 21078 w 68460"/>
                <a:gd name="csY3" fmla="*/ 16758 h 25114"/>
                <a:gd name="csX4" fmla="*/ 25432 w 68460"/>
                <a:gd name="csY4" fmla="*/ 25576 h 25114"/>
                <a:gd name="csX5" fmla="*/ 17320 w 68460"/>
                <a:gd name="csY5" fmla="*/ 25576 h 25114"/>
                <a:gd name="csX6" fmla="*/ 9321 w 68460"/>
                <a:gd name="csY6" fmla="*/ 13297 h 25114"/>
                <a:gd name="csX7" fmla="*/ 205 w 68460"/>
                <a:gd name="csY7" fmla="*/ 5856 h 25114"/>
                <a:gd name="csX8" fmla="*/ 205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666" y="461"/>
                  </a:moveTo>
                  <a:lnTo>
                    <a:pt x="68666" y="8833"/>
                  </a:lnTo>
                  <a:lnTo>
                    <a:pt x="15311" y="8833"/>
                  </a:lnTo>
                  <a:cubicBezTo>
                    <a:pt x="17246" y="10842"/>
                    <a:pt x="19181" y="13483"/>
                    <a:pt x="21078" y="16758"/>
                  </a:cubicBezTo>
                  <a:cubicBezTo>
                    <a:pt x="23013" y="20032"/>
                    <a:pt x="24464" y="22971"/>
                    <a:pt x="25432" y="25576"/>
                  </a:cubicBezTo>
                  <a:lnTo>
                    <a:pt x="17320" y="25576"/>
                  </a:lnTo>
                  <a:cubicBezTo>
                    <a:pt x="15125" y="20888"/>
                    <a:pt x="12446" y="16795"/>
                    <a:pt x="9321" y="13297"/>
                  </a:cubicBezTo>
                  <a:cubicBezTo>
                    <a:pt x="6195" y="9800"/>
                    <a:pt x="3145" y="7307"/>
                    <a:pt x="205" y="5856"/>
                  </a:cubicBezTo>
                  <a:lnTo>
                    <a:pt x="205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9" name="Freeform 3018">
              <a:extLst>
                <a:ext uri="{FF2B5EF4-FFF2-40B4-BE49-F238E27FC236}">
                  <a16:creationId xmlns:a16="http://schemas.microsoft.com/office/drawing/2014/main" id="{844EC375-18AD-070C-9CDE-61A5B4622337}"/>
                </a:ext>
              </a:extLst>
            </p:cNvPr>
            <p:cNvSpPr/>
            <p:nvPr/>
          </p:nvSpPr>
          <p:spPr>
            <a:xfrm>
              <a:off x="5050945" y="9981279"/>
              <a:ext cx="68460" cy="45067"/>
            </a:xfrm>
            <a:custGeom>
              <a:avLst/>
              <a:gdLst>
                <a:gd name="csX0" fmla="*/ 60629 w 68460"/>
                <a:gd name="csY0" fmla="*/ 455 h 45067"/>
                <a:gd name="csX1" fmla="*/ 68666 w 68460"/>
                <a:gd name="csY1" fmla="*/ 455 h 45067"/>
                <a:gd name="csX2" fmla="*/ 68666 w 68460"/>
                <a:gd name="csY2" fmla="*/ 45513 h 45067"/>
                <a:gd name="csX3" fmla="*/ 62862 w 68460"/>
                <a:gd name="csY3" fmla="*/ 44546 h 45067"/>
                <a:gd name="csX4" fmla="*/ 53783 w 68460"/>
                <a:gd name="csY4" fmla="*/ 39039 h 45067"/>
                <a:gd name="csX5" fmla="*/ 43440 w 68460"/>
                <a:gd name="csY5" fmla="*/ 28100 h 45067"/>
                <a:gd name="csX6" fmla="*/ 29003 w 68460"/>
                <a:gd name="csY6" fmla="*/ 13069 h 45067"/>
                <a:gd name="csX7" fmla="*/ 18957 w 68460"/>
                <a:gd name="csY7" fmla="*/ 9162 h 45067"/>
                <a:gd name="csX8" fmla="*/ 10549 w 68460"/>
                <a:gd name="csY8" fmla="*/ 12734 h 45067"/>
                <a:gd name="csX9" fmla="*/ 7126 w 68460"/>
                <a:gd name="csY9" fmla="*/ 21998 h 45067"/>
                <a:gd name="csX10" fmla="*/ 10772 w 68460"/>
                <a:gd name="csY10" fmla="*/ 31672 h 45067"/>
                <a:gd name="csX11" fmla="*/ 20818 w 68460"/>
                <a:gd name="csY11" fmla="*/ 35356 h 45067"/>
                <a:gd name="csX12" fmla="*/ 19925 w 68460"/>
                <a:gd name="csY12" fmla="*/ 43950 h 45067"/>
                <a:gd name="csX13" fmla="*/ 5265 w 68460"/>
                <a:gd name="csY13" fmla="*/ 37290 h 45067"/>
                <a:gd name="csX14" fmla="*/ 205 w 68460"/>
                <a:gd name="csY14" fmla="*/ 21812 h 45067"/>
                <a:gd name="csX15" fmla="*/ 5637 w 68460"/>
                <a:gd name="csY15" fmla="*/ 6297 h 45067"/>
                <a:gd name="csX16" fmla="*/ 19144 w 68460"/>
                <a:gd name="csY16" fmla="*/ 567 h 45067"/>
                <a:gd name="csX17" fmla="*/ 27180 w 68460"/>
                <a:gd name="csY17" fmla="*/ 2241 h 45067"/>
                <a:gd name="csX18" fmla="*/ 35515 w 68460"/>
                <a:gd name="csY18" fmla="*/ 7785 h 45067"/>
                <a:gd name="csX19" fmla="*/ 47495 w 68460"/>
                <a:gd name="csY19" fmla="*/ 20696 h 45067"/>
                <a:gd name="csX20" fmla="*/ 56090 w 68460"/>
                <a:gd name="csY20" fmla="*/ 30370 h 45067"/>
                <a:gd name="csX21" fmla="*/ 60629 w 68460"/>
                <a:gd name="csY21" fmla="*/ 33905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629" y="455"/>
                  </a:moveTo>
                  <a:lnTo>
                    <a:pt x="68666" y="455"/>
                  </a:lnTo>
                  <a:lnTo>
                    <a:pt x="68666" y="45513"/>
                  </a:lnTo>
                  <a:cubicBezTo>
                    <a:pt x="66657" y="45588"/>
                    <a:pt x="64722" y="45253"/>
                    <a:pt x="62862" y="44546"/>
                  </a:cubicBezTo>
                  <a:cubicBezTo>
                    <a:pt x="59774" y="43392"/>
                    <a:pt x="56760" y="41569"/>
                    <a:pt x="53783" y="39039"/>
                  </a:cubicBezTo>
                  <a:cubicBezTo>
                    <a:pt x="50807" y="36509"/>
                    <a:pt x="47384" y="32863"/>
                    <a:pt x="43440" y="28100"/>
                  </a:cubicBezTo>
                  <a:cubicBezTo>
                    <a:pt x="37375" y="20696"/>
                    <a:pt x="32575" y="15673"/>
                    <a:pt x="29003" y="13069"/>
                  </a:cubicBezTo>
                  <a:cubicBezTo>
                    <a:pt x="25469" y="10464"/>
                    <a:pt x="22120" y="9162"/>
                    <a:pt x="18957" y="9162"/>
                  </a:cubicBezTo>
                  <a:cubicBezTo>
                    <a:pt x="15646" y="9162"/>
                    <a:pt x="12818" y="10353"/>
                    <a:pt x="10549" y="12734"/>
                  </a:cubicBezTo>
                  <a:cubicBezTo>
                    <a:pt x="8279" y="15078"/>
                    <a:pt x="7126" y="18166"/>
                    <a:pt x="7126" y="21998"/>
                  </a:cubicBezTo>
                  <a:cubicBezTo>
                    <a:pt x="7126" y="26017"/>
                    <a:pt x="8353" y="29254"/>
                    <a:pt x="10772" y="31672"/>
                  </a:cubicBezTo>
                  <a:cubicBezTo>
                    <a:pt x="13190" y="34091"/>
                    <a:pt x="16539" y="35318"/>
                    <a:pt x="20818" y="35356"/>
                  </a:cubicBezTo>
                  <a:lnTo>
                    <a:pt x="19925" y="43950"/>
                  </a:lnTo>
                  <a:cubicBezTo>
                    <a:pt x="13525" y="43355"/>
                    <a:pt x="8614" y="41160"/>
                    <a:pt x="5265" y="37290"/>
                  </a:cubicBezTo>
                  <a:cubicBezTo>
                    <a:pt x="1879" y="33458"/>
                    <a:pt x="205" y="28286"/>
                    <a:pt x="205" y="21812"/>
                  </a:cubicBezTo>
                  <a:cubicBezTo>
                    <a:pt x="205" y="15264"/>
                    <a:pt x="2028" y="10092"/>
                    <a:pt x="5637" y="6297"/>
                  </a:cubicBezTo>
                  <a:cubicBezTo>
                    <a:pt x="9284" y="2465"/>
                    <a:pt x="13786" y="567"/>
                    <a:pt x="19144" y="567"/>
                  </a:cubicBezTo>
                  <a:cubicBezTo>
                    <a:pt x="21860" y="567"/>
                    <a:pt x="24539" y="1125"/>
                    <a:pt x="27180" y="2241"/>
                  </a:cubicBezTo>
                  <a:cubicBezTo>
                    <a:pt x="29822" y="3358"/>
                    <a:pt x="32575" y="5218"/>
                    <a:pt x="35515" y="7785"/>
                  </a:cubicBezTo>
                  <a:cubicBezTo>
                    <a:pt x="38417" y="10390"/>
                    <a:pt x="42435" y="14669"/>
                    <a:pt x="47495" y="20696"/>
                  </a:cubicBezTo>
                  <a:cubicBezTo>
                    <a:pt x="51737" y="25719"/>
                    <a:pt x="54565" y="28956"/>
                    <a:pt x="56090" y="30370"/>
                  </a:cubicBezTo>
                  <a:cubicBezTo>
                    <a:pt x="57578" y="31784"/>
                    <a:pt x="59104" y="32974"/>
                    <a:pt x="60629" y="3390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0" name="Graphic 2017">
            <a:extLst>
              <a:ext uri="{FF2B5EF4-FFF2-40B4-BE49-F238E27FC236}">
                <a16:creationId xmlns:a16="http://schemas.microsoft.com/office/drawing/2014/main" id="{21F77FDC-F4B5-EC76-4933-09AB8ED98097}"/>
              </a:ext>
            </a:extLst>
          </p:cNvPr>
          <p:cNvGrpSpPr/>
          <p:nvPr/>
        </p:nvGrpSpPr>
        <p:grpSpPr>
          <a:xfrm>
            <a:off x="2596260" y="7643372"/>
            <a:ext cx="39494" cy="51719"/>
            <a:chOff x="5214656" y="9980572"/>
            <a:chExt cx="69688" cy="91259"/>
          </a:xfrm>
          <a:solidFill>
            <a:srgbClr val="000000"/>
          </a:solidFill>
        </p:grpSpPr>
        <p:sp>
          <p:nvSpPr>
            <p:cNvPr id="3021" name="Freeform 3020">
              <a:extLst>
                <a:ext uri="{FF2B5EF4-FFF2-40B4-BE49-F238E27FC236}">
                  <a16:creationId xmlns:a16="http://schemas.microsoft.com/office/drawing/2014/main" id="{F50DD088-70A4-F9D9-DF55-AC50BA2A6767}"/>
                </a:ext>
              </a:extLst>
            </p:cNvPr>
            <p:cNvSpPr/>
            <p:nvPr/>
          </p:nvSpPr>
          <p:spPr>
            <a:xfrm>
              <a:off x="5214656" y="10046717"/>
              <a:ext cx="68460" cy="25114"/>
            </a:xfrm>
            <a:custGeom>
              <a:avLst/>
              <a:gdLst>
                <a:gd name="csX0" fmla="*/ 68683 w 68460"/>
                <a:gd name="csY0" fmla="*/ 461 h 25114"/>
                <a:gd name="csX1" fmla="*/ 68683 w 68460"/>
                <a:gd name="csY1" fmla="*/ 8833 h 25114"/>
                <a:gd name="csX2" fmla="*/ 15328 w 68460"/>
                <a:gd name="csY2" fmla="*/ 8833 h 25114"/>
                <a:gd name="csX3" fmla="*/ 21095 w 68460"/>
                <a:gd name="csY3" fmla="*/ 16758 h 25114"/>
                <a:gd name="csX4" fmla="*/ 25449 w 68460"/>
                <a:gd name="csY4" fmla="*/ 25576 h 25114"/>
                <a:gd name="csX5" fmla="*/ 17338 w 68460"/>
                <a:gd name="csY5" fmla="*/ 25576 h 25114"/>
                <a:gd name="csX6" fmla="*/ 9338 w 68460"/>
                <a:gd name="csY6" fmla="*/ 13297 h 25114"/>
                <a:gd name="csX7" fmla="*/ 222 w 68460"/>
                <a:gd name="csY7" fmla="*/ 5856 h 25114"/>
                <a:gd name="csX8" fmla="*/ 222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683" y="461"/>
                  </a:moveTo>
                  <a:lnTo>
                    <a:pt x="68683" y="8833"/>
                  </a:lnTo>
                  <a:lnTo>
                    <a:pt x="15328" y="8833"/>
                  </a:lnTo>
                  <a:cubicBezTo>
                    <a:pt x="17263" y="10842"/>
                    <a:pt x="19198" y="13483"/>
                    <a:pt x="21095" y="16758"/>
                  </a:cubicBezTo>
                  <a:cubicBezTo>
                    <a:pt x="23030" y="20032"/>
                    <a:pt x="24481" y="22971"/>
                    <a:pt x="25449" y="25576"/>
                  </a:cubicBezTo>
                  <a:lnTo>
                    <a:pt x="17338" y="25576"/>
                  </a:lnTo>
                  <a:cubicBezTo>
                    <a:pt x="15142" y="20888"/>
                    <a:pt x="12463" y="16795"/>
                    <a:pt x="9338" y="13297"/>
                  </a:cubicBezTo>
                  <a:cubicBezTo>
                    <a:pt x="6213" y="9800"/>
                    <a:pt x="3162" y="7307"/>
                    <a:pt x="222" y="5856"/>
                  </a:cubicBezTo>
                  <a:lnTo>
                    <a:pt x="222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2" name="Freeform 3021">
              <a:extLst>
                <a:ext uri="{FF2B5EF4-FFF2-40B4-BE49-F238E27FC236}">
                  <a16:creationId xmlns:a16="http://schemas.microsoft.com/office/drawing/2014/main" id="{58F01487-0AF2-185D-D5AB-C8D3F9D39191}"/>
                </a:ext>
              </a:extLst>
            </p:cNvPr>
            <p:cNvSpPr/>
            <p:nvPr/>
          </p:nvSpPr>
          <p:spPr>
            <a:xfrm>
              <a:off x="5214656" y="9980572"/>
              <a:ext cx="69688" cy="44648"/>
            </a:xfrm>
            <a:custGeom>
              <a:avLst/>
              <a:gdLst>
                <a:gd name="csX0" fmla="*/ 50675 w 69688"/>
                <a:gd name="csY0" fmla="*/ 45104 h 44648"/>
                <a:gd name="csX1" fmla="*/ 49559 w 69688"/>
                <a:gd name="csY1" fmla="*/ 36732 h 44648"/>
                <a:gd name="csX2" fmla="*/ 59828 w 69688"/>
                <a:gd name="csY2" fmla="*/ 31858 h 44648"/>
                <a:gd name="csX3" fmla="*/ 62953 w 69688"/>
                <a:gd name="csY3" fmla="*/ 23412 h 44648"/>
                <a:gd name="csX4" fmla="*/ 58861 w 69688"/>
                <a:gd name="csY4" fmla="*/ 13441 h 44648"/>
                <a:gd name="csX5" fmla="*/ 48740 w 69688"/>
                <a:gd name="csY5" fmla="*/ 9348 h 44648"/>
                <a:gd name="csX6" fmla="*/ 39215 w 69688"/>
                <a:gd name="csY6" fmla="*/ 13106 h 44648"/>
                <a:gd name="csX7" fmla="*/ 35495 w 69688"/>
                <a:gd name="csY7" fmla="*/ 22705 h 44648"/>
                <a:gd name="csX8" fmla="*/ 36388 w 69688"/>
                <a:gd name="csY8" fmla="*/ 28621 h 44648"/>
                <a:gd name="csX9" fmla="*/ 29058 w 69688"/>
                <a:gd name="csY9" fmla="*/ 27691 h 44648"/>
                <a:gd name="csX10" fmla="*/ 29169 w 69688"/>
                <a:gd name="csY10" fmla="*/ 26314 h 44648"/>
                <a:gd name="csX11" fmla="*/ 26342 w 69688"/>
                <a:gd name="csY11" fmla="*/ 16715 h 44648"/>
                <a:gd name="csX12" fmla="*/ 17747 w 69688"/>
                <a:gd name="csY12" fmla="*/ 12436 h 44648"/>
                <a:gd name="csX13" fmla="*/ 10119 w 69688"/>
                <a:gd name="csY13" fmla="*/ 15524 h 44648"/>
                <a:gd name="csX14" fmla="*/ 7106 w 69688"/>
                <a:gd name="csY14" fmla="*/ 23598 h 44648"/>
                <a:gd name="csX15" fmla="*/ 10194 w 69688"/>
                <a:gd name="csY15" fmla="*/ 31709 h 44648"/>
                <a:gd name="csX16" fmla="*/ 19384 w 69688"/>
                <a:gd name="csY16" fmla="*/ 35914 h 44648"/>
                <a:gd name="csX17" fmla="*/ 17896 w 69688"/>
                <a:gd name="csY17" fmla="*/ 44285 h 44648"/>
                <a:gd name="csX18" fmla="*/ 4836 w 69688"/>
                <a:gd name="csY18" fmla="*/ 37290 h 44648"/>
                <a:gd name="csX19" fmla="*/ 222 w 69688"/>
                <a:gd name="csY19" fmla="*/ 23784 h 44648"/>
                <a:gd name="csX20" fmla="*/ 2604 w 69688"/>
                <a:gd name="csY20" fmla="*/ 13478 h 44648"/>
                <a:gd name="csX21" fmla="*/ 9152 w 69688"/>
                <a:gd name="csY21" fmla="*/ 6297 h 44648"/>
                <a:gd name="csX22" fmla="*/ 17933 w 69688"/>
                <a:gd name="csY22" fmla="*/ 3804 h 44648"/>
                <a:gd name="csX23" fmla="*/ 25970 w 69688"/>
                <a:gd name="csY23" fmla="*/ 6185 h 44648"/>
                <a:gd name="csX24" fmla="*/ 31774 w 69688"/>
                <a:gd name="csY24" fmla="*/ 13217 h 44648"/>
                <a:gd name="csX25" fmla="*/ 37541 w 69688"/>
                <a:gd name="csY25" fmla="*/ 3804 h 44648"/>
                <a:gd name="csX26" fmla="*/ 48554 w 69688"/>
                <a:gd name="csY26" fmla="*/ 455 h 44648"/>
                <a:gd name="csX27" fmla="*/ 63698 w 69688"/>
                <a:gd name="csY27" fmla="*/ 7004 h 44648"/>
                <a:gd name="csX28" fmla="*/ 69911 w 69688"/>
                <a:gd name="csY28" fmla="*/ 23449 h 44648"/>
                <a:gd name="csX29" fmla="*/ 64553 w 69688"/>
                <a:gd name="csY29" fmla="*/ 38369 h 44648"/>
                <a:gd name="csX30" fmla="*/ 50675 w 69688"/>
                <a:gd name="csY30" fmla="*/ 45104 h 446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69688" h="44648">
                  <a:moveTo>
                    <a:pt x="50675" y="45104"/>
                  </a:moveTo>
                  <a:lnTo>
                    <a:pt x="49559" y="36732"/>
                  </a:lnTo>
                  <a:cubicBezTo>
                    <a:pt x="54321" y="35802"/>
                    <a:pt x="57744" y="34165"/>
                    <a:pt x="59828" y="31858"/>
                  </a:cubicBezTo>
                  <a:cubicBezTo>
                    <a:pt x="61912" y="29551"/>
                    <a:pt x="62953" y="26724"/>
                    <a:pt x="62953" y="23412"/>
                  </a:cubicBezTo>
                  <a:cubicBezTo>
                    <a:pt x="62953" y="19468"/>
                    <a:pt x="61614" y="16157"/>
                    <a:pt x="58861" y="13441"/>
                  </a:cubicBezTo>
                  <a:cubicBezTo>
                    <a:pt x="56145" y="10725"/>
                    <a:pt x="52759" y="9348"/>
                    <a:pt x="48740" y="9348"/>
                  </a:cubicBezTo>
                  <a:cubicBezTo>
                    <a:pt x="44871" y="9348"/>
                    <a:pt x="41708" y="10613"/>
                    <a:pt x="39215" y="13106"/>
                  </a:cubicBezTo>
                  <a:cubicBezTo>
                    <a:pt x="36722" y="15636"/>
                    <a:pt x="35495" y="18836"/>
                    <a:pt x="35495" y="22705"/>
                  </a:cubicBezTo>
                  <a:cubicBezTo>
                    <a:pt x="35495" y="24268"/>
                    <a:pt x="35792" y="26240"/>
                    <a:pt x="36388" y="28621"/>
                  </a:cubicBezTo>
                  <a:lnTo>
                    <a:pt x="29058" y="27691"/>
                  </a:lnTo>
                  <a:cubicBezTo>
                    <a:pt x="29132" y="27133"/>
                    <a:pt x="29169" y="26686"/>
                    <a:pt x="29169" y="26314"/>
                  </a:cubicBezTo>
                  <a:cubicBezTo>
                    <a:pt x="29169" y="22780"/>
                    <a:pt x="28202" y="19543"/>
                    <a:pt x="26342" y="16715"/>
                  </a:cubicBezTo>
                  <a:cubicBezTo>
                    <a:pt x="24481" y="13850"/>
                    <a:pt x="21616" y="12436"/>
                    <a:pt x="17747" y="12436"/>
                  </a:cubicBezTo>
                  <a:cubicBezTo>
                    <a:pt x="14696" y="12436"/>
                    <a:pt x="12129" y="13478"/>
                    <a:pt x="10119" y="15524"/>
                  </a:cubicBezTo>
                  <a:cubicBezTo>
                    <a:pt x="8110" y="17608"/>
                    <a:pt x="7106" y="20287"/>
                    <a:pt x="7106" y="23598"/>
                  </a:cubicBezTo>
                  <a:cubicBezTo>
                    <a:pt x="7106" y="26835"/>
                    <a:pt x="8110" y="29551"/>
                    <a:pt x="10194" y="31709"/>
                  </a:cubicBezTo>
                  <a:cubicBezTo>
                    <a:pt x="12203" y="33905"/>
                    <a:pt x="15291" y="35281"/>
                    <a:pt x="19384" y="35914"/>
                  </a:cubicBezTo>
                  <a:lnTo>
                    <a:pt x="17896" y="44285"/>
                  </a:lnTo>
                  <a:cubicBezTo>
                    <a:pt x="12277" y="43244"/>
                    <a:pt x="7924" y="40937"/>
                    <a:pt x="4836" y="37290"/>
                  </a:cubicBezTo>
                  <a:cubicBezTo>
                    <a:pt x="1748" y="33681"/>
                    <a:pt x="222" y="29179"/>
                    <a:pt x="222" y="23784"/>
                  </a:cubicBezTo>
                  <a:cubicBezTo>
                    <a:pt x="222" y="20064"/>
                    <a:pt x="1004" y="16641"/>
                    <a:pt x="2604" y="13478"/>
                  </a:cubicBezTo>
                  <a:cubicBezTo>
                    <a:pt x="4203" y="10353"/>
                    <a:pt x="6399" y="7971"/>
                    <a:pt x="9152" y="6297"/>
                  </a:cubicBezTo>
                  <a:cubicBezTo>
                    <a:pt x="11905" y="4660"/>
                    <a:pt x="14845" y="3804"/>
                    <a:pt x="17933" y="3804"/>
                  </a:cubicBezTo>
                  <a:cubicBezTo>
                    <a:pt x="20872" y="3804"/>
                    <a:pt x="23588" y="4623"/>
                    <a:pt x="25970" y="6185"/>
                  </a:cubicBezTo>
                  <a:cubicBezTo>
                    <a:pt x="28425" y="7785"/>
                    <a:pt x="30323" y="10129"/>
                    <a:pt x="31774" y="13217"/>
                  </a:cubicBezTo>
                  <a:cubicBezTo>
                    <a:pt x="32704" y="9199"/>
                    <a:pt x="34602" y="6036"/>
                    <a:pt x="37541" y="3804"/>
                  </a:cubicBezTo>
                  <a:cubicBezTo>
                    <a:pt x="40480" y="1572"/>
                    <a:pt x="44127" y="455"/>
                    <a:pt x="48554" y="455"/>
                  </a:cubicBezTo>
                  <a:cubicBezTo>
                    <a:pt x="54507" y="455"/>
                    <a:pt x="59530" y="2651"/>
                    <a:pt x="63698" y="7004"/>
                  </a:cubicBezTo>
                  <a:cubicBezTo>
                    <a:pt x="67828" y="11320"/>
                    <a:pt x="69911" y="16827"/>
                    <a:pt x="69911" y="23449"/>
                  </a:cubicBezTo>
                  <a:cubicBezTo>
                    <a:pt x="69911" y="29440"/>
                    <a:pt x="68125" y="34388"/>
                    <a:pt x="64553" y="38369"/>
                  </a:cubicBezTo>
                  <a:cubicBezTo>
                    <a:pt x="60981" y="42313"/>
                    <a:pt x="56368" y="44546"/>
                    <a:pt x="50675" y="4510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3" name="Graphic 2017">
            <a:extLst>
              <a:ext uri="{FF2B5EF4-FFF2-40B4-BE49-F238E27FC236}">
                <a16:creationId xmlns:a16="http://schemas.microsoft.com/office/drawing/2014/main" id="{FCBA8FF6-BCF4-AB00-244B-28490A6CC337}"/>
              </a:ext>
            </a:extLst>
          </p:cNvPr>
          <p:cNvGrpSpPr/>
          <p:nvPr/>
        </p:nvGrpSpPr>
        <p:grpSpPr>
          <a:xfrm>
            <a:off x="2689019" y="7643414"/>
            <a:ext cx="39453" cy="51677"/>
            <a:chOff x="5378330" y="9980647"/>
            <a:chExt cx="69614" cy="91185"/>
          </a:xfrm>
          <a:solidFill>
            <a:srgbClr val="000000"/>
          </a:solidFill>
        </p:grpSpPr>
        <p:sp>
          <p:nvSpPr>
            <p:cNvPr id="3024" name="Freeform 3023">
              <a:extLst>
                <a:ext uri="{FF2B5EF4-FFF2-40B4-BE49-F238E27FC236}">
                  <a16:creationId xmlns:a16="http://schemas.microsoft.com/office/drawing/2014/main" id="{13540822-3F7B-ADBF-6051-D7435997B042}"/>
                </a:ext>
              </a:extLst>
            </p:cNvPr>
            <p:cNvSpPr/>
            <p:nvPr/>
          </p:nvSpPr>
          <p:spPr>
            <a:xfrm>
              <a:off x="5378330" y="10046717"/>
              <a:ext cx="68460" cy="25114"/>
            </a:xfrm>
            <a:custGeom>
              <a:avLst/>
              <a:gdLst>
                <a:gd name="csX0" fmla="*/ 68700 w 68460"/>
                <a:gd name="csY0" fmla="*/ 461 h 25114"/>
                <a:gd name="csX1" fmla="*/ 68700 w 68460"/>
                <a:gd name="csY1" fmla="*/ 8833 h 25114"/>
                <a:gd name="csX2" fmla="*/ 15346 w 68460"/>
                <a:gd name="csY2" fmla="*/ 8833 h 25114"/>
                <a:gd name="csX3" fmla="*/ 21113 w 68460"/>
                <a:gd name="csY3" fmla="*/ 16758 h 25114"/>
                <a:gd name="csX4" fmla="*/ 25466 w 68460"/>
                <a:gd name="csY4" fmla="*/ 25576 h 25114"/>
                <a:gd name="csX5" fmla="*/ 17355 w 68460"/>
                <a:gd name="csY5" fmla="*/ 25576 h 25114"/>
                <a:gd name="csX6" fmla="*/ 9355 w 68460"/>
                <a:gd name="csY6" fmla="*/ 13297 h 25114"/>
                <a:gd name="csX7" fmla="*/ 240 w 68460"/>
                <a:gd name="csY7" fmla="*/ 5856 h 25114"/>
                <a:gd name="csX8" fmla="*/ 240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700" y="461"/>
                  </a:moveTo>
                  <a:lnTo>
                    <a:pt x="68700" y="8833"/>
                  </a:lnTo>
                  <a:lnTo>
                    <a:pt x="15346" y="8833"/>
                  </a:lnTo>
                  <a:cubicBezTo>
                    <a:pt x="17280" y="10842"/>
                    <a:pt x="19215" y="13483"/>
                    <a:pt x="21113" y="16758"/>
                  </a:cubicBezTo>
                  <a:cubicBezTo>
                    <a:pt x="23047" y="20032"/>
                    <a:pt x="24498" y="22971"/>
                    <a:pt x="25466" y="25576"/>
                  </a:cubicBezTo>
                  <a:lnTo>
                    <a:pt x="17355" y="25576"/>
                  </a:lnTo>
                  <a:cubicBezTo>
                    <a:pt x="15160" y="20888"/>
                    <a:pt x="12481" y="16795"/>
                    <a:pt x="9355" y="13297"/>
                  </a:cubicBezTo>
                  <a:cubicBezTo>
                    <a:pt x="6230" y="9800"/>
                    <a:pt x="3179" y="7307"/>
                    <a:pt x="240" y="5856"/>
                  </a:cubicBezTo>
                  <a:lnTo>
                    <a:pt x="240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5" name="Freeform 3024">
              <a:extLst>
                <a:ext uri="{FF2B5EF4-FFF2-40B4-BE49-F238E27FC236}">
                  <a16:creationId xmlns:a16="http://schemas.microsoft.com/office/drawing/2014/main" id="{907AAFD1-8AB8-9376-DF69-98EB95ABC098}"/>
                </a:ext>
              </a:extLst>
            </p:cNvPr>
            <p:cNvSpPr/>
            <p:nvPr/>
          </p:nvSpPr>
          <p:spPr>
            <a:xfrm>
              <a:off x="5378330" y="9980647"/>
              <a:ext cx="69614" cy="45020"/>
            </a:xfrm>
            <a:custGeom>
              <a:avLst/>
              <a:gdLst>
                <a:gd name="csX0" fmla="*/ 17206 w 69614"/>
                <a:gd name="csY0" fmla="*/ 1646 h 45020"/>
                <a:gd name="csX1" fmla="*/ 17876 w 69614"/>
                <a:gd name="csY1" fmla="*/ 9980 h 45020"/>
                <a:gd name="csX2" fmla="*/ 10695 w 69614"/>
                <a:gd name="csY2" fmla="*/ 13143 h 45020"/>
                <a:gd name="csX3" fmla="*/ 7123 w 69614"/>
                <a:gd name="csY3" fmla="*/ 21515 h 45020"/>
                <a:gd name="csX4" fmla="*/ 9355 w 69614"/>
                <a:gd name="csY4" fmla="*/ 28547 h 45020"/>
                <a:gd name="csX5" fmla="*/ 17764 w 69614"/>
                <a:gd name="csY5" fmla="*/ 34760 h 45020"/>
                <a:gd name="csX6" fmla="*/ 33540 w 69614"/>
                <a:gd name="csY6" fmla="*/ 37142 h 45020"/>
                <a:gd name="csX7" fmla="*/ 26694 w 69614"/>
                <a:gd name="csY7" fmla="*/ 29737 h 45020"/>
                <a:gd name="csX8" fmla="*/ 24461 w 69614"/>
                <a:gd name="csY8" fmla="*/ 20584 h 45020"/>
                <a:gd name="csX9" fmla="*/ 30638 w 69614"/>
                <a:gd name="csY9" fmla="*/ 6334 h 45020"/>
                <a:gd name="csX10" fmla="*/ 46562 w 69614"/>
                <a:gd name="csY10" fmla="*/ 455 h 45020"/>
                <a:gd name="csX11" fmla="*/ 58506 w 69614"/>
                <a:gd name="csY11" fmla="*/ 3209 h 45020"/>
                <a:gd name="csX12" fmla="*/ 66952 w 69614"/>
                <a:gd name="csY12" fmla="*/ 10799 h 45020"/>
                <a:gd name="csX13" fmla="*/ 69854 w 69614"/>
                <a:gd name="csY13" fmla="*/ 21812 h 45020"/>
                <a:gd name="csX14" fmla="*/ 62152 w 69614"/>
                <a:gd name="csY14" fmla="*/ 38853 h 45020"/>
                <a:gd name="csX15" fmla="*/ 36777 w 69614"/>
                <a:gd name="csY15" fmla="*/ 45476 h 45020"/>
                <a:gd name="csX16" fmla="*/ 8053 w 69614"/>
                <a:gd name="csY16" fmla="*/ 38146 h 45020"/>
                <a:gd name="csX17" fmla="*/ 240 w 69614"/>
                <a:gd name="csY17" fmla="*/ 20994 h 45020"/>
                <a:gd name="csX18" fmla="*/ 4742 w 69614"/>
                <a:gd name="csY18" fmla="*/ 7822 h 45020"/>
                <a:gd name="csX19" fmla="*/ 17206 w 69614"/>
                <a:gd name="csY19" fmla="*/ 1646 h 45020"/>
                <a:gd name="csX20" fmla="*/ 46599 w 69614"/>
                <a:gd name="csY20" fmla="*/ 35839 h 45020"/>
                <a:gd name="csX21" fmla="*/ 54897 w 69614"/>
                <a:gd name="csY21" fmla="*/ 34016 h 45020"/>
                <a:gd name="csX22" fmla="*/ 60924 w 69614"/>
                <a:gd name="csY22" fmla="*/ 28882 h 45020"/>
                <a:gd name="csX23" fmla="*/ 62971 w 69614"/>
                <a:gd name="csY23" fmla="*/ 21924 h 45020"/>
                <a:gd name="csX24" fmla="*/ 58692 w 69614"/>
                <a:gd name="csY24" fmla="*/ 12808 h 45020"/>
                <a:gd name="csX25" fmla="*/ 47083 w 69614"/>
                <a:gd name="csY25" fmla="*/ 9013 h 45020"/>
                <a:gd name="csX26" fmla="*/ 35921 w 69614"/>
                <a:gd name="csY26" fmla="*/ 12771 h 45020"/>
                <a:gd name="csX27" fmla="*/ 31865 w 69614"/>
                <a:gd name="csY27" fmla="*/ 22259 h 45020"/>
                <a:gd name="csX28" fmla="*/ 35921 w 69614"/>
                <a:gd name="csY28" fmla="*/ 31895 h 45020"/>
                <a:gd name="csX29" fmla="*/ 46599 w 69614"/>
                <a:gd name="csY29" fmla="*/ 35839 h 45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614" h="45020">
                  <a:moveTo>
                    <a:pt x="17206" y="1646"/>
                  </a:moveTo>
                  <a:lnTo>
                    <a:pt x="17876" y="9980"/>
                  </a:lnTo>
                  <a:cubicBezTo>
                    <a:pt x="14564" y="10725"/>
                    <a:pt x="12183" y="11766"/>
                    <a:pt x="10695" y="13143"/>
                  </a:cubicBezTo>
                  <a:cubicBezTo>
                    <a:pt x="8313" y="15413"/>
                    <a:pt x="7123" y="18203"/>
                    <a:pt x="7123" y="21515"/>
                  </a:cubicBezTo>
                  <a:cubicBezTo>
                    <a:pt x="7123" y="24194"/>
                    <a:pt x="7867" y="26538"/>
                    <a:pt x="9355" y="28547"/>
                  </a:cubicBezTo>
                  <a:cubicBezTo>
                    <a:pt x="11290" y="31188"/>
                    <a:pt x="14081" y="33235"/>
                    <a:pt x="17764" y="34760"/>
                  </a:cubicBezTo>
                  <a:cubicBezTo>
                    <a:pt x="21448" y="36286"/>
                    <a:pt x="26731" y="37067"/>
                    <a:pt x="33540" y="37142"/>
                  </a:cubicBezTo>
                  <a:cubicBezTo>
                    <a:pt x="30489" y="35132"/>
                    <a:pt x="28182" y="32677"/>
                    <a:pt x="26694" y="29737"/>
                  </a:cubicBezTo>
                  <a:cubicBezTo>
                    <a:pt x="25205" y="26835"/>
                    <a:pt x="24461" y="23784"/>
                    <a:pt x="24461" y="20584"/>
                  </a:cubicBezTo>
                  <a:cubicBezTo>
                    <a:pt x="24461" y="15003"/>
                    <a:pt x="26508" y="10241"/>
                    <a:pt x="30638" y="6334"/>
                  </a:cubicBezTo>
                  <a:cubicBezTo>
                    <a:pt x="34730" y="2390"/>
                    <a:pt x="40051" y="455"/>
                    <a:pt x="46562" y="455"/>
                  </a:cubicBezTo>
                  <a:cubicBezTo>
                    <a:pt x="50841" y="455"/>
                    <a:pt x="54822" y="1386"/>
                    <a:pt x="58506" y="3209"/>
                  </a:cubicBezTo>
                  <a:cubicBezTo>
                    <a:pt x="62152" y="5069"/>
                    <a:pt x="64980" y="7599"/>
                    <a:pt x="66952" y="10799"/>
                  </a:cubicBezTo>
                  <a:cubicBezTo>
                    <a:pt x="68886" y="14036"/>
                    <a:pt x="69854" y="17720"/>
                    <a:pt x="69854" y="21812"/>
                  </a:cubicBezTo>
                  <a:cubicBezTo>
                    <a:pt x="69854" y="28770"/>
                    <a:pt x="67287" y="34463"/>
                    <a:pt x="62152" y="38853"/>
                  </a:cubicBezTo>
                  <a:cubicBezTo>
                    <a:pt x="57017" y="43281"/>
                    <a:pt x="48571" y="45476"/>
                    <a:pt x="36777" y="45476"/>
                  </a:cubicBezTo>
                  <a:cubicBezTo>
                    <a:pt x="23606" y="45476"/>
                    <a:pt x="14043" y="43020"/>
                    <a:pt x="8053" y="38146"/>
                  </a:cubicBezTo>
                  <a:cubicBezTo>
                    <a:pt x="2844" y="33905"/>
                    <a:pt x="240" y="28212"/>
                    <a:pt x="240" y="20994"/>
                  </a:cubicBezTo>
                  <a:cubicBezTo>
                    <a:pt x="240" y="15636"/>
                    <a:pt x="1728" y="11245"/>
                    <a:pt x="4742" y="7822"/>
                  </a:cubicBezTo>
                  <a:cubicBezTo>
                    <a:pt x="7755" y="4399"/>
                    <a:pt x="11923" y="2353"/>
                    <a:pt x="17206" y="1646"/>
                  </a:cubicBezTo>
                  <a:moveTo>
                    <a:pt x="46599" y="35839"/>
                  </a:moveTo>
                  <a:cubicBezTo>
                    <a:pt x="49502" y="35839"/>
                    <a:pt x="52255" y="35244"/>
                    <a:pt x="54897" y="34016"/>
                  </a:cubicBezTo>
                  <a:cubicBezTo>
                    <a:pt x="57538" y="32788"/>
                    <a:pt x="59548" y="31077"/>
                    <a:pt x="60924" y="28882"/>
                  </a:cubicBezTo>
                  <a:cubicBezTo>
                    <a:pt x="62301" y="26649"/>
                    <a:pt x="62971" y="24342"/>
                    <a:pt x="62971" y="21924"/>
                  </a:cubicBezTo>
                  <a:cubicBezTo>
                    <a:pt x="62971" y="18389"/>
                    <a:pt x="61557" y="15375"/>
                    <a:pt x="58692" y="12808"/>
                  </a:cubicBezTo>
                  <a:cubicBezTo>
                    <a:pt x="55864" y="10278"/>
                    <a:pt x="51957" y="9013"/>
                    <a:pt x="47083" y="9013"/>
                  </a:cubicBezTo>
                  <a:cubicBezTo>
                    <a:pt x="42358" y="9013"/>
                    <a:pt x="38637" y="10278"/>
                    <a:pt x="35921" y="12771"/>
                  </a:cubicBezTo>
                  <a:cubicBezTo>
                    <a:pt x="33205" y="15264"/>
                    <a:pt x="31865" y="18426"/>
                    <a:pt x="31865" y="22259"/>
                  </a:cubicBezTo>
                  <a:cubicBezTo>
                    <a:pt x="31865" y="26054"/>
                    <a:pt x="33205" y="29254"/>
                    <a:pt x="35921" y="31895"/>
                  </a:cubicBezTo>
                  <a:cubicBezTo>
                    <a:pt x="38637" y="34537"/>
                    <a:pt x="42209" y="35839"/>
                    <a:pt x="46599" y="358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6" name="Graphic 2017">
            <a:extLst>
              <a:ext uri="{FF2B5EF4-FFF2-40B4-BE49-F238E27FC236}">
                <a16:creationId xmlns:a16="http://schemas.microsoft.com/office/drawing/2014/main" id="{DB39CA7F-1A21-B9F4-E4A2-C0D49548B410}"/>
              </a:ext>
            </a:extLst>
          </p:cNvPr>
          <p:cNvGrpSpPr/>
          <p:nvPr/>
        </p:nvGrpSpPr>
        <p:grpSpPr>
          <a:xfrm>
            <a:off x="2781778" y="7650836"/>
            <a:ext cx="38798" cy="44255"/>
            <a:chOff x="5542003" y="9993743"/>
            <a:chExt cx="68460" cy="78088"/>
          </a:xfrm>
          <a:solidFill>
            <a:srgbClr val="000000"/>
          </a:solidFill>
        </p:grpSpPr>
        <p:sp>
          <p:nvSpPr>
            <p:cNvPr id="3027" name="Freeform 3026">
              <a:extLst>
                <a:ext uri="{FF2B5EF4-FFF2-40B4-BE49-F238E27FC236}">
                  <a16:creationId xmlns:a16="http://schemas.microsoft.com/office/drawing/2014/main" id="{528F38BB-ABFD-6ACA-FE8A-48798B874AFF}"/>
                </a:ext>
              </a:extLst>
            </p:cNvPr>
            <p:cNvSpPr/>
            <p:nvPr/>
          </p:nvSpPr>
          <p:spPr>
            <a:xfrm>
              <a:off x="5542003" y="10046717"/>
              <a:ext cx="68460" cy="25114"/>
            </a:xfrm>
            <a:custGeom>
              <a:avLst/>
              <a:gdLst>
                <a:gd name="csX0" fmla="*/ 68718 w 68460"/>
                <a:gd name="csY0" fmla="*/ 461 h 25114"/>
                <a:gd name="csX1" fmla="*/ 68718 w 68460"/>
                <a:gd name="csY1" fmla="*/ 8833 h 25114"/>
                <a:gd name="csX2" fmla="*/ 15363 w 68460"/>
                <a:gd name="csY2" fmla="*/ 8833 h 25114"/>
                <a:gd name="csX3" fmla="*/ 21130 w 68460"/>
                <a:gd name="csY3" fmla="*/ 16758 h 25114"/>
                <a:gd name="csX4" fmla="*/ 25483 w 68460"/>
                <a:gd name="csY4" fmla="*/ 25576 h 25114"/>
                <a:gd name="csX5" fmla="*/ 17372 w 68460"/>
                <a:gd name="csY5" fmla="*/ 25576 h 25114"/>
                <a:gd name="csX6" fmla="*/ 9372 w 68460"/>
                <a:gd name="csY6" fmla="*/ 13297 h 25114"/>
                <a:gd name="csX7" fmla="*/ 257 w 68460"/>
                <a:gd name="csY7" fmla="*/ 5856 h 25114"/>
                <a:gd name="csX8" fmla="*/ 257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718" y="461"/>
                  </a:moveTo>
                  <a:lnTo>
                    <a:pt x="68718" y="8833"/>
                  </a:lnTo>
                  <a:lnTo>
                    <a:pt x="15363" y="8833"/>
                  </a:lnTo>
                  <a:cubicBezTo>
                    <a:pt x="17298" y="10842"/>
                    <a:pt x="19232" y="13483"/>
                    <a:pt x="21130" y="16758"/>
                  </a:cubicBezTo>
                  <a:cubicBezTo>
                    <a:pt x="23065" y="20032"/>
                    <a:pt x="24516" y="22971"/>
                    <a:pt x="25483" y="25576"/>
                  </a:cubicBezTo>
                  <a:lnTo>
                    <a:pt x="17372" y="25576"/>
                  </a:lnTo>
                  <a:cubicBezTo>
                    <a:pt x="15177" y="20888"/>
                    <a:pt x="12498" y="16795"/>
                    <a:pt x="9372" y="13297"/>
                  </a:cubicBezTo>
                  <a:cubicBezTo>
                    <a:pt x="6247" y="9800"/>
                    <a:pt x="3196" y="7307"/>
                    <a:pt x="257" y="5856"/>
                  </a:cubicBezTo>
                  <a:lnTo>
                    <a:pt x="257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8" name="Freeform 3027">
              <a:extLst>
                <a:ext uri="{FF2B5EF4-FFF2-40B4-BE49-F238E27FC236}">
                  <a16:creationId xmlns:a16="http://schemas.microsoft.com/office/drawing/2014/main" id="{A3234632-84B8-99F3-0420-FC74102831AE}"/>
                </a:ext>
              </a:extLst>
            </p:cNvPr>
            <p:cNvSpPr/>
            <p:nvPr/>
          </p:nvSpPr>
          <p:spPr>
            <a:xfrm>
              <a:off x="5542003" y="9993743"/>
              <a:ext cx="68460" cy="25114"/>
            </a:xfrm>
            <a:custGeom>
              <a:avLst/>
              <a:gdLst>
                <a:gd name="csX0" fmla="*/ 68718 w 68460"/>
                <a:gd name="csY0" fmla="*/ 455 h 25114"/>
                <a:gd name="csX1" fmla="*/ 68718 w 68460"/>
                <a:gd name="csY1" fmla="*/ 8827 h 25114"/>
                <a:gd name="csX2" fmla="*/ 15363 w 68460"/>
                <a:gd name="csY2" fmla="*/ 8827 h 25114"/>
                <a:gd name="csX3" fmla="*/ 21130 w 68460"/>
                <a:gd name="csY3" fmla="*/ 16752 h 25114"/>
                <a:gd name="csX4" fmla="*/ 25483 w 68460"/>
                <a:gd name="csY4" fmla="*/ 25570 h 25114"/>
                <a:gd name="csX5" fmla="*/ 17372 w 68460"/>
                <a:gd name="csY5" fmla="*/ 25570 h 25114"/>
                <a:gd name="csX6" fmla="*/ 9372 w 68460"/>
                <a:gd name="csY6" fmla="*/ 13292 h 25114"/>
                <a:gd name="csX7" fmla="*/ 257 w 68460"/>
                <a:gd name="csY7" fmla="*/ 5850 h 25114"/>
                <a:gd name="csX8" fmla="*/ 257 w 68460"/>
                <a:gd name="csY8" fmla="*/ 455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718" y="455"/>
                  </a:moveTo>
                  <a:lnTo>
                    <a:pt x="68718" y="8827"/>
                  </a:lnTo>
                  <a:lnTo>
                    <a:pt x="15363" y="8827"/>
                  </a:lnTo>
                  <a:cubicBezTo>
                    <a:pt x="17298" y="10836"/>
                    <a:pt x="19232" y="13478"/>
                    <a:pt x="21130" y="16752"/>
                  </a:cubicBezTo>
                  <a:cubicBezTo>
                    <a:pt x="23065" y="20026"/>
                    <a:pt x="24516" y="22966"/>
                    <a:pt x="25483" y="25570"/>
                  </a:cubicBezTo>
                  <a:lnTo>
                    <a:pt x="17372" y="25570"/>
                  </a:lnTo>
                  <a:cubicBezTo>
                    <a:pt x="15177" y="20882"/>
                    <a:pt x="12498" y="16789"/>
                    <a:pt x="9372" y="13292"/>
                  </a:cubicBezTo>
                  <a:cubicBezTo>
                    <a:pt x="6247" y="9794"/>
                    <a:pt x="3196" y="7302"/>
                    <a:pt x="257" y="5850"/>
                  </a:cubicBezTo>
                  <a:lnTo>
                    <a:pt x="257" y="45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29" name="Freeform 3028">
            <a:extLst>
              <a:ext uri="{FF2B5EF4-FFF2-40B4-BE49-F238E27FC236}">
                <a16:creationId xmlns:a16="http://schemas.microsoft.com/office/drawing/2014/main" id="{3343A607-3FFE-273B-0347-AF2D1D7E4D53}"/>
              </a:ext>
            </a:extLst>
          </p:cNvPr>
          <p:cNvSpPr/>
          <p:nvPr/>
        </p:nvSpPr>
        <p:spPr>
          <a:xfrm>
            <a:off x="2874537" y="7643767"/>
            <a:ext cx="38798" cy="25541"/>
          </a:xfrm>
          <a:custGeom>
            <a:avLst/>
            <a:gdLst>
              <a:gd name="csX0" fmla="*/ 60698 w 68460"/>
              <a:gd name="csY0" fmla="*/ 455 h 45067"/>
              <a:gd name="csX1" fmla="*/ 68735 w 68460"/>
              <a:gd name="csY1" fmla="*/ 455 h 45067"/>
              <a:gd name="csX2" fmla="*/ 68735 w 68460"/>
              <a:gd name="csY2" fmla="*/ 45513 h 45067"/>
              <a:gd name="csX3" fmla="*/ 62931 w 68460"/>
              <a:gd name="csY3" fmla="*/ 44546 h 45067"/>
              <a:gd name="csX4" fmla="*/ 53852 w 68460"/>
              <a:gd name="csY4" fmla="*/ 39039 h 45067"/>
              <a:gd name="csX5" fmla="*/ 43508 w 68460"/>
              <a:gd name="csY5" fmla="*/ 28100 h 45067"/>
              <a:gd name="csX6" fmla="*/ 29072 w 68460"/>
              <a:gd name="csY6" fmla="*/ 13069 h 45067"/>
              <a:gd name="csX7" fmla="*/ 19026 w 68460"/>
              <a:gd name="csY7" fmla="*/ 9162 h 45067"/>
              <a:gd name="csX8" fmla="*/ 10617 w 68460"/>
              <a:gd name="csY8" fmla="*/ 12734 h 45067"/>
              <a:gd name="csX9" fmla="*/ 7194 w 68460"/>
              <a:gd name="csY9" fmla="*/ 21998 h 45067"/>
              <a:gd name="csX10" fmla="*/ 10841 w 68460"/>
              <a:gd name="csY10" fmla="*/ 31672 h 45067"/>
              <a:gd name="csX11" fmla="*/ 20887 w 68460"/>
              <a:gd name="csY11" fmla="*/ 35356 h 45067"/>
              <a:gd name="csX12" fmla="*/ 19994 w 68460"/>
              <a:gd name="csY12" fmla="*/ 43950 h 45067"/>
              <a:gd name="csX13" fmla="*/ 5334 w 68460"/>
              <a:gd name="csY13" fmla="*/ 37290 h 45067"/>
              <a:gd name="csX14" fmla="*/ 274 w 68460"/>
              <a:gd name="csY14" fmla="*/ 21812 h 45067"/>
              <a:gd name="csX15" fmla="*/ 5706 w 68460"/>
              <a:gd name="csY15" fmla="*/ 6297 h 45067"/>
              <a:gd name="csX16" fmla="*/ 19212 w 68460"/>
              <a:gd name="csY16" fmla="*/ 567 h 45067"/>
              <a:gd name="csX17" fmla="*/ 27249 w 68460"/>
              <a:gd name="csY17" fmla="*/ 2241 h 45067"/>
              <a:gd name="csX18" fmla="*/ 35583 w 68460"/>
              <a:gd name="csY18" fmla="*/ 7785 h 45067"/>
              <a:gd name="csX19" fmla="*/ 47564 w 68460"/>
              <a:gd name="csY19" fmla="*/ 20696 h 45067"/>
              <a:gd name="csX20" fmla="*/ 56159 w 68460"/>
              <a:gd name="csY20" fmla="*/ 30370 h 45067"/>
              <a:gd name="csX21" fmla="*/ 60698 w 68460"/>
              <a:gd name="csY21" fmla="*/ 33905 h 450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68460" h="45067">
                <a:moveTo>
                  <a:pt x="60698" y="455"/>
                </a:moveTo>
                <a:lnTo>
                  <a:pt x="68735" y="455"/>
                </a:lnTo>
                <a:lnTo>
                  <a:pt x="68735" y="45513"/>
                </a:lnTo>
                <a:cubicBezTo>
                  <a:pt x="66726" y="45588"/>
                  <a:pt x="64791" y="45253"/>
                  <a:pt x="62931" y="44546"/>
                </a:cubicBezTo>
                <a:cubicBezTo>
                  <a:pt x="59842" y="43392"/>
                  <a:pt x="56829" y="41569"/>
                  <a:pt x="53852" y="39039"/>
                </a:cubicBezTo>
                <a:cubicBezTo>
                  <a:pt x="50875" y="36509"/>
                  <a:pt x="47452" y="32863"/>
                  <a:pt x="43508" y="28100"/>
                </a:cubicBezTo>
                <a:cubicBezTo>
                  <a:pt x="37444" y="20696"/>
                  <a:pt x="32644" y="15673"/>
                  <a:pt x="29072" y="13069"/>
                </a:cubicBezTo>
                <a:cubicBezTo>
                  <a:pt x="25537" y="10464"/>
                  <a:pt x="22189" y="9162"/>
                  <a:pt x="19026" y="9162"/>
                </a:cubicBezTo>
                <a:cubicBezTo>
                  <a:pt x="15715" y="9162"/>
                  <a:pt x="12887" y="10353"/>
                  <a:pt x="10617" y="12734"/>
                </a:cubicBezTo>
                <a:cubicBezTo>
                  <a:pt x="8348" y="15078"/>
                  <a:pt x="7194" y="18166"/>
                  <a:pt x="7194" y="21998"/>
                </a:cubicBezTo>
                <a:cubicBezTo>
                  <a:pt x="7194" y="26017"/>
                  <a:pt x="8422" y="29254"/>
                  <a:pt x="10841" y="31672"/>
                </a:cubicBezTo>
                <a:cubicBezTo>
                  <a:pt x="13259" y="34091"/>
                  <a:pt x="16608" y="35318"/>
                  <a:pt x="20887" y="35356"/>
                </a:cubicBezTo>
                <a:lnTo>
                  <a:pt x="19994" y="43950"/>
                </a:lnTo>
                <a:cubicBezTo>
                  <a:pt x="13594" y="43355"/>
                  <a:pt x="8683" y="41160"/>
                  <a:pt x="5334" y="37290"/>
                </a:cubicBezTo>
                <a:cubicBezTo>
                  <a:pt x="1948" y="33458"/>
                  <a:pt x="274" y="28286"/>
                  <a:pt x="274" y="21812"/>
                </a:cubicBezTo>
                <a:cubicBezTo>
                  <a:pt x="274" y="15264"/>
                  <a:pt x="2097" y="10092"/>
                  <a:pt x="5706" y="6297"/>
                </a:cubicBezTo>
                <a:cubicBezTo>
                  <a:pt x="9352" y="2465"/>
                  <a:pt x="13854" y="567"/>
                  <a:pt x="19212" y="567"/>
                </a:cubicBezTo>
                <a:cubicBezTo>
                  <a:pt x="21928" y="567"/>
                  <a:pt x="24607" y="1125"/>
                  <a:pt x="27249" y="2241"/>
                </a:cubicBezTo>
                <a:cubicBezTo>
                  <a:pt x="29891" y="3358"/>
                  <a:pt x="32644" y="5218"/>
                  <a:pt x="35583" y="7785"/>
                </a:cubicBezTo>
                <a:cubicBezTo>
                  <a:pt x="38486" y="10390"/>
                  <a:pt x="42504" y="14669"/>
                  <a:pt x="47564" y="20696"/>
                </a:cubicBezTo>
                <a:cubicBezTo>
                  <a:pt x="51806" y="25719"/>
                  <a:pt x="54633" y="28956"/>
                  <a:pt x="56159" y="30370"/>
                </a:cubicBezTo>
                <a:cubicBezTo>
                  <a:pt x="57647" y="31784"/>
                  <a:pt x="59173" y="32974"/>
                  <a:pt x="60698" y="3390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30" name="Freeform 3029">
            <a:extLst>
              <a:ext uri="{FF2B5EF4-FFF2-40B4-BE49-F238E27FC236}">
                <a16:creationId xmlns:a16="http://schemas.microsoft.com/office/drawing/2014/main" id="{5B3E507B-A10B-8370-40CE-50C3B0B425D3}"/>
              </a:ext>
            </a:extLst>
          </p:cNvPr>
          <p:cNvSpPr/>
          <p:nvPr/>
        </p:nvSpPr>
        <p:spPr>
          <a:xfrm>
            <a:off x="2967297" y="7643303"/>
            <a:ext cx="39453" cy="25451"/>
          </a:xfrm>
          <a:custGeom>
            <a:avLst/>
            <a:gdLst>
              <a:gd name="csX0" fmla="*/ 31768 w 69614"/>
              <a:gd name="csY0" fmla="*/ 32379 h 44908"/>
              <a:gd name="csX1" fmla="*/ 26336 w 69614"/>
              <a:gd name="csY1" fmla="*/ 40118 h 44908"/>
              <a:gd name="csX2" fmla="*/ 17853 w 69614"/>
              <a:gd name="csY2" fmla="*/ 42611 h 44908"/>
              <a:gd name="csX3" fmla="*/ 5351 w 69614"/>
              <a:gd name="csY3" fmla="*/ 37290 h 44908"/>
              <a:gd name="csX4" fmla="*/ 291 w 69614"/>
              <a:gd name="csY4" fmla="*/ 23040 h 44908"/>
              <a:gd name="csX5" fmla="*/ 5463 w 69614"/>
              <a:gd name="csY5" fmla="*/ 8678 h 44908"/>
              <a:gd name="csX6" fmla="*/ 18113 w 69614"/>
              <a:gd name="csY6" fmla="*/ 3246 h 44908"/>
              <a:gd name="csX7" fmla="*/ 26373 w 69614"/>
              <a:gd name="csY7" fmla="*/ 5739 h 44908"/>
              <a:gd name="csX8" fmla="*/ 31768 w 69614"/>
              <a:gd name="csY8" fmla="*/ 13292 h 44908"/>
              <a:gd name="csX9" fmla="*/ 38391 w 69614"/>
              <a:gd name="csY9" fmla="*/ 3730 h 44908"/>
              <a:gd name="csX10" fmla="*/ 49256 w 69614"/>
              <a:gd name="csY10" fmla="*/ 455 h 44908"/>
              <a:gd name="csX11" fmla="*/ 63952 w 69614"/>
              <a:gd name="csY11" fmla="*/ 6632 h 44908"/>
              <a:gd name="csX12" fmla="*/ 69905 w 69614"/>
              <a:gd name="csY12" fmla="*/ 22891 h 44908"/>
              <a:gd name="csX13" fmla="*/ 63952 w 69614"/>
              <a:gd name="csY13" fmla="*/ 39188 h 44908"/>
              <a:gd name="csX14" fmla="*/ 49032 w 69614"/>
              <a:gd name="csY14" fmla="*/ 45364 h 44908"/>
              <a:gd name="csX15" fmla="*/ 37907 w 69614"/>
              <a:gd name="csY15" fmla="*/ 42016 h 44908"/>
              <a:gd name="csX16" fmla="*/ 31768 w 69614"/>
              <a:gd name="csY16" fmla="*/ 32379 h 44908"/>
              <a:gd name="csX17" fmla="*/ 17592 w 69614"/>
              <a:gd name="csY17" fmla="*/ 34053 h 44908"/>
              <a:gd name="csX18" fmla="*/ 25517 w 69614"/>
              <a:gd name="csY18" fmla="*/ 30965 h 44908"/>
              <a:gd name="csX19" fmla="*/ 28568 w 69614"/>
              <a:gd name="csY19" fmla="*/ 22854 h 44908"/>
              <a:gd name="csX20" fmla="*/ 25517 w 69614"/>
              <a:gd name="csY20" fmla="*/ 14929 h 44908"/>
              <a:gd name="csX21" fmla="*/ 18076 w 69614"/>
              <a:gd name="csY21" fmla="*/ 11841 h 44908"/>
              <a:gd name="csX22" fmla="*/ 10300 w 69614"/>
              <a:gd name="csY22" fmla="*/ 15041 h 44908"/>
              <a:gd name="csX23" fmla="*/ 7174 w 69614"/>
              <a:gd name="csY23" fmla="*/ 22966 h 44908"/>
              <a:gd name="csX24" fmla="*/ 10263 w 69614"/>
              <a:gd name="csY24" fmla="*/ 30891 h 44908"/>
              <a:gd name="csX25" fmla="*/ 17592 w 69614"/>
              <a:gd name="csY25" fmla="*/ 34053 h 44908"/>
              <a:gd name="csX26" fmla="*/ 49069 w 69614"/>
              <a:gd name="csY26" fmla="*/ 36770 h 44908"/>
              <a:gd name="csX27" fmla="*/ 56027 w 69614"/>
              <a:gd name="csY27" fmla="*/ 35058 h 44908"/>
              <a:gd name="csX28" fmla="*/ 61199 w 69614"/>
              <a:gd name="csY28" fmla="*/ 30035 h 44908"/>
              <a:gd name="csX29" fmla="*/ 63022 w 69614"/>
              <a:gd name="csY29" fmla="*/ 22817 h 44908"/>
              <a:gd name="csX30" fmla="*/ 59190 w 69614"/>
              <a:gd name="csY30" fmla="*/ 12920 h 44908"/>
              <a:gd name="csX31" fmla="*/ 49367 w 69614"/>
              <a:gd name="csY31" fmla="*/ 9013 h 44908"/>
              <a:gd name="csX32" fmla="*/ 39358 w 69614"/>
              <a:gd name="csY32" fmla="*/ 13031 h 44908"/>
              <a:gd name="csX33" fmla="*/ 35415 w 69614"/>
              <a:gd name="csY33" fmla="*/ 23115 h 44908"/>
              <a:gd name="csX34" fmla="*/ 39321 w 69614"/>
              <a:gd name="csY34" fmla="*/ 32900 h 44908"/>
              <a:gd name="csX35" fmla="*/ 49069 w 69614"/>
              <a:gd name="csY35" fmla="*/ 36770 h 44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69614" h="44908">
                <a:moveTo>
                  <a:pt x="31768" y="32379"/>
                </a:moveTo>
                <a:cubicBezTo>
                  <a:pt x="30503" y="35877"/>
                  <a:pt x="28680" y="38444"/>
                  <a:pt x="26336" y="40118"/>
                </a:cubicBezTo>
                <a:cubicBezTo>
                  <a:pt x="23992" y="41792"/>
                  <a:pt x="21164" y="42611"/>
                  <a:pt x="17853" y="42611"/>
                </a:cubicBezTo>
                <a:cubicBezTo>
                  <a:pt x="12904" y="42611"/>
                  <a:pt x="8737" y="40862"/>
                  <a:pt x="5351" y="37290"/>
                </a:cubicBezTo>
                <a:cubicBezTo>
                  <a:pt x="1965" y="33719"/>
                  <a:pt x="291" y="28956"/>
                  <a:pt x="291" y="23040"/>
                </a:cubicBezTo>
                <a:cubicBezTo>
                  <a:pt x="291" y="17087"/>
                  <a:pt x="2003" y="12287"/>
                  <a:pt x="5463" y="8678"/>
                </a:cubicBezTo>
                <a:cubicBezTo>
                  <a:pt x="8923" y="5032"/>
                  <a:pt x="13127" y="3246"/>
                  <a:pt x="18113" y="3246"/>
                </a:cubicBezTo>
                <a:cubicBezTo>
                  <a:pt x="21276" y="3246"/>
                  <a:pt x="24029" y="4065"/>
                  <a:pt x="26373" y="5739"/>
                </a:cubicBezTo>
                <a:cubicBezTo>
                  <a:pt x="28717" y="7376"/>
                  <a:pt x="30503" y="9906"/>
                  <a:pt x="31768" y="13292"/>
                </a:cubicBezTo>
                <a:cubicBezTo>
                  <a:pt x="33145" y="9087"/>
                  <a:pt x="35340" y="5925"/>
                  <a:pt x="38391" y="3730"/>
                </a:cubicBezTo>
                <a:cubicBezTo>
                  <a:pt x="41405" y="1534"/>
                  <a:pt x="45051" y="455"/>
                  <a:pt x="49256" y="455"/>
                </a:cubicBezTo>
                <a:cubicBezTo>
                  <a:pt x="55097" y="455"/>
                  <a:pt x="60008" y="2502"/>
                  <a:pt x="63952" y="6632"/>
                </a:cubicBezTo>
                <a:cubicBezTo>
                  <a:pt x="67933" y="10762"/>
                  <a:pt x="69905" y="16194"/>
                  <a:pt x="69905" y="22891"/>
                </a:cubicBezTo>
                <a:cubicBezTo>
                  <a:pt x="69905" y="29626"/>
                  <a:pt x="67933" y="35058"/>
                  <a:pt x="63952" y="39188"/>
                </a:cubicBezTo>
                <a:cubicBezTo>
                  <a:pt x="59971" y="43318"/>
                  <a:pt x="54985" y="45364"/>
                  <a:pt x="49032" y="45364"/>
                </a:cubicBezTo>
                <a:cubicBezTo>
                  <a:pt x="44605" y="45364"/>
                  <a:pt x="40884" y="44248"/>
                  <a:pt x="37907" y="42016"/>
                </a:cubicBezTo>
                <a:cubicBezTo>
                  <a:pt x="34894" y="39746"/>
                  <a:pt x="32847" y="36546"/>
                  <a:pt x="31768" y="32379"/>
                </a:cubicBezTo>
                <a:moveTo>
                  <a:pt x="17592" y="34053"/>
                </a:moveTo>
                <a:cubicBezTo>
                  <a:pt x="20829" y="34053"/>
                  <a:pt x="23471" y="33049"/>
                  <a:pt x="25517" y="30965"/>
                </a:cubicBezTo>
                <a:cubicBezTo>
                  <a:pt x="27564" y="28882"/>
                  <a:pt x="28568" y="26166"/>
                  <a:pt x="28568" y="22854"/>
                </a:cubicBezTo>
                <a:cubicBezTo>
                  <a:pt x="28568" y="19654"/>
                  <a:pt x="27564" y="17013"/>
                  <a:pt x="25517" y="14929"/>
                </a:cubicBezTo>
                <a:cubicBezTo>
                  <a:pt x="23508" y="12883"/>
                  <a:pt x="21015" y="11841"/>
                  <a:pt x="18076" y="11841"/>
                </a:cubicBezTo>
                <a:cubicBezTo>
                  <a:pt x="14988" y="11841"/>
                  <a:pt x="12421" y="12920"/>
                  <a:pt x="10300" y="15041"/>
                </a:cubicBezTo>
                <a:cubicBezTo>
                  <a:pt x="8216" y="17161"/>
                  <a:pt x="7174" y="19803"/>
                  <a:pt x="7174" y="22966"/>
                </a:cubicBezTo>
                <a:cubicBezTo>
                  <a:pt x="7174" y="26166"/>
                  <a:pt x="8179" y="28807"/>
                  <a:pt x="10263" y="30891"/>
                </a:cubicBezTo>
                <a:cubicBezTo>
                  <a:pt x="12272" y="33012"/>
                  <a:pt x="14727" y="34053"/>
                  <a:pt x="17592" y="34053"/>
                </a:cubicBezTo>
                <a:moveTo>
                  <a:pt x="49069" y="36770"/>
                </a:moveTo>
                <a:cubicBezTo>
                  <a:pt x="51451" y="36770"/>
                  <a:pt x="53795" y="36211"/>
                  <a:pt x="56027" y="35058"/>
                </a:cubicBezTo>
                <a:cubicBezTo>
                  <a:pt x="58260" y="33942"/>
                  <a:pt x="59971" y="32267"/>
                  <a:pt x="61199" y="30035"/>
                </a:cubicBezTo>
                <a:cubicBezTo>
                  <a:pt x="62427" y="27803"/>
                  <a:pt x="63022" y="25384"/>
                  <a:pt x="63022" y="22817"/>
                </a:cubicBezTo>
                <a:cubicBezTo>
                  <a:pt x="63022" y="18799"/>
                  <a:pt x="61757" y="15524"/>
                  <a:pt x="59190" y="12920"/>
                </a:cubicBezTo>
                <a:cubicBezTo>
                  <a:pt x="56585" y="10315"/>
                  <a:pt x="53311" y="9013"/>
                  <a:pt x="49367" y="9013"/>
                </a:cubicBezTo>
                <a:cubicBezTo>
                  <a:pt x="45312" y="9013"/>
                  <a:pt x="42000" y="10353"/>
                  <a:pt x="39358" y="13031"/>
                </a:cubicBezTo>
                <a:cubicBezTo>
                  <a:pt x="36717" y="15710"/>
                  <a:pt x="35415" y="19059"/>
                  <a:pt x="35415" y="23115"/>
                </a:cubicBezTo>
                <a:cubicBezTo>
                  <a:pt x="35415" y="27021"/>
                  <a:pt x="36717" y="30295"/>
                  <a:pt x="39321" y="32900"/>
                </a:cubicBezTo>
                <a:cubicBezTo>
                  <a:pt x="41926" y="35467"/>
                  <a:pt x="45163" y="36770"/>
                  <a:pt x="49069" y="36770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31" name="Freeform 3030">
            <a:extLst>
              <a:ext uri="{FF2B5EF4-FFF2-40B4-BE49-F238E27FC236}">
                <a16:creationId xmlns:a16="http://schemas.microsoft.com/office/drawing/2014/main" id="{B1EB59CB-3C99-B0E5-347E-AA9BB2F03C6E}"/>
              </a:ext>
            </a:extLst>
          </p:cNvPr>
          <p:cNvSpPr/>
          <p:nvPr/>
        </p:nvSpPr>
        <p:spPr>
          <a:xfrm>
            <a:off x="3060056" y="7643367"/>
            <a:ext cx="39494" cy="25303"/>
          </a:xfrm>
          <a:custGeom>
            <a:avLst/>
            <a:gdLst>
              <a:gd name="csX0" fmla="*/ 50761 w 69688"/>
              <a:gd name="csY0" fmla="*/ 45104 h 44648"/>
              <a:gd name="csX1" fmla="*/ 49645 w 69688"/>
              <a:gd name="csY1" fmla="*/ 36732 h 44648"/>
              <a:gd name="csX2" fmla="*/ 59914 w 69688"/>
              <a:gd name="csY2" fmla="*/ 31858 h 44648"/>
              <a:gd name="csX3" fmla="*/ 63039 w 69688"/>
              <a:gd name="csY3" fmla="*/ 23412 h 44648"/>
              <a:gd name="csX4" fmla="*/ 58947 w 69688"/>
              <a:gd name="csY4" fmla="*/ 13441 h 44648"/>
              <a:gd name="csX5" fmla="*/ 48826 w 69688"/>
              <a:gd name="csY5" fmla="*/ 9348 h 44648"/>
              <a:gd name="csX6" fmla="*/ 39301 w 69688"/>
              <a:gd name="csY6" fmla="*/ 13106 h 44648"/>
              <a:gd name="csX7" fmla="*/ 35581 w 69688"/>
              <a:gd name="csY7" fmla="*/ 22705 h 44648"/>
              <a:gd name="csX8" fmla="*/ 36473 w 69688"/>
              <a:gd name="csY8" fmla="*/ 28621 h 44648"/>
              <a:gd name="csX9" fmla="*/ 29144 w 69688"/>
              <a:gd name="csY9" fmla="*/ 27691 h 44648"/>
              <a:gd name="csX10" fmla="*/ 29255 w 69688"/>
              <a:gd name="csY10" fmla="*/ 26314 h 44648"/>
              <a:gd name="csX11" fmla="*/ 26428 w 69688"/>
              <a:gd name="csY11" fmla="*/ 16715 h 44648"/>
              <a:gd name="csX12" fmla="*/ 17833 w 69688"/>
              <a:gd name="csY12" fmla="*/ 12436 h 44648"/>
              <a:gd name="csX13" fmla="*/ 10205 w 69688"/>
              <a:gd name="csY13" fmla="*/ 15524 h 44648"/>
              <a:gd name="csX14" fmla="*/ 7192 w 69688"/>
              <a:gd name="csY14" fmla="*/ 23598 h 44648"/>
              <a:gd name="csX15" fmla="*/ 10280 w 69688"/>
              <a:gd name="csY15" fmla="*/ 31709 h 44648"/>
              <a:gd name="csX16" fmla="*/ 19470 w 69688"/>
              <a:gd name="csY16" fmla="*/ 35914 h 44648"/>
              <a:gd name="csX17" fmla="*/ 17982 w 69688"/>
              <a:gd name="csY17" fmla="*/ 44285 h 44648"/>
              <a:gd name="csX18" fmla="*/ 4922 w 69688"/>
              <a:gd name="csY18" fmla="*/ 37290 h 44648"/>
              <a:gd name="csX19" fmla="*/ 308 w 69688"/>
              <a:gd name="csY19" fmla="*/ 23784 h 44648"/>
              <a:gd name="csX20" fmla="*/ 2689 w 69688"/>
              <a:gd name="csY20" fmla="*/ 13478 h 44648"/>
              <a:gd name="csX21" fmla="*/ 9238 w 69688"/>
              <a:gd name="csY21" fmla="*/ 6297 h 44648"/>
              <a:gd name="csX22" fmla="*/ 18019 w 69688"/>
              <a:gd name="csY22" fmla="*/ 3804 h 44648"/>
              <a:gd name="csX23" fmla="*/ 26056 w 69688"/>
              <a:gd name="csY23" fmla="*/ 6185 h 44648"/>
              <a:gd name="csX24" fmla="*/ 31860 w 69688"/>
              <a:gd name="csY24" fmla="*/ 13217 h 44648"/>
              <a:gd name="csX25" fmla="*/ 37627 w 69688"/>
              <a:gd name="csY25" fmla="*/ 3804 h 44648"/>
              <a:gd name="csX26" fmla="*/ 48640 w 69688"/>
              <a:gd name="csY26" fmla="*/ 455 h 44648"/>
              <a:gd name="csX27" fmla="*/ 63783 w 69688"/>
              <a:gd name="csY27" fmla="*/ 7004 h 44648"/>
              <a:gd name="csX28" fmla="*/ 69997 w 69688"/>
              <a:gd name="csY28" fmla="*/ 23449 h 44648"/>
              <a:gd name="csX29" fmla="*/ 64639 w 69688"/>
              <a:gd name="csY29" fmla="*/ 38369 h 44648"/>
              <a:gd name="csX30" fmla="*/ 50761 w 69688"/>
              <a:gd name="csY30" fmla="*/ 45104 h 446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69688" h="44648">
                <a:moveTo>
                  <a:pt x="50761" y="45104"/>
                </a:moveTo>
                <a:lnTo>
                  <a:pt x="49645" y="36732"/>
                </a:lnTo>
                <a:cubicBezTo>
                  <a:pt x="54407" y="35802"/>
                  <a:pt x="57830" y="34165"/>
                  <a:pt x="59914" y="31858"/>
                </a:cubicBezTo>
                <a:cubicBezTo>
                  <a:pt x="61998" y="29551"/>
                  <a:pt x="63039" y="26724"/>
                  <a:pt x="63039" y="23412"/>
                </a:cubicBezTo>
                <a:cubicBezTo>
                  <a:pt x="63039" y="19468"/>
                  <a:pt x="61700" y="16157"/>
                  <a:pt x="58947" y="13441"/>
                </a:cubicBezTo>
                <a:cubicBezTo>
                  <a:pt x="56230" y="10725"/>
                  <a:pt x="52845" y="9348"/>
                  <a:pt x="48826" y="9348"/>
                </a:cubicBezTo>
                <a:cubicBezTo>
                  <a:pt x="44957" y="9348"/>
                  <a:pt x="41794" y="10613"/>
                  <a:pt x="39301" y="13106"/>
                </a:cubicBezTo>
                <a:cubicBezTo>
                  <a:pt x="36808" y="15636"/>
                  <a:pt x="35581" y="18836"/>
                  <a:pt x="35581" y="22705"/>
                </a:cubicBezTo>
                <a:cubicBezTo>
                  <a:pt x="35581" y="24268"/>
                  <a:pt x="35878" y="26240"/>
                  <a:pt x="36473" y="28621"/>
                </a:cubicBezTo>
                <a:lnTo>
                  <a:pt x="29144" y="27691"/>
                </a:lnTo>
                <a:cubicBezTo>
                  <a:pt x="29218" y="27133"/>
                  <a:pt x="29255" y="26686"/>
                  <a:pt x="29255" y="26314"/>
                </a:cubicBezTo>
                <a:cubicBezTo>
                  <a:pt x="29255" y="22780"/>
                  <a:pt x="28288" y="19543"/>
                  <a:pt x="26428" y="16715"/>
                </a:cubicBezTo>
                <a:cubicBezTo>
                  <a:pt x="24567" y="13850"/>
                  <a:pt x="21702" y="12436"/>
                  <a:pt x="17833" y="12436"/>
                </a:cubicBezTo>
                <a:cubicBezTo>
                  <a:pt x="14782" y="12436"/>
                  <a:pt x="12214" y="13478"/>
                  <a:pt x="10205" y="15524"/>
                </a:cubicBezTo>
                <a:cubicBezTo>
                  <a:pt x="8196" y="17608"/>
                  <a:pt x="7192" y="20287"/>
                  <a:pt x="7192" y="23598"/>
                </a:cubicBezTo>
                <a:cubicBezTo>
                  <a:pt x="7192" y="26835"/>
                  <a:pt x="8196" y="29551"/>
                  <a:pt x="10280" y="31709"/>
                </a:cubicBezTo>
                <a:cubicBezTo>
                  <a:pt x="12289" y="33905"/>
                  <a:pt x="15377" y="35281"/>
                  <a:pt x="19470" y="35914"/>
                </a:cubicBezTo>
                <a:lnTo>
                  <a:pt x="17982" y="44285"/>
                </a:lnTo>
                <a:cubicBezTo>
                  <a:pt x="12363" y="43244"/>
                  <a:pt x="8010" y="40937"/>
                  <a:pt x="4922" y="37290"/>
                </a:cubicBezTo>
                <a:cubicBezTo>
                  <a:pt x="1834" y="33681"/>
                  <a:pt x="308" y="29179"/>
                  <a:pt x="308" y="23784"/>
                </a:cubicBezTo>
                <a:cubicBezTo>
                  <a:pt x="308" y="20064"/>
                  <a:pt x="1090" y="16640"/>
                  <a:pt x="2689" y="13478"/>
                </a:cubicBezTo>
                <a:cubicBezTo>
                  <a:pt x="4289" y="10353"/>
                  <a:pt x="6485" y="7971"/>
                  <a:pt x="9238" y="6297"/>
                </a:cubicBezTo>
                <a:cubicBezTo>
                  <a:pt x="11991" y="4660"/>
                  <a:pt x="14931" y="3804"/>
                  <a:pt x="18019" y="3804"/>
                </a:cubicBezTo>
                <a:cubicBezTo>
                  <a:pt x="20958" y="3804"/>
                  <a:pt x="23674" y="4623"/>
                  <a:pt x="26056" y="6185"/>
                </a:cubicBezTo>
                <a:cubicBezTo>
                  <a:pt x="28511" y="7785"/>
                  <a:pt x="30409" y="10129"/>
                  <a:pt x="31860" y="13217"/>
                </a:cubicBezTo>
                <a:cubicBezTo>
                  <a:pt x="32790" y="9199"/>
                  <a:pt x="34688" y="6036"/>
                  <a:pt x="37627" y="3804"/>
                </a:cubicBezTo>
                <a:cubicBezTo>
                  <a:pt x="40566" y="1572"/>
                  <a:pt x="44213" y="455"/>
                  <a:pt x="48640" y="455"/>
                </a:cubicBezTo>
                <a:cubicBezTo>
                  <a:pt x="54593" y="455"/>
                  <a:pt x="59616" y="2651"/>
                  <a:pt x="63783" y="7004"/>
                </a:cubicBezTo>
                <a:cubicBezTo>
                  <a:pt x="67913" y="11320"/>
                  <a:pt x="69997" y="16827"/>
                  <a:pt x="69997" y="23449"/>
                </a:cubicBezTo>
                <a:cubicBezTo>
                  <a:pt x="69997" y="29440"/>
                  <a:pt x="68211" y="34388"/>
                  <a:pt x="64639" y="38369"/>
                </a:cubicBezTo>
                <a:cubicBezTo>
                  <a:pt x="61067" y="42313"/>
                  <a:pt x="56454" y="44546"/>
                  <a:pt x="50761" y="45104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032" name="Graphic 2017">
            <a:extLst>
              <a:ext uri="{FF2B5EF4-FFF2-40B4-BE49-F238E27FC236}">
                <a16:creationId xmlns:a16="http://schemas.microsoft.com/office/drawing/2014/main" id="{64B85A1A-BCC4-1452-2C36-0A659C5A43C7}"/>
              </a:ext>
            </a:extLst>
          </p:cNvPr>
          <p:cNvGrpSpPr/>
          <p:nvPr/>
        </p:nvGrpSpPr>
        <p:grpSpPr>
          <a:xfrm>
            <a:off x="3152815" y="7643541"/>
            <a:ext cx="38798" cy="55795"/>
            <a:chOff x="6196698" y="9980870"/>
            <a:chExt cx="68460" cy="98450"/>
          </a:xfrm>
          <a:solidFill>
            <a:srgbClr val="000000"/>
          </a:solidFill>
        </p:grpSpPr>
        <p:sp>
          <p:nvSpPr>
            <p:cNvPr id="3033" name="Freeform 3032">
              <a:extLst>
                <a:ext uri="{FF2B5EF4-FFF2-40B4-BE49-F238E27FC236}">
                  <a16:creationId xmlns:a16="http://schemas.microsoft.com/office/drawing/2014/main" id="{2C95D516-6124-1471-2804-1286B450763A}"/>
                </a:ext>
              </a:extLst>
            </p:cNvPr>
            <p:cNvSpPr/>
            <p:nvPr/>
          </p:nvSpPr>
          <p:spPr>
            <a:xfrm>
              <a:off x="6196698" y="10034253"/>
              <a:ext cx="68460" cy="45067"/>
            </a:xfrm>
            <a:custGeom>
              <a:avLst/>
              <a:gdLst>
                <a:gd name="csX0" fmla="*/ 60750 w 68460"/>
                <a:gd name="csY0" fmla="*/ 461 h 45067"/>
                <a:gd name="csX1" fmla="*/ 68786 w 68460"/>
                <a:gd name="csY1" fmla="*/ 461 h 45067"/>
                <a:gd name="csX2" fmla="*/ 68786 w 68460"/>
                <a:gd name="csY2" fmla="*/ 45519 h 45067"/>
                <a:gd name="csX3" fmla="*/ 62982 w 68460"/>
                <a:gd name="csY3" fmla="*/ 44551 h 45067"/>
                <a:gd name="csX4" fmla="*/ 53904 w 68460"/>
                <a:gd name="csY4" fmla="*/ 39045 h 45067"/>
                <a:gd name="csX5" fmla="*/ 43560 w 68460"/>
                <a:gd name="csY5" fmla="*/ 28106 h 45067"/>
                <a:gd name="csX6" fmla="*/ 29124 w 68460"/>
                <a:gd name="csY6" fmla="*/ 13074 h 45067"/>
                <a:gd name="csX7" fmla="*/ 19078 w 68460"/>
                <a:gd name="csY7" fmla="*/ 9167 h 45067"/>
                <a:gd name="csX8" fmla="*/ 10669 w 68460"/>
                <a:gd name="csY8" fmla="*/ 12739 h 45067"/>
                <a:gd name="csX9" fmla="*/ 7246 w 68460"/>
                <a:gd name="csY9" fmla="*/ 22004 h 45067"/>
                <a:gd name="csX10" fmla="*/ 10892 w 68460"/>
                <a:gd name="csY10" fmla="*/ 31678 h 45067"/>
                <a:gd name="csX11" fmla="*/ 20938 w 68460"/>
                <a:gd name="csY11" fmla="*/ 35361 h 45067"/>
                <a:gd name="csX12" fmla="*/ 20045 w 68460"/>
                <a:gd name="csY12" fmla="*/ 43956 h 45067"/>
                <a:gd name="csX13" fmla="*/ 5386 w 68460"/>
                <a:gd name="csY13" fmla="*/ 37296 h 45067"/>
                <a:gd name="csX14" fmla="*/ 325 w 68460"/>
                <a:gd name="csY14" fmla="*/ 21818 h 45067"/>
                <a:gd name="csX15" fmla="*/ 5758 w 68460"/>
                <a:gd name="csY15" fmla="*/ 6302 h 45067"/>
                <a:gd name="csX16" fmla="*/ 19264 w 68460"/>
                <a:gd name="csY16" fmla="*/ 573 h 45067"/>
                <a:gd name="csX17" fmla="*/ 27301 w 68460"/>
                <a:gd name="csY17" fmla="*/ 2247 h 45067"/>
                <a:gd name="csX18" fmla="*/ 35635 w 68460"/>
                <a:gd name="csY18" fmla="*/ 7791 h 45067"/>
                <a:gd name="csX19" fmla="*/ 47616 w 68460"/>
                <a:gd name="csY19" fmla="*/ 20702 h 45067"/>
                <a:gd name="csX20" fmla="*/ 56210 w 68460"/>
                <a:gd name="csY20" fmla="*/ 30375 h 45067"/>
                <a:gd name="csX21" fmla="*/ 60750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750" y="461"/>
                  </a:moveTo>
                  <a:lnTo>
                    <a:pt x="68786" y="461"/>
                  </a:lnTo>
                  <a:lnTo>
                    <a:pt x="68786" y="45519"/>
                  </a:lnTo>
                  <a:cubicBezTo>
                    <a:pt x="66777" y="45593"/>
                    <a:pt x="64842" y="45258"/>
                    <a:pt x="62982" y="44551"/>
                  </a:cubicBezTo>
                  <a:cubicBezTo>
                    <a:pt x="59894" y="43398"/>
                    <a:pt x="56880" y="41575"/>
                    <a:pt x="53904" y="39045"/>
                  </a:cubicBezTo>
                  <a:cubicBezTo>
                    <a:pt x="50927" y="36515"/>
                    <a:pt x="47504" y="32868"/>
                    <a:pt x="43560" y="28106"/>
                  </a:cubicBezTo>
                  <a:cubicBezTo>
                    <a:pt x="37495" y="20702"/>
                    <a:pt x="32696" y="15679"/>
                    <a:pt x="29124" y="13074"/>
                  </a:cubicBezTo>
                  <a:cubicBezTo>
                    <a:pt x="25589" y="10470"/>
                    <a:pt x="22240" y="9167"/>
                    <a:pt x="19078" y="9167"/>
                  </a:cubicBezTo>
                  <a:cubicBezTo>
                    <a:pt x="15766" y="9167"/>
                    <a:pt x="12939" y="10358"/>
                    <a:pt x="10669" y="12739"/>
                  </a:cubicBezTo>
                  <a:cubicBezTo>
                    <a:pt x="8399" y="15083"/>
                    <a:pt x="7246" y="18172"/>
                    <a:pt x="7246" y="22004"/>
                  </a:cubicBezTo>
                  <a:cubicBezTo>
                    <a:pt x="7246" y="26022"/>
                    <a:pt x="8474" y="29259"/>
                    <a:pt x="10892" y="31678"/>
                  </a:cubicBezTo>
                  <a:cubicBezTo>
                    <a:pt x="13311" y="34096"/>
                    <a:pt x="16659" y="35324"/>
                    <a:pt x="20938" y="35361"/>
                  </a:cubicBezTo>
                  <a:lnTo>
                    <a:pt x="20045" y="43956"/>
                  </a:lnTo>
                  <a:cubicBezTo>
                    <a:pt x="13646" y="43361"/>
                    <a:pt x="8734" y="41165"/>
                    <a:pt x="5386" y="37296"/>
                  </a:cubicBezTo>
                  <a:cubicBezTo>
                    <a:pt x="2000" y="33464"/>
                    <a:pt x="325" y="28292"/>
                    <a:pt x="325" y="21818"/>
                  </a:cubicBezTo>
                  <a:cubicBezTo>
                    <a:pt x="325" y="15269"/>
                    <a:pt x="2149" y="10098"/>
                    <a:pt x="5758" y="6302"/>
                  </a:cubicBezTo>
                  <a:cubicBezTo>
                    <a:pt x="9404" y="2470"/>
                    <a:pt x="13906" y="573"/>
                    <a:pt x="19264" y="573"/>
                  </a:cubicBezTo>
                  <a:cubicBezTo>
                    <a:pt x="21980" y="573"/>
                    <a:pt x="24659" y="1131"/>
                    <a:pt x="27301" y="2247"/>
                  </a:cubicBezTo>
                  <a:cubicBezTo>
                    <a:pt x="29942" y="3363"/>
                    <a:pt x="32696" y="5224"/>
                    <a:pt x="35635" y="7791"/>
                  </a:cubicBezTo>
                  <a:cubicBezTo>
                    <a:pt x="38537" y="10395"/>
                    <a:pt x="42555" y="14674"/>
                    <a:pt x="47616" y="20702"/>
                  </a:cubicBezTo>
                  <a:cubicBezTo>
                    <a:pt x="51857" y="25725"/>
                    <a:pt x="54685" y="28962"/>
                    <a:pt x="56210" y="30375"/>
                  </a:cubicBezTo>
                  <a:cubicBezTo>
                    <a:pt x="57699" y="31789"/>
                    <a:pt x="59224" y="32980"/>
                    <a:pt x="60750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34" name="Freeform 3033">
              <a:extLst>
                <a:ext uri="{FF2B5EF4-FFF2-40B4-BE49-F238E27FC236}">
                  <a16:creationId xmlns:a16="http://schemas.microsoft.com/office/drawing/2014/main" id="{E911BEED-B9E8-C9A4-4A45-75BF7F9E3A2F}"/>
                </a:ext>
              </a:extLst>
            </p:cNvPr>
            <p:cNvSpPr/>
            <p:nvPr/>
          </p:nvSpPr>
          <p:spPr>
            <a:xfrm>
              <a:off x="6196996" y="9980870"/>
              <a:ext cx="68163" cy="47141"/>
            </a:xfrm>
            <a:custGeom>
              <a:avLst/>
              <a:gdLst>
                <a:gd name="csX0" fmla="*/ 68489 w 68163"/>
                <a:gd name="csY0" fmla="*/ 18017 h 47141"/>
                <a:gd name="csX1" fmla="*/ 52155 w 68163"/>
                <a:gd name="csY1" fmla="*/ 18017 h 47141"/>
                <a:gd name="csX2" fmla="*/ 52155 w 68163"/>
                <a:gd name="csY2" fmla="*/ 47597 h 47141"/>
                <a:gd name="csX3" fmla="*/ 44490 w 68163"/>
                <a:gd name="csY3" fmla="*/ 47597 h 47141"/>
                <a:gd name="csX4" fmla="*/ 325 w 68163"/>
                <a:gd name="csY4" fmla="*/ 16492 h 47141"/>
                <a:gd name="csX5" fmla="*/ 325 w 68163"/>
                <a:gd name="csY5" fmla="*/ 9683 h 47141"/>
                <a:gd name="csX6" fmla="*/ 44490 w 68163"/>
                <a:gd name="csY6" fmla="*/ 9683 h 47141"/>
                <a:gd name="csX7" fmla="*/ 44490 w 68163"/>
                <a:gd name="csY7" fmla="*/ 455 h 47141"/>
                <a:gd name="csX8" fmla="*/ 52155 w 68163"/>
                <a:gd name="csY8" fmla="*/ 455 h 47141"/>
                <a:gd name="csX9" fmla="*/ 52155 w 68163"/>
                <a:gd name="csY9" fmla="*/ 9683 h 47141"/>
                <a:gd name="csX10" fmla="*/ 68489 w 68163"/>
                <a:gd name="csY10" fmla="*/ 9683 h 47141"/>
                <a:gd name="csX11" fmla="*/ 68489 w 68163"/>
                <a:gd name="csY11" fmla="*/ 18017 h 47141"/>
                <a:gd name="csX12" fmla="*/ 44490 w 68163"/>
                <a:gd name="csY12" fmla="*/ 18017 h 47141"/>
                <a:gd name="csX13" fmla="*/ 13757 w 68163"/>
                <a:gd name="csY13" fmla="*/ 18017 h 47141"/>
                <a:gd name="csX14" fmla="*/ 44490 w 68163"/>
                <a:gd name="csY14" fmla="*/ 39374 h 47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163" h="47141">
                  <a:moveTo>
                    <a:pt x="68489" y="18017"/>
                  </a:moveTo>
                  <a:lnTo>
                    <a:pt x="52155" y="18017"/>
                  </a:lnTo>
                  <a:lnTo>
                    <a:pt x="52155" y="47597"/>
                  </a:lnTo>
                  <a:lnTo>
                    <a:pt x="44490" y="47597"/>
                  </a:lnTo>
                  <a:lnTo>
                    <a:pt x="325" y="16492"/>
                  </a:lnTo>
                  <a:lnTo>
                    <a:pt x="325" y="9683"/>
                  </a:lnTo>
                  <a:lnTo>
                    <a:pt x="44490" y="9683"/>
                  </a:lnTo>
                  <a:lnTo>
                    <a:pt x="44490" y="455"/>
                  </a:lnTo>
                  <a:lnTo>
                    <a:pt x="52155" y="455"/>
                  </a:lnTo>
                  <a:lnTo>
                    <a:pt x="52155" y="9683"/>
                  </a:lnTo>
                  <a:lnTo>
                    <a:pt x="68489" y="9683"/>
                  </a:lnTo>
                  <a:lnTo>
                    <a:pt x="68489" y="18017"/>
                  </a:lnTo>
                  <a:moveTo>
                    <a:pt x="44490" y="18017"/>
                  </a:moveTo>
                  <a:lnTo>
                    <a:pt x="13757" y="18017"/>
                  </a:lnTo>
                  <a:lnTo>
                    <a:pt x="44490" y="3937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35" name="Graphic 2017">
            <a:extLst>
              <a:ext uri="{FF2B5EF4-FFF2-40B4-BE49-F238E27FC236}">
                <a16:creationId xmlns:a16="http://schemas.microsoft.com/office/drawing/2014/main" id="{963BFDFC-0ADD-1D7F-DA37-ADF191F863E3}"/>
              </a:ext>
            </a:extLst>
          </p:cNvPr>
          <p:cNvGrpSpPr/>
          <p:nvPr/>
        </p:nvGrpSpPr>
        <p:grpSpPr>
          <a:xfrm>
            <a:off x="3245574" y="7643309"/>
            <a:ext cx="39453" cy="51783"/>
            <a:chOff x="6360372" y="9980461"/>
            <a:chExt cx="69614" cy="91371"/>
          </a:xfrm>
          <a:solidFill>
            <a:srgbClr val="000000"/>
          </a:solidFill>
        </p:grpSpPr>
        <p:sp>
          <p:nvSpPr>
            <p:cNvPr id="3036" name="Freeform 3035">
              <a:extLst>
                <a:ext uri="{FF2B5EF4-FFF2-40B4-BE49-F238E27FC236}">
                  <a16:creationId xmlns:a16="http://schemas.microsoft.com/office/drawing/2014/main" id="{6AB19395-32D7-09D1-5699-6276B1A15DA3}"/>
                </a:ext>
              </a:extLst>
            </p:cNvPr>
            <p:cNvSpPr/>
            <p:nvPr/>
          </p:nvSpPr>
          <p:spPr>
            <a:xfrm>
              <a:off x="6360372" y="10046717"/>
              <a:ext cx="68460" cy="25114"/>
            </a:xfrm>
            <a:custGeom>
              <a:avLst/>
              <a:gdLst>
                <a:gd name="csX0" fmla="*/ 68804 w 68460"/>
                <a:gd name="csY0" fmla="*/ 461 h 25114"/>
                <a:gd name="csX1" fmla="*/ 68804 w 68460"/>
                <a:gd name="csY1" fmla="*/ 8833 h 25114"/>
                <a:gd name="csX2" fmla="*/ 15449 w 68460"/>
                <a:gd name="csY2" fmla="*/ 8833 h 25114"/>
                <a:gd name="csX3" fmla="*/ 21216 w 68460"/>
                <a:gd name="csY3" fmla="*/ 16758 h 25114"/>
                <a:gd name="csX4" fmla="*/ 25569 w 68460"/>
                <a:gd name="csY4" fmla="*/ 25576 h 25114"/>
                <a:gd name="csX5" fmla="*/ 17458 w 68460"/>
                <a:gd name="csY5" fmla="*/ 25576 h 25114"/>
                <a:gd name="csX6" fmla="*/ 9458 w 68460"/>
                <a:gd name="csY6" fmla="*/ 13297 h 25114"/>
                <a:gd name="csX7" fmla="*/ 343 w 68460"/>
                <a:gd name="csY7" fmla="*/ 5856 h 25114"/>
                <a:gd name="csX8" fmla="*/ 343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804" y="461"/>
                  </a:moveTo>
                  <a:lnTo>
                    <a:pt x="68804" y="8833"/>
                  </a:lnTo>
                  <a:lnTo>
                    <a:pt x="15449" y="8833"/>
                  </a:lnTo>
                  <a:cubicBezTo>
                    <a:pt x="17383" y="10842"/>
                    <a:pt x="19318" y="13483"/>
                    <a:pt x="21216" y="16758"/>
                  </a:cubicBezTo>
                  <a:cubicBezTo>
                    <a:pt x="23151" y="20032"/>
                    <a:pt x="24602" y="22971"/>
                    <a:pt x="25569" y="25576"/>
                  </a:cubicBezTo>
                  <a:lnTo>
                    <a:pt x="17458" y="25576"/>
                  </a:lnTo>
                  <a:cubicBezTo>
                    <a:pt x="15263" y="20888"/>
                    <a:pt x="12584" y="16795"/>
                    <a:pt x="9458" y="13297"/>
                  </a:cubicBezTo>
                  <a:cubicBezTo>
                    <a:pt x="6333" y="9800"/>
                    <a:pt x="3282" y="7307"/>
                    <a:pt x="343" y="5856"/>
                  </a:cubicBezTo>
                  <a:lnTo>
                    <a:pt x="343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37" name="Freeform 3036">
              <a:extLst>
                <a:ext uri="{FF2B5EF4-FFF2-40B4-BE49-F238E27FC236}">
                  <a16:creationId xmlns:a16="http://schemas.microsoft.com/office/drawing/2014/main" id="{314FB18D-F52F-C27A-4A2C-BBFE0AB19DE0}"/>
                </a:ext>
              </a:extLst>
            </p:cNvPr>
            <p:cNvSpPr/>
            <p:nvPr/>
          </p:nvSpPr>
          <p:spPr>
            <a:xfrm>
              <a:off x="6360372" y="9980461"/>
              <a:ext cx="69614" cy="44834"/>
            </a:xfrm>
            <a:custGeom>
              <a:avLst/>
              <a:gdLst>
                <a:gd name="csX0" fmla="*/ 53028 w 69614"/>
                <a:gd name="csY0" fmla="*/ 44025 h 44834"/>
                <a:gd name="csX1" fmla="*/ 52284 w 69614"/>
                <a:gd name="csY1" fmla="*/ 35988 h 44834"/>
                <a:gd name="csX2" fmla="*/ 60544 w 69614"/>
                <a:gd name="csY2" fmla="*/ 32081 h 44834"/>
                <a:gd name="csX3" fmla="*/ 63074 w 69614"/>
                <a:gd name="csY3" fmla="*/ 24677 h 44834"/>
                <a:gd name="csX4" fmla="*/ 61325 w 69614"/>
                <a:gd name="csY4" fmla="*/ 17906 h 44834"/>
                <a:gd name="csX5" fmla="*/ 56600 w 69614"/>
                <a:gd name="csY5" fmla="*/ 13143 h 44834"/>
                <a:gd name="csX6" fmla="*/ 48637 w 69614"/>
                <a:gd name="csY6" fmla="*/ 10018 h 44834"/>
                <a:gd name="csX7" fmla="*/ 38405 w 69614"/>
                <a:gd name="csY7" fmla="*/ 8753 h 44834"/>
                <a:gd name="csX8" fmla="*/ 36731 w 69614"/>
                <a:gd name="csY8" fmla="*/ 8827 h 44834"/>
                <a:gd name="csX9" fmla="*/ 43205 w 69614"/>
                <a:gd name="csY9" fmla="*/ 15673 h 44834"/>
                <a:gd name="csX10" fmla="*/ 45698 w 69614"/>
                <a:gd name="csY10" fmla="*/ 25087 h 44834"/>
                <a:gd name="csX11" fmla="*/ 39559 w 69614"/>
                <a:gd name="csY11" fmla="*/ 39411 h 44834"/>
                <a:gd name="csX12" fmla="*/ 23374 w 69614"/>
                <a:gd name="csY12" fmla="*/ 45290 h 44834"/>
                <a:gd name="csX13" fmla="*/ 6668 w 69614"/>
                <a:gd name="csY13" fmla="*/ 39151 h 44834"/>
                <a:gd name="csX14" fmla="*/ 343 w 69614"/>
                <a:gd name="csY14" fmla="*/ 23821 h 44834"/>
                <a:gd name="csX15" fmla="*/ 3914 w 69614"/>
                <a:gd name="csY15" fmla="*/ 11692 h 44834"/>
                <a:gd name="csX16" fmla="*/ 14146 w 69614"/>
                <a:gd name="csY16" fmla="*/ 3320 h 44834"/>
                <a:gd name="csX17" fmla="*/ 33308 w 69614"/>
                <a:gd name="csY17" fmla="*/ 455 h 44834"/>
                <a:gd name="csX18" fmla="*/ 54144 w 69614"/>
                <a:gd name="csY18" fmla="*/ 3283 h 44834"/>
                <a:gd name="csX19" fmla="*/ 65939 w 69614"/>
                <a:gd name="csY19" fmla="*/ 11729 h 44834"/>
                <a:gd name="csX20" fmla="*/ 69957 w 69614"/>
                <a:gd name="csY20" fmla="*/ 24863 h 44834"/>
                <a:gd name="csX21" fmla="*/ 65529 w 69614"/>
                <a:gd name="csY21" fmla="*/ 37923 h 44834"/>
                <a:gd name="csX22" fmla="*/ 53028 w 69614"/>
                <a:gd name="csY22" fmla="*/ 44025 h 44834"/>
                <a:gd name="csX23" fmla="*/ 22964 w 69614"/>
                <a:gd name="csY23" fmla="*/ 9757 h 44834"/>
                <a:gd name="csX24" fmla="*/ 11505 w 69614"/>
                <a:gd name="csY24" fmla="*/ 13590 h 44834"/>
                <a:gd name="csX25" fmla="*/ 7263 w 69614"/>
                <a:gd name="csY25" fmla="*/ 22817 h 44834"/>
                <a:gd name="csX26" fmla="*/ 11840 w 69614"/>
                <a:gd name="csY26" fmla="*/ 32528 h 44834"/>
                <a:gd name="csX27" fmla="*/ 23634 w 69614"/>
                <a:gd name="csY27" fmla="*/ 36658 h 44834"/>
                <a:gd name="csX28" fmla="*/ 34238 w 69614"/>
                <a:gd name="csY28" fmla="*/ 32751 h 44834"/>
                <a:gd name="csX29" fmla="*/ 38294 w 69614"/>
                <a:gd name="csY29" fmla="*/ 23040 h 44834"/>
                <a:gd name="csX30" fmla="*/ 34238 w 69614"/>
                <a:gd name="csY30" fmla="*/ 13478 h 44834"/>
                <a:gd name="csX31" fmla="*/ 22964 w 69614"/>
                <a:gd name="csY31" fmla="*/ 9757 h 4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9614" h="44834">
                  <a:moveTo>
                    <a:pt x="53028" y="44025"/>
                  </a:moveTo>
                  <a:lnTo>
                    <a:pt x="52284" y="35988"/>
                  </a:lnTo>
                  <a:cubicBezTo>
                    <a:pt x="56079" y="35281"/>
                    <a:pt x="58832" y="33979"/>
                    <a:pt x="60544" y="32081"/>
                  </a:cubicBezTo>
                  <a:cubicBezTo>
                    <a:pt x="62218" y="30147"/>
                    <a:pt x="63074" y="27691"/>
                    <a:pt x="63074" y="24677"/>
                  </a:cubicBezTo>
                  <a:cubicBezTo>
                    <a:pt x="63074" y="22110"/>
                    <a:pt x="62478" y="19840"/>
                    <a:pt x="61325" y="17906"/>
                  </a:cubicBezTo>
                  <a:cubicBezTo>
                    <a:pt x="60134" y="15971"/>
                    <a:pt x="58572" y="14371"/>
                    <a:pt x="56600" y="13143"/>
                  </a:cubicBezTo>
                  <a:cubicBezTo>
                    <a:pt x="54628" y="11915"/>
                    <a:pt x="51986" y="10873"/>
                    <a:pt x="48637" y="10018"/>
                  </a:cubicBezTo>
                  <a:cubicBezTo>
                    <a:pt x="45289" y="9199"/>
                    <a:pt x="41866" y="8790"/>
                    <a:pt x="38405" y="8753"/>
                  </a:cubicBezTo>
                  <a:cubicBezTo>
                    <a:pt x="38033" y="8790"/>
                    <a:pt x="37475" y="8790"/>
                    <a:pt x="36731" y="8827"/>
                  </a:cubicBezTo>
                  <a:cubicBezTo>
                    <a:pt x="39373" y="10501"/>
                    <a:pt x="41531" y="12771"/>
                    <a:pt x="43205" y="15673"/>
                  </a:cubicBezTo>
                  <a:cubicBezTo>
                    <a:pt x="44842" y="18575"/>
                    <a:pt x="45698" y="21701"/>
                    <a:pt x="45698" y="25087"/>
                  </a:cubicBezTo>
                  <a:cubicBezTo>
                    <a:pt x="45698" y="30742"/>
                    <a:pt x="43652" y="35504"/>
                    <a:pt x="39559" y="39411"/>
                  </a:cubicBezTo>
                  <a:cubicBezTo>
                    <a:pt x="35466" y="43318"/>
                    <a:pt x="30071" y="45290"/>
                    <a:pt x="23374" y="45290"/>
                  </a:cubicBezTo>
                  <a:cubicBezTo>
                    <a:pt x="16453" y="45290"/>
                    <a:pt x="10872" y="43244"/>
                    <a:pt x="6668" y="39151"/>
                  </a:cubicBezTo>
                  <a:cubicBezTo>
                    <a:pt x="2463" y="35095"/>
                    <a:pt x="343" y="29961"/>
                    <a:pt x="343" y="23821"/>
                  </a:cubicBezTo>
                  <a:cubicBezTo>
                    <a:pt x="343" y="19394"/>
                    <a:pt x="1533" y="15338"/>
                    <a:pt x="3914" y="11692"/>
                  </a:cubicBezTo>
                  <a:cubicBezTo>
                    <a:pt x="6296" y="8008"/>
                    <a:pt x="9719" y="5218"/>
                    <a:pt x="14146" y="3320"/>
                  </a:cubicBezTo>
                  <a:cubicBezTo>
                    <a:pt x="18537" y="1386"/>
                    <a:pt x="24936" y="455"/>
                    <a:pt x="33308" y="455"/>
                  </a:cubicBezTo>
                  <a:cubicBezTo>
                    <a:pt x="42014" y="455"/>
                    <a:pt x="48972" y="1386"/>
                    <a:pt x="54144" y="3283"/>
                  </a:cubicBezTo>
                  <a:cubicBezTo>
                    <a:pt x="59279" y="5181"/>
                    <a:pt x="63222" y="7971"/>
                    <a:pt x="65939" y="11729"/>
                  </a:cubicBezTo>
                  <a:cubicBezTo>
                    <a:pt x="68618" y="15450"/>
                    <a:pt x="69957" y="19840"/>
                    <a:pt x="69957" y="24863"/>
                  </a:cubicBezTo>
                  <a:cubicBezTo>
                    <a:pt x="69957" y="30184"/>
                    <a:pt x="68469" y="34537"/>
                    <a:pt x="65529" y="37923"/>
                  </a:cubicBezTo>
                  <a:cubicBezTo>
                    <a:pt x="62553" y="41309"/>
                    <a:pt x="58386" y="43355"/>
                    <a:pt x="53028" y="44025"/>
                  </a:cubicBezTo>
                  <a:moveTo>
                    <a:pt x="22964" y="9757"/>
                  </a:moveTo>
                  <a:cubicBezTo>
                    <a:pt x="18128" y="9757"/>
                    <a:pt x="14332" y="11022"/>
                    <a:pt x="11505" y="13590"/>
                  </a:cubicBezTo>
                  <a:cubicBezTo>
                    <a:pt x="8677" y="16157"/>
                    <a:pt x="7263" y="19208"/>
                    <a:pt x="7263" y="22817"/>
                  </a:cubicBezTo>
                  <a:cubicBezTo>
                    <a:pt x="7263" y="26538"/>
                    <a:pt x="8789" y="29775"/>
                    <a:pt x="11840" y="32528"/>
                  </a:cubicBezTo>
                  <a:cubicBezTo>
                    <a:pt x="14853" y="35281"/>
                    <a:pt x="18797" y="36658"/>
                    <a:pt x="23634" y="36658"/>
                  </a:cubicBezTo>
                  <a:cubicBezTo>
                    <a:pt x="27987" y="36658"/>
                    <a:pt x="31522" y="35356"/>
                    <a:pt x="34238" y="32751"/>
                  </a:cubicBezTo>
                  <a:cubicBezTo>
                    <a:pt x="36954" y="30109"/>
                    <a:pt x="38294" y="26910"/>
                    <a:pt x="38294" y="23040"/>
                  </a:cubicBezTo>
                  <a:cubicBezTo>
                    <a:pt x="38294" y="19171"/>
                    <a:pt x="36954" y="15971"/>
                    <a:pt x="34238" y="13478"/>
                  </a:cubicBezTo>
                  <a:cubicBezTo>
                    <a:pt x="31522" y="10985"/>
                    <a:pt x="27764" y="9757"/>
                    <a:pt x="22964" y="975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38" name="Freeform 3037">
            <a:extLst>
              <a:ext uri="{FF2B5EF4-FFF2-40B4-BE49-F238E27FC236}">
                <a16:creationId xmlns:a16="http://schemas.microsoft.com/office/drawing/2014/main" id="{AA8AE5A3-C30B-2B11-3A9D-CA5788EF0672}"/>
              </a:ext>
            </a:extLst>
          </p:cNvPr>
          <p:cNvSpPr/>
          <p:nvPr/>
        </p:nvSpPr>
        <p:spPr>
          <a:xfrm>
            <a:off x="3339008" y="7643092"/>
            <a:ext cx="38778" cy="25620"/>
          </a:xfrm>
          <a:custGeom>
            <a:avLst/>
            <a:gdLst>
              <a:gd name="csX0" fmla="*/ 49771 w 68423"/>
              <a:gd name="csY0" fmla="*/ 45662 h 45206"/>
              <a:gd name="csX1" fmla="*/ 49027 w 68423"/>
              <a:gd name="csY1" fmla="*/ 36844 h 45206"/>
              <a:gd name="csX2" fmla="*/ 58663 w 68423"/>
              <a:gd name="csY2" fmla="*/ 32342 h 45206"/>
              <a:gd name="csX3" fmla="*/ 61900 w 68423"/>
              <a:gd name="csY3" fmla="*/ 23747 h 45206"/>
              <a:gd name="csX4" fmla="*/ 57361 w 68423"/>
              <a:gd name="csY4" fmla="*/ 13515 h 45206"/>
              <a:gd name="csX5" fmla="*/ 45269 w 68423"/>
              <a:gd name="csY5" fmla="*/ 9348 h 45206"/>
              <a:gd name="csX6" fmla="*/ 33958 w 68423"/>
              <a:gd name="csY6" fmla="*/ 13366 h 45206"/>
              <a:gd name="csX7" fmla="*/ 29828 w 68423"/>
              <a:gd name="csY7" fmla="*/ 23896 h 45206"/>
              <a:gd name="csX8" fmla="*/ 31651 w 68423"/>
              <a:gd name="csY8" fmla="*/ 31188 h 45206"/>
              <a:gd name="csX9" fmla="*/ 36413 w 68423"/>
              <a:gd name="csY9" fmla="*/ 36286 h 45206"/>
              <a:gd name="csX10" fmla="*/ 35409 w 68423"/>
              <a:gd name="csY10" fmla="*/ 44174 h 45206"/>
              <a:gd name="csX11" fmla="*/ 360 w 68423"/>
              <a:gd name="csY11" fmla="*/ 37551 h 45206"/>
              <a:gd name="csX12" fmla="*/ 360 w 68423"/>
              <a:gd name="csY12" fmla="*/ 3655 h 45206"/>
              <a:gd name="csX13" fmla="*/ 8397 w 68423"/>
              <a:gd name="csY13" fmla="*/ 3655 h 45206"/>
              <a:gd name="csX14" fmla="*/ 8397 w 68423"/>
              <a:gd name="csY14" fmla="*/ 30854 h 45206"/>
              <a:gd name="csX15" fmla="*/ 26702 w 68423"/>
              <a:gd name="csY15" fmla="*/ 34537 h 45206"/>
              <a:gd name="csX16" fmla="*/ 22424 w 68423"/>
              <a:gd name="csY16" fmla="*/ 21663 h 45206"/>
              <a:gd name="csX17" fmla="*/ 28600 w 68423"/>
              <a:gd name="csY17" fmla="*/ 6595 h 45206"/>
              <a:gd name="csX18" fmla="*/ 44525 w 68423"/>
              <a:gd name="csY18" fmla="*/ 455 h 45206"/>
              <a:gd name="csX19" fmla="*/ 60524 w 68423"/>
              <a:gd name="csY19" fmla="*/ 5850 h 45206"/>
              <a:gd name="csX20" fmla="*/ 68784 w 68423"/>
              <a:gd name="csY20" fmla="*/ 23747 h 45206"/>
              <a:gd name="csX21" fmla="*/ 63575 w 68423"/>
              <a:gd name="csY21" fmla="*/ 38928 h 45206"/>
              <a:gd name="csX22" fmla="*/ 49771 w 68423"/>
              <a:gd name="csY22" fmla="*/ 45662 h 452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68423" h="45206">
                <a:moveTo>
                  <a:pt x="49771" y="45662"/>
                </a:moveTo>
                <a:lnTo>
                  <a:pt x="49027" y="36844"/>
                </a:lnTo>
                <a:cubicBezTo>
                  <a:pt x="53305" y="36211"/>
                  <a:pt x="56505" y="34686"/>
                  <a:pt x="58663" y="32342"/>
                </a:cubicBezTo>
                <a:cubicBezTo>
                  <a:pt x="60821" y="29961"/>
                  <a:pt x="61900" y="27096"/>
                  <a:pt x="61900" y="23747"/>
                </a:cubicBezTo>
                <a:cubicBezTo>
                  <a:pt x="61900" y="19729"/>
                  <a:pt x="60375" y="16306"/>
                  <a:pt x="57361" y="13515"/>
                </a:cubicBezTo>
                <a:cubicBezTo>
                  <a:pt x="54310" y="10725"/>
                  <a:pt x="50292" y="9348"/>
                  <a:pt x="45269" y="9348"/>
                </a:cubicBezTo>
                <a:cubicBezTo>
                  <a:pt x="40469" y="9348"/>
                  <a:pt x="36711" y="10687"/>
                  <a:pt x="33958" y="13366"/>
                </a:cubicBezTo>
                <a:cubicBezTo>
                  <a:pt x="31204" y="16045"/>
                  <a:pt x="29828" y="19543"/>
                  <a:pt x="29828" y="23896"/>
                </a:cubicBezTo>
                <a:cubicBezTo>
                  <a:pt x="29828" y="26575"/>
                  <a:pt x="30423" y="29030"/>
                  <a:pt x="31651" y="31188"/>
                </a:cubicBezTo>
                <a:cubicBezTo>
                  <a:pt x="32879" y="33346"/>
                  <a:pt x="34479" y="35058"/>
                  <a:pt x="36413" y="36286"/>
                </a:cubicBezTo>
                <a:lnTo>
                  <a:pt x="35409" y="44174"/>
                </a:lnTo>
                <a:lnTo>
                  <a:pt x="360" y="37551"/>
                </a:lnTo>
                <a:lnTo>
                  <a:pt x="360" y="3655"/>
                </a:lnTo>
                <a:lnTo>
                  <a:pt x="8397" y="3655"/>
                </a:lnTo>
                <a:lnTo>
                  <a:pt x="8397" y="30854"/>
                </a:lnTo>
                <a:lnTo>
                  <a:pt x="26702" y="34537"/>
                </a:lnTo>
                <a:cubicBezTo>
                  <a:pt x="23837" y="30444"/>
                  <a:pt x="22424" y="26165"/>
                  <a:pt x="22424" y="21663"/>
                </a:cubicBezTo>
                <a:cubicBezTo>
                  <a:pt x="22424" y="15710"/>
                  <a:pt x="24470" y="10687"/>
                  <a:pt x="28600" y="6595"/>
                </a:cubicBezTo>
                <a:cubicBezTo>
                  <a:pt x="32730" y="2502"/>
                  <a:pt x="38051" y="455"/>
                  <a:pt x="44525" y="455"/>
                </a:cubicBezTo>
                <a:cubicBezTo>
                  <a:pt x="50701" y="455"/>
                  <a:pt x="56022" y="2241"/>
                  <a:pt x="60524" y="5850"/>
                </a:cubicBezTo>
                <a:cubicBezTo>
                  <a:pt x="66030" y="10204"/>
                  <a:pt x="68784" y="16194"/>
                  <a:pt x="68784" y="23747"/>
                </a:cubicBezTo>
                <a:cubicBezTo>
                  <a:pt x="68784" y="29961"/>
                  <a:pt x="67072" y="35021"/>
                  <a:pt x="63575" y="38928"/>
                </a:cubicBezTo>
                <a:cubicBezTo>
                  <a:pt x="60114" y="42871"/>
                  <a:pt x="55501" y="45104"/>
                  <a:pt x="49771" y="45662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39" name="Freeform 3038">
            <a:extLst>
              <a:ext uri="{FF2B5EF4-FFF2-40B4-BE49-F238E27FC236}">
                <a16:creationId xmlns:a16="http://schemas.microsoft.com/office/drawing/2014/main" id="{F68E13A4-C02E-C3AC-80F3-5E93D8D2AD40}"/>
              </a:ext>
            </a:extLst>
          </p:cNvPr>
          <p:cNvSpPr/>
          <p:nvPr/>
        </p:nvSpPr>
        <p:spPr>
          <a:xfrm>
            <a:off x="3431093" y="7643409"/>
            <a:ext cx="39453" cy="25514"/>
          </a:xfrm>
          <a:custGeom>
            <a:avLst/>
            <a:gdLst>
              <a:gd name="csX0" fmla="*/ 17343 w 69614"/>
              <a:gd name="csY0" fmla="*/ 1646 h 45020"/>
              <a:gd name="csX1" fmla="*/ 18013 w 69614"/>
              <a:gd name="csY1" fmla="*/ 9980 h 45020"/>
              <a:gd name="csX2" fmla="*/ 10832 w 69614"/>
              <a:gd name="csY2" fmla="*/ 13143 h 45020"/>
              <a:gd name="csX3" fmla="*/ 7260 w 69614"/>
              <a:gd name="csY3" fmla="*/ 21515 h 45020"/>
              <a:gd name="csX4" fmla="*/ 9493 w 69614"/>
              <a:gd name="csY4" fmla="*/ 28547 h 45020"/>
              <a:gd name="csX5" fmla="*/ 17901 w 69614"/>
              <a:gd name="csY5" fmla="*/ 34760 h 45020"/>
              <a:gd name="csX6" fmla="*/ 33677 w 69614"/>
              <a:gd name="csY6" fmla="*/ 37142 h 45020"/>
              <a:gd name="csX7" fmla="*/ 26831 w 69614"/>
              <a:gd name="csY7" fmla="*/ 29737 h 45020"/>
              <a:gd name="csX8" fmla="*/ 24599 w 69614"/>
              <a:gd name="csY8" fmla="*/ 20584 h 45020"/>
              <a:gd name="csX9" fmla="*/ 30775 w 69614"/>
              <a:gd name="csY9" fmla="*/ 6334 h 45020"/>
              <a:gd name="csX10" fmla="*/ 46700 w 69614"/>
              <a:gd name="csY10" fmla="*/ 455 h 45020"/>
              <a:gd name="csX11" fmla="*/ 58643 w 69614"/>
              <a:gd name="csY11" fmla="*/ 3209 h 45020"/>
              <a:gd name="csX12" fmla="*/ 67089 w 69614"/>
              <a:gd name="csY12" fmla="*/ 10799 h 45020"/>
              <a:gd name="csX13" fmla="*/ 69991 w 69614"/>
              <a:gd name="csY13" fmla="*/ 21812 h 45020"/>
              <a:gd name="csX14" fmla="*/ 62289 w 69614"/>
              <a:gd name="csY14" fmla="*/ 38853 h 45020"/>
              <a:gd name="csX15" fmla="*/ 36914 w 69614"/>
              <a:gd name="csY15" fmla="*/ 45476 h 45020"/>
              <a:gd name="csX16" fmla="*/ 8190 w 69614"/>
              <a:gd name="csY16" fmla="*/ 38146 h 45020"/>
              <a:gd name="csX17" fmla="*/ 377 w 69614"/>
              <a:gd name="csY17" fmla="*/ 20994 h 45020"/>
              <a:gd name="csX18" fmla="*/ 4879 w 69614"/>
              <a:gd name="csY18" fmla="*/ 7822 h 45020"/>
              <a:gd name="csX19" fmla="*/ 17343 w 69614"/>
              <a:gd name="csY19" fmla="*/ 1646 h 45020"/>
              <a:gd name="csX20" fmla="*/ 46737 w 69614"/>
              <a:gd name="csY20" fmla="*/ 35839 h 45020"/>
              <a:gd name="csX21" fmla="*/ 55034 w 69614"/>
              <a:gd name="csY21" fmla="*/ 34016 h 45020"/>
              <a:gd name="csX22" fmla="*/ 61062 w 69614"/>
              <a:gd name="csY22" fmla="*/ 28882 h 45020"/>
              <a:gd name="csX23" fmla="*/ 63108 w 69614"/>
              <a:gd name="csY23" fmla="*/ 21924 h 45020"/>
              <a:gd name="csX24" fmla="*/ 58829 w 69614"/>
              <a:gd name="csY24" fmla="*/ 12808 h 45020"/>
              <a:gd name="csX25" fmla="*/ 47221 w 69614"/>
              <a:gd name="csY25" fmla="*/ 9013 h 45020"/>
              <a:gd name="csX26" fmla="*/ 36059 w 69614"/>
              <a:gd name="csY26" fmla="*/ 12771 h 45020"/>
              <a:gd name="csX27" fmla="*/ 32003 w 69614"/>
              <a:gd name="csY27" fmla="*/ 22259 h 45020"/>
              <a:gd name="csX28" fmla="*/ 36059 w 69614"/>
              <a:gd name="csY28" fmla="*/ 31895 h 45020"/>
              <a:gd name="csX29" fmla="*/ 46737 w 69614"/>
              <a:gd name="csY29" fmla="*/ 35839 h 45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9614" h="45020">
                <a:moveTo>
                  <a:pt x="17343" y="1646"/>
                </a:moveTo>
                <a:lnTo>
                  <a:pt x="18013" y="9980"/>
                </a:lnTo>
                <a:cubicBezTo>
                  <a:pt x="14702" y="10725"/>
                  <a:pt x="12320" y="11766"/>
                  <a:pt x="10832" y="13143"/>
                </a:cubicBezTo>
                <a:cubicBezTo>
                  <a:pt x="8451" y="15413"/>
                  <a:pt x="7260" y="18203"/>
                  <a:pt x="7260" y="21515"/>
                </a:cubicBezTo>
                <a:cubicBezTo>
                  <a:pt x="7260" y="24194"/>
                  <a:pt x="8004" y="26538"/>
                  <a:pt x="9493" y="28547"/>
                </a:cubicBezTo>
                <a:cubicBezTo>
                  <a:pt x="11427" y="31188"/>
                  <a:pt x="14218" y="33235"/>
                  <a:pt x="17901" y="34760"/>
                </a:cubicBezTo>
                <a:cubicBezTo>
                  <a:pt x="21585" y="36286"/>
                  <a:pt x="26868" y="37067"/>
                  <a:pt x="33677" y="37142"/>
                </a:cubicBezTo>
                <a:cubicBezTo>
                  <a:pt x="30626" y="35132"/>
                  <a:pt x="28319" y="32677"/>
                  <a:pt x="26831" y="29737"/>
                </a:cubicBezTo>
                <a:cubicBezTo>
                  <a:pt x="25343" y="26835"/>
                  <a:pt x="24599" y="23784"/>
                  <a:pt x="24599" y="20584"/>
                </a:cubicBezTo>
                <a:cubicBezTo>
                  <a:pt x="24599" y="15003"/>
                  <a:pt x="26645" y="10241"/>
                  <a:pt x="30775" y="6334"/>
                </a:cubicBezTo>
                <a:cubicBezTo>
                  <a:pt x="34868" y="2390"/>
                  <a:pt x="40189" y="455"/>
                  <a:pt x="46700" y="455"/>
                </a:cubicBezTo>
                <a:cubicBezTo>
                  <a:pt x="50979" y="455"/>
                  <a:pt x="54960" y="1386"/>
                  <a:pt x="58643" y="3209"/>
                </a:cubicBezTo>
                <a:cubicBezTo>
                  <a:pt x="62289" y="5069"/>
                  <a:pt x="65117" y="7599"/>
                  <a:pt x="67089" y="10799"/>
                </a:cubicBezTo>
                <a:cubicBezTo>
                  <a:pt x="69024" y="14036"/>
                  <a:pt x="69991" y="17720"/>
                  <a:pt x="69991" y="21812"/>
                </a:cubicBezTo>
                <a:cubicBezTo>
                  <a:pt x="69991" y="28770"/>
                  <a:pt x="67424" y="34463"/>
                  <a:pt x="62289" y="38853"/>
                </a:cubicBezTo>
                <a:cubicBezTo>
                  <a:pt x="57155" y="43281"/>
                  <a:pt x="48709" y="45476"/>
                  <a:pt x="36914" y="45476"/>
                </a:cubicBezTo>
                <a:cubicBezTo>
                  <a:pt x="23743" y="45476"/>
                  <a:pt x="14181" y="43020"/>
                  <a:pt x="8190" y="38146"/>
                </a:cubicBezTo>
                <a:cubicBezTo>
                  <a:pt x="2981" y="33905"/>
                  <a:pt x="377" y="28212"/>
                  <a:pt x="377" y="20994"/>
                </a:cubicBezTo>
                <a:cubicBezTo>
                  <a:pt x="377" y="15636"/>
                  <a:pt x="1865" y="11245"/>
                  <a:pt x="4879" y="7822"/>
                </a:cubicBezTo>
                <a:cubicBezTo>
                  <a:pt x="7893" y="4399"/>
                  <a:pt x="12060" y="2353"/>
                  <a:pt x="17343" y="1646"/>
                </a:cubicBezTo>
                <a:moveTo>
                  <a:pt x="46737" y="35839"/>
                </a:moveTo>
                <a:cubicBezTo>
                  <a:pt x="49639" y="35839"/>
                  <a:pt x="52392" y="35244"/>
                  <a:pt x="55034" y="34016"/>
                </a:cubicBezTo>
                <a:cubicBezTo>
                  <a:pt x="57676" y="32788"/>
                  <a:pt x="59685" y="31077"/>
                  <a:pt x="61062" y="28882"/>
                </a:cubicBezTo>
                <a:cubicBezTo>
                  <a:pt x="62438" y="26649"/>
                  <a:pt x="63108" y="24342"/>
                  <a:pt x="63108" y="21924"/>
                </a:cubicBezTo>
                <a:cubicBezTo>
                  <a:pt x="63108" y="18389"/>
                  <a:pt x="61694" y="15375"/>
                  <a:pt x="58829" y="12808"/>
                </a:cubicBezTo>
                <a:cubicBezTo>
                  <a:pt x="56001" y="10278"/>
                  <a:pt x="52095" y="9013"/>
                  <a:pt x="47221" y="9013"/>
                </a:cubicBezTo>
                <a:cubicBezTo>
                  <a:pt x="42495" y="9013"/>
                  <a:pt x="38775" y="10278"/>
                  <a:pt x="36059" y="12771"/>
                </a:cubicBezTo>
                <a:cubicBezTo>
                  <a:pt x="33342" y="15264"/>
                  <a:pt x="32003" y="18426"/>
                  <a:pt x="32003" y="22259"/>
                </a:cubicBezTo>
                <a:cubicBezTo>
                  <a:pt x="32003" y="26054"/>
                  <a:pt x="33342" y="29254"/>
                  <a:pt x="36059" y="31895"/>
                </a:cubicBezTo>
                <a:cubicBezTo>
                  <a:pt x="38775" y="34537"/>
                  <a:pt x="42347" y="35839"/>
                  <a:pt x="46737" y="35839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040" name="Graphic 2017">
            <a:extLst>
              <a:ext uri="{FF2B5EF4-FFF2-40B4-BE49-F238E27FC236}">
                <a16:creationId xmlns:a16="http://schemas.microsoft.com/office/drawing/2014/main" id="{4B8A6959-5C80-1713-1D48-6ED9ED5EDFE8}"/>
              </a:ext>
            </a:extLst>
          </p:cNvPr>
          <p:cNvGrpSpPr/>
          <p:nvPr/>
        </p:nvGrpSpPr>
        <p:grpSpPr>
          <a:xfrm>
            <a:off x="3523852" y="7643372"/>
            <a:ext cx="39494" cy="55964"/>
            <a:chOff x="6851393" y="9980572"/>
            <a:chExt cx="69688" cy="98748"/>
          </a:xfrm>
          <a:solidFill>
            <a:srgbClr val="000000"/>
          </a:solidFill>
        </p:grpSpPr>
        <p:sp>
          <p:nvSpPr>
            <p:cNvPr id="3041" name="Freeform 3040">
              <a:extLst>
                <a:ext uri="{FF2B5EF4-FFF2-40B4-BE49-F238E27FC236}">
                  <a16:creationId xmlns:a16="http://schemas.microsoft.com/office/drawing/2014/main" id="{7E7B3FBF-F5C3-C537-180E-D01712511F96}"/>
                </a:ext>
              </a:extLst>
            </p:cNvPr>
            <p:cNvSpPr/>
            <p:nvPr/>
          </p:nvSpPr>
          <p:spPr>
            <a:xfrm>
              <a:off x="6851393" y="10034253"/>
              <a:ext cx="68460" cy="45067"/>
            </a:xfrm>
            <a:custGeom>
              <a:avLst/>
              <a:gdLst>
                <a:gd name="csX0" fmla="*/ 60818 w 68460"/>
                <a:gd name="csY0" fmla="*/ 461 h 45067"/>
                <a:gd name="csX1" fmla="*/ 68855 w 68460"/>
                <a:gd name="csY1" fmla="*/ 461 h 45067"/>
                <a:gd name="csX2" fmla="*/ 68855 w 68460"/>
                <a:gd name="csY2" fmla="*/ 45519 h 45067"/>
                <a:gd name="csX3" fmla="*/ 63051 w 68460"/>
                <a:gd name="csY3" fmla="*/ 44551 h 45067"/>
                <a:gd name="csX4" fmla="*/ 53972 w 68460"/>
                <a:gd name="csY4" fmla="*/ 39045 h 45067"/>
                <a:gd name="csX5" fmla="*/ 43629 w 68460"/>
                <a:gd name="csY5" fmla="*/ 28106 h 45067"/>
                <a:gd name="csX6" fmla="*/ 29192 w 68460"/>
                <a:gd name="csY6" fmla="*/ 13074 h 45067"/>
                <a:gd name="csX7" fmla="*/ 19147 w 68460"/>
                <a:gd name="csY7" fmla="*/ 9167 h 45067"/>
                <a:gd name="csX8" fmla="*/ 10738 w 68460"/>
                <a:gd name="csY8" fmla="*/ 12739 h 45067"/>
                <a:gd name="csX9" fmla="*/ 7315 w 68460"/>
                <a:gd name="csY9" fmla="*/ 22004 h 45067"/>
                <a:gd name="csX10" fmla="*/ 10961 w 68460"/>
                <a:gd name="csY10" fmla="*/ 31678 h 45067"/>
                <a:gd name="csX11" fmla="*/ 21007 w 68460"/>
                <a:gd name="csY11" fmla="*/ 35361 h 45067"/>
                <a:gd name="csX12" fmla="*/ 20114 w 68460"/>
                <a:gd name="csY12" fmla="*/ 43956 h 45067"/>
                <a:gd name="csX13" fmla="*/ 5454 w 68460"/>
                <a:gd name="csY13" fmla="*/ 37296 h 45067"/>
                <a:gd name="csX14" fmla="*/ 394 w 68460"/>
                <a:gd name="csY14" fmla="*/ 21818 h 45067"/>
                <a:gd name="csX15" fmla="*/ 5826 w 68460"/>
                <a:gd name="csY15" fmla="*/ 6302 h 45067"/>
                <a:gd name="csX16" fmla="*/ 19333 w 68460"/>
                <a:gd name="csY16" fmla="*/ 573 h 45067"/>
                <a:gd name="csX17" fmla="*/ 27369 w 68460"/>
                <a:gd name="csY17" fmla="*/ 2247 h 45067"/>
                <a:gd name="csX18" fmla="*/ 35704 w 68460"/>
                <a:gd name="csY18" fmla="*/ 7791 h 45067"/>
                <a:gd name="csX19" fmla="*/ 47684 w 68460"/>
                <a:gd name="csY19" fmla="*/ 20702 h 45067"/>
                <a:gd name="csX20" fmla="*/ 56279 w 68460"/>
                <a:gd name="csY20" fmla="*/ 30375 h 45067"/>
                <a:gd name="csX21" fmla="*/ 60818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818" y="461"/>
                  </a:moveTo>
                  <a:lnTo>
                    <a:pt x="68855" y="461"/>
                  </a:lnTo>
                  <a:lnTo>
                    <a:pt x="68855" y="45519"/>
                  </a:lnTo>
                  <a:cubicBezTo>
                    <a:pt x="66846" y="45593"/>
                    <a:pt x="64911" y="45258"/>
                    <a:pt x="63051" y="44551"/>
                  </a:cubicBezTo>
                  <a:cubicBezTo>
                    <a:pt x="59963" y="43398"/>
                    <a:pt x="56949" y="41575"/>
                    <a:pt x="53972" y="39045"/>
                  </a:cubicBezTo>
                  <a:cubicBezTo>
                    <a:pt x="50996" y="36515"/>
                    <a:pt x="47573" y="32868"/>
                    <a:pt x="43629" y="28106"/>
                  </a:cubicBezTo>
                  <a:cubicBezTo>
                    <a:pt x="37564" y="20702"/>
                    <a:pt x="32764" y="15679"/>
                    <a:pt x="29192" y="13074"/>
                  </a:cubicBezTo>
                  <a:cubicBezTo>
                    <a:pt x="25658" y="10470"/>
                    <a:pt x="22309" y="9167"/>
                    <a:pt x="19147" y="9167"/>
                  </a:cubicBezTo>
                  <a:cubicBezTo>
                    <a:pt x="15835" y="9167"/>
                    <a:pt x="13007" y="10358"/>
                    <a:pt x="10738" y="12739"/>
                  </a:cubicBezTo>
                  <a:cubicBezTo>
                    <a:pt x="8468" y="15083"/>
                    <a:pt x="7315" y="18172"/>
                    <a:pt x="7315" y="22004"/>
                  </a:cubicBezTo>
                  <a:cubicBezTo>
                    <a:pt x="7315" y="26022"/>
                    <a:pt x="8543" y="29259"/>
                    <a:pt x="10961" y="31678"/>
                  </a:cubicBezTo>
                  <a:cubicBezTo>
                    <a:pt x="13379" y="34096"/>
                    <a:pt x="16728" y="35324"/>
                    <a:pt x="21007" y="35361"/>
                  </a:cubicBezTo>
                  <a:lnTo>
                    <a:pt x="20114" y="43956"/>
                  </a:lnTo>
                  <a:cubicBezTo>
                    <a:pt x="13714" y="43361"/>
                    <a:pt x="8803" y="41165"/>
                    <a:pt x="5454" y="37296"/>
                  </a:cubicBezTo>
                  <a:cubicBezTo>
                    <a:pt x="2068" y="33464"/>
                    <a:pt x="394" y="28292"/>
                    <a:pt x="394" y="21818"/>
                  </a:cubicBezTo>
                  <a:cubicBezTo>
                    <a:pt x="394" y="15269"/>
                    <a:pt x="2217" y="10098"/>
                    <a:pt x="5826" y="6302"/>
                  </a:cubicBezTo>
                  <a:cubicBezTo>
                    <a:pt x="9473" y="2470"/>
                    <a:pt x="13975" y="573"/>
                    <a:pt x="19333" y="573"/>
                  </a:cubicBezTo>
                  <a:cubicBezTo>
                    <a:pt x="22049" y="573"/>
                    <a:pt x="24728" y="1131"/>
                    <a:pt x="27369" y="2247"/>
                  </a:cubicBezTo>
                  <a:cubicBezTo>
                    <a:pt x="30011" y="3363"/>
                    <a:pt x="32764" y="5224"/>
                    <a:pt x="35704" y="7791"/>
                  </a:cubicBezTo>
                  <a:cubicBezTo>
                    <a:pt x="38606" y="10395"/>
                    <a:pt x="42624" y="14674"/>
                    <a:pt x="47684" y="20702"/>
                  </a:cubicBezTo>
                  <a:cubicBezTo>
                    <a:pt x="51926" y="25725"/>
                    <a:pt x="54754" y="28962"/>
                    <a:pt x="56279" y="30375"/>
                  </a:cubicBezTo>
                  <a:cubicBezTo>
                    <a:pt x="57767" y="31789"/>
                    <a:pt x="59293" y="32980"/>
                    <a:pt x="60818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2" name="Freeform 3041">
              <a:extLst>
                <a:ext uri="{FF2B5EF4-FFF2-40B4-BE49-F238E27FC236}">
                  <a16:creationId xmlns:a16="http://schemas.microsoft.com/office/drawing/2014/main" id="{58E0DAE6-6AB5-0AE6-E8AB-F3EF6FB40EDF}"/>
                </a:ext>
              </a:extLst>
            </p:cNvPr>
            <p:cNvSpPr/>
            <p:nvPr/>
          </p:nvSpPr>
          <p:spPr>
            <a:xfrm>
              <a:off x="6851393" y="9980572"/>
              <a:ext cx="69688" cy="44648"/>
            </a:xfrm>
            <a:custGeom>
              <a:avLst/>
              <a:gdLst>
                <a:gd name="csX0" fmla="*/ 50847 w 69688"/>
                <a:gd name="csY0" fmla="*/ 45104 h 44648"/>
                <a:gd name="csX1" fmla="*/ 49731 w 69688"/>
                <a:gd name="csY1" fmla="*/ 36732 h 44648"/>
                <a:gd name="csX2" fmla="*/ 60000 w 69688"/>
                <a:gd name="csY2" fmla="*/ 31858 h 44648"/>
                <a:gd name="csX3" fmla="*/ 63125 w 69688"/>
                <a:gd name="csY3" fmla="*/ 23412 h 44648"/>
                <a:gd name="csX4" fmla="*/ 59032 w 69688"/>
                <a:gd name="csY4" fmla="*/ 13441 h 44648"/>
                <a:gd name="csX5" fmla="*/ 48912 w 69688"/>
                <a:gd name="csY5" fmla="*/ 9348 h 44648"/>
                <a:gd name="csX6" fmla="*/ 39387 w 69688"/>
                <a:gd name="csY6" fmla="*/ 13106 h 44648"/>
                <a:gd name="csX7" fmla="*/ 35666 w 69688"/>
                <a:gd name="csY7" fmla="*/ 22705 h 44648"/>
                <a:gd name="csX8" fmla="*/ 36559 w 69688"/>
                <a:gd name="csY8" fmla="*/ 28621 h 44648"/>
                <a:gd name="csX9" fmla="*/ 29230 w 69688"/>
                <a:gd name="csY9" fmla="*/ 27691 h 44648"/>
                <a:gd name="csX10" fmla="*/ 29341 w 69688"/>
                <a:gd name="csY10" fmla="*/ 26314 h 44648"/>
                <a:gd name="csX11" fmla="*/ 26514 w 69688"/>
                <a:gd name="csY11" fmla="*/ 16715 h 44648"/>
                <a:gd name="csX12" fmla="*/ 17919 w 69688"/>
                <a:gd name="csY12" fmla="*/ 12436 h 44648"/>
                <a:gd name="csX13" fmla="*/ 10291 w 69688"/>
                <a:gd name="csY13" fmla="*/ 15524 h 44648"/>
                <a:gd name="csX14" fmla="*/ 7277 w 69688"/>
                <a:gd name="csY14" fmla="*/ 23598 h 44648"/>
                <a:gd name="csX15" fmla="*/ 10366 w 69688"/>
                <a:gd name="csY15" fmla="*/ 31709 h 44648"/>
                <a:gd name="csX16" fmla="*/ 19556 w 69688"/>
                <a:gd name="csY16" fmla="*/ 35914 h 44648"/>
                <a:gd name="csX17" fmla="*/ 18068 w 69688"/>
                <a:gd name="csY17" fmla="*/ 44285 h 44648"/>
                <a:gd name="csX18" fmla="*/ 5008 w 69688"/>
                <a:gd name="csY18" fmla="*/ 37290 h 44648"/>
                <a:gd name="csX19" fmla="*/ 394 w 69688"/>
                <a:gd name="csY19" fmla="*/ 23784 h 44648"/>
                <a:gd name="csX20" fmla="*/ 2775 w 69688"/>
                <a:gd name="csY20" fmla="*/ 13478 h 44648"/>
                <a:gd name="csX21" fmla="*/ 9324 w 69688"/>
                <a:gd name="csY21" fmla="*/ 6297 h 44648"/>
                <a:gd name="csX22" fmla="*/ 18105 w 69688"/>
                <a:gd name="csY22" fmla="*/ 3804 h 44648"/>
                <a:gd name="csX23" fmla="*/ 26141 w 69688"/>
                <a:gd name="csY23" fmla="*/ 6185 h 44648"/>
                <a:gd name="csX24" fmla="*/ 31946 w 69688"/>
                <a:gd name="csY24" fmla="*/ 13217 h 44648"/>
                <a:gd name="csX25" fmla="*/ 37713 w 69688"/>
                <a:gd name="csY25" fmla="*/ 3804 h 44648"/>
                <a:gd name="csX26" fmla="*/ 48726 w 69688"/>
                <a:gd name="csY26" fmla="*/ 455 h 44648"/>
                <a:gd name="csX27" fmla="*/ 63869 w 69688"/>
                <a:gd name="csY27" fmla="*/ 7004 h 44648"/>
                <a:gd name="csX28" fmla="*/ 70083 w 69688"/>
                <a:gd name="csY28" fmla="*/ 23449 h 44648"/>
                <a:gd name="csX29" fmla="*/ 64725 w 69688"/>
                <a:gd name="csY29" fmla="*/ 38369 h 44648"/>
                <a:gd name="csX30" fmla="*/ 50847 w 69688"/>
                <a:gd name="csY30" fmla="*/ 45104 h 446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69688" h="44648">
                  <a:moveTo>
                    <a:pt x="50847" y="45104"/>
                  </a:moveTo>
                  <a:lnTo>
                    <a:pt x="49731" y="36732"/>
                  </a:lnTo>
                  <a:cubicBezTo>
                    <a:pt x="54493" y="35802"/>
                    <a:pt x="57916" y="34165"/>
                    <a:pt x="60000" y="31858"/>
                  </a:cubicBezTo>
                  <a:cubicBezTo>
                    <a:pt x="62083" y="29551"/>
                    <a:pt x="63125" y="26724"/>
                    <a:pt x="63125" y="23412"/>
                  </a:cubicBezTo>
                  <a:cubicBezTo>
                    <a:pt x="63125" y="19468"/>
                    <a:pt x="61786" y="16157"/>
                    <a:pt x="59032" y="13441"/>
                  </a:cubicBezTo>
                  <a:cubicBezTo>
                    <a:pt x="56316" y="10725"/>
                    <a:pt x="52930" y="9348"/>
                    <a:pt x="48912" y="9348"/>
                  </a:cubicBezTo>
                  <a:cubicBezTo>
                    <a:pt x="45043" y="9348"/>
                    <a:pt x="41880" y="10613"/>
                    <a:pt x="39387" y="13106"/>
                  </a:cubicBezTo>
                  <a:cubicBezTo>
                    <a:pt x="36894" y="15636"/>
                    <a:pt x="35666" y="18836"/>
                    <a:pt x="35666" y="22705"/>
                  </a:cubicBezTo>
                  <a:cubicBezTo>
                    <a:pt x="35666" y="24268"/>
                    <a:pt x="35964" y="26240"/>
                    <a:pt x="36559" y="28621"/>
                  </a:cubicBezTo>
                  <a:lnTo>
                    <a:pt x="29230" y="27691"/>
                  </a:lnTo>
                  <a:cubicBezTo>
                    <a:pt x="29304" y="27133"/>
                    <a:pt x="29341" y="26686"/>
                    <a:pt x="29341" y="26314"/>
                  </a:cubicBezTo>
                  <a:cubicBezTo>
                    <a:pt x="29341" y="22780"/>
                    <a:pt x="28374" y="19543"/>
                    <a:pt x="26514" y="16715"/>
                  </a:cubicBezTo>
                  <a:cubicBezTo>
                    <a:pt x="24653" y="13850"/>
                    <a:pt x="21788" y="12436"/>
                    <a:pt x="17919" y="12436"/>
                  </a:cubicBezTo>
                  <a:cubicBezTo>
                    <a:pt x="14868" y="12436"/>
                    <a:pt x="12300" y="13478"/>
                    <a:pt x="10291" y="15524"/>
                  </a:cubicBezTo>
                  <a:cubicBezTo>
                    <a:pt x="8282" y="17608"/>
                    <a:pt x="7277" y="20287"/>
                    <a:pt x="7277" y="23598"/>
                  </a:cubicBezTo>
                  <a:cubicBezTo>
                    <a:pt x="7277" y="26835"/>
                    <a:pt x="8282" y="29551"/>
                    <a:pt x="10366" y="31709"/>
                  </a:cubicBezTo>
                  <a:cubicBezTo>
                    <a:pt x="12375" y="33905"/>
                    <a:pt x="15463" y="35281"/>
                    <a:pt x="19556" y="35914"/>
                  </a:cubicBezTo>
                  <a:lnTo>
                    <a:pt x="18068" y="44285"/>
                  </a:lnTo>
                  <a:cubicBezTo>
                    <a:pt x="12449" y="43244"/>
                    <a:pt x="8096" y="40937"/>
                    <a:pt x="5008" y="37290"/>
                  </a:cubicBezTo>
                  <a:cubicBezTo>
                    <a:pt x="1920" y="33681"/>
                    <a:pt x="394" y="29179"/>
                    <a:pt x="394" y="23784"/>
                  </a:cubicBezTo>
                  <a:cubicBezTo>
                    <a:pt x="394" y="20064"/>
                    <a:pt x="1176" y="16641"/>
                    <a:pt x="2775" y="13478"/>
                  </a:cubicBezTo>
                  <a:cubicBezTo>
                    <a:pt x="4375" y="10353"/>
                    <a:pt x="6571" y="7971"/>
                    <a:pt x="9324" y="6297"/>
                  </a:cubicBezTo>
                  <a:cubicBezTo>
                    <a:pt x="12077" y="4660"/>
                    <a:pt x="15017" y="3804"/>
                    <a:pt x="18105" y="3804"/>
                  </a:cubicBezTo>
                  <a:cubicBezTo>
                    <a:pt x="21044" y="3804"/>
                    <a:pt x="23760" y="4623"/>
                    <a:pt x="26141" y="6185"/>
                  </a:cubicBezTo>
                  <a:cubicBezTo>
                    <a:pt x="28597" y="7785"/>
                    <a:pt x="30495" y="10129"/>
                    <a:pt x="31946" y="13217"/>
                  </a:cubicBezTo>
                  <a:cubicBezTo>
                    <a:pt x="32876" y="9199"/>
                    <a:pt x="34773" y="6036"/>
                    <a:pt x="37713" y="3804"/>
                  </a:cubicBezTo>
                  <a:cubicBezTo>
                    <a:pt x="40652" y="1572"/>
                    <a:pt x="44298" y="455"/>
                    <a:pt x="48726" y="455"/>
                  </a:cubicBezTo>
                  <a:cubicBezTo>
                    <a:pt x="54679" y="455"/>
                    <a:pt x="59702" y="2651"/>
                    <a:pt x="63869" y="7004"/>
                  </a:cubicBezTo>
                  <a:cubicBezTo>
                    <a:pt x="67999" y="11320"/>
                    <a:pt x="70083" y="16827"/>
                    <a:pt x="70083" y="23449"/>
                  </a:cubicBezTo>
                  <a:cubicBezTo>
                    <a:pt x="70083" y="29440"/>
                    <a:pt x="68297" y="34388"/>
                    <a:pt x="64725" y="38369"/>
                  </a:cubicBezTo>
                  <a:cubicBezTo>
                    <a:pt x="61153" y="42313"/>
                    <a:pt x="56540" y="44546"/>
                    <a:pt x="50847" y="4510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3" name="Graphic 2017">
            <a:extLst>
              <a:ext uri="{FF2B5EF4-FFF2-40B4-BE49-F238E27FC236}">
                <a16:creationId xmlns:a16="http://schemas.microsoft.com/office/drawing/2014/main" id="{D5E5C657-2A6C-C4B1-DB2E-413A8DFF916B}"/>
              </a:ext>
            </a:extLst>
          </p:cNvPr>
          <p:cNvGrpSpPr/>
          <p:nvPr/>
        </p:nvGrpSpPr>
        <p:grpSpPr>
          <a:xfrm>
            <a:off x="3616611" y="7643372"/>
            <a:ext cx="38798" cy="51719"/>
            <a:chOff x="7015067" y="9980572"/>
            <a:chExt cx="68460" cy="91259"/>
          </a:xfrm>
          <a:solidFill>
            <a:srgbClr val="000000"/>
          </a:solidFill>
        </p:grpSpPr>
        <p:sp>
          <p:nvSpPr>
            <p:cNvPr id="3044" name="Freeform 3043">
              <a:extLst>
                <a:ext uri="{FF2B5EF4-FFF2-40B4-BE49-F238E27FC236}">
                  <a16:creationId xmlns:a16="http://schemas.microsoft.com/office/drawing/2014/main" id="{FF38318B-F1FF-3C85-03BC-F9C0A2A84AE5}"/>
                </a:ext>
              </a:extLst>
            </p:cNvPr>
            <p:cNvSpPr/>
            <p:nvPr/>
          </p:nvSpPr>
          <p:spPr>
            <a:xfrm>
              <a:off x="7015067" y="10046717"/>
              <a:ext cx="68460" cy="25114"/>
            </a:xfrm>
            <a:custGeom>
              <a:avLst/>
              <a:gdLst>
                <a:gd name="csX0" fmla="*/ 68872 w 68460"/>
                <a:gd name="csY0" fmla="*/ 461 h 25114"/>
                <a:gd name="csX1" fmla="*/ 68872 w 68460"/>
                <a:gd name="csY1" fmla="*/ 8833 h 25114"/>
                <a:gd name="csX2" fmla="*/ 15517 w 68460"/>
                <a:gd name="csY2" fmla="*/ 8833 h 25114"/>
                <a:gd name="csX3" fmla="*/ 21284 w 68460"/>
                <a:gd name="csY3" fmla="*/ 16758 h 25114"/>
                <a:gd name="csX4" fmla="*/ 25638 w 68460"/>
                <a:gd name="csY4" fmla="*/ 25576 h 25114"/>
                <a:gd name="csX5" fmla="*/ 17527 w 68460"/>
                <a:gd name="csY5" fmla="*/ 25576 h 25114"/>
                <a:gd name="csX6" fmla="*/ 9527 w 68460"/>
                <a:gd name="csY6" fmla="*/ 13297 h 25114"/>
                <a:gd name="csX7" fmla="*/ 411 w 68460"/>
                <a:gd name="csY7" fmla="*/ 5856 h 25114"/>
                <a:gd name="csX8" fmla="*/ 411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872" y="461"/>
                  </a:moveTo>
                  <a:lnTo>
                    <a:pt x="68872" y="8833"/>
                  </a:lnTo>
                  <a:lnTo>
                    <a:pt x="15517" y="8833"/>
                  </a:lnTo>
                  <a:cubicBezTo>
                    <a:pt x="17452" y="10842"/>
                    <a:pt x="19387" y="13483"/>
                    <a:pt x="21284" y="16758"/>
                  </a:cubicBezTo>
                  <a:cubicBezTo>
                    <a:pt x="23219" y="20032"/>
                    <a:pt x="24670" y="22971"/>
                    <a:pt x="25638" y="25576"/>
                  </a:cubicBezTo>
                  <a:lnTo>
                    <a:pt x="17527" y="25576"/>
                  </a:lnTo>
                  <a:cubicBezTo>
                    <a:pt x="15331" y="20888"/>
                    <a:pt x="12652" y="16795"/>
                    <a:pt x="9527" y="13297"/>
                  </a:cubicBezTo>
                  <a:cubicBezTo>
                    <a:pt x="6402" y="9800"/>
                    <a:pt x="3351" y="7307"/>
                    <a:pt x="411" y="5856"/>
                  </a:cubicBezTo>
                  <a:lnTo>
                    <a:pt x="411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5" name="Freeform 3044">
              <a:extLst>
                <a:ext uri="{FF2B5EF4-FFF2-40B4-BE49-F238E27FC236}">
                  <a16:creationId xmlns:a16="http://schemas.microsoft.com/office/drawing/2014/main" id="{DF25D90A-DB80-CAD2-641B-C2B8EC2FDB6B}"/>
                </a:ext>
              </a:extLst>
            </p:cNvPr>
            <p:cNvSpPr/>
            <p:nvPr/>
          </p:nvSpPr>
          <p:spPr>
            <a:xfrm>
              <a:off x="7016220" y="9980572"/>
              <a:ext cx="67307" cy="44164"/>
            </a:xfrm>
            <a:custGeom>
              <a:avLst/>
              <a:gdLst>
                <a:gd name="csX0" fmla="*/ 8485 w 67307"/>
                <a:gd name="csY0" fmla="*/ 44620 h 44164"/>
                <a:gd name="csX1" fmla="*/ 411 w 67307"/>
                <a:gd name="csY1" fmla="*/ 44620 h 44164"/>
                <a:gd name="csX2" fmla="*/ 411 w 67307"/>
                <a:gd name="csY2" fmla="*/ 455 h 44164"/>
                <a:gd name="csX3" fmla="*/ 6923 w 67307"/>
                <a:gd name="csY3" fmla="*/ 455 h 44164"/>
                <a:gd name="csX4" fmla="*/ 25340 w 67307"/>
                <a:gd name="csY4" fmla="*/ 13366 h 44164"/>
                <a:gd name="csX5" fmla="*/ 48967 w 67307"/>
                <a:gd name="csY5" fmla="*/ 23263 h 44164"/>
                <a:gd name="csX6" fmla="*/ 67719 w 67307"/>
                <a:gd name="csY6" fmla="*/ 26463 h 44164"/>
                <a:gd name="csX7" fmla="*/ 67719 w 67307"/>
                <a:gd name="csY7" fmla="*/ 35058 h 44164"/>
                <a:gd name="csX8" fmla="*/ 48297 w 67307"/>
                <a:gd name="csY8" fmla="*/ 31895 h 44164"/>
                <a:gd name="csX9" fmla="*/ 26307 w 67307"/>
                <a:gd name="csY9" fmla="*/ 23226 h 44164"/>
                <a:gd name="csX10" fmla="*/ 8485 w 67307"/>
                <a:gd name="csY10" fmla="*/ 11208 h 44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7307" h="44164">
                  <a:moveTo>
                    <a:pt x="8485" y="44620"/>
                  </a:moveTo>
                  <a:lnTo>
                    <a:pt x="411" y="44620"/>
                  </a:lnTo>
                  <a:lnTo>
                    <a:pt x="411" y="455"/>
                  </a:lnTo>
                  <a:lnTo>
                    <a:pt x="6923" y="455"/>
                  </a:lnTo>
                  <a:cubicBezTo>
                    <a:pt x="11536" y="4809"/>
                    <a:pt x="17675" y="9125"/>
                    <a:pt x="25340" y="13366"/>
                  </a:cubicBezTo>
                  <a:cubicBezTo>
                    <a:pt x="33005" y="17645"/>
                    <a:pt x="40893" y="20919"/>
                    <a:pt x="48967" y="23263"/>
                  </a:cubicBezTo>
                  <a:cubicBezTo>
                    <a:pt x="54696" y="24938"/>
                    <a:pt x="60947" y="26017"/>
                    <a:pt x="67719" y="26463"/>
                  </a:cubicBezTo>
                  <a:lnTo>
                    <a:pt x="67719" y="35058"/>
                  </a:lnTo>
                  <a:cubicBezTo>
                    <a:pt x="62361" y="34984"/>
                    <a:pt x="55887" y="33942"/>
                    <a:pt x="48297" y="31895"/>
                  </a:cubicBezTo>
                  <a:cubicBezTo>
                    <a:pt x="40669" y="29886"/>
                    <a:pt x="33340" y="27021"/>
                    <a:pt x="26307" y="23226"/>
                  </a:cubicBezTo>
                  <a:cubicBezTo>
                    <a:pt x="19238" y="19468"/>
                    <a:pt x="13322" y="15450"/>
                    <a:pt x="8485" y="1120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6" name="Graphic 2017">
            <a:extLst>
              <a:ext uri="{FF2B5EF4-FFF2-40B4-BE49-F238E27FC236}">
                <a16:creationId xmlns:a16="http://schemas.microsoft.com/office/drawing/2014/main" id="{CFFBC90A-9003-0810-CE7A-A882DF497F19}"/>
              </a:ext>
            </a:extLst>
          </p:cNvPr>
          <p:cNvGrpSpPr/>
          <p:nvPr/>
        </p:nvGrpSpPr>
        <p:grpSpPr>
          <a:xfrm>
            <a:off x="3709391" y="7643772"/>
            <a:ext cx="38798" cy="55563"/>
            <a:chOff x="7178778" y="9981279"/>
            <a:chExt cx="68460" cy="98041"/>
          </a:xfrm>
          <a:solidFill>
            <a:srgbClr val="000000"/>
          </a:solidFill>
        </p:grpSpPr>
        <p:sp>
          <p:nvSpPr>
            <p:cNvPr id="3047" name="Freeform 3046">
              <a:extLst>
                <a:ext uri="{FF2B5EF4-FFF2-40B4-BE49-F238E27FC236}">
                  <a16:creationId xmlns:a16="http://schemas.microsoft.com/office/drawing/2014/main" id="{7A0CCF09-7129-4A0F-0147-D389E82388C2}"/>
                </a:ext>
              </a:extLst>
            </p:cNvPr>
            <p:cNvSpPr/>
            <p:nvPr/>
          </p:nvSpPr>
          <p:spPr>
            <a:xfrm>
              <a:off x="7178778" y="10034253"/>
              <a:ext cx="68460" cy="45067"/>
            </a:xfrm>
            <a:custGeom>
              <a:avLst/>
              <a:gdLst>
                <a:gd name="csX0" fmla="*/ 60853 w 68460"/>
                <a:gd name="csY0" fmla="*/ 461 h 45067"/>
                <a:gd name="csX1" fmla="*/ 68889 w 68460"/>
                <a:gd name="csY1" fmla="*/ 461 h 45067"/>
                <a:gd name="csX2" fmla="*/ 68889 w 68460"/>
                <a:gd name="csY2" fmla="*/ 45519 h 45067"/>
                <a:gd name="csX3" fmla="*/ 63085 w 68460"/>
                <a:gd name="csY3" fmla="*/ 44551 h 45067"/>
                <a:gd name="csX4" fmla="*/ 54007 w 68460"/>
                <a:gd name="csY4" fmla="*/ 39045 h 45067"/>
                <a:gd name="csX5" fmla="*/ 43663 w 68460"/>
                <a:gd name="csY5" fmla="*/ 28106 h 45067"/>
                <a:gd name="csX6" fmla="*/ 29227 w 68460"/>
                <a:gd name="csY6" fmla="*/ 13074 h 45067"/>
                <a:gd name="csX7" fmla="*/ 19181 w 68460"/>
                <a:gd name="csY7" fmla="*/ 9167 h 45067"/>
                <a:gd name="csX8" fmla="*/ 10772 w 68460"/>
                <a:gd name="csY8" fmla="*/ 12739 h 45067"/>
                <a:gd name="csX9" fmla="*/ 7349 w 68460"/>
                <a:gd name="csY9" fmla="*/ 22004 h 45067"/>
                <a:gd name="csX10" fmla="*/ 10995 w 68460"/>
                <a:gd name="csY10" fmla="*/ 31678 h 45067"/>
                <a:gd name="csX11" fmla="*/ 21041 w 68460"/>
                <a:gd name="csY11" fmla="*/ 35361 h 45067"/>
                <a:gd name="csX12" fmla="*/ 20148 w 68460"/>
                <a:gd name="csY12" fmla="*/ 43956 h 45067"/>
                <a:gd name="csX13" fmla="*/ 5489 w 68460"/>
                <a:gd name="csY13" fmla="*/ 37296 h 45067"/>
                <a:gd name="csX14" fmla="*/ 429 w 68460"/>
                <a:gd name="csY14" fmla="*/ 21818 h 45067"/>
                <a:gd name="csX15" fmla="*/ 5861 w 68460"/>
                <a:gd name="csY15" fmla="*/ 6302 h 45067"/>
                <a:gd name="csX16" fmla="*/ 19367 w 68460"/>
                <a:gd name="csY16" fmla="*/ 573 h 45067"/>
                <a:gd name="csX17" fmla="*/ 27404 w 68460"/>
                <a:gd name="csY17" fmla="*/ 2247 h 45067"/>
                <a:gd name="csX18" fmla="*/ 35738 w 68460"/>
                <a:gd name="csY18" fmla="*/ 7791 h 45067"/>
                <a:gd name="csX19" fmla="*/ 47719 w 68460"/>
                <a:gd name="csY19" fmla="*/ 20702 h 45067"/>
                <a:gd name="csX20" fmla="*/ 56314 w 68460"/>
                <a:gd name="csY20" fmla="*/ 30375 h 45067"/>
                <a:gd name="csX21" fmla="*/ 60853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853" y="461"/>
                  </a:moveTo>
                  <a:lnTo>
                    <a:pt x="68889" y="461"/>
                  </a:lnTo>
                  <a:lnTo>
                    <a:pt x="68889" y="45519"/>
                  </a:lnTo>
                  <a:cubicBezTo>
                    <a:pt x="66880" y="45593"/>
                    <a:pt x="64946" y="45258"/>
                    <a:pt x="63085" y="44551"/>
                  </a:cubicBezTo>
                  <a:cubicBezTo>
                    <a:pt x="59997" y="43398"/>
                    <a:pt x="56983" y="41575"/>
                    <a:pt x="54007" y="39045"/>
                  </a:cubicBezTo>
                  <a:cubicBezTo>
                    <a:pt x="51030" y="36515"/>
                    <a:pt x="47607" y="32868"/>
                    <a:pt x="43663" y="28106"/>
                  </a:cubicBezTo>
                  <a:cubicBezTo>
                    <a:pt x="37598" y="20702"/>
                    <a:pt x="32799" y="15679"/>
                    <a:pt x="29227" y="13074"/>
                  </a:cubicBezTo>
                  <a:cubicBezTo>
                    <a:pt x="25692" y="10470"/>
                    <a:pt x="22343" y="9167"/>
                    <a:pt x="19181" y="9167"/>
                  </a:cubicBezTo>
                  <a:cubicBezTo>
                    <a:pt x="15869" y="9167"/>
                    <a:pt x="13042" y="10358"/>
                    <a:pt x="10772" y="12739"/>
                  </a:cubicBezTo>
                  <a:cubicBezTo>
                    <a:pt x="8502" y="15083"/>
                    <a:pt x="7349" y="18172"/>
                    <a:pt x="7349" y="22004"/>
                  </a:cubicBezTo>
                  <a:cubicBezTo>
                    <a:pt x="7349" y="26022"/>
                    <a:pt x="8577" y="29259"/>
                    <a:pt x="10995" y="31678"/>
                  </a:cubicBezTo>
                  <a:cubicBezTo>
                    <a:pt x="13414" y="34096"/>
                    <a:pt x="16762" y="35324"/>
                    <a:pt x="21041" y="35361"/>
                  </a:cubicBezTo>
                  <a:lnTo>
                    <a:pt x="20148" y="43956"/>
                  </a:lnTo>
                  <a:cubicBezTo>
                    <a:pt x="13749" y="43361"/>
                    <a:pt x="8837" y="41165"/>
                    <a:pt x="5489" y="37296"/>
                  </a:cubicBezTo>
                  <a:cubicBezTo>
                    <a:pt x="2103" y="33464"/>
                    <a:pt x="429" y="28292"/>
                    <a:pt x="429" y="21818"/>
                  </a:cubicBezTo>
                  <a:cubicBezTo>
                    <a:pt x="429" y="15269"/>
                    <a:pt x="2252" y="10098"/>
                    <a:pt x="5861" y="6302"/>
                  </a:cubicBezTo>
                  <a:cubicBezTo>
                    <a:pt x="9507" y="2470"/>
                    <a:pt x="14009" y="573"/>
                    <a:pt x="19367" y="573"/>
                  </a:cubicBezTo>
                  <a:cubicBezTo>
                    <a:pt x="22083" y="573"/>
                    <a:pt x="24762" y="1131"/>
                    <a:pt x="27404" y="2247"/>
                  </a:cubicBezTo>
                  <a:cubicBezTo>
                    <a:pt x="30045" y="3363"/>
                    <a:pt x="32799" y="5224"/>
                    <a:pt x="35738" y="7791"/>
                  </a:cubicBezTo>
                  <a:cubicBezTo>
                    <a:pt x="38640" y="10395"/>
                    <a:pt x="42659" y="14674"/>
                    <a:pt x="47719" y="20702"/>
                  </a:cubicBezTo>
                  <a:cubicBezTo>
                    <a:pt x="51960" y="25725"/>
                    <a:pt x="54788" y="28962"/>
                    <a:pt x="56314" y="30375"/>
                  </a:cubicBezTo>
                  <a:cubicBezTo>
                    <a:pt x="57802" y="31789"/>
                    <a:pt x="59327" y="32980"/>
                    <a:pt x="60853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8" name="Freeform 3047">
              <a:extLst>
                <a:ext uri="{FF2B5EF4-FFF2-40B4-BE49-F238E27FC236}">
                  <a16:creationId xmlns:a16="http://schemas.microsoft.com/office/drawing/2014/main" id="{FDEE1434-6D44-368A-8C56-8C6F4CE16EB7}"/>
                </a:ext>
              </a:extLst>
            </p:cNvPr>
            <p:cNvSpPr/>
            <p:nvPr/>
          </p:nvSpPr>
          <p:spPr>
            <a:xfrm>
              <a:off x="7178778" y="9981279"/>
              <a:ext cx="68460" cy="45067"/>
            </a:xfrm>
            <a:custGeom>
              <a:avLst/>
              <a:gdLst>
                <a:gd name="csX0" fmla="*/ 60853 w 68460"/>
                <a:gd name="csY0" fmla="*/ 455 h 45067"/>
                <a:gd name="csX1" fmla="*/ 68889 w 68460"/>
                <a:gd name="csY1" fmla="*/ 455 h 45067"/>
                <a:gd name="csX2" fmla="*/ 68889 w 68460"/>
                <a:gd name="csY2" fmla="*/ 45513 h 45067"/>
                <a:gd name="csX3" fmla="*/ 63085 w 68460"/>
                <a:gd name="csY3" fmla="*/ 44546 h 45067"/>
                <a:gd name="csX4" fmla="*/ 54007 w 68460"/>
                <a:gd name="csY4" fmla="*/ 39039 h 45067"/>
                <a:gd name="csX5" fmla="*/ 43663 w 68460"/>
                <a:gd name="csY5" fmla="*/ 28100 h 45067"/>
                <a:gd name="csX6" fmla="*/ 29227 w 68460"/>
                <a:gd name="csY6" fmla="*/ 13069 h 45067"/>
                <a:gd name="csX7" fmla="*/ 19181 w 68460"/>
                <a:gd name="csY7" fmla="*/ 9162 h 45067"/>
                <a:gd name="csX8" fmla="*/ 10772 w 68460"/>
                <a:gd name="csY8" fmla="*/ 12734 h 45067"/>
                <a:gd name="csX9" fmla="*/ 7349 w 68460"/>
                <a:gd name="csY9" fmla="*/ 21998 h 45067"/>
                <a:gd name="csX10" fmla="*/ 10995 w 68460"/>
                <a:gd name="csY10" fmla="*/ 31672 h 45067"/>
                <a:gd name="csX11" fmla="*/ 21041 w 68460"/>
                <a:gd name="csY11" fmla="*/ 35356 h 45067"/>
                <a:gd name="csX12" fmla="*/ 20148 w 68460"/>
                <a:gd name="csY12" fmla="*/ 43950 h 45067"/>
                <a:gd name="csX13" fmla="*/ 5489 w 68460"/>
                <a:gd name="csY13" fmla="*/ 37290 h 45067"/>
                <a:gd name="csX14" fmla="*/ 429 w 68460"/>
                <a:gd name="csY14" fmla="*/ 21812 h 45067"/>
                <a:gd name="csX15" fmla="*/ 5861 w 68460"/>
                <a:gd name="csY15" fmla="*/ 6297 h 45067"/>
                <a:gd name="csX16" fmla="*/ 19367 w 68460"/>
                <a:gd name="csY16" fmla="*/ 567 h 45067"/>
                <a:gd name="csX17" fmla="*/ 27404 w 68460"/>
                <a:gd name="csY17" fmla="*/ 2241 h 45067"/>
                <a:gd name="csX18" fmla="*/ 35738 w 68460"/>
                <a:gd name="csY18" fmla="*/ 7785 h 45067"/>
                <a:gd name="csX19" fmla="*/ 47719 w 68460"/>
                <a:gd name="csY19" fmla="*/ 20696 h 45067"/>
                <a:gd name="csX20" fmla="*/ 56314 w 68460"/>
                <a:gd name="csY20" fmla="*/ 30370 h 45067"/>
                <a:gd name="csX21" fmla="*/ 60853 w 68460"/>
                <a:gd name="csY21" fmla="*/ 33905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853" y="455"/>
                  </a:moveTo>
                  <a:lnTo>
                    <a:pt x="68889" y="455"/>
                  </a:lnTo>
                  <a:lnTo>
                    <a:pt x="68889" y="45513"/>
                  </a:lnTo>
                  <a:cubicBezTo>
                    <a:pt x="66880" y="45588"/>
                    <a:pt x="64946" y="45253"/>
                    <a:pt x="63085" y="44546"/>
                  </a:cubicBezTo>
                  <a:cubicBezTo>
                    <a:pt x="59997" y="43392"/>
                    <a:pt x="56983" y="41569"/>
                    <a:pt x="54007" y="39039"/>
                  </a:cubicBezTo>
                  <a:cubicBezTo>
                    <a:pt x="51030" y="36509"/>
                    <a:pt x="47607" y="32863"/>
                    <a:pt x="43663" y="28100"/>
                  </a:cubicBezTo>
                  <a:cubicBezTo>
                    <a:pt x="37598" y="20696"/>
                    <a:pt x="32799" y="15673"/>
                    <a:pt x="29227" y="13069"/>
                  </a:cubicBezTo>
                  <a:cubicBezTo>
                    <a:pt x="25692" y="10464"/>
                    <a:pt x="22343" y="9162"/>
                    <a:pt x="19181" y="9162"/>
                  </a:cubicBezTo>
                  <a:cubicBezTo>
                    <a:pt x="15869" y="9162"/>
                    <a:pt x="13042" y="10353"/>
                    <a:pt x="10772" y="12734"/>
                  </a:cubicBezTo>
                  <a:cubicBezTo>
                    <a:pt x="8502" y="15078"/>
                    <a:pt x="7349" y="18166"/>
                    <a:pt x="7349" y="21998"/>
                  </a:cubicBezTo>
                  <a:cubicBezTo>
                    <a:pt x="7349" y="26017"/>
                    <a:pt x="8577" y="29254"/>
                    <a:pt x="10995" y="31672"/>
                  </a:cubicBezTo>
                  <a:cubicBezTo>
                    <a:pt x="13414" y="34091"/>
                    <a:pt x="16762" y="35318"/>
                    <a:pt x="21041" y="35356"/>
                  </a:cubicBezTo>
                  <a:lnTo>
                    <a:pt x="20148" y="43950"/>
                  </a:lnTo>
                  <a:cubicBezTo>
                    <a:pt x="13749" y="43355"/>
                    <a:pt x="8837" y="41160"/>
                    <a:pt x="5489" y="37290"/>
                  </a:cubicBezTo>
                  <a:cubicBezTo>
                    <a:pt x="2103" y="33458"/>
                    <a:pt x="429" y="28286"/>
                    <a:pt x="429" y="21812"/>
                  </a:cubicBezTo>
                  <a:cubicBezTo>
                    <a:pt x="429" y="15264"/>
                    <a:pt x="2252" y="10092"/>
                    <a:pt x="5861" y="6297"/>
                  </a:cubicBezTo>
                  <a:cubicBezTo>
                    <a:pt x="9507" y="2465"/>
                    <a:pt x="14009" y="567"/>
                    <a:pt x="19367" y="567"/>
                  </a:cubicBezTo>
                  <a:cubicBezTo>
                    <a:pt x="22083" y="567"/>
                    <a:pt x="24762" y="1125"/>
                    <a:pt x="27404" y="2241"/>
                  </a:cubicBezTo>
                  <a:cubicBezTo>
                    <a:pt x="30045" y="3358"/>
                    <a:pt x="32799" y="5218"/>
                    <a:pt x="35738" y="7785"/>
                  </a:cubicBezTo>
                  <a:cubicBezTo>
                    <a:pt x="38640" y="10390"/>
                    <a:pt x="42659" y="14669"/>
                    <a:pt x="47719" y="20696"/>
                  </a:cubicBezTo>
                  <a:cubicBezTo>
                    <a:pt x="51960" y="25719"/>
                    <a:pt x="54788" y="28956"/>
                    <a:pt x="56314" y="30370"/>
                  </a:cubicBezTo>
                  <a:cubicBezTo>
                    <a:pt x="57802" y="31784"/>
                    <a:pt x="59327" y="32974"/>
                    <a:pt x="60853" y="3390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9" name="Graphic 2017">
            <a:extLst>
              <a:ext uri="{FF2B5EF4-FFF2-40B4-BE49-F238E27FC236}">
                <a16:creationId xmlns:a16="http://schemas.microsoft.com/office/drawing/2014/main" id="{2ADEF249-27DE-B8D2-1355-DF6512F8FF95}"/>
              </a:ext>
            </a:extLst>
          </p:cNvPr>
          <p:cNvGrpSpPr/>
          <p:nvPr/>
        </p:nvGrpSpPr>
        <p:grpSpPr>
          <a:xfrm>
            <a:off x="3802151" y="7643309"/>
            <a:ext cx="39453" cy="51783"/>
            <a:chOff x="7342452" y="9980461"/>
            <a:chExt cx="69614" cy="91371"/>
          </a:xfrm>
          <a:solidFill>
            <a:srgbClr val="000000"/>
          </a:solidFill>
        </p:grpSpPr>
        <p:sp>
          <p:nvSpPr>
            <p:cNvPr id="3050" name="Freeform 3049">
              <a:extLst>
                <a:ext uri="{FF2B5EF4-FFF2-40B4-BE49-F238E27FC236}">
                  <a16:creationId xmlns:a16="http://schemas.microsoft.com/office/drawing/2014/main" id="{8EBB139C-F867-43F1-8DEF-5B7725AC6C19}"/>
                </a:ext>
              </a:extLst>
            </p:cNvPr>
            <p:cNvSpPr/>
            <p:nvPr/>
          </p:nvSpPr>
          <p:spPr>
            <a:xfrm>
              <a:off x="7342452" y="10046717"/>
              <a:ext cx="68460" cy="25114"/>
            </a:xfrm>
            <a:custGeom>
              <a:avLst/>
              <a:gdLst>
                <a:gd name="csX0" fmla="*/ 68907 w 68460"/>
                <a:gd name="csY0" fmla="*/ 461 h 25114"/>
                <a:gd name="csX1" fmla="*/ 68907 w 68460"/>
                <a:gd name="csY1" fmla="*/ 8833 h 25114"/>
                <a:gd name="csX2" fmla="*/ 15552 w 68460"/>
                <a:gd name="csY2" fmla="*/ 8833 h 25114"/>
                <a:gd name="csX3" fmla="*/ 21319 w 68460"/>
                <a:gd name="csY3" fmla="*/ 16758 h 25114"/>
                <a:gd name="csX4" fmla="*/ 25672 w 68460"/>
                <a:gd name="csY4" fmla="*/ 25576 h 25114"/>
                <a:gd name="csX5" fmla="*/ 17561 w 68460"/>
                <a:gd name="csY5" fmla="*/ 25576 h 25114"/>
                <a:gd name="csX6" fmla="*/ 9561 w 68460"/>
                <a:gd name="csY6" fmla="*/ 13297 h 25114"/>
                <a:gd name="csX7" fmla="*/ 446 w 68460"/>
                <a:gd name="csY7" fmla="*/ 5856 h 25114"/>
                <a:gd name="csX8" fmla="*/ 446 w 68460"/>
                <a:gd name="csY8" fmla="*/ 461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907" y="461"/>
                  </a:moveTo>
                  <a:lnTo>
                    <a:pt x="68907" y="8833"/>
                  </a:lnTo>
                  <a:lnTo>
                    <a:pt x="15552" y="8833"/>
                  </a:lnTo>
                  <a:cubicBezTo>
                    <a:pt x="17487" y="10842"/>
                    <a:pt x="19421" y="13483"/>
                    <a:pt x="21319" y="16758"/>
                  </a:cubicBezTo>
                  <a:cubicBezTo>
                    <a:pt x="23254" y="20032"/>
                    <a:pt x="24705" y="22971"/>
                    <a:pt x="25672" y="25576"/>
                  </a:cubicBezTo>
                  <a:lnTo>
                    <a:pt x="17561" y="25576"/>
                  </a:lnTo>
                  <a:cubicBezTo>
                    <a:pt x="15366" y="20888"/>
                    <a:pt x="12687" y="16795"/>
                    <a:pt x="9561" y="13297"/>
                  </a:cubicBezTo>
                  <a:cubicBezTo>
                    <a:pt x="6436" y="9800"/>
                    <a:pt x="3385" y="7307"/>
                    <a:pt x="446" y="5856"/>
                  </a:cubicBezTo>
                  <a:lnTo>
                    <a:pt x="446" y="4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1" name="Freeform 3050">
              <a:extLst>
                <a:ext uri="{FF2B5EF4-FFF2-40B4-BE49-F238E27FC236}">
                  <a16:creationId xmlns:a16="http://schemas.microsoft.com/office/drawing/2014/main" id="{FBF874FE-03A5-64B2-2B08-7500C2F884C8}"/>
                </a:ext>
              </a:extLst>
            </p:cNvPr>
            <p:cNvSpPr/>
            <p:nvPr/>
          </p:nvSpPr>
          <p:spPr>
            <a:xfrm>
              <a:off x="7342452" y="9980461"/>
              <a:ext cx="69614" cy="44908"/>
            </a:xfrm>
            <a:custGeom>
              <a:avLst/>
              <a:gdLst>
                <a:gd name="csX0" fmla="*/ 31923 w 69614"/>
                <a:gd name="csY0" fmla="*/ 32379 h 44908"/>
                <a:gd name="csX1" fmla="*/ 26491 w 69614"/>
                <a:gd name="csY1" fmla="*/ 40118 h 44908"/>
                <a:gd name="csX2" fmla="*/ 18007 w 69614"/>
                <a:gd name="csY2" fmla="*/ 42611 h 44908"/>
                <a:gd name="csX3" fmla="*/ 5506 w 69614"/>
                <a:gd name="csY3" fmla="*/ 37290 h 44908"/>
                <a:gd name="csX4" fmla="*/ 446 w 69614"/>
                <a:gd name="csY4" fmla="*/ 23040 h 44908"/>
                <a:gd name="csX5" fmla="*/ 5618 w 69614"/>
                <a:gd name="csY5" fmla="*/ 8678 h 44908"/>
                <a:gd name="csX6" fmla="*/ 18268 w 69614"/>
                <a:gd name="csY6" fmla="*/ 3246 h 44908"/>
                <a:gd name="csX7" fmla="*/ 26528 w 69614"/>
                <a:gd name="csY7" fmla="*/ 5739 h 44908"/>
                <a:gd name="csX8" fmla="*/ 31923 w 69614"/>
                <a:gd name="csY8" fmla="*/ 13292 h 44908"/>
                <a:gd name="csX9" fmla="*/ 38546 w 69614"/>
                <a:gd name="csY9" fmla="*/ 3730 h 44908"/>
                <a:gd name="csX10" fmla="*/ 49410 w 69614"/>
                <a:gd name="csY10" fmla="*/ 455 h 44908"/>
                <a:gd name="csX11" fmla="*/ 64107 w 69614"/>
                <a:gd name="csY11" fmla="*/ 6632 h 44908"/>
                <a:gd name="csX12" fmla="*/ 70060 w 69614"/>
                <a:gd name="csY12" fmla="*/ 22891 h 44908"/>
                <a:gd name="csX13" fmla="*/ 64107 w 69614"/>
                <a:gd name="csY13" fmla="*/ 39188 h 44908"/>
                <a:gd name="csX14" fmla="*/ 49187 w 69614"/>
                <a:gd name="csY14" fmla="*/ 45364 h 44908"/>
                <a:gd name="csX15" fmla="*/ 38062 w 69614"/>
                <a:gd name="csY15" fmla="*/ 42016 h 44908"/>
                <a:gd name="csX16" fmla="*/ 31923 w 69614"/>
                <a:gd name="csY16" fmla="*/ 32379 h 44908"/>
                <a:gd name="csX17" fmla="*/ 17747 w 69614"/>
                <a:gd name="csY17" fmla="*/ 34053 h 44908"/>
                <a:gd name="csX18" fmla="*/ 25672 w 69614"/>
                <a:gd name="csY18" fmla="*/ 30965 h 44908"/>
                <a:gd name="csX19" fmla="*/ 28723 w 69614"/>
                <a:gd name="csY19" fmla="*/ 22854 h 44908"/>
                <a:gd name="csX20" fmla="*/ 25672 w 69614"/>
                <a:gd name="csY20" fmla="*/ 14929 h 44908"/>
                <a:gd name="csX21" fmla="*/ 18231 w 69614"/>
                <a:gd name="csY21" fmla="*/ 11841 h 44908"/>
                <a:gd name="csX22" fmla="*/ 10454 w 69614"/>
                <a:gd name="csY22" fmla="*/ 15041 h 44908"/>
                <a:gd name="csX23" fmla="*/ 7329 w 69614"/>
                <a:gd name="csY23" fmla="*/ 22966 h 44908"/>
                <a:gd name="csX24" fmla="*/ 10417 w 69614"/>
                <a:gd name="csY24" fmla="*/ 30891 h 44908"/>
                <a:gd name="csX25" fmla="*/ 17747 w 69614"/>
                <a:gd name="csY25" fmla="*/ 34053 h 44908"/>
                <a:gd name="csX26" fmla="*/ 49224 w 69614"/>
                <a:gd name="csY26" fmla="*/ 36770 h 44908"/>
                <a:gd name="csX27" fmla="*/ 56182 w 69614"/>
                <a:gd name="csY27" fmla="*/ 35058 h 44908"/>
                <a:gd name="csX28" fmla="*/ 61354 w 69614"/>
                <a:gd name="csY28" fmla="*/ 30035 h 44908"/>
                <a:gd name="csX29" fmla="*/ 63177 w 69614"/>
                <a:gd name="csY29" fmla="*/ 22817 h 44908"/>
                <a:gd name="csX30" fmla="*/ 59344 w 69614"/>
                <a:gd name="csY30" fmla="*/ 12920 h 44908"/>
                <a:gd name="csX31" fmla="*/ 49522 w 69614"/>
                <a:gd name="csY31" fmla="*/ 9013 h 44908"/>
                <a:gd name="csX32" fmla="*/ 39513 w 69614"/>
                <a:gd name="csY32" fmla="*/ 13031 h 44908"/>
                <a:gd name="csX33" fmla="*/ 35569 w 69614"/>
                <a:gd name="csY33" fmla="*/ 23115 h 44908"/>
                <a:gd name="csX34" fmla="*/ 39476 w 69614"/>
                <a:gd name="csY34" fmla="*/ 32900 h 44908"/>
                <a:gd name="csX35" fmla="*/ 49224 w 69614"/>
                <a:gd name="csY35" fmla="*/ 36770 h 44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69614" h="44908">
                  <a:moveTo>
                    <a:pt x="31923" y="32379"/>
                  </a:moveTo>
                  <a:cubicBezTo>
                    <a:pt x="30658" y="35877"/>
                    <a:pt x="28835" y="38444"/>
                    <a:pt x="26491" y="40118"/>
                  </a:cubicBezTo>
                  <a:cubicBezTo>
                    <a:pt x="24147" y="41792"/>
                    <a:pt x="21319" y="42611"/>
                    <a:pt x="18007" y="42611"/>
                  </a:cubicBezTo>
                  <a:cubicBezTo>
                    <a:pt x="13059" y="42611"/>
                    <a:pt x="8892" y="40862"/>
                    <a:pt x="5506" y="37290"/>
                  </a:cubicBezTo>
                  <a:cubicBezTo>
                    <a:pt x="2120" y="33719"/>
                    <a:pt x="446" y="28956"/>
                    <a:pt x="446" y="23040"/>
                  </a:cubicBezTo>
                  <a:cubicBezTo>
                    <a:pt x="446" y="17087"/>
                    <a:pt x="2157" y="12287"/>
                    <a:pt x="5618" y="8678"/>
                  </a:cubicBezTo>
                  <a:cubicBezTo>
                    <a:pt x="9078" y="5032"/>
                    <a:pt x="13282" y="3246"/>
                    <a:pt x="18268" y="3246"/>
                  </a:cubicBezTo>
                  <a:cubicBezTo>
                    <a:pt x="21430" y="3246"/>
                    <a:pt x="24184" y="4065"/>
                    <a:pt x="26528" y="5739"/>
                  </a:cubicBezTo>
                  <a:cubicBezTo>
                    <a:pt x="28872" y="7376"/>
                    <a:pt x="30658" y="9906"/>
                    <a:pt x="31923" y="13292"/>
                  </a:cubicBezTo>
                  <a:cubicBezTo>
                    <a:pt x="33300" y="9087"/>
                    <a:pt x="35495" y="5925"/>
                    <a:pt x="38546" y="3730"/>
                  </a:cubicBezTo>
                  <a:cubicBezTo>
                    <a:pt x="41559" y="1534"/>
                    <a:pt x="45206" y="455"/>
                    <a:pt x="49410" y="455"/>
                  </a:cubicBezTo>
                  <a:cubicBezTo>
                    <a:pt x="55252" y="455"/>
                    <a:pt x="60163" y="2502"/>
                    <a:pt x="64107" y="6632"/>
                  </a:cubicBezTo>
                  <a:cubicBezTo>
                    <a:pt x="68088" y="10762"/>
                    <a:pt x="70060" y="16194"/>
                    <a:pt x="70060" y="22891"/>
                  </a:cubicBezTo>
                  <a:cubicBezTo>
                    <a:pt x="70060" y="29626"/>
                    <a:pt x="68088" y="35058"/>
                    <a:pt x="64107" y="39188"/>
                  </a:cubicBezTo>
                  <a:cubicBezTo>
                    <a:pt x="60126" y="43318"/>
                    <a:pt x="55140" y="45364"/>
                    <a:pt x="49187" y="45364"/>
                  </a:cubicBezTo>
                  <a:cubicBezTo>
                    <a:pt x="44759" y="45364"/>
                    <a:pt x="41039" y="44248"/>
                    <a:pt x="38062" y="42016"/>
                  </a:cubicBezTo>
                  <a:cubicBezTo>
                    <a:pt x="35048" y="39746"/>
                    <a:pt x="33002" y="36546"/>
                    <a:pt x="31923" y="32379"/>
                  </a:cubicBezTo>
                  <a:moveTo>
                    <a:pt x="17747" y="34053"/>
                  </a:moveTo>
                  <a:cubicBezTo>
                    <a:pt x="20984" y="34053"/>
                    <a:pt x="23626" y="33049"/>
                    <a:pt x="25672" y="30965"/>
                  </a:cubicBezTo>
                  <a:cubicBezTo>
                    <a:pt x="27718" y="28882"/>
                    <a:pt x="28723" y="26166"/>
                    <a:pt x="28723" y="22854"/>
                  </a:cubicBezTo>
                  <a:cubicBezTo>
                    <a:pt x="28723" y="19654"/>
                    <a:pt x="27718" y="17013"/>
                    <a:pt x="25672" y="14929"/>
                  </a:cubicBezTo>
                  <a:cubicBezTo>
                    <a:pt x="23663" y="12883"/>
                    <a:pt x="21170" y="11841"/>
                    <a:pt x="18231" y="11841"/>
                  </a:cubicBezTo>
                  <a:cubicBezTo>
                    <a:pt x="15143" y="11841"/>
                    <a:pt x="12575" y="12920"/>
                    <a:pt x="10454" y="15041"/>
                  </a:cubicBezTo>
                  <a:cubicBezTo>
                    <a:pt x="8371" y="17161"/>
                    <a:pt x="7329" y="19803"/>
                    <a:pt x="7329" y="22966"/>
                  </a:cubicBezTo>
                  <a:cubicBezTo>
                    <a:pt x="7329" y="26166"/>
                    <a:pt x="8334" y="28807"/>
                    <a:pt x="10417" y="30891"/>
                  </a:cubicBezTo>
                  <a:cubicBezTo>
                    <a:pt x="12426" y="33012"/>
                    <a:pt x="14882" y="34053"/>
                    <a:pt x="17747" y="34053"/>
                  </a:cubicBezTo>
                  <a:moveTo>
                    <a:pt x="49224" y="36770"/>
                  </a:moveTo>
                  <a:cubicBezTo>
                    <a:pt x="51605" y="36770"/>
                    <a:pt x="53949" y="36211"/>
                    <a:pt x="56182" y="35058"/>
                  </a:cubicBezTo>
                  <a:cubicBezTo>
                    <a:pt x="58414" y="33942"/>
                    <a:pt x="60126" y="32267"/>
                    <a:pt x="61354" y="30035"/>
                  </a:cubicBezTo>
                  <a:cubicBezTo>
                    <a:pt x="62581" y="27803"/>
                    <a:pt x="63177" y="25384"/>
                    <a:pt x="63177" y="22817"/>
                  </a:cubicBezTo>
                  <a:cubicBezTo>
                    <a:pt x="63177" y="18799"/>
                    <a:pt x="61912" y="15524"/>
                    <a:pt x="59344" y="12920"/>
                  </a:cubicBezTo>
                  <a:cubicBezTo>
                    <a:pt x="56740" y="10315"/>
                    <a:pt x="53466" y="9013"/>
                    <a:pt x="49522" y="9013"/>
                  </a:cubicBezTo>
                  <a:cubicBezTo>
                    <a:pt x="45466" y="9013"/>
                    <a:pt x="42155" y="10353"/>
                    <a:pt x="39513" y="13031"/>
                  </a:cubicBezTo>
                  <a:cubicBezTo>
                    <a:pt x="36871" y="15710"/>
                    <a:pt x="35569" y="19059"/>
                    <a:pt x="35569" y="23115"/>
                  </a:cubicBezTo>
                  <a:cubicBezTo>
                    <a:pt x="35569" y="27021"/>
                    <a:pt x="36871" y="30295"/>
                    <a:pt x="39476" y="32900"/>
                  </a:cubicBezTo>
                  <a:cubicBezTo>
                    <a:pt x="42080" y="35467"/>
                    <a:pt x="45317" y="36770"/>
                    <a:pt x="49224" y="367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52" name="Graphic 2017">
            <a:extLst>
              <a:ext uri="{FF2B5EF4-FFF2-40B4-BE49-F238E27FC236}">
                <a16:creationId xmlns:a16="http://schemas.microsoft.com/office/drawing/2014/main" id="{CC747810-C750-E74C-8108-EAC58C1B5695}"/>
              </a:ext>
            </a:extLst>
          </p:cNvPr>
          <p:cNvGrpSpPr/>
          <p:nvPr/>
        </p:nvGrpSpPr>
        <p:grpSpPr>
          <a:xfrm>
            <a:off x="3894910" y="7650836"/>
            <a:ext cx="38798" cy="48499"/>
            <a:chOff x="7506125" y="9993743"/>
            <a:chExt cx="68460" cy="85577"/>
          </a:xfrm>
          <a:solidFill>
            <a:srgbClr val="000000"/>
          </a:solidFill>
        </p:grpSpPr>
        <p:sp>
          <p:nvSpPr>
            <p:cNvPr id="3053" name="Freeform 3052">
              <a:extLst>
                <a:ext uri="{FF2B5EF4-FFF2-40B4-BE49-F238E27FC236}">
                  <a16:creationId xmlns:a16="http://schemas.microsoft.com/office/drawing/2014/main" id="{B5A6AA17-90CA-DB48-D15A-D86B127F59D6}"/>
                </a:ext>
              </a:extLst>
            </p:cNvPr>
            <p:cNvSpPr/>
            <p:nvPr/>
          </p:nvSpPr>
          <p:spPr>
            <a:xfrm>
              <a:off x="7506125" y="10034253"/>
              <a:ext cx="68460" cy="45067"/>
            </a:xfrm>
            <a:custGeom>
              <a:avLst/>
              <a:gdLst>
                <a:gd name="csX0" fmla="*/ 60887 w 68460"/>
                <a:gd name="csY0" fmla="*/ 461 h 45067"/>
                <a:gd name="csX1" fmla="*/ 68924 w 68460"/>
                <a:gd name="csY1" fmla="*/ 461 h 45067"/>
                <a:gd name="csX2" fmla="*/ 68924 w 68460"/>
                <a:gd name="csY2" fmla="*/ 45519 h 45067"/>
                <a:gd name="csX3" fmla="*/ 63120 w 68460"/>
                <a:gd name="csY3" fmla="*/ 44551 h 45067"/>
                <a:gd name="csX4" fmla="*/ 54041 w 68460"/>
                <a:gd name="csY4" fmla="*/ 39045 h 45067"/>
                <a:gd name="csX5" fmla="*/ 43697 w 68460"/>
                <a:gd name="csY5" fmla="*/ 28106 h 45067"/>
                <a:gd name="csX6" fmla="*/ 29261 w 68460"/>
                <a:gd name="csY6" fmla="*/ 13074 h 45067"/>
                <a:gd name="csX7" fmla="*/ 19215 w 68460"/>
                <a:gd name="csY7" fmla="*/ 9167 h 45067"/>
                <a:gd name="csX8" fmla="*/ 10806 w 68460"/>
                <a:gd name="csY8" fmla="*/ 12739 h 45067"/>
                <a:gd name="csX9" fmla="*/ 7383 w 68460"/>
                <a:gd name="csY9" fmla="*/ 22004 h 45067"/>
                <a:gd name="csX10" fmla="*/ 11030 w 68460"/>
                <a:gd name="csY10" fmla="*/ 31678 h 45067"/>
                <a:gd name="csX11" fmla="*/ 21076 w 68460"/>
                <a:gd name="csY11" fmla="*/ 35361 h 45067"/>
                <a:gd name="csX12" fmla="*/ 20183 w 68460"/>
                <a:gd name="csY12" fmla="*/ 43956 h 45067"/>
                <a:gd name="csX13" fmla="*/ 5523 w 68460"/>
                <a:gd name="csY13" fmla="*/ 37296 h 45067"/>
                <a:gd name="csX14" fmla="*/ 463 w 68460"/>
                <a:gd name="csY14" fmla="*/ 21818 h 45067"/>
                <a:gd name="csX15" fmla="*/ 5895 w 68460"/>
                <a:gd name="csY15" fmla="*/ 6302 h 45067"/>
                <a:gd name="csX16" fmla="*/ 19401 w 68460"/>
                <a:gd name="csY16" fmla="*/ 573 h 45067"/>
                <a:gd name="csX17" fmla="*/ 27438 w 68460"/>
                <a:gd name="csY17" fmla="*/ 2247 h 45067"/>
                <a:gd name="csX18" fmla="*/ 35772 w 68460"/>
                <a:gd name="csY18" fmla="*/ 7791 h 45067"/>
                <a:gd name="csX19" fmla="*/ 47753 w 68460"/>
                <a:gd name="csY19" fmla="*/ 20702 h 45067"/>
                <a:gd name="csX20" fmla="*/ 56348 w 68460"/>
                <a:gd name="csY20" fmla="*/ 30375 h 45067"/>
                <a:gd name="csX21" fmla="*/ 60887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887" y="461"/>
                  </a:moveTo>
                  <a:lnTo>
                    <a:pt x="68924" y="461"/>
                  </a:lnTo>
                  <a:lnTo>
                    <a:pt x="68924" y="45519"/>
                  </a:lnTo>
                  <a:cubicBezTo>
                    <a:pt x="66915" y="45593"/>
                    <a:pt x="64980" y="45258"/>
                    <a:pt x="63120" y="44551"/>
                  </a:cubicBezTo>
                  <a:cubicBezTo>
                    <a:pt x="60031" y="43398"/>
                    <a:pt x="57018" y="41575"/>
                    <a:pt x="54041" y="39045"/>
                  </a:cubicBezTo>
                  <a:cubicBezTo>
                    <a:pt x="51064" y="36515"/>
                    <a:pt x="47641" y="32868"/>
                    <a:pt x="43697" y="28106"/>
                  </a:cubicBezTo>
                  <a:cubicBezTo>
                    <a:pt x="37633" y="20702"/>
                    <a:pt x="32833" y="15679"/>
                    <a:pt x="29261" y="13074"/>
                  </a:cubicBezTo>
                  <a:cubicBezTo>
                    <a:pt x="25726" y="10470"/>
                    <a:pt x="22378" y="9167"/>
                    <a:pt x="19215" y="9167"/>
                  </a:cubicBezTo>
                  <a:cubicBezTo>
                    <a:pt x="15904" y="9167"/>
                    <a:pt x="13076" y="10358"/>
                    <a:pt x="10806" y="12739"/>
                  </a:cubicBezTo>
                  <a:cubicBezTo>
                    <a:pt x="8537" y="15083"/>
                    <a:pt x="7383" y="18172"/>
                    <a:pt x="7383" y="22004"/>
                  </a:cubicBezTo>
                  <a:cubicBezTo>
                    <a:pt x="7383" y="26022"/>
                    <a:pt x="8611" y="29259"/>
                    <a:pt x="11030" y="31678"/>
                  </a:cubicBezTo>
                  <a:cubicBezTo>
                    <a:pt x="13448" y="34096"/>
                    <a:pt x="16797" y="35324"/>
                    <a:pt x="21076" y="35361"/>
                  </a:cubicBezTo>
                  <a:lnTo>
                    <a:pt x="20183" y="43956"/>
                  </a:lnTo>
                  <a:cubicBezTo>
                    <a:pt x="13783" y="43361"/>
                    <a:pt x="8872" y="41165"/>
                    <a:pt x="5523" y="37296"/>
                  </a:cubicBezTo>
                  <a:cubicBezTo>
                    <a:pt x="2137" y="33464"/>
                    <a:pt x="463" y="28292"/>
                    <a:pt x="463" y="21818"/>
                  </a:cubicBezTo>
                  <a:cubicBezTo>
                    <a:pt x="463" y="15269"/>
                    <a:pt x="2286" y="10098"/>
                    <a:pt x="5895" y="6302"/>
                  </a:cubicBezTo>
                  <a:cubicBezTo>
                    <a:pt x="9541" y="2470"/>
                    <a:pt x="14043" y="573"/>
                    <a:pt x="19401" y="573"/>
                  </a:cubicBezTo>
                  <a:cubicBezTo>
                    <a:pt x="22117" y="573"/>
                    <a:pt x="24796" y="1131"/>
                    <a:pt x="27438" y="2247"/>
                  </a:cubicBezTo>
                  <a:cubicBezTo>
                    <a:pt x="30080" y="3363"/>
                    <a:pt x="32833" y="5224"/>
                    <a:pt x="35772" y="7791"/>
                  </a:cubicBezTo>
                  <a:cubicBezTo>
                    <a:pt x="38675" y="10395"/>
                    <a:pt x="42693" y="14674"/>
                    <a:pt x="47753" y="20702"/>
                  </a:cubicBezTo>
                  <a:cubicBezTo>
                    <a:pt x="51995" y="25725"/>
                    <a:pt x="54822" y="28962"/>
                    <a:pt x="56348" y="30375"/>
                  </a:cubicBezTo>
                  <a:cubicBezTo>
                    <a:pt x="57836" y="31789"/>
                    <a:pt x="59362" y="32980"/>
                    <a:pt x="60887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4" name="Freeform 3053">
              <a:extLst>
                <a:ext uri="{FF2B5EF4-FFF2-40B4-BE49-F238E27FC236}">
                  <a16:creationId xmlns:a16="http://schemas.microsoft.com/office/drawing/2014/main" id="{EF1E9EC6-AEDF-707F-FF91-A63717C8A42B}"/>
                </a:ext>
              </a:extLst>
            </p:cNvPr>
            <p:cNvSpPr/>
            <p:nvPr/>
          </p:nvSpPr>
          <p:spPr>
            <a:xfrm>
              <a:off x="7506125" y="9993743"/>
              <a:ext cx="68460" cy="25114"/>
            </a:xfrm>
            <a:custGeom>
              <a:avLst/>
              <a:gdLst>
                <a:gd name="csX0" fmla="*/ 68924 w 68460"/>
                <a:gd name="csY0" fmla="*/ 455 h 25114"/>
                <a:gd name="csX1" fmla="*/ 68924 w 68460"/>
                <a:gd name="csY1" fmla="*/ 8827 h 25114"/>
                <a:gd name="csX2" fmla="*/ 15569 w 68460"/>
                <a:gd name="csY2" fmla="*/ 8827 h 25114"/>
                <a:gd name="csX3" fmla="*/ 21336 w 68460"/>
                <a:gd name="csY3" fmla="*/ 16752 h 25114"/>
                <a:gd name="csX4" fmla="*/ 25689 w 68460"/>
                <a:gd name="csY4" fmla="*/ 25570 h 25114"/>
                <a:gd name="csX5" fmla="*/ 17578 w 68460"/>
                <a:gd name="csY5" fmla="*/ 25570 h 25114"/>
                <a:gd name="csX6" fmla="*/ 9579 w 68460"/>
                <a:gd name="csY6" fmla="*/ 13292 h 25114"/>
                <a:gd name="csX7" fmla="*/ 463 w 68460"/>
                <a:gd name="csY7" fmla="*/ 5850 h 25114"/>
                <a:gd name="csX8" fmla="*/ 463 w 68460"/>
                <a:gd name="csY8" fmla="*/ 455 h 2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8460" h="25114">
                  <a:moveTo>
                    <a:pt x="68924" y="455"/>
                  </a:moveTo>
                  <a:lnTo>
                    <a:pt x="68924" y="8827"/>
                  </a:lnTo>
                  <a:lnTo>
                    <a:pt x="15569" y="8827"/>
                  </a:lnTo>
                  <a:cubicBezTo>
                    <a:pt x="17504" y="10836"/>
                    <a:pt x="19438" y="13478"/>
                    <a:pt x="21336" y="16752"/>
                  </a:cubicBezTo>
                  <a:cubicBezTo>
                    <a:pt x="23271" y="20026"/>
                    <a:pt x="24722" y="22966"/>
                    <a:pt x="25689" y="25570"/>
                  </a:cubicBezTo>
                  <a:lnTo>
                    <a:pt x="17578" y="25570"/>
                  </a:lnTo>
                  <a:cubicBezTo>
                    <a:pt x="15383" y="20882"/>
                    <a:pt x="12704" y="16789"/>
                    <a:pt x="9579" y="13292"/>
                  </a:cubicBezTo>
                  <a:cubicBezTo>
                    <a:pt x="6453" y="9794"/>
                    <a:pt x="3402" y="7302"/>
                    <a:pt x="463" y="5850"/>
                  </a:cubicBezTo>
                  <a:lnTo>
                    <a:pt x="463" y="45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55" name="Graphic 2017">
            <a:extLst>
              <a:ext uri="{FF2B5EF4-FFF2-40B4-BE49-F238E27FC236}">
                <a16:creationId xmlns:a16="http://schemas.microsoft.com/office/drawing/2014/main" id="{286E75DD-3CA0-95AB-D9DE-2736F9AD8592}"/>
              </a:ext>
            </a:extLst>
          </p:cNvPr>
          <p:cNvGrpSpPr/>
          <p:nvPr/>
        </p:nvGrpSpPr>
        <p:grpSpPr>
          <a:xfrm>
            <a:off x="3987669" y="7643414"/>
            <a:ext cx="39453" cy="55921"/>
            <a:chOff x="7669799" y="9980647"/>
            <a:chExt cx="69614" cy="98673"/>
          </a:xfrm>
          <a:solidFill>
            <a:srgbClr val="000000"/>
          </a:solidFill>
        </p:grpSpPr>
        <p:sp>
          <p:nvSpPr>
            <p:cNvPr id="3056" name="Freeform 3055">
              <a:extLst>
                <a:ext uri="{FF2B5EF4-FFF2-40B4-BE49-F238E27FC236}">
                  <a16:creationId xmlns:a16="http://schemas.microsoft.com/office/drawing/2014/main" id="{074D296C-830F-A1CF-3E09-D7726B287165}"/>
                </a:ext>
              </a:extLst>
            </p:cNvPr>
            <p:cNvSpPr/>
            <p:nvPr/>
          </p:nvSpPr>
          <p:spPr>
            <a:xfrm>
              <a:off x="7669799" y="10034253"/>
              <a:ext cx="68460" cy="45067"/>
            </a:xfrm>
            <a:custGeom>
              <a:avLst/>
              <a:gdLst>
                <a:gd name="csX0" fmla="*/ 60904 w 68460"/>
                <a:gd name="csY0" fmla="*/ 461 h 45067"/>
                <a:gd name="csX1" fmla="*/ 68941 w 68460"/>
                <a:gd name="csY1" fmla="*/ 461 h 45067"/>
                <a:gd name="csX2" fmla="*/ 68941 w 68460"/>
                <a:gd name="csY2" fmla="*/ 45519 h 45067"/>
                <a:gd name="csX3" fmla="*/ 63137 w 68460"/>
                <a:gd name="csY3" fmla="*/ 44551 h 45067"/>
                <a:gd name="csX4" fmla="*/ 54058 w 68460"/>
                <a:gd name="csY4" fmla="*/ 39045 h 45067"/>
                <a:gd name="csX5" fmla="*/ 43715 w 68460"/>
                <a:gd name="csY5" fmla="*/ 28106 h 45067"/>
                <a:gd name="csX6" fmla="*/ 29278 w 68460"/>
                <a:gd name="csY6" fmla="*/ 13074 h 45067"/>
                <a:gd name="csX7" fmla="*/ 19232 w 68460"/>
                <a:gd name="csY7" fmla="*/ 9167 h 45067"/>
                <a:gd name="csX8" fmla="*/ 10824 w 68460"/>
                <a:gd name="csY8" fmla="*/ 12739 h 45067"/>
                <a:gd name="csX9" fmla="*/ 7401 w 68460"/>
                <a:gd name="csY9" fmla="*/ 22004 h 45067"/>
                <a:gd name="csX10" fmla="*/ 11047 w 68460"/>
                <a:gd name="csY10" fmla="*/ 31678 h 45067"/>
                <a:gd name="csX11" fmla="*/ 21093 w 68460"/>
                <a:gd name="csY11" fmla="*/ 35361 h 45067"/>
                <a:gd name="csX12" fmla="*/ 20200 w 68460"/>
                <a:gd name="csY12" fmla="*/ 43956 h 45067"/>
                <a:gd name="csX13" fmla="*/ 5540 w 68460"/>
                <a:gd name="csY13" fmla="*/ 37296 h 45067"/>
                <a:gd name="csX14" fmla="*/ 480 w 68460"/>
                <a:gd name="csY14" fmla="*/ 21818 h 45067"/>
                <a:gd name="csX15" fmla="*/ 5912 w 68460"/>
                <a:gd name="csY15" fmla="*/ 6302 h 45067"/>
                <a:gd name="csX16" fmla="*/ 19418 w 68460"/>
                <a:gd name="csY16" fmla="*/ 573 h 45067"/>
                <a:gd name="csX17" fmla="*/ 27455 w 68460"/>
                <a:gd name="csY17" fmla="*/ 2247 h 45067"/>
                <a:gd name="csX18" fmla="*/ 35790 w 68460"/>
                <a:gd name="csY18" fmla="*/ 7791 h 45067"/>
                <a:gd name="csX19" fmla="*/ 47770 w 68460"/>
                <a:gd name="csY19" fmla="*/ 20702 h 45067"/>
                <a:gd name="csX20" fmla="*/ 56365 w 68460"/>
                <a:gd name="csY20" fmla="*/ 30375 h 45067"/>
                <a:gd name="csX21" fmla="*/ 60904 w 68460"/>
                <a:gd name="csY21" fmla="*/ 33910 h 4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460" h="45067">
                  <a:moveTo>
                    <a:pt x="60904" y="461"/>
                  </a:moveTo>
                  <a:lnTo>
                    <a:pt x="68941" y="461"/>
                  </a:lnTo>
                  <a:lnTo>
                    <a:pt x="68941" y="45519"/>
                  </a:lnTo>
                  <a:cubicBezTo>
                    <a:pt x="66932" y="45593"/>
                    <a:pt x="64997" y="45258"/>
                    <a:pt x="63137" y="44551"/>
                  </a:cubicBezTo>
                  <a:cubicBezTo>
                    <a:pt x="60049" y="43398"/>
                    <a:pt x="57035" y="41575"/>
                    <a:pt x="54058" y="39045"/>
                  </a:cubicBezTo>
                  <a:cubicBezTo>
                    <a:pt x="51082" y="36515"/>
                    <a:pt x="47659" y="32868"/>
                    <a:pt x="43715" y="28106"/>
                  </a:cubicBezTo>
                  <a:cubicBezTo>
                    <a:pt x="37650" y="20702"/>
                    <a:pt x="32850" y="15679"/>
                    <a:pt x="29278" y="13074"/>
                  </a:cubicBezTo>
                  <a:cubicBezTo>
                    <a:pt x="25744" y="10470"/>
                    <a:pt x="22395" y="9167"/>
                    <a:pt x="19232" y="9167"/>
                  </a:cubicBezTo>
                  <a:cubicBezTo>
                    <a:pt x="15921" y="9167"/>
                    <a:pt x="13093" y="10358"/>
                    <a:pt x="10824" y="12739"/>
                  </a:cubicBezTo>
                  <a:cubicBezTo>
                    <a:pt x="8554" y="15083"/>
                    <a:pt x="7401" y="18172"/>
                    <a:pt x="7401" y="22004"/>
                  </a:cubicBezTo>
                  <a:cubicBezTo>
                    <a:pt x="7401" y="26022"/>
                    <a:pt x="8628" y="29259"/>
                    <a:pt x="11047" y="31678"/>
                  </a:cubicBezTo>
                  <a:cubicBezTo>
                    <a:pt x="13465" y="34096"/>
                    <a:pt x="16814" y="35324"/>
                    <a:pt x="21093" y="35361"/>
                  </a:cubicBezTo>
                  <a:lnTo>
                    <a:pt x="20200" y="43956"/>
                  </a:lnTo>
                  <a:cubicBezTo>
                    <a:pt x="13800" y="43361"/>
                    <a:pt x="8889" y="41165"/>
                    <a:pt x="5540" y="37296"/>
                  </a:cubicBezTo>
                  <a:cubicBezTo>
                    <a:pt x="2154" y="33464"/>
                    <a:pt x="480" y="28292"/>
                    <a:pt x="480" y="21818"/>
                  </a:cubicBezTo>
                  <a:cubicBezTo>
                    <a:pt x="480" y="15269"/>
                    <a:pt x="2303" y="10098"/>
                    <a:pt x="5912" y="6302"/>
                  </a:cubicBezTo>
                  <a:cubicBezTo>
                    <a:pt x="9559" y="2470"/>
                    <a:pt x="14061" y="573"/>
                    <a:pt x="19418" y="573"/>
                  </a:cubicBezTo>
                  <a:cubicBezTo>
                    <a:pt x="22135" y="573"/>
                    <a:pt x="24813" y="1131"/>
                    <a:pt x="27455" y="2247"/>
                  </a:cubicBezTo>
                  <a:cubicBezTo>
                    <a:pt x="30097" y="3363"/>
                    <a:pt x="32850" y="5224"/>
                    <a:pt x="35790" y="7791"/>
                  </a:cubicBezTo>
                  <a:cubicBezTo>
                    <a:pt x="38692" y="10395"/>
                    <a:pt x="42710" y="14674"/>
                    <a:pt x="47770" y="20702"/>
                  </a:cubicBezTo>
                  <a:cubicBezTo>
                    <a:pt x="52012" y="25725"/>
                    <a:pt x="54840" y="28962"/>
                    <a:pt x="56365" y="30375"/>
                  </a:cubicBezTo>
                  <a:cubicBezTo>
                    <a:pt x="57853" y="31789"/>
                    <a:pt x="59379" y="32980"/>
                    <a:pt x="60904" y="3391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7" name="Freeform 3056">
              <a:extLst>
                <a:ext uri="{FF2B5EF4-FFF2-40B4-BE49-F238E27FC236}">
                  <a16:creationId xmlns:a16="http://schemas.microsoft.com/office/drawing/2014/main" id="{114A2E0D-33E6-3BBD-3CD7-4B4581968F89}"/>
                </a:ext>
              </a:extLst>
            </p:cNvPr>
            <p:cNvSpPr/>
            <p:nvPr/>
          </p:nvSpPr>
          <p:spPr>
            <a:xfrm>
              <a:off x="7669799" y="9980647"/>
              <a:ext cx="69614" cy="45020"/>
            </a:xfrm>
            <a:custGeom>
              <a:avLst/>
              <a:gdLst>
                <a:gd name="csX0" fmla="*/ 17446 w 69614"/>
                <a:gd name="csY0" fmla="*/ 1646 h 45020"/>
                <a:gd name="csX1" fmla="*/ 18116 w 69614"/>
                <a:gd name="csY1" fmla="*/ 9980 h 45020"/>
                <a:gd name="csX2" fmla="*/ 10935 w 69614"/>
                <a:gd name="csY2" fmla="*/ 13143 h 45020"/>
                <a:gd name="csX3" fmla="*/ 7363 w 69614"/>
                <a:gd name="csY3" fmla="*/ 21515 h 45020"/>
                <a:gd name="csX4" fmla="*/ 9596 w 69614"/>
                <a:gd name="csY4" fmla="*/ 28547 h 45020"/>
                <a:gd name="csX5" fmla="*/ 18005 w 69614"/>
                <a:gd name="csY5" fmla="*/ 34760 h 45020"/>
                <a:gd name="csX6" fmla="*/ 33780 w 69614"/>
                <a:gd name="csY6" fmla="*/ 37142 h 45020"/>
                <a:gd name="csX7" fmla="*/ 26934 w 69614"/>
                <a:gd name="csY7" fmla="*/ 29737 h 45020"/>
                <a:gd name="csX8" fmla="*/ 24702 w 69614"/>
                <a:gd name="csY8" fmla="*/ 20584 h 45020"/>
                <a:gd name="csX9" fmla="*/ 30878 w 69614"/>
                <a:gd name="csY9" fmla="*/ 6334 h 45020"/>
                <a:gd name="csX10" fmla="*/ 46803 w 69614"/>
                <a:gd name="csY10" fmla="*/ 455 h 45020"/>
                <a:gd name="csX11" fmla="*/ 58746 w 69614"/>
                <a:gd name="csY11" fmla="*/ 3209 h 45020"/>
                <a:gd name="csX12" fmla="*/ 67192 w 69614"/>
                <a:gd name="csY12" fmla="*/ 10799 h 45020"/>
                <a:gd name="csX13" fmla="*/ 70094 w 69614"/>
                <a:gd name="csY13" fmla="*/ 21812 h 45020"/>
                <a:gd name="csX14" fmla="*/ 62393 w 69614"/>
                <a:gd name="csY14" fmla="*/ 38853 h 45020"/>
                <a:gd name="csX15" fmla="*/ 37017 w 69614"/>
                <a:gd name="csY15" fmla="*/ 45476 h 45020"/>
                <a:gd name="csX16" fmla="*/ 8294 w 69614"/>
                <a:gd name="csY16" fmla="*/ 38146 h 45020"/>
                <a:gd name="csX17" fmla="*/ 480 w 69614"/>
                <a:gd name="csY17" fmla="*/ 20994 h 45020"/>
                <a:gd name="csX18" fmla="*/ 4982 w 69614"/>
                <a:gd name="csY18" fmla="*/ 7822 h 45020"/>
                <a:gd name="csX19" fmla="*/ 17446 w 69614"/>
                <a:gd name="csY19" fmla="*/ 1646 h 45020"/>
                <a:gd name="csX20" fmla="*/ 46840 w 69614"/>
                <a:gd name="csY20" fmla="*/ 35839 h 45020"/>
                <a:gd name="csX21" fmla="*/ 55137 w 69614"/>
                <a:gd name="csY21" fmla="*/ 34016 h 45020"/>
                <a:gd name="csX22" fmla="*/ 61165 w 69614"/>
                <a:gd name="csY22" fmla="*/ 28882 h 45020"/>
                <a:gd name="csX23" fmla="*/ 63211 w 69614"/>
                <a:gd name="csY23" fmla="*/ 21924 h 45020"/>
                <a:gd name="csX24" fmla="*/ 58932 w 69614"/>
                <a:gd name="csY24" fmla="*/ 12808 h 45020"/>
                <a:gd name="csX25" fmla="*/ 47324 w 69614"/>
                <a:gd name="csY25" fmla="*/ 9013 h 45020"/>
                <a:gd name="csX26" fmla="*/ 36162 w 69614"/>
                <a:gd name="csY26" fmla="*/ 12771 h 45020"/>
                <a:gd name="csX27" fmla="*/ 32106 w 69614"/>
                <a:gd name="csY27" fmla="*/ 22259 h 45020"/>
                <a:gd name="csX28" fmla="*/ 36162 w 69614"/>
                <a:gd name="csY28" fmla="*/ 31895 h 45020"/>
                <a:gd name="csX29" fmla="*/ 46840 w 69614"/>
                <a:gd name="csY29" fmla="*/ 35839 h 45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614" h="45020">
                  <a:moveTo>
                    <a:pt x="17446" y="1646"/>
                  </a:moveTo>
                  <a:lnTo>
                    <a:pt x="18116" y="9980"/>
                  </a:lnTo>
                  <a:cubicBezTo>
                    <a:pt x="14805" y="10725"/>
                    <a:pt x="12424" y="11766"/>
                    <a:pt x="10935" y="13143"/>
                  </a:cubicBezTo>
                  <a:cubicBezTo>
                    <a:pt x="8554" y="15413"/>
                    <a:pt x="7363" y="18203"/>
                    <a:pt x="7363" y="21515"/>
                  </a:cubicBezTo>
                  <a:cubicBezTo>
                    <a:pt x="7363" y="24194"/>
                    <a:pt x="8108" y="26538"/>
                    <a:pt x="9596" y="28547"/>
                  </a:cubicBezTo>
                  <a:cubicBezTo>
                    <a:pt x="11531" y="31188"/>
                    <a:pt x="14321" y="33235"/>
                    <a:pt x="18005" y="34760"/>
                  </a:cubicBezTo>
                  <a:cubicBezTo>
                    <a:pt x="21688" y="36286"/>
                    <a:pt x="26971" y="37067"/>
                    <a:pt x="33780" y="37142"/>
                  </a:cubicBezTo>
                  <a:cubicBezTo>
                    <a:pt x="30729" y="35132"/>
                    <a:pt x="28423" y="32677"/>
                    <a:pt x="26934" y="29737"/>
                  </a:cubicBezTo>
                  <a:cubicBezTo>
                    <a:pt x="25446" y="26835"/>
                    <a:pt x="24702" y="23784"/>
                    <a:pt x="24702" y="20584"/>
                  </a:cubicBezTo>
                  <a:cubicBezTo>
                    <a:pt x="24702" y="15003"/>
                    <a:pt x="26748" y="10241"/>
                    <a:pt x="30878" y="6334"/>
                  </a:cubicBezTo>
                  <a:cubicBezTo>
                    <a:pt x="34971" y="2390"/>
                    <a:pt x="40292" y="455"/>
                    <a:pt x="46803" y="455"/>
                  </a:cubicBezTo>
                  <a:cubicBezTo>
                    <a:pt x="51082" y="455"/>
                    <a:pt x="55063" y="1386"/>
                    <a:pt x="58746" y="3209"/>
                  </a:cubicBezTo>
                  <a:cubicBezTo>
                    <a:pt x="62393" y="5069"/>
                    <a:pt x="65220" y="7599"/>
                    <a:pt x="67192" y="10799"/>
                  </a:cubicBezTo>
                  <a:cubicBezTo>
                    <a:pt x="69127" y="14036"/>
                    <a:pt x="70094" y="17720"/>
                    <a:pt x="70094" y="21812"/>
                  </a:cubicBezTo>
                  <a:cubicBezTo>
                    <a:pt x="70094" y="28770"/>
                    <a:pt x="67527" y="34463"/>
                    <a:pt x="62393" y="38853"/>
                  </a:cubicBezTo>
                  <a:cubicBezTo>
                    <a:pt x="57258" y="43281"/>
                    <a:pt x="48812" y="45476"/>
                    <a:pt x="37017" y="45476"/>
                  </a:cubicBezTo>
                  <a:cubicBezTo>
                    <a:pt x="23846" y="45476"/>
                    <a:pt x="14284" y="43020"/>
                    <a:pt x="8294" y="38146"/>
                  </a:cubicBezTo>
                  <a:cubicBezTo>
                    <a:pt x="3085" y="33905"/>
                    <a:pt x="480" y="28212"/>
                    <a:pt x="480" y="20994"/>
                  </a:cubicBezTo>
                  <a:cubicBezTo>
                    <a:pt x="480" y="15636"/>
                    <a:pt x="1968" y="11245"/>
                    <a:pt x="4982" y="7822"/>
                  </a:cubicBezTo>
                  <a:cubicBezTo>
                    <a:pt x="7996" y="4399"/>
                    <a:pt x="12163" y="2353"/>
                    <a:pt x="17446" y="1646"/>
                  </a:cubicBezTo>
                  <a:moveTo>
                    <a:pt x="46840" y="35839"/>
                  </a:moveTo>
                  <a:cubicBezTo>
                    <a:pt x="49742" y="35839"/>
                    <a:pt x="52496" y="35244"/>
                    <a:pt x="55137" y="34016"/>
                  </a:cubicBezTo>
                  <a:cubicBezTo>
                    <a:pt x="57779" y="32788"/>
                    <a:pt x="59788" y="31077"/>
                    <a:pt x="61165" y="28882"/>
                  </a:cubicBezTo>
                  <a:cubicBezTo>
                    <a:pt x="62541" y="26649"/>
                    <a:pt x="63211" y="24342"/>
                    <a:pt x="63211" y="21924"/>
                  </a:cubicBezTo>
                  <a:cubicBezTo>
                    <a:pt x="63211" y="18389"/>
                    <a:pt x="61797" y="15375"/>
                    <a:pt x="58932" y="12808"/>
                  </a:cubicBezTo>
                  <a:cubicBezTo>
                    <a:pt x="56105" y="10278"/>
                    <a:pt x="52198" y="9013"/>
                    <a:pt x="47324" y="9013"/>
                  </a:cubicBezTo>
                  <a:cubicBezTo>
                    <a:pt x="42598" y="9013"/>
                    <a:pt x="38878" y="10278"/>
                    <a:pt x="36162" y="12771"/>
                  </a:cubicBezTo>
                  <a:cubicBezTo>
                    <a:pt x="33446" y="15264"/>
                    <a:pt x="32106" y="18426"/>
                    <a:pt x="32106" y="22259"/>
                  </a:cubicBezTo>
                  <a:cubicBezTo>
                    <a:pt x="32106" y="26054"/>
                    <a:pt x="33446" y="29254"/>
                    <a:pt x="36162" y="31895"/>
                  </a:cubicBezTo>
                  <a:cubicBezTo>
                    <a:pt x="38878" y="34537"/>
                    <a:pt x="42450" y="35839"/>
                    <a:pt x="46840" y="358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58" name="Freeform 3057">
            <a:extLst>
              <a:ext uri="{FF2B5EF4-FFF2-40B4-BE49-F238E27FC236}">
                <a16:creationId xmlns:a16="http://schemas.microsoft.com/office/drawing/2014/main" id="{22795339-C6DB-4F7E-8ABC-8436ED85789A}"/>
              </a:ext>
            </a:extLst>
          </p:cNvPr>
          <p:cNvSpPr/>
          <p:nvPr/>
        </p:nvSpPr>
        <p:spPr>
          <a:xfrm>
            <a:off x="4080597" y="7643536"/>
            <a:ext cx="38630" cy="26716"/>
          </a:xfrm>
          <a:custGeom>
            <a:avLst/>
            <a:gdLst>
              <a:gd name="csX0" fmla="*/ 68661 w 68163"/>
              <a:gd name="csY0" fmla="*/ 18017 h 47141"/>
              <a:gd name="csX1" fmla="*/ 52327 w 68163"/>
              <a:gd name="csY1" fmla="*/ 18017 h 47141"/>
              <a:gd name="csX2" fmla="*/ 52327 w 68163"/>
              <a:gd name="csY2" fmla="*/ 47597 h 47141"/>
              <a:gd name="csX3" fmla="*/ 44662 w 68163"/>
              <a:gd name="csY3" fmla="*/ 47597 h 47141"/>
              <a:gd name="csX4" fmla="*/ 497 w 68163"/>
              <a:gd name="csY4" fmla="*/ 16492 h 47141"/>
              <a:gd name="csX5" fmla="*/ 497 w 68163"/>
              <a:gd name="csY5" fmla="*/ 9683 h 47141"/>
              <a:gd name="csX6" fmla="*/ 44662 w 68163"/>
              <a:gd name="csY6" fmla="*/ 9683 h 47141"/>
              <a:gd name="csX7" fmla="*/ 44662 w 68163"/>
              <a:gd name="csY7" fmla="*/ 455 h 47141"/>
              <a:gd name="csX8" fmla="*/ 52327 w 68163"/>
              <a:gd name="csY8" fmla="*/ 455 h 47141"/>
              <a:gd name="csX9" fmla="*/ 52327 w 68163"/>
              <a:gd name="csY9" fmla="*/ 9683 h 47141"/>
              <a:gd name="csX10" fmla="*/ 68661 w 68163"/>
              <a:gd name="csY10" fmla="*/ 9683 h 47141"/>
              <a:gd name="csX11" fmla="*/ 68661 w 68163"/>
              <a:gd name="csY11" fmla="*/ 18017 h 47141"/>
              <a:gd name="csX12" fmla="*/ 44662 w 68163"/>
              <a:gd name="csY12" fmla="*/ 18017 h 47141"/>
              <a:gd name="csX13" fmla="*/ 13929 w 68163"/>
              <a:gd name="csY13" fmla="*/ 18017 h 47141"/>
              <a:gd name="csX14" fmla="*/ 44662 w 68163"/>
              <a:gd name="csY14" fmla="*/ 39374 h 47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68163" h="47141">
                <a:moveTo>
                  <a:pt x="68661" y="18017"/>
                </a:moveTo>
                <a:lnTo>
                  <a:pt x="52327" y="18017"/>
                </a:lnTo>
                <a:lnTo>
                  <a:pt x="52327" y="47597"/>
                </a:lnTo>
                <a:lnTo>
                  <a:pt x="44662" y="47597"/>
                </a:lnTo>
                <a:lnTo>
                  <a:pt x="497" y="16492"/>
                </a:lnTo>
                <a:lnTo>
                  <a:pt x="497" y="9683"/>
                </a:lnTo>
                <a:lnTo>
                  <a:pt x="44662" y="9683"/>
                </a:lnTo>
                <a:lnTo>
                  <a:pt x="44662" y="455"/>
                </a:lnTo>
                <a:lnTo>
                  <a:pt x="52327" y="455"/>
                </a:lnTo>
                <a:lnTo>
                  <a:pt x="52327" y="9683"/>
                </a:lnTo>
                <a:lnTo>
                  <a:pt x="68661" y="9683"/>
                </a:lnTo>
                <a:lnTo>
                  <a:pt x="68661" y="18017"/>
                </a:lnTo>
                <a:moveTo>
                  <a:pt x="44662" y="18017"/>
                </a:moveTo>
                <a:lnTo>
                  <a:pt x="13929" y="18017"/>
                </a:lnTo>
                <a:lnTo>
                  <a:pt x="44662" y="39374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59" name="Freeform 3058">
            <a:extLst>
              <a:ext uri="{FF2B5EF4-FFF2-40B4-BE49-F238E27FC236}">
                <a16:creationId xmlns:a16="http://schemas.microsoft.com/office/drawing/2014/main" id="{5C89C4EE-BDE7-3E03-9D80-F3CBBEF9394F}"/>
              </a:ext>
            </a:extLst>
          </p:cNvPr>
          <p:cNvSpPr/>
          <p:nvPr/>
        </p:nvSpPr>
        <p:spPr>
          <a:xfrm>
            <a:off x="4173841" y="7643367"/>
            <a:ext cx="38145" cy="25029"/>
          </a:xfrm>
          <a:custGeom>
            <a:avLst/>
            <a:gdLst>
              <a:gd name="csX0" fmla="*/ 8588 w 67307"/>
              <a:gd name="csY0" fmla="*/ 44620 h 44164"/>
              <a:gd name="csX1" fmla="*/ 514 w 67307"/>
              <a:gd name="csY1" fmla="*/ 44620 h 44164"/>
              <a:gd name="csX2" fmla="*/ 514 w 67307"/>
              <a:gd name="csY2" fmla="*/ 455 h 44164"/>
              <a:gd name="csX3" fmla="*/ 7026 w 67307"/>
              <a:gd name="csY3" fmla="*/ 455 h 44164"/>
              <a:gd name="csX4" fmla="*/ 25443 w 67307"/>
              <a:gd name="csY4" fmla="*/ 13366 h 44164"/>
              <a:gd name="csX5" fmla="*/ 49070 w 67307"/>
              <a:gd name="csY5" fmla="*/ 23263 h 44164"/>
              <a:gd name="csX6" fmla="*/ 67822 w 67307"/>
              <a:gd name="csY6" fmla="*/ 26463 h 44164"/>
              <a:gd name="csX7" fmla="*/ 67822 w 67307"/>
              <a:gd name="csY7" fmla="*/ 35058 h 44164"/>
              <a:gd name="csX8" fmla="*/ 48400 w 67307"/>
              <a:gd name="csY8" fmla="*/ 31895 h 44164"/>
              <a:gd name="csX9" fmla="*/ 26411 w 67307"/>
              <a:gd name="csY9" fmla="*/ 23226 h 44164"/>
              <a:gd name="csX10" fmla="*/ 8588 w 67307"/>
              <a:gd name="csY10" fmla="*/ 11208 h 441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7307" h="44164">
                <a:moveTo>
                  <a:pt x="8588" y="44620"/>
                </a:moveTo>
                <a:lnTo>
                  <a:pt x="514" y="44620"/>
                </a:lnTo>
                <a:lnTo>
                  <a:pt x="514" y="455"/>
                </a:lnTo>
                <a:lnTo>
                  <a:pt x="7026" y="455"/>
                </a:lnTo>
                <a:cubicBezTo>
                  <a:pt x="11639" y="4809"/>
                  <a:pt x="17779" y="9125"/>
                  <a:pt x="25443" y="13366"/>
                </a:cubicBezTo>
                <a:cubicBezTo>
                  <a:pt x="33108" y="17645"/>
                  <a:pt x="40996" y="20919"/>
                  <a:pt x="49070" y="23263"/>
                </a:cubicBezTo>
                <a:cubicBezTo>
                  <a:pt x="54800" y="24938"/>
                  <a:pt x="61050" y="26017"/>
                  <a:pt x="67822" y="26463"/>
                </a:cubicBezTo>
                <a:lnTo>
                  <a:pt x="67822" y="35058"/>
                </a:lnTo>
                <a:cubicBezTo>
                  <a:pt x="62464" y="34984"/>
                  <a:pt x="55990" y="33942"/>
                  <a:pt x="48400" y="31895"/>
                </a:cubicBezTo>
                <a:cubicBezTo>
                  <a:pt x="40772" y="29886"/>
                  <a:pt x="33443" y="27021"/>
                  <a:pt x="26411" y="23226"/>
                </a:cubicBezTo>
                <a:cubicBezTo>
                  <a:pt x="19341" y="19468"/>
                  <a:pt x="13425" y="15450"/>
                  <a:pt x="8588" y="1120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999" name="Freeform 2998">
            <a:extLst>
              <a:ext uri="{FF2B5EF4-FFF2-40B4-BE49-F238E27FC236}">
                <a16:creationId xmlns:a16="http://schemas.microsoft.com/office/drawing/2014/main" id="{859C6359-C2BF-3623-3626-CBF7259B8230}"/>
              </a:ext>
            </a:extLst>
          </p:cNvPr>
          <p:cNvSpPr/>
          <p:nvPr/>
        </p:nvSpPr>
        <p:spPr>
          <a:xfrm>
            <a:off x="1759677" y="7653212"/>
            <a:ext cx="38798" cy="14233"/>
          </a:xfrm>
          <a:custGeom>
            <a:avLst/>
            <a:gdLst>
              <a:gd name="csX0" fmla="*/ 68529 w 68460"/>
              <a:gd name="csY0" fmla="*/ 455 h 25114"/>
              <a:gd name="csX1" fmla="*/ 68529 w 68460"/>
              <a:gd name="csY1" fmla="*/ 8827 h 25114"/>
              <a:gd name="csX2" fmla="*/ 15174 w 68460"/>
              <a:gd name="csY2" fmla="*/ 8827 h 25114"/>
              <a:gd name="csX3" fmla="*/ 20941 w 68460"/>
              <a:gd name="csY3" fmla="*/ 16752 h 25114"/>
              <a:gd name="csX4" fmla="*/ 25294 w 68460"/>
              <a:gd name="csY4" fmla="*/ 25570 h 25114"/>
              <a:gd name="csX5" fmla="*/ 17183 w 68460"/>
              <a:gd name="csY5" fmla="*/ 25570 h 25114"/>
              <a:gd name="csX6" fmla="*/ 9183 w 68460"/>
              <a:gd name="csY6" fmla="*/ 13292 h 25114"/>
              <a:gd name="csX7" fmla="*/ 68 w 68460"/>
              <a:gd name="csY7" fmla="*/ 5850 h 25114"/>
              <a:gd name="csX8" fmla="*/ 68 w 68460"/>
              <a:gd name="csY8" fmla="*/ 455 h 251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8460" h="25114">
                <a:moveTo>
                  <a:pt x="68529" y="455"/>
                </a:moveTo>
                <a:lnTo>
                  <a:pt x="68529" y="8827"/>
                </a:lnTo>
                <a:lnTo>
                  <a:pt x="15174" y="8827"/>
                </a:lnTo>
                <a:cubicBezTo>
                  <a:pt x="17108" y="10836"/>
                  <a:pt x="19043" y="13478"/>
                  <a:pt x="20941" y="16752"/>
                </a:cubicBezTo>
                <a:cubicBezTo>
                  <a:pt x="22876" y="20026"/>
                  <a:pt x="24327" y="22966"/>
                  <a:pt x="25294" y="25570"/>
                </a:cubicBezTo>
                <a:lnTo>
                  <a:pt x="17183" y="25570"/>
                </a:lnTo>
                <a:cubicBezTo>
                  <a:pt x="14988" y="20882"/>
                  <a:pt x="12309" y="16789"/>
                  <a:pt x="9183" y="13292"/>
                </a:cubicBezTo>
                <a:cubicBezTo>
                  <a:pt x="6058" y="9794"/>
                  <a:pt x="3007" y="7302"/>
                  <a:pt x="68" y="5850"/>
                </a:cubicBezTo>
                <a:lnTo>
                  <a:pt x="68" y="45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 algn="r"/>
            <a:endParaRPr lang="en-US"/>
          </a:p>
        </p:txBody>
      </p:sp>
      <p:grpSp>
        <p:nvGrpSpPr>
          <p:cNvPr id="3060" name="Graphic 2017">
            <a:extLst>
              <a:ext uri="{FF2B5EF4-FFF2-40B4-BE49-F238E27FC236}">
                <a16:creationId xmlns:a16="http://schemas.microsoft.com/office/drawing/2014/main" id="{4608389D-B81F-3B30-3E0A-A68D9B344E11}"/>
              </a:ext>
            </a:extLst>
          </p:cNvPr>
          <p:cNvGrpSpPr/>
          <p:nvPr/>
        </p:nvGrpSpPr>
        <p:grpSpPr>
          <a:xfrm>
            <a:off x="1643821" y="5523674"/>
            <a:ext cx="54783" cy="50164"/>
            <a:chOff x="8140049" y="6240363"/>
            <a:chExt cx="96664" cy="88515"/>
          </a:xfrm>
          <a:solidFill>
            <a:srgbClr val="000000"/>
          </a:solidFill>
        </p:grpSpPr>
        <p:sp>
          <p:nvSpPr>
            <p:cNvPr id="3061" name="Freeform 3060">
              <a:extLst>
                <a:ext uri="{FF2B5EF4-FFF2-40B4-BE49-F238E27FC236}">
                  <a16:creationId xmlns:a16="http://schemas.microsoft.com/office/drawing/2014/main" id="{9CE3EB91-D879-56BC-5A29-CA15369F7C7D}"/>
                </a:ext>
              </a:extLst>
            </p:cNvPr>
            <p:cNvSpPr/>
            <p:nvPr/>
          </p:nvSpPr>
          <p:spPr>
            <a:xfrm>
              <a:off x="8140049" y="6240363"/>
              <a:ext cx="45067" cy="68460"/>
            </a:xfrm>
            <a:custGeom>
              <a:avLst/>
              <a:gdLst>
                <a:gd name="csX0" fmla="*/ 45590 w 45067"/>
                <a:gd name="csY0" fmla="*/ 60489 h 68460"/>
                <a:gd name="csX1" fmla="*/ 45590 w 45067"/>
                <a:gd name="csY1" fmla="*/ 68526 h 68460"/>
                <a:gd name="csX2" fmla="*/ 532 w 45067"/>
                <a:gd name="csY2" fmla="*/ 68526 h 68460"/>
                <a:gd name="csX3" fmla="*/ 1500 w 45067"/>
                <a:gd name="csY3" fmla="*/ 62721 h 68460"/>
                <a:gd name="csX4" fmla="*/ 7006 w 45067"/>
                <a:gd name="csY4" fmla="*/ 53643 h 68460"/>
                <a:gd name="csX5" fmla="*/ 17945 w 45067"/>
                <a:gd name="csY5" fmla="*/ 43299 h 68460"/>
                <a:gd name="csX6" fmla="*/ 32977 w 45067"/>
                <a:gd name="csY6" fmla="*/ 28863 h 68460"/>
                <a:gd name="csX7" fmla="*/ 36883 w 45067"/>
                <a:gd name="csY7" fmla="*/ 18817 h 68460"/>
                <a:gd name="csX8" fmla="*/ 33312 w 45067"/>
                <a:gd name="csY8" fmla="*/ 10408 h 68460"/>
                <a:gd name="csX9" fmla="*/ 24047 w 45067"/>
                <a:gd name="csY9" fmla="*/ 6985 h 68460"/>
                <a:gd name="csX10" fmla="*/ 14373 w 45067"/>
                <a:gd name="csY10" fmla="*/ 10632 h 68460"/>
                <a:gd name="csX11" fmla="*/ 10690 w 45067"/>
                <a:gd name="csY11" fmla="*/ 20678 h 68460"/>
                <a:gd name="csX12" fmla="*/ 2095 w 45067"/>
                <a:gd name="csY12" fmla="*/ 19785 h 68460"/>
                <a:gd name="csX13" fmla="*/ 8755 w 45067"/>
                <a:gd name="csY13" fmla="*/ 5125 h 68460"/>
                <a:gd name="csX14" fmla="*/ 24233 w 45067"/>
                <a:gd name="csY14" fmla="*/ 65 h 68460"/>
                <a:gd name="csX15" fmla="*/ 39748 w 45067"/>
                <a:gd name="csY15" fmla="*/ 5497 h 68460"/>
                <a:gd name="csX16" fmla="*/ 45478 w 45067"/>
                <a:gd name="csY16" fmla="*/ 19003 h 68460"/>
                <a:gd name="csX17" fmla="*/ 43804 w 45067"/>
                <a:gd name="csY17" fmla="*/ 27040 h 68460"/>
                <a:gd name="csX18" fmla="*/ 38260 w 45067"/>
                <a:gd name="csY18" fmla="*/ 35374 h 68460"/>
                <a:gd name="csX19" fmla="*/ 25349 w 45067"/>
                <a:gd name="csY19" fmla="*/ 47355 h 68460"/>
                <a:gd name="csX20" fmla="*/ 15675 w 45067"/>
                <a:gd name="csY20" fmla="*/ 55950 h 68460"/>
                <a:gd name="csX21" fmla="*/ 12141 w 45067"/>
                <a:gd name="csY21" fmla="*/ 60489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590" y="60489"/>
                  </a:moveTo>
                  <a:lnTo>
                    <a:pt x="45590" y="68526"/>
                  </a:lnTo>
                  <a:lnTo>
                    <a:pt x="532" y="68526"/>
                  </a:lnTo>
                  <a:cubicBezTo>
                    <a:pt x="458" y="66517"/>
                    <a:pt x="793" y="64582"/>
                    <a:pt x="1500" y="62721"/>
                  </a:cubicBezTo>
                  <a:cubicBezTo>
                    <a:pt x="2653" y="59633"/>
                    <a:pt x="4476" y="56620"/>
                    <a:pt x="7006" y="53643"/>
                  </a:cubicBezTo>
                  <a:cubicBezTo>
                    <a:pt x="9536" y="50666"/>
                    <a:pt x="13183" y="47243"/>
                    <a:pt x="17945" y="43299"/>
                  </a:cubicBezTo>
                  <a:cubicBezTo>
                    <a:pt x="25349" y="37235"/>
                    <a:pt x="30372" y="32435"/>
                    <a:pt x="32977" y="28863"/>
                  </a:cubicBezTo>
                  <a:cubicBezTo>
                    <a:pt x="35581" y="25328"/>
                    <a:pt x="36883" y="21980"/>
                    <a:pt x="36883" y="18817"/>
                  </a:cubicBezTo>
                  <a:cubicBezTo>
                    <a:pt x="36883" y="15506"/>
                    <a:pt x="35693" y="12678"/>
                    <a:pt x="33312" y="10408"/>
                  </a:cubicBezTo>
                  <a:cubicBezTo>
                    <a:pt x="30967" y="8139"/>
                    <a:pt x="27842" y="6985"/>
                    <a:pt x="24047" y="6985"/>
                  </a:cubicBezTo>
                  <a:cubicBezTo>
                    <a:pt x="20029" y="6985"/>
                    <a:pt x="16792" y="8213"/>
                    <a:pt x="14373" y="10632"/>
                  </a:cubicBezTo>
                  <a:cubicBezTo>
                    <a:pt x="11955" y="13050"/>
                    <a:pt x="10727" y="16399"/>
                    <a:pt x="10690" y="20678"/>
                  </a:cubicBezTo>
                  <a:lnTo>
                    <a:pt x="2095" y="19785"/>
                  </a:lnTo>
                  <a:cubicBezTo>
                    <a:pt x="2690" y="13385"/>
                    <a:pt x="4885" y="8474"/>
                    <a:pt x="8755" y="5125"/>
                  </a:cubicBezTo>
                  <a:cubicBezTo>
                    <a:pt x="12587" y="1739"/>
                    <a:pt x="17759" y="65"/>
                    <a:pt x="24233" y="65"/>
                  </a:cubicBezTo>
                  <a:cubicBezTo>
                    <a:pt x="30781" y="65"/>
                    <a:pt x="35953" y="1888"/>
                    <a:pt x="39748" y="5497"/>
                  </a:cubicBezTo>
                  <a:cubicBezTo>
                    <a:pt x="43581" y="9143"/>
                    <a:pt x="45478" y="13645"/>
                    <a:pt x="45478" y="19003"/>
                  </a:cubicBezTo>
                  <a:cubicBezTo>
                    <a:pt x="45478" y="21719"/>
                    <a:pt x="44920" y="24398"/>
                    <a:pt x="43804" y="27040"/>
                  </a:cubicBezTo>
                  <a:cubicBezTo>
                    <a:pt x="42688" y="29682"/>
                    <a:pt x="40827" y="32435"/>
                    <a:pt x="38260" y="35374"/>
                  </a:cubicBezTo>
                  <a:cubicBezTo>
                    <a:pt x="35656" y="38276"/>
                    <a:pt x="31377" y="42295"/>
                    <a:pt x="25349" y="47355"/>
                  </a:cubicBezTo>
                  <a:cubicBezTo>
                    <a:pt x="20326" y="51597"/>
                    <a:pt x="17089" y="54424"/>
                    <a:pt x="15675" y="55950"/>
                  </a:cubicBezTo>
                  <a:cubicBezTo>
                    <a:pt x="14262" y="57438"/>
                    <a:pt x="13071" y="58964"/>
                    <a:pt x="12141" y="6048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62" name="Freeform 3061">
              <a:extLst>
                <a:ext uri="{FF2B5EF4-FFF2-40B4-BE49-F238E27FC236}">
                  <a16:creationId xmlns:a16="http://schemas.microsoft.com/office/drawing/2014/main" id="{BFBD35A0-8F80-D868-74AE-1FBD6ED0CE93}"/>
                </a:ext>
              </a:extLst>
            </p:cNvPr>
            <p:cNvSpPr/>
            <p:nvPr/>
          </p:nvSpPr>
          <p:spPr>
            <a:xfrm>
              <a:off x="8193181" y="6258297"/>
              <a:ext cx="43532" cy="70581"/>
            </a:xfrm>
            <a:custGeom>
              <a:avLst/>
              <a:gdLst>
                <a:gd name="csX0" fmla="*/ 2239 w 43532"/>
                <a:gd name="csY0" fmla="*/ 54685 h 70581"/>
                <a:gd name="csX1" fmla="*/ 10350 w 43532"/>
                <a:gd name="csY1" fmla="*/ 55875 h 70581"/>
                <a:gd name="csX2" fmla="*/ 13178 w 43532"/>
                <a:gd name="csY2" fmla="*/ 61382 h 70581"/>
                <a:gd name="csX3" fmla="*/ 21698 w 43532"/>
                <a:gd name="csY3" fmla="*/ 63689 h 70581"/>
                <a:gd name="csX4" fmla="*/ 30665 w 43532"/>
                <a:gd name="csY4" fmla="*/ 61382 h 70581"/>
                <a:gd name="csX5" fmla="*/ 34981 w 43532"/>
                <a:gd name="csY5" fmla="*/ 54871 h 70581"/>
                <a:gd name="csX6" fmla="*/ 35577 w 43532"/>
                <a:gd name="csY6" fmla="*/ 44118 h 70581"/>
                <a:gd name="csX7" fmla="*/ 21884 w 43532"/>
                <a:gd name="csY7" fmla="*/ 50592 h 70581"/>
                <a:gd name="csX8" fmla="*/ 6109 w 43532"/>
                <a:gd name="csY8" fmla="*/ 43225 h 70581"/>
                <a:gd name="csX9" fmla="*/ 528 w 43532"/>
                <a:gd name="csY9" fmla="*/ 25626 h 70581"/>
                <a:gd name="csX10" fmla="*/ 3095 w 43532"/>
                <a:gd name="csY10" fmla="*/ 12566 h 70581"/>
                <a:gd name="csX11" fmla="*/ 10536 w 43532"/>
                <a:gd name="csY11" fmla="*/ 3339 h 70581"/>
                <a:gd name="csX12" fmla="*/ 21959 w 43532"/>
                <a:gd name="csY12" fmla="*/ 65 h 70581"/>
                <a:gd name="csX13" fmla="*/ 36358 w 43532"/>
                <a:gd name="csY13" fmla="*/ 7134 h 70581"/>
                <a:gd name="csX14" fmla="*/ 36358 w 43532"/>
                <a:gd name="csY14" fmla="*/ 1181 h 70581"/>
                <a:gd name="csX15" fmla="*/ 44060 w 43532"/>
                <a:gd name="csY15" fmla="*/ 1181 h 70581"/>
                <a:gd name="csX16" fmla="*/ 44060 w 43532"/>
                <a:gd name="csY16" fmla="*/ 43895 h 70581"/>
                <a:gd name="csX17" fmla="*/ 41716 w 43532"/>
                <a:gd name="csY17" fmla="*/ 60229 h 70581"/>
                <a:gd name="csX18" fmla="*/ 34274 w 43532"/>
                <a:gd name="csY18" fmla="*/ 67856 h 70581"/>
                <a:gd name="csX19" fmla="*/ 21736 w 43532"/>
                <a:gd name="csY19" fmla="*/ 70647 h 70581"/>
                <a:gd name="csX20" fmla="*/ 7485 w 43532"/>
                <a:gd name="csY20" fmla="*/ 66665 h 70581"/>
                <a:gd name="csX21" fmla="*/ 2239 w 43532"/>
                <a:gd name="csY21" fmla="*/ 54685 h 70581"/>
                <a:gd name="csX22" fmla="*/ 9160 w 43532"/>
                <a:gd name="csY22" fmla="*/ 24994 h 70581"/>
                <a:gd name="csX23" fmla="*/ 13029 w 43532"/>
                <a:gd name="csY23" fmla="*/ 39207 h 70581"/>
                <a:gd name="csX24" fmla="*/ 22703 w 43532"/>
                <a:gd name="csY24" fmla="*/ 43671 h 70581"/>
                <a:gd name="csX25" fmla="*/ 32377 w 43532"/>
                <a:gd name="csY25" fmla="*/ 39207 h 70581"/>
                <a:gd name="csX26" fmla="*/ 36246 w 43532"/>
                <a:gd name="csY26" fmla="*/ 25291 h 70581"/>
                <a:gd name="csX27" fmla="*/ 32228 w 43532"/>
                <a:gd name="csY27" fmla="*/ 11599 h 70581"/>
                <a:gd name="csX28" fmla="*/ 22554 w 43532"/>
                <a:gd name="csY28" fmla="*/ 7023 h 70581"/>
                <a:gd name="csX29" fmla="*/ 13066 w 43532"/>
                <a:gd name="csY29" fmla="*/ 11562 h 70581"/>
                <a:gd name="csX30" fmla="*/ 9160 w 43532"/>
                <a:gd name="csY30" fmla="*/ 24994 h 705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3532" h="70581">
                  <a:moveTo>
                    <a:pt x="2239" y="54685"/>
                  </a:moveTo>
                  <a:lnTo>
                    <a:pt x="10350" y="55875"/>
                  </a:lnTo>
                  <a:cubicBezTo>
                    <a:pt x="10685" y="58405"/>
                    <a:pt x="11652" y="60229"/>
                    <a:pt x="13178" y="61382"/>
                  </a:cubicBezTo>
                  <a:cubicBezTo>
                    <a:pt x="15262" y="62945"/>
                    <a:pt x="18126" y="63689"/>
                    <a:pt x="21698" y="63689"/>
                  </a:cubicBezTo>
                  <a:cubicBezTo>
                    <a:pt x="25568" y="63689"/>
                    <a:pt x="28582" y="62945"/>
                    <a:pt x="30665" y="61382"/>
                  </a:cubicBezTo>
                  <a:cubicBezTo>
                    <a:pt x="32786" y="59819"/>
                    <a:pt x="34237" y="57661"/>
                    <a:pt x="34981" y="54871"/>
                  </a:cubicBezTo>
                  <a:cubicBezTo>
                    <a:pt x="35391" y="53159"/>
                    <a:pt x="35614" y="49587"/>
                    <a:pt x="35577" y="44118"/>
                  </a:cubicBezTo>
                  <a:cubicBezTo>
                    <a:pt x="31893" y="48434"/>
                    <a:pt x="27354" y="50592"/>
                    <a:pt x="21884" y="50592"/>
                  </a:cubicBezTo>
                  <a:cubicBezTo>
                    <a:pt x="15113" y="50592"/>
                    <a:pt x="9829" y="48136"/>
                    <a:pt x="6109" y="43225"/>
                  </a:cubicBezTo>
                  <a:cubicBezTo>
                    <a:pt x="2388" y="38351"/>
                    <a:pt x="528" y="32472"/>
                    <a:pt x="528" y="25626"/>
                  </a:cubicBezTo>
                  <a:cubicBezTo>
                    <a:pt x="528" y="20901"/>
                    <a:pt x="1383" y="16548"/>
                    <a:pt x="3095" y="12566"/>
                  </a:cubicBezTo>
                  <a:cubicBezTo>
                    <a:pt x="4806" y="8585"/>
                    <a:pt x="7299" y="5497"/>
                    <a:pt x="10536" y="3339"/>
                  </a:cubicBezTo>
                  <a:cubicBezTo>
                    <a:pt x="13773" y="1181"/>
                    <a:pt x="17568" y="65"/>
                    <a:pt x="21959" y="65"/>
                  </a:cubicBezTo>
                  <a:cubicBezTo>
                    <a:pt x="27763" y="65"/>
                    <a:pt x="32563" y="2446"/>
                    <a:pt x="36358" y="7134"/>
                  </a:cubicBezTo>
                  <a:lnTo>
                    <a:pt x="36358" y="1181"/>
                  </a:lnTo>
                  <a:lnTo>
                    <a:pt x="44060" y="1181"/>
                  </a:lnTo>
                  <a:lnTo>
                    <a:pt x="44060" y="43895"/>
                  </a:lnTo>
                  <a:cubicBezTo>
                    <a:pt x="44060" y="51597"/>
                    <a:pt x="43278" y="57029"/>
                    <a:pt x="41716" y="60229"/>
                  </a:cubicBezTo>
                  <a:cubicBezTo>
                    <a:pt x="40153" y="63466"/>
                    <a:pt x="37697" y="65996"/>
                    <a:pt x="34274" y="67856"/>
                  </a:cubicBezTo>
                  <a:cubicBezTo>
                    <a:pt x="30888" y="69716"/>
                    <a:pt x="26721" y="70647"/>
                    <a:pt x="21736" y="70647"/>
                  </a:cubicBezTo>
                  <a:cubicBezTo>
                    <a:pt x="15857" y="70647"/>
                    <a:pt x="11094" y="69307"/>
                    <a:pt x="7485" y="66665"/>
                  </a:cubicBezTo>
                  <a:cubicBezTo>
                    <a:pt x="3839" y="64024"/>
                    <a:pt x="2090" y="60005"/>
                    <a:pt x="2239" y="54685"/>
                  </a:cubicBezTo>
                  <a:moveTo>
                    <a:pt x="9160" y="24994"/>
                  </a:moveTo>
                  <a:cubicBezTo>
                    <a:pt x="9160" y="31505"/>
                    <a:pt x="10425" y="36230"/>
                    <a:pt x="13029" y="39207"/>
                  </a:cubicBezTo>
                  <a:cubicBezTo>
                    <a:pt x="15596" y="42183"/>
                    <a:pt x="18796" y="43671"/>
                    <a:pt x="22703" y="43671"/>
                  </a:cubicBezTo>
                  <a:cubicBezTo>
                    <a:pt x="26535" y="43671"/>
                    <a:pt x="29772" y="42183"/>
                    <a:pt x="32377" y="39207"/>
                  </a:cubicBezTo>
                  <a:cubicBezTo>
                    <a:pt x="34944" y="36267"/>
                    <a:pt x="36246" y="31616"/>
                    <a:pt x="36246" y="25291"/>
                  </a:cubicBezTo>
                  <a:cubicBezTo>
                    <a:pt x="36246" y="19264"/>
                    <a:pt x="34907" y="14687"/>
                    <a:pt x="32228" y="11599"/>
                  </a:cubicBezTo>
                  <a:cubicBezTo>
                    <a:pt x="29549" y="8548"/>
                    <a:pt x="26312" y="7023"/>
                    <a:pt x="22554" y="7023"/>
                  </a:cubicBezTo>
                  <a:cubicBezTo>
                    <a:pt x="18833" y="7023"/>
                    <a:pt x="15671" y="8511"/>
                    <a:pt x="13066" y="11562"/>
                  </a:cubicBezTo>
                  <a:cubicBezTo>
                    <a:pt x="10462" y="14576"/>
                    <a:pt x="9160" y="19040"/>
                    <a:pt x="9160" y="2499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63" name="Graphic 2017">
            <a:extLst>
              <a:ext uri="{FF2B5EF4-FFF2-40B4-BE49-F238E27FC236}">
                <a16:creationId xmlns:a16="http://schemas.microsoft.com/office/drawing/2014/main" id="{E0875FC7-7B0A-D1B1-423A-AA4D0FA00747}"/>
              </a:ext>
            </a:extLst>
          </p:cNvPr>
          <p:cNvGrpSpPr/>
          <p:nvPr/>
        </p:nvGrpSpPr>
        <p:grpSpPr>
          <a:xfrm>
            <a:off x="1616631" y="5585879"/>
            <a:ext cx="81973" cy="39473"/>
            <a:chOff x="8147537" y="6350124"/>
            <a:chExt cx="144642" cy="69651"/>
          </a:xfrm>
          <a:solidFill>
            <a:srgbClr val="000000"/>
          </a:solidFill>
        </p:grpSpPr>
        <p:sp>
          <p:nvSpPr>
            <p:cNvPr id="3064" name="Freeform 3063">
              <a:extLst>
                <a:ext uri="{FF2B5EF4-FFF2-40B4-BE49-F238E27FC236}">
                  <a16:creationId xmlns:a16="http://schemas.microsoft.com/office/drawing/2014/main" id="{841B2AE2-5708-ADAA-0965-96CB719242D1}"/>
                </a:ext>
              </a:extLst>
            </p:cNvPr>
            <p:cNvSpPr/>
            <p:nvPr/>
          </p:nvSpPr>
          <p:spPr>
            <a:xfrm>
              <a:off x="8147537" y="6350124"/>
              <a:ext cx="25114" cy="68460"/>
            </a:xfrm>
            <a:custGeom>
              <a:avLst/>
              <a:gdLst>
                <a:gd name="csX0" fmla="*/ 25637 w 25114"/>
                <a:gd name="csY0" fmla="*/ 68537 h 68460"/>
                <a:gd name="csX1" fmla="*/ 17265 w 25114"/>
                <a:gd name="csY1" fmla="*/ 68537 h 68460"/>
                <a:gd name="csX2" fmla="*/ 17265 w 25114"/>
                <a:gd name="csY2" fmla="*/ 15182 h 68460"/>
                <a:gd name="csX3" fmla="*/ 9340 w 25114"/>
                <a:gd name="csY3" fmla="*/ 20950 h 68460"/>
                <a:gd name="csX4" fmla="*/ 522 w 25114"/>
                <a:gd name="csY4" fmla="*/ 25303 h 68460"/>
                <a:gd name="csX5" fmla="*/ 522 w 25114"/>
                <a:gd name="csY5" fmla="*/ 17192 h 68460"/>
                <a:gd name="csX6" fmla="*/ 12800 w 25114"/>
                <a:gd name="csY6" fmla="*/ 9192 h 68460"/>
                <a:gd name="csX7" fmla="*/ 20242 w 25114"/>
                <a:gd name="csY7" fmla="*/ 76 h 68460"/>
                <a:gd name="csX8" fmla="*/ 25637 w 25114"/>
                <a:gd name="csY8" fmla="*/ 76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537"/>
                  </a:moveTo>
                  <a:lnTo>
                    <a:pt x="17265" y="68537"/>
                  </a:lnTo>
                  <a:lnTo>
                    <a:pt x="17265" y="15182"/>
                  </a:lnTo>
                  <a:cubicBezTo>
                    <a:pt x="15256" y="17117"/>
                    <a:pt x="12614" y="19052"/>
                    <a:pt x="9340" y="20950"/>
                  </a:cubicBezTo>
                  <a:cubicBezTo>
                    <a:pt x="6066" y="22884"/>
                    <a:pt x="3126" y="24335"/>
                    <a:pt x="522" y="25303"/>
                  </a:cubicBezTo>
                  <a:lnTo>
                    <a:pt x="522" y="17192"/>
                  </a:lnTo>
                  <a:cubicBezTo>
                    <a:pt x="5210" y="14996"/>
                    <a:pt x="9303" y="12317"/>
                    <a:pt x="12800" y="9192"/>
                  </a:cubicBezTo>
                  <a:cubicBezTo>
                    <a:pt x="16298" y="6067"/>
                    <a:pt x="18791" y="3016"/>
                    <a:pt x="20242" y="76"/>
                  </a:cubicBezTo>
                  <a:lnTo>
                    <a:pt x="25637" y="7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65" name="Freeform 3064">
              <a:extLst>
                <a:ext uri="{FF2B5EF4-FFF2-40B4-BE49-F238E27FC236}">
                  <a16:creationId xmlns:a16="http://schemas.microsoft.com/office/drawing/2014/main" id="{1B9F56E7-3169-9A15-FC2C-393D2E161BE5}"/>
                </a:ext>
              </a:extLst>
            </p:cNvPr>
            <p:cNvSpPr/>
            <p:nvPr/>
          </p:nvSpPr>
          <p:spPr>
            <a:xfrm>
              <a:off x="8194149" y="6350124"/>
              <a:ext cx="44648" cy="69651"/>
            </a:xfrm>
            <a:custGeom>
              <a:avLst/>
              <a:gdLst>
                <a:gd name="csX0" fmla="*/ 528 w 44648"/>
                <a:gd name="csY0" fmla="*/ 50529 h 69651"/>
                <a:gd name="csX1" fmla="*/ 8862 w 44648"/>
                <a:gd name="csY1" fmla="*/ 49413 h 69651"/>
                <a:gd name="csX2" fmla="*/ 13773 w 44648"/>
                <a:gd name="csY2" fmla="*/ 59682 h 69651"/>
                <a:gd name="csX3" fmla="*/ 22219 w 44648"/>
                <a:gd name="csY3" fmla="*/ 62807 h 69651"/>
                <a:gd name="csX4" fmla="*/ 32191 w 44648"/>
                <a:gd name="csY4" fmla="*/ 58715 h 69651"/>
                <a:gd name="csX5" fmla="*/ 36283 w 44648"/>
                <a:gd name="csY5" fmla="*/ 48594 h 69651"/>
                <a:gd name="csX6" fmla="*/ 32526 w 44648"/>
                <a:gd name="csY6" fmla="*/ 39069 h 69651"/>
                <a:gd name="csX7" fmla="*/ 22926 w 44648"/>
                <a:gd name="csY7" fmla="*/ 35349 h 69651"/>
                <a:gd name="csX8" fmla="*/ 17010 w 44648"/>
                <a:gd name="csY8" fmla="*/ 36242 h 69651"/>
                <a:gd name="csX9" fmla="*/ 17940 w 44648"/>
                <a:gd name="csY9" fmla="*/ 28912 h 69651"/>
                <a:gd name="csX10" fmla="*/ 19280 w 44648"/>
                <a:gd name="csY10" fmla="*/ 29023 h 69651"/>
                <a:gd name="csX11" fmla="*/ 28916 w 44648"/>
                <a:gd name="csY11" fmla="*/ 26196 h 69651"/>
                <a:gd name="csX12" fmla="*/ 33195 w 44648"/>
                <a:gd name="csY12" fmla="*/ 17601 h 69651"/>
                <a:gd name="csX13" fmla="*/ 30070 w 44648"/>
                <a:gd name="csY13" fmla="*/ 9973 h 69651"/>
                <a:gd name="csX14" fmla="*/ 22033 w 44648"/>
                <a:gd name="csY14" fmla="*/ 6960 h 69651"/>
                <a:gd name="csX15" fmla="*/ 13922 w 44648"/>
                <a:gd name="csY15" fmla="*/ 10048 h 69651"/>
                <a:gd name="csX16" fmla="*/ 9718 w 44648"/>
                <a:gd name="csY16" fmla="*/ 19238 h 69651"/>
                <a:gd name="csX17" fmla="*/ 1346 w 44648"/>
                <a:gd name="csY17" fmla="*/ 17750 h 69651"/>
                <a:gd name="csX18" fmla="*/ 8341 w 44648"/>
                <a:gd name="csY18" fmla="*/ 4690 h 69651"/>
                <a:gd name="csX19" fmla="*/ 21847 w 44648"/>
                <a:gd name="csY19" fmla="*/ 76 h 69651"/>
                <a:gd name="csX20" fmla="*/ 32154 w 44648"/>
                <a:gd name="csY20" fmla="*/ 2458 h 69651"/>
                <a:gd name="csX21" fmla="*/ 39334 w 44648"/>
                <a:gd name="csY21" fmla="*/ 9006 h 69651"/>
                <a:gd name="csX22" fmla="*/ 41827 w 44648"/>
                <a:gd name="csY22" fmla="*/ 17787 h 69651"/>
                <a:gd name="csX23" fmla="*/ 39446 w 44648"/>
                <a:gd name="csY23" fmla="*/ 25824 h 69651"/>
                <a:gd name="csX24" fmla="*/ 32414 w 44648"/>
                <a:gd name="csY24" fmla="*/ 31628 h 69651"/>
                <a:gd name="csX25" fmla="*/ 41827 w 44648"/>
                <a:gd name="csY25" fmla="*/ 37395 h 69651"/>
                <a:gd name="csX26" fmla="*/ 45176 w 44648"/>
                <a:gd name="csY26" fmla="*/ 48408 h 69651"/>
                <a:gd name="csX27" fmla="*/ 38628 w 44648"/>
                <a:gd name="csY27" fmla="*/ 63552 h 69651"/>
                <a:gd name="csX28" fmla="*/ 22182 w 44648"/>
                <a:gd name="csY28" fmla="*/ 69728 h 69651"/>
                <a:gd name="csX29" fmla="*/ 7262 w 44648"/>
                <a:gd name="csY29" fmla="*/ 64407 h 69651"/>
                <a:gd name="csX30" fmla="*/ 528 w 44648"/>
                <a:gd name="csY30" fmla="*/ 50529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529"/>
                  </a:moveTo>
                  <a:lnTo>
                    <a:pt x="8862" y="49413"/>
                  </a:lnTo>
                  <a:cubicBezTo>
                    <a:pt x="9829" y="54175"/>
                    <a:pt x="11466" y="57598"/>
                    <a:pt x="13773" y="59682"/>
                  </a:cubicBezTo>
                  <a:cubicBezTo>
                    <a:pt x="16080" y="61766"/>
                    <a:pt x="18908" y="62807"/>
                    <a:pt x="22219" y="62807"/>
                  </a:cubicBezTo>
                  <a:cubicBezTo>
                    <a:pt x="26163" y="62807"/>
                    <a:pt x="29475" y="61468"/>
                    <a:pt x="32191" y="58715"/>
                  </a:cubicBezTo>
                  <a:cubicBezTo>
                    <a:pt x="34907" y="55999"/>
                    <a:pt x="36283" y="52613"/>
                    <a:pt x="36283" y="48594"/>
                  </a:cubicBezTo>
                  <a:cubicBezTo>
                    <a:pt x="36283" y="44725"/>
                    <a:pt x="35018" y="41562"/>
                    <a:pt x="32526" y="39069"/>
                  </a:cubicBezTo>
                  <a:cubicBezTo>
                    <a:pt x="29995" y="36576"/>
                    <a:pt x="26796" y="35349"/>
                    <a:pt x="22926" y="35349"/>
                  </a:cubicBezTo>
                  <a:cubicBezTo>
                    <a:pt x="21363" y="35349"/>
                    <a:pt x="19391" y="35646"/>
                    <a:pt x="17010" y="36242"/>
                  </a:cubicBezTo>
                  <a:lnTo>
                    <a:pt x="17940" y="28912"/>
                  </a:lnTo>
                  <a:cubicBezTo>
                    <a:pt x="18499" y="28986"/>
                    <a:pt x="18945" y="29023"/>
                    <a:pt x="19280" y="29023"/>
                  </a:cubicBezTo>
                  <a:cubicBezTo>
                    <a:pt x="22852" y="29023"/>
                    <a:pt x="26089" y="28056"/>
                    <a:pt x="28916" y="26196"/>
                  </a:cubicBezTo>
                  <a:cubicBezTo>
                    <a:pt x="31781" y="24335"/>
                    <a:pt x="33195" y="21470"/>
                    <a:pt x="33195" y="17601"/>
                  </a:cubicBezTo>
                  <a:cubicBezTo>
                    <a:pt x="33195" y="14550"/>
                    <a:pt x="32154" y="11983"/>
                    <a:pt x="30070" y="9973"/>
                  </a:cubicBezTo>
                  <a:cubicBezTo>
                    <a:pt x="28024" y="7964"/>
                    <a:pt x="25345" y="6960"/>
                    <a:pt x="22033" y="6960"/>
                  </a:cubicBezTo>
                  <a:cubicBezTo>
                    <a:pt x="18796" y="6960"/>
                    <a:pt x="16080" y="7964"/>
                    <a:pt x="13922" y="10048"/>
                  </a:cubicBezTo>
                  <a:cubicBezTo>
                    <a:pt x="11727" y="12057"/>
                    <a:pt x="10350" y="15145"/>
                    <a:pt x="9718" y="19238"/>
                  </a:cubicBezTo>
                  <a:lnTo>
                    <a:pt x="1346" y="17750"/>
                  </a:lnTo>
                  <a:cubicBezTo>
                    <a:pt x="2388" y="12131"/>
                    <a:pt x="4695" y="7778"/>
                    <a:pt x="8341" y="4690"/>
                  </a:cubicBezTo>
                  <a:cubicBezTo>
                    <a:pt x="11950" y="1602"/>
                    <a:pt x="16452" y="76"/>
                    <a:pt x="21847" y="76"/>
                  </a:cubicBezTo>
                  <a:cubicBezTo>
                    <a:pt x="25568" y="76"/>
                    <a:pt x="28991" y="858"/>
                    <a:pt x="32154" y="2458"/>
                  </a:cubicBezTo>
                  <a:cubicBezTo>
                    <a:pt x="35279" y="4058"/>
                    <a:pt x="37660" y="6253"/>
                    <a:pt x="39334" y="9006"/>
                  </a:cubicBezTo>
                  <a:cubicBezTo>
                    <a:pt x="40972" y="11759"/>
                    <a:pt x="41827" y="14699"/>
                    <a:pt x="41827" y="17787"/>
                  </a:cubicBezTo>
                  <a:cubicBezTo>
                    <a:pt x="41827" y="20726"/>
                    <a:pt x="41009" y="23442"/>
                    <a:pt x="39446" y="25824"/>
                  </a:cubicBezTo>
                  <a:cubicBezTo>
                    <a:pt x="37846" y="28279"/>
                    <a:pt x="35502" y="30177"/>
                    <a:pt x="32414" y="31628"/>
                  </a:cubicBezTo>
                  <a:cubicBezTo>
                    <a:pt x="36432" y="32521"/>
                    <a:pt x="39595" y="34456"/>
                    <a:pt x="41827" y="37395"/>
                  </a:cubicBezTo>
                  <a:cubicBezTo>
                    <a:pt x="44060" y="40334"/>
                    <a:pt x="45176" y="43981"/>
                    <a:pt x="45176" y="48408"/>
                  </a:cubicBezTo>
                  <a:cubicBezTo>
                    <a:pt x="45176" y="54361"/>
                    <a:pt x="42981" y="59384"/>
                    <a:pt x="38628" y="63552"/>
                  </a:cubicBezTo>
                  <a:cubicBezTo>
                    <a:pt x="34312" y="67682"/>
                    <a:pt x="28805" y="69728"/>
                    <a:pt x="22182" y="69728"/>
                  </a:cubicBezTo>
                  <a:cubicBezTo>
                    <a:pt x="16192" y="69728"/>
                    <a:pt x="11243" y="67979"/>
                    <a:pt x="7262" y="64407"/>
                  </a:cubicBezTo>
                  <a:cubicBezTo>
                    <a:pt x="3318" y="60835"/>
                    <a:pt x="1048" y="56222"/>
                    <a:pt x="528" y="5052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66" name="Freeform 3065">
              <a:extLst>
                <a:ext uri="{FF2B5EF4-FFF2-40B4-BE49-F238E27FC236}">
                  <a16:creationId xmlns:a16="http://schemas.microsoft.com/office/drawing/2014/main" id="{20673A14-3A75-508E-135C-EAD52C9DCABB}"/>
                </a:ext>
              </a:extLst>
            </p:cNvPr>
            <p:cNvSpPr/>
            <p:nvPr/>
          </p:nvSpPr>
          <p:spPr>
            <a:xfrm>
              <a:off x="8249354" y="6350422"/>
              <a:ext cx="42825" cy="69279"/>
            </a:xfrm>
            <a:custGeom>
              <a:avLst/>
              <a:gdLst>
                <a:gd name="csX0" fmla="*/ 8272 w 42825"/>
                <a:gd name="csY0" fmla="*/ 68240 h 69279"/>
                <a:gd name="csX1" fmla="*/ 533 w 42825"/>
                <a:gd name="csY1" fmla="*/ 68240 h 69279"/>
                <a:gd name="csX2" fmla="*/ 533 w 42825"/>
                <a:gd name="csY2" fmla="*/ 76 h 69279"/>
                <a:gd name="csX3" fmla="*/ 8867 w 42825"/>
                <a:gd name="csY3" fmla="*/ 76 h 69279"/>
                <a:gd name="csX4" fmla="*/ 8867 w 42825"/>
                <a:gd name="csY4" fmla="*/ 24373 h 69279"/>
                <a:gd name="csX5" fmla="*/ 22411 w 42825"/>
                <a:gd name="csY5" fmla="*/ 17712 h 69279"/>
                <a:gd name="csX6" fmla="*/ 31043 w 42825"/>
                <a:gd name="csY6" fmla="*/ 19573 h 69279"/>
                <a:gd name="csX7" fmla="*/ 37740 w 42825"/>
                <a:gd name="csY7" fmla="*/ 24745 h 69279"/>
                <a:gd name="csX8" fmla="*/ 41870 w 42825"/>
                <a:gd name="csY8" fmla="*/ 32744 h 69279"/>
                <a:gd name="csX9" fmla="*/ 43358 w 42825"/>
                <a:gd name="csY9" fmla="*/ 42790 h 69279"/>
                <a:gd name="csX10" fmla="*/ 37070 w 42825"/>
                <a:gd name="csY10" fmla="*/ 62435 h 69279"/>
                <a:gd name="csX11" fmla="*/ 22002 w 42825"/>
                <a:gd name="csY11" fmla="*/ 69356 h 69279"/>
                <a:gd name="csX12" fmla="*/ 8272 w 42825"/>
                <a:gd name="csY12" fmla="*/ 62063 h 69279"/>
                <a:gd name="csX13" fmla="*/ 8272 w 42825"/>
                <a:gd name="csY13" fmla="*/ 68240 h 69279"/>
                <a:gd name="csX14" fmla="*/ 8198 w 42825"/>
                <a:gd name="csY14" fmla="*/ 43162 h 69279"/>
                <a:gd name="csX15" fmla="*/ 10616 w 42825"/>
                <a:gd name="csY15" fmla="*/ 55999 h 69279"/>
                <a:gd name="csX16" fmla="*/ 21295 w 42825"/>
                <a:gd name="csY16" fmla="*/ 62473 h 69279"/>
                <a:gd name="csX17" fmla="*/ 30782 w 42825"/>
                <a:gd name="csY17" fmla="*/ 57710 h 69279"/>
                <a:gd name="csX18" fmla="*/ 34801 w 42825"/>
                <a:gd name="csY18" fmla="*/ 43497 h 69279"/>
                <a:gd name="csX19" fmla="*/ 30968 w 42825"/>
                <a:gd name="csY19" fmla="*/ 29209 h 69279"/>
                <a:gd name="csX20" fmla="*/ 21667 w 42825"/>
                <a:gd name="csY20" fmla="*/ 24633 h 69279"/>
                <a:gd name="csX21" fmla="*/ 12179 w 42825"/>
                <a:gd name="csY21" fmla="*/ 29396 h 69279"/>
                <a:gd name="csX22" fmla="*/ 8198 w 42825"/>
                <a:gd name="csY22" fmla="*/ 43162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2825" h="69279">
                  <a:moveTo>
                    <a:pt x="8272" y="68240"/>
                  </a:moveTo>
                  <a:lnTo>
                    <a:pt x="533" y="68240"/>
                  </a:lnTo>
                  <a:lnTo>
                    <a:pt x="533" y="76"/>
                  </a:lnTo>
                  <a:lnTo>
                    <a:pt x="8867" y="76"/>
                  </a:lnTo>
                  <a:lnTo>
                    <a:pt x="8867" y="24373"/>
                  </a:lnTo>
                  <a:cubicBezTo>
                    <a:pt x="12439" y="19945"/>
                    <a:pt x="16941" y="17712"/>
                    <a:pt x="22411" y="17712"/>
                  </a:cubicBezTo>
                  <a:cubicBezTo>
                    <a:pt x="25462" y="17712"/>
                    <a:pt x="28327" y="18345"/>
                    <a:pt x="31043" y="19573"/>
                  </a:cubicBezTo>
                  <a:cubicBezTo>
                    <a:pt x="33759" y="20801"/>
                    <a:pt x="35991" y="22512"/>
                    <a:pt x="37740" y="24745"/>
                  </a:cubicBezTo>
                  <a:cubicBezTo>
                    <a:pt x="39489" y="26940"/>
                    <a:pt x="40866" y="29619"/>
                    <a:pt x="41870" y="32744"/>
                  </a:cubicBezTo>
                  <a:cubicBezTo>
                    <a:pt x="42837" y="35870"/>
                    <a:pt x="43358" y="39218"/>
                    <a:pt x="43358" y="42790"/>
                  </a:cubicBezTo>
                  <a:cubicBezTo>
                    <a:pt x="43358" y="51273"/>
                    <a:pt x="41238" y="57822"/>
                    <a:pt x="37070" y="62435"/>
                  </a:cubicBezTo>
                  <a:cubicBezTo>
                    <a:pt x="32903" y="67049"/>
                    <a:pt x="27843" y="69356"/>
                    <a:pt x="22002" y="69356"/>
                  </a:cubicBezTo>
                  <a:cubicBezTo>
                    <a:pt x="16160" y="69356"/>
                    <a:pt x="11584" y="66937"/>
                    <a:pt x="8272" y="62063"/>
                  </a:cubicBezTo>
                  <a:lnTo>
                    <a:pt x="8272" y="68240"/>
                  </a:lnTo>
                  <a:moveTo>
                    <a:pt x="8198" y="43162"/>
                  </a:moveTo>
                  <a:cubicBezTo>
                    <a:pt x="8198" y="49078"/>
                    <a:pt x="8979" y="53357"/>
                    <a:pt x="10616" y="55999"/>
                  </a:cubicBezTo>
                  <a:cubicBezTo>
                    <a:pt x="13258" y="60315"/>
                    <a:pt x="16793" y="62473"/>
                    <a:pt x="21295" y="62473"/>
                  </a:cubicBezTo>
                  <a:cubicBezTo>
                    <a:pt x="24978" y="62473"/>
                    <a:pt x="28141" y="60873"/>
                    <a:pt x="30782" y="57710"/>
                  </a:cubicBezTo>
                  <a:cubicBezTo>
                    <a:pt x="33461" y="54510"/>
                    <a:pt x="34801" y="49785"/>
                    <a:pt x="34801" y="43497"/>
                  </a:cubicBezTo>
                  <a:cubicBezTo>
                    <a:pt x="34801" y="37060"/>
                    <a:pt x="33499" y="32298"/>
                    <a:pt x="30968" y="29209"/>
                  </a:cubicBezTo>
                  <a:cubicBezTo>
                    <a:pt x="28401" y="26158"/>
                    <a:pt x="25313" y="24633"/>
                    <a:pt x="21667" y="24633"/>
                  </a:cubicBezTo>
                  <a:cubicBezTo>
                    <a:pt x="18020" y="24633"/>
                    <a:pt x="14858" y="26196"/>
                    <a:pt x="12179" y="29396"/>
                  </a:cubicBezTo>
                  <a:cubicBezTo>
                    <a:pt x="9537" y="32558"/>
                    <a:pt x="8198" y="37172"/>
                    <a:pt x="8198" y="4316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67" name="Graphic 2017">
            <a:extLst>
              <a:ext uri="{FF2B5EF4-FFF2-40B4-BE49-F238E27FC236}">
                <a16:creationId xmlns:a16="http://schemas.microsoft.com/office/drawing/2014/main" id="{78CFB8A2-64F6-D8E9-3B60-1826F488D985}"/>
              </a:ext>
            </a:extLst>
          </p:cNvPr>
          <p:cNvGrpSpPr/>
          <p:nvPr/>
        </p:nvGrpSpPr>
        <p:grpSpPr>
          <a:xfrm>
            <a:off x="1643863" y="5648105"/>
            <a:ext cx="54741" cy="38798"/>
            <a:chOff x="8140049" y="6459922"/>
            <a:chExt cx="96590" cy="68460"/>
          </a:xfrm>
          <a:solidFill>
            <a:srgbClr val="000000"/>
          </a:solidFill>
        </p:grpSpPr>
        <p:sp>
          <p:nvSpPr>
            <p:cNvPr id="3068" name="Freeform 3067">
              <a:extLst>
                <a:ext uri="{FF2B5EF4-FFF2-40B4-BE49-F238E27FC236}">
                  <a16:creationId xmlns:a16="http://schemas.microsoft.com/office/drawing/2014/main" id="{3A134524-ED3E-9FF9-78AF-2B01A53DE49B}"/>
                </a:ext>
              </a:extLst>
            </p:cNvPr>
            <p:cNvSpPr/>
            <p:nvPr/>
          </p:nvSpPr>
          <p:spPr>
            <a:xfrm>
              <a:off x="8140049" y="6459922"/>
              <a:ext cx="45067" cy="68460"/>
            </a:xfrm>
            <a:custGeom>
              <a:avLst/>
              <a:gdLst>
                <a:gd name="csX0" fmla="*/ 45590 w 45067"/>
                <a:gd name="csY0" fmla="*/ 60512 h 68460"/>
                <a:gd name="csX1" fmla="*/ 45590 w 45067"/>
                <a:gd name="csY1" fmla="*/ 68549 h 68460"/>
                <a:gd name="csX2" fmla="*/ 532 w 45067"/>
                <a:gd name="csY2" fmla="*/ 68549 h 68460"/>
                <a:gd name="csX3" fmla="*/ 1500 w 45067"/>
                <a:gd name="csY3" fmla="*/ 62745 h 68460"/>
                <a:gd name="csX4" fmla="*/ 7006 w 45067"/>
                <a:gd name="csY4" fmla="*/ 53666 h 68460"/>
                <a:gd name="csX5" fmla="*/ 17945 w 45067"/>
                <a:gd name="csY5" fmla="*/ 43322 h 68460"/>
                <a:gd name="csX6" fmla="*/ 32977 w 45067"/>
                <a:gd name="csY6" fmla="*/ 28886 h 68460"/>
                <a:gd name="csX7" fmla="*/ 36883 w 45067"/>
                <a:gd name="csY7" fmla="*/ 18840 h 68460"/>
                <a:gd name="csX8" fmla="*/ 33312 w 45067"/>
                <a:gd name="csY8" fmla="*/ 10431 h 68460"/>
                <a:gd name="csX9" fmla="*/ 24047 w 45067"/>
                <a:gd name="csY9" fmla="*/ 7008 h 68460"/>
                <a:gd name="csX10" fmla="*/ 14373 w 45067"/>
                <a:gd name="csY10" fmla="*/ 10655 h 68460"/>
                <a:gd name="csX11" fmla="*/ 10690 w 45067"/>
                <a:gd name="csY11" fmla="*/ 20701 h 68460"/>
                <a:gd name="csX12" fmla="*/ 2095 w 45067"/>
                <a:gd name="csY12" fmla="*/ 19808 h 68460"/>
                <a:gd name="csX13" fmla="*/ 8755 w 45067"/>
                <a:gd name="csY13" fmla="*/ 5148 h 68460"/>
                <a:gd name="csX14" fmla="*/ 24233 w 45067"/>
                <a:gd name="csY14" fmla="*/ 88 h 68460"/>
                <a:gd name="csX15" fmla="*/ 39748 w 45067"/>
                <a:gd name="csY15" fmla="*/ 5520 h 68460"/>
                <a:gd name="csX16" fmla="*/ 45478 w 45067"/>
                <a:gd name="csY16" fmla="*/ 19026 h 68460"/>
                <a:gd name="csX17" fmla="*/ 43804 w 45067"/>
                <a:gd name="csY17" fmla="*/ 27063 h 68460"/>
                <a:gd name="csX18" fmla="*/ 38260 w 45067"/>
                <a:gd name="csY18" fmla="*/ 35397 h 68460"/>
                <a:gd name="csX19" fmla="*/ 25349 w 45067"/>
                <a:gd name="csY19" fmla="*/ 47378 h 68460"/>
                <a:gd name="csX20" fmla="*/ 15675 w 45067"/>
                <a:gd name="csY20" fmla="*/ 55973 h 68460"/>
                <a:gd name="csX21" fmla="*/ 12141 w 45067"/>
                <a:gd name="csY21" fmla="*/ 6051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590" y="60512"/>
                  </a:moveTo>
                  <a:lnTo>
                    <a:pt x="45590" y="68549"/>
                  </a:lnTo>
                  <a:lnTo>
                    <a:pt x="532" y="68549"/>
                  </a:lnTo>
                  <a:cubicBezTo>
                    <a:pt x="458" y="66540"/>
                    <a:pt x="793" y="64605"/>
                    <a:pt x="1500" y="62745"/>
                  </a:cubicBezTo>
                  <a:cubicBezTo>
                    <a:pt x="2653" y="59656"/>
                    <a:pt x="4476" y="56643"/>
                    <a:pt x="7006" y="53666"/>
                  </a:cubicBezTo>
                  <a:cubicBezTo>
                    <a:pt x="9536" y="50689"/>
                    <a:pt x="13183" y="47266"/>
                    <a:pt x="17945" y="43322"/>
                  </a:cubicBezTo>
                  <a:cubicBezTo>
                    <a:pt x="25349" y="37258"/>
                    <a:pt x="30372" y="32458"/>
                    <a:pt x="32977" y="28886"/>
                  </a:cubicBezTo>
                  <a:cubicBezTo>
                    <a:pt x="35581" y="25351"/>
                    <a:pt x="36883" y="22003"/>
                    <a:pt x="36883" y="18840"/>
                  </a:cubicBezTo>
                  <a:cubicBezTo>
                    <a:pt x="36883" y="15529"/>
                    <a:pt x="35693" y="12701"/>
                    <a:pt x="33312" y="10431"/>
                  </a:cubicBezTo>
                  <a:cubicBezTo>
                    <a:pt x="30967" y="8162"/>
                    <a:pt x="27842" y="7008"/>
                    <a:pt x="24047" y="7008"/>
                  </a:cubicBezTo>
                  <a:cubicBezTo>
                    <a:pt x="20029" y="7008"/>
                    <a:pt x="16792" y="8236"/>
                    <a:pt x="14373" y="10655"/>
                  </a:cubicBezTo>
                  <a:cubicBezTo>
                    <a:pt x="11955" y="13073"/>
                    <a:pt x="10727" y="16422"/>
                    <a:pt x="10690" y="20701"/>
                  </a:cubicBezTo>
                  <a:lnTo>
                    <a:pt x="2095" y="19808"/>
                  </a:lnTo>
                  <a:cubicBezTo>
                    <a:pt x="2690" y="13408"/>
                    <a:pt x="4885" y="8497"/>
                    <a:pt x="8755" y="5148"/>
                  </a:cubicBezTo>
                  <a:cubicBezTo>
                    <a:pt x="12587" y="1762"/>
                    <a:pt x="17759" y="88"/>
                    <a:pt x="24233" y="88"/>
                  </a:cubicBezTo>
                  <a:cubicBezTo>
                    <a:pt x="30781" y="88"/>
                    <a:pt x="35953" y="1911"/>
                    <a:pt x="39748" y="5520"/>
                  </a:cubicBezTo>
                  <a:cubicBezTo>
                    <a:pt x="43581" y="9166"/>
                    <a:pt x="45478" y="13668"/>
                    <a:pt x="45478" y="19026"/>
                  </a:cubicBezTo>
                  <a:cubicBezTo>
                    <a:pt x="45478" y="21742"/>
                    <a:pt x="44920" y="24421"/>
                    <a:pt x="43804" y="27063"/>
                  </a:cubicBezTo>
                  <a:cubicBezTo>
                    <a:pt x="42688" y="29705"/>
                    <a:pt x="40827" y="32458"/>
                    <a:pt x="38260" y="35397"/>
                  </a:cubicBezTo>
                  <a:cubicBezTo>
                    <a:pt x="35656" y="38300"/>
                    <a:pt x="31377" y="42318"/>
                    <a:pt x="25349" y="47378"/>
                  </a:cubicBezTo>
                  <a:cubicBezTo>
                    <a:pt x="20326" y="51620"/>
                    <a:pt x="17089" y="54447"/>
                    <a:pt x="15675" y="55973"/>
                  </a:cubicBezTo>
                  <a:cubicBezTo>
                    <a:pt x="14262" y="57461"/>
                    <a:pt x="13071" y="58987"/>
                    <a:pt x="12141" y="6051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69" name="Freeform 3068">
              <a:extLst>
                <a:ext uri="{FF2B5EF4-FFF2-40B4-BE49-F238E27FC236}">
                  <a16:creationId xmlns:a16="http://schemas.microsoft.com/office/drawing/2014/main" id="{E3D19B33-7E72-0A21-96E7-D3915C623100}"/>
                </a:ext>
              </a:extLst>
            </p:cNvPr>
            <p:cNvSpPr/>
            <p:nvPr/>
          </p:nvSpPr>
          <p:spPr>
            <a:xfrm>
              <a:off x="8196418" y="6460220"/>
              <a:ext cx="40220" cy="68163"/>
            </a:xfrm>
            <a:custGeom>
              <a:avLst/>
              <a:gdLst>
                <a:gd name="csX0" fmla="*/ 528 w 40220"/>
                <a:gd name="csY0" fmla="*/ 68251 h 68163"/>
                <a:gd name="csX1" fmla="*/ 528 w 40220"/>
                <a:gd name="csY1" fmla="*/ 88 h 68163"/>
                <a:gd name="csX2" fmla="*/ 8899 w 40220"/>
                <a:gd name="csY2" fmla="*/ 88 h 68163"/>
                <a:gd name="csX3" fmla="*/ 8899 w 40220"/>
                <a:gd name="csY3" fmla="*/ 24533 h 68163"/>
                <a:gd name="csX4" fmla="*/ 23670 w 40220"/>
                <a:gd name="csY4" fmla="*/ 17724 h 68163"/>
                <a:gd name="csX5" fmla="*/ 33233 w 40220"/>
                <a:gd name="csY5" fmla="*/ 19919 h 68163"/>
                <a:gd name="csX6" fmla="*/ 39000 w 40220"/>
                <a:gd name="csY6" fmla="*/ 25872 h 68163"/>
                <a:gd name="csX7" fmla="*/ 40748 w 40220"/>
                <a:gd name="csY7" fmla="*/ 36960 h 68163"/>
                <a:gd name="csX8" fmla="*/ 40748 w 40220"/>
                <a:gd name="csY8" fmla="*/ 68251 h 68163"/>
                <a:gd name="csX9" fmla="*/ 32377 w 40220"/>
                <a:gd name="csY9" fmla="*/ 68251 h 68163"/>
                <a:gd name="csX10" fmla="*/ 32377 w 40220"/>
                <a:gd name="csY10" fmla="*/ 36960 h 68163"/>
                <a:gd name="csX11" fmla="*/ 29661 w 40220"/>
                <a:gd name="csY11" fmla="*/ 27807 h 68163"/>
                <a:gd name="csX12" fmla="*/ 21959 w 40220"/>
                <a:gd name="csY12" fmla="*/ 24942 h 68163"/>
                <a:gd name="csX13" fmla="*/ 14964 w 40220"/>
                <a:gd name="csY13" fmla="*/ 26877 h 68163"/>
                <a:gd name="csX14" fmla="*/ 10276 w 40220"/>
                <a:gd name="csY14" fmla="*/ 32123 h 68163"/>
                <a:gd name="csX15" fmla="*/ 8899 w 40220"/>
                <a:gd name="csY15" fmla="*/ 41239 h 68163"/>
                <a:gd name="csX16" fmla="*/ 8899 w 40220"/>
                <a:gd name="csY16" fmla="*/ 68251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0220" h="68163">
                  <a:moveTo>
                    <a:pt x="528" y="68251"/>
                  </a:moveTo>
                  <a:lnTo>
                    <a:pt x="528" y="88"/>
                  </a:lnTo>
                  <a:lnTo>
                    <a:pt x="8899" y="88"/>
                  </a:lnTo>
                  <a:lnTo>
                    <a:pt x="8899" y="24533"/>
                  </a:lnTo>
                  <a:cubicBezTo>
                    <a:pt x="12806" y="19994"/>
                    <a:pt x="17717" y="17724"/>
                    <a:pt x="23670" y="17724"/>
                  </a:cubicBezTo>
                  <a:cubicBezTo>
                    <a:pt x="27354" y="17724"/>
                    <a:pt x="30516" y="18468"/>
                    <a:pt x="33233" y="19919"/>
                  </a:cubicBezTo>
                  <a:cubicBezTo>
                    <a:pt x="35911" y="21333"/>
                    <a:pt x="37846" y="23342"/>
                    <a:pt x="39000" y="25872"/>
                  </a:cubicBezTo>
                  <a:cubicBezTo>
                    <a:pt x="40153" y="28440"/>
                    <a:pt x="40748" y="32123"/>
                    <a:pt x="40748" y="36960"/>
                  </a:cubicBezTo>
                  <a:lnTo>
                    <a:pt x="40748" y="68251"/>
                  </a:lnTo>
                  <a:lnTo>
                    <a:pt x="32377" y="68251"/>
                  </a:lnTo>
                  <a:lnTo>
                    <a:pt x="32377" y="36960"/>
                  </a:lnTo>
                  <a:cubicBezTo>
                    <a:pt x="32377" y="32756"/>
                    <a:pt x="31484" y="29705"/>
                    <a:pt x="29661" y="27807"/>
                  </a:cubicBezTo>
                  <a:cubicBezTo>
                    <a:pt x="27837" y="25910"/>
                    <a:pt x="25270" y="24942"/>
                    <a:pt x="21959" y="24942"/>
                  </a:cubicBezTo>
                  <a:cubicBezTo>
                    <a:pt x="19466" y="24942"/>
                    <a:pt x="17159" y="25612"/>
                    <a:pt x="14964" y="26877"/>
                  </a:cubicBezTo>
                  <a:cubicBezTo>
                    <a:pt x="12769" y="28179"/>
                    <a:pt x="11206" y="29928"/>
                    <a:pt x="10276" y="32123"/>
                  </a:cubicBezTo>
                  <a:cubicBezTo>
                    <a:pt x="9346" y="34318"/>
                    <a:pt x="8899" y="37369"/>
                    <a:pt x="8899" y="41239"/>
                  </a:cubicBezTo>
                  <a:lnTo>
                    <a:pt x="8899" y="6825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70" name="Graphic 2017">
            <a:extLst>
              <a:ext uri="{FF2B5EF4-FFF2-40B4-BE49-F238E27FC236}">
                <a16:creationId xmlns:a16="http://schemas.microsoft.com/office/drawing/2014/main" id="{6E5E61A3-0B16-3404-8F4F-355473818E7C}"/>
              </a:ext>
            </a:extLst>
          </p:cNvPr>
          <p:cNvGrpSpPr/>
          <p:nvPr/>
        </p:nvGrpSpPr>
        <p:grpSpPr>
          <a:xfrm>
            <a:off x="1642493" y="5710311"/>
            <a:ext cx="56111" cy="39432"/>
            <a:chOff x="8140049" y="6569683"/>
            <a:chExt cx="99008" cy="69577"/>
          </a:xfrm>
          <a:solidFill>
            <a:srgbClr val="000000"/>
          </a:solidFill>
        </p:grpSpPr>
        <p:sp>
          <p:nvSpPr>
            <p:cNvPr id="3071" name="Freeform 3070">
              <a:extLst>
                <a:ext uri="{FF2B5EF4-FFF2-40B4-BE49-F238E27FC236}">
                  <a16:creationId xmlns:a16="http://schemas.microsoft.com/office/drawing/2014/main" id="{DFBFC3B0-7EDA-BD8E-AC9D-FAFE37B46021}"/>
                </a:ext>
              </a:extLst>
            </p:cNvPr>
            <p:cNvSpPr/>
            <p:nvPr/>
          </p:nvSpPr>
          <p:spPr>
            <a:xfrm>
              <a:off x="8140049" y="6569683"/>
              <a:ext cx="45067" cy="68460"/>
            </a:xfrm>
            <a:custGeom>
              <a:avLst/>
              <a:gdLst>
                <a:gd name="csX0" fmla="*/ 45590 w 45067"/>
                <a:gd name="csY0" fmla="*/ 60524 h 68460"/>
                <a:gd name="csX1" fmla="*/ 45590 w 45067"/>
                <a:gd name="csY1" fmla="*/ 68560 h 68460"/>
                <a:gd name="csX2" fmla="*/ 532 w 45067"/>
                <a:gd name="csY2" fmla="*/ 68560 h 68460"/>
                <a:gd name="csX3" fmla="*/ 1500 w 45067"/>
                <a:gd name="csY3" fmla="*/ 62756 h 68460"/>
                <a:gd name="csX4" fmla="*/ 7006 w 45067"/>
                <a:gd name="csY4" fmla="*/ 53678 h 68460"/>
                <a:gd name="csX5" fmla="*/ 17945 w 45067"/>
                <a:gd name="csY5" fmla="*/ 43334 h 68460"/>
                <a:gd name="csX6" fmla="*/ 32977 w 45067"/>
                <a:gd name="csY6" fmla="*/ 28898 h 68460"/>
                <a:gd name="csX7" fmla="*/ 36883 w 45067"/>
                <a:gd name="csY7" fmla="*/ 18852 h 68460"/>
                <a:gd name="csX8" fmla="*/ 33312 w 45067"/>
                <a:gd name="csY8" fmla="*/ 10443 h 68460"/>
                <a:gd name="csX9" fmla="*/ 24047 w 45067"/>
                <a:gd name="csY9" fmla="*/ 7020 h 68460"/>
                <a:gd name="csX10" fmla="*/ 14373 w 45067"/>
                <a:gd name="csY10" fmla="*/ 10666 h 68460"/>
                <a:gd name="csX11" fmla="*/ 10690 w 45067"/>
                <a:gd name="csY11" fmla="*/ 20712 h 68460"/>
                <a:gd name="csX12" fmla="*/ 2095 w 45067"/>
                <a:gd name="csY12" fmla="*/ 19819 h 68460"/>
                <a:gd name="csX13" fmla="*/ 8755 w 45067"/>
                <a:gd name="csY13" fmla="*/ 5160 h 68460"/>
                <a:gd name="csX14" fmla="*/ 24233 w 45067"/>
                <a:gd name="csY14" fmla="*/ 99 h 68460"/>
                <a:gd name="csX15" fmla="*/ 39748 w 45067"/>
                <a:gd name="csY15" fmla="*/ 5532 h 68460"/>
                <a:gd name="csX16" fmla="*/ 45478 w 45067"/>
                <a:gd name="csY16" fmla="*/ 19038 h 68460"/>
                <a:gd name="csX17" fmla="*/ 43804 w 45067"/>
                <a:gd name="csY17" fmla="*/ 27075 h 68460"/>
                <a:gd name="csX18" fmla="*/ 38260 w 45067"/>
                <a:gd name="csY18" fmla="*/ 35409 h 68460"/>
                <a:gd name="csX19" fmla="*/ 25349 w 45067"/>
                <a:gd name="csY19" fmla="*/ 47390 h 68460"/>
                <a:gd name="csX20" fmla="*/ 15675 w 45067"/>
                <a:gd name="csY20" fmla="*/ 55984 h 68460"/>
                <a:gd name="csX21" fmla="*/ 12141 w 45067"/>
                <a:gd name="csY21" fmla="*/ 60524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590" y="60524"/>
                  </a:moveTo>
                  <a:lnTo>
                    <a:pt x="45590" y="68560"/>
                  </a:lnTo>
                  <a:lnTo>
                    <a:pt x="532" y="68560"/>
                  </a:lnTo>
                  <a:cubicBezTo>
                    <a:pt x="458" y="66551"/>
                    <a:pt x="793" y="64616"/>
                    <a:pt x="1500" y="62756"/>
                  </a:cubicBezTo>
                  <a:cubicBezTo>
                    <a:pt x="2653" y="59668"/>
                    <a:pt x="4476" y="56654"/>
                    <a:pt x="7006" y="53678"/>
                  </a:cubicBezTo>
                  <a:cubicBezTo>
                    <a:pt x="9536" y="50701"/>
                    <a:pt x="13183" y="47278"/>
                    <a:pt x="17945" y="43334"/>
                  </a:cubicBezTo>
                  <a:cubicBezTo>
                    <a:pt x="25349" y="37269"/>
                    <a:pt x="30372" y="32470"/>
                    <a:pt x="32977" y="28898"/>
                  </a:cubicBezTo>
                  <a:cubicBezTo>
                    <a:pt x="35581" y="25363"/>
                    <a:pt x="36883" y="22014"/>
                    <a:pt x="36883" y="18852"/>
                  </a:cubicBezTo>
                  <a:cubicBezTo>
                    <a:pt x="36883" y="15540"/>
                    <a:pt x="35693" y="12713"/>
                    <a:pt x="33312" y="10443"/>
                  </a:cubicBezTo>
                  <a:cubicBezTo>
                    <a:pt x="30967" y="8173"/>
                    <a:pt x="27842" y="7020"/>
                    <a:pt x="24047" y="7020"/>
                  </a:cubicBezTo>
                  <a:cubicBezTo>
                    <a:pt x="20029" y="7020"/>
                    <a:pt x="16792" y="8248"/>
                    <a:pt x="14373" y="10666"/>
                  </a:cubicBezTo>
                  <a:cubicBezTo>
                    <a:pt x="11955" y="13085"/>
                    <a:pt x="10727" y="16433"/>
                    <a:pt x="10690" y="20712"/>
                  </a:cubicBezTo>
                  <a:lnTo>
                    <a:pt x="2095" y="19819"/>
                  </a:lnTo>
                  <a:cubicBezTo>
                    <a:pt x="2690" y="13420"/>
                    <a:pt x="4885" y="8508"/>
                    <a:pt x="8755" y="5160"/>
                  </a:cubicBezTo>
                  <a:cubicBezTo>
                    <a:pt x="12587" y="1774"/>
                    <a:pt x="17759" y="99"/>
                    <a:pt x="24233" y="99"/>
                  </a:cubicBezTo>
                  <a:cubicBezTo>
                    <a:pt x="30781" y="99"/>
                    <a:pt x="35953" y="1923"/>
                    <a:pt x="39748" y="5532"/>
                  </a:cubicBezTo>
                  <a:cubicBezTo>
                    <a:pt x="43581" y="9178"/>
                    <a:pt x="45478" y="13680"/>
                    <a:pt x="45478" y="19038"/>
                  </a:cubicBezTo>
                  <a:cubicBezTo>
                    <a:pt x="45478" y="21754"/>
                    <a:pt x="44920" y="24433"/>
                    <a:pt x="43804" y="27075"/>
                  </a:cubicBezTo>
                  <a:cubicBezTo>
                    <a:pt x="42688" y="29716"/>
                    <a:pt x="40827" y="32470"/>
                    <a:pt x="38260" y="35409"/>
                  </a:cubicBezTo>
                  <a:cubicBezTo>
                    <a:pt x="35656" y="38311"/>
                    <a:pt x="31377" y="42329"/>
                    <a:pt x="25349" y="47390"/>
                  </a:cubicBezTo>
                  <a:cubicBezTo>
                    <a:pt x="20326" y="51631"/>
                    <a:pt x="17089" y="54459"/>
                    <a:pt x="15675" y="55984"/>
                  </a:cubicBezTo>
                  <a:cubicBezTo>
                    <a:pt x="14262" y="57473"/>
                    <a:pt x="13071" y="58998"/>
                    <a:pt x="12141" y="605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72" name="Freeform 3071">
              <a:extLst>
                <a:ext uri="{FF2B5EF4-FFF2-40B4-BE49-F238E27FC236}">
                  <a16:creationId xmlns:a16="http://schemas.microsoft.com/office/drawing/2014/main" id="{706D6AEC-F961-EA9F-4EF2-A4739771C205}"/>
                </a:ext>
              </a:extLst>
            </p:cNvPr>
            <p:cNvSpPr/>
            <p:nvPr/>
          </p:nvSpPr>
          <p:spPr>
            <a:xfrm>
              <a:off x="8193553" y="6587617"/>
              <a:ext cx="45504" cy="51643"/>
            </a:xfrm>
            <a:custGeom>
              <a:avLst/>
              <a:gdLst>
                <a:gd name="csX0" fmla="*/ 35614 w 45504"/>
                <a:gd name="csY0" fmla="*/ 44525 h 51643"/>
                <a:gd name="csX1" fmla="*/ 26647 w 45504"/>
                <a:gd name="csY1" fmla="*/ 50106 h 51643"/>
                <a:gd name="csX2" fmla="*/ 17420 w 45504"/>
                <a:gd name="csY2" fmla="*/ 51743 h 51643"/>
                <a:gd name="csX3" fmla="*/ 4918 w 45504"/>
                <a:gd name="csY3" fmla="*/ 47762 h 51643"/>
                <a:gd name="csX4" fmla="*/ 528 w 45504"/>
                <a:gd name="csY4" fmla="*/ 37604 h 51643"/>
                <a:gd name="csX5" fmla="*/ 2202 w 45504"/>
                <a:gd name="csY5" fmla="*/ 30981 h 51643"/>
                <a:gd name="csX6" fmla="*/ 6518 w 45504"/>
                <a:gd name="csY6" fmla="*/ 26144 h 51643"/>
                <a:gd name="csX7" fmla="*/ 12545 w 45504"/>
                <a:gd name="csY7" fmla="*/ 23428 h 51643"/>
                <a:gd name="csX8" fmla="*/ 19987 w 45504"/>
                <a:gd name="csY8" fmla="*/ 22163 h 51643"/>
                <a:gd name="csX9" fmla="*/ 34907 w 45504"/>
                <a:gd name="csY9" fmla="*/ 19298 h 51643"/>
                <a:gd name="csX10" fmla="*/ 34981 w 45504"/>
                <a:gd name="csY10" fmla="*/ 17103 h 51643"/>
                <a:gd name="csX11" fmla="*/ 32600 w 45504"/>
                <a:gd name="csY11" fmla="*/ 9885 h 51643"/>
                <a:gd name="csX12" fmla="*/ 23075 w 45504"/>
                <a:gd name="csY12" fmla="*/ 7057 h 51643"/>
                <a:gd name="csX13" fmla="*/ 14331 w 45504"/>
                <a:gd name="csY13" fmla="*/ 9104 h 51643"/>
                <a:gd name="csX14" fmla="*/ 10164 w 45504"/>
                <a:gd name="csY14" fmla="*/ 16433 h 51643"/>
                <a:gd name="csX15" fmla="*/ 1979 w 45504"/>
                <a:gd name="csY15" fmla="*/ 15317 h 51643"/>
                <a:gd name="csX16" fmla="*/ 5662 w 45504"/>
                <a:gd name="csY16" fmla="*/ 6834 h 51643"/>
                <a:gd name="csX17" fmla="*/ 13066 w 45504"/>
                <a:gd name="csY17" fmla="*/ 1848 h 51643"/>
                <a:gd name="csX18" fmla="*/ 24266 w 45504"/>
                <a:gd name="csY18" fmla="*/ 99 h 51643"/>
                <a:gd name="csX19" fmla="*/ 34535 w 45504"/>
                <a:gd name="csY19" fmla="*/ 1588 h 51643"/>
                <a:gd name="csX20" fmla="*/ 40339 w 45504"/>
                <a:gd name="csY20" fmla="*/ 5346 h 51643"/>
                <a:gd name="csX21" fmla="*/ 42944 w 45504"/>
                <a:gd name="csY21" fmla="*/ 11038 h 51643"/>
                <a:gd name="csX22" fmla="*/ 43390 w 45504"/>
                <a:gd name="csY22" fmla="*/ 18777 h 51643"/>
                <a:gd name="csX23" fmla="*/ 43390 w 45504"/>
                <a:gd name="csY23" fmla="*/ 29939 h 51643"/>
                <a:gd name="csX24" fmla="*/ 43911 w 45504"/>
                <a:gd name="csY24" fmla="*/ 44711 h 51643"/>
                <a:gd name="csX25" fmla="*/ 46032 w 45504"/>
                <a:gd name="csY25" fmla="*/ 50627 h 51643"/>
                <a:gd name="csX26" fmla="*/ 37288 w 45504"/>
                <a:gd name="csY26" fmla="*/ 50627 h 51643"/>
                <a:gd name="csX27" fmla="*/ 35614 w 45504"/>
                <a:gd name="csY27" fmla="*/ 44525 h 51643"/>
                <a:gd name="csX28" fmla="*/ 34907 w 45504"/>
                <a:gd name="csY28" fmla="*/ 25847 h 51643"/>
                <a:gd name="csX29" fmla="*/ 21252 w 45504"/>
                <a:gd name="csY29" fmla="*/ 29009 h 51643"/>
                <a:gd name="csX30" fmla="*/ 13922 w 45504"/>
                <a:gd name="csY30" fmla="*/ 30684 h 51643"/>
                <a:gd name="csX31" fmla="*/ 10648 w 45504"/>
                <a:gd name="csY31" fmla="*/ 33400 h 51643"/>
                <a:gd name="csX32" fmla="*/ 9457 w 45504"/>
                <a:gd name="csY32" fmla="*/ 37381 h 51643"/>
                <a:gd name="csX33" fmla="*/ 12024 w 45504"/>
                <a:gd name="csY33" fmla="*/ 42962 h 51643"/>
                <a:gd name="csX34" fmla="*/ 19429 w 45504"/>
                <a:gd name="csY34" fmla="*/ 45194 h 51643"/>
                <a:gd name="csX35" fmla="*/ 28024 w 45504"/>
                <a:gd name="csY35" fmla="*/ 43074 h 51643"/>
                <a:gd name="csX36" fmla="*/ 33567 w 45504"/>
                <a:gd name="csY36" fmla="*/ 37269 h 51643"/>
                <a:gd name="csX37" fmla="*/ 34907 w 45504"/>
                <a:gd name="csY37" fmla="*/ 28898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4" y="44525"/>
                  </a:moveTo>
                  <a:cubicBezTo>
                    <a:pt x="32526" y="47166"/>
                    <a:pt x="29512" y="49027"/>
                    <a:pt x="26647" y="50106"/>
                  </a:cubicBezTo>
                  <a:cubicBezTo>
                    <a:pt x="23782" y="51185"/>
                    <a:pt x="20731" y="51743"/>
                    <a:pt x="17420" y="51743"/>
                  </a:cubicBezTo>
                  <a:cubicBezTo>
                    <a:pt x="11987" y="51743"/>
                    <a:pt x="7820" y="50403"/>
                    <a:pt x="4918" y="47762"/>
                  </a:cubicBezTo>
                  <a:cubicBezTo>
                    <a:pt x="2016" y="45120"/>
                    <a:pt x="528" y="41734"/>
                    <a:pt x="528" y="37604"/>
                  </a:cubicBezTo>
                  <a:cubicBezTo>
                    <a:pt x="528" y="35186"/>
                    <a:pt x="1086" y="32990"/>
                    <a:pt x="2202" y="30981"/>
                  </a:cubicBezTo>
                  <a:cubicBezTo>
                    <a:pt x="3281" y="28972"/>
                    <a:pt x="4732" y="27372"/>
                    <a:pt x="6518" y="26144"/>
                  </a:cubicBezTo>
                  <a:cubicBezTo>
                    <a:pt x="8304" y="24954"/>
                    <a:pt x="10313" y="24024"/>
                    <a:pt x="12545" y="23428"/>
                  </a:cubicBezTo>
                  <a:cubicBezTo>
                    <a:pt x="14183" y="22982"/>
                    <a:pt x="16675" y="22572"/>
                    <a:pt x="19987" y="22163"/>
                  </a:cubicBezTo>
                  <a:cubicBezTo>
                    <a:pt x="26758" y="21345"/>
                    <a:pt x="31707" y="20414"/>
                    <a:pt x="34907" y="19298"/>
                  </a:cubicBezTo>
                  <a:cubicBezTo>
                    <a:pt x="34944" y="18145"/>
                    <a:pt x="34981" y="17401"/>
                    <a:pt x="34981" y="17103"/>
                  </a:cubicBezTo>
                  <a:cubicBezTo>
                    <a:pt x="34981" y="13680"/>
                    <a:pt x="34163" y="11299"/>
                    <a:pt x="32600" y="9885"/>
                  </a:cubicBezTo>
                  <a:cubicBezTo>
                    <a:pt x="30442" y="7987"/>
                    <a:pt x="27279" y="7057"/>
                    <a:pt x="23075" y="7057"/>
                  </a:cubicBezTo>
                  <a:cubicBezTo>
                    <a:pt x="19131" y="7057"/>
                    <a:pt x="16229" y="7727"/>
                    <a:pt x="14331" y="9104"/>
                  </a:cubicBezTo>
                  <a:cubicBezTo>
                    <a:pt x="12471" y="10480"/>
                    <a:pt x="11057" y="12936"/>
                    <a:pt x="10164" y="16433"/>
                  </a:cubicBezTo>
                  <a:lnTo>
                    <a:pt x="1979" y="15317"/>
                  </a:lnTo>
                  <a:cubicBezTo>
                    <a:pt x="2723" y="11820"/>
                    <a:pt x="3951" y="8992"/>
                    <a:pt x="5662" y="6834"/>
                  </a:cubicBezTo>
                  <a:cubicBezTo>
                    <a:pt x="7374" y="4676"/>
                    <a:pt x="9829" y="3039"/>
                    <a:pt x="13066" y="1848"/>
                  </a:cubicBezTo>
                  <a:cubicBezTo>
                    <a:pt x="16266" y="695"/>
                    <a:pt x="20024" y="99"/>
                    <a:pt x="24266" y="99"/>
                  </a:cubicBezTo>
                  <a:cubicBezTo>
                    <a:pt x="28470" y="99"/>
                    <a:pt x="31893" y="620"/>
                    <a:pt x="34535" y="1588"/>
                  </a:cubicBezTo>
                  <a:cubicBezTo>
                    <a:pt x="37176" y="2592"/>
                    <a:pt x="39111" y="3857"/>
                    <a:pt x="40339" y="5346"/>
                  </a:cubicBezTo>
                  <a:cubicBezTo>
                    <a:pt x="41604" y="6871"/>
                    <a:pt x="42460" y="8769"/>
                    <a:pt x="42944" y="11038"/>
                  </a:cubicBezTo>
                  <a:cubicBezTo>
                    <a:pt x="43241" y="12489"/>
                    <a:pt x="43390" y="15057"/>
                    <a:pt x="43390" y="18777"/>
                  </a:cubicBezTo>
                  <a:lnTo>
                    <a:pt x="43390" y="29939"/>
                  </a:lnTo>
                  <a:cubicBezTo>
                    <a:pt x="43390" y="37716"/>
                    <a:pt x="43576" y="42627"/>
                    <a:pt x="43911" y="44711"/>
                  </a:cubicBezTo>
                  <a:cubicBezTo>
                    <a:pt x="44283" y="46757"/>
                    <a:pt x="44990" y="48729"/>
                    <a:pt x="46032" y="50627"/>
                  </a:cubicBezTo>
                  <a:lnTo>
                    <a:pt x="37288" y="50627"/>
                  </a:lnTo>
                  <a:cubicBezTo>
                    <a:pt x="36432" y="48878"/>
                    <a:pt x="35874" y="46869"/>
                    <a:pt x="35614" y="44525"/>
                  </a:cubicBezTo>
                  <a:moveTo>
                    <a:pt x="34907" y="25847"/>
                  </a:moveTo>
                  <a:cubicBezTo>
                    <a:pt x="31893" y="27075"/>
                    <a:pt x="27317" y="28116"/>
                    <a:pt x="21252" y="29009"/>
                  </a:cubicBezTo>
                  <a:cubicBezTo>
                    <a:pt x="17792" y="29493"/>
                    <a:pt x="15373" y="30051"/>
                    <a:pt x="13922" y="30684"/>
                  </a:cubicBezTo>
                  <a:cubicBezTo>
                    <a:pt x="12508" y="31279"/>
                    <a:pt x="11429" y="32209"/>
                    <a:pt x="10648" y="33400"/>
                  </a:cubicBezTo>
                  <a:cubicBezTo>
                    <a:pt x="9866" y="34590"/>
                    <a:pt x="9457" y="35930"/>
                    <a:pt x="9457" y="37381"/>
                  </a:cubicBezTo>
                  <a:cubicBezTo>
                    <a:pt x="9457" y="39613"/>
                    <a:pt x="10313" y="41474"/>
                    <a:pt x="12024" y="42962"/>
                  </a:cubicBezTo>
                  <a:cubicBezTo>
                    <a:pt x="13699" y="44450"/>
                    <a:pt x="16154" y="45194"/>
                    <a:pt x="19429" y="45194"/>
                  </a:cubicBezTo>
                  <a:cubicBezTo>
                    <a:pt x="22666" y="45194"/>
                    <a:pt x="25531" y="44487"/>
                    <a:pt x="28024" y="43074"/>
                  </a:cubicBezTo>
                  <a:cubicBezTo>
                    <a:pt x="30554" y="41660"/>
                    <a:pt x="32377" y="39725"/>
                    <a:pt x="33567" y="37269"/>
                  </a:cubicBezTo>
                  <a:cubicBezTo>
                    <a:pt x="34460" y="35372"/>
                    <a:pt x="34907" y="32581"/>
                    <a:pt x="34907" y="288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73" name="Graphic 2017">
            <a:extLst>
              <a:ext uri="{FF2B5EF4-FFF2-40B4-BE49-F238E27FC236}">
                <a16:creationId xmlns:a16="http://schemas.microsoft.com/office/drawing/2014/main" id="{DF4510EF-0898-1360-2473-19CEA9F45793}"/>
              </a:ext>
            </a:extLst>
          </p:cNvPr>
          <p:cNvGrpSpPr/>
          <p:nvPr/>
        </p:nvGrpSpPr>
        <p:grpSpPr>
          <a:xfrm>
            <a:off x="1653948" y="5772031"/>
            <a:ext cx="44656" cy="39959"/>
            <a:chOff x="8141101" y="6678588"/>
            <a:chExt cx="78795" cy="70507"/>
          </a:xfrm>
          <a:solidFill>
            <a:srgbClr val="000000"/>
          </a:solidFill>
        </p:grpSpPr>
        <p:sp>
          <p:nvSpPr>
            <p:cNvPr id="3074" name="Freeform 3073">
              <a:extLst>
                <a:ext uri="{FF2B5EF4-FFF2-40B4-BE49-F238E27FC236}">
                  <a16:creationId xmlns:a16="http://schemas.microsoft.com/office/drawing/2014/main" id="{B1BC9800-E658-089F-A1D8-D81AFEBD1EDC}"/>
                </a:ext>
              </a:extLst>
            </p:cNvPr>
            <p:cNvSpPr/>
            <p:nvPr/>
          </p:nvSpPr>
          <p:spPr>
            <a:xfrm>
              <a:off x="8141101" y="6679481"/>
              <a:ext cx="44834" cy="69614"/>
            </a:xfrm>
            <a:custGeom>
              <a:avLst/>
              <a:gdLst>
                <a:gd name="csX0" fmla="*/ 1787 w 44834"/>
                <a:gd name="csY0" fmla="*/ 52796 h 69614"/>
                <a:gd name="csX1" fmla="*/ 9824 w 44834"/>
                <a:gd name="csY1" fmla="*/ 52052 h 69614"/>
                <a:gd name="csX2" fmla="*/ 13730 w 44834"/>
                <a:gd name="csY2" fmla="*/ 60312 h 69614"/>
                <a:gd name="csX3" fmla="*/ 21135 w 44834"/>
                <a:gd name="csY3" fmla="*/ 62842 h 69614"/>
                <a:gd name="csX4" fmla="*/ 27906 w 44834"/>
                <a:gd name="csY4" fmla="*/ 61093 h 69614"/>
                <a:gd name="csX5" fmla="*/ 32669 w 44834"/>
                <a:gd name="csY5" fmla="*/ 56368 h 69614"/>
                <a:gd name="csX6" fmla="*/ 35794 w 44834"/>
                <a:gd name="csY6" fmla="*/ 48406 h 69614"/>
                <a:gd name="csX7" fmla="*/ 37059 w 44834"/>
                <a:gd name="csY7" fmla="*/ 38137 h 69614"/>
                <a:gd name="csX8" fmla="*/ 36985 w 44834"/>
                <a:gd name="csY8" fmla="*/ 36499 h 69614"/>
                <a:gd name="csX9" fmla="*/ 30139 w 44834"/>
                <a:gd name="csY9" fmla="*/ 42973 h 69614"/>
                <a:gd name="csX10" fmla="*/ 20725 w 44834"/>
                <a:gd name="csY10" fmla="*/ 45466 h 69614"/>
                <a:gd name="csX11" fmla="*/ 6401 w 44834"/>
                <a:gd name="csY11" fmla="*/ 39327 h 69614"/>
                <a:gd name="csX12" fmla="*/ 522 w 44834"/>
                <a:gd name="csY12" fmla="*/ 23142 h 69614"/>
                <a:gd name="csX13" fmla="*/ 6661 w 44834"/>
                <a:gd name="csY13" fmla="*/ 6436 h 69614"/>
                <a:gd name="csX14" fmla="*/ 21953 w 44834"/>
                <a:gd name="csY14" fmla="*/ 111 h 69614"/>
                <a:gd name="csX15" fmla="*/ 34120 w 44834"/>
                <a:gd name="csY15" fmla="*/ 3683 h 69614"/>
                <a:gd name="csX16" fmla="*/ 42491 w 44834"/>
                <a:gd name="csY16" fmla="*/ 13915 h 69614"/>
                <a:gd name="csX17" fmla="*/ 45356 w 44834"/>
                <a:gd name="csY17" fmla="*/ 33076 h 69614"/>
                <a:gd name="csX18" fmla="*/ 42529 w 44834"/>
                <a:gd name="csY18" fmla="*/ 53912 h 69614"/>
                <a:gd name="csX19" fmla="*/ 34083 w 44834"/>
                <a:gd name="csY19" fmla="*/ 65670 h 69614"/>
                <a:gd name="csX20" fmla="*/ 20949 w 44834"/>
                <a:gd name="csY20" fmla="*/ 69725 h 69614"/>
                <a:gd name="csX21" fmla="*/ 7889 w 44834"/>
                <a:gd name="csY21" fmla="*/ 65298 h 69614"/>
                <a:gd name="csX22" fmla="*/ 1787 w 44834"/>
                <a:gd name="csY22" fmla="*/ 52796 h 69614"/>
                <a:gd name="csX23" fmla="*/ 36055 w 44834"/>
                <a:gd name="csY23" fmla="*/ 22733 h 69614"/>
                <a:gd name="csX24" fmla="*/ 32222 w 44834"/>
                <a:gd name="csY24" fmla="*/ 11273 h 69614"/>
                <a:gd name="csX25" fmla="*/ 22995 w 44834"/>
                <a:gd name="csY25" fmla="*/ 7031 h 69614"/>
                <a:gd name="csX26" fmla="*/ 13284 w 44834"/>
                <a:gd name="csY26" fmla="*/ 11608 h 69614"/>
                <a:gd name="csX27" fmla="*/ 9154 w 44834"/>
                <a:gd name="csY27" fmla="*/ 23403 h 69614"/>
                <a:gd name="csX28" fmla="*/ 13061 w 44834"/>
                <a:gd name="csY28" fmla="*/ 34007 h 69614"/>
                <a:gd name="csX29" fmla="*/ 22772 w 44834"/>
                <a:gd name="csY29" fmla="*/ 38062 h 69614"/>
                <a:gd name="csX30" fmla="*/ 32334 w 44834"/>
                <a:gd name="csY30" fmla="*/ 34007 h 69614"/>
                <a:gd name="csX31" fmla="*/ 36055 w 44834"/>
                <a:gd name="csY31" fmla="*/ 22733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4834" h="69614">
                  <a:moveTo>
                    <a:pt x="1787" y="52796"/>
                  </a:moveTo>
                  <a:lnTo>
                    <a:pt x="9824" y="52052"/>
                  </a:lnTo>
                  <a:cubicBezTo>
                    <a:pt x="10531" y="55847"/>
                    <a:pt x="11833" y="58600"/>
                    <a:pt x="13730" y="60312"/>
                  </a:cubicBezTo>
                  <a:cubicBezTo>
                    <a:pt x="15665" y="61986"/>
                    <a:pt x="18121" y="62842"/>
                    <a:pt x="21135" y="62842"/>
                  </a:cubicBezTo>
                  <a:cubicBezTo>
                    <a:pt x="23702" y="62842"/>
                    <a:pt x="25972" y="62247"/>
                    <a:pt x="27906" y="61093"/>
                  </a:cubicBezTo>
                  <a:cubicBezTo>
                    <a:pt x="29841" y="59903"/>
                    <a:pt x="31441" y="58340"/>
                    <a:pt x="32669" y="56368"/>
                  </a:cubicBezTo>
                  <a:cubicBezTo>
                    <a:pt x="33897" y="54396"/>
                    <a:pt x="34938" y="51754"/>
                    <a:pt x="35794" y="48406"/>
                  </a:cubicBezTo>
                  <a:cubicBezTo>
                    <a:pt x="36613" y="45057"/>
                    <a:pt x="37022" y="41634"/>
                    <a:pt x="37059" y="38137"/>
                  </a:cubicBezTo>
                  <a:cubicBezTo>
                    <a:pt x="37022" y="37764"/>
                    <a:pt x="37022" y="37244"/>
                    <a:pt x="36985" y="36499"/>
                  </a:cubicBezTo>
                  <a:cubicBezTo>
                    <a:pt x="35311" y="39141"/>
                    <a:pt x="33041" y="41299"/>
                    <a:pt x="30139" y="42973"/>
                  </a:cubicBezTo>
                  <a:cubicBezTo>
                    <a:pt x="27237" y="44611"/>
                    <a:pt x="24111" y="45466"/>
                    <a:pt x="20725" y="45466"/>
                  </a:cubicBezTo>
                  <a:cubicBezTo>
                    <a:pt x="15070" y="45466"/>
                    <a:pt x="10307" y="43420"/>
                    <a:pt x="6401" y="39327"/>
                  </a:cubicBezTo>
                  <a:cubicBezTo>
                    <a:pt x="2494" y="35234"/>
                    <a:pt x="522" y="29839"/>
                    <a:pt x="522" y="23142"/>
                  </a:cubicBezTo>
                  <a:cubicBezTo>
                    <a:pt x="522" y="16222"/>
                    <a:pt x="2568" y="10641"/>
                    <a:pt x="6661" y="6436"/>
                  </a:cubicBezTo>
                  <a:cubicBezTo>
                    <a:pt x="10717" y="2232"/>
                    <a:pt x="15851" y="111"/>
                    <a:pt x="21953" y="111"/>
                  </a:cubicBezTo>
                  <a:cubicBezTo>
                    <a:pt x="26418" y="111"/>
                    <a:pt x="30474" y="1302"/>
                    <a:pt x="34120" y="3683"/>
                  </a:cubicBezTo>
                  <a:cubicBezTo>
                    <a:pt x="37803" y="6064"/>
                    <a:pt x="40594" y="9487"/>
                    <a:pt x="42491" y="13915"/>
                  </a:cubicBezTo>
                  <a:cubicBezTo>
                    <a:pt x="44426" y="18305"/>
                    <a:pt x="45356" y="24705"/>
                    <a:pt x="45356" y="33076"/>
                  </a:cubicBezTo>
                  <a:cubicBezTo>
                    <a:pt x="45356" y="41783"/>
                    <a:pt x="44426" y="48741"/>
                    <a:pt x="42529" y="53912"/>
                  </a:cubicBezTo>
                  <a:cubicBezTo>
                    <a:pt x="40631" y="59047"/>
                    <a:pt x="37841" y="62991"/>
                    <a:pt x="34083" y="65670"/>
                  </a:cubicBezTo>
                  <a:cubicBezTo>
                    <a:pt x="30362" y="68386"/>
                    <a:pt x="25972" y="69725"/>
                    <a:pt x="20949" y="69725"/>
                  </a:cubicBezTo>
                  <a:cubicBezTo>
                    <a:pt x="15628" y="69725"/>
                    <a:pt x="11275" y="68237"/>
                    <a:pt x="7889" y="65298"/>
                  </a:cubicBezTo>
                  <a:cubicBezTo>
                    <a:pt x="4503" y="62321"/>
                    <a:pt x="2457" y="58154"/>
                    <a:pt x="1787" y="52796"/>
                  </a:cubicBezTo>
                  <a:moveTo>
                    <a:pt x="36055" y="22733"/>
                  </a:moveTo>
                  <a:cubicBezTo>
                    <a:pt x="36055" y="17896"/>
                    <a:pt x="34790" y="14101"/>
                    <a:pt x="32222" y="11273"/>
                  </a:cubicBezTo>
                  <a:cubicBezTo>
                    <a:pt x="29655" y="8445"/>
                    <a:pt x="26604" y="7031"/>
                    <a:pt x="22995" y="7031"/>
                  </a:cubicBezTo>
                  <a:cubicBezTo>
                    <a:pt x="19274" y="7031"/>
                    <a:pt x="16037" y="8557"/>
                    <a:pt x="13284" y="11608"/>
                  </a:cubicBezTo>
                  <a:cubicBezTo>
                    <a:pt x="10531" y="14622"/>
                    <a:pt x="9154" y="18566"/>
                    <a:pt x="9154" y="23403"/>
                  </a:cubicBezTo>
                  <a:cubicBezTo>
                    <a:pt x="9154" y="27756"/>
                    <a:pt x="10456" y="31290"/>
                    <a:pt x="13061" y="34007"/>
                  </a:cubicBezTo>
                  <a:cubicBezTo>
                    <a:pt x="15702" y="36723"/>
                    <a:pt x="18902" y="38062"/>
                    <a:pt x="22772" y="38062"/>
                  </a:cubicBezTo>
                  <a:cubicBezTo>
                    <a:pt x="26641" y="38062"/>
                    <a:pt x="29841" y="36723"/>
                    <a:pt x="32334" y="34007"/>
                  </a:cubicBezTo>
                  <a:cubicBezTo>
                    <a:pt x="34827" y="31290"/>
                    <a:pt x="36055" y="27533"/>
                    <a:pt x="36055" y="2273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75" name="Freeform 3074">
              <a:extLst>
                <a:ext uri="{FF2B5EF4-FFF2-40B4-BE49-F238E27FC236}">
                  <a16:creationId xmlns:a16="http://schemas.microsoft.com/office/drawing/2014/main" id="{D345C0C0-12FA-D026-150C-CB4F7872EEF0}"/>
                </a:ext>
              </a:extLst>
            </p:cNvPr>
            <p:cNvSpPr/>
            <p:nvPr/>
          </p:nvSpPr>
          <p:spPr>
            <a:xfrm>
              <a:off x="8191023" y="6678588"/>
              <a:ext cx="28872" cy="69353"/>
            </a:xfrm>
            <a:custGeom>
              <a:avLst/>
              <a:gdLst>
                <a:gd name="csX0" fmla="*/ 7895 w 28872"/>
                <a:gd name="csY0" fmla="*/ 69465 h 69353"/>
                <a:gd name="csX1" fmla="*/ 7895 w 28872"/>
                <a:gd name="csY1" fmla="*/ 26602 h 69353"/>
                <a:gd name="csX2" fmla="*/ 528 w 28872"/>
                <a:gd name="csY2" fmla="*/ 26602 h 69353"/>
                <a:gd name="csX3" fmla="*/ 528 w 28872"/>
                <a:gd name="csY3" fmla="*/ 20054 h 69353"/>
                <a:gd name="csX4" fmla="*/ 7895 w 28872"/>
                <a:gd name="csY4" fmla="*/ 20054 h 69353"/>
                <a:gd name="csX5" fmla="*/ 7895 w 28872"/>
                <a:gd name="csY5" fmla="*/ 14808 h 69353"/>
                <a:gd name="csX6" fmla="*/ 8787 w 28872"/>
                <a:gd name="csY6" fmla="*/ 7404 h 69353"/>
                <a:gd name="csX7" fmla="*/ 13066 w 28872"/>
                <a:gd name="csY7" fmla="*/ 2157 h 69353"/>
                <a:gd name="csX8" fmla="*/ 21587 w 28872"/>
                <a:gd name="csY8" fmla="*/ 111 h 69353"/>
                <a:gd name="csX9" fmla="*/ 29400 w 28872"/>
                <a:gd name="csY9" fmla="*/ 967 h 69353"/>
                <a:gd name="csX10" fmla="*/ 28135 w 28872"/>
                <a:gd name="csY10" fmla="*/ 8259 h 69353"/>
                <a:gd name="csX11" fmla="*/ 23224 w 28872"/>
                <a:gd name="csY11" fmla="*/ 7776 h 69353"/>
                <a:gd name="csX12" fmla="*/ 17829 w 28872"/>
                <a:gd name="csY12" fmla="*/ 9413 h 69353"/>
                <a:gd name="csX13" fmla="*/ 16229 w 28872"/>
                <a:gd name="csY13" fmla="*/ 15515 h 69353"/>
                <a:gd name="csX14" fmla="*/ 16229 w 28872"/>
                <a:gd name="csY14" fmla="*/ 20054 h 69353"/>
                <a:gd name="csX15" fmla="*/ 25866 w 28872"/>
                <a:gd name="csY15" fmla="*/ 20054 h 69353"/>
                <a:gd name="csX16" fmla="*/ 25866 w 28872"/>
                <a:gd name="csY16" fmla="*/ 26602 h 69353"/>
                <a:gd name="csX17" fmla="*/ 16229 w 28872"/>
                <a:gd name="csY17" fmla="*/ 26602 h 69353"/>
                <a:gd name="csX18" fmla="*/ 16229 w 28872"/>
                <a:gd name="csY18" fmla="*/ 69465 h 69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872" h="69353">
                  <a:moveTo>
                    <a:pt x="7895" y="69465"/>
                  </a:moveTo>
                  <a:lnTo>
                    <a:pt x="7895" y="26602"/>
                  </a:lnTo>
                  <a:lnTo>
                    <a:pt x="528" y="26602"/>
                  </a:lnTo>
                  <a:lnTo>
                    <a:pt x="528" y="20054"/>
                  </a:lnTo>
                  <a:lnTo>
                    <a:pt x="7895" y="20054"/>
                  </a:lnTo>
                  <a:lnTo>
                    <a:pt x="7895" y="14808"/>
                  </a:lnTo>
                  <a:cubicBezTo>
                    <a:pt x="7895" y="11496"/>
                    <a:pt x="8192" y="9041"/>
                    <a:pt x="8787" y="7404"/>
                  </a:cubicBezTo>
                  <a:cubicBezTo>
                    <a:pt x="9606" y="5246"/>
                    <a:pt x="11020" y="3497"/>
                    <a:pt x="13066" y="2157"/>
                  </a:cubicBezTo>
                  <a:cubicBezTo>
                    <a:pt x="15075" y="781"/>
                    <a:pt x="17940" y="111"/>
                    <a:pt x="21587" y="111"/>
                  </a:cubicBezTo>
                  <a:cubicBezTo>
                    <a:pt x="23931" y="111"/>
                    <a:pt x="26535" y="409"/>
                    <a:pt x="29400" y="967"/>
                  </a:cubicBezTo>
                  <a:lnTo>
                    <a:pt x="28135" y="8259"/>
                  </a:lnTo>
                  <a:cubicBezTo>
                    <a:pt x="26424" y="7962"/>
                    <a:pt x="24749" y="7776"/>
                    <a:pt x="23224" y="7776"/>
                  </a:cubicBezTo>
                  <a:cubicBezTo>
                    <a:pt x="20657" y="7776"/>
                    <a:pt x="18871" y="8334"/>
                    <a:pt x="17829" y="9413"/>
                  </a:cubicBezTo>
                  <a:cubicBezTo>
                    <a:pt x="16750" y="10492"/>
                    <a:pt x="16229" y="12538"/>
                    <a:pt x="16229" y="15515"/>
                  </a:cubicBezTo>
                  <a:lnTo>
                    <a:pt x="16229" y="20054"/>
                  </a:lnTo>
                  <a:lnTo>
                    <a:pt x="25866" y="20054"/>
                  </a:lnTo>
                  <a:lnTo>
                    <a:pt x="25866" y="26602"/>
                  </a:lnTo>
                  <a:lnTo>
                    <a:pt x="16229" y="26602"/>
                  </a:lnTo>
                  <a:lnTo>
                    <a:pt x="16229" y="6946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76" name="Graphic 2017">
            <a:extLst>
              <a:ext uri="{FF2B5EF4-FFF2-40B4-BE49-F238E27FC236}">
                <a16:creationId xmlns:a16="http://schemas.microsoft.com/office/drawing/2014/main" id="{2F1ABA20-668F-95AC-8528-C12DA5101C60}"/>
              </a:ext>
            </a:extLst>
          </p:cNvPr>
          <p:cNvGrpSpPr/>
          <p:nvPr/>
        </p:nvGrpSpPr>
        <p:grpSpPr>
          <a:xfrm>
            <a:off x="1642429" y="5834763"/>
            <a:ext cx="56175" cy="39432"/>
            <a:chOff x="8140049" y="6789279"/>
            <a:chExt cx="99120" cy="69577"/>
          </a:xfrm>
          <a:solidFill>
            <a:srgbClr val="000000"/>
          </a:solidFill>
        </p:grpSpPr>
        <p:sp>
          <p:nvSpPr>
            <p:cNvPr id="3077" name="Freeform 3076">
              <a:extLst>
                <a:ext uri="{FF2B5EF4-FFF2-40B4-BE49-F238E27FC236}">
                  <a16:creationId xmlns:a16="http://schemas.microsoft.com/office/drawing/2014/main" id="{913EEA3B-A74D-4D85-6A4B-1FE74AD9FB40}"/>
                </a:ext>
              </a:extLst>
            </p:cNvPr>
            <p:cNvSpPr/>
            <p:nvPr/>
          </p:nvSpPr>
          <p:spPr>
            <a:xfrm>
              <a:off x="8140049" y="6789279"/>
              <a:ext cx="45067" cy="68460"/>
            </a:xfrm>
            <a:custGeom>
              <a:avLst/>
              <a:gdLst>
                <a:gd name="csX0" fmla="*/ 45590 w 45067"/>
                <a:gd name="csY0" fmla="*/ 60547 h 68460"/>
                <a:gd name="csX1" fmla="*/ 45590 w 45067"/>
                <a:gd name="csY1" fmla="*/ 68583 h 68460"/>
                <a:gd name="csX2" fmla="*/ 532 w 45067"/>
                <a:gd name="csY2" fmla="*/ 68583 h 68460"/>
                <a:gd name="csX3" fmla="*/ 1500 w 45067"/>
                <a:gd name="csY3" fmla="*/ 62779 h 68460"/>
                <a:gd name="csX4" fmla="*/ 7006 w 45067"/>
                <a:gd name="csY4" fmla="*/ 53701 h 68460"/>
                <a:gd name="csX5" fmla="*/ 17945 w 45067"/>
                <a:gd name="csY5" fmla="*/ 43357 h 68460"/>
                <a:gd name="csX6" fmla="*/ 32977 w 45067"/>
                <a:gd name="csY6" fmla="*/ 28921 h 68460"/>
                <a:gd name="csX7" fmla="*/ 36883 w 45067"/>
                <a:gd name="csY7" fmla="*/ 18875 h 68460"/>
                <a:gd name="csX8" fmla="*/ 33312 w 45067"/>
                <a:gd name="csY8" fmla="*/ 10466 h 68460"/>
                <a:gd name="csX9" fmla="*/ 24047 w 45067"/>
                <a:gd name="csY9" fmla="*/ 7043 h 68460"/>
                <a:gd name="csX10" fmla="*/ 14373 w 45067"/>
                <a:gd name="csY10" fmla="*/ 10689 h 68460"/>
                <a:gd name="csX11" fmla="*/ 10690 w 45067"/>
                <a:gd name="csY11" fmla="*/ 20735 h 68460"/>
                <a:gd name="csX12" fmla="*/ 2095 w 45067"/>
                <a:gd name="csY12" fmla="*/ 19842 h 68460"/>
                <a:gd name="csX13" fmla="*/ 8755 w 45067"/>
                <a:gd name="csY13" fmla="*/ 5183 h 68460"/>
                <a:gd name="csX14" fmla="*/ 24233 w 45067"/>
                <a:gd name="csY14" fmla="*/ 122 h 68460"/>
                <a:gd name="csX15" fmla="*/ 39748 w 45067"/>
                <a:gd name="csY15" fmla="*/ 5555 h 68460"/>
                <a:gd name="csX16" fmla="*/ 45478 w 45067"/>
                <a:gd name="csY16" fmla="*/ 19061 h 68460"/>
                <a:gd name="csX17" fmla="*/ 43804 w 45067"/>
                <a:gd name="csY17" fmla="*/ 27098 h 68460"/>
                <a:gd name="csX18" fmla="*/ 38260 w 45067"/>
                <a:gd name="csY18" fmla="*/ 35432 h 68460"/>
                <a:gd name="csX19" fmla="*/ 25349 w 45067"/>
                <a:gd name="csY19" fmla="*/ 47413 h 68460"/>
                <a:gd name="csX20" fmla="*/ 15675 w 45067"/>
                <a:gd name="csY20" fmla="*/ 56007 h 68460"/>
                <a:gd name="csX21" fmla="*/ 12141 w 45067"/>
                <a:gd name="csY21" fmla="*/ 60547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590" y="60547"/>
                  </a:moveTo>
                  <a:lnTo>
                    <a:pt x="45590" y="68583"/>
                  </a:lnTo>
                  <a:lnTo>
                    <a:pt x="532" y="68583"/>
                  </a:lnTo>
                  <a:cubicBezTo>
                    <a:pt x="458" y="66574"/>
                    <a:pt x="793" y="64639"/>
                    <a:pt x="1500" y="62779"/>
                  </a:cubicBezTo>
                  <a:cubicBezTo>
                    <a:pt x="2653" y="59691"/>
                    <a:pt x="4476" y="56677"/>
                    <a:pt x="7006" y="53701"/>
                  </a:cubicBezTo>
                  <a:cubicBezTo>
                    <a:pt x="9536" y="50724"/>
                    <a:pt x="13183" y="47301"/>
                    <a:pt x="17945" y="43357"/>
                  </a:cubicBezTo>
                  <a:cubicBezTo>
                    <a:pt x="25349" y="37292"/>
                    <a:pt x="30372" y="32493"/>
                    <a:pt x="32977" y="28921"/>
                  </a:cubicBezTo>
                  <a:cubicBezTo>
                    <a:pt x="35581" y="25386"/>
                    <a:pt x="36883" y="22037"/>
                    <a:pt x="36883" y="18875"/>
                  </a:cubicBezTo>
                  <a:cubicBezTo>
                    <a:pt x="36883" y="15563"/>
                    <a:pt x="35693" y="12736"/>
                    <a:pt x="33312" y="10466"/>
                  </a:cubicBezTo>
                  <a:cubicBezTo>
                    <a:pt x="30967" y="8196"/>
                    <a:pt x="27842" y="7043"/>
                    <a:pt x="24047" y="7043"/>
                  </a:cubicBezTo>
                  <a:cubicBezTo>
                    <a:pt x="20029" y="7043"/>
                    <a:pt x="16792" y="8271"/>
                    <a:pt x="14373" y="10689"/>
                  </a:cubicBezTo>
                  <a:cubicBezTo>
                    <a:pt x="11955" y="13108"/>
                    <a:pt x="10727" y="16456"/>
                    <a:pt x="10690" y="20735"/>
                  </a:cubicBezTo>
                  <a:lnTo>
                    <a:pt x="2095" y="19842"/>
                  </a:lnTo>
                  <a:cubicBezTo>
                    <a:pt x="2690" y="13443"/>
                    <a:pt x="4885" y="8531"/>
                    <a:pt x="8755" y="5183"/>
                  </a:cubicBezTo>
                  <a:cubicBezTo>
                    <a:pt x="12587" y="1797"/>
                    <a:pt x="17759" y="122"/>
                    <a:pt x="24233" y="122"/>
                  </a:cubicBezTo>
                  <a:cubicBezTo>
                    <a:pt x="30781" y="122"/>
                    <a:pt x="35953" y="1946"/>
                    <a:pt x="39748" y="5555"/>
                  </a:cubicBezTo>
                  <a:cubicBezTo>
                    <a:pt x="43581" y="9201"/>
                    <a:pt x="45478" y="13703"/>
                    <a:pt x="45478" y="19061"/>
                  </a:cubicBezTo>
                  <a:cubicBezTo>
                    <a:pt x="45478" y="21777"/>
                    <a:pt x="44920" y="24456"/>
                    <a:pt x="43804" y="27098"/>
                  </a:cubicBezTo>
                  <a:cubicBezTo>
                    <a:pt x="42688" y="29739"/>
                    <a:pt x="40827" y="32493"/>
                    <a:pt x="38260" y="35432"/>
                  </a:cubicBezTo>
                  <a:cubicBezTo>
                    <a:pt x="35656" y="38334"/>
                    <a:pt x="31377" y="42352"/>
                    <a:pt x="25349" y="47413"/>
                  </a:cubicBezTo>
                  <a:cubicBezTo>
                    <a:pt x="20326" y="51654"/>
                    <a:pt x="17089" y="54482"/>
                    <a:pt x="15675" y="56007"/>
                  </a:cubicBezTo>
                  <a:cubicBezTo>
                    <a:pt x="14262" y="57496"/>
                    <a:pt x="13071" y="59021"/>
                    <a:pt x="12141" y="6054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78" name="Freeform 3077">
              <a:extLst>
                <a:ext uri="{FF2B5EF4-FFF2-40B4-BE49-F238E27FC236}">
                  <a16:creationId xmlns:a16="http://schemas.microsoft.com/office/drawing/2014/main" id="{DA21D344-8E72-32B3-9618-9E03E81BEDB7}"/>
                </a:ext>
              </a:extLst>
            </p:cNvPr>
            <p:cNvSpPr/>
            <p:nvPr/>
          </p:nvSpPr>
          <p:spPr>
            <a:xfrm>
              <a:off x="8193628" y="6807212"/>
              <a:ext cx="45541" cy="51643"/>
            </a:xfrm>
            <a:custGeom>
              <a:avLst/>
              <a:gdLst>
                <a:gd name="csX0" fmla="*/ 37139 w 45541"/>
                <a:gd name="csY0" fmla="*/ 34725 h 51643"/>
                <a:gd name="csX1" fmla="*/ 45771 w 45541"/>
                <a:gd name="csY1" fmla="*/ 35804 h 51643"/>
                <a:gd name="csX2" fmla="*/ 38181 w 45541"/>
                <a:gd name="csY2" fmla="*/ 47599 h 51643"/>
                <a:gd name="csX3" fmla="*/ 24042 w 45541"/>
                <a:gd name="csY3" fmla="*/ 51766 h 51643"/>
                <a:gd name="csX4" fmla="*/ 6853 w 45541"/>
                <a:gd name="csY4" fmla="*/ 45106 h 51643"/>
                <a:gd name="csX5" fmla="*/ 528 w 45541"/>
                <a:gd name="csY5" fmla="*/ 26391 h 51643"/>
                <a:gd name="csX6" fmla="*/ 6927 w 45541"/>
                <a:gd name="csY6" fmla="*/ 7043 h 51643"/>
                <a:gd name="csX7" fmla="*/ 23596 w 45541"/>
                <a:gd name="csY7" fmla="*/ 122 h 51643"/>
                <a:gd name="csX8" fmla="*/ 39781 w 45541"/>
                <a:gd name="csY8" fmla="*/ 6894 h 51643"/>
                <a:gd name="csX9" fmla="*/ 46069 w 45541"/>
                <a:gd name="csY9" fmla="*/ 25870 h 51643"/>
                <a:gd name="csX10" fmla="*/ 45995 w 45541"/>
                <a:gd name="csY10" fmla="*/ 28102 h 51643"/>
                <a:gd name="csX11" fmla="*/ 9160 w 45541"/>
                <a:gd name="csY11" fmla="*/ 28102 h 51643"/>
                <a:gd name="csX12" fmla="*/ 13773 w 45541"/>
                <a:gd name="csY12" fmla="*/ 40567 h 51643"/>
                <a:gd name="csX13" fmla="*/ 24117 w 45541"/>
                <a:gd name="csY13" fmla="*/ 44883 h 51643"/>
                <a:gd name="csX14" fmla="*/ 31967 w 45541"/>
                <a:gd name="csY14" fmla="*/ 42464 h 51643"/>
                <a:gd name="csX15" fmla="*/ 37139 w 45541"/>
                <a:gd name="csY15" fmla="*/ 34725 h 51643"/>
                <a:gd name="csX16" fmla="*/ 9643 w 45541"/>
                <a:gd name="csY16" fmla="*/ 21219 h 51643"/>
                <a:gd name="csX17" fmla="*/ 37214 w 45541"/>
                <a:gd name="csY17" fmla="*/ 21219 h 51643"/>
                <a:gd name="csX18" fmla="*/ 34051 w 45541"/>
                <a:gd name="csY18" fmla="*/ 11880 h 51643"/>
                <a:gd name="csX19" fmla="*/ 23670 w 45541"/>
                <a:gd name="csY19" fmla="*/ 7043 h 51643"/>
                <a:gd name="csX20" fmla="*/ 13996 w 45541"/>
                <a:gd name="csY20" fmla="*/ 10875 h 51643"/>
                <a:gd name="csX21" fmla="*/ 9643 w 45541"/>
                <a:gd name="csY21" fmla="*/ 21219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541" h="51643">
                  <a:moveTo>
                    <a:pt x="37139" y="34725"/>
                  </a:moveTo>
                  <a:lnTo>
                    <a:pt x="45771" y="35804"/>
                  </a:lnTo>
                  <a:cubicBezTo>
                    <a:pt x="44395" y="40864"/>
                    <a:pt x="41865" y="44808"/>
                    <a:pt x="38181" y="47599"/>
                  </a:cubicBezTo>
                  <a:cubicBezTo>
                    <a:pt x="34498" y="50352"/>
                    <a:pt x="29772" y="51766"/>
                    <a:pt x="24042" y="51766"/>
                  </a:cubicBezTo>
                  <a:cubicBezTo>
                    <a:pt x="16824" y="51766"/>
                    <a:pt x="11094" y="49533"/>
                    <a:pt x="6853" y="45106"/>
                  </a:cubicBezTo>
                  <a:cubicBezTo>
                    <a:pt x="2648" y="40641"/>
                    <a:pt x="528" y="34390"/>
                    <a:pt x="528" y="26391"/>
                  </a:cubicBezTo>
                  <a:cubicBezTo>
                    <a:pt x="528" y="18056"/>
                    <a:pt x="2648" y="11619"/>
                    <a:pt x="6927" y="7043"/>
                  </a:cubicBezTo>
                  <a:cubicBezTo>
                    <a:pt x="11206" y="2429"/>
                    <a:pt x="16750" y="122"/>
                    <a:pt x="23596" y="122"/>
                  </a:cubicBezTo>
                  <a:cubicBezTo>
                    <a:pt x="30182" y="122"/>
                    <a:pt x="35577" y="2392"/>
                    <a:pt x="39781" y="6894"/>
                  </a:cubicBezTo>
                  <a:cubicBezTo>
                    <a:pt x="43948" y="11396"/>
                    <a:pt x="46069" y="17721"/>
                    <a:pt x="46069" y="25870"/>
                  </a:cubicBezTo>
                  <a:cubicBezTo>
                    <a:pt x="46069" y="26353"/>
                    <a:pt x="46032" y="27098"/>
                    <a:pt x="45995" y="28102"/>
                  </a:cubicBezTo>
                  <a:lnTo>
                    <a:pt x="9160" y="28102"/>
                  </a:lnTo>
                  <a:cubicBezTo>
                    <a:pt x="9494" y="33534"/>
                    <a:pt x="11020" y="37664"/>
                    <a:pt x="13773" y="40567"/>
                  </a:cubicBezTo>
                  <a:cubicBezTo>
                    <a:pt x="16527" y="43431"/>
                    <a:pt x="19987" y="44883"/>
                    <a:pt x="24117" y="44883"/>
                  </a:cubicBezTo>
                  <a:cubicBezTo>
                    <a:pt x="27168" y="44883"/>
                    <a:pt x="29772" y="44064"/>
                    <a:pt x="31967" y="42464"/>
                  </a:cubicBezTo>
                  <a:cubicBezTo>
                    <a:pt x="34125" y="40864"/>
                    <a:pt x="35837" y="38297"/>
                    <a:pt x="37139" y="34725"/>
                  </a:cubicBezTo>
                  <a:moveTo>
                    <a:pt x="9643" y="21219"/>
                  </a:moveTo>
                  <a:lnTo>
                    <a:pt x="37214" y="21219"/>
                  </a:lnTo>
                  <a:cubicBezTo>
                    <a:pt x="36842" y="17052"/>
                    <a:pt x="35800" y="13926"/>
                    <a:pt x="34051" y="11880"/>
                  </a:cubicBezTo>
                  <a:cubicBezTo>
                    <a:pt x="31372" y="8643"/>
                    <a:pt x="27912" y="7043"/>
                    <a:pt x="23670" y="7043"/>
                  </a:cubicBezTo>
                  <a:cubicBezTo>
                    <a:pt x="19838" y="7043"/>
                    <a:pt x="16601" y="8308"/>
                    <a:pt x="13996" y="10875"/>
                  </a:cubicBezTo>
                  <a:cubicBezTo>
                    <a:pt x="11355" y="13443"/>
                    <a:pt x="9904" y="16903"/>
                    <a:pt x="9643" y="2121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79" name="Graphic 2017">
            <a:extLst>
              <a:ext uri="{FF2B5EF4-FFF2-40B4-BE49-F238E27FC236}">
                <a16:creationId xmlns:a16="http://schemas.microsoft.com/office/drawing/2014/main" id="{A9D02C73-B8B6-CBEF-2058-D6C6440F3064}"/>
              </a:ext>
            </a:extLst>
          </p:cNvPr>
          <p:cNvGrpSpPr/>
          <p:nvPr/>
        </p:nvGrpSpPr>
        <p:grpSpPr>
          <a:xfrm>
            <a:off x="1644333" y="5896967"/>
            <a:ext cx="54271" cy="39453"/>
            <a:chOff x="8141101" y="6899039"/>
            <a:chExt cx="95761" cy="69614"/>
          </a:xfrm>
          <a:solidFill>
            <a:srgbClr val="000000"/>
          </a:solidFill>
        </p:grpSpPr>
        <p:sp>
          <p:nvSpPr>
            <p:cNvPr id="3080" name="Freeform 3079">
              <a:extLst>
                <a:ext uri="{FF2B5EF4-FFF2-40B4-BE49-F238E27FC236}">
                  <a16:creationId xmlns:a16="http://schemas.microsoft.com/office/drawing/2014/main" id="{A1FC93BD-EDDB-C8CA-AB61-60FF8AE15087}"/>
                </a:ext>
              </a:extLst>
            </p:cNvPr>
            <p:cNvSpPr/>
            <p:nvPr/>
          </p:nvSpPr>
          <p:spPr>
            <a:xfrm>
              <a:off x="8141101" y="6899039"/>
              <a:ext cx="44834" cy="69614"/>
            </a:xfrm>
            <a:custGeom>
              <a:avLst/>
              <a:gdLst>
                <a:gd name="csX0" fmla="*/ 1787 w 44834"/>
                <a:gd name="csY0" fmla="*/ 52819 h 69614"/>
                <a:gd name="csX1" fmla="*/ 9824 w 44834"/>
                <a:gd name="csY1" fmla="*/ 52075 h 69614"/>
                <a:gd name="csX2" fmla="*/ 13730 w 44834"/>
                <a:gd name="csY2" fmla="*/ 60335 h 69614"/>
                <a:gd name="csX3" fmla="*/ 21135 w 44834"/>
                <a:gd name="csY3" fmla="*/ 62865 h 69614"/>
                <a:gd name="csX4" fmla="*/ 27906 w 44834"/>
                <a:gd name="csY4" fmla="*/ 61116 h 69614"/>
                <a:gd name="csX5" fmla="*/ 32669 w 44834"/>
                <a:gd name="csY5" fmla="*/ 56391 h 69614"/>
                <a:gd name="csX6" fmla="*/ 35794 w 44834"/>
                <a:gd name="csY6" fmla="*/ 48429 h 69614"/>
                <a:gd name="csX7" fmla="*/ 37059 w 44834"/>
                <a:gd name="csY7" fmla="*/ 38160 h 69614"/>
                <a:gd name="csX8" fmla="*/ 36985 w 44834"/>
                <a:gd name="csY8" fmla="*/ 36522 h 69614"/>
                <a:gd name="csX9" fmla="*/ 30139 w 44834"/>
                <a:gd name="csY9" fmla="*/ 42996 h 69614"/>
                <a:gd name="csX10" fmla="*/ 20725 w 44834"/>
                <a:gd name="csY10" fmla="*/ 45489 h 69614"/>
                <a:gd name="csX11" fmla="*/ 6401 w 44834"/>
                <a:gd name="csY11" fmla="*/ 39350 h 69614"/>
                <a:gd name="csX12" fmla="*/ 522 w 44834"/>
                <a:gd name="csY12" fmla="*/ 23165 h 69614"/>
                <a:gd name="csX13" fmla="*/ 6661 w 44834"/>
                <a:gd name="csY13" fmla="*/ 6459 h 69614"/>
                <a:gd name="csX14" fmla="*/ 21953 w 44834"/>
                <a:gd name="csY14" fmla="*/ 134 h 69614"/>
                <a:gd name="csX15" fmla="*/ 34120 w 44834"/>
                <a:gd name="csY15" fmla="*/ 3706 h 69614"/>
                <a:gd name="csX16" fmla="*/ 42491 w 44834"/>
                <a:gd name="csY16" fmla="*/ 13938 h 69614"/>
                <a:gd name="csX17" fmla="*/ 45356 w 44834"/>
                <a:gd name="csY17" fmla="*/ 33099 h 69614"/>
                <a:gd name="csX18" fmla="*/ 42529 w 44834"/>
                <a:gd name="csY18" fmla="*/ 53935 h 69614"/>
                <a:gd name="csX19" fmla="*/ 34083 w 44834"/>
                <a:gd name="csY19" fmla="*/ 65693 h 69614"/>
                <a:gd name="csX20" fmla="*/ 20949 w 44834"/>
                <a:gd name="csY20" fmla="*/ 69748 h 69614"/>
                <a:gd name="csX21" fmla="*/ 7889 w 44834"/>
                <a:gd name="csY21" fmla="*/ 65321 h 69614"/>
                <a:gd name="csX22" fmla="*/ 1787 w 44834"/>
                <a:gd name="csY22" fmla="*/ 52819 h 69614"/>
                <a:gd name="csX23" fmla="*/ 36055 w 44834"/>
                <a:gd name="csY23" fmla="*/ 22756 h 69614"/>
                <a:gd name="csX24" fmla="*/ 32222 w 44834"/>
                <a:gd name="csY24" fmla="*/ 11296 h 69614"/>
                <a:gd name="csX25" fmla="*/ 22995 w 44834"/>
                <a:gd name="csY25" fmla="*/ 7054 h 69614"/>
                <a:gd name="csX26" fmla="*/ 13284 w 44834"/>
                <a:gd name="csY26" fmla="*/ 11631 h 69614"/>
                <a:gd name="csX27" fmla="*/ 9154 w 44834"/>
                <a:gd name="csY27" fmla="*/ 23426 h 69614"/>
                <a:gd name="csX28" fmla="*/ 13061 w 44834"/>
                <a:gd name="csY28" fmla="*/ 34030 h 69614"/>
                <a:gd name="csX29" fmla="*/ 22772 w 44834"/>
                <a:gd name="csY29" fmla="*/ 38085 h 69614"/>
                <a:gd name="csX30" fmla="*/ 32334 w 44834"/>
                <a:gd name="csY30" fmla="*/ 34030 h 69614"/>
                <a:gd name="csX31" fmla="*/ 36055 w 44834"/>
                <a:gd name="csY31" fmla="*/ 22756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4834" h="69614">
                  <a:moveTo>
                    <a:pt x="1787" y="52819"/>
                  </a:moveTo>
                  <a:lnTo>
                    <a:pt x="9824" y="52075"/>
                  </a:lnTo>
                  <a:cubicBezTo>
                    <a:pt x="10531" y="55870"/>
                    <a:pt x="11833" y="58623"/>
                    <a:pt x="13730" y="60335"/>
                  </a:cubicBezTo>
                  <a:cubicBezTo>
                    <a:pt x="15665" y="62009"/>
                    <a:pt x="18121" y="62865"/>
                    <a:pt x="21135" y="62865"/>
                  </a:cubicBezTo>
                  <a:cubicBezTo>
                    <a:pt x="23702" y="62865"/>
                    <a:pt x="25972" y="62270"/>
                    <a:pt x="27906" y="61116"/>
                  </a:cubicBezTo>
                  <a:cubicBezTo>
                    <a:pt x="29841" y="59926"/>
                    <a:pt x="31441" y="58363"/>
                    <a:pt x="32669" y="56391"/>
                  </a:cubicBezTo>
                  <a:cubicBezTo>
                    <a:pt x="33897" y="54419"/>
                    <a:pt x="34938" y="51777"/>
                    <a:pt x="35794" y="48429"/>
                  </a:cubicBezTo>
                  <a:cubicBezTo>
                    <a:pt x="36613" y="45080"/>
                    <a:pt x="37022" y="41657"/>
                    <a:pt x="37059" y="38160"/>
                  </a:cubicBezTo>
                  <a:cubicBezTo>
                    <a:pt x="37022" y="37788"/>
                    <a:pt x="37022" y="37267"/>
                    <a:pt x="36985" y="36522"/>
                  </a:cubicBezTo>
                  <a:cubicBezTo>
                    <a:pt x="35311" y="39164"/>
                    <a:pt x="33041" y="41322"/>
                    <a:pt x="30139" y="42996"/>
                  </a:cubicBezTo>
                  <a:cubicBezTo>
                    <a:pt x="27237" y="44634"/>
                    <a:pt x="24111" y="45489"/>
                    <a:pt x="20725" y="45489"/>
                  </a:cubicBezTo>
                  <a:cubicBezTo>
                    <a:pt x="15070" y="45489"/>
                    <a:pt x="10307" y="43443"/>
                    <a:pt x="6401" y="39350"/>
                  </a:cubicBezTo>
                  <a:cubicBezTo>
                    <a:pt x="2494" y="35257"/>
                    <a:pt x="522" y="29862"/>
                    <a:pt x="522" y="23165"/>
                  </a:cubicBezTo>
                  <a:cubicBezTo>
                    <a:pt x="522" y="16245"/>
                    <a:pt x="2568" y="10664"/>
                    <a:pt x="6661" y="6459"/>
                  </a:cubicBezTo>
                  <a:cubicBezTo>
                    <a:pt x="10717" y="2255"/>
                    <a:pt x="15851" y="134"/>
                    <a:pt x="21953" y="134"/>
                  </a:cubicBezTo>
                  <a:cubicBezTo>
                    <a:pt x="26418" y="134"/>
                    <a:pt x="30474" y="1325"/>
                    <a:pt x="34120" y="3706"/>
                  </a:cubicBezTo>
                  <a:cubicBezTo>
                    <a:pt x="37803" y="6087"/>
                    <a:pt x="40594" y="9510"/>
                    <a:pt x="42491" y="13938"/>
                  </a:cubicBezTo>
                  <a:cubicBezTo>
                    <a:pt x="44426" y="18328"/>
                    <a:pt x="45356" y="24728"/>
                    <a:pt x="45356" y="33099"/>
                  </a:cubicBezTo>
                  <a:cubicBezTo>
                    <a:pt x="45356" y="41806"/>
                    <a:pt x="44426" y="48764"/>
                    <a:pt x="42529" y="53935"/>
                  </a:cubicBezTo>
                  <a:cubicBezTo>
                    <a:pt x="40631" y="59070"/>
                    <a:pt x="37841" y="63014"/>
                    <a:pt x="34083" y="65693"/>
                  </a:cubicBezTo>
                  <a:cubicBezTo>
                    <a:pt x="30362" y="68409"/>
                    <a:pt x="25972" y="69748"/>
                    <a:pt x="20949" y="69748"/>
                  </a:cubicBezTo>
                  <a:cubicBezTo>
                    <a:pt x="15628" y="69748"/>
                    <a:pt x="11275" y="68260"/>
                    <a:pt x="7889" y="65321"/>
                  </a:cubicBezTo>
                  <a:cubicBezTo>
                    <a:pt x="4503" y="62344"/>
                    <a:pt x="2457" y="58177"/>
                    <a:pt x="1787" y="52819"/>
                  </a:cubicBezTo>
                  <a:moveTo>
                    <a:pt x="36055" y="22756"/>
                  </a:moveTo>
                  <a:cubicBezTo>
                    <a:pt x="36055" y="17919"/>
                    <a:pt x="34790" y="14124"/>
                    <a:pt x="32222" y="11296"/>
                  </a:cubicBezTo>
                  <a:cubicBezTo>
                    <a:pt x="29655" y="8468"/>
                    <a:pt x="26604" y="7054"/>
                    <a:pt x="22995" y="7054"/>
                  </a:cubicBezTo>
                  <a:cubicBezTo>
                    <a:pt x="19274" y="7054"/>
                    <a:pt x="16037" y="8580"/>
                    <a:pt x="13284" y="11631"/>
                  </a:cubicBezTo>
                  <a:cubicBezTo>
                    <a:pt x="10531" y="14645"/>
                    <a:pt x="9154" y="18589"/>
                    <a:pt x="9154" y="23426"/>
                  </a:cubicBezTo>
                  <a:cubicBezTo>
                    <a:pt x="9154" y="27779"/>
                    <a:pt x="10456" y="31313"/>
                    <a:pt x="13061" y="34030"/>
                  </a:cubicBezTo>
                  <a:cubicBezTo>
                    <a:pt x="15702" y="36746"/>
                    <a:pt x="18902" y="38085"/>
                    <a:pt x="22772" y="38085"/>
                  </a:cubicBezTo>
                  <a:cubicBezTo>
                    <a:pt x="26641" y="38085"/>
                    <a:pt x="29841" y="36746"/>
                    <a:pt x="32334" y="34030"/>
                  </a:cubicBezTo>
                  <a:cubicBezTo>
                    <a:pt x="34827" y="31313"/>
                    <a:pt x="36055" y="27556"/>
                    <a:pt x="36055" y="2275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81" name="Freeform 3080">
              <a:extLst>
                <a:ext uri="{FF2B5EF4-FFF2-40B4-BE49-F238E27FC236}">
                  <a16:creationId xmlns:a16="http://schemas.microsoft.com/office/drawing/2014/main" id="{483C29E8-6F3E-A33D-CAE9-D93AECECD3C5}"/>
                </a:ext>
              </a:extLst>
            </p:cNvPr>
            <p:cNvSpPr/>
            <p:nvPr/>
          </p:nvSpPr>
          <p:spPr>
            <a:xfrm>
              <a:off x="8193851" y="6916973"/>
              <a:ext cx="43011" cy="51643"/>
            </a:xfrm>
            <a:custGeom>
              <a:avLst/>
              <a:gdLst>
                <a:gd name="csX0" fmla="*/ 35316 w 43011"/>
                <a:gd name="csY0" fmla="*/ 32579 h 51643"/>
                <a:gd name="csX1" fmla="*/ 43539 w 43011"/>
                <a:gd name="csY1" fmla="*/ 33620 h 51643"/>
                <a:gd name="csX2" fmla="*/ 36656 w 43011"/>
                <a:gd name="csY2" fmla="*/ 46978 h 51643"/>
                <a:gd name="csX3" fmla="*/ 23001 w 43011"/>
                <a:gd name="csY3" fmla="*/ 51777 h 51643"/>
                <a:gd name="csX4" fmla="*/ 6704 w 43011"/>
                <a:gd name="csY4" fmla="*/ 45155 h 51643"/>
                <a:gd name="csX5" fmla="*/ 528 w 43011"/>
                <a:gd name="csY5" fmla="*/ 26142 h 51643"/>
                <a:gd name="csX6" fmla="*/ 3169 w 43011"/>
                <a:gd name="csY6" fmla="*/ 12152 h 51643"/>
                <a:gd name="csX7" fmla="*/ 11243 w 43011"/>
                <a:gd name="csY7" fmla="*/ 3148 h 51643"/>
                <a:gd name="csX8" fmla="*/ 23038 w 43011"/>
                <a:gd name="csY8" fmla="*/ 134 h 51643"/>
                <a:gd name="csX9" fmla="*/ 36209 w 43011"/>
                <a:gd name="csY9" fmla="*/ 4227 h 51643"/>
                <a:gd name="csX10" fmla="*/ 42758 w 43011"/>
                <a:gd name="csY10" fmla="*/ 15761 h 51643"/>
                <a:gd name="csX11" fmla="*/ 34609 w 43011"/>
                <a:gd name="csY11" fmla="*/ 17026 h 51643"/>
                <a:gd name="csX12" fmla="*/ 30516 w 43011"/>
                <a:gd name="csY12" fmla="*/ 9547 h 51643"/>
                <a:gd name="csX13" fmla="*/ 23373 w 43011"/>
                <a:gd name="csY13" fmla="*/ 7055 h 51643"/>
                <a:gd name="csX14" fmla="*/ 13104 w 43011"/>
                <a:gd name="csY14" fmla="*/ 11557 h 51643"/>
                <a:gd name="csX15" fmla="*/ 9122 w 43011"/>
                <a:gd name="csY15" fmla="*/ 25918 h 51643"/>
                <a:gd name="csX16" fmla="*/ 12955 w 43011"/>
                <a:gd name="csY16" fmla="*/ 40392 h 51643"/>
                <a:gd name="csX17" fmla="*/ 22889 w 43011"/>
                <a:gd name="csY17" fmla="*/ 44894 h 51643"/>
                <a:gd name="csX18" fmla="*/ 31112 w 43011"/>
                <a:gd name="csY18" fmla="*/ 41880 h 51643"/>
                <a:gd name="csX19" fmla="*/ 35316 w 43011"/>
                <a:gd name="csY19" fmla="*/ 32579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011" h="51643">
                  <a:moveTo>
                    <a:pt x="35316" y="32579"/>
                  </a:moveTo>
                  <a:lnTo>
                    <a:pt x="43539" y="33620"/>
                  </a:lnTo>
                  <a:cubicBezTo>
                    <a:pt x="42646" y="39313"/>
                    <a:pt x="40339" y="43741"/>
                    <a:pt x="36656" y="46978"/>
                  </a:cubicBezTo>
                  <a:cubicBezTo>
                    <a:pt x="32935" y="50177"/>
                    <a:pt x="28396" y="51777"/>
                    <a:pt x="23001" y="51777"/>
                  </a:cubicBezTo>
                  <a:cubicBezTo>
                    <a:pt x="16229" y="51777"/>
                    <a:pt x="10797" y="49582"/>
                    <a:pt x="6704" y="45155"/>
                  </a:cubicBezTo>
                  <a:cubicBezTo>
                    <a:pt x="2574" y="40727"/>
                    <a:pt x="528" y="34402"/>
                    <a:pt x="528" y="26142"/>
                  </a:cubicBezTo>
                  <a:cubicBezTo>
                    <a:pt x="528" y="20821"/>
                    <a:pt x="1420" y="16133"/>
                    <a:pt x="3169" y="12152"/>
                  </a:cubicBezTo>
                  <a:cubicBezTo>
                    <a:pt x="4955" y="8171"/>
                    <a:pt x="7634" y="5157"/>
                    <a:pt x="11243" y="3148"/>
                  </a:cubicBezTo>
                  <a:cubicBezTo>
                    <a:pt x="14852" y="1139"/>
                    <a:pt x="18796" y="134"/>
                    <a:pt x="23038" y="134"/>
                  </a:cubicBezTo>
                  <a:cubicBezTo>
                    <a:pt x="28396" y="134"/>
                    <a:pt x="32786" y="1511"/>
                    <a:pt x="36209" y="4227"/>
                  </a:cubicBezTo>
                  <a:cubicBezTo>
                    <a:pt x="39595" y="6943"/>
                    <a:pt x="41790" y="10775"/>
                    <a:pt x="42758" y="15761"/>
                  </a:cubicBezTo>
                  <a:lnTo>
                    <a:pt x="34609" y="17026"/>
                  </a:lnTo>
                  <a:cubicBezTo>
                    <a:pt x="33828" y="13715"/>
                    <a:pt x="32488" y="11222"/>
                    <a:pt x="30516" y="9547"/>
                  </a:cubicBezTo>
                  <a:cubicBezTo>
                    <a:pt x="28544" y="7873"/>
                    <a:pt x="26163" y="7055"/>
                    <a:pt x="23373" y="7055"/>
                  </a:cubicBezTo>
                  <a:cubicBezTo>
                    <a:pt x="19131" y="7055"/>
                    <a:pt x="15708" y="8543"/>
                    <a:pt x="13104" y="11557"/>
                  </a:cubicBezTo>
                  <a:cubicBezTo>
                    <a:pt x="10462" y="14608"/>
                    <a:pt x="9122" y="19370"/>
                    <a:pt x="9122" y="25918"/>
                  </a:cubicBezTo>
                  <a:cubicBezTo>
                    <a:pt x="9122" y="32541"/>
                    <a:pt x="10387" y="37378"/>
                    <a:pt x="12955" y="40392"/>
                  </a:cubicBezTo>
                  <a:cubicBezTo>
                    <a:pt x="15485" y="43406"/>
                    <a:pt x="18796" y="44894"/>
                    <a:pt x="22889" y="44894"/>
                  </a:cubicBezTo>
                  <a:cubicBezTo>
                    <a:pt x="26200" y="44894"/>
                    <a:pt x="28916" y="43889"/>
                    <a:pt x="31112" y="41880"/>
                  </a:cubicBezTo>
                  <a:cubicBezTo>
                    <a:pt x="33344" y="39871"/>
                    <a:pt x="34721" y="36746"/>
                    <a:pt x="35316" y="3257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82" name="Graphic 2017">
            <a:extLst>
              <a:ext uri="{FF2B5EF4-FFF2-40B4-BE49-F238E27FC236}">
                <a16:creationId xmlns:a16="http://schemas.microsoft.com/office/drawing/2014/main" id="{BFCA45A0-F40A-7168-735D-D942A80A5021}"/>
              </a:ext>
            </a:extLst>
          </p:cNvPr>
          <p:cNvGrpSpPr/>
          <p:nvPr/>
        </p:nvGrpSpPr>
        <p:grpSpPr>
          <a:xfrm>
            <a:off x="1642409" y="5959193"/>
            <a:ext cx="56195" cy="39432"/>
            <a:chOff x="8140049" y="7008837"/>
            <a:chExt cx="99157" cy="69577"/>
          </a:xfrm>
          <a:solidFill>
            <a:srgbClr val="000000"/>
          </a:solidFill>
        </p:grpSpPr>
        <p:sp>
          <p:nvSpPr>
            <p:cNvPr id="3083" name="Freeform 3082">
              <a:extLst>
                <a:ext uri="{FF2B5EF4-FFF2-40B4-BE49-F238E27FC236}">
                  <a16:creationId xmlns:a16="http://schemas.microsoft.com/office/drawing/2014/main" id="{6782BFF7-DE6E-E283-1BD9-0A430A993D22}"/>
                </a:ext>
              </a:extLst>
            </p:cNvPr>
            <p:cNvSpPr/>
            <p:nvPr/>
          </p:nvSpPr>
          <p:spPr>
            <a:xfrm>
              <a:off x="8140049" y="7008837"/>
              <a:ext cx="45067" cy="68460"/>
            </a:xfrm>
            <a:custGeom>
              <a:avLst/>
              <a:gdLst>
                <a:gd name="csX0" fmla="*/ 45590 w 45067"/>
                <a:gd name="csY0" fmla="*/ 60570 h 68460"/>
                <a:gd name="csX1" fmla="*/ 45590 w 45067"/>
                <a:gd name="csY1" fmla="*/ 68606 h 68460"/>
                <a:gd name="csX2" fmla="*/ 532 w 45067"/>
                <a:gd name="csY2" fmla="*/ 68606 h 68460"/>
                <a:gd name="csX3" fmla="*/ 1500 w 45067"/>
                <a:gd name="csY3" fmla="*/ 62802 h 68460"/>
                <a:gd name="csX4" fmla="*/ 7006 w 45067"/>
                <a:gd name="csY4" fmla="*/ 53724 h 68460"/>
                <a:gd name="csX5" fmla="*/ 17945 w 45067"/>
                <a:gd name="csY5" fmla="*/ 43380 h 68460"/>
                <a:gd name="csX6" fmla="*/ 32977 w 45067"/>
                <a:gd name="csY6" fmla="*/ 28944 h 68460"/>
                <a:gd name="csX7" fmla="*/ 36883 w 45067"/>
                <a:gd name="csY7" fmla="*/ 18898 h 68460"/>
                <a:gd name="csX8" fmla="*/ 33312 w 45067"/>
                <a:gd name="csY8" fmla="*/ 10489 h 68460"/>
                <a:gd name="csX9" fmla="*/ 24047 w 45067"/>
                <a:gd name="csY9" fmla="*/ 7066 h 68460"/>
                <a:gd name="csX10" fmla="*/ 14373 w 45067"/>
                <a:gd name="csY10" fmla="*/ 10712 h 68460"/>
                <a:gd name="csX11" fmla="*/ 10690 w 45067"/>
                <a:gd name="csY11" fmla="*/ 20758 h 68460"/>
                <a:gd name="csX12" fmla="*/ 2095 w 45067"/>
                <a:gd name="csY12" fmla="*/ 19865 h 68460"/>
                <a:gd name="csX13" fmla="*/ 8755 w 45067"/>
                <a:gd name="csY13" fmla="*/ 5206 h 68460"/>
                <a:gd name="csX14" fmla="*/ 24233 w 45067"/>
                <a:gd name="csY14" fmla="*/ 146 h 68460"/>
                <a:gd name="csX15" fmla="*/ 39748 w 45067"/>
                <a:gd name="csY15" fmla="*/ 5578 h 68460"/>
                <a:gd name="csX16" fmla="*/ 45478 w 45067"/>
                <a:gd name="csY16" fmla="*/ 19084 h 68460"/>
                <a:gd name="csX17" fmla="*/ 43804 w 45067"/>
                <a:gd name="csY17" fmla="*/ 27121 h 68460"/>
                <a:gd name="csX18" fmla="*/ 38260 w 45067"/>
                <a:gd name="csY18" fmla="*/ 35455 h 68460"/>
                <a:gd name="csX19" fmla="*/ 25349 w 45067"/>
                <a:gd name="csY19" fmla="*/ 47436 h 68460"/>
                <a:gd name="csX20" fmla="*/ 15675 w 45067"/>
                <a:gd name="csY20" fmla="*/ 56030 h 68460"/>
                <a:gd name="csX21" fmla="*/ 12141 w 45067"/>
                <a:gd name="csY21" fmla="*/ 60570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067" h="68460">
                  <a:moveTo>
                    <a:pt x="45590" y="60570"/>
                  </a:moveTo>
                  <a:lnTo>
                    <a:pt x="45590" y="68606"/>
                  </a:lnTo>
                  <a:lnTo>
                    <a:pt x="532" y="68606"/>
                  </a:lnTo>
                  <a:cubicBezTo>
                    <a:pt x="458" y="66597"/>
                    <a:pt x="793" y="64663"/>
                    <a:pt x="1500" y="62802"/>
                  </a:cubicBezTo>
                  <a:cubicBezTo>
                    <a:pt x="2653" y="59714"/>
                    <a:pt x="4476" y="56700"/>
                    <a:pt x="7006" y="53724"/>
                  </a:cubicBezTo>
                  <a:cubicBezTo>
                    <a:pt x="9536" y="50747"/>
                    <a:pt x="13183" y="47324"/>
                    <a:pt x="17945" y="43380"/>
                  </a:cubicBezTo>
                  <a:cubicBezTo>
                    <a:pt x="25349" y="37315"/>
                    <a:pt x="30372" y="32516"/>
                    <a:pt x="32977" y="28944"/>
                  </a:cubicBezTo>
                  <a:cubicBezTo>
                    <a:pt x="35581" y="25409"/>
                    <a:pt x="36883" y="22060"/>
                    <a:pt x="36883" y="18898"/>
                  </a:cubicBezTo>
                  <a:cubicBezTo>
                    <a:pt x="36883" y="15586"/>
                    <a:pt x="35693" y="12759"/>
                    <a:pt x="33312" y="10489"/>
                  </a:cubicBezTo>
                  <a:cubicBezTo>
                    <a:pt x="30967" y="8219"/>
                    <a:pt x="27842" y="7066"/>
                    <a:pt x="24047" y="7066"/>
                  </a:cubicBezTo>
                  <a:cubicBezTo>
                    <a:pt x="20029" y="7066"/>
                    <a:pt x="16792" y="8294"/>
                    <a:pt x="14373" y="10712"/>
                  </a:cubicBezTo>
                  <a:cubicBezTo>
                    <a:pt x="11955" y="13131"/>
                    <a:pt x="10727" y="16479"/>
                    <a:pt x="10690" y="20758"/>
                  </a:cubicBezTo>
                  <a:lnTo>
                    <a:pt x="2095" y="19865"/>
                  </a:lnTo>
                  <a:cubicBezTo>
                    <a:pt x="2690" y="13466"/>
                    <a:pt x="4885" y="8554"/>
                    <a:pt x="8755" y="5206"/>
                  </a:cubicBezTo>
                  <a:cubicBezTo>
                    <a:pt x="12587" y="1820"/>
                    <a:pt x="17759" y="146"/>
                    <a:pt x="24233" y="146"/>
                  </a:cubicBezTo>
                  <a:cubicBezTo>
                    <a:pt x="30781" y="146"/>
                    <a:pt x="35953" y="1969"/>
                    <a:pt x="39748" y="5578"/>
                  </a:cubicBezTo>
                  <a:cubicBezTo>
                    <a:pt x="43581" y="9224"/>
                    <a:pt x="45478" y="13726"/>
                    <a:pt x="45478" y="19084"/>
                  </a:cubicBezTo>
                  <a:cubicBezTo>
                    <a:pt x="45478" y="21800"/>
                    <a:pt x="44920" y="24479"/>
                    <a:pt x="43804" y="27121"/>
                  </a:cubicBezTo>
                  <a:cubicBezTo>
                    <a:pt x="42688" y="29762"/>
                    <a:pt x="40827" y="32516"/>
                    <a:pt x="38260" y="35455"/>
                  </a:cubicBezTo>
                  <a:cubicBezTo>
                    <a:pt x="35656" y="38357"/>
                    <a:pt x="31377" y="42376"/>
                    <a:pt x="25349" y="47436"/>
                  </a:cubicBezTo>
                  <a:cubicBezTo>
                    <a:pt x="20326" y="51677"/>
                    <a:pt x="17089" y="54505"/>
                    <a:pt x="15675" y="56030"/>
                  </a:cubicBezTo>
                  <a:cubicBezTo>
                    <a:pt x="14262" y="57519"/>
                    <a:pt x="13071" y="59044"/>
                    <a:pt x="12141" y="605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84" name="Freeform 3083">
              <a:extLst>
                <a:ext uri="{FF2B5EF4-FFF2-40B4-BE49-F238E27FC236}">
                  <a16:creationId xmlns:a16="http://schemas.microsoft.com/office/drawing/2014/main" id="{308336A8-9E55-BE63-1A41-944FB629E592}"/>
                </a:ext>
              </a:extLst>
            </p:cNvPr>
            <p:cNvSpPr/>
            <p:nvPr/>
          </p:nvSpPr>
          <p:spPr>
            <a:xfrm>
              <a:off x="8196381" y="7009135"/>
              <a:ext cx="42825" cy="69279"/>
            </a:xfrm>
            <a:custGeom>
              <a:avLst/>
              <a:gdLst>
                <a:gd name="csX0" fmla="*/ 8267 w 42825"/>
                <a:gd name="csY0" fmla="*/ 68309 h 69279"/>
                <a:gd name="csX1" fmla="*/ 528 w 42825"/>
                <a:gd name="csY1" fmla="*/ 68309 h 69279"/>
                <a:gd name="csX2" fmla="*/ 528 w 42825"/>
                <a:gd name="csY2" fmla="*/ 146 h 69279"/>
                <a:gd name="csX3" fmla="*/ 8862 w 42825"/>
                <a:gd name="csY3" fmla="*/ 146 h 69279"/>
                <a:gd name="csX4" fmla="*/ 8862 w 42825"/>
                <a:gd name="csY4" fmla="*/ 24442 h 69279"/>
                <a:gd name="csX5" fmla="*/ 22405 w 42825"/>
                <a:gd name="csY5" fmla="*/ 17782 h 69279"/>
                <a:gd name="csX6" fmla="*/ 31037 w 42825"/>
                <a:gd name="csY6" fmla="*/ 19642 h 69279"/>
                <a:gd name="csX7" fmla="*/ 37735 w 42825"/>
                <a:gd name="csY7" fmla="*/ 24814 h 69279"/>
                <a:gd name="csX8" fmla="*/ 41865 w 42825"/>
                <a:gd name="csY8" fmla="*/ 32813 h 69279"/>
                <a:gd name="csX9" fmla="*/ 43353 w 42825"/>
                <a:gd name="csY9" fmla="*/ 42859 h 69279"/>
                <a:gd name="csX10" fmla="*/ 37065 w 42825"/>
                <a:gd name="csY10" fmla="*/ 62505 h 69279"/>
                <a:gd name="csX11" fmla="*/ 21996 w 42825"/>
                <a:gd name="csY11" fmla="*/ 69425 h 69279"/>
                <a:gd name="csX12" fmla="*/ 8267 w 42825"/>
                <a:gd name="csY12" fmla="*/ 62132 h 69279"/>
                <a:gd name="csX13" fmla="*/ 8267 w 42825"/>
                <a:gd name="csY13" fmla="*/ 68309 h 69279"/>
                <a:gd name="csX14" fmla="*/ 8192 w 42825"/>
                <a:gd name="csY14" fmla="*/ 43231 h 69279"/>
                <a:gd name="csX15" fmla="*/ 10611 w 42825"/>
                <a:gd name="csY15" fmla="*/ 56068 h 69279"/>
                <a:gd name="csX16" fmla="*/ 21289 w 42825"/>
                <a:gd name="csY16" fmla="*/ 62542 h 69279"/>
                <a:gd name="csX17" fmla="*/ 30777 w 42825"/>
                <a:gd name="csY17" fmla="*/ 57779 h 69279"/>
                <a:gd name="csX18" fmla="*/ 34795 w 42825"/>
                <a:gd name="csY18" fmla="*/ 43566 h 69279"/>
                <a:gd name="csX19" fmla="*/ 30963 w 42825"/>
                <a:gd name="csY19" fmla="*/ 29279 h 69279"/>
                <a:gd name="csX20" fmla="*/ 21661 w 42825"/>
                <a:gd name="csY20" fmla="*/ 24702 h 69279"/>
                <a:gd name="csX21" fmla="*/ 12173 w 42825"/>
                <a:gd name="csY21" fmla="*/ 29465 h 69279"/>
                <a:gd name="csX22" fmla="*/ 8192 w 42825"/>
                <a:gd name="csY22" fmla="*/ 43231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2825" h="69279">
                  <a:moveTo>
                    <a:pt x="8267" y="68309"/>
                  </a:moveTo>
                  <a:lnTo>
                    <a:pt x="528" y="68309"/>
                  </a:lnTo>
                  <a:lnTo>
                    <a:pt x="528" y="146"/>
                  </a:lnTo>
                  <a:lnTo>
                    <a:pt x="8862" y="146"/>
                  </a:lnTo>
                  <a:lnTo>
                    <a:pt x="8862" y="24442"/>
                  </a:lnTo>
                  <a:cubicBezTo>
                    <a:pt x="12434" y="20014"/>
                    <a:pt x="16936" y="17782"/>
                    <a:pt x="22405" y="17782"/>
                  </a:cubicBezTo>
                  <a:cubicBezTo>
                    <a:pt x="25456" y="17782"/>
                    <a:pt x="28321" y="18414"/>
                    <a:pt x="31037" y="19642"/>
                  </a:cubicBezTo>
                  <a:cubicBezTo>
                    <a:pt x="33753" y="20870"/>
                    <a:pt x="35986" y="22581"/>
                    <a:pt x="37735" y="24814"/>
                  </a:cubicBezTo>
                  <a:cubicBezTo>
                    <a:pt x="39483" y="27009"/>
                    <a:pt x="40860" y="29688"/>
                    <a:pt x="41865" y="32813"/>
                  </a:cubicBezTo>
                  <a:cubicBezTo>
                    <a:pt x="42832" y="35939"/>
                    <a:pt x="43353" y="39287"/>
                    <a:pt x="43353" y="42859"/>
                  </a:cubicBezTo>
                  <a:cubicBezTo>
                    <a:pt x="43353" y="51342"/>
                    <a:pt x="41232" y="57891"/>
                    <a:pt x="37065" y="62505"/>
                  </a:cubicBezTo>
                  <a:cubicBezTo>
                    <a:pt x="32898" y="67118"/>
                    <a:pt x="27837" y="69425"/>
                    <a:pt x="21996" y="69425"/>
                  </a:cubicBezTo>
                  <a:cubicBezTo>
                    <a:pt x="16154" y="69425"/>
                    <a:pt x="11578" y="67007"/>
                    <a:pt x="8267" y="62132"/>
                  </a:cubicBezTo>
                  <a:lnTo>
                    <a:pt x="8267" y="68309"/>
                  </a:lnTo>
                  <a:moveTo>
                    <a:pt x="8192" y="43231"/>
                  </a:moveTo>
                  <a:cubicBezTo>
                    <a:pt x="8192" y="49147"/>
                    <a:pt x="8974" y="53426"/>
                    <a:pt x="10611" y="56068"/>
                  </a:cubicBezTo>
                  <a:cubicBezTo>
                    <a:pt x="13252" y="60384"/>
                    <a:pt x="16787" y="62542"/>
                    <a:pt x="21289" y="62542"/>
                  </a:cubicBezTo>
                  <a:cubicBezTo>
                    <a:pt x="24973" y="62542"/>
                    <a:pt x="28135" y="60942"/>
                    <a:pt x="30777" y="57779"/>
                  </a:cubicBezTo>
                  <a:cubicBezTo>
                    <a:pt x="33456" y="54579"/>
                    <a:pt x="34795" y="49854"/>
                    <a:pt x="34795" y="43566"/>
                  </a:cubicBezTo>
                  <a:cubicBezTo>
                    <a:pt x="34795" y="37129"/>
                    <a:pt x="33493" y="32367"/>
                    <a:pt x="30963" y="29279"/>
                  </a:cubicBezTo>
                  <a:cubicBezTo>
                    <a:pt x="28396" y="26228"/>
                    <a:pt x="25307" y="24702"/>
                    <a:pt x="21661" y="24702"/>
                  </a:cubicBezTo>
                  <a:cubicBezTo>
                    <a:pt x="18015" y="24702"/>
                    <a:pt x="14852" y="26265"/>
                    <a:pt x="12173" y="29465"/>
                  </a:cubicBezTo>
                  <a:cubicBezTo>
                    <a:pt x="9532" y="32627"/>
                    <a:pt x="8192" y="37241"/>
                    <a:pt x="8192" y="4323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85" name="Graphic 2017">
            <a:extLst>
              <a:ext uri="{FF2B5EF4-FFF2-40B4-BE49-F238E27FC236}">
                <a16:creationId xmlns:a16="http://schemas.microsoft.com/office/drawing/2014/main" id="{EA72E6F4-61A9-362E-6C70-7F19AE887FC1}"/>
              </a:ext>
            </a:extLst>
          </p:cNvPr>
          <p:cNvGrpSpPr/>
          <p:nvPr/>
        </p:nvGrpSpPr>
        <p:grpSpPr>
          <a:xfrm>
            <a:off x="1646821" y="6021398"/>
            <a:ext cx="51783" cy="39453"/>
            <a:chOff x="8147537" y="7118598"/>
            <a:chExt cx="91371" cy="69614"/>
          </a:xfrm>
          <a:solidFill>
            <a:srgbClr val="000000"/>
          </a:solidFill>
        </p:grpSpPr>
        <p:sp>
          <p:nvSpPr>
            <p:cNvPr id="3086" name="Freeform 3085">
              <a:extLst>
                <a:ext uri="{FF2B5EF4-FFF2-40B4-BE49-F238E27FC236}">
                  <a16:creationId xmlns:a16="http://schemas.microsoft.com/office/drawing/2014/main" id="{31532FAD-8B1A-DB86-0E17-79066DA0C422}"/>
                </a:ext>
              </a:extLst>
            </p:cNvPr>
            <p:cNvSpPr/>
            <p:nvPr/>
          </p:nvSpPr>
          <p:spPr>
            <a:xfrm>
              <a:off x="8147537" y="7118598"/>
              <a:ext cx="25114" cy="68460"/>
            </a:xfrm>
            <a:custGeom>
              <a:avLst/>
              <a:gdLst>
                <a:gd name="csX0" fmla="*/ 25637 w 25114"/>
                <a:gd name="csY0" fmla="*/ 68618 h 68460"/>
                <a:gd name="csX1" fmla="*/ 17265 w 25114"/>
                <a:gd name="csY1" fmla="*/ 68618 h 68460"/>
                <a:gd name="csX2" fmla="*/ 17265 w 25114"/>
                <a:gd name="csY2" fmla="*/ 15263 h 68460"/>
                <a:gd name="csX3" fmla="*/ 9340 w 25114"/>
                <a:gd name="csY3" fmla="*/ 21030 h 68460"/>
                <a:gd name="csX4" fmla="*/ 522 w 25114"/>
                <a:gd name="csY4" fmla="*/ 25383 h 68460"/>
                <a:gd name="csX5" fmla="*/ 522 w 25114"/>
                <a:gd name="csY5" fmla="*/ 17272 h 68460"/>
                <a:gd name="csX6" fmla="*/ 12800 w 25114"/>
                <a:gd name="csY6" fmla="*/ 9273 h 68460"/>
                <a:gd name="csX7" fmla="*/ 20242 w 25114"/>
                <a:gd name="csY7" fmla="*/ 157 h 68460"/>
                <a:gd name="csX8" fmla="*/ 25637 w 25114"/>
                <a:gd name="csY8" fmla="*/ 157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18"/>
                  </a:moveTo>
                  <a:lnTo>
                    <a:pt x="17265" y="68618"/>
                  </a:lnTo>
                  <a:lnTo>
                    <a:pt x="17265" y="15263"/>
                  </a:lnTo>
                  <a:cubicBezTo>
                    <a:pt x="15256" y="17198"/>
                    <a:pt x="12614" y="19133"/>
                    <a:pt x="9340" y="21030"/>
                  </a:cubicBezTo>
                  <a:cubicBezTo>
                    <a:pt x="6066" y="22965"/>
                    <a:pt x="3126" y="24416"/>
                    <a:pt x="522" y="25383"/>
                  </a:cubicBezTo>
                  <a:lnTo>
                    <a:pt x="522" y="17272"/>
                  </a:lnTo>
                  <a:cubicBezTo>
                    <a:pt x="5210" y="15077"/>
                    <a:pt x="9303" y="12398"/>
                    <a:pt x="12800" y="9273"/>
                  </a:cubicBezTo>
                  <a:cubicBezTo>
                    <a:pt x="16298" y="6147"/>
                    <a:pt x="18791" y="3096"/>
                    <a:pt x="20242" y="157"/>
                  </a:cubicBezTo>
                  <a:lnTo>
                    <a:pt x="25637" y="15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87" name="Freeform 3086">
              <a:extLst>
                <a:ext uri="{FF2B5EF4-FFF2-40B4-BE49-F238E27FC236}">
                  <a16:creationId xmlns:a16="http://schemas.microsoft.com/office/drawing/2014/main" id="{416FE716-E00A-1378-B9F9-56DFD08C2EFD}"/>
                </a:ext>
              </a:extLst>
            </p:cNvPr>
            <p:cNvSpPr/>
            <p:nvPr/>
          </p:nvSpPr>
          <p:spPr>
            <a:xfrm>
              <a:off x="8194074" y="7118598"/>
              <a:ext cx="44834" cy="69614"/>
            </a:xfrm>
            <a:custGeom>
              <a:avLst/>
              <a:gdLst>
                <a:gd name="csX0" fmla="*/ 1793 w 44834"/>
                <a:gd name="csY0" fmla="*/ 52842 h 69614"/>
                <a:gd name="csX1" fmla="*/ 9829 w 44834"/>
                <a:gd name="csY1" fmla="*/ 52098 h 69614"/>
                <a:gd name="csX2" fmla="*/ 13736 w 44834"/>
                <a:gd name="csY2" fmla="*/ 60358 h 69614"/>
                <a:gd name="csX3" fmla="*/ 21140 w 44834"/>
                <a:gd name="csY3" fmla="*/ 62888 h 69614"/>
                <a:gd name="csX4" fmla="*/ 27912 w 44834"/>
                <a:gd name="csY4" fmla="*/ 61139 h 69614"/>
                <a:gd name="csX5" fmla="*/ 32674 w 44834"/>
                <a:gd name="csY5" fmla="*/ 56414 h 69614"/>
                <a:gd name="csX6" fmla="*/ 35800 w 44834"/>
                <a:gd name="csY6" fmla="*/ 48452 h 69614"/>
                <a:gd name="csX7" fmla="*/ 37065 w 44834"/>
                <a:gd name="csY7" fmla="*/ 38183 h 69614"/>
                <a:gd name="csX8" fmla="*/ 36990 w 44834"/>
                <a:gd name="csY8" fmla="*/ 36546 h 69614"/>
                <a:gd name="csX9" fmla="*/ 30144 w 44834"/>
                <a:gd name="csY9" fmla="*/ 43020 h 69614"/>
                <a:gd name="csX10" fmla="*/ 20731 w 44834"/>
                <a:gd name="csY10" fmla="*/ 45512 h 69614"/>
                <a:gd name="csX11" fmla="*/ 6406 w 44834"/>
                <a:gd name="csY11" fmla="*/ 39373 h 69614"/>
                <a:gd name="csX12" fmla="*/ 528 w 44834"/>
                <a:gd name="csY12" fmla="*/ 23188 h 69614"/>
                <a:gd name="csX13" fmla="*/ 6667 w 44834"/>
                <a:gd name="csY13" fmla="*/ 6482 h 69614"/>
                <a:gd name="csX14" fmla="*/ 21959 w 44834"/>
                <a:gd name="csY14" fmla="*/ 157 h 69614"/>
                <a:gd name="csX15" fmla="*/ 34125 w 44834"/>
                <a:gd name="csY15" fmla="*/ 3729 h 69614"/>
                <a:gd name="csX16" fmla="*/ 42497 w 44834"/>
                <a:gd name="csY16" fmla="*/ 13961 h 69614"/>
                <a:gd name="csX17" fmla="*/ 45362 w 44834"/>
                <a:gd name="csY17" fmla="*/ 33122 h 69614"/>
                <a:gd name="csX18" fmla="*/ 42534 w 44834"/>
                <a:gd name="csY18" fmla="*/ 53958 h 69614"/>
                <a:gd name="csX19" fmla="*/ 34088 w 44834"/>
                <a:gd name="csY19" fmla="*/ 65716 h 69614"/>
                <a:gd name="csX20" fmla="*/ 20954 w 44834"/>
                <a:gd name="csY20" fmla="*/ 69771 h 69614"/>
                <a:gd name="csX21" fmla="*/ 7895 w 44834"/>
                <a:gd name="csY21" fmla="*/ 65344 h 69614"/>
                <a:gd name="csX22" fmla="*/ 1793 w 44834"/>
                <a:gd name="csY22" fmla="*/ 52842 h 69614"/>
                <a:gd name="csX23" fmla="*/ 36060 w 44834"/>
                <a:gd name="csY23" fmla="*/ 22779 h 69614"/>
                <a:gd name="csX24" fmla="*/ 32228 w 44834"/>
                <a:gd name="csY24" fmla="*/ 11319 h 69614"/>
                <a:gd name="csX25" fmla="*/ 23001 w 44834"/>
                <a:gd name="csY25" fmla="*/ 7078 h 69614"/>
                <a:gd name="csX26" fmla="*/ 13290 w 44834"/>
                <a:gd name="csY26" fmla="*/ 11654 h 69614"/>
                <a:gd name="csX27" fmla="*/ 9160 w 44834"/>
                <a:gd name="csY27" fmla="*/ 23449 h 69614"/>
                <a:gd name="csX28" fmla="*/ 13066 w 44834"/>
                <a:gd name="csY28" fmla="*/ 34053 h 69614"/>
                <a:gd name="csX29" fmla="*/ 22777 w 44834"/>
                <a:gd name="csY29" fmla="*/ 38108 h 69614"/>
                <a:gd name="csX30" fmla="*/ 32340 w 44834"/>
                <a:gd name="csY30" fmla="*/ 34053 h 69614"/>
                <a:gd name="csX31" fmla="*/ 36060 w 44834"/>
                <a:gd name="csY31" fmla="*/ 22779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4834" h="69614">
                  <a:moveTo>
                    <a:pt x="1793" y="52842"/>
                  </a:moveTo>
                  <a:lnTo>
                    <a:pt x="9829" y="52098"/>
                  </a:lnTo>
                  <a:cubicBezTo>
                    <a:pt x="10536" y="55893"/>
                    <a:pt x="11838" y="58647"/>
                    <a:pt x="13736" y="60358"/>
                  </a:cubicBezTo>
                  <a:cubicBezTo>
                    <a:pt x="15671" y="62032"/>
                    <a:pt x="18126" y="62888"/>
                    <a:pt x="21140" y="62888"/>
                  </a:cubicBezTo>
                  <a:cubicBezTo>
                    <a:pt x="23708" y="62888"/>
                    <a:pt x="25977" y="62293"/>
                    <a:pt x="27912" y="61139"/>
                  </a:cubicBezTo>
                  <a:cubicBezTo>
                    <a:pt x="29847" y="59949"/>
                    <a:pt x="31447" y="58386"/>
                    <a:pt x="32674" y="56414"/>
                  </a:cubicBezTo>
                  <a:cubicBezTo>
                    <a:pt x="33902" y="54442"/>
                    <a:pt x="34944" y="51800"/>
                    <a:pt x="35800" y="48452"/>
                  </a:cubicBezTo>
                  <a:cubicBezTo>
                    <a:pt x="36618" y="45103"/>
                    <a:pt x="37028" y="41680"/>
                    <a:pt x="37065" y="38183"/>
                  </a:cubicBezTo>
                  <a:cubicBezTo>
                    <a:pt x="37028" y="37811"/>
                    <a:pt x="37028" y="37290"/>
                    <a:pt x="36990" y="36546"/>
                  </a:cubicBezTo>
                  <a:cubicBezTo>
                    <a:pt x="35316" y="39187"/>
                    <a:pt x="33046" y="41345"/>
                    <a:pt x="30144" y="43020"/>
                  </a:cubicBezTo>
                  <a:cubicBezTo>
                    <a:pt x="27242" y="44657"/>
                    <a:pt x="24117" y="45512"/>
                    <a:pt x="20731" y="45512"/>
                  </a:cubicBezTo>
                  <a:cubicBezTo>
                    <a:pt x="15075" y="45512"/>
                    <a:pt x="10313" y="43466"/>
                    <a:pt x="6406" y="39373"/>
                  </a:cubicBezTo>
                  <a:cubicBezTo>
                    <a:pt x="2500" y="35280"/>
                    <a:pt x="528" y="29885"/>
                    <a:pt x="528" y="23188"/>
                  </a:cubicBezTo>
                  <a:cubicBezTo>
                    <a:pt x="528" y="16268"/>
                    <a:pt x="2574" y="10687"/>
                    <a:pt x="6667" y="6482"/>
                  </a:cubicBezTo>
                  <a:cubicBezTo>
                    <a:pt x="10722" y="2278"/>
                    <a:pt x="15857" y="157"/>
                    <a:pt x="21959" y="157"/>
                  </a:cubicBezTo>
                  <a:cubicBezTo>
                    <a:pt x="26424" y="157"/>
                    <a:pt x="30479" y="1348"/>
                    <a:pt x="34125" y="3729"/>
                  </a:cubicBezTo>
                  <a:cubicBezTo>
                    <a:pt x="37809" y="6110"/>
                    <a:pt x="40600" y="9533"/>
                    <a:pt x="42497" y="13961"/>
                  </a:cubicBezTo>
                  <a:cubicBezTo>
                    <a:pt x="44432" y="18351"/>
                    <a:pt x="45362" y="24751"/>
                    <a:pt x="45362" y="33122"/>
                  </a:cubicBezTo>
                  <a:cubicBezTo>
                    <a:pt x="45362" y="41829"/>
                    <a:pt x="44432" y="48787"/>
                    <a:pt x="42534" y="53958"/>
                  </a:cubicBezTo>
                  <a:cubicBezTo>
                    <a:pt x="40637" y="59093"/>
                    <a:pt x="37846" y="63037"/>
                    <a:pt x="34088" y="65716"/>
                  </a:cubicBezTo>
                  <a:cubicBezTo>
                    <a:pt x="30368" y="68432"/>
                    <a:pt x="25977" y="69771"/>
                    <a:pt x="20954" y="69771"/>
                  </a:cubicBezTo>
                  <a:cubicBezTo>
                    <a:pt x="15634" y="69771"/>
                    <a:pt x="11280" y="68283"/>
                    <a:pt x="7895" y="65344"/>
                  </a:cubicBezTo>
                  <a:cubicBezTo>
                    <a:pt x="4509" y="62367"/>
                    <a:pt x="2462" y="58200"/>
                    <a:pt x="1793" y="52842"/>
                  </a:cubicBezTo>
                  <a:moveTo>
                    <a:pt x="36060" y="22779"/>
                  </a:moveTo>
                  <a:cubicBezTo>
                    <a:pt x="36060" y="17942"/>
                    <a:pt x="34795" y="14147"/>
                    <a:pt x="32228" y="11319"/>
                  </a:cubicBezTo>
                  <a:cubicBezTo>
                    <a:pt x="29661" y="8491"/>
                    <a:pt x="26610" y="7078"/>
                    <a:pt x="23001" y="7078"/>
                  </a:cubicBezTo>
                  <a:cubicBezTo>
                    <a:pt x="19280" y="7078"/>
                    <a:pt x="16043" y="8603"/>
                    <a:pt x="13290" y="11654"/>
                  </a:cubicBezTo>
                  <a:cubicBezTo>
                    <a:pt x="10536" y="14668"/>
                    <a:pt x="9160" y="18612"/>
                    <a:pt x="9160" y="23449"/>
                  </a:cubicBezTo>
                  <a:cubicBezTo>
                    <a:pt x="9160" y="27802"/>
                    <a:pt x="10462" y="31337"/>
                    <a:pt x="13066" y="34053"/>
                  </a:cubicBezTo>
                  <a:cubicBezTo>
                    <a:pt x="15708" y="36769"/>
                    <a:pt x="18908" y="38108"/>
                    <a:pt x="22777" y="38108"/>
                  </a:cubicBezTo>
                  <a:cubicBezTo>
                    <a:pt x="26647" y="38108"/>
                    <a:pt x="29847" y="36769"/>
                    <a:pt x="32340" y="34053"/>
                  </a:cubicBezTo>
                  <a:cubicBezTo>
                    <a:pt x="34832" y="31337"/>
                    <a:pt x="36060" y="27579"/>
                    <a:pt x="36060" y="2277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88" name="Graphic 2017">
            <a:extLst>
              <a:ext uri="{FF2B5EF4-FFF2-40B4-BE49-F238E27FC236}">
                <a16:creationId xmlns:a16="http://schemas.microsoft.com/office/drawing/2014/main" id="{1AA4A566-4451-F193-3F5D-654454BFAE10}"/>
              </a:ext>
            </a:extLst>
          </p:cNvPr>
          <p:cNvGrpSpPr/>
          <p:nvPr/>
        </p:nvGrpSpPr>
        <p:grpSpPr>
          <a:xfrm>
            <a:off x="1648066" y="6083625"/>
            <a:ext cx="50538" cy="50164"/>
            <a:chOff x="8147537" y="7228396"/>
            <a:chExt cx="89175" cy="88515"/>
          </a:xfrm>
          <a:solidFill>
            <a:srgbClr val="000000"/>
          </a:solidFill>
        </p:grpSpPr>
        <p:sp>
          <p:nvSpPr>
            <p:cNvPr id="3089" name="Freeform 3088">
              <a:extLst>
                <a:ext uri="{FF2B5EF4-FFF2-40B4-BE49-F238E27FC236}">
                  <a16:creationId xmlns:a16="http://schemas.microsoft.com/office/drawing/2014/main" id="{7F089A27-2D41-2B65-9DFD-4E8A129E5925}"/>
                </a:ext>
              </a:extLst>
            </p:cNvPr>
            <p:cNvSpPr/>
            <p:nvPr/>
          </p:nvSpPr>
          <p:spPr>
            <a:xfrm>
              <a:off x="8147537" y="7228396"/>
              <a:ext cx="25114" cy="68460"/>
            </a:xfrm>
            <a:custGeom>
              <a:avLst/>
              <a:gdLst>
                <a:gd name="csX0" fmla="*/ 25637 w 25114"/>
                <a:gd name="csY0" fmla="*/ 68630 h 68460"/>
                <a:gd name="csX1" fmla="*/ 17265 w 25114"/>
                <a:gd name="csY1" fmla="*/ 68630 h 68460"/>
                <a:gd name="csX2" fmla="*/ 17265 w 25114"/>
                <a:gd name="csY2" fmla="*/ 15275 h 68460"/>
                <a:gd name="csX3" fmla="*/ 9340 w 25114"/>
                <a:gd name="csY3" fmla="*/ 21042 h 68460"/>
                <a:gd name="csX4" fmla="*/ 522 w 25114"/>
                <a:gd name="csY4" fmla="*/ 25395 h 68460"/>
                <a:gd name="csX5" fmla="*/ 522 w 25114"/>
                <a:gd name="csY5" fmla="*/ 17284 h 68460"/>
                <a:gd name="csX6" fmla="*/ 12800 w 25114"/>
                <a:gd name="csY6" fmla="*/ 9284 h 68460"/>
                <a:gd name="csX7" fmla="*/ 20242 w 25114"/>
                <a:gd name="csY7" fmla="*/ 169 h 68460"/>
                <a:gd name="csX8" fmla="*/ 25637 w 25114"/>
                <a:gd name="csY8" fmla="*/ 169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30"/>
                  </a:moveTo>
                  <a:lnTo>
                    <a:pt x="17265" y="68630"/>
                  </a:lnTo>
                  <a:lnTo>
                    <a:pt x="17265" y="15275"/>
                  </a:lnTo>
                  <a:cubicBezTo>
                    <a:pt x="15256" y="17209"/>
                    <a:pt x="12614" y="19144"/>
                    <a:pt x="9340" y="21042"/>
                  </a:cubicBezTo>
                  <a:cubicBezTo>
                    <a:pt x="6066" y="22976"/>
                    <a:pt x="3126" y="24428"/>
                    <a:pt x="522" y="25395"/>
                  </a:cubicBezTo>
                  <a:lnTo>
                    <a:pt x="522" y="17284"/>
                  </a:lnTo>
                  <a:cubicBezTo>
                    <a:pt x="5210" y="15089"/>
                    <a:pt x="9303" y="12410"/>
                    <a:pt x="12800" y="9284"/>
                  </a:cubicBezTo>
                  <a:cubicBezTo>
                    <a:pt x="16298" y="6159"/>
                    <a:pt x="18791" y="3108"/>
                    <a:pt x="20242" y="169"/>
                  </a:cubicBezTo>
                  <a:lnTo>
                    <a:pt x="25637" y="16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90" name="Freeform 3089">
              <a:extLst>
                <a:ext uri="{FF2B5EF4-FFF2-40B4-BE49-F238E27FC236}">
                  <a16:creationId xmlns:a16="http://schemas.microsoft.com/office/drawing/2014/main" id="{AA806D74-3476-46CF-1EA2-E34B1E604579}"/>
                </a:ext>
              </a:extLst>
            </p:cNvPr>
            <p:cNvSpPr/>
            <p:nvPr/>
          </p:nvSpPr>
          <p:spPr>
            <a:xfrm>
              <a:off x="8193181" y="7246330"/>
              <a:ext cx="43532" cy="70581"/>
            </a:xfrm>
            <a:custGeom>
              <a:avLst/>
              <a:gdLst>
                <a:gd name="csX0" fmla="*/ 2239 w 43532"/>
                <a:gd name="csY0" fmla="*/ 54789 h 70581"/>
                <a:gd name="csX1" fmla="*/ 10350 w 43532"/>
                <a:gd name="csY1" fmla="*/ 55979 h 70581"/>
                <a:gd name="csX2" fmla="*/ 13178 w 43532"/>
                <a:gd name="csY2" fmla="*/ 61486 h 70581"/>
                <a:gd name="csX3" fmla="*/ 21698 w 43532"/>
                <a:gd name="csY3" fmla="*/ 63793 h 70581"/>
                <a:gd name="csX4" fmla="*/ 30665 w 43532"/>
                <a:gd name="csY4" fmla="*/ 61486 h 70581"/>
                <a:gd name="csX5" fmla="*/ 34981 w 43532"/>
                <a:gd name="csY5" fmla="*/ 54975 h 70581"/>
                <a:gd name="csX6" fmla="*/ 35577 w 43532"/>
                <a:gd name="csY6" fmla="*/ 44222 h 70581"/>
                <a:gd name="csX7" fmla="*/ 21884 w 43532"/>
                <a:gd name="csY7" fmla="*/ 50696 h 70581"/>
                <a:gd name="csX8" fmla="*/ 6109 w 43532"/>
                <a:gd name="csY8" fmla="*/ 43329 h 70581"/>
                <a:gd name="csX9" fmla="*/ 528 w 43532"/>
                <a:gd name="csY9" fmla="*/ 25730 h 70581"/>
                <a:gd name="csX10" fmla="*/ 3095 w 43532"/>
                <a:gd name="csY10" fmla="*/ 12670 h 70581"/>
                <a:gd name="csX11" fmla="*/ 10536 w 43532"/>
                <a:gd name="csY11" fmla="*/ 3443 h 70581"/>
                <a:gd name="csX12" fmla="*/ 21959 w 43532"/>
                <a:gd name="csY12" fmla="*/ 169 h 70581"/>
                <a:gd name="csX13" fmla="*/ 36358 w 43532"/>
                <a:gd name="csY13" fmla="*/ 7238 h 70581"/>
                <a:gd name="csX14" fmla="*/ 36358 w 43532"/>
                <a:gd name="csY14" fmla="*/ 1285 h 70581"/>
                <a:gd name="csX15" fmla="*/ 44060 w 43532"/>
                <a:gd name="csY15" fmla="*/ 1285 h 70581"/>
                <a:gd name="csX16" fmla="*/ 44060 w 43532"/>
                <a:gd name="csY16" fmla="*/ 43998 h 70581"/>
                <a:gd name="csX17" fmla="*/ 41716 w 43532"/>
                <a:gd name="csY17" fmla="*/ 60332 h 70581"/>
                <a:gd name="csX18" fmla="*/ 34274 w 43532"/>
                <a:gd name="csY18" fmla="*/ 67960 h 70581"/>
                <a:gd name="csX19" fmla="*/ 21736 w 43532"/>
                <a:gd name="csY19" fmla="*/ 70750 h 70581"/>
                <a:gd name="csX20" fmla="*/ 7485 w 43532"/>
                <a:gd name="csY20" fmla="*/ 66769 h 70581"/>
                <a:gd name="csX21" fmla="*/ 2239 w 43532"/>
                <a:gd name="csY21" fmla="*/ 54789 h 70581"/>
                <a:gd name="csX22" fmla="*/ 9160 w 43532"/>
                <a:gd name="csY22" fmla="*/ 25097 h 70581"/>
                <a:gd name="csX23" fmla="*/ 13029 w 43532"/>
                <a:gd name="csY23" fmla="*/ 39310 h 70581"/>
                <a:gd name="csX24" fmla="*/ 22703 w 43532"/>
                <a:gd name="csY24" fmla="*/ 43775 h 70581"/>
                <a:gd name="csX25" fmla="*/ 32377 w 43532"/>
                <a:gd name="csY25" fmla="*/ 39310 h 70581"/>
                <a:gd name="csX26" fmla="*/ 36246 w 43532"/>
                <a:gd name="csY26" fmla="*/ 25395 h 70581"/>
                <a:gd name="csX27" fmla="*/ 32228 w 43532"/>
                <a:gd name="csY27" fmla="*/ 11703 h 70581"/>
                <a:gd name="csX28" fmla="*/ 22554 w 43532"/>
                <a:gd name="csY28" fmla="*/ 7126 h 70581"/>
                <a:gd name="csX29" fmla="*/ 13066 w 43532"/>
                <a:gd name="csY29" fmla="*/ 11666 h 70581"/>
                <a:gd name="csX30" fmla="*/ 9160 w 43532"/>
                <a:gd name="csY30" fmla="*/ 25097 h 705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3532" h="70581">
                  <a:moveTo>
                    <a:pt x="2239" y="54789"/>
                  </a:moveTo>
                  <a:lnTo>
                    <a:pt x="10350" y="55979"/>
                  </a:lnTo>
                  <a:cubicBezTo>
                    <a:pt x="10685" y="58509"/>
                    <a:pt x="11652" y="60332"/>
                    <a:pt x="13178" y="61486"/>
                  </a:cubicBezTo>
                  <a:cubicBezTo>
                    <a:pt x="15262" y="63048"/>
                    <a:pt x="18126" y="63793"/>
                    <a:pt x="21698" y="63793"/>
                  </a:cubicBezTo>
                  <a:cubicBezTo>
                    <a:pt x="25568" y="63793"/>
                    <a:pt x="28582" y="63048"/>
                    <a:pt x="30665" y="61486"/>
                  </a:cubicBezTo>
                  <a:cubicBezTo>
                    <a:pt x="32786" y="59923"/>
                    <a:pt x="34237" y="57765"/>
                    <a:pt x="34981" y="54975"/>
                  </a:cubicBezTo>
                  <a:cubicBezTo>
                    <a:pt x="35391" y="53263"/>
                    <a:pt x="35614" y="49691"/>
                    <a:pt x="35577" y="44222"/>
                  </a:cubicBezTo>
                  <a:cubicBezTo>
                    <a:pt x="31893" y="48538"/>
                    <a:pt x="27354" y="50696"/>
                    <a:pt x="21884" y="50696"/>
                  </a:cubicBezTo>
                  <a:cubicBezTo>
                    <a:pt x="15113" y="50696"/>
                    <a:pt x="9829" y="48240"/>
                    <a:pt x="6109" y="43329"/>
                  </a:cubicBezTo>
                  <a:cubicBezTo>
                    <a:pt x="2388" y="38455"/>
                    <a:pt x="528" y="32576"/>
                    <a:pt x="528" y="25730"/>
                  </a:cubicBezTo>
                  <a:cubicBezTo>
                    <a:pt x="528" y="21005"/>
                    <a:pt x="1383" y="16651"/>
                    <a:pt x="3095" y="12670"/>
                  </a:cubicBezTo>
                  <a:cubicBezTo>
                    <a:pt x="4806" y="8689"/>
                    <a:pt x="7299" y="5601"/>
                    <a:pt x="10536" y="3443"/>
                  </a:cubicBezTo>
                  <a:cubicBezTo>
                    <a:pt x="13773" y="1285"/>
                    <a:pt x="17568" y="169"/>
                    <a:pt x="21959" y="169"/>
                  </a:cubicBezTo>
                  <a:cubicBezTo>
                    <a:pt x="27763" y="169"/>
                    <a:pt x="32563" y="2550"/>
                    <a:pt x="36358" y="7238"/>
                  </a:cubicBezTo>
                  <a:lnTo>
                    <a:pt x="36358" y="1285"/>
                  </a:lnTo>
                  <a:lnTo>
                    <a:pt x="44060" y="1285"/>
                  </a:lnTo>
                  <a:lnTo>
                    <a:pt x="44060" y="43998"/>
                  </a:lnTo>
                  <a:cubicBezTo>
                    <a:pt x="44060" y="51700"/>
                    <a:pt x="43278" y="57133"/>
                    <a:pt x="41716" y="60332"/>
                  </a:cubicBezTo>
                  <a:cubicBezTo>
                    <a:pt x="40153" y="63569"/>
                    <a:pt x="37697" y="66099"/>
                    <a:pt x="34274" y="67960"/>
                  </a:cubicBezTo>
                  <a:cubicBezTo>
                    <a:pt x="30888" y="69820"/>
                    <a:pt x="26721" y="70750"/>
                    <a:pt x="21736" y="70750"/>
                  </a:cubicBezTo>
                  <a:cubicBezTo>
                    <a:pt x="15857" y="70750"/>
                    <a:pt x="11094" y="69411"/>
                    <a:pt x="7485" y="66769"/>
                  </a:cubicBezTo>
                  <a:cubicBezTo>
                    <a:pt x="3839" y="64127"/>
                    <a:pt x="2090" y="60109"/>
                    <a:pt x="2239" y="54789"/>
                  </a:cubicBezTo>
                  <a:moveTo>
                    <a:pt x="9160" y="25097"/>
                  </a:moveTo>
                  <a:cubicBezTo>
                    <a:pt x="9160" y="31609"/>
                    <a:pt x="10425" y="36334"/>
                    <a:pt x="13029" y="39310"/>
                  </a:cubicBezTo>
                  <a:cubicBezTo>
                    <a:pt x="15596" y="42287"/>
                    <a:pt x="18796" y="43775"/>
                    <a:pt x="22703" y="43775"/>
                  </a:cubicBezTo>
                  <a:cubicBezTo>
                    <a:pt x="26535" y="43775"/>
                    <a:pt x="29772" y="42287"/>
                    <a:pt x="32377" y="39310"/>
                  </a:cubicBezTo>
                  <a:cubicBezTo>
                    <a:pt x="34944" y="36371"/>
                    <a:pt x="36246" y="31720"/>
                    <a:pt x="36246" y="25395"/>
                  </a:cubicBezTo>
                  <a:cubicBezTo>
                    <a:pt x="36246" y="19367"/>
                    <a:pt x="34907" y="14791"/>
                    <a:pt x="32228" y="11703"/>
                  </a:cubicBezTo>
                  <a:cubicBezTo>
                    <a:pt x="29549" y="8652"/>
                    <a:pt x="26312" y="7126"/>
                    <a:pt x="22554" y="7126"/>
                  </a:cubicBezTo>
                  <a:cubicBezTo>
                    <a:pt x="18833" y="7126"/>
                    <a:pt x="15671" y="8615"/>
                    <a:pt x="13066" y="11666"/>
                  </a:cubicBezTo>
                  <a:cubicBezTo>
                    <a:pt x="10462" y="14679"/>
                    <a:pt x="9160" y="19144"/>
                    <a:pt x="9160" y="2509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sp>
        <p:nvSpPr>
          <p:cNvPr id="3091" name="Freeform 3090">
            <a:extLst>
              <a:ext uri="{FF2B5EF4-FFF2-40B4-BE49-F238E27FC236}">
                <a16:creationId xmlns:a16="http://schemas.microsoft.com/office/drawing/2014/main" id="{57FF72D6-A967-57D2-0BBF-FD8761E1B468}"/>
              </a:ext>
            </a:extLst>
          </p:cNvPr>
          <p:cNvSpPr/>
          <p:nvPr/>
        </p:nvSpPr>
        <p:spPr>
          <a:xfrm>
            <a:off x="1673575" y="6146504"/>
            <a:ext cx="25029" cy="38145"/>
          </a:xfrm>
          <a:custGeom>
            <a:avLst/>
            <a:gdLst>
              <a:gd name="csX0" fmla="*/ 522 w 44164"/>
              <a:gd name="csY0" fmla="*/ 8254 h 67307"/>
              <a:gd name="csX1" fmla="*/ 522 w 44164"/>
              <a:gd name="csY1" fmla="*/ 180 h 67307"/>
              <a:gd name="csX2" fmla="*/ 44687 w 44164"/>
              <a:gd name="csY2" fmla="*/ 180 h 67307"/>
              <a:gd name="csX3" fmla="*/ 44687 w 44164"/>
              <a:gd name="csY3" fmla="*/ 6691 h 67307"/>
              <a:gd name="csX4" fmla="*/ 31776 w 44164"/>
              <a:gd name="csY4" fmla="*/ 25109 h 67307"/>
              <a:gd name="csX5" fmla="*/ 21879 w 44164"/>
              <a:gd name="csY5" fmla="*/ 48735 h 67307"/>
              <a:gd name="csX6" fmla="*/ 18679 w 44164"/>
              <a:gd name="csY6" fmla="*/ 67488 h 67307"/>
              <a:gd name="csX7" fmla="*/ 10084 w 44164"/>
              <a:gd name="csY7" fmla="*/ 67488 h 67307"/>
              <a:gd name="csX8" fmla="*/ 13210 w 44164"/>
              <a:gd name="csY8" fmla="*/ 48066 h 67307"/>
              <a:gd name="csX9" fmla="*/ 21916 w 44164"/>
              <a:gd name="csY9" fmla="*/ 26076 h 67307"/>
              <a:gd name="csX10" fmla="*/ 33934 w 44164"/>
              <a:gd name="csY10" fmla="*/ 8254 h 67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4164" h="67307">
                <a:moveTo>
                  <a:pt x="522" y="8254"/>
                </a:moveTo>
                <a:lnTo>
                  <a:pt x="522" y="180"/>
                </a:lnTo>
                <a:lnTo>
                  <a:pt x="44687" y="180"/>
                </a:lnTo>
                <a:lnTo>
                  <a:pt x="44687" y="6691"/>
                </a:lnTo>
                <a:cubicBezTo>
                  <a:pt x="40333" y="11305"/>
                  <a:pt x="36017" y="17444"/>
                  <a:pt x="31776" y="25109"/>
                </a:cubicBezTo>
                <a:cubicBezTo>
                  <a:pt x="27497" y="32773"/>
                  <a:pt x="24223" y="40661"/>
                  <a:pt x="21879" y="48735"/>
                </a:cubicBezTo>
                <a:cubicBezTo>
                  <a:pt x="20204" y="54465"/>
                  <a:pt x="19125" y="60716"/>
                  <a:pt x="18679" y="67488"/>
                </a:cubicBezTo>
                <a:lnTo>
                  <a:pt x="10084" y="67488"/>
                </a:lnTo>
                <a:cubicBezTo>
                  <a:pt x="10159" y="62130"/>
                  <a:pt x="11200" y="55656"/>
                  <a:pt x="13210" y="48066"/>
                </a:cubicBezTo>
                <a:cubicBezTo>
                  <a:pt x="15256" y="40438"/>
                  <a:pt x="18121" y="33108"/>
                  <a:pt x="21916" y="26076"/>
                </a:cubicBezTo>
                <a:cubicBezTo>
                  <a:pt x="25674" y="19007"/>
                  <a:pt x="29692" y="13091"/>
                  <a:pt x="33934" y="8254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 algn="r"/>
            <a:endParaRPr lang="en-US"/>
          </a:p>
        </p:txBody>
      </p:sp>
      <p:grpSp>
        <p:nvGrpSpPr>
          <p:cNvPr id="3092" name="Graphic 2017">
            <a:extLst>
              <a:ext uri="{FF2B5EF4-FFF2-40B4-BE49-F238E27FC236}">
                <a16:creationId xmlns:a16="http://schemas.microsoft.com/office/drawing/2014/main" id="{D04A496E-DAC7-3DF0-AE74-82305495990C}"/>
              </a:ext>
            </a:extLst>
          </p:cNvPr>
          <p:cNvGrpSpPr/>
          <p:nvPr/>
        </p:nvGrpSpPr>
        <p:grpSpPr>
          <a:xfrm>
            <a:off x="1618318" y="6208056"/>
            <a:ext cx="80286" cy="39432"/>
            <a:chOff x="8147537" y="7447955"/>
            <a:chExt cx="141665" cy="69577"/>
          </a:xfrm>
          <a:solidFill>
            <a:srgbClr val="000000"/>
          </a:solidFill>
        </p:grpSpPr>
        <p:sp>
          <p:nvSpPr>
            <p:cNvPr id="3093" name="Freeform 3092">
              <a:extLst>
                <a:ext uri="{FF2B5EF4-FFF2-40B4-BE49-F238E27FC236}">
                  <a16:creationId xmlns:a16="http://schemas.microsoft.com/office/drawing/2014/main" id="{E9E1043C-56E6-A670-8147-CB881E9907DE}"/>
                </a:ext>
              </a:extLst>
            </p:cNvPr>
            <p:cNvSpPr/>
            <p:nvPr/>
          </p:nvSpPr>
          <p:spPr>
            <a:xfrm>
              <a:off x="8147537" y="7447955"/>
              <a:ext cx="25114" cy="68460"/>
            </a:xfrm>
            <a:custGeom>
              <a:avLst/>
              <a:gdLst>
                <a:gd name="csX0" fmla="*/ 25637 w 25114"/>
                <a:gd name="csY0" fmla="*/ 68653 h 68460"/>
                <a:gd name="csX1" fmla="*/ 17265 w 25114"/>
                <a:gd name="csY1" fmla="*/ 68653 h 68460"/>
                <a:gd name="csX2" fmla="*/ 17265 w 25114"/>
                <a:gd name="csY2" fmla="*/ 15298 h 68460"/>
                <a:gd name="csX3" fmla="*/ 9340 w 25114"/>
                <a:gd name="csY3" fmla="*/ 21065 h 68460"/>
                <a:gd name="csX4" fmla="*/ 522 w 25114"/>
                <a:gd name="csY4" fmla="*/ 25418 h 68460"/>
                <a:gd name="csX5" fmla="*/ 522 w 25114"/>
                <a:gd name="csY5" fmla="*/ 17307 h 68460"/>
                <a:gd name="csX6" fmla="*/ 12800 w 25114"/>
                <a:gd name="csY6" fmla="*/ 9307 h 68460"/>
                <a:gd name="csX7" fmla="*/ 20242 w 25114"/>
                <a:gd name="csY7" fmla="*/ 192 h 68460"/>
                <a:gd name="csX8" fmla="*/ 25637 w 25114"/>
                <a:gd name="csY8" fmla="*/ 19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53"/>
                  </a:moveTo>
                  <a:lnTo>
                    <a:pt x="17265" y="68653"/>
                  </a:lnTo>
                  <a:lnTo>
                    <a:pt x="17265" y="15298"/>
                  </a:lnTo>
                  <a:cubicBezTo>
                    <a:pt x="15256" y="17232"/>
                    <a:pt x="12614" y="19167"/>
                    <a:pt x="9340" y="21065"/>
                  </a:cubicBezTo>
                  <a:cubicBezTo>
                    <a:pt x="6066" y="23000"/>
                    <a:pt x="3126" y="24451"/>
                    <a:pt x="522" y="25418"/>
                  </a:cubicBezTo>
                  <a:lnTo>
                    <a:pt x="522" y="17307"/>
                  </a:lnTo>
                  <a:cubicBezTo>
                    <a:pt x="5210" y="15112"/>
                    <a:pt x="9303" y="12433"/>
                    <a:pt x="12800" y="9307"/>
                  </a:cubicBezTo>
                  <a:cubicBezTo>
                    <a:pt x="16298" y="6182"/>
                    <a:pt x="18791" y="3131"/>
                    <a:pt x="20242" y="192"/>
                  </a:cubicBezTo>
                  <a:lnTo>
                    <a:pt x="25637" y="19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94" name="Freeform 3093">
              <a:extLst>
                <a:ext uri="{FF2B5EF4-FFF2-40B4-BE49-F238E27FC236}">
                  <a16:creationId xmlns:a16="http://schemas.microsoft.com/office/drawing/2014/main" id="{E61B1DFE-CAC7-9325-FC15-EFDA252CA57B}"/>
                </a:ext>
              </a:extLst>
            </p:cNvPr>
            <p:cNvSpPr/>
            <p:nvPr/>
          </p:nvSpPr>
          <p:spPr>
            <a:xfrm>
              <a:off x="8191321" y="7448252"/>
              <a:ext cx="47178" cy="68163"/>
            </a:xfrm>
            <a:custGeom>
              <a:avLst/>
              <a:gdLst>
                <a:gd name="csX0" fmla="*/ 30144 w 47178"/>
                <a:gd name="csY0" fmla="*/ 68355 h 68163"/>
                <a:gd name="csX1" fmla="*/ 30144 w 47178"/>
                <a:gd name="csY1" fmla="*/ 52021 h 68163"/>
                <a:gd name="csX2" fmla="*/ 528 w 47178"/>
                <a:gd name="csY2" fmla="*/ 52021 h 68163"/>
                <a:gd name="csX3" fmla="*/ 528 w 47178"/>
                <a:gd name="csY3" fmla="*/ 44356 h 68163"/>
                <a:gd name="csX4" fmla="*/ 31670 w 47178"/>
                <a:gd name="csY4" fmla="*/ 192 h 68163"/>
                <a:gd name="csX5" fmla="*/ 38479 w 47178"/>
                <a:gd name="csY5" fmla="*/ 192 h 68163"/>
                <a:gd name="csX6" fmla="*/ 38479 w 47178"/>
                <a:gd name="csY6" fmla="*/ 44356 h 68163"/>
                <a:gd name="csX7" fmla="*/ 47706 w 47178"/>
                <a:gd name="csY7" fmla="*/ 44356 h 68163"/>
                <a:gd name="csX8" fmla="*/ 47706 w 47178"/>
                <a:gd name="csY8" fmla="*/ 52021 h 68163"/>
                <a:gd name="csX9" fmla="*/ 38479 w 47178"/>
                <a:gd name="csY9" fmla="*/ 52021 h 68163"/>
                <a:gd name="csX10" fmla="*/ 38479 w 47178"/>
                <a:gd name="csY10" fmla="*/ 68355 h 68163"/>
                <a:gd name="csX11" fmla="*/ 30144 w 47178"/>
                <a:gd name="csY11" fmla="*/ 68355 h 68163"/>
                <a:gd name="csX12" fmla="*/ 30144 w 47178"/>
                <a:gd name="csY12" fmla="*/ 44356 h 68163"/>
                <a:gd name="csX13" fmla="*/ 30144 w 47178"/>
                <a:gd name="csY13" fmla="*/ 13623 h 68163"/>
                <a:gd name="csX14" fmla="*/ 8787 w 47178"/>
                <a:gd name="csY14" fmla="*/ 44356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44" y="68355"/>
                  </a:moveTo>
                  <a:lnTo>
                    <a:pt x="30144" y="52021"/>
                  </a:lnTo>
                  <a:lnTo>
                    <a:pt x="528" y="52021"/>
                  </a:lnTo>
                  <a:lnTo>
                    <a:pt x="528" y="44356"/>
                  </a:lnTo>
                  <a:lnTo>
                    <a:pt x="31670" y="192"/>
                  </a:lnTo>
                  <a:lnTo>
                    <a:pt x="38479" y="192"/>
                  </a:lnTo>
                  <a:lnTo>
                    <a:pt x="38479" y="44356"/>
                  </a:lnTo>
                  <a:lnTo>
                    <a:pt x="47706" y="44356"/>
                  </a:lnTo>
                  <a:lnTo>
                    <a:pt x="47706" y="52021"/>
                  </a:lnTo>
                  <a:lnTo>
                    <a:pt x="38479" y="52021"/>
                  </a:lnTo>
                  <a:lnTo>
                    <a:pt x="38479" y="68355"/>
                  </a:lnTo>
                  <a:lnTo>
                    <a:pt x="30144" y="68355"/>
                  </a:lnTo>
                  <a:moveTo>
                    <a:pt x="30144" y="44356"/>
                  </a:moveTo>
                  <a:lnTo>
                    <a:pt x="30144" y="13623"/>
                  </a:lnTo>
                  <a:lnTo>
                    <a:pt x="8787" y="4435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95" name="Freeform 3094">
              <a:extLst>
                <a:ext uri="{FF2B5EF4-FFF2-40B4-BE49-F238E27FC236}">
                  <a16:creationId xmlns:a16="http://schemas.microsoft.com/office/drawing/2014/main" id="{3B877144-74BE-9E74-E84D-8E7464698262}"/>
                </a:ext>
              </a:extLst>
            </p:cNvPr>
            <p:cNvSpPr/>
            <p:nvPr/>
          </p:nvSpPr>
          <p:spPr>
            <a:xfrm>
              <a:off x="8246378" y="7448252"/>
              <a:ext cx="42825" cy="69279"/>
            </a:xfrm>
            <a:custGeom>
              <a:avLst/>
              <a:gdLst>
                <a:gd name="csX0" fmla="*/ 35582 w 42825"/>
                <a:gd name="csY0" fmla="*/ 68355 h 69279"/>
                <a:gd name="csX1" fmla="*/ 35582 w 42825"/>
                <a:gd name="csY1" fmla="*/ 62104 h 69279"/>
                <a:gd name="csX2" fmla="*/ 21778 w 42825"/>
                <a:gd name="csY2" fmla="*/ 69471 h 69279"/>
                <a:gd name="csX3" fmla="*/ 10914 w 42825"/>
                <a:gd name="csY3" fmla="*/ 66197 h 69279"/>
                <a:gd name="csX4" fmla="*/ 3249 w 42825"/>
                <a:gd name="csY4" fmla="*/ 57118 h 69279"/>
                <a:gd name="csX5" fmla="*/ 533 w 42825"/>
                <a:gd name="csY5" fmla="*/ 43724 h 69279"/>
                <a:gd name="csX6" fmla="*/ 2989 w 42825"/>
                <a:gd name="csY6" fmla="*/ 30292 h 69279"/>
                <a:gd name="csX7" fmla="*/ 10356 w 42825"/>
                <a:gd name="csY7" fmla="*/ 21065 h 69279"/>
                <a:gd name="csX8" fmla="*/ 21406 w 42825"/>
                <a:gd name="csY8" fmla="*/ 17828 h 69279"/>
                <a:gd name="csX9" fmla="*/ 29331 w 42825"/>
                <a:gd name="csY9" fmla="*/ 19725 h 69279"/>
                <a:gd name="csX10" fmla="*/ 35024 w 42825"/>
                <a:gd name="csY10" fmla="*/ 24637 h 69279"/>
                <a:gd name="csX11" fmla="*/ 35024 w 42825"/>
                <a:gd name="csY11" fmla="*/ 192 h 69279"/>
                <a:gd name="csX12" fmla="*/ 43358 w 42825"/>
                <a:gd name="csY12" fmla="*/ 192 h 69279"/>
                <a:gd name="csX13" fmla="*/ 43358 w 42825"/>
                <a:gd name="csY13" fmla="*/ 68355 h 69279"/>
                <a:gd name="csX14" fmla="*/ 35582 w 42825"/>
                <a:gd name="csY14" fmla="*/ 68355 h 69279"/>
                <a:gd name="csX15" fmla="*/ 9128 w 42825"/>
                <a:gd name="csY15" fmla="*/ 43724 h 69279"/>
                <a:gd name="csX16" fmla="*/ 13109 w 42825"/>
                <a:gd name="csY16" fmla="*/ 57900 h 69279"/>
                <a:gd name="csX17" fmla="*/ 22560 w 42825"/>
                <a:gd name="csY17" fmla="*/ 62588 h 69279"/>
                <a:gd name="csX18" fmla="*/ 31899 w 42825"/>
                <a:gd name="csY18" fmla="*/ 58086 h 69279"/>
                <a:gd name="csX19" fmla="*/ 35731 w 42825"/>
                <a:gd name="csY19" fmla="*/ 44394 h 69279"/>
                <a:gd name="csX20" fmla="*/ 31824 w 42825"/>
                <a:gd name="csY20" fmla="*/ 29511 h 69279"/>
                <a:gd name="csX21" fmla="*/ 22188 w 42825"/>
                <a:gd name="csY21" fmla="*/ 24785 h 69279"/>
                <a:gd name="csX22" fmla="*/ 12849 w 42825"/>
                <a:gd name="csY22" fmla="*/ 29325 h 69279"/>
                <a:gd name="csX23" fmla="*/ 9128 w 42825"/>
                <a:gd name="csY23" fmla="*/ 43724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2825" h="69279">
                  <a:moveTo>
                    <a:pt x="35582" y="68355"/>
                  </a:moveTo>
                  <a:lnTo>
                    <a:pt x="35582" y="62104"/>
                  </a:lnTo>
                  <a:cubicBezTo>
                    <a:pt x="32457" y="67015"/>
                    <a:pt x="27843" y="69471"/>
                    <a:pt x="21778" y="69471"/>
                  </a:cubicBezTo>
                  <a:cubicBezTo>
                    <a:pt x="17834" y="69471"/>
                    <a:pt x="14225" y="68392"/>
                    <a:pt x="10914" y="66197"/>
                  </a:cubicBezTo>
                  <a:cubicBezTo>
                    <a:pt x="7602" y="64039"/>
                    <a:pt x="5035" y="61025"/>
                    <a:pt x="3249" y="57118"/>
                  </a:cubicBezTo>
                  <a:cubicBezTo>
                    <a:pt x="1426" y="53249"/>
                    <a:pt x="533" y="48747"/>
                    <a:pt x="533" y="43724"/>
                  </a:cubicBezTo>
                  <a:cubicBezTo>
                    <a:pt x="533" y="38775"/>
                    <a:pt x="1352" y="34310"/>
                    <a:pt x="2989" y="30292"/>
                  </a:cubicBezTo>
                  <a:cubicBezTo>
                    <a:pt x="4626" y="26274"/>
                    <a:pt x="7082" y="23186"/>
                    <a:pt x="10356" y="21065"/>
                  </a:cubicBezTo>
                  <a:cubicBezTo>
                    <a:pt x="13667" y="18907"/>
                    <a:pt x="17351" y="17828"/>
                    <a:pt x="21406" y="17828"/>
                  </a:cubicBezTo>
                  <a:cubicBezTo>
                    <a:pt x="24383" y="17828"/>
                    <a:pt x="27024" y="18460"/>
                    <a:pt x="29331" y="19725"/>
                  </a:cubicBezTo>
                  <a:cubicBezTo>
                    <a:pt x="31675" y="20990"/>
                    <a:pt x="33573" y="22627"/>
                    <a:pt x="35024" y="24637"/>
                  </a:cubicBezTo>
                  <a:lnTo>
                    <a:pt x="35024" y="192"/>
                  </a:lnTo>
                  <a:lnTo>
                    <a:pt x="43358" y="192"/>
                  </a:lnTo>
                  <a:lnTo>
                    <a:pt x="43358" y="68355"/>
                  </a:lnTo>
                  <a:lnTo>
                    <a:pt x="35582" y="68355"/>
                  </a:lnTo>
                  <a:moveTo>
                    <a:pt x="9128" y="43724"/>
                  </a:moveTo>
                  <a:cubicBezTo>
                    <a:pt x="9128" y="50049"/>
                    <a:pt x="10467" y="54774"/>
                    <a:pt x="13109" y="57900"/>
                  </a:cubicBezTo>
                  <a:cubicBezTo>
                    <a:pt x="15788" y="61025"/>
                    <a:pt x="18913" y="62588"/>
                    <a:pt x="22560" y="62588"/>
                  </a:cubicBezTo>
                  <a:cubicBezTo>
                    <a:pt x="26206" y="62588"/>
                    <a:pt x="29331" y="61100"/>
                    <a:pt x="31899" y="58086"/>
                  </a:cubicBezTo>
                  <a:cubicBezTo>
                    <a:pt x="34429" y="55109"/>
                    <a:pt x="35731" y="50533"/>
                    <a:pt x="35731" y="44394"/>
                  </a:cubicBezTo>
                  <a:cubicBezTo>
                    <a:pt x="35731" y="37659"/>
                    <a:pt x="34429" y="32673"/>
                    <a:pt x="31824" y="29511"/>
                  </a:cubicBezTo>
                  <a:cubicBezTo>
                    <a:pt x="29220" y="26348"/>
                    <a:pt x="25983" y="24785"/>
                    <a:pt x="22188" y="24785"/>
                  </a:cubicBezTo>
                  <a:cubicBezTo>
                    <a:pt x="18467" y="24785"/>
                    <a:pt x="15341" y="26311"/>
                    <a:pt x="12849" y="29325"/>
                  </a:cubicBezTo>
                  <a:cubicBezTo>
                    <a:pt x="10356" y="32376"/>
                    <a:pt x="9128" y="37175"/>
                    <a:pt x="9128" y="4372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096" name="Graphic 2017">
            <a:extLst>
              <a:ext uri="{FF2B5EF4-FFF2-40B4-BE49-F238E27FC236}">
                <a16:creationId xmlns:a16="http://schemas.microsoft.com/office/drawing/2014/main" id="{FDB9624A-D7FE-806E-6B2A-578BBFA0E8B9}"/>
              </a:ext>
            </a:extLst>
          </p:cNvPr>
          <p:cNvGrpSpPr/>
          <p:nvPr/>
        </p:nvGrpSpPr>
        <p:grpSpPr>
          <a:xfrm>
            <a:off x="1616631" y="6270282"/>
            <a:ext cx="81973" cy="39453"/>
            <a:chOff x="8147537" y="7557753"/>
            <a:chExt cx="144642" cy="69614"/>
          </a:xfrm>
          <a:solidFill>
            <a:srgbClr val="000000"/>
          </a:solidFill>
        </p:grpSpPr>
        <p:sp>
          <p:nvSpPr>
            <p:cNvPr id="3097" name="Freeform 3096">
              <a:extLst>
                <a:ext uri="{FF2B5EF4-FFF2-40B4-BE49-F238E27FC236}">
                  <a16:creationId xmlns:a16="http://schemas.microsoft.com/office/drawing/2014/main" id="{443DA682-FDD9-3C79-1AB9-B647B8FDBA8E}"/>
                </a:ext>
              </a:extLst>
            </p:cNvPr>
            <p:cNvSpPr/>
            <p:nvPr/>
          </p:nvSpPr>
          <p:spPr>
            <a:xfrm>
              <a:off x="8147537" y="7557753"/>
              <a:ext cx="25114" cy="68460"/>
            </a:xfrm>
            <a:custGeom>
              <a:avLst/>
              <a:gdLst>
                <a:gd name="csX0" fmla="*/ 25637 w 25114"/>
                <a:gd name="csY0" fmla="*/ 68664 h 68460"/>
                <a:gd name="csX1" fmla="*/ 17265 w 25114"/>
                <a:gd name="csY1" fmla="*/ 68664 h 68460"/>
                <a:gd name="csX2" fmla="*/ 17265 w 25114"/>
                <a:gd name="csY2" fmla="*/ 15309 h 68460"/>
                <a:gd name="csX3" fmla="*/ 9340 w 25114"/>
                <a:gd name="csY3" fmla="*/ 21076 h 68460"/>
                <a:gd name="csX4" fmla="*/ 522 w 25114"/>
                <a:gd name="csY4" fmla="*/ 25430 h 68460"/>
                <a:gd name="csX5" fmla="*/ 522 w 25114"/>
                <a:gd name="csY5" fmla="*/ 17318 h 68460"/>
                <a:gd name="csX6" fmla="*/ 12800 w 25114"/>
                <a:gd name="csY6" fmla="*/ 9319 h 68460"/>
                <a:gd name="csX7" fmla="*/ 20242 w 25114"/>
                <a:gd name="csY7" fmla="*/ 203 h 68460"/>
                <a:gd name="csX8" fmla="*/ 25637 w 25114"/>
                <a:gd name="csY8" fmla="*/ 203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64"/>
                  </a:moveTo>
                  <a:lnTo>
                    <a:pt x="17265" y="68664"/>
                  </a:lnTo>
                  <a:lnTo>
                    <a:pt x="17265" y="15309"/>
                  </a:lnTo>
                  <a:cubicBezTo>
                    <a:pt x="15256" y="17244"/>
                    <a:pt x="12614" y="19179"/>
                    <a:pt x="9340" y="21076"/>
                  </a:cubicBezTo>
                  <a:cubicBezTo>
                    <a:pt x="6066" y="23011"/>
                    <a:pt x="3126" y="24462"/>
                    <a:pt x="522" y="25430"/>
                  </a:cubicBezTo>
                  <a:lnTo>
                    <a:pt x="522" y="17318"/>
                  </a:lnTo>
                  <a:cubicBezTo>
                    <a:pt x="5210" y="15123"/>
                    <a:pt x="9303" y="12444"/>
                    <a:pt x="12800" y="9319"/>
                  </a:cubicBezTo>
                  <a:cubicBezTo>
                    <a:pt x="16298" y="6193"/>
                    <a:pt x="18791" y="3143"/>
                    <a:pt x="20242" y="203"/>
                  </a:cubicBezTo>
                  <a:lnTo>
                    <a:pt x="25637" y="20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98" name="Freeform 3097">
              <a:extLst>
                <a:ext uri="{FF2B5EF4-FFF2-40B4-BE49-F238E27FC236}">
                  <a16:creationId xmlns:a16="http://schemas.microsoft.com/office/drawing/2014/main" id="{E8A856CE-61C1-72A6-4AC7-D4407A096844}"/>
                </a:ext>
              </a:extLst>
            </p:cNvPr>
            <p:cNvSpPr/>
            <p:nvPr/>
          </p:nvSpPr>
          <p:spPr>
            <a:xfrm>
              <a:off x="8194074" y="7558943"/>
              <a:ext cx="45206" cy="68423"/>
            </a:xfrm>
            <a:custGeom>
              <a:avLst/>
              <a:gdLst>
                <a:gd name="csX0" fmla="*/ 528 w 45206"/>
                <a:gd name="csY0" fmla="*/ 49614 h 68423"/>
                <a:gd name="csX1" fmla="*/ 9308 w 45206"/>
                <a:gd name="csY1" fmla="*/ 48870 h 68423"/>
                <a:gd name="csX2" fmla="*/ 13848 w 45206"/>
                <a:gd name="csY2" fmla="*/ 58507 h 68423"/>
                <a:gd name="csX3" fmla="*/ 22442 w 45206"/>
                <a:gd name="csY3" fmla="*/ 61744 h 68423"/>
                <a:gd name="csX4" fmla="*/ 32674 w 45206"/>
                <a:gd name="csY4" fmla="*/ 57204 h 68423"/>
                <a:gd name="csX5" fmla="*/ 36842 w 45206"/>
                <a:gd name="csY5" fmla="*/ 45112 h 68423"/>
                <a:gd name="csX6" fmla="*/ 32823 w 45206"/>
                <a:gd name="csY6" fmla="*/ 33801 h 68423"/>
                <a:gd name="csX7" fmla="*/ 22294 w 45206"/>
                <a:gd name="csY7" fmla="*/ 29671 h 68423"/>
                <a:gd name="csX8" fmla="*/ 15001 w 45206"/>
                <a:gd name="csY8" fmla="*/ 31494 h 68423"/>
                <a:gd name="csX9" fmla="*/ 9904 w 45206"/>
                <a:gd name="csY9" fmla="*/ 36257 h 68423"/>
                <a:gd name="csX10" fmla="*/ 2016 w 45206"/>
                <a:gd name="csY10" fmla="*/ 35252 h 68423"/>
                <a:gd name="csX11" fmla="*/ 8639 w 45206"/>
                <a:gd name="csY11" fmla="*/ 203 h 68423"/>
                <a:gd name="csX12" fmla="*/ 42534 w 45206"/>
                <a:gd name="csY12" fmla="*/ 203 h 68423"/>
                <a:gd name="csX13" fmla="*/ 42534 w 45206"/>
                <a:gd name="csY13" fmla="*/ 8240 h 68423"/>
                <a:gd name="csX14" fmla="*/ 15336 w 45206"/>
                <a:gd name="csY14" fmla="*/ 8240 h 68423"/>
                <a:gd name="csX15" fmla="*/ 11652 w 45206"/>
                <a:gd name="csY15" fmla="*/ 26546 h 68423"/>
                <a:gd name="csX16" fmla="*/ 24526 w 45206"/>
                <a:gd name="csY16" fmla="*/ 22267 h 68423"/>
                <a:gd name="csX17" fmla="*/ 39595 w 45206"/>
                <a:gd name="csY17" fmla="*/ 28443 h 68423"/>
                <a:gd name="csX18" fmla="*/ 45734 w 45206"/>
                <a:gd name="csY18" fmla="*/ 44368 h 68423"/>
                <a:gd name="csX19" fmla="*/ 40339 w 45206"/>
                <a:gd name="csY19" fmla="*/ 60367 h 68423"/>
                <a:gd name="csX20" fmla="*/ 22442 w 45206"/>
                <a:gd name="csY20" fmla="*/ 68627 h 68423"/>
                <a:gd name="csX21" fmla="*/ 7262 w 45206"/>
                <a:gd name="csY21" fmla="*/ 63418 h 68423"/>
                <a:gd name="csX22" fmla="*/ 528 w 45206"/>
                <a:gd name="csY22" fmla="*/ 49614 h 68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5206" h="68423">
                  <a:moveTo>
                    <a:pt x="528" y="49614"/>
                  </a:moveTo>
                  <a:lnTo>
                    <a:pt x="9308" y="48870"/>
                  </a:lnTo>
                  <a:cubicBezTo>
                    <a:pt x="9978" y="53149"/>
                    <a:pt x="11504" y="56349"/>
                    <a:pt x="13848" y="58507"/>
                  </a:cubicBezTo>
                  <a:cubicBezTo>
                    <a:pt x="16229" y="60665"/>
                    <a:pt x="19094" y="61744"/>
                    <a:pt x="22442" y="61744"/>
                  </a:cubicBezTo>
                  <a:cubicBezTo>
                    <a:pt x="26461" y="61744"/>
                    <a:pt x="29884" y="60218"/>
                    <a:pt x="32674" y="57204"/>
                  </a:cubicBezTo>
                  <a:cubicBezTo>
                    <a:pt x="35465" y="54153"/>
                    <a:pt x="36842" y="50135"/>
                    <a:pt x="36842" y="45112"/>
                  </a:cubicBezTo>
                  <a:cubicBezTo>
                    <a:pt x="36842" y="40312"/>
                    <a:pt x="35502" y="36554"/>
                    <a:pt x="32823" y="33801"/>
                  </a:cubicBezTo>
                  <a:cubicBezTo>
                    <a:pt x="30144" y="31048"/>
                    <a:pt x="26647" y="29671"/>
                    <a:pt x="22294" y="29671"/>
                  </a:cubicBezTo>
                  <a:cubicBezTo>
                    <a:pt x="19615" y="29671"/>
                    <a:pt x="17159" y="30266"/>
                    <a:pt x="15001" y="31494"/>
                  </a:cubicBezTo>
                  <a:cubicBezTo>
                    <a:pt x="12843" y="32722"/>
                    <a:pt x="11132" y="34322"/>
                    <a:pt x="9904" y="36257"/>
                  </a:cubicBezTo>
                  <a:lnTo>
                    <a:pt x="2016" y="35252"/>
                  </a:lnTo>
                  <a:lnTo>
                    <a:pt x="8639" y="203"/>
                  </a:lnTo>
                  <a:lnTo>
                    <a:pt x="42534" y="203"/>
                  </a:lnTo>
                  <a:lnTo>
                    <a:pt x="42534" y="8240"/>
                  </a:lnTo>
                  <a:lnTo>
                    <a:pt x="15336" y="8240"/>
                  </a:lnTo>
                  <a:lnTo>
                    <a:pt x="11652" y="26546"/>
                  </a:lnTo>
                  <a:cubicBezTo>
                    <a:pt x="15745" y="23681"/>
                    <a:pt x="20024" y="22267"/>
                    <a:pt x="24526" y="22267"/>
                  </a:cubicBezTo>
                  <a:cubicBezTo>
                    <a:pt x="30479" y="22267"/>
                    <a:pt x="35502" y="24313"/>
                    <a:pt x="39595" y="28443"/>
                  </a:cubicBezTo>
                  <a:cubicBezTo>
                    <a:pt x="43688" y="32573"/>
                    <a:pt x="45734" y="37894"/>
                    <a:pt x="45734" y="44368"/>
                  </a:cubicBezTo>
                  <a:cubicBezTo>
                    <a:pt x="45734" y="50544"/>
                    <a:pt x="43948" y="55865"/>
                    <a:pt x="40339" y="60367"/>
                  </a:cubicBezTo>
                  <a:cubicBezTo>
                    <a:pt x="35986" y="65874"/>
                    <a:pt x="29995" y="68627"/>
                    <a:pt x="22442" y="68627"/>
                  </a:cubicBezTo>
                  <a:cubicBezTo>
                    <a:pt x="16229" y="68627"/>
                    <a:pt x="11169" y="66915"/>
                    <a:pt x="7262" y="63418"/>
                  </a:cubicBezTo>
                  <a:cubicBezTo>
                    <a:pt x="3318" y="59958"/>
                    <a:pt x="1086" y="55344"/>
                    <a:pt x="528" y="4961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099" name="Freeform 3098">
              <a:extLst>
                <a:ext uri="{FF2B5EF4-FFF2-40B4-BE49-F238E27FC236}">
                  <a16:creationId xmlns:a16="http://schemas.microsoft.com/office/drawing/2014/main" id="{25C7AC78-3B3D-5956-BF69-E00CAA765B1E}"/>
                </a:ext>
              </a:extLst>
            </p:cNvPr>
            <p:cNvSpPr/>
            <p:nvPr/>
          </p:nvSpPr>
          <p:spPr>
            <a:xfrm>
              <a:off x="8249354" y="7558050"/>
              <a:ext cx="42825" cy="69279"/>
            </a:xfrm>
            <a:custGeom>
              <a:avLst/>
              <a:gdLst>
                <a:gd name="csX0" fmla="*/ 8272 w 42825"/>
                <a:gd name="csY0" fmla="*/ 68366 h 69279"/>
                <a:gd name="csX1" fmla="*/ 533 w 42825"/>
                <a:gd name="csY1" fmla="*/ 68366 h 69279"/>
                <a:gd name="csX2" fmla="*/ 533 w 42825"/>
                <a:gd name="csY2" fmla="*/ 203 h 69279"/>
                <a:gd name="csX3" fmla="*/ 8867 w 42825"/>
                <a:gd name="csY3" fmla="*/ 203 h 69279"/>
                <a:gd name="csX4" fmla="*/ 8867 w 42825"/>
                <a:gd name="csY4" fmla="*/ 24499 h 69279"/>
                <a:gd name="csX5" fmla="*/ 22411 w 42825"/>
                <a:gd name="csY5" fmla="*/ 17839 h 69279"/>
                <a:gd name="csX6" fmla="*/ 31043 w 42825"/>
                <a:gd name="csY6" fmla="*/ 19700 h 69279"/>
                <a:gd name="csX7" fmla="*/ 37740 w 42825"/>
                <a:gd name="csY7" fmla="*/ 24871 h 69279"/>
                <a:gd name="csX8" fmla="*/ 41870 w 42825"/>
                <a:gd name="csY8" fmla="*/ 32871 h 69279"/>
                <a:gd name="csX9" fmla="*/ 43358 w 42825"/>
                <a:gd name="csY9" fmla="*/ 42917 h 69279"/>
                <a:gd name="csX10" fmla="*/ 37070 w 42825"/>
                <a:gd name="csY10" fmla="*/ 62562 h 69279"/>
                <a:gd name="csX11" fmla="*/ 22002 w 42825"/>
                <a:gd name="csY11" fmla="*/ 69483 h 69279"/>
                <a:gd name="csX12" fmla="*/ 8272 w 42825"/>
                <a:gd name="csY12" fmla="*/ 62190 h 69279"/>
                <a:gd name="csX13" fmla="*/ 8272 w 42825"/>
                <a:gd name="csY13" fmla="*/ 68366 h 69279"/>
                <a:gd name="csX14" fmla="*/ 8198 w 42825"/>
                <a:gd name="csY14" fmla="*/ 43289 h 69279"/>
                <a:gd name="csX15" fmla="*/ 10616 w 42825"/>
                <a:gd name="csY15" fmla="*/ 56125 h 69279"/>
                <a:gd name="csX16" fmla="*/ 21295 w 42825"/>
                <a:gd name="csY16" fmla="*/ 62599 h 69279"/>
                <a:gd name="csX17" fmla="*/ 30782 w 42825"/>
                <a:gd name="csY17" fmla="*/ 57837 h 69279"/>
                <a:gd name="csX18" fmla="*/ 34801 w 42825"/>
                <a:gd name="csY18" fmla="*/ 43624 h 69279"/>
                <a:gd name="csX19" fmla="*/ 30968 w 42825"/>
                <a:gd name="csY19" fmla="*/ 29336 h 69279"/>
                <a:gd name="csX20" fmla="*/ 21667 w 42825"/>
                <a:gd name="csY20" fmla="*/ 24760 h 69279"/>
                <a:gd name="csX21" fmla="*/ 12179 w 42825"/>
                <a:gd name="csY21" fmla="*/ 29522 h 69279"/>
                <a:gd name="csX22" fmla="*/ 8198 w 42825"/>
                <a:gd name="csY22" fmla="*/ 43289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2825" h="69279">
                  <a:moveTo>
                    <a:pt x="8272" y="68366"/>
                  </a:moveTo>
                  <a:lnTo>
                    <a:pt x="533" y="68366"/>
                  </a:lnTo>
                  <a:lnTo>
                    <a:pt x="533" y="203"/>
                  </a:lnTo>
                  <a:lnTo>
                    <a:pt x="8867" y="203"/>
                  </a:lnTo>
                  <a:lnTo>
                    <a:pt x="8867" y="24499"/>
                  </a:lnTo>
                  <a:cubicBezTo>
                    <a:pt x="12439" y="20072"/>
                    <a:pt x="16941" y="17839"/>
                    <a:pt x="22411" y="17839"/>
                  </a:cubicBezTo>
                  <a:cubicBezTo>
                    <a:pt x="25462" y="17839"/>
                    <a:pt x="28327" y="18472"/>
                    <a:pt x="31043" y="19700"/>
                  </a:cubicBezTo>
                  <a:cubicBezTo>
                    <a:pt x="33759" y="20927"/>
                    <a:pt x="35991" y="22639"/>
                    <a:pt x="37740" y="24871"/>
                  </a:cubicBezTo>
                  <a:cubicBezTo>
                    <a:pt x="39489" y="27067"/>
                    <a:pt x="40866" y="29746"/>
                    <a:pt x="41870" y="32871"/>
                  </a:cubicBezTo>
                  <a:cubicBezTo>
                    <a:pt x="42837" y="35996"/>
                    <a:pt x="43358" y="39345"/>
                    <a:pt x="43358" y="42917"/>
                  </a:cubicBezTo>
                  <a:cubicBezTo>
                    <a:pt x="43358" y="51400"/>
                    <a:pt x="41238" y="57948"/>
                    <a:pt x="37070" y="62562"/>
                  </a:cubicBezTo>
                  <a:cubicBezTo>
                    <a:pt x="32903" y="67176"/>
                    <a:pt x="27843" y="69483"/>
                    <a:pt x="22002" y="69483"/>
                  </a:cubicBezTo>
                  <a:cubicBezTo>
                    <a:pt x="16160" y="69483"/>
                    <a:pt x="11584" y="67064"/>
                    <a:pt x="8272" y="62190"/>
                  </a:cubicBezTo>
                  <a:lnTo>
                    <a:pt x="8272" y="68366"/>
                  </a:lnTo>
                  <a:moveTo>
                    <a:pt x="8198" y="43289"/>
                  </a:moveTo>
                  <a:cubicBezTo>
                    <a:pt x="8198" y="49205"/>
                    <a:pt x="8979" y="53484"/>
                    <a:pt x="10616" y="56125"/>
                  </a:cubicBezTo>
                  <a:cubicBezTo>
                    <a:pt x="13258" y="60441"/>
                    <a:pt x="16793" y="62599"/>
                    <a:pt x="21295" y="62599"/>
                  </a:cubicBezTo>
                  <a:cubicBezTo>
                    <a:pt x="24978" y="62599"/>
                    <a:pt x="28141" y="60999"/>
                    <a:pt x="30782" y="57837"/>
                  </a:cubicBezTo>
                  <a:cubicBezTo>
                    <a:pt x="33461" y="54637"/>
                    <a:pt x="34801" y="49912"/>
                    <a:pt x="34801" y="43624"/>
                  </a:cubicBezTo>
                  <a:cubicBezTo>
                    <a:pt x="34801" y="37187"/>
                    <a:pt x="33499" y="32424"/>
                    <a:pt x="30968" y="29336"/>
                  </a:cubicBezTo>
                  <a:cubicBezTo>
                    <a:pt x="28401" y="26285"/>
                    <a:pt x="25313" y="24760"/>
                    <a:pt x="21667" y="24760"/>
                  </a:cubicBezTo>
                  <a:cubicBezTo>
                    <a:pt x="18020" y="24760"/>
                    <a:pt x="14858" y="26322"/>
                    <a:pt x="12179" y="29522"/>
                  </a:cubicBezTo>
                  <a:cubicBezTo>
                    <a:pt x="9537" y="32685"/>
                    <a:pt x="8198" y="37299"/>
                    <a:pt x="8198" y="4328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00" name="Graphic 2017">
            <a:extLst>
              <a:ext uri="{FF2B5EF4-FFF2-40B4-BE49-F238E27FC236}">
                <a16:creationId xmlns:a16="http://schemas.microsoft.com/office/drawing/2014/main" id="{4F9945DA-5FBC-995D-AE8D-BBAB7A814F8C}"/>
              </a:ext>
            </a:extLst>
          </p:cNvPr>
          <p:cNvGrpSpPr/>
          <p:nvPr/>
        </p:nvGrpSpPr>
        <p:grpSpPr>
          <a:xfrm>
            <a:off x="1646927" y="6332486"/>
            <a:ext cx="51677" cy="39453"/>
            <a:chOff x="8147537" y="7667513"/>
            <a:chExt cx="91185" cy="69614"/>
          </a:xfrm>
          <a:solidFill>
            <a:srgbClr val="000000"/>
          </a:solidFill>
        </p:grpSpPr>
        <p:sp>
          <p:nvSpPr>
            <p:cNvPr id="3101" name="Freeform 3100">
              <a:extLst>
                <a:ext uri="{FF2B5EF4-FFF2-40B4-BE49-F238E27FC236}">
                  <a16:creationId xmlns:a16="http://schemas.microsoft.com/office/drawing/2014/main" id="{FB80D6F4-5039-75CB-C96E-30849B598EFB}"/>
                </a:ext>
              </a:extLst>
            </p:cNvPr>
            <p:cNvSpPr/>
            <p:nvPr/>
          </p:nvSpPr>
          <p:spPr>
            <a:xfrm>
              <a:off x="8147537" y="7667513"/>
              <a:ext cx="25114" cy="68460"/>
            </a:xfrm>
            <a:custGeom>
              <a:avLst/>
              <a:gdLst>
                <a:gd name="csX0" fmla="*/ 25637 w 25114"/>
                <a:gd name="csY0" fmla="*/ 68676 h 68460"/>
                <a:gd name="csX1" fmla="*/ 17265 w 25114"/>
                <a:gd name="csY1" fmla="*/ 68676 h 68460"/>
                <a:gd name="csX2" fmla="*/ 17265 w 25114"/>
                <a:gd name="csY2" fmla="*/ 15321 h 68460"/>
                <a:gd name="csX3" fmla="*/ 9340 w 25114"/>
                <a:gd name="csY3" fmla="*/ 21088 h 68460"/>
                <a:gd name="csX4" fmla="*/ 522 w 25114"/>
                <a:gd name="csY4" fmla="*/ 25441 h 68460"/>
                <a:gd name="csX5" fmla="*/ 522 w 25114"/>
                <a:gd name="csY5" fmla="*/ 17330 h 68460"/>
                <a:gd name="csX6" fmla="*/ 12800 w 25114"/>
                <a:gd name="csY6" fmla="*/ 9330 h 68460"/>
                <a:gd name="csX7" fmla="*/ 20242 w 25114"/>
                <a:gd name="csY7" fmla="*/ 215 h 68460"/>
                <a:gd name="csX8" fmla="*/ 25637 w 25114"/>
                <a:gd name="csY8" fmla="*/ 215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76"/>
                  </a:moveTo>
                  <a:lnTo>
                    <a:pt x="17265" y="68676"/>
                  </a:lnTo>
                  <a:lnTo>
                    <a:pt x="17265" y="15321"/>
                  </a:lnTo>
                  <a:cubicBezTo>
                    <a:pt x="15256" y="17255"/>
                    <a:pt x="12614" y="19190"/>
                    <a:pt x="9340" y="21088"/>
                  </a:cubicBezTo>
                  <a:cubicBezTo>
                    <a:pt x="6066" y="23023"/>
                    <a:pt x="3126" y="24474"/>
                    <a:pt x="522" y="25441"/>
                  </a:cubicBezTo>
                  <a:lnTo>
                    <a:pt x="522" y="17330"/>
                  </a:lnTo>
                  <a:cubicBezTo>
                    <a:pt x="5210" y="15135"/>
                    <a:pt x="9303" y="12456"/>
                    <a:pt x="12800" y="9330"/>
                  </a:cubicBezTo>
                  <a:cubicBezTo>
                    <a:pt x="16298" y="6205"/>
                    <a:pt x="18791" y="3154"/>
                    <a:pt x="20242" y="215"/>
                  </a:cubicBezTo>
                  <a:lnTo>
                    <a:pt x="25637" y="21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02" name="Freeform 3101">
              <a:extLst>
                <a:ext uri="{FF2B5EF4-FFF2-40B4-BE49-F238E27FC236}">
                  <a16:creationId xmlns:a16="http://schemas.microsoft.com/office/drawing/2014/main" id="{86E6E596-9E10-0E19-BBAB-5E8DDA69C07F}"/>
                </a:ext>
              </a:extLst>
            </p:cNvPr>
            <p:cNvSpPr/>
            <p:nvPr/>
          </p:nvSpPr>
          <p:spPr>
            <a:xfrm>
              <a:off x="8193702" y="7667513"/>
              <a:ext cx="45020" cy="69614"/>
            </a:xfrm>
            <a:custGeom>
              <a:avLst/>
              <a:gdLst>
                <a:gd name="csX0" fmla="*/ 44357 w 45020"/>
                <a:gd name="csY0" fmla="*/ 17181 h 69614"/>
                <a:gd name="csX1" fmla="*/ 36023 w 45020"/>
                <a:gd name="csY1" fmla="*/ 17851 h 69614"/>
                <a:gd name="csX2" fmla="*/ 32860 w 45020"/>
                <a:gd name="csY2" fmla="*/ 10670 h 69614"/>
                <a:gd name="csX3" fmla="*/ 24489 w 45020"/>
                <a:gd name="csY3" fmla="*/ 7098 h 69614"/>
                <a:gd name="csX4" fmla="*/ 17457 w 45020"/>
                <a:gd name="csY4" fmla="*/ 9330 h 69614"/>
                <a:gd name="csX5" fmla="*/ 11243 w 45020"/>
                <a:gd name="csY5" fmla="*/ 17739 h 69614"/>
                <a:gd name="csX6" fmla="*/ 8862 w 45020"/>
                <a:gd name="csY6" fmla="*/ 33515 h 69614"/>
                <a:gd name="csX7" fmla="*/ 16266 w 45020"/>
                <a:gd name="csY7" fmla="*/ 26669 h 69614"/>
                <a:gd name="csX8" fmla="*/ 25419 w 45020"/>
                <a:gd name="csY8" fmla="*/ 24436 h 69614"/>
                <a:gd name="csX9" fmla="*/ 39669 w 45020"/>
                <a:gd name="csY9" fmla="*/ 30613 h 69614"/>
                <a:gd name="csX10" fmla="*/ 45548 w 45020"/>
                <a:gd name="csY10" fmla="*/ 46537 h 69614"/>
                <a:gd name="csX11" fmla="*/ 42795 w 45020"/>
                <a:gd name="csY11" fmla="*/ 58481 h 69614"/>
                <a:gd name="csX12" fmla="*/ 35204 w 45020"/>
                <a:gd name="csY12" fmla="*/ 66890 h 69614"/>
                <a:gd name="csX13" fmla="*/ 24191 w 45020"/>
                <a:gd name="csY13" fmla="*/ 69829 h 69614"/>
                <a:gd name="csX14" fmla="*/ 7150 w 45020"/>
                <a:gd name="csY14" fmla="*/ 62127 h 69614"/>
                <a:gd name="csX15" fmla="*/ 528 w 45020"/>
                <a:gd name="csY15" fmla="*/ 36752 h 69614"/>
                <a:gd name="csX16" fmla="*/ 7820 w 45020"/>
                <a:gd name="csY16" fmla="*/ 8028 h 69614"/>
                <a:gd name="csX17" fmla="*/ 25010 w 45020"/>
                <a:gd name="csY17" fmla="*/ 215 h 69614"/>
                <a:gd name="csX18" fmla="*/ 38181 w 45020"/>
                <a:gd name="csY18" fmla="*/ 4717 h 69614"/>
                <a:gd name="csX19" fmla="*/ 44357 w 45020"/>
                <a:gd name="csY19" fmla="*/ 17181 h 69614"/>
                <a:gd name="csX20" fmla="*/ 10164 w 45020"/>
                <a:gd name="csY20" fmla="*/ 46575 h 69614"/>
                <a:gd name="csX21" fmla="*/ 11987 w 45020"/>
                <a:gd name="csY21" fmla="*/ 54872 h 69614"/>
                <a:gd name="csX22" fmla="*/ 17122 w 45020"/>
                <a:gd name="csY22" fmla="*/ 60899 h 69614"/>
                <a:gd name="csX23" fmla="*/ 24080 w 45020"/>
                <a:gd name="csY23" fmla="*/ 62946 h 69614"/>
                <a:gd name="csX24" fmla="*/ 33195 w 45020"/>
                <a:gd name="csY24" fmla="*/ 58667 h 69614"/>
                <a:gd name="csX25" fmla="*/ 36990 w 45020"/>
                <a:gd name="csY25" fmla="*/ 47058 h 69614"/>
                <a:gd name="csX26" fmla="*/ 33233 w 45020"/>
                <a:gd name="csY26" fmla="*/ 35896 h 69614"/>
                <a:gd name="csX27" fmla="*/ 23745 w 45020"/>
                <a:gd name="csY27" fmla="*/ 31841 h 69614"/>
                <a:gd name="csX28" fmla="*/ 14108 w 45020"/>
                <a:gd name="csY28" fmla="*/ 35896 h 69614"/>
                <a:gd name="csX29" fmla="*/ 10164 w 45020"/>
                <a:gd name="csY29" fmla="*/ 4657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5020" h="69614">
                  <a:moveTo>
                    <a:pt x="44357" y="17181"/>
                  </a:moveTo>
                  <a:lnTo>
                    <a:pt x="36023" y="17851"/>
                  </a:lnTo>
                  <a:cubicBezTo>
                    <a:pt x="35279" y="14539"/>
                    <a:pt x="34237" y="12158"/>
                    <a:pt x="32860" y="10670"/>
                  </a:cubicBezTo>
                  <a:cubicBezTo>
                    <a:pt x="30591" y="8289"/>
                    <a:pt x="27800" y="7098"/>
                    <a:pt x="24489" y="7098"/>
                  </a:cubicBezTo>
                  <a:cubicBezTo>
                    <a:pt x="21810" y="7098"/>
                    <a:pt x="19466" y="7842"/>
                    <a:pt x="17457" y="9330"/>
                  </a:cubicBezTo>
                  <a:cubicBezTo>
                    <a:pt x="14815" y="11265"/>
                    <a:pt x="12769" y="14056"/>
                    <a:pt x="11243" y="17739"/>
                  </a:cubicBezTo>
                  <a:cubicBezTo>
                    <a:pt x="9718" y="21423"/>
                    <a:pt x="8936" y="26706"/>
                    <a:pt x="8862" y="33515"/>
                  </a:cubicBezTo>
                  <a:cubicBezTo>
                    <a:pt x="10871" y="30464"/>
                    <a:pt x="13327" y="28157"/>
                    <a:pt x="16266" y="26669"/>
                  </a:cubicBezTo>
                  <a:cubicBezTo>
                    <a:pt x="19168" y="25181"/>
                    <a:pt x="22219" y="24436"/>
                    <a:pt x="25419" y="24436"/>
                  </a:cubicBezTo>
                  <a:cubicBezTo>
                    <a:pt x="31000" y="24436"/>
                    <a:pt x="35763" y="26483"/>
                    <a:pt x="39669" y="30613"/>
                  </a:cubicBezTo>
                  <a:cubicBezTo>
                    <a:pt x="43613" y="34706"/>
                    <a:pt x="45548" y="40026"/>
                    <a:pt x="45548" y="46537"/>
                  </a:cubicBezTo>
                  <a:cubicBezTo>
                    <a:pt x="45548" y="50816"/>
                    <a:pt x="44618" y="54797"/>
                    <a:pt x="42795" y="58481"/>
                  </a:cubicBezTo>
                  <a:cubicBezTo>
                    <a:pt x="40934" y="62127"/>
                    <a:pt x="38404" y="64955"/>
                    <a:pt x="35204" y="66890"/>
                  </a:cubicBezTo>
                  <a:cubicBezTo>
                    <a:pt x="31967" y="68862"/>
                    <a:pt x="28284" y="69829"/>
                    <a:pt x="24191" y="69829"/>
                  </a:cubicBezTo>
                  <a:cubicBezTo>
                    <a:pt x="17233" y="69829"/>
                    <a:pt x="11541" y="67262"/>
                    <a:pt x="7150" y="62127"/>
                  </a:cubicBezTo>
                  <a:cubicBezTo>
                    <a:pt x="2723" y="56993"/>
                    <a:pt x="528" y="48547"/>
                    <a:pt x="528" y="36752"/>
                  </a:cubicBezTo>
                  <a:cubicBezTo>
                    <a:pt x="528" y="23581"/>
                    <a:pt x="2983" y="14018"/>
                    <a:pt x="7820" y="8028"/>
                  </a:cubicBezTo>
                  <a:cubicBezTo>
                    <a:pt x="12099" y="2819"/>
                    <a:pt x="17792" y="215"/>
                    <a:pt x="25010" y="215"/>
                  </a:cubicBezTo>
                  <a:cubicBezTo>
                    <a:pt x="30368" y="215"/>
                    <a:pt x="34758" y="1703"/>
                    <a:pt x="38181" y="4717"/>
                  </a:cubicBezTo>
                  <a:cubicBezTo>
                    <a:pt x="41604" y="7730"/>
                    <a:pt x="43650" y="11898"/>
                    <a:pt x="44357" y="17181"/>
                  </a:cubicBezTo>
                  <a:moveTo>
                    <a:pt x="10164" y="46575"/>
                  </a:moveTo>
                  <a:cubicBezTo>
                    <a:pt x="10164" y="49477"/>
                    <a:pt x="10759" y="52230"/>
                    <a:pt x="11987" y="54872"/>
                  </a:cubicBezTo>
                  <a:cubicBezTo>
                    <a:pt x="13215" y="57514"/>
                    <a:pt x="14927" y="59523"/>
                    <a:pt x="17122" y="60899"/>
                  </a:cubicBezTo>
                  <a:cubicBezTo>
                    <a:pt x="19354" y="62276"/>
                    <a:pt x="21661" y="62946"/>
                    <a:pt x="24080" y="62946"/>
                  </a:cubicBezTo>
                  <a:cubicBezTo>
                    <a:pt x="27614" y="62946"/>
                    <a:pt x="30628" y="61532"/>
                    <a:pt x="33195" y="58667"/>
                  </a:cubicBezTo>
                  <a:cubicBezTo>
                    <a:pt x="35725" y="55839"/>
                    <a:pt x="36990" y="51932"/>
                    <a:pt x="36990" y="47058"/>
                  </a:cubicBezTo>
                  <a:cubicBezTo>
                    <a:pt x="36990" y="42333"/>
                    <a:pt x="35725" y="38612"/>
                    <a:pt x="33233" y="35896"/>
                  </a:cubicBezTo>
                  <a:cubicBezTo>
                    <a:pt x="30740" y="33180"/>
                    <a:pt x="27540" y="31841"/>
                    <a:pt x="23745" y="31841"/>
                  </a:cubicBezTo>
                  <a:cubicBezTo>
                    <a:pt x="19950" y="31841"/>
                    <a:pt x="16750" y="33180"/>
                    <a:pt x="14108" y="35896"/>
                  </a:cubicBezTo>
                  <a:cubicBezTo>
                    <a:pt x="11466" y="38612"/>
                    <a:pt x="10164" y="42184"/>
                    <a:pt x="10164" y="4657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03" name="Graphic 2017">
            <a:extLst>
              <a:ext uri="{FF2B5EF4-FFF2-40B4-BE49-F238E27FC236}">
                <a16:creationId xmlns:a16="http://schemas.microsoft.com/office/drawing/2014/main" id="{5D660855-F2B4-557D-CFA9-742D7544B212}"/>
              </a:ext>
            </a:extLst>
          </p:cNvPr>
          <p:cNvGrpSpPr/>
          <p:nvPr/>
        </p:nvGrpSpPr>
        <p:grpSpPr>
          <a:xfrm>
            <a:off x="1646821" y="6394712"/>
            <a:ext cx="51783" cy="39453"/>
            <a:chOff x="8147537" y="7777311"/>
            <a:chExt cx="91371" cy="69614"/>
          </a:xfrm>
          <a:solidFill>
            <a:srgbClr val="000000"/>
          </a:solidFill>
        </p:grpSpPr>
        <p:sp>
          <p:nvSpPr>
            <p:cNvPr id="3104" name="Freeform 3103">
              <a:extLst>
                <a:ext uri="{FF2B5EF4-FFF2-40B4-BE49-F238E27FC236}">
                  <a16:creationId xmlns:a16="http://schemas.microsoft.com/office/drawing/2014/main" id="{3FA05619-DDD2-A4F0-4BCC-1AB6C5C70906}"/>
                </a:ext>
              </a:extLst>
            </p:cNvPr>
            <p:cNvSpPr/>
            <p:nvPr/>
          </p:nvSpPr>
          <p:spPr>
            <a:xfrm>
              <a:off x="8147537" y="7777311"/>
              <a:ext cx="25114" cy="68460"/>
            </a:xfrm>
            <a:custGeom>
              <a:avLst/>
              <a:gdLst>
                <a:gd name="csX0" fmla="*/ 25637 w 25114"/>
                <a:gd name="csY0" fmla="*/ 68687 h 68460"/>
                <a:gd name="csX1" fmla="*/ 17265 w 25114"/>
                <a:gd name="csY1" fmla="*/ 68687 h 68460"/>
                <a:gd name="csX2" fmla="*/ 17265 w 25114"/>
                <a:gd name="csY2" fmla="*/ 15332 h 68460"/>
                <a:gd name="csX3" fmla="*/ 9340 w 25114"/>
                <a:gd name="csY3" fmla="*/ 21099 h 68460"/>
                <a:gd name="csX4" fmla="*/ 522 w 25114"/>
                <a:gd name="csY4" fmla="*/ 25453 h 68460"/>
                <a:gd name="csX5" fmla="*/ 522 w 25114"/>
                <a:gd name="csY5" fmla="*/ 17341 h 68460"/>
                <a:gd name="csX6" fmla="*/ 12800 w 25114"/>
                <a:gd name="csY6" fmla="*/ 9342 h 68460"/>
                <a:gd name="csX7" fmla="*/ 20242 w 25114"/>
                <a:gd name="csY7" fmla="*/ 226 h 68460"/>
                <a:gd name="csX8" fmla="*/ 25637 w 25114"/>
                <a:gd name="csY8" fmla="*/ 226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687"/>
                  </a:moveTo>
                  <a:lnTo>
                    <a:pt x="17265" y="68687"/>
                  </a:lnTo>
                  <a:lnTo>
                    <a:pt x="17265" y="15332"/>
                  </a:lnTo>
                  <a:cubicBezTo>
                    <a:pt x="15256" y="17267"/>
                    <a:pt x="12614" y="19202"/>
                    <a:pt x="9340" y="21099"/>
                  </a:cubicBezTo>
                  <a:cubicBezTo>
                    <a:pt x="6066" y="23034"/>
                    <a:pt x="3126" y="24485"/>
                    <a:pt x="522" y="25453"/>
                  </a:cubicBezTo>
                  <a:lnTo>
                    <a:pt x="522" y="17341"/>
                  </a:lnTo>
                  <a:cubicBezTo>
                    <a:pt x="5210" y="15146"/>
                    <a:pt x="9303" y="12467"/>
                    <a:pt x="12800" y="9342"/>
                  </a:cubicBezTo>
                  <a:cubicBezTo>
                    <a:pt x="16298" y="6217"/>
                    <a:pt x="18791" y="3166"/>
                    <a:pt x="20242" y="226"/>
                  </a:cubicBezTo>
                  <a:lnTo>
                    <a:pt x="25637" y="22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05" name="Freeform 3104">
              <a:extLst>
                <a:ext uri="{FF2B5EF4-FFF2-40B4-BE49-F238E27FC236}">
                  <a16:creationId xmlns:a16="http://schemas.microsoft.com/office/drawing/2014/main" id="{CA086FCB-9ACF-3924-1D60-EE9C8EC9BE08}"/>
                </a:ext>
              </a:extLst>
            </p:cNvPr>
            <p:cNvSpPr/>
            <p:nvPr/>
          </p:nvSpPr>
          <p:spPr>
            <a:xfrm>
              <a:off x="8194000" y="7777311"/>
              <a:ext cx="44908" cy="69614"/>
            </a:xfrm>
            <a:custGeom>
              <a:avLst/>
              <a:gdLst>
                <a:gd name="csX0" fmla="*/ 13476 w 44908"/>
                <a:gd name="csY0" fmla="*/ 31703 h 69614"/>
                <a:gd name="csX1" fmla="*/ 5774 w 44908"/>
                <a:gd name="csY1" fmla="*/ 26271 h 69614"/>
                <a:gd name="csX2" fmla="*/ 3281 w 44908"/>
                <a:gd name="csY2" fmla="*/ 17788 h 69614"/>
                <a:gd name="csX3" fmla="*/ 8601 w 44908"/>
                <a:gd name="csY3" fmla="*/ 5286 h 69614"/>
                <a:gd name="csX4" fmla="*/ 22852 w 44908"/>
                <a:gd name="csY4" fmla="*/ 226 h 69614"/>
                <a:gd name="csX5" fmla="*/ 37214 w 44908"/>
                <a:gd name="csY5" fmla="*/ 5398 h 69614"/>
                <a:gd name="csX6" fmla="*/ 42646 w 44908"/>
                <a:gd name="csY6" fmla="*/ 18048 h 69614"/>
                <a:gd name="csX7" fmla="*/ 40153 w 44908"/>
                <a:gd name="csY7" fmla="*/ 26308 h 69614"/>
                <a:gd name="csX8" fmla="*/ 32600 w 44908"/>
                <a:gd name="csY8" fmla="*/ 31703 h 69614"/>
                <a:gd name="csX9" fmla="*/ 42162 w 44908"/>
                <a:gd name="csY9" fmla="*/ 38326 h 69614"/>
                <a:gd name="csX10" fmla="*/ 45436 w 44908"/>
                <a:gd name="csY10" fmla="*/ 49191 h 69614"/>
                <a:gd name="csX11" fmla="*/ 39260 w 44908"/>
                <a:gd name="csY11" fmla="*/ 63887 h 69614"/>
                <a:gd name="csX12" fmla="*/ 23001 w 44908"/>
                <a:gd name="csY12" fmla="*/ 69841 h 69614"/>
                <a:gd name="csX13" fmla="*/ 6704 w 44908"/>
                <a:gd name="csY13" fmla="*/ 63887 h 69614"/>
                <a:gd name="csX14" fmla="*/ 528 w 44908"/>
                <a:gd name="csY14" fmla="*/ 48967 h 69614"/>
                <a:gd name="csX15" fmla="*/ 3876 w 44908"/>
                <a:gd name="csY15" fmla="*/ 37843 h 69614"/>
                <a:gd name="csX16" fmla="*/ 13476 w 44908"/>
                <a:gd name="csY16" fmla="*/ 31703 h 69614"/>
                <a:gd name="csX17" fmla="*/ 11838 w 44908"/>
                <a:gd name="csY17" fmla="*/ 17527 h 69614"/>
                <a:gd name="csX18" fmla="*/ 14927 w 44908"/>
                <a:gd name="csY18" fmla="*/ 25453 h 69614"/>
                <a:gd name="csX19" fmla="*/ 23038 w 44908"/>
                <a:gd name="csY19" fmla="*/ 28504 h 69614"/>
                <a:gd name="csX20" fmla="*/ 30963 w 44908"/>
                <a:gd name="csY20" fmla="*/ 25453 h 69614"/>
                <a:gd name="csX21" fmla="*/ 34051 w 44908"/>
                <a:gd name="csY21" fmla="*/ 18011 h 69614"/>
                <a:gd name="csX22" fmla="*/ 30851 w 44908"/>
                <a:gd name="csY22" fmla="*/ 10235 h 69614"/>
                <a:gd name="csX23" fmla="*/ 22926 w 44908"/>
                <a:gd name="csY23" fmla="*/ 7109 h 69614"/>
                <a:gd name="csX24" fmla="*/ 14964 w 44908"/>
                <a:gd name="csY24" fmla="*/ 10198 h 69614"/>
                <a:gd name="csX25" fmla="*/ 11838 w 44908"/>
                <a:gd name="csY25" fmla="*/ 17527 h 69614"/>
                <a:gd name="csX26" fmla="*/ 9122 w 44908"/>
                <a:gd name="csY26" fmla="*/ 49005 h 69614"/>
                <a:gd name="csX27" fmla="*/ 10834 w 44908"/>
                <a:gd name="csY27" fmla="*/ 55962 h 69614"/>
                <a:gd name="csX28" fmla="*/ 15857 w 44908"/>
                <a:gd name="csY28" fmla="*/ 61134 h 69614"/>
                <a:gd name="csX29" fmla="*/ 23075 w 44908"/>
                <a:gd name="csY29" fmla="*/ 62957 h 69614"/>
                <a:gd name="csX30" fmla="*/ 32972 w 44908"/>
                <a:gd name="csY30" fmla="*/ 59088 h 69614"/>
                <a:gd name="csX31" fmla="*/ 36879 w 44908"/>
                <a:gd name="csY31" fmla="*/ 49302 h 69614"/>
                <a:gd name="csX32" fmla="*/ 32860 w 44908"/>
                <a:gd name="csY32" fmla="*/ 39294 h 69614"/>
                <a:gd name="csX33" fmla="*/ 22777 w 44908"/>
                <a:gd name="csY33" fmla="*/ 35350 h 69614"/>
                <a:gd name="csX34" fmla="*/ 12992 w 44908"/>
                <a:gd name="csY34" fmla="*/ 39256 h 69614"/>
                <a:gd name="csX35" fmla="*/ 9122 w 44908"/>
                <a:gd name="csY35" fmla="*/ 4900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44908" h="69614">
                  <a:moveTo>
                    <a:pt x="13476" y="31703"/>
                  </a:moveTo>
                  <a:cubicBezTo>
                    <a:pt x="10015" y="30438"/>
                    <a:pt x="7448" y="28615"/>
                    <a:pt x="5774" y="26271"/>
                  </a:cubicBezTo>
                  <a:cubicBezTo>
                    <a:pt x="4099" y="23927"/>
                    <a:pt x="3281" y="21099"/>
                    <a:pt x="3281" y="17788"/>
                  </a:cubicBezTo>
                  <a:cubicBezTo>
                    <a:pt x="3281" y="12839"/>
                    <a:pt x="5030" y="8672"/>
                    <a:pt x="8601" y="5286"/>
                  </a:cubicBezTo>
                  <a:cubicBezTo>
                    <a:pt x="12173" y="1901"/>
                    <a:pt x="16936" y="226"/>
                    <a:pt x="22852" y="226"/>
                  </a:cubicBezTo>
                  <a:cubicBezTo>
                    <a:pt x="28805" y="226"/>
                    <a:pt x="33567" y="1938"/>
                    <a:pt x="37214" y="5398"/>
                  </a:cubicBezTo>
                  <a:cubicBezTo>
                    <a:pt x="40860" y="8858"/>
                    <a:pt x="42646" y="13063"/>
                    <a:pt x="42646" y="18048"/>
                  </a:cubicBezTo>
                  <a:cubicBezTo>
                    <a:pt x="42646" y="21211"/>
                    <a:pt x="41827" y="23964"/>
                    <a:pt x="40153" y="26308"/>
                  </a:cubicBezTo>
                  <a:cubicBezTo>
                    <a:pt x="38516" y="28652"/>
                    <a:pt x="35986" y="30438"/>
                    <a:pt x="32600" y="31703"/>
                  </a:cubicBezTo>
                  <a:cubicBezTo>
                    <a:pt x="36804" y="33080"/>
                    <a:pt x="39967" y="35275"/>
                    <a:pt x="42162" y="38326"/>
                  </a:cubicBezTo>
                  <a:cubicBezTo>
                    <a:pt x="44357" y="41340"/>
                    <a:pt x="45436" y="44986"/>
                    <a:pt x="45436" y="49191"/>
                  </a:cubicBezTo>
                  <a:cubicBezTo>
                    <a:pt x="45436" y="55032"/>
                    <a:pt x="43390" y="59943"/>
                    <a:pt x="39260" y="63887"/>
                  </a:cubicBezTo>
                  <a:cubicBezTo>
                    <a:pt x="35130" y="67869"/>
                    <a:pt x="29698" y="69841"/>
                    <a:pt x="23001" y="69841"/>
                  </a:cubicBezTo>
                  <a:cubicBezTo>
                    <a:pt x="16266" y="69841"/>
                    <a:pt x="10834" y="67869"/>
                    <a:pt x="6704" y="63887"/>
                  </a:cubicBezTo>
                  <a:cubicBezTo>
                    <a:pt x="2574" y="59906"/>
                    <a:pt x="528" y="54921"/>
                    <a:pt x="528" y="48967"/>
                  </a:cubicBezTo>
                  <a:cubicBezTo>
                    <a:pt x="528" y="44540"/>
                    <a:pt x="1644" y="40819"/>
                    <a:pt x="3876" y="37843"/>
                  </a:cubicBezTo>
                  <a:cubicBezTo>
                    <a:pt x="6146" y="34829"/>
                    <a:pt x="9346" y="32782"/>
                    <a:pt x="13476" y="31703"/>
                  </a:cubicBezTo>
                  <a:moveTo>
                    <a:pt x="11838" y="17527"/>
                  </a:moveTo>
                  <a:cubicBezTo>
                    <a:pt x="11838" y="20764"/>
                    <a:pt x="12843" y="23406"/>
                    <a:pt x="14927" y="25453"/>
                  </a:cubicBezTo>
                  <a:cubicBezTo>
                    <a:pt x="17010" y="27499"/>
                    <a:pt x="19726" y="28504"/>
                    <a:pt x="23038" y="28504"/>
                  </a:cubicBezTo>
                  <a:cubicBezTo>
                    <a:pt x="26238" y="28504"/>
                    <a:pt x="28879" y="27499"/>
                    <a:pt x="30963" y="25453"/>
                  </a:cubicBezTo>
                  <a:cubicBezTo>
                    <a:pt x="33009" y="23443"/>
                    <a:pt x="34051" y="20951"/>
                    <a:pt x="34051" y="18011"/>
                  </a:cubicBezTo>
                  <a:cubicBezTo>
                    <a:pt x="34051" y="14923"/>
                    <a:pt x="32972" y="12356"/>
                    <a:pt x="30851" y="10235"/>
                  </a:cubicBezTo>
                  <a:cubicBezTo>
                    <a:pt x="28730" y="8151"/>
                    <a:pt x="26089" y="7109"/>
                    <a:pt x="22926" y="7109"/>
                  </a:cubicBezTo>
                  <a:cubicBezTo>
                    <a:pt x="19726" y="7109"/>
                    <a:pt x="17085" y="8114"/>
                    <a:pt x="14964" y="10198"/>
                  </a:cubicBezTo>
                  <a:cubicBezTo>
                    <a:pt x="12880" y="12207"/>
                    <a:pt x="11838" y="14663"/>
                    <a:pt x="11838" y="17527"/>
                  </a:cubicBezTo>
                  <a:moveTo>
                    <a:pt x="9122" y="49005"/>
                  </a:moveTo>
                  <a:cubicBezTo>
                    <a:pt x="9122" y="51386"/>
                    <a:pt x="9680" y="53730"/>
                    <a:pt x="10834" y="55962"/>
                  </a:cubicBezTo>
                  <a:cubicBezTo>
                    <a:pt x="11950" y="58195"/>
                    <a:pt x="13624" y="59906"/>
                    <a:pt x="15857" y="61134"/>
                  </a:cubicBezTo>
                  <a:cubicBezTo>
                    <a:pt x="18089" y="62362"/>
                    <a:pt x="20508" y="62957"/>
                    <a:pt x="23075" y="62957"/>
                  </a:cubicBezTo>
                  <a:cubicBezTo>
                    <a:pt x="27093" y="62957"/>
                    <a:pt x="30368" y="61692"/>
                    <a:pt x="32972" y="59088"/>
                  </a:cubicBezTo>
                  <a:cubicBezTo>
                    <a:pt x="35577" y="56520"/>
                    <a:pt x="36879" y="53246"/>
                    <a:pt x="36879" y="49302"/>
                  </a:cubicBezTo>
                  <a:cubicBezTo>
                    <a:pt x="36879" y="45247"/>
                    <a:pt x="35539" y="41935"/>
                    <a:pt x="32860" y="39294"/>
                  </a:cubicBezTo>
                  <a:cubicBezTo>
                    <a:pt x="30182" y="36652"/>
                    <a:pt x="26833" y="35350"/>
                    <a:pt x="22777" y="35350"/>
                  </a:cubicBezTo>
                  <a:cubicBezTo>
                    <a:pt x="18871" y="35350"/>
                    <a:pt x="15596" y="36652"/>
                    <a:pt x="12992" y="39256"/>
                  </a:cubicBezTo>
                  <a:cubicBezTo>
                    <a:pt x="10425" y="41861"/>
                    <a:pt x="9122" y="45098"/>
                    <a:pt x="9122" y="4900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sp>
        <p:nvSpPr>
          <p:cNvPr id="3106" name="Freeform 3105">
            <a:extLst>
              <a:ext uri="{FF2B5EF4-FFF2-40B4-BE49-F238E27FC236}">
                <a16:creationId xmlns:a16="http://schemas.microsoft.com/office/drawing/2014/main" id="{AB712BD7-5A82-C828-54A5-E237F8FF9283}"/>
              </a:ext>
            </a:extLst>
          </p:cNvPr>
          <p:cNvSpPr/>
          <p:nvPr/>
        </p:nvSpPr>
        <p:spPr>
          <a:xfrm>
            <a:off x="1672984" y="6457613"/>
            <a:ext cx="25620" cy="38778"/>
          </a:xfrm>
          <a:custGeom>
            <a:avLst/>
            <a:gdLst>
              <a:gd name="csX0" fmla="*/ 522 w 45206"/>
              <a:gd name="csY0" fmla="*/ 49649 h 68423"/>
              <a:gd name="csX1" fmla="*/ 9303 w 45206"/>
              <a:gd name="csY1" fmla="*/ 48905 h 68423"/>
              <a:gd name="csX2" fmla="*/ 13842 w 45206"/>
              <a:gd name="csY2" fmla="*/ 58541 h 68423"/>
              <a:gd name="csX3" fmla="*/ 22437 w 45206"/>
              <a:gd name="csY3" fmla="*/ 61778 h 68423"/>
              <a:gd name="csX4" fmla="*/ 32669 w 45206"/>
              <a:gd name="csY4" fmla="*/ 57239 h 68423"/>
              <a:gd name="csX5" fmla="*/ 36836 w 45206"/>
              <a:gd name="csY5" fmla="*/ 45147 h 68423"/>
              <a:gd name="csX6" fmla="*/ 32818 w 45206"/>
              <a:gd name="csY6" fmla="*/ 33836 h 68423"/>
              <a:gd name="csX7" fmla="*/ 22288 w 45206"/>
              <a:gd name="csY7" fmla="*/ 29706 h 68423"/>
              <a:gd name="csX8" fmla="*/ 14996 w 45206"/>
              <a:gd name="csY8" fmla="*/ 31529 h 68423"/>
              <a:gd name="csX9" fmla="*/ 9898 w 45206"/>
              <a:gd name="csY9" fmla="*/ 36291 h 68423"/>
              <a:gd name="csX10" fmla="*/ 2010 w 45206"/>
              <a:gd name="csY10" fmla="*/ 35287 h 68423"/>
              <a:gd name="csX11" fmla="*/ 8633 w 45206"/>
              <a:gd name="csY11" fmla="*/ 238 h 68423"/>
              <a:gd name="csX12" fmla="*/ 42529 w 45206"/>
              <a:gd name="csY12" fmla="*/ 238 h 68423"/>
              <a:gd name="csX13" fmla="*/ 42529 w 45206"/>
              <a:gd name="csY13" fmla="*/ 8274 h 68423"/>
              <a:gd name="csX14" fmla="*/ 15330 w 45206"/>
              <a:gd name="csY14" fmla="*/ 8274 h 68423"/>
              <a:gd name="csX15" fmla="*/ 11647 w 45206"/>
              <a:gd name="csY15" fmla="*/ 26580 h 68423"/>
              <a:gd name="csX16" fmla="*/ 24521 w 45206"/>
              <a:gd name="csY16" fmla="*/ 22301 h 68423"/>
              <a:gd name="csX17" fmla="*/ 39589 w 45206"/>
              <a:gd name="csY17" fmla="*/ 28478 h 68423"/>
              <a:gd name="csX18" fmla="*/ 45729 w 45206"/>
              <a:gd name="csY18" fmla="*/ 44402 h 68423"/>
              <a:gd name="csX19" fmla="*/ 40333 w 45206"/>
              <a:gd name="csY19" fmla="*/ 60401 h 68423"/>
              <a:gd name="csX20" fmla="*/ 22437 w 45206"/>
              <a:gd name="csY20" fmla="*/ 68661 h 68423"/>
              <a:gd name="csX21" fmla="*/ 7256 w 45206"/>
              <a:gd name="csY21" fmla="*/ 63452 h 68423"/>
              <a:gd name="csX22" fmla="*/ 522 w 45206"/>
              <a:gd name="csY22" fmla="*/ 49649 h 684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5206" h="68423">
                <a:moveTo>
                  <a:pt x="522" y="49649"/>
                </a:moveTo>
                <a:lnTo>
                  <a:pt x="9303" y="48905"/>
                </a:lnTo>
                <a:cubicBezTo>
                  <a:pt x="9973" y="53183"/>
                  <a:pt x="11498" y="56383"/>
                  <a:pt x="13842" y="58541"/>
                </a:cubicBezTo>
                <a:cubicBezTo>
                  <a:pt x="16223" y="60699"/>
                  <a:pt x="19088" y="61778"/>
                  <a:pt x="22437" y="61778"/>
                </a:cubicBezTo>
                <a:cubicBezTo>
                  <a:pt x="26455" y="61778"/>
                  <a:pt x="29878" y="60253"/>
                  <a:pt x="32669" y="57239"/>
                </a:cubicBezTo>
                <a:cubicBezTo>
                  <a:pt x="35459" y="54188"/>
                  <a:pt x="36836" y="50170"/>
                  <a:pt x="36836" y="45147"/>
                </a:cubicBezTo>
                <a:cubicBezTo>
                  <a:pt x="36836" y="40347"/>
                  <a:pt x="35497" y="36589"/>
                  <a:pt x="32818" y="33836"/>
                </a:cubicBezTo>
                <a:cubicBezTo>
                  <a:pt x="30139" y="31082"/>
                  <a:pt x="26641" y="29706"/>
                  <a:pt x="22288" y="29706"/>
                </a:cubicBezTo>
                <a:cubicBezTo>
                  <a:pt x="19609" y="29706"/>
                  <a:pt x="17154" y="30301"/>
                  <a:pt x="14996" y="31529"/>
                </a:cubicBezTo>
                <a:cubicBezTo>
                  <a:pt x="12837" y="32757"/>
                  <a:pt x="11126" y="34357"/>
                  <a:pt x="9898" y="36291"/>
                </a:cubicBezTo>
                <a:lnTo>
                  <a:pt x="2010" y="35287"/>
                </a:lnTo>
                <a:lnTo>
                  <a:pt x="8633" y="238"/>
                </a:lnTo>
                <a:lnTo>
                  <a:pt x="42529" y="238"/>
                </a:lnTo>
                <a:lnTo>
                  <a:pt x="42529" y="8274"/>
                </a:lnTo>
                <a:lnTo>
                  <a:pt x="15330" y="8274"/>
                </a:lnTo>
                <a:lnTo>
                  <a:pt x="11647" y="26580"/>
                </a:lnTo>
                <a:cubicBezTo>
                  <a:pt x="15740" y="23715"/>
                  <a:pt x="20018" y="22301"/>
                  <a:pt x="24521" y="22301"/>
                </a:cubicBezTo>
                <a:cubicBezTo>
                  <a:pt x="30474" y="22301"/>
                  <a:pt x="35497" y="24348"/>
                  <a:pt x="39589" y="28478"/>
                </a:cubicBezTo>
                <a:cubicBezTo>
                  <a:pt x="43682" y="32608"/>
                  <a:pt x="45729" y="37928"/>
                  <a:pt x="45729" y="44402"/>
                </a:cubicBezTo>
                <a:cubicBezTo>
                  <a:pt x="45729" y="50579"/>
                  <a:pt x="43943" y="55899"/>
                  <a:pt x="40333" y="60401"/>
                </a:cubicBezTo>
                <a:cubicBezTo>
                  <a:pt x="35980" y="65908"/>
                  <a:pt x="29990" y="68661"/>
                  <a:pt x="22437" y="68661"/>
                </a:cubicBezTo>
                <a:cubicBezTo>
                  <a:pt x="16223" y="68661"/>
                  <a:pt x="11163" y="66950"/>
                  <a:pt x="7256" y="63452"/>
                </a:cubicBezTo>
                <a:cubicBezTo>
                  <a:pt x="3312" y="59992"/>
                  <a:pt x="1080" y="55379"/>
                  <a:pt x="522" y="49649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 algn="r"/>
            <a:endParaRPr lang="en-US"/>
          </a:p>
        </p:txBody>
      </p:sp>
      <p:grpSp>
        <p:nvGrpSpPr>
          <p:cNvPr id="3107" name="Graphic 2017">
            <a:extLst>
              <a:ext uri="{FF2B5EF4-FFF2-40B4-BE49-F238E27FC236}">
                <a16:creationId xmlns:a16="http://schemas.microsoft.com/office/drawing/2014/main" id="{35D01202-30A3-70CE-E9D1-85EC732ABF15}"/>
              </a:ext>
            </a:extLst>
          </p:cNvPr>
          <p:cNvGrpSpPr/>
          <p:nvPr/>
        </p:nvGrpSpPr>
        <p:grpSpPr>
          <a:xfrm>
            <a:off x="1643089" y="6519144"/>
            <a:ext cx="55515" cy="39453"/>
            <a:chOff x="8141101" y="7996870"/>
            <a:chExt cx="97956" cy="69614"/>
          </a:xfrm>
          <a:solidFill>
            <a:srgbClr val="000000"/>
          </a:solidFill>
        </p:grpSpPr>
        <p:sp>
          <p:nvSpPr>
            <p:cNvPr id="3108" name="Freeform 3107">
              <a:extLst>
                <a:ext uri="{FF2B5EF4-FFF2-40B4-BE49-F238E27FC236}">
                  <a16:creationId xmlns:a16="http://schemas.microsoft.com/office/drawing/2014/main" id="{00F2AC93-1945-FF0D-6C36-6433999518CB}"/>
                </a:ext>
              </a:extLst>
            </p:cNvPr>
            <p:cNvSpPr/>
            <p:nvPr/>
          </p:nvSpPr>
          <p:spPr>
            <a:xfrm>
              <a:off x="8141101" y="7996870"/>
              <a:ext cx="44834" cy="69614"/>
            </a:xfrm>
            <a:custGeom>
              <a:avLst/>
              <a:gdLst>
                <a:gd name="csX0" fmla="*/ 1787 w 44834"/>
                <a:gd name="csY0" fmla="*/ 52934 h 69614"/>
                <a:gd name="csX1" fmla="*/ 9824 w 44834"/>
                <a:gd name="csY1" fmla="*/ 52190 h 69614"/>
                <a:gd name="csX2" fmla="*/ 13730 w 44834"/>
                <a:gd name="csY2" fmla="*/ 60450 h 69614"/>
                <a:gd name="csX3" fmla="*/ 21135 w 44834"/>
                <a:gd name="csY3" fmla="*/ 62980 h 69614"/>
                <a:gd name="csX4" fmla="*/ 27906 w 44834"/>
                <a:gd name="csY4" fmla="*/ 61232 h 69614"/>
                <a:gd name="csX5" fmla="*/ 32669 w 44834"/>
                <a:gd name="csY5" fmla="*/ 56506 h 69614"/>
                <a:gd name="csX6" fmla="*/ 35794 w 44834"/>
                <a:gd name="csY6" fmla="*/ 48544 h 69614"/>
                <a:gd name="csX7" fmla="*/ 37059 w 44834"/>
                <a:gd name="csY7" fmla="*/ 38275 h 69614"/>
                <a:gd name="csX8" fmla="*/ 36985 w 44834"/>
                <a:gd name="csY8" fmla="*/ 36638 h 69614"/>
                <a:gd name="csX9" fmla="*/ 30139 w 44834"/>
                <a:gd name="csY9" fmla="*/ 43112 h 69614"/>
                <a:gd name="csX10" fmla="*/ 20725 w 44834"/>
                <a:gd name="csY10" fmla="*/ 45605 h 69614"/>
                <a:gd name="csX11" fmla="*/ 6401 w 44834"/>
                <a:gd name="csY11" fmla="*/ 39465 h 69614"/>
                <a:gd name="csX12" fmla="*/ 522 w 44834"/>
                <a:gd name="csY12" fmla="*/ 23280 h 69614"/>
                <a:gd name="csX13" fmla="*/ 6661 w 44834"/>
                <a:gd name="csY13" fmla="*/ 6574 h 69614"/>
                <a:gd name="csX14" fmla="*/ 21953 w 44834"/>
                <a:gd name="csY14" fmla="*/ 249 h 69614"/>
                <a:gd name="csX15" fmla="*/ 34120 w 44834"/>
                <a:gd name="csY15" fmla="*/ 3821 h 69614"/>
                <a:gd name="csX16" fmla="*/ 42491 w 44834"/>
                <a:gd name="csY16" fmla="*/ 14053 h 69614"/>
                <a:gd name="csX17" fmla="*/ 45356 w 44834"/>
                <a:gd name="csY17" fmla="*/ 33215 h 69614"/>
                <a:gd name="csX18" fmla="*/ 42529 w 44834"/>
                <a:gd name="csY18" fmla="*/ 54051 h 69614"/>
                <a:gd name="csX19" fmla="*/ 34083 w 44834"/>
                <a:gd name="csY19" fmla="*/ 65808 h 69614"/>
                <a:gd name="csX20" fmla="*/ 20949 w 44834"/>
                <a:gd name="csY20" fmla="*/ 69864 h 69614"/>
                <a:gd name="csX21" fmla="*/ 7889 w 44834"/>
                <a:gd name="csY21" fmla="*/ 65436 h 69614"/>
                <a:gd name="csX22" fmla="*/ 1787 w 44834"/>
                <a:gd name="csY22" fmla="*/ 52934 h 69614"/>
                <a:gd name="csX23" fmla="*/ 36055 w 44834"/>
                <a:gd name="csY23" fmla="*/ 22871 h 69614"/>
                <a:gd name="csX24" fmla="*/ 32222 w 44834"/>
                <a:gd name="csY24" fmla="*/ 11411 h 69614"/>
                <a:gd name="csX25" fmla="*/ 22995 w 44834"/>
                <a:gd name="csY25" fmla="*/ 7170 h 69614"/>
                <a:gd name="csX26" fmla="*/ 13284 w 44834"/>
                <a:gd name="csY26" fmla="*/ 11746 h 69614"/>
                <a:gd name="csX27" fmla="*/ 9154 w 44834"/>
                <a:gd name="csY27" fmla="*/ 23541 h 69614"/>
                <a:gd name="csX28" fmla="*/ 13061 w 44834"/>
                <a:gd name="csY28" fmla="*/ 34145 h 69614"/>
                <a:gd name="csX29" fmla="*/ 22772 w 44834"/>
                <a:gd name="csY29" fmla="*/ 38200 h 69614"/>
                <a:gd name="csX30" fmla="*/ 32334 w 44834"/>
                <a:gd name="csY30" fmla="*/ 34145 h 69614"/>
                <a:gd name="csX31" fmla="*/ 36055 w 44834"/>
                <a:gd name="csY31" fmla="*/ 22871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4834" h="69614">
                  <a:moveTo>
                    <a:pt x="1787" y="52934"/>
                  </a:moveTo>
                  <a:lnTo>
                    <a:pt x="9824" y="52190"/>
                  </a:lnTo>
                  <a:cubicBezTo>
                    <a:pt x="10531" y="55985"/>
                    <a:pt x="11833" y="58739"/>
                    <a:pt x="13730" y="60450"/>
                  </a:cubicBezTo>
                  <a:cubicBezTo>
                    <a:pt x="15665" y="62125"/>
                    <a:pt x="18121" y="62980"/>
                    <a:pt x="21135" y="62980"/>
                  </a:cubicBezTo>
                  <a:cubicBezTo>
                    <a:pt x="23702" y="62980"/>
                    <a:pt x="25972" y="62385"/>
                    <a:pt x="27906" y="61232"/>
                  </a:cubicBezTo>
                  <a:cubicBezTo>
                    <a:pt x="29841" y="60041"/>
                    <a:pt x="31441" y="58478"/>
                    <a:pt x="32669" y="56506"/>
                  </a:cubicBezTo>
                  <a:cubicBezTo>
                    <a:pt x="33897" y="54534"/>
                    <a:pt x="34938" y="51893"/>
                    <a:pt x="35794" y="48544"/>
                  </a:cubicBezTo>
                  <a:cubicBezTo>
                    <a:pt x="36613" y="45195"/>
                    <a:pt x="37022" y="41772"/>
                    <a:pt x="37059" y="38275"/>
                  </a:cubicBezTo>
                  <a:cubicBezTo>
                    <a:pt x="37022" y="37903"/>
                    <a:pt x="37022" y="37382"/>
                    <a:pt x="36985" y="36638"/>
                  </a:cubicBezTo>
                  <a:cubicBezTo>
                    <a:pt x="35311" y="39279"/>
                    <a:pt x="33041" y="41437"/>
                    <a:pt x="30139" y="43112"/>
                  </a:cubicBezTo>
                  <a:cubicBezTo>
                    <a:pt x="27237" y="44749"/>
                    <a:pt x="24111" y="45605"/>
                    <a:pt x="20725" y="45605"/>
                  </a:cubicBezTo>
                  <a:cubicBezTo>
                    <a:pt x="15070" y="45605"/>
                    <a:pt x="10307" y="43558"/>
                    <a:pt x="6401" y="39465"/>
                  </a:cubicBezTo>
                  <a:cubicBezTo>
                    <a:pt x="2494" y="35373"/>
                    <a:pt x="522" y="29978"/>
                    <a:pt x="522" y="23280"/>
                  </a:cubicBezTo>
                  <a:cubicBezTo>
                    <a:pt x="522" y="16360"/>
                    <a:pt x="2568" y="10779"/>
                    <a:pt x="6661" y="6574"/>
                  </a:cubicBezTo>
                  <a:cubicBezTo>
                    <a:pt x="10717" y="2370"/>
                    <a:pt x="15851" y="249"/>
                    <a:pt x="21953" y="249"/>
                  </a:cubicBezTo>
                  <a:cubicBezTo>
                    <a:pt x="26418" y="249"/>
                    <a:pt x="30474" y="1440"/>
                    <a:pt x="34120" y="3821"/>
                  </a:cubicBezTo>
                  <a:cubicBezTo>
                    <a:pt x="37803" y="6202"/>
                    <a:pt x="40594" y="9625"/>
                    <a:pt x="42491" y="14053"/>
                  </a:cubicBezTo>
                  <a:cubicBezTo>
                    <a:pt x="44426" y="18443"/>
                    <a:pt x="45356" y="24843"/>
                    <a:pt x="45356" y="33215"/>
                  </a:cubicBezTo>
                  <a:cubicBezTo>
                    <a:pt x="45356" y="41921"/>
                    <a:pt x="44426" y="48879"/>
                    <a:pt x="42529" y="54051"/>
                  </a:cubicBezTo>
                  <a:cubicBezTo>
                    <a:pt x="40631" y="59185"/>
                    <a:pt x="37841" y="63129"/>
                    <a:pt x="34083" y="65808"/>
                  </a:cubicBezTo>
                  <a:cubicBezTo>
                    <a:pt x="30362" y="68524"/>
                    <a:pt x="25972" y="69864"/>
                    <a:pt x="20949" y="69864"/>
                  </a:cubicBezTo>
                  <a:cubicBezTo>
                    <a:pt x="15628" y="69864"/>
                    <a:pt x="11275" y="68375"/>
                    <a:pt x="7889" y="65436"/>
                  </a:cubicBezTo>
                  <a:cubicBezTo>
                    <a:pt x="4503" y="62459"/>
                    <a:pt x="2457" y="58292"/>
                    <a:pt x="1787" y="52934"/>
                  </a:cubicBezTo>
                  <a:moveTo>
                    <a:pt x="36055" y="22871"/>
                  </a:moveTo>
                  <a:cubicBezTo>
                    <a:pt x="36055" y="18034"/>
                    <a:pt x="34790" y="14239"/>
                    <a:pt x="32222" y="11411"/>
                  </a:cubicBezTo>
                  <a:cubicBezTo>
                    <a:pt x="29655" y="8584"/>
                    <a:pt x="26604" y="7170"/>
                    <a:pt x="22995" y="7170"/>
                  </a:cubicBezTo>
                  <a:cubicBezTo>
                    <a:pt x="19274" y="7170"/>
                    <a:pt x="16037" y="8695"/>
                    <a:pt x="13284" y="11746"/>
                  </a:cubicBezTo>
                  <a:cubicBezTo>
                    <a:pt x="10531" y="14760"/>
                    <a:pt x="9154" y="18704"/>
                    <a:pt x="9154" y="23541"/>
                  </a:cubicBezTo>
                  <a:cubicBezTo>
                    <a:pt x="9154" y="27894"/>
                    <a:pt x="10456" y="31429"/>
                    <a:pt x="13061" y="34145"/>
                  </a:cubicBezTo>
                  <a:cubicBezTo>
                    <a:pt x="15702" y="36861"/>
                    <a:pt x="18902" y="38200"/>
                    <a:pt x="22772" y="38200"/>
                  </a:cubicBezTo>
                  <a:cubicBezTo>
                    <a:pt x="26641" y="38200"/>
                    <a:pt x="29841" y="36861"/>
                    <a:pt x="32334" y="34145"/>
                  </a:cubicBezTo>
                  <a:cubicBezTo>
                    <a:pt x="34827" y="31429"/>
                    <a:pt x="36055" y="27671"/>
                    <a:pt x="36055" y="2287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09" name="Freeform 3108">
              <a:extLst>
                <a:ext uri="{FF2B5EF4-FFF2-40B4-BE49-F238E27FC236}">
                  <a16:creationId xmlns:a16="http://schemas.microsoft.com/office/drawing/2014/main" id="{F2D23A3F-12B8-7C0F-FB52-63143472794E}"/>
                </a:ext>
              </a:extLst>
            </p:cNvPr>
            <p:cNvSpPr/>
            <p:nvPr/>
          </p:nvSpPr>
          <p:spPr>
            <a:xfrm>
              <a:off x="8193553" y="8014804"/>
              <a:ext cx="45504" cy="51643"/>
            </a:xfrm>
            <a:custGeom>
              <a:avLst/>
              <a:gdLst>
                <a:gd name="csX0" fmla="*/ 35614 w 45504"/>
                <a:gd name="csY0" fmla="*/ 44674 h 51643"/>
                <a:gd name="csX1" fmla="*/ 26647 w 45504"/>
                <a:gd name="csY1" fmla="*/ 50256 h 51643"/>
                <a:gd name="csX2" fmla="*/ 17420 w 45504"/>
                <a:gd name="csY2" fmla="*/ 51893 h 51643"/>
                <a:gd name="csX3" fmla="*/ 4918 w 45504"/>
                <a:gd name="csY3" fmla="*/ 47911 h 51643"/>
                <a:gd name="csX4" fmla="*/ 528 w 45504"/>
                <a:gd name="csY4" fmla="*/ 37754 h 51643"/>
                <a:gd name="csX5" fmla="*/ 2202 w 45504"/>
                <a:gd name="csY5" fmla="*/ 31131 h 51643"/>
                <a:gd name="csX6" fmla="*/ 6518 w 45504"/>
                <a:gd name="csY6" fmla="*/ 26294 h 51643"/>
                <a:gd name="csX7" fmla="*/ 12545 w 45504"/>
                <a:gd name="csY7" fmla="*/ 23578 h 51643"/>
                <a:gd name="csX8" fmla="*/ 19987 w 45504"/>
                <a:gd name="csY8" fmla="*/ 22313 h 51643"/>
                <a:gd name="csX9" fmla="*/ 34907 w 45504"/>
                <a:gd name="csY9" fmla="*/ 19448 h 51643"/>
                <a:gd name="csX10" fmla="*/ 34981 w 45504"/>
                <a:gd name="csY10" fmla="*/ 17253 h 51643"/>
                <a:gd name="csX11" fmla="*/ 32600 w 45504"/>
                <a:gd name="csY11" fmla="*/ 10035 h 51643"/>
                <a:gd name="csX12" fmla="*/ 23075 w 45504"/>
                <a:gd name="csY12" fmla="*/ 7207 h 51643"/>
                <a:gd name="csX13" fmla="*/ 14331 w 45504"/>
                <a:gd name="csY13" fmla="*/ 9253 h 51643"/>
                <a:gd name="csX14" fmla="*/ 10164 w 45504"/>
                <a:gd name="csY14" fmla="*/ 16583 h 51643"/>
                <a:gd name="csX15" fmla="*/ 1979 w 45504"/>
                <a:gd name="csY15" fmla="*/ 15467 h 51643"/>
                <a:gd name="csX16" fmla="*/ 5662 w 45504"/>
                <a:gd name="csY16" fmla="*/ 6984 h 51643"/>
                <a:gd name="csX17" fmla="*/ 13066 w 45504"/>
                <a:gd name="csY17" fmla="*/ 1998 h 51643"/>
                <a:gd name="csX18" fmla="*/ 24266 w 45504"/>
                <a:gd name="csY18" fmla="*/ 249 h 51643"/>
                <a:gd name="csX19" fmla="*/ 34535 w 45504"/>
                <a:gd name="csY19" fmla="*/ 1738 h 51643"/>
                <a:gd name="csX20" fmla="*/ 40339 w 45504"/>
                <a:gd name="csY20" fmla="*/ 5495 h 51643"/>
                <a:gd name="csX21" fmla="*/ 42944 w 45504"/>
                <a:gd name="csY21" fmla="*/ 11188 h 51643"/>
                <a:gd name="csX22" fmla="*/ 43390 w 45504"/>
                <a:gd name="csY22" fmla="*/ 18927 h 51643"/>
                <a:gd name="csX23" fmla="*/ 43390 w 45504"/>
                <a:gd name="csY23" fmla="*/ 30089 h 51643"/>
                <a:gd name="csX24" fmla="*/ 43911 w 45504"/>
                <a:gd name="csY24" fmla="*/ 44860 h 51643"/>
                <a:gd name="csX25" fmla="*/ 46032 w 45504"/>
                <a:gd name="csY25" fmla="*/ 50776 h 51643"/>
                <a:gd name="csX26" fmla="*/ 37288 w 45504"/>
                <a:gd name="csY26" fmla="*/ 50776 h 51643"/>
                <a:gd name="csX27" fmla="*/ 35614 w 45504"/>
                <a:gd name="csY27" fmla="*/ 44674 h 51643"/>
                <a:gd name="csX28" fmla="*/ 34907 w 45504"/>
                <a:gd name="csY28" fmla="*/ 25997 h 51643"/>
                <a:gd name="csX29" fmla="*/ 21252 w 45504"/>
                <a:gd name="csY29" fmla="*/ 29159 h 51643"/>
                <a:gd name="csX30" fmla="*/ 13922 w 45504"/>
                <a:gd name="csY30" fmla="*/ 30833 h 51643"/>
                <a:gd name="csX31" fmla="*/ 10648 w 45504"/>
                <a:gd name="csY31" fmla="*/ 33550 h 51643"/>
                <a:gd name="csX32" fmla="*/ 9457 w 45504"/>
                <a:gd name="csY32" fmla="*/ 37531 h 51643"/>
                <a:gd name="csX33" fmla="*/ 12024 w 45504"/>
                <a:gd name="csY33" fmla="*/ 43112 h 51643"/>
                <a:gd name="csX34" fmla="*/ 19429 w 45504"/>
                <a:gd name="csY34" fmla="*/ 45344 h 51643"/>
                <a:gd name="csX35" fmla="*/ 28024 w 45504"/>
                <a:gd name="csY35" fmla="*/ 43223 h 51643"/>
                <a:gd name="csX36" fmla="*/ 33567 w 45504"/>
                <a:gd name="csY36" fmla="*/ 37419 h 51643"/>
                <a:gd name="csX37" fmla="*/ 34907 w 45504"/>
                <a:gd name="csY37" fmla="*/ 29048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4" y="44674"/>
                  </a:moveTo>
                  <a:cubicBezTo>
                    <a:pt x="32526" y="47316"/>
                    <a:pt x="29512" y="49177"/>
                    <a:pt x="26647" y="50256"/>
                  </a:cubicBezTo>
                  <a:cubicBezTo>
                    <a:pt x="23782" y="51335"/>
                    <a:pt x="20731" y="51893"/>
                    <a:pt x="17420" y="51893"/>
                  </a:cubicBezTo>
                  <a:cubicBezTo>
                    <a:pt x="11987" y="51893"/>
                    <a:pt x="7820" y="50553"/>
                    <a:pt x="4918" y="47911"/>
                  </a:cubicBezTo>
                  <a:cubicBezTo>
                    <a:pt x="2016" y="45270"/>
                    <a:pt x="528" y="41884"/>
                    <a:pt x="528" y="37754"/>
                  </a:cubicBezTo>
                  <a:cubicBezTo>
                    <a:pt x="528" y="35335"/>
                    <a:pt x="1086" y="33140"/>
                    <a:pt x="2202" y="31131"/>
                  </a:cubicBezTo>
                  <a:cubicBezTo>
                    <a:pt x="3281" y="29122"/>
                    <a:pt x="4732" y="27522"/>
                    <a:pt x="6518" y="26294"/>
                  </a:cubicBezTo>
                  <a:cubicBezTo>
                    <a:pt x="8304" y="25104"/>
                    <a:pt x="10313" y="24173"/>
                    <a:pt x="12545" y="23578"/>
                  </a:cubicBezTo>
                  <a:cubicBezTo>
                    <a:pt x="14183" y="23132"/>
                    <a:pt x="16675" y="22722"/>
                    <a:pt x="19987" y="22313"/>
                  </a:cubicBezTo>
                  <a:cubicBezTo>
                    <a:pt x="26758" y="21494"/>
                    <a:pt x="31707" y="20564"/>
                    <a:pt x="34907" y="19448"/>
                  </a:cubicBezTo>
                  <a:cubicBezTo>
                    <a:pt x="34944" y="18295"/>
                    <a:pt x="34981" y="17551"/>
                    <a:pt x="34981" y="17253"/>
                  </a:cubicBezTo>
                  <a:cubicBezTo>
                    <a:pt x="34981" y="13830"/>
                    <a:pt x="34163" y="11449"/>
                    <a:pt x="32600" y="10035"/>
                  </a:cubicBezTo>
                  <a:cubicBezTo>
                    <a:pt x="30442" y="8137"/>
                    <a:pt x="27279" y="7207"/>
                    <a:pt x="23075" y="7207"/>
                  </a:cubicBezTo>
                  <a:cubicBezTo>
                    <a:pt x="19131" y="7207"/>
                    <a:pt x="16229" y="7877"/>
                    <a:pt x="14331" y="9253"/>
                  </a:cubicBezTo>
                  <a:cubicBezTo>
                    <a:pt x="12471" y="10630"/>
                    <a:pt x="11057" y="13086"/>
                    <a:pt x="10164" y="16583"/>
                  </a:cubicBezTo>
                  <a:lnTo>
                    <a:pt x="1979" y="15467"/>
                  </a:lnTo>
                  <a:cubicBezTo>
                    <a:pt x="2723" y="11969"/>
                    <a:pt x="3951" y="9142"/>
                    <a:pt x="5662" y="6984"/>
                  </a:cubicBezTo>
                  <a:cubicBezTo>
                    <a:pt x="7374" y="4826"/>
                    <a:pt x="9829" y="3189"/>
                    <a:pt x="13066" y="1998"/>
                  </a:cubicBezTo>
                  <a:cubicBezTo>
                    <a:pt x="16266" y="845"/>
                    <a:pt x="20024" y="249"/>
                    <a:pt x="24266" y="249"/>
                  </a:cubicBezTo>
                  <a:cubicBezTo>
                    <a:pt x="28470" y="249"/>
                    <a:pt x="31893" y="770"/>
                    <a:pt x="34535" y="1738"/>
                  </a:cubicBezTo>
                  <a:cubicBezTo>
                    <a:pt x="37176" y="2742"/>
                    <a:pt x="39111" y="4007"/>
                    <a:pt x="40339" y="5495"/>
                  </a:cubicBezTo>
                  <a:cubicBezTo>
                    <a:pt x="41604" y="7021"/>
                    <a:pt x="42460" y="8919"/>
                    <a:pt x="42944" y="11188"/>
                  </a:cubicBezTo>
                  <a:cubicBezTo>
                    <a:pt x="43241" y="12639"/>
                    <a:pt x="43390" y="15206"/>
                    <a:pt x="43390" y="18927"/>
                  </a:cubicBezTo>
                  <a:lnTo>
                    <a:pt x="43390" y="30089"/>
                  </a:lnTo>
                  <a:cubicBezTo>
                    <a:pt x="43390" y="37866"/>
                    <a:pt x="43576" y="42777"/>
                    <a:pt x="43911" y="44860"/>
                  </a:cubicBezTo>
                  <a:cubicBezTo>
                    <a:pt x="44283" y="46907"/>
                    <a:pt x="44990" y="48879"/>
                    <a:pt x="46032" y="50776"/>
                  </a:cubicBezTo>
                  <a:lnTo>
                    <a:pt x="37288" y="50776"/>
                  </a:lnTo>
                  <a:cubicBezTo>
                    <a:pt x="36432" y="49028"/>
                    <a:pt x="35874" y="47019"/>
                    <a:pt x="35614" y="44674"/>
                  </a:cubicBezTo>
                  <a:moveTo>
                    <a:pt x="34907" y="25997"/>
                  </a:moveTo>
                  <a:cubicBezTo>
                    <a:pt x="31893" y="27224"/>
                    <a:pt x="27317" y="28266"/>
                    <a:pt x="21252" y="29159"/>
                  </a:cubicBezTo>
                  <a:cubicBezTo>
                    <a:pt x="17792" y="29643"/>
                    <a:pt x="15373" y="30201"/>
                    <a:pt x="13922" y="30833"/>
                  </a:cubicBezTo>
                  <a:cubicBezTo>
                    <a:pt x="12508" y="31429"/>
                    <a:pt x="11429" y="32359"/>
                    <a:pt x="10648" y="33550"/>
                  </a:cubicBezTo>
                  <a:cubicBezTo>
                    <a:pt x="9866" y="34740"/>
                    <a:pt x="9457" y="36080"/>
                    <a:pt x="9457" y="37531"/>
                  </a:cubicBezTo>
                  <a:cubicBezTo>
                    <a:pt x="9457" y="39763"/>
                    <a:pt x="10313" y="41623"/>
                    <a:pt x="12024" y="43112"/>
                  </a:cubicBezTo>
                  <a:cubicBezTo>
                    <a:pt x="13699" y="44600"/>
                    <a:pt x="16154" y="45344"/>
                    <a:pt x="19429" y="45344"/>
                  </a:cubicBezTo>
                  <a:cubicBezTo>
                    <a:pt x="22666" y="45344"/>
                    <a:pt x="25531" y="44637"/>
                    <a:pt x="28024" y="43223"/>
                  </a:cubicBezTo>
                  <a:cubicBezTo>
                    <a:pt x="30554" y="41810"/>
                    <a:pt x="32377" y="39875"/>
                    <a:pt x="33567" y="37419"/>
                  </a:cubicBezTo>
                  <a:cubicBezTo>
                    <a:pt x="34460" y="35522"/>
                    <a:pt x="34907" y="32731"/>
                    <a:pt x="34907" y="2904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10" name="Graphic 2017">
            <a:extLst>
              <a:ext uri="{FF2B5EF4-FFF2-40B4-BE49-F238E27FC236}">
                <a16:creationId xmlns:a16="http://schemas.microsoft.com/office/drawing/2014/main" id="{F06E260F-DF48-35C3-44B4-B8ACA36322D5}"/>
              </a:ext>
            </a:extLst>
          </p:cNvPr>
          <p:cNvGrpSpPr/>
          <p:nvPr/>
        </p:nvGrpSpPr>
        <p:grpSpPr>
          <a:xfrm>
            <a:off x="1646885" y="6581370"/>
            <a:ext cx="51719" cy="38798"/>
            <a:chOff x="8147537" y="8106668"/>
            <a:chExt cx="91259" cy="68460"/>
          </a:xfrm>
          <a:solidFill>
            <a:srgbClr val="000000"/>
          </a:solidFill>
        </p:grpSpPr>
        <p:sp>
          <p:nvSpPr>
            <p:cNvPr id="3111" name="Freeform 3110">
              <a:extLst>
                <a:ext uri="{FF2B5EF4-FFF2-40B4-BE49-F238E27FC236}">
                  <a16:creationId xmlns:a16="http://schemas.microsoft.com/office/drawing/2014/main" id="{5BDA037B-CB6A-FA9D-4285-5B784069BB3A}"/>
                </a:ext>
              </a:extLst>
            </p:cNvPr>
            <p:cNvSpPr/>
            <p:nvPr/>
          </p:nvSpPr>
          <p:spPr>
            <a:xfrm>
              <a:off x="8147537" y="8106668"/>
              <a:ext cx="25114" cy="68460"/>
            </a:xfrm>
            <a:custGeom>
              <a:avLst/>
              <a:gdLst>
                <a:gd name="csX0" fmla="*/ 25637 w 25114"/>
                <a:gd name="csY0" fmla="*/ 68722 h 68460"/>
                <a:gd name="csX1" fmla="*/ 17265 w 25114"/>
                <a:gd name="csY1" fmla="*/ 68722 h 68460"/>
                <a:gd name="csX2" fmla="*/ 17265 w 25114"/>
                <a:gd name="csY2" fmla="*/ 15367 h 68460"/>
                <a:gd name="csX3" fmla="*/ 9340 w 25114"/>
                <a:gd name="csY3" fmla="*/ 21134 h 68460"/>
                <a:gd name="csX4" fmla="*/ 522 w 25114"/>
                <a:gd name="csY4" fmla="*/ 25487 h 68460"/>
                <a:gd name="csX5" fmla="*/ 522 w 25114"/>
                <a:gd name="csY5" fmla="*/ 17376 h 68460"/>
                <a:gd name="csX6" fmla="*/ 12800 w 25114"/>
                <a:gd name="csY6" fmla="*/ 9376 h 68460"/>
                <a:gd name="csX7" fmla="*/ 20242 w 25114"/>
                <a:gd name="csY7" fmla="*/ 261 h 68460"/>
                <a:gd name="csX8" fmla="*/ 25637 w 25114"/>
                <a:gd name="csY8" fmla="*/ 261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722"/>
                  </a:moveTo>
                  <a:lnTo>
                    <a:pt x="17265" y="68722"/>
                  </a:lnTo>
                  <a:lnTo>
                    <a:pt x="17265" y="15367"/>
                  </a:lnTo>
                  <a:cubicBezTo>
                    <a:pt x="15256" y="17302"/>
                    <a:pt x="12614" y="19236"/>
                    <a:pt x="9340" y="21134"/>
                  </a:cubicBezTo>
                  <a:cubicBezTo>
                    <a:pt x="6066" y="23069"/>
                    <a:pt x="3126" y="24520"/>
                    <a:pt x="522" y="25487"/>
                  </a:cubicBezTo>
                  <a:lnTo>
                    <a:pt x="522" y="17376"/>
                  </a:lnTo>
                  <a:cubicBezTo>
                    <a:pt x="5210" y="15181"/>
                    <a:pt x="9303" y="12502"/>
                    <a:pt x="12800" y="9376"/>
                  </a:cubicBezTo>
                  <a:cubicBezTo>
                    <a:pt x="16298" y="6251"/>
                    <a:pt x="18791" y="3200"/>
                    <a:pt x="20242" y="261"/>
                  </a:cubicBezTo>
                  <a:lnTo>
                    <a:pt x="25637" y="26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12" name="Freeform 3111">
              <a:extLst>
                <a:ext uri="{FF2B5EF4-FFF2-40B4-BE49-F238E27FC236}">
                  <a16:creationId xmlns:a16="http://schemas.microsoft.com/office/drawing/2014/main" id="{58864784-D964-65B2-589C-752901E39A2D}"/>
                </a:ext>
              </a:extLst>
            </p:cNvPr>
            <p:cNvSpPr/>
            <p:nvPr/>
          </p:nvSpPr>
          <p:spPr>
            <a:xfrm>
              <a:off x="8194632" y="8107821"/>
              <a:ext cx="44164" cy="67307"/>
            </a:xfrm>
            <a:custGeom>
              <a:avLst/>
              <a:gdLst>
                <a:gd name="csX0" fmla="*/ 528 w 44164"/>
                <a:gd name="csY0" fmla="*/ 8335 h 67307"/>
                <a:gd name="csX1" fmla="*/ 528 w 44164"/>
                <a:gd name="csY1" fmla="*/ 261 h 67307"/>
                <a:gd name="csX2" fmla="*/ 44692 w 44164"/>
                <a:gd name="csY2" fmla="*/ 261 h 67307"/>
                <a:gd name="csX3" fmla="*/ 44692 w 44164"/>
                <a:gd name="csY3" fmla="*/ 6772 h 67307"/>
                <a:gd name="csX4" fmla="*/ 31781 w 44164"/>
                <a:gd name="csY4" fmla="*/ 25189 h 67307"/>
                <a:gd name="csX5" fmla="*/ 21884 w 44164"/>
                <a:gd name="csY5" fmla="*/ 48816 h 67307"/>
                <a:gd name="csX6" fmla="*/ 18685 w 44164"/>
                <a:gd name="csY6" fmla="*/ 67568 h 67307"/>
                <a:gd name="csX7" fmla="*/ 10090 w 44164"/>
                <a:gd name="csY7" fmla="*/ 67568 h 67307"/>
                <a:gd name="csX8" fmla="*/ 13215 w 44164"/>
                <a:gd name="csY8" fmla="*/ 48146 h 67307"/>
                <a:gd name="csX9" fmla="*/ 21922 w 44164"/>
                <a:gd name="csY9" fmla="*/ 26157 h 67307"/>
                <a:gd name="csX10" fmla="*/ 33939 w 44164"/>
                <a:gd name="csY10" fmla="*/ 8335 h 67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4164" h="67307">
                  <a:moveTo>
                    <a:pt x="528" y="8335"/>
                  </a:moveTo>
                  <a:lnTo>
                    <a:pt x="528" y="261"/>
                  </a:lnTo>
                  <a:lnTo>
                    <a:pt x="44692" y="261"/>
                  </a:lnTo>
                  <a:lnTo>
                    <a:pt x="44692" y="6772"/>
                  </a:lnTo>
                  <a:cubicBezTo>
                    <a:pt x="40339" y="11386"/>
                    <a:pt x="36023" y="17525"/>
                    <a:pt x="31781" y="25189"/>
                  </a:cubicBezTo>
                  <a:cubicBezTo>
                    <a:pt x="27503" y="32854"/>
                    <a:pt x="24228" y="40742"/>
                    <a:pt x="21884" y="48816"/>
                  </a:cubicBezTo>
                  <a:cubicBezTo>
                    <a:pt x="20210" y="54546"/>
                    <a:pt x="19131" y="60797"/>
                    <a:pt x="18685" y="67568"/>
                  </a:cubicBezTo>
                  <a:lnTo>
                    <a:pt x="10090" y="67568"/>
                  </a:lnTo>
                  <a:cubicBezTo>
                    <a:pt x="10164" y="62210"/>
                    <a:pt x="11206" y="55736"/>
                    <a:pt x="13215" y="48146"/>
                  </a:cubicBezTo>
                  <a:cubicBezTo>
                    <a:pt x="15262" y="40519"/>
                    <a:pt x="18126" y="33189"/>
                    <a:pt x="21922" y="26157"/>
                  </a:cubicBezTo>
                  <a:cubicBezTo>
                    <a:pt x="25679" y="19088"/>
                    <a:pt x="29698" y="13172"/>
                    <a:pt x="33939" y="833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13" name="Graphic 2017">
            <a:extLst>
              <a:ext uri="{FF2B5EF4-FFF2-40B4-BE49-F238E27FC236}">
                <a16:creationId xmlns:a16="http://schemas.microsoft.com/office/drawing/2014/main" id="{59AC6BFD-C5EF-893F-4CC2-7F9A071A0A05}"/>
              </a:ext>
            </a:extLst>
          </p:cNvPr>
          <p:cNvGrpSpPr/>
          <p:nvPr/>
        </p:nvGrpSpPr>
        <p:grpSpPr>
          <a:xfrm>
            <a:off x="1627575" y="6643069"/>
            <a:ext cx="71029" cy="39980"/>
            <a:chOff x="8147537" y="8215536"/>
            <a:chExt cx="125331" cy="70544"/>
          </a:xfrm>
          <a:solidFill>
            <a:srgbClr val="000000"/>
          </a:solidFill>
        </p:grpSpPr>
        <p:sp>
          <p:nvSpPr>
            <p:cNvPr id="3114" name="Freeform 3113">
              <a:extLst>
                <a:ext uri="{FF2B5EF4-FFF2-40B4-BE49-F238E27FC236}">
                  <a16:creationId xmlns:a16="http://schemas.microsoft.com/office/drawing/2014/main" id="{147FCCE1-6544-275E-39FA-9499C40E4E2C}"/>
                </a:ext>
              </a:extLst>
            </p:cNvPr>
            <p:cNvSpPr/>
            <p:nvPr/>
          </p:nvSpPr>
          <p:spPr>
            <a:xfrm>
              <a:off x="8147537" y="8216429"/>
              <a:ext cx="25114" cy="68460"/>
            </a:xfrm>
            <a:custGeom>
              <a:avLst/>
              <a:gdLst>
                <a:gd name="csX0" fmla="*/ 25637 w 25114"/>
                <a:gd name="csY0" fmla="*/ 68733 h 68460"/>
                <a:gd name="csX1" fmla="*/ 17265 w 25114"/>
                <a:gd name="csY1" fmla="*/ 68733 h 68460"/>
                <a:gd name="csX2" fmla="*/ 17265 w 25114"/>
                <a:gd name="csY2" fmla="*/ 15378 h 68460"/>
                <a:gd name="csX3" fmla="*/ 9340 w 25114"/>
                <a:gd name="csY3" fmla="*/ 21145 h 68460"/>
                <a:gd name="csX4" fmla="*/ 522 w 25114"/>
                <a:gd name="csY4" fmla="*/ 25499 h 68460"/>
                <a:gd name="csX5" fmla="*/ 522 w 25114"/>
                <a:gd name="csY5" fmla="*/ 17388 h 68460"/>
                <a:gd name="csX6" fmla="*/ 12800 w 25114"/>
                <a:gd name="csY6" fmla="*/ 9388 h 68460"/>
                <a:gd name="csX7" fmla="*/ 20242 w 25114"/>
                <a:gd name="csY7" fmla="*/ 272 h 68460"/>
                <a:gd name="csX8" fmla="*/ 25637 w 25114"/>
                <a:gd name="csY8" fmla="*/ 27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733"/>
                  </a:moveTo>
                  <a:lnTo>
                    <a:pt x="17265" y="68733"/>
                  </a:lnTo>
                  <a:lnTo>
                    <a:pt x="17265" y="15378"/>
                  </a:lnTo>
                  <a:cubicBezTo>
                    <a:pt x="15256" y="17313"/>
                    <a:pt x="12614" y="19248"/>
                    <a:pt x="9340" y="21145"/>
                  </a:cubicBezTo>
                  <a:cubicBezTo>
                    <a:pt x="6066" y="23080"/>
                    <a:pt x="3126" y="24531"/>
                    <a:pt x="522" y="25499"/>
                  </a:cubicBezTo>
                  <a:lnTo>
                    <a:pt x="522" y="17388"/>
                  </a:lnTo>
                  <a:cubicBezTo>
                    <a:pt x="5210" y="15192"/>
                    <a:pt x="9303" y="12513"/>
                    <a:pt x="12800" y="9388"/>
                  </a:cubicBezTo>
                  <a:cubicBezTo>
                    <a:pt x="16298" y="6263"/>
                    <a:pt x="18791" y="3212"/>
                    <a:pt x="20242" y="272"/>
                  </a:cubicBezTo>
                  <a:lnTo>
                    <a:pt x="25637" y="27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15" name="Freeform 3114">
              <a:extLst>
                <a:ext uri="{FF2B5EF4-FFF2-40B4-BE49-F238E27FC236}">
                  <a16:creationId xmlns:a16="http://schemas.microsoft.com/office/drawing/2014/main" id="{EC3AD6FC-5127-4D02-090B-FCBA457D9125}"/>
                </a:ext>
              </a:extLst>
            </p:cNvPr>
            <p:cNvSpPr/>
            <p:nvPr/>
          </p:nvSpPr>
          <p:spPr>
            <a:xfrm>
              <a:off x="8194149" y="8216429"/>
              <a:ext cx="44648" cy="69651"/>
            </a:xfrm>
            <a:custGeom>
              <a:avLst/>
              <a:gdLst>
                <a:gd name="csX0" fmla="*/ 528 w 44648"/>
                <a:gd name="csY0" fmla="*/ 50725 h 69651"/>
                <a:gd name="csX1" fmla="*/ 8862 w 44648"/>
                <a:gd name="csY1" fmla="*/ 49609 h 69651"/>
                <a:gd name="csX2" fmla="*/ 13773 w 44648"/>
                <a:gd name="csY2" fmla="*/ 59878 h 69651"/>
                <a:gd name="csX3" fmla="*/ 22219 w 44648"/>
                <a:gd name="csY3" fmla="*/ 63003 h 69651"/>
                <a:gd name="csX4" fmla="*/ 32191 w 44648"/>
                <a:gd name="csY4" fmla="*/ 58911 h 69651"/>
                <a:gd name="csX5" fmla="*/ 36283 w 44648"/>
                <a:gd name="csY5" fmla="*/ 48790 h 69651"/>
                <a:gd name="csX6" fmla="*/ 32526 w 44648"/>
                <a:gd name="csY6" fmla="*/ 39265 h 69651"/>
                <a:gd name="csX7" fmla="*/ 22926 w 44648"/>
                <a:gd name="csY7" fmla="*/ 35545 h 69651"/>
                <a:gd name="csX8" fmla="*/ 17010 w 44648"/>
                <a:gd name="csY8" fmla="*/ 36438 h 69651"/>
                <a:gd name="csX9" fmla="*/ 17940 w 44648"/>
                <a:gd name="csY9" fmla="*/ 29108 h 69651"/>
                <a:gd name="csX10" fmla="*/ 19280 w 44648"/>
                <a:gd name="csY10" fmla="*/ 29219 h 69651"/>
                <a:gd name="csX11" fmla="*/ 28916 w 44648"/>
                <a:gd name="csY11" fmla="*/ 26392 h 69651"/>
                <a:gd name="csX12" fmla="*/ 33195 w 44648"/>
                <a:gd name="csY12" fmla="*/ 17797 h 69651"/>
                <a:gd name="csX13" fmla="*/ 30070 w 44648"/>
                <a:gd name="csY13" fmla="*/ 10169 h 69651"/>
                <a:gd name="csX14" fmla="*/ 22033 w 44648"/>
                <a:gd name="csY14" fmla="*/ 7156 h 69651"/>
                <a:gd name="csX15" fmla="*/ 13922 w 44648"/>
                <a:gd name="csY15" fmla="*/ 10244 h 69651"/>
                <a:gd name="csX16" fmla="*/ 9718 w 44648"/>
                <a:gd name="csY16" fmla="*/ 19434 h 69651"/>
                <a:gd name="csX17" fmla="*/ 1346 w 44648"/>
                <a:gd name="csY17" fmla="*/ 17946 h 69651"/>
                <a:gd name="csX18" fmla="*/ 8341 w 44648"/>
                <a:gd name="csY18" fmla="*/ 4886 h 69651"/>
                <a:gd name="csX19" fmla="*/ 21847 w 44648"/>
                <a:gd name="csY19" fmla="*/ 272 h 69651"/>
                <a:gd name="csX20" fmla="*/ 32154 w 44648"/>
                <a:gd name="csY20" fmla="*/ 2654 h 69651"/>
                <a:gd name="csX21" fmla="*/ 39334 w 44648"/>
                <a:gd name="csY21" fmla="*/ 9202 h 69651"/>
                <a:gd name="csX22" fmla="*/ 41827 w 44648"/>
                <a:gd name="csY22" fmla="*/ 17983 h 69651"/>
                <a:gd name="csX23" fmla="*/ 39446 w 44648"/>
                <a:gd name="csY23" fmla="*/ 26020 h 69651"/>
                <a:gd name="csX24" fmla="*/ 32414 w 44648"/>
                <a:gd name="csY24" fmla="*/ 31824 h 69651"/>
                <a:gd name="csX25" fmla="*/ 41827 w 44648"/>
                <a:gd name="csY25" fmla="*/ 37591 h 69651"/>
                <a:gd name="csX26" fmla="*/ 45176 w 44648"/>
                <a:gd name="csY26" fmla="*/ 48604 h 69651"/>
                <a:gd name="csX27" fmla="*/ 38628 w 44648"/>
                <a:gd name="csY27" fmla="*/ 63747 h 69651"/>
                <a:gd name="csX28" fmla="*/ 22182 w 44648"/>
                <a:gd name="csY28" fmla="*/ 69924 h 69651"/>
                <a:gd name="csX29" fmla="*/ 7262 w 44648"/>
                <a:gd name="csY29" fmla="*/ 64603 h 69651"/>
                <a:gd name="csX30" fmla="*/ 528 w 44648"/>
                <a:gd name="csY30" fmla="*/ 50725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725"/>
                  </a:moveTo>
                  <a:lnTo>
                    <a:pt x="8862" y="49609"/>
                  </a:lnTo>
                  <a:cubicBezTo>
                    <a:pt x="9829" y="54371"/>
                    <a:pt x="11466" y="57794"/>
                    <a:pt x="13773" y="59878"/>
                  </a:cubicBezTo>
                  <a:cubicBezTo>
                    <a:pt x="16080" y="61962"/>
                    <a:pt x="18908" y="63003"/>
                    <a:pt x="22219" y="63003"/>
                  </a:cubicBezTo>
                  <a:cubicBezTo>
                    <a:pt x="26163" y="63003"/>
                    <a:pt x="29475" y="61664"/>
                    <a:pt x="32191" y="58911"/>
                  </a:cubicBezTo>
                  <a:cubicBezTo>
                    <a:pt x="34907" y="56194"/>
                    <a:pt x="36283" y="52809"/>
                    <a:pt x="36283" y="48790"/>
                  </a:cubicBezTo>
                  <a:cubicBezTo>
                    <a:pt x="36283" y="44921"/>
                    <a:pt x="35018" y="41758"/>
                    <a:pt x="32526" y="39265"/>
                  </a:cubicBezTo>
                  <a:cubicBezTo>
                    <a:pt x="29995" y="36772"/>
                    <a:pt x="26796" y="35545"/>
                    <a:pt x="22926" y="35545"/>
                  </a:cubicBezTo>
                  <a:cubicBezTo>
                    <a:pt x="21363" y="35545"/>
                    <a:pt x="19391" y="35842"/>
                    <a:pt x="17010" y="36438"/>
                  </a:cubicBezTo>
                  <a:lnTo>
                    <a:pt x="17940" y="29108"/>
                  </a:lnTo>
                  <a:cubicBezTo>
                    <a:pt x="18499" y="29182"/>
                    <a:pt x="18945" y="29219"/>
                    <a:pt x="19280" y="29219"/>
                  </a:cubicBezTo>
                  <a:cubicBezTo>
                    <a:pt x="22852" y="29219"/>
                    <a:pt x="26089" y="28252"/>
                    <a:pt x="28916" y="26392"/>
                  </a:cubicBezTo>
                  <a:cubicBezTo>
                    <a:pt x="31781" y="24531"/>
                    <a:pt x="33195" y="21666"/>
                    <a:pt x="33195" y="17797"/>
                  </a:cubicBezTo>
                  <a:cubicBezTo>
                    <a:pt x="33195" y="14746"/>
                    <a:pt x="32154" y="12179"/>
                    <a:pt x="30070" y="10169"/>
                  </a:cubicBezTo>
                  <a:cubicBezTo>
                    <a:pt x="28024" y="8160"/>
                    <a:pt x="25345" y="7156"/>
                    <a:pt x="22033" y="7156"/>
                  </a:cubicBezTo>
                  <a:cubicBezTo>
                    <a:pt x="18796" y="7156"/>
                    <a:pt x="16080" y="8160"/>
                    <a:pt x="13922" y="10244"/>
                  </a:cubicBezTo>
                  <a:cubicBezTo>
                    <a:pt x="11727" y="12253"/>
                    <a:pt x="10350" y="15341"/>
                    <a:pt x="9718" y="19434"/>
                  </a:cubicBezTo>
                  <a:lnTo>
                    <a:pt x="1346" y="17946"/>
                  </a:lnTo>
                  <a:cubicBezTo>
                    <a:pt x="2388" y="12327"/>
                    <a:pt x="4695" y="7974"/>
                    <a:pt x="8341" y="4886"/>
                  </a:cubicBezTo>
                  <a:cubicBezTo>
                    <a:pt x="11950" y="1798"/>
                    <a:pt x="16452" y="272"/>
                    <a:pt x="21847" y="272"/>
                  </a:cubicBezTo>
                  <a:cubicBezTo>
                    <a:pt x="25568" y="272"/>
                    <a:pt x="28991" y="1054"/>
                    <a:pt x="32154" y="2654"/>
                  </a:cubicBezTo>
                  <a:cubicBezTo>
                    <a:pt x="35279" y="4253"/>
                    <a:pt x="37660" y="6449"/>
                    <a:pt x="39334" y="9202"/>
                  </a:cubicBezTo>
                  <a:cubicBezTo>
                    <a:pt x="40972" y="11955"/>
                    <a:pt x="41827" y="14895"/>
                    <a:pt x="41827" y="17983"/>
                  </a:cubicBezTo>
                  <a:cubicBezTo>
                    <a:pt x="41827" y="20922"/>
                    <a:pt x="41009" y="23638"/>
                    <a:pt x="39446" y="26020"/>
                  </a:cubicBezTo>
                  <a:cubicBezTo>
                    <a:pt x="37846" y="28475"/>
                    <a:pt x="35502" y="30373"/>
                    <a:pt x="32414" y="31824"/>
                  </a:cubicBezTo>
                  <a:cubicBezTo>
                    <a:pt x="36432" y="32717"/>
                    <a:pt x="39595" y="34652"/>
                    <a:pt x="41827" y="37591"/>
                  </a:cubicBezTo>
                  <a:cubicBezTo>
                    <a:pt x="44060" y="40530"/>
                    <a:pt x="45176" y="44177"/>
                    <a:pt x="45176" y="48604"/>
                  </a:cubicBezTo>
                  <a:cubicBezTo>
                    <a:pt x="45176" y="54557"/>
                    <a:pt x="42981" y="59580"/>
                    <a:pt x="38628" y="63747"/>
                  </a:cubicBezTo>
                  <a:cubicBezTo>
                    <a:pt x="34312" y="67877"/>
                    <a:pt x="28805" y="69924"/>
                    <a:pt x="22182" y="69924"/>
                  </a:cubicBezTo>
                  <a:cubicBezTo>
                    <a:pt x="16192" y="69924"/>
                    <a:pt x="11243" y="68175"/>
                    <a:pt x="7262" y="64603"/>
                  </a:cubicBezTo>
                  <a:cubicBezTo>
                    <a:pt x="3318" y="61031"/>
                    <a:pt x="1048" y="56418"/>
                    <a:pt x="528" y="5072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16" name="Freeform 3115">
              <a:extLst>
                <a:ext uri="{FF2B5EF4-FFF2-40B4-BE49-F238E27FC236}">
                  <a16:creationId xmlns:a16="http://schemas.microsoft.com/office/drawing/2014/main" id="{8AE27E5D-4261-44FD-5B93-1B28B9B227D5}"/>
                </a:ext>
              </a:extLst>
            </p:cNvPr>
            <p:cNvSpPr/>
            <p:nvPr/>
          </p:nvSpPr>
          <p:spPr>
            <a:xfrm>
              <a:off x="8243997" y="8215536"/>
              <a:ext cx="28872" cy="69353"/>
            </a:xfrm>
            <a:custGeom>
              <a:avLst/>
              <a:gdLst>
                <a:gd name="csX0" fmla="*/ 7900 w 28872"/>
                <a:gd name="csY0" fmla="*/ 69626 h 69353"/>
                <a:gd name="csX1" fmla="*/ 7900 w 28872"/>
                <a:gd name="csY1" fmla="*/ 26764 h 69353"/>
                <a:gd name="csX2" fmla="*/ 533 w 28872"/>
                <a:gd name="csY2" fmla="*/ 26764 h 69353"/>
                <a:gd name="csX3" fmla="*/ 533 w 28872"/>
                <a:gd name="csY3" fmla="*/ 20215 h 69353"/>
                <a:gd name="csX4" fmla="*/ 7900 w 28872"/>
                <a:gd name="csY4" fmla="*/ 20215 h 69353"/>
                <a:gd name="csX5" fmla="*/ 7900 w 28872"/>
                <a:gd name="csY5" fmla="*/ 14969 h 69353"/>
                <a:gd name="csX6" fmla="*/ 8793 w 28872"/>
                <a:gd name="csY6" fmla="*/ 7565 h 69353"/>
                <a:gd name="csX7" fmla="*/ 13072 w 28872"/>
                <a:gd name="csY7" fmla="*/ 2319 h 69353"/>
                <a:gd name="csX8" fmla="*/ 21592 w 28872"/>
                <a:gd name="csY8" fmla="*/ 272 h 69353"/>
                <a:gd name="csX9" fmla="*/ 29406 w 28872"/>
                <a:gd name="csY9" fmla="*/ 1128 h 69353"/>
                <a:gd name="csX10" fmla="*/ 28141 w 28872"/>
                <a:gd name="csY10" fmla="*/ 8421 h 69353"/>
                <a:gd name="csX11" fmla="*/ 23229 w 28872"/>
                <a:gd name="csY11" fmla="*/ 7937 h 69353"/>
                <a:gd name="csX12" fmla="*/ 17834 w 28872"/>
                <a:gd name="csY12" fmla="*/ 9574 h 69353"/>
                <a:gd name="csX13" fmla="*/ 16234 w 28872"/>
                <a:gd name="csY13" fmla="*/ 15676 h 69353"/>
                <a:gd name="csX14" fmla="*/ 16234 w 28872"/>
                <a:gd name="csY14" fmla="*/ 20215 h 69353"/>
                <a:gd name="csX15" fmla="*/ 25871 w 28872"/>
                <a:gd name="csY15" fmla="*/ 20215 h 69353"/>
                <a:gd name="csX16" fmla="*/ 25871 w 28872"/>
                <a:gd name="csY16" fmla="*/ 26764 h 69353"/>
                <a:gd name="csX17" fmla="*/ 16234 w 28872"/>
                <a:gd name="csY17" fmla="*/ 26764 h 69353"/>
                <a:gd name="csX18" fmla="*/ 16234 w 28872"/>
                <a:gd name="csY18" fmla="*/ 69626 h 69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872" h="69353">
                  <a:moveTo>
                    <a:pt x="7900" y="69626"/>
                  </a:moveTo>
                  <a:lnTo>
                    <a:pt x="7900" y="26764"/>
                  </a:lnTo>
                  <a:lnTo>
                    <a:pt x="533" y="26764"/>
                  </a:lnTo>
                  <a:lnTo>
                    <a:pt x="533" y="20215"/>
                  </a:lnTo>
                  <a:lnTo>
                    <a:pt x="7900" y="20215"/>
                  </a:lnTo>
                  <a:lnTo>
                    <a:pt x="7900" y="14969"/>
                  </a:lnTo>
                  <a:cubicBezTo>
                    <a:pt x="7900" y="11658"/>
                    <a:pt x="8198" y="9202"/>
                    <a:pt x="8793" y="7565"/>
                  </a:cubicBezTo>
                  <a:cubicBezTo>
                    <a:pt x="9612" y="5407"/>
                    <a:pt x="11025" y="3658"/>
                    <a:pt x="13072" y="2319"/>
                  </a:cubicBezTo>
                  <a:cubicBezTo>
                    <a:pt x="15081" y="942"/>
                    <a:pt x="17946" y="272"/>
                    <a:pt x="21592" y="272"/>
                  </a:cubicBezTo>
                  <a:cubicBezTo>
                    <a:pt x="23936" y="272"/>
                    <a:pt x="26541" y="570"/>
                    <a:pt x="29406" y="1128"/>
                  </a:cubicBezTo>
                  <a:lnTo>
                    <a:pt x="28141" y="8421"/>
                  </a:lnTo>
                  <a:cubicBezTo>
                    <a:pt x="26429" y="8123"/>
                    <a:pt x="24755" y="7937"/>
                    <a:pt x="23229" y="7937"/>
                  </a:cubicBezTo>
                  <a:cubicBezTo>
                    <a:pt x="20662" y="7937"/>
                    <a:pt x="18876" y="8495"/>
                    <a:pt x="17834" y="9574"/>
                  </a:cubicBezTo>
                  <a:cubicBezTo>
                    <a:pt x="16755" y="10653"/>
                    <a:pt x="16234" y="12699"/>
                    <a:pt x="16234" y="15676"/>
                  </a:cubicBezTo>
                  <a:lnTo>
                    <a:pt x="16234" y="20215"/>
                  </a:lnTo>
                  <a:lnTo>
                    <a:pt x="25871" y="20215"/>
                  </a:lnTo>
                  <a:lnTo>
                    <a:pt x="25871" y="26764"/>
                  </a:lnTo>
                  <a:lnTo>
                    <a:pt x="16234" y="26764"/>
                  </a:lnTo>
                  <a:lnTo>
                    <a:pt x="16234" y="6962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sp>
        <p:nvSpPr>
          <p:cNvPr id="3117" name="Freeform 3116">
            <a:extLst>
              <a:ext uri="{FF2B5EF4-FFF2-40B4-BE49-F238E27FC236}">
                <a16:creationId xmlns:a16="http://schemas.microsoft.com/office/drawing/2014/main" id="{C836AF11-8F8A-FE92-474B-D9D0412F2B45}"/>
              </a:ext>
            </a:extLst>
          </p:cNvPr>
          <p:cNvSpPr/>
          <p:nvPr/>
        </p:nvSpPr>
        <p:spPr>
          <a:xfrm>
            <a:off x="1673153" y="6705801"/>
            <a:ext cx="25451" cy="39453"/>
          </a:xfrm>
          <a:custGeom>
            <a:avLst/>
            <a:gdLst>
              <a:gd name="csX0" fmla="*/ 13470 w 44908"/>
              <a:gd name="csY0" fmla="*/ 31761 h 69614"/>
              <a:gd name="csX1" fmla="*/ 5768 w 44908"/>
              <a:gd name="csY1" fmla="*/ 26329 h 69614"/>
              <a:gd name="csX2" fmla="*/ 3275 w 44908"/>
              <a:gd name="csY2" fmla="*/ 17846 h 69614"/>
              <a:gd name="csX3" fmla="*/ 8596 w 44908"/>
              <a:gd name="csY3" fmla="*/ 5344 h 69614"/>
              <a:gd name="csX4" fmla="*/ 22846 w 44908"/>
              <a:gd name="csY4" fmla="*/ 284 h 69614"/>
              <a:gd name="csX5" fmla="*/ 37208 w 44908"/>
              <a:gd name="csY5" fmla="*/ 5456 h 69614"/>
              <a:gd name="csX6" fmla="*/ 42640 w 44908"/>
              <a:gd name="csY6" fmla="*/ 18106 h 69614"/>
              <a:gd name="csX7" fmla="*/ 40147 w 44908"/>
              <a:gd name="csY7" fmla="*/ 26366 h 69614"/>
              <a:gd name="csX8" fmla="*/ 32594 w 44908"/>
              <a:gd name="csY8" fmla="*/ 31761 h 69614"/>
              <a:gd name="csX9" fmla="*/ 42157 w 44908"/>
              <a:gd name="csY9" fmla="*/ 38384 h 69614"/>
              <a:gd name="csX10" fmla="*/ 45431 w 44908"/>
              <a:gd name="csY10" fmla="*/ 49248 h 69614"/>
              <a:gd name="csX11" fmla="*/ 39254 w 44908"/>
              <a:gd name="csY11" fmla="*/ 63945 h 69614"/>
              <a:gd name="csX12" fmla="*/ 22995 w 44908"/>
              <a:gd name="csY12" fmla="*/ 69898 h 69614"/>
              <a:gd name="csX13" fmla="*/ 6698 w 44908"/>
              <a:gd name="csY13" fmla="*/ 63945 h 69614"/>
              <a:gd name="csX14" fmla="*/ 522 w 44908"/>
              <a:gd name="csY14" fmla="*/ 49025 h 69614"/>
              <a:gd name="csX15" fmla="*/ 3871 w 44908"/>
              <a:gd name="csY15" fmla="*/ 37900 h 69614"/>
              <a:gd name="csX16" fmla="*/ 13470 w 44908"/>
              <a:gd name="csY16" fmla="*/ 31761 h 69614"/>
              <a:gd name="csX17" fmla="*/ 11833 w 44908"/>
              <a:gd name="csY17" fmla="*/ 17585 h 69614"/>
              <a:gd name="csX18" fmla="*/ 14921 w 44908"/>
              <a:gd name="csY18" fmla="*/ 25510 h 69614"/>
              <a:gd name="csX19" fmla="*/ 23032 w 44908"/>
              <a:gd name="csY19" fmla="*/ 28561 h 69614"/>
              <a:gd name="csX20" fmla="*/ 30957 w 44908"/>
              <a:gd name="csY20" fmla="*/ 25510 h 69614"/>
              <a:gd name="csX21" fmla="*/ 34045 w 44908"/>
              <a:gd name="csY21" fmla="*/ 18069 h 69614"/>
              <a:gd name="csX22" fmla="*/ 30846 w 44908"/>
              <a:gd name="csY22" fmla="*/ 10293 h 69614"/>
              <a:gd name="csX23" fmla="*/ 22921 w 44908"/>
              <a:gd name="csY23" fmla="*/ 7167 h 69614"/>
              <a:gd name="csX24" fmla="*/ 14958 w 44908"/>
              <a:gd name="csY24" fmla="*/ 10255 h 69614"/>
              <a:gd name="csX25" fmla="*/ 11833 w 44908"/>
              <a:gd name="csY25" fmla="*/ 17585 h 69614"/>
              <a:gd name="csX26" fmla="*/ 9117 w 44908"/>
              <a:gd name="csY26" fmla="*/ 49062 h 69614"/>
              <a:gd name="csX27" fmla="*/ 10828 w 44908"/>
              <a:gd name="csY27" fmla="*/ 56020 h 69614"/>
              <a:gd name="csX28" fmla="*/ 15851 w 44908"/>
              <a:gd name="csY28" fmla="*/ 61192 h 69614"/>
              <a:gd name="csX29" fmla="*/ 23069 w 44908"/>
              <a:gd name="csY29" fmla="*/ 63015 h 69614"/>
              <a:gd name="csX30" fmla="*/ 32966 w 44908"/>
              <a:gd name="csY30" fmla="*/ 59145 h 69614"/>
              <a:gd name="csX31" fmla="*/ 36873 w 44908"/>
              <a:gd name="csY31" fmla="*/ 49360 h 69614"/>
              <a:gd name="csX32" fmla="*/ 32855 w 44908"/>
              <a:gd name="csY32" fmla="*/ 39351 h 69614"/>
              <a:gd name="csX33" fmla="*/ 22772 w 44908"/>
              <a:gd name="csY33" fmla="*/ 35407 h 69614"/>
              <a:gd name="csX34" fmla="*/ 12986 w 44908"/>
              <a:gd name="csY34" fmla="*/ 39314 h 69614"/>
              <a:gd name="csX35" fmla="*/ 9117 w 44908"/>
              <a:gd name="csY35" fmla="*/ 49062 h 69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44908" h="69614">
                <a:moveTo>
                  <a:pt x="13470" y="31761"/>
                </a:moveTo>
                <a:cubicBezTo>
                  <a:pt x="10010" y="30496"/>
                  <a:pt x="7442" y="28673"/>
                  <a:pt x="5768" y="26329"/>
                </a:cubicBezTo>
                <a:cubicBezTo>
                  <a:pt x="4094" y="23985"/>
                  <a:pt x="3275" y="21157"/>
                  <a:pt x="3275" y="17846"/>
                </a:cubicBezTo>
                <a:cubicBezTo>
                  <a:pt x="3275" y="12897"/>
                  <a:pt x="5024" y="8730"/>
                  <a:pt x="8596" y="5344"/>
                </a:cubicBezTo>
                <a:cubicBezTo>
                  <a:pt x="12168" y="1958"/>
                  <a:pt x="16930" y="284"/>
                  <a:pt x="22846" y="284"/>
                </a:cubicBezTo>
                <a:cubicBezTo>
                  <a:pt x="28799" y="284"/>
                  <a:pt x="33562" y="1995"/>
                  <a:pt x="37208" y="5456"/>
                </a:cubicBezTo>
                <a:cubicBezTo>
                  <a:pt x="40854" y="8916"/>
                  <a:pt x="42640" y="13120"/>
                  <a:pt x="42640" y="18106"/>
                </a:cubicBezTo>
                <a:cubicBezTo>
                  <a:pt x="42640" y="21269"/>
                  <a:pt x="41822" y="24022"/>
                  <a:pt x="40147" y="26366"/>
                </a:cubicBezTo>
                <a:cubicBezTo>
                  <a:pt x="38510" y="28710"/>
                  <a:pt x="35980" y="30496"/>
                  <a:pt x="32594" y="31761"/>
                </a:cubicBezTo>
                <a:cubicBezTo>
                  <a:pt x="36799" y="33138"/>
                  <a:pt x="39961" y="35333"/>
                  <a:pt x="42157" y="38384"/>
                </a:cubicBezTo>
                <a:cubicBezTo>
                  <a:pt x="44352" y="41398"/>
                  <a:pt x="45431" y="45044"/>
                  <a:pt x="45431" y="49248"/>
                </a:cubicBezTo>
                <a:cubicBezTo>
                  <a:pt x="45431" y="55090"/>
                  <a:pt x="43384" y="60001"/>
                  <a:pt x="39254" y="63945"/>
                </a:cubicBezTo>
                <a:cubicBezTo>
                  <a:pt x="35125" y="67926"/>
                  <a:pt x="29692" y="69898"/>
                  <a:pt x="22995" y="69898"/>
                </a:cubicBezTo>
                <a:cubicBezTo>
                  <a:pt x="16261" y="69898"/>
                  <a:pt x="10828" y="67926"/>
                  <a:pt x="6698" y="63945"/>
                </a:cubicBezTo>
                <a:cubicBezTo>
                  <a:pt x="2568" y="59964"/>
                  <a:pt x="522" y="54978"/>
                  <a:pt x="522" y="49025"/>
                </a:cubicBezTo>
                <a:cubicBezTo>
                  <a:pt x="522" y="44597"/>
                  <a:pt x="1638" y="40877"/>
                  <a:pt x="3871" y="37900"/>
                </a:cubicBezTo>
                <a:cubicBezTo>
                  <a:pt x="6140" y="34886"/>
                  <a:pt x="9340" y="32840"/>
                  <a:pt x="13470" y="31761"/>
                </a:cubicBezTo>
                <a:moveTo>
                  <a:pt x="11833" y="17585"/>
                </a:moveTo>
                <a:cubicBezTo>
                  <a:pt x="11833" y="20822"/>
                  <a:pt x="12837" y="23464"/>
                  <a:pt x="14921" y="25510"/>
                </a:cubicBezTo>
                <a:cubicBezTo>
                  <a:pt x="17005" y="27557"/>
                  <a:pt x="19721" y="28561"/>
                  <a:pt x="23032" y="28561"/>
                </a:cubicBezTo>
                <a:cubicBezTo>
                  <a:pt x="26232" y="28561"/>
                  <a:pt x="28874" y="27557"/>
                  <a:pt x="30957" y="25510"/>
                </a:cubicBezTo>
                <a:cubicBezTo>
                  <a:pt x="33004" y="23501"/>
                  <a:pt x="34045" y="21008"/>
                  <a:pt x="34045" y="18069"/>
                </a:cubicBezTo>
                <a:cubicBezTo>
                  <a:pt x="34045" y="14981"/>
                  <a:pt x="32966" y="12413"/>
                  <a:pt x="30846" y="10293"/>
                </a:cubicBezTo>
                <a:cubicBezTo>
                  <a:pt x="28725" y="8209"/>
                  <a:pt x="26083" y="7167"/>
                  <a:pt x="22921" y="7167"/>
                </a:cubicBezTo>
                <a:cubicBezTo>
                  <a:pt x="19721" y="7167"/>
                  <a:pt x="17079" y="8172"/>
                  <a:pt x="14958" y="10255"/>
                </a:cubicBezTo>
                <a:cubicBezTo>
                  <a:pt x="12875" y="12264"/>
                  <a:pt x="11833" y="14720"/>
                  <a:pt x="11833" y="17585"/>
                </a:cubicBezTo>
                <a:moveTo>
                  <a:pt x="9117" y="49062"/>
                </a:moveTo>
                <a:cubicBezTo>
                  <a:pt x="9117" y="51444"/>
                  <a:pt x="9675" y="53788"/>
                  <a:pt x="10828" y="56020"/>
                </a:cubicBezTo>
                <a:cubicBezTo>
                  <a:pt x="11945" y="58252"/>
                  <a:pt x="13619" y="59964"/>
                  <a:pt x="15851" y="61192"/>
                </a:cubicBezTo>
                <a:cubicBezTo>
                  <a:pt x="18084" y="62420"/>
                  <a:pt x="20502" y="63015"/>
                  <a:pt x="23069" y="63015"/>
                </a:cubicBezTo>
                <a:cubicBezTo>
                  <a:pt x="27088" y="63015"/>
                  <a:pt x="30362" y="61750"/>
                  <a:pt x="32966" y="59145"/>
                </a:cubicBezTo>
                <a:cubicBezTo>
                  <a:pt x="35571" y="56578"/>
                  <a:pt x="36873" y="53304"/>
                  <a:pt x="36873" y="49360"/>
                </a:cubicBezTo>
                <a:cubicBezTo>
                  <a:pt x="36873" y="45304"/>
                  <a:pt x="35534" y="41993"/>
                  <a:pt x="32855" y="39351"/>
                </a:cubicBezTo>
                <a:cubicBezTo>
                  <a:pt x="30176" y="36710"/>
                  <a:pt x="26827" y="35407"/>
                  <a:pt x="22772" y="35407"/>
                </a:cubicBezTo>
                <a:cubicBezTo>
                  <a:pt x="18865" y="35407"/>
                  <a:pt x="15591" y="36710"/>
                  <a:pt x="12986" y="39314"/>
                </a:cubicBezTo>
                <a:cubicBezTo>
                  <a:pt x="10419" y="41919"/>
                  <a:pt x="9117" y="45156"/>
                  <a:pt x="9117" y="49062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 algn="r"/>
            <a:endParaRPr lang="en-US"/>
          </a:p>
        </p:txBody>
      </p:sp>
      <p:grpSp>
        <p:nvGrpSpPr>
          <p:cNvPr id="3118" name="Graphic 2017">
            <a:extLst>
              <a:ext uri="{FF2B5EF4-FFF2-40B4-BE49-F238E27FC236}">
                <a16:creationId xmlns:a16="http://schemas.microsoft.com/office/drawing/2014/main" id="{4C1C0CC4-A501-150F-BF2A-888E6064E6F0}"/>
              </a:ext>
            </a:extLst>
          </p:cNvPr>
          <p:cNvGrpSpPr/>
          <p:nvPr/>
        </p:nvGrpSpPr>
        <p:grpSpPr>
          <a:xfrm>
            <a:off x="1642878" y="6768027"/>
            <a:ext cx="55726" cy="39453"/>
            <a:chOff x="8140729" y="8436025"/>
            <a:chExt cx="98328" cy="69614"/>
          </a:xfrm>
          <a:solidFill>
            <a:srgbClr val="000000"/>
          </a:solidFill>
        </p:grpSpPr>
        <p:sp>
          <p:nvSpPr>
            <p:cNvPr id="3119" name="Freeform 3118">
              <a:extLst>
                <a:ext uri="{FF2B5EF4-FFF2-40B4-BE49-F238E27FC236}">
                  <a16:creationId xmlns:a16="http://schemas.microsoft.com/office/drawing/2014/main" id="{32E5F0D5-75B3-2DFD-99A0-BF2389805712}"/>
                </a:ext>
              </a:extLst>
            </p:cNvPr>
            <p:cNvSpPr/>
            <p:nvPr/>
          </p:nvSpPr>
          <p:spPr>
            <a:xfrm>
              <a:off x="8140729" y="8436025"/>
              <a:ext cx="45020" cy="69614"/>
            </a:xfrm>
            <a:custGeom>
              <a:avLst/>
              <a:gdLst>
                <a:gd name="csX0" fmla="*/ 44352 w 45020"/>
                <a:gd name="csY0" fmla="*/ 17262 h 69614"/>
                <a:gd name="csX1" fmla="*/ 36017 w 45020"/>
                <a:gd name="csY1" fmla="*/ 17931 h 69614"/>
                <a:gd name="csX2" fmla="*/ 32855 w 45020"/>
                <a:gd name="csY2" fmla="*/ 10751 h 69614"/>
                <a:gd name="csX3" fmla="*/ 24483 w 45020"/>
                <a:gd name="csY3" fmla="*/ 7179 h 69614"/>
                <a:gd name="csX4" fmla="*/ 17451 w 45020"/>
                <a:gd name="csY4" fmla="*/ 9411 h 69614"/>
                <a:gd name="csX5" fmla="*/ 11238 w 45020"/>
                <a:gd name="csY5" fmla="*/ 17820 h 69614"/>
                <a:gd name="csX6" fmla="*/ 8856 w 45020"/>
                <a:gd name="csY6" fmla="*/ 33596 h 69614"/>
                <a:gd name="csX7" fmla="*/ 16261 w 45020"/>
                <a:gd name="csY7" fmla="*/ 26750 h 69614"/>
                <a:gd name="csX8" fmla="*/ 25413 w 45020"/>
                <a:gd name="csY8" fmla="*/ 24517 h 69614"/>
                <a:gd name="csX9" fmla="*/ 39664 w 45020"/>
                <a:gd name="csY9" fmla="*/ 30694 h 69614"/>
                <a:gd name="csX10" fmla="*/ 45542 w 45020"/>
                <a:gd name="csY10" fmla="*/ 46618 h 69614"/>
                <a:gd name="csX11" fmla="*/ 42789 w 45020"/>
                <a:gd name="csY11" fmla="*/ 58562 h 69614"/>
                <a:gd name="csX12" fmla="*/ 35199 w 45020"/>
                <a:gd name="csY12" fmla="*/ 66970 h 69614"/>
                <a:gd name="csX13" fmla="*/ 24186 w 45020"/>
                <a:gd name="csY13" fmla="*/ 69910 h 69614"/>
                <a:gd name="csX14" fmla="*/ 7145 w 45020"/>
                <a:gd name="csY14" fmla="*/ 62208 h 69614"/>
                <a:gd name="csX15" fmla="*/ 522 w 45020"/>
                <a:gd name="csY15" fmla="*/ 36833 h 69614"/>
                <a:gd name="csX16" fmla="*/ 7815 w 45020"/>
                <a:gd name="csY16" fmla="*/ 8109 h 69614"/>
                <a:gd name="csX17" fmla="*/ 25004 w 45020"/>
                <a:gd name="csY17" fmla="*/ 295 h 69614"/>
                <a:gd name="csX18" fmla="*/ 38175 w 45020"/>
                <a:gd name="csY18" fmla="*/ 4797 h 69614"/>
                <a:gd name="csX19" fmla="*/ 44352 w 45020"/>
                <a:gd name="csY19" fmla="*/ 17262 h 69614"/>
                <a:gd name="csX20" fmla="*/ 10159 w 45020"/>
                <a:gd name="csY20" fmla="*/ 46655 h 69614"/>
                <a:gd name="csX21" fmla="*/ 11982 w 45020"/>
                <a:gd name="csY21" fmla="*/ 54952 h 69614"/>
                <a:gd name="csX22" fmla="*/ 17116 w 45020"/>
                <a:gd name="csY22" fmla="*/ 60980 h 69614"/>
                <a:gd name="csX23" fmla="*/ 24074 w 45020"/>
                <a:gd name="csY23" fmla="*/ 63026 h 69614"/>
                <a:gd name="csX24" fmla="*/ 33190 w 45020"/>
                <a:gd name="csY24" fmla="*/ 58748 h 69614"/>
                <a:gd name="csX25" fmla="*/ 36985 w 45020"/>
                <a:gd name="csY25" fmla="*/ 47139 h 69614"/>
                <a:gd name="csX26" fmla="*/ 33227 w 45020"/>
                <a:gd name="csY26" fmla="*/ 35977 h 69614"/>
                <a:gd name="csX27" fmla="*/ 23739 w 45020"/>
                <a:gd name="csY27" fmla="*/ 31921 h 69614"/>
                <a:gd name="csX28" fmla="*/ 14103 w 45020"/>
                <a:gd name="csY28" fmla="*/ 35977 h 69614"/>
                <a:gd name="csX29" fmla="*/ 10159 w 45020"/>
                <a:gd name="csY29" fmla="*/ 4665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5020" h="69614">
                  <a:moveTo>
                    <a:pt x="44352" y="17262"/>
                  </a:moveTo>
                  <a:lnTo>
                    <a:pt x="36017" y="17931"/>
                  </a:lnTo>
                  <a:cubicBezTo>
                    <a:pt x="35273" y="14620"/>
                    <a:pt x="34232" y="12239"/>
                    <a:pt x="32855" y="10751"/>
                  </a:cubicBezTo>
                  <a:cubicBezTo>
                    <a:pt x="30585" y="8369"/>
                    <a:pt x="27795" y="7179"/>
                    <a:pt x="24483" y="7179"/>
                  </a:cubicBezTo>
                  <a:cubicBezTo>
                    <a:pt x="21804" y="7179"/>
                    <a:pt x="19460" y="7923"/>
                    <a:pt x="17451" y="9411"/>
                  </a:cubicBezTo>
                  <a:cubicBezTo>
                    <a:pt x="14809" y="11346"/>
                    <a:pt x="12763" y="14136"/>
                    <a:pt x="11238" y="17820"/>
                  </a:cubicBezTo>
                  <a:cubicBezTo>
                    <a:pt x="9712" y="21503"/>
                    <a:pt x="8931" y="26787"/>
                    <a:pt x="8856" y="33596"/>
                  </a:cubicBezTo>
                  <a:cubicBezTo>
                    <a:pt x="10866" y="30545"/>
                    <a:pt x="13321" y="28238"/>
                    <a:pt x="16261" y="26750"/>
                  </a:cubicBezTo>
                  <a:cubicBezTo>
                    <a:pt x="19163" y="25261"/>
                    <a:pt x="22214" y="24517"/>
                    <a:pt x="25413" y="24517"/>
                  </a:cubicBezTo>
                  <a:cubicBezTo>
                    <a:pt x="30995" y="24517"/>
                    <a:pt x="35757" y="26564"/>
                    <a:pt x="39664" y="30694"/>
                  </a:cubicBezTo>
                  <a:cubicBezTo>
                    <a:pt x="43608" y="34786"/>
                    <a:pt x="45542" y="40107"/>
                    <a:pt x="45542" y="46618"/>
                  </a:cubicBezTo>
                  <a:cubicBezTo>
                    <a:pt x="45542" y="50897"/>
                    <a:pt x="44612" y="54878"/>
                    <a:pt x="42789" y="58562"/>
                  </a:cubicBezTo>
                  <a:cubicBezTo>
                    <a:pt x="40929" y="62208"/>
                    <a:pt x="38399" y="65036"/>
                    <a:pt x="35199" y="66970"/>
                  </a:cubicBezTo>
                  <a:cubicBezTo>
                    <a:pt x="31962" y="68942"/>
                    <a:pt x="28278" y="69910"/>
                    <a:pt x="24186" y="69910"/>
                  </a:cubicBezTo>
                  <a:cubicBezTo>
                    <a:pt x="17228" y="69910"/>
                    <a:pt x="11535" y="67342"/>
                    <a:pt x="7145" y="62208"/>
                  </a:cubicBezTo>
                  <a:cubicBezTo>
                    <a:pt x="2717" y="57073"/>
                    <a:pt x="522" y="48627"/>
                    <a:pt x="522" y="36833"/>
                  </a:cubicBezTo>
                  <a:cubicBezTo>
                    <a:pt x="522" y="23661"/>
                    <a:pt x="2978" y="14099"/>
                    <a:pt x="7815" y="8109"/>
                  </a:cubicBezTo>
                  <a:cubicBezTo>
                    <a:pt x="12093" y="2900"/>
                    <a:pt x="17786" y="295"/>
                    <a:pt x="25004" y="295"/>
                  </a:cubicBezTo>
                  <a:cubicBezTo>
                    <a:pt x="30362" y="295"/>
                    <a:pt x="34752" y="1784"/>
                    <a:pt x="38175" y="4797"/>
                  </a:cubicBezTo>
                  <a:cubicBezTo>
                    <a:pt x="41599" y="7811"/>
                    <a:pt x="43645" y="11978"/>
                    <a:pt x="44352" y="17262"/>
                  </a:cubicBezTo>
                  <a:moveTo>
                    <a:pt x="10159" y="46655"/>
                  </a:moveTo>
                  <a:cubicBezTo>
                    <a:pt x="10159" y="49557"/>
                    <a:pt x="10754" y="52311"/>
                    <a:pt x="11982" y="54952"/>
                  </a:cubicBezTo>
                  <a:cubicBezTo>
                    <a:pt x="13210" y="57594"/>
                    <a:pt x="14921" y="59603"/>
                    <a:pt x="17116" y="60980"/>
                  </a:cubicBezTo>
                  <a:cubicBezTo>
                    <a:pt x="19349" y="62357"/>
                    <a:pt x="21656" y="63026"/>
                    <a:pt x="24074" y="63026"/>
                  </a:cubicBezTo>
                  <a:cubicBezTo>
                    <a:pt x="27609" y="63026"/>
                    <a:pt x="30622" y="61613"/>
                    <a:pt x="33190" y="58748"/>
                  </a:cubicBezTo>
                  <a:cubicBezTo>
                    <a:pt x="35720" y="55920"/>
                    <a:pt x="36985" y="52013"/>
                    <a:pt x="36985" y="47139"/>
                  </a:cubicBezTo>
                  <a:cubicBezTo>
                    <a:pt x="36985" y="42414"/>
                    <a:pt x="35720" y="38693"/>
                    <a:pt x="33227" y="35977"/>
                  </a:cubicBezTo>
                  <a:cubicBezTo>
                    <a:pt x="30734" y="33261"/>
                    <a:pt x="27534" y="31921"/>
                    <a:pt x="23739" y="31921"/>
                  </a:cubicBezTo>
                  <a:cubicBezTo>
                    <a:pt x="19944" y="31921"/>
                    <a:pt x="16744" y="33261"/>
                    <a:pt x="14103" y="35977"/>
                  </a:cubicBezTo>
                  <a:cubicBezTo>
                    <a:pt x="11461" y="38693"/>
                    <a:pt x="10159" y="42265"/>
                    <a:pt x="10159" y="4665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20" name="Freeform 3119">
              <a:extLst>
                <a:ext uri="{FF2B5EF4-FFF2-40B4-BE49-F238E27FC236}">
                  <a16:creationId xmlns:a16="http://schemas.microsoft.com/office/drawing/2014/main" id="{C20514D6-AC45-6E5F-3961-B80808B26B8A}"/>
                </a:ext>
              </a:extLst>
            </p:cNvPr>
            <p:cNvSpPr/>
            <p:nvPr/>
          </p:nvSpPr>
          <p:spPr>
            <a:xfrm>
              <a:off x="8193553" y="8453958"/>
              <a:ext cx="45504" cy="51643"/>
            </a:xfrm>
            <a:custGeom>
              <a:avLst/>
              <a:gdLst>
                <a:gd name="csX0" fmla="*/ 35614 w 45504"/>
                <a:gd name="csY0" fmla="*/ 44721 h 51643"/>
                <a:gd name="csX1" fmla="*/ 26647 w 45504"/>
                <a:gd name="csY1" fmla="*/ 50302 h 51643"/>
                <a:gd name="csX2" fmla="*/ 17420 w 45504"/>
                <a:gd name="csY2" fmla="*/ 51939 h 51643"/>
                <a:gd name="csX3" fmla="*/ 4918 w 45504"/>
                <a:gd name="csY3" fmla="*/ 47958 h 51643"/>
                <a:gd name="csX4" fmla="*/ 528 w 45504"/>
                <a:gd name="csY4" fmla="*/ 37800 h 51643"/>
                <a:gd name="csX5" fmla="*/ 2202 w 45504"/>
                <a:gd name="csY5" fmla="*/ 31177 h 51643"/>
                <a:gd name="csX6" fmla="*/ 6518 w 45504"/>
                <a:gd name="csY6" fmla="*/ 26340 h 51643"/>
                <a:gd name="csX7" fmla="*/ 12545 w 45504"/>
                <a:gd name="csY7" fmla="*/ 23624 h 51643"/>
                <a:gd name="csX8" fmla="*/ 19987 w 45504"/>
                <a:gd name="csY8" fmla="*/ 22359 h 51643"/>
                <a:gd name="csX9" fmla="*/ 34907 w 45504"/>
                <a:gd name="csY9" fmla="*/ 19494 h 51643"/>
                <a:gd name="csX10" fmla="*/ 34981 w 45504"/>
                <a:gd name="csY10" fmla="*/ 17299 h 51643"/>
                <a:gd name="csX11" fmla="*/ 32600 w 45504"/>
                <a:gd name="csY11" fmla="*/ 10081 h 51643"/>
                <a:gd name="csX12" fmla="*/ 23075 w 45504"/>
                <a:gd name="csY12" fmla="*/ 7253 h 51643"/>
                <a:gd name="csX13" fmla="*/ 14331 w 45504"/>
                <a:gd name="csY13" fmla="*/ 9299 h 51643"/>
                <a:gd name="csX14" fmla="*/ 10164 w 45504"/>
                <a:gd name="csY14" fmla="*/ 16629 h 51643"/>
                <a:gd name="csX15" fmla="*/ 1979 w 45504"/>
                <a:gd name="csY15" fmla="*/ 15513 h 51643"/>
                <a:gd name="csX16" fmla="*/ 5662 w 45504"/>
                <a:gd name="csY16" fmla="*/ 7030 h 51643"/>
                <a:gd name="csX17" fmla="*/ 13066 w 45504"/>
                <a:gd name="csY17" fmla="*/ 2044 h 51643"/>
                <a:gd name="csX18" fmla="*/ 24266 w 45504"/>
                <a:gd name="csY18" fmla="*/ 295 h 51643"/>
                <a:gd name="csX19" fmla="*/ 34535 w 45504"/>
                <a:gd name="csY19" fmla="*/ 1784 h 51643"/>
                <a:gd name="csX20" fmla="*/ 40339 w 45504"/>
                <a:gd name="csY20" fmla="*/ 5542 h 51643"/>
                <a:gd name="csX21" fmla="*/ 42944 w 45504"/>
                <a:gd name="csY21" fmla="*/ 11234 h 51643"/>
                <a:gd name="csX22" fmla="*/ 43390 w 45504"/>
                <a:gd name="csY22" fmla="*/ 18973 h 51643"/>
                <a:gd name="csX23" fmla="*/ 43390 w 45504"/>
                <a:gd name="csY23" fmla="*/ 30135 h 51643"/>
                <a:gd name="csX24" fmla="*/ 43911 w 45504"/>
                <a:gd name="csY24" fmla="*/ 44907 h 51643"/>
                <a:gd name="csX25" fmla="*/ 46032 w 45504"/>
                <a:gd name="csY25" fmla="*/ 50823 h 51643"/>
                <a:gd name="csX26" fmla="*/ 37288 w 45504"/>
                <a:gd name="csY26" fmla="*/ 50823 h 51643"/>
                <a:gd name="csX27" fmla="*/ 35614 w 45504"/>
                <a:gd name="csY27" fmla="*/ 44721 h 51643"/>
                <a:gd name="csX28" fmla="*/ 34907 w 45504"/>
                <a:gd name="csY28" fmla="*/ 26043 h 51643"/>
                <a:gd name="csX29" fmla="*/ 21252 w 45504"/>
                <a:gd name="csY29" fmla="*/ 29205 h 51643"/>
                <a:gd name="csX30" fmla="*/ 13922 w 45504"/>
                <a:gd name="csY30" fmla="*/ 30880 h 51643"/>
                <a:gd name="csX31" fmla="*/ 10648 w 45504"/>
                <a:gd name="csY31" fmla="*/ 33596 h 51643"/>
                <a:gd name="csX32" fmla="*/ 9457 w 45504"/>
                <a:gd name="csY32" fmla="*/ 37577 h 51643"/>
                <a:gd name="csX33" fmla="*/ 12024 w 45504"/>
                <a:gd name="csY33" fmla="*/ 43158 h 51643"/>
                <a:gd name="csX34" fmla="*/ 19429 w 45504"/>
                <a:gd name="csY34" fmla="*/ 45390 h 51643"/>
                <a:gd name="csX35" fmla="*/ 28024 w 45504"/>
                <a:gd name="csY35" fmla="*/ 43269 h 51643"/>
                <a:gd name="csX36" fmla="*/ 33567 w 45504"/>
                <a:gd name="csY36" fmla="*/ 37465 h 51643"/>
                <a:gd name="csX37" fmla="*/ 34907 w 45504"/>
                <a:gd name="csY37" fmla="*/ 29094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4" y="44721"/>
                  </a:moveTo>
                  <a:cubicBezTo>
                    <a:pt x="32526" y="47362"/>
                    <a:pt x="29512" y="49223"/>
                    <a:pt x="26647" y="50302"/>
                  </a:cubicBezTo>
                  <a:cubicBezTo>
                    <a:pt x="23782" y="51381"/>
                    <a:pt x="20731" y="51939"/>
                    <a:pt x="17420" y="51939"/>
                  </a:cubicBezTo>
                  <a:cubicBezTo>
                    <a:pt x="11987" y="51939"/>
                    <a:pt x="7820" y="50599"/>
                    <a:pt x="4918" y="47958"/>
                  </a:cubicBezTo>
                  <a:cubicBezTo>
                    <a:pt x="2016" y="45316"/>
                    <a:pt x="528" y="41930"/>
                    <a:pt x="528" y="37800"/>
                  </a:cubicBezTo>
                  <a:cubicBezTo>
                    <a:pt x="528" y="35382"/>
                    <a:pt x="1086" y="33186"/>
                    <a:pt x="2202" y="31177"/>
                  </a:cubicBezTo>
                  <a:cubicBezTo>
                    <a:pt x="3281" y="29168"/>
                    <a:pt x="4732" y="27568"/>
                    <a:pt x="6518" y="26340"/>
                  </a:cubicBezTo>
                  <a:cubicBezTo>
                    <a:pt x="8304" y="25150"/>
                    <a:pt x="10313" y="24219"/>
                    <a:pt x="12545" y="23624"/>
                  </a:cubicBezTo>
                  <a:cubicBezTo>
                    <a:pt x="14183" y="23178"/>
                    <a:pt x="16675" y="22768"/>
                    <a:pt x="19987" y="22359"/>
                  </a:cubicBezTo>
                  <a:cubicBezTo>
                    <a:pt x="26758" y="21541"/>
                    <a:pt x="31707" y="20610"/>
                    <a:pt x="34907" y="19494"/>
                  </a:cubicBezTo>
                  <a:cubicBezTo>
                    <a:pt x="34944" y="18341"/>
                    <a:pt x="34981" y="17597"/>
                    <a:pt x="34981" y="17299"/>
                  </a:cubicBezTo>
                  <a:cubicBezTo>
                    <a:pt x="34981" y="13876"/>
                    <a:pt x="34163" y="11495"/>
                    <a:pt x="32600" y="10081"/>
                  </a:cubicBezTo>
                  <a:cubicBezTo>
                    <a:pt x="30442" y="8183"/>
                    <a:pt x="27279" y="7253"/>
                    <a:pt x="23075" y="7253"/>
                  </a:cubicBezTo>
                  <a:cubicBezTo>
                    <a:pt x="19131" y="7253"/>
                    <a:pt x="16229" y="7923"/>
                    <a:pt x="14331" y="9299"/>
                  </a:cubicBezTo>
                  <a:cubicBezTo>
                    <a:pt x="12471" y="10676"/>
                    <a:pt x="11057" y="13132"/>
                    <a:pt x="10164" y="16629"/>
                  </a:cubicBezTo>
                  <a:lnTo>
                    <a:pt x="1979" y="15513"/>
                  </a:lnTo>
                  <a:cubicBezTo>
                    <a:pt x="2723" y="12016"/>
                    <a:pt x="3951" y="9188"/>
                    <a:pt x="5662" y="7030"/>
                  </a:cubicBezTo>
                  <a:cubicBezTo>
                    <a:pt x="7374" y="4872"/>
                    <a:pt x="9829" y="3235"/>
                    <a:pt x="13066" y="2044"/>
                  </a:cubicBezTo>
                  <a:cubicBezTo>
                    <a:pt x="16266" y="891"/>
                    <a:pt x="20024" y="295"/>
                    <a:pt x="24266" y="295"/>
                  </a:cubicBezTo>
                  <a:cubicBezTo>
                    <a:pt x="28470" y="295"/>
                    <a:pt x="31893" y="816"/>
                    <a:pt x="34535" y="1784"/>
                  </a:cubicBezTo>
                  <a:cubicBezTo>
                    <a:pt x="37176" y="2788"/>
                    <a:pt x="39111" y="4053"/>
                    <a:pt x="40339" y="5542"/>
                  </a:cubicBezTo>
                  <a:cubicBezTo>
                    <a:pt x="41604" y="7067"/>
                    <a:pt x="42460" y="8965"/>
                    <a:pt x="42944" y="11234"/>
                  </a:cubicBezTo>
                  <a:cubicBezTo>
                    <a:pt x="43241" y="12685"/>
                    <a:pt x="43390" y="15253"/>
                    <a:pt x="43390" y="18973"/>
                  </a:cubicBezTo>
                  <a:lnTo>
                    <a:pt x="43390" y="30135"/>
                  </a:lnTo>
                  <a:cubicBezTo>
                    <a:pt x="43390" y="37912"/>
                    <a:pt x="43576" y="42823"/>
                    <a:pt x="43911" y="44907"/>
                  </a:cubicBezTo>
                  <a:cubicBezTo>
                    <a:pt x="44283" y="46953"/>
                    <a:pt x="44990" y="48925"/>
                    <a:pt x="46032" y="50823"/>
                  </a:cubicBezTo>
                  <a:lnTo>
                    <a:pt x="37288" y="50823"/>
                  </a:lnTo>
                  <a:cubicBezTo>
                    <a:pt x="36432" y="49074"/>
                    <a:pt x="35874" y="47065"/>
                    <a:pt x="35614" y="44721"/>
                  </a:cubicBezTo>
                  <a:moveTo>
                    <a:pt x="34907" y="26043"/>
                  </a:moveTo>
                  <a:cubicBezTo>
                    <a:pt x="31893" y="27270"/>
                    <a:pt x="27317" y="28312"/>
                    <a:pt x="21252" y="29205"/>
                  </a:cubicBezTo>
                  <a:cubicBezTo>
                    <a:pt x="17792" y="29689"/>
                    <a:pt x="15373" y="30247"/>
                    <a:pt x="13922" y="30880"/>
                  </a:cubicBezTo>
                  <a:cubicBezTo>
                    <a:pt x="12508" y="31475"/>
                    <a:pt x="11429" y="32405"/>
                    <a:pt x="10648" y="33596"/>
                  </a:cubicBezTo>
                  <a:cubicBezTo>
                    <a:pt x="9866" y="34786"/>
                    <a:pt x="9457" y="36126"/>
                    <a:pt x="9457" y="37577"/>
                  </a:cubicBezTo>
                  <a:cubicBezTo>
                    <a:pt x="9457" y="39809"/>
                    <a:pt x="10313" y="41670"/>
                    <a:pt x="12024" y="43158"/>
                  </a:cubicBezTo>
                  <a:cubicBezTo>
                    <a:pt x="13699" y="44646"/>
                    <a:pt x="16154" y="45390"/>
                    <a:pt x="19429" y="45390"/>
                  </a:cubicBezTo>
                  <a:cubicBezTo>
                    <a:pt x="22666" y="45390"/>
                    <a:pt x="25531" y="44683"/>
                    <a:pt x="28024" y="43269"/>
                  </a:cubicBezTo>
                  <a:cubicBezTo>
                    <a:pt x="30554" y="41856"/>
                    <a:pt x="32377" y="39921"/>
                    <a:pt x="33567" y="37465"/>
                  </a:cubicBezTo>
                  <a:cubicBezTo>
                    <a:pt x="34460" y="35568"/>
                    <a:pt x="34907" y="32777"/>
                    <a:pt x="34907" y="2909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21" name="Graphic 2017">
            <a:extLst>
              <a:ext uri="{FF2B5EF4-FFF2-40B4-BE49-F238E27FC236}">
                <a16:creationId xmlns:a16="http://schemas.microsoft.com/office/drawing/2014/main" id="{999BB8C6-D41E-A746-1CA9-85DAD5D298F8}"/>
              </a:ext>
            </a:extLst>
          </p:cNvPr>
          <p:cNvGrpSpPr/>
          <p:nvPr/>
        </p:nvGrpSpPr>
        <p:grpSpPr>
          <a:xfrm>
            <a:off x="1617959" y="6830232"/>
            <a:ext cx="80645" cy="39473"/>
            <a:chOff x="8147537" y="8545785"/>
            <a:chExt cx="142298" cy="69651"/>
          </a:xfrm>
          <a:solidFill>
            <a:srgbClr val="000000"/>
          </a:solidFill>
        </p:grpSpPr>
        <p:sp>
          <p:nvSpPr>
            <p:cNvPr id="3122" name="Freeform 3121">
              <a:extLst>
                <a:ext uri="{FF2B5EF4-FFF2-40B4-BE49-F238E27FC236}">
                  <a16:creationId xmlns:a16="http://schemas.microsoft.com/office/drawing/2014/main" id="{BECAFD47-28B1-1744-9479-55BCFF33DDD6}"/>
                </a:ext>
              </a:extLst>
            </p:cNvPr>
            <p:cNvSpPr/>
            <p:nvPr/>
          </p:nvSpPr>
          <p:spPr>
            <a:xfrm>
              <a:off x="8147537" y="8545785"/>
              <a:ext cx="25114" cy="68460"/>
            </a:xfrm>
            <a:custGeom>
              <a:avLst/>
              <a:gdLst>
                <a:gd name="csX0" fmla="*/ 25637 w 25114"/>
                <a:gd name="csY0" fmla="*/ 68768 h 68460"/>
                <a:gd name="csX1" fmla="*/ 17265 w 25114"/>
                <a:gd name="csY1" fmla="*/ 68768 h 68460"/>
                <a:gd name="csX2" fmla="*/ 17265 w 25114"/>
                <a:gd name="csY2" fmla="*/ 15413 h 68460"/>
                <a:gd name="csX3" fmla="*/ 9340 w 25114"/>
                <a:gd name="csY3" fmla="*/ 21180 h 68460"/>
                <a:gd name="csX4" fmla="*/ 522 w 25114"/>
                <a:gd name="csY4" fmla="*/ 25533 h 68460"/>
                <a:gd name="csX5" fmla="*/ 522 w 25114"/>
                <a:gd name="csY5" fmla="*/ 17422 h 68460"/>
                <a:gd name="csX6" fmla="*/ 12800 w 25114"/>
                <a:gd name="csY6" fmla="*/ 9423 h 68460"/>
                <a:gd name="csX7" fmla="*/ 20242 w 25114"/>
                <a:gd name="csY7" fmla="*/ 307 h 68460"/>
                <a:gd name="csX8" fmla="*/ 25637 w 25114"/>
                <a:gd name="csY8" fmla="*/ 307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768"/>
                  </a:moveTo>
                  <a:lnTo>
                    <a:pt x="17265" y="68768"/>
                  </a:lnTo>
                  <a:lnTo>
                    <a:pt x="17265" y="15413"/>
                  </a:lnTo>
                  <a:cubicBezTo>
                    <a:pt x="15256" y="17348"/>
                    <a:pt x="12614" y="19282"/>
                    <a:pt x="9340" y="21180"/>
                  </a:cubicBezTo>
                  <a:cubicBezTo>
                    <a:pt x="6066" y="23115"/>
                    <a:pt x="3126" y="24566"/>
                    <a:pt x="522" y="25533"/>
                  </a:cubicBezTo>
                  <a:lnTo>
                    <a:pt x="522" y="17422"/>
                  </a:lnTo>
                  <a:cubicBezTo>
                    <a:pt x="5210" y="15227"/>
                    <a:pt x="9303" y="12548"/>
                    <a:pt x="12800" y="9423"/>
                  </a:cubicBezTo>
                  <a:cubicBezTo>
                    <a:pt x="16298" y="6297"/>
                    <a:pt x="18791" y="3246"/>
                    <a:pt x="20242" y="307"/>
                  </a:cubicBezTo>
                  <a:lnTo>
                    <a:pt x="25637" y="30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23" name="Freeform 3122">
              <a:extLst>
                <a:ext uri="{FF2B5EF4-FFF2-40B4-BE49-F238E27FC236}">
                  <a16:creationId xmlns:a16="http://schemas.microsoft.com/office/drawing/2014/main" id="{14A6FF36-ACC9-EAEB-0F4B-961967840CEE}"/>
                </a:ext>
              </a:extLst>
            </p:cNvPr>
            <p:cNvSpPr/>
            <p:nvPr/>
          </p:nvSpPr>
          <p:spPr>
            <a:xfrm>
              <a:off x="8194149" y="8545785"/>
              <a:ext cx="44648" cy="69651"/>
            </a:xfrm>
            <a:custGeom>
              <a:avLst/>
              <a:gdLst>
                <a:gd name="csX0" fmla="*/ 528 w 44648"/>
                <a:gd name="csY0" fmla="*/ 50760 h 69651"/>
                <a:gd name="csX1" fmla="*/ 8862 w 44648"/>
                <a:gd name="csY1" fmla="*/ 49643 h 69651"/>
                <a:gd name="csX2" fmla="*/ 13773 w 44648"/>
                <a:gd name="csY2" fmla="*/ 59913 h 69651"/>
                <a:gd name="csX3" fmla="*/ 22219 w 44648"/>
                <a:gd name="csY3" fmla="*/ 63038 h 69651"/>
                <a:gd name="csX4" fmla="*/ 32191 w 44648"/>
                <a:gd name="csY4" fmla="*/ 58945 h 69651"/>
                <a:gd name="csX5" fmla="*/ 36283 w 44648"/>
                <a:gd name="csY5" fmla="*/ 48825 h 69651"/>
                <a:gd name="csX6" fmla="*/ 32526 w 44648"/>
                <a:gd name="csY6" fmla="*/ 39300 h 69651"/>
                <a:gd name="csX7" fmla="*/ 22926 w 44648"/>
                <a:gd name="csY7" fmla="*/ 35579 h 69651"/>
                <a:gd name="csX8" fmla="*/ 17010 w 44648"/>
                <a:gd name="csY8" fmla="*/ 36472 h 69651"/>
                <a:gd name="csX9" fmla="*/ 17940 w 44648"/>
                <a:gd name="csY9" fmla="*/ 29142 h 69651"/>
                <a:gd name="csX10" fmla="*/ 19280 w 44648"/>
                <a:gd name="csY10" fmla="*/ 29254 h 69651"/>
                <a:gd name="csX11" fmla="*/ 28916 w 44648"/>
                <a:gd name="csY11" fmla="*/ 26426 h 69651"/>
                <a:gd name="csX12" fmla="*/ 33195 w 44648"/>
                <a:gd name="csY12" fmla="*/ 17831 h 69651"/>
                <a:gd name="csX13" fmla="*/ 30070 w 44648"/>
                <a:gd name="csY13" fmla="*/ 10204 h 69651"/>
                <a:gd name="csX14" fmla="*/ 22033 w 44648"/>
                <a:gd name="csY14" fmla="*/ 7190 h 69651"/>
                <a:gd name="csX15" fmla="*/ 13922 w 44648"/>
                <a:gd name="csY15" fmla="*/ 10278 h 69651"/>
                <a:gd name="csX16" fmla="*/ 9718 w 44648"/>
                <a:gd name="csY16" fmla="*/ 19469 h 69651"/>
                <a:gd name="csX17" fmla="*/ 1346 w 44648"/>
                <a:gd name="csY17" fmla="*/ 17980 h 69651"/>
                <a:gd name="csX18" fmla="*/ 8341 w 44648"/>
                <a:gd name="csY18" fmla="*/ 4921 h 69651"/>
                <a:gd name="csX19" fmla="*/ 21847 w 44648"/>
                <a:gd name="csY19" fmla="*/ 307 h 69651"/>
                <a:gd name="csX20" fmla="*/ 32154 w 44648"/>
                <a:gd name="csY20" fmla="*/ 2688 h 69651"/>
                <a:gd name="csX21" fmla="*/ 39334 w 44648"/>
                <a:gd name="csY21" fmla="*/ 9237 h 69651"/>
                <a:gd name="csX22" fmla="*/ 41827 w 44648"/>
                <a:gd name="csY22" fmla="*/ 18017 h 69651"/>
                <a:gd name="csX23" fmla="*/ 39446 w 44648"/>
                <a:gd name="csY23" fmla="*/ 26054 h 69651"/>
                <a:gd name="csX24" fmla="*/ 32414 w 44648"/>
                <a:gd name="csY24" fmla="*/ 31858 h 69651"/>
                <a:gd name="csX25" fmla="*/ 41827 w 44648"/>
                <a:gd name="csY25" fmla="*/ 37626 h 69651"/>
                <a:gd name="csX26" fmla="*/ 45176 w 44648"/>
                <a:gd name="csY26" fmla="*/ 48639 h 69651"/>
                <a:gd name="csX27" fmla="*/ 38628 w 44648"/>
                <a:gd name="csY27" fmla="*/ 63782 h 69651"/>
                <a:gd name="csX28" fmla="*/ 22182 w 44648"/>
                <a:gd name="csY28" fmla="*/ 69958 h 69651"/>
                <a:gd name="csX29" fmla="*/ 7262 w 44648"/>
                <a:gd name="csY29" fmla="*/ 64638 h 69651"/>
                <a:gd name="csX30" fmla="*/ 528 w 44648"/>
                <a:gd name="csY30" fmla="*/ 50760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760"/>
                  </a:moveTo>
                  <a:lnTo>
                    <a:pt x="8862" y="49643"/>
                  </a:lnTo>
                  <a:cubicBezTo>
                    <a:pt x="9829" y="54406"/>
                    <a:pt x="11466" y="57829"/>
                    <a:pt x="13773" y="59913"/>
                  </a:cubicBezTo>
                  <a:cubicBezTo>
                    <a:pt x="16080" y="61996"/>
                    <a:pt x="18908" y="63038"/>
                    <a:pt x="22219" y="63038"/>
                  </a:cubicBezTo>
                  <a:cubicBezTo>
                    <a:pt x="26163" y="63038"/>
                    <a:pt x="29475" y="61698"/>
                    <a:pt x="32191" y="58945"/>
                  </a:cubicBezTo>
                  <a:cubicBezTo>
                    <a:pt x="34907" y="56229"/>
                    <a:pt x="36283" y="52843"/>
                    <a:pt x="36283" y="48825"/>
                  </a:cubicBezTo>
                  <a:cubicBezTo>
                    <a:pt x="36283" y="44955"/>
                    <a:pt x="35018" y="41793"/>
                    <a:pt x="32526" y="39300"/>
                  </a:cubicBezTo>
                  <a:cubicBezTo>
                    <a:pt x="29995" y="36807"/>
                    <a:pt x="26796" y="35579"/>
                    <a:pt x="22926" y="35579"/>
                  </a:cubicBezTo>
                  <a:cubicBezTo>
                    <a:pt x="21363" y="35579"/>
                    <a:pt x="19391" y="35877"/>
                    <a:pt x="17010" y="36472"/>
                  </a:cubicBezTo>
                  <a:lnTo>
                    <a:pt x="17940" y="29142"/>
                  </a:lnTo>
                  <a:cubicBezTo>
                    <a:pt x="18499" y="29217"/>
                    <a:pt x="18945" y="29254"/>
                    <a:pt x="19280" y="29254"/>
                  </a:cubicBezTo>
                  <a:cubicBezTo>
                    <a:pt x="22852" y="29254"/>
                    <a:pt x="26089" y="28287"/>
                    <a:pt x="28916" y="26426"/>
                  </a:cubicBezTo>
                  <a:cubicBezTo>
                    <a:pt x="31781" y="24566"/>
                    <a:pt x="33195" y="21701"/>
                    <a:pt x="33195" y="17831"/>
                  </a:cubicBezTo>
                  <a:cubicBezTo>
                    <a:pt x="33195" y="14780"/>
                    <a:pt x="32154" y="12213"/>
                    <a:pt x="30070" y="10204"/>
                  </a:cubicBezTo>
                  <a:cubicBezTo>
                    <a:pt x="28024" y="8195"/>
                    <a:pt x="25345" y="7190"/>
                    <a:pt x="22033" y="7190"/>
                  </a:cubicBezTo>
                  <a:cubicBezTo>
                    <a:pt x="18796" y="7190"/>
                    <a:pt x="16080" y="8195"/>
                    <a:pt x="13922" y="10278"/>
                  </a:cubicBezTo>
                  <a:cubicBezTo>
                    <a:pt x="11727" y="12288"/>
                    <a:pt x="10350" y="15376"/>
                    <a:pt x="9718" y="19469"/>
                  </a:cubicBezTo>
                  <a:lnTo>
                    <a:pt x="1346" y="17980"/>
                  </a:lnTo>
                  <a:cubicBezTo>
                    <a:pt x="2388" y="12362"/>
                    <a:pt x="4695" y="8009"/>
                    <a:pt x="8341" y="4921"/>
                  </a:cubicBezTo>
                  <a:cubicBezTo>
                    <a:pt x="11950" y="1832"/>
                    <a:pt x="16452" y="307"/>
                    <a:pt x="21847" y="307"/>
                  </a:cubicBezTo>
                  <a:cubicBezTo>
                    <a:pt x="25568" y="307"/>
                    <a:pt x="28991" y="1088"/>
                    <a:pt x="32154" y="2688"/>
                  </a:cubicBezTo>
                  <a:cubicBezTo>
                    <a:pt x="35279" y="4288"/>
                    <a:pt x="37660" y="6483"/>
                    <a:pt x="39334" y="9237"/>
                  </a:cubicBezTo>
                  <a:cubicBezTo>
                    <a:pt x="40972" y="11990"/>
                    <a:pt x="41827" y="14929"/>
                    <a:pt x="41827" y="18017"/>
                  </a:cubicBezTo>
                  <a:cubicBezTo>
                    <a:pt x="41827" y="20957"/>
                    <a:pt x="41009" y="23673"/>
                    <a:pt x="39446" y="26054"/>
                  </a:cubicBezTo>
                  <a:cubicBezTo>
                    <a:pt x="37846" y="28510"/>
                    <a:pt x="35502" y="30407"/>
                    <a:pt x="32414" y="31858"/>
                  </a:cubicBezTo>
                  <a:cubicBezTo>
                    <a:pt x="36432" y="32751"/>
                    <a:pt x="39595" y="34686"/>
                    <a:pt x="41827" y="37626"/>
                  </a:cubicBezTo>
                  <a:cubicBezTo>
                    <a:pt x="44060" y="40565"/>
                    <a:pt x="45176" y="44211"/>
                    <a:pt x="45176" y="48639"/>
                  </a:cubicBezTo>
                  <a:cubicBezTo>
                    <a:pt x="45176" y="54592"/>
                    <a:pt x="42981" y="59615"/>
                    <a:pt x="38628" y="63782"/>
                  </a:cubicBezTo>
                  <a:cubicBezTo>
                    <a:pt x="34312" y="67912"/>
                    <a:pt x="28805" y="69958"/>
                    <a:pt x="22182" y="69958"/>
                  </a:cubicBezTo>
                  <a:cubicBezTo>
                    <a:pt x="16192" y="69958"/>
                    <a:pt x="11243" y="68210"/>
                    <a:pt x="7262" y="64638"/>
                  </a:cubicBezTo>
                  <a:cubicBezTo>
                    <a:pt x="3318" y="61066"/>
                    <a:pt x="1048" y="56452"/>
                    <a:pt x="528" y="5076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24" name="Freeform 3123">
              <a:extLst>
                <a:ext uri="{FF2B5EF4-FFF2-40B4-BE49-F238E27FC236}">
                  <a16:creationId xmlns:a16="http://schemas.microsoft.com/office/drawing/2014/main" id="{0E80FCE7-5EA1-878E-205E-16B339161A15}"/>
                </a:ext>
              </a:extLst>
            </p:cNvPr>
            <p:cNvSpPr/>
            <p:nvPr/>
          </p:nvSpPr>
          <p:spPr>
            <a:xfrm>
              <a:off x="8246824" y="8563719"/>
              <a:ext cx="43011" cy="51643"/>
            </a:xfrm>
            <a:custGeom>
              <a:avLst/>
              <a:gdLst>
                <a:gd name="csX0" fmla="*/ 35322 w 43011"/>
                <a:gd name="csY0" fmla="*/ 32751 h 51643"/>
                <a:gd name="csX1" fmla="*/ 43544 w 43011"/>
                <a:gd name="csY1" fmla="*/ 33793 h 51643"/>
                <a:gd name="csX2" fmla="*/ 36661 w 43011"/>
                <a:gd name="csY2" fmla="*/ 47151 h 51643"/>
                <a:gd name="csX3" fmla="*/ 23006 w 43011"/>
                <a:gd name="csY3" fmla="*/ 51950 h 51643"/>
                <a:gd name="csX4" fmla="*/ 6709 w 43011"/>
                <a:gd name="csY4" fmla="*/ 45327 h 51643"/>
                <a:gd name="csX5" fmla="*/ 533 w 43011"/>
                <a:gd name="csY5" fmla="*/ 26315 h 51643"/>
                <a:gd name="csX6" fmla="*/ 3175 w 43011"/>
                <a:gd name="csY6" fmla="*/ 12325 h 51643"/>
                <a:gd name="csX7" fmla="*/ 11249 w 43011"/>
                <a:gd name="csY7" fmla="*/ 3321 h 51643"/>
                <a:gd name="csX8" fmla="*/ 23043 w 43011"/>
                <a:gd name="csY8" fmla="*/ 307 h 51643"/>
                <a:gd name="csX9" fmla="*/ 36215 w 43011"/>
                <a:gd name="csY9" fmla="*/ 4400 h 51643"/>
                <a:gd name="csX10" fmla="*/ 42763 w 43011"/>
                <a:gd name="csY10" fmla="*/ 15934 h 51643"/>
                <a:gd name="csX11" fmla="*/ 34615 w 43011"/>
                <a:gd name="csY11" fmla="*/ 17199 h 51643"/>
                <a:gd name="csX12" fmla="*/ 30522 w 43011"/>
                <a:gd name="csY12" fmla="*/ 9720 h 51643"/>
                <a:gd name="csX13" fmla="*/ 23378 w 43011"/>
                <a:gd name="csY13" fmla="*/ 7227 h 51643"/>
                <a:gd name="csX14" fmla="*/ 13109 w 43011"/>
                <a:gd name="csY14" fmla="*/ 11729 h 51643"/>
                <a:gd name="csX15" fmla="*/ 9128 w 43011"/>
                <a:gd name="csY15" fmla="*/ 26091 h 51643"/>
                <a:gd name="csX16" fmla="*/ 12960 w 43011"/>
                <a:gd name="csY16" fmla="*/ 40565 h 51643"/>
                <a:gd name="csX17" fmla="*/ 22895 w 43011"/>
                <a:gd name="csY17" fmla="*/ 45067 h 51643"/>
                <a:gd name="csX18" fmla="*/ 31117 w 43011"/>
                <a:gd name="csY18" fmla="*/ 42053 h 51643"/>
                <a:gd name="csX19" fmla="*/ 35322 w 43011"/>
                <a:gd name="csY19" fmla="*/ 32751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011" h="51643">
                  <a:moveTo>
                    <a:pt x="35322" y="32751"/>
                  </a:moveTo>
                  <a:lnTo>
                    <a:pt x="43544" y="33793"/>
                  </a:lnTo>
                  <a:cubicBezTo>
                    <a:pt x="42651" y="39486"/>
                    <a:pt x="40345" y="43914"/>
                    <a:pt x="36661" y="47151"/>
                  </a:cubicBezTo>
                  <a:cubicBezTo>
                    <a:pt x="32940" y="50350"/>
                    <a:pt x="28401" y="51950"/>
                    <a:pt x="23006" y="51950"/>
                  </a:cubicBezTo>
                  <a:cubicBezTo>
                    <a:pt x="16234" y="51950"/>
                    <a:pt x="10802" y="49755"/>
                    <a:pt x="6709" y="45327"/>
                  </a:cubicBezTo>
                  <a:cubicBezTo>
                    <a:pt x="2579" y="40900"/>
                    <a:pt x="533" y="34575"/>
                    <a:pt x="533" y="26315"/>
                  </a:cubicBezTo>
                  <a:cubicBezTo>
                    <a:pt x="533" y="20994"/>
                    <a:pt x="1426" y="16306"/>
                    <a:pt x="3175" y="12325"/>
                  </a:cubicBezTo>
                  <a:cubicBezTo>
                    <a:pt x="4961" y="8344"/>
                    <a:pt x="7640" y="5330"/>
                    <a:pt x="11249" y="3321"/>
                  </a:cubicBezTo>
                  <a:cubicBezTo>
                    <a:pt x="14858" y="1311"/>
                    <a:pt x="18802" y="307"/>
                    <a:pt x="23043" y="307"/>
                  </a:cubicBezTo>
                  <a:cubicBezTo>
                    <a:pt x="28401" y="307"/>
                    <a:pt x="32792" y="1684"/>
                    <a:pt x="36215" y="4400"/>
                  </a:cubicBezTo>
                  <a:cubicBezTo>
                    <a:pt x="39600" y="7116"/>
                    <a:pt x="41796" y="10948"/>
                    <a:pt x="42763" y="15934"/>
                  </a:cubicBezTo>
                  <a:lnTo>
                    <a:pt x="34615" y="17199"/>
                  </a:lnTo>
                  <a:cubicBezTo>
                    <a:pt x="33833" y="13887"/>
                    <a:pt x="32494" y="11395"/>
                    <a:pt x="30522" y="9720"/>
                  </a:cubicBezTo>
                  <a:cubicBezTo>
                    <a:pt x="28550" y="8046"/>
                    <a:pt x="26169" y="7227"/>
                    <a:pt x="23378" y="7227"/>
                  </a:cubicBezTo>
                  <a:cubicBezTo>
                    <a:pt x="19137" y="7227"/>
                    <a:pt x="15714" y="8716"/>
                    <a:pt x="13109" y="11729"/>
                  </a:cubicBezTo>
                  <a:cubicBezTo>
                    <a:pt x="10467" y="14780"/>
                    <a:pt x="9128" y="19543"/>
                    <a:pt x="9128" y="26091"/>
                  </a:cubicBezTo>
                  <a:cubicBezTo>
                    <a:pt x="9128" y="32714"/>
                    <a:pt x="10393" y="37551"/>
                    <a:pt x="12960" y="40565"/>
                  </a:cubicBezTo>
                  <a:cubicBezTo>
                    <a:pt x="15490" y="43579"/>
                    <a:pt x="18802" y="45067"/>
                    <a:pt x="22895" y="45067"/>
                  </a:cubicBezTo>
                  <a:cubicBezTo>
                    <a:pt x="26206" y="45067"/>
                    <a:pt x="28922" y="44062"/>
                    <a:pt x="31117" y="42053"/>
                  </a:cubicBezTo>
                  <a:cubicBezTo>
                    <a:pt x="33350" y="40044"/>
                    <a:pt x="34726" y="36919"/>
                    <a:pt x="35322" y="3275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25" name="Graphic 2017">
            <a:extLst>
              <a:ext uri="{FF2B5EF4-FFF2-40B4-BE49-F238E27FC236}">
                <a16:creationId xmlns:a16="http://schemas.microsoft.com/office/drawing/2014/main" id="{90D8F226-546E-3428-5719-8CFE2AE7DAD3}"/>
              </a:ext>
            </a:extLst>
          </p:cNvPr>
          <p:cNvGrpSpPr/>
          <p:nvPr/>
        </p:nvGrpSpPr>
        <p:grpSpPr>
          <a:xfrm>
            <a:off x="1618318" y="6892458"/>
            <a:ext cx="80286" cy="39473"/>
            <a:chOff x="8147537" y="8655583"/>
            <a:chExt cx="141665" cy="69651"/>
          </a:xfrm>
          <a:solidFill>
            <a:srgbClr val="000000"/>
          </a:solidFill>
        </p:grpSpPr>
        <p:sp>
          <p:nvSpPr>
            <p:cNvPr id="3126" name="Freeform 3125">
              <a:extLst>
                <a:ext uri="{FF2B5EF4-FFF2-40B4-BE49-F238E27FC236}">
                  <a16:creationId xmlns:a16="http://schemas.microsoft.com/office/drawing/2014/main" id="{9CD100C9-D466-65A1-EC60-CB3DE0204D3F}"/>
                </a:ext>
              </a:extLst>
            </p:cNvPr>
            <p:cNvSpPr/>
            <p:nvPr/>
          </p:nvSpPr>
          <p:spPr>
            <a:xfrm>
              <a:off x="8147537" y="8655583"/>
              <a:ext cx="25114" cy="68460"/>
            </a:xfrm>
            <a:custGeom>
              <a:avLst/>
              <a:gdLst>
                <a:gd name="csX0" fmla="*/ 25637 w 25114"/>
                <a:gd name="csY0" fmla="*/ 68779 h 68460"/>
                <a:gd name="csX1" fmla="*/ 17265 w 25114"/>
                <a:gd name="csY1" fmla="*/ 68779 h 68460"/>
                <a:gd name="csX2" fmla="*/ 17265 w 25114"/>
                <a:gd name="csY2" fmla="*/ 15424 h 68460"/>
                <a:gd name="csX3" fmla="*/ 9340 w 25114"/>
                <a:gd name="csY3" fmla="*/ 21192 h 68460"/>
                <a:gd name="csX4" fmla="*/ 522 w 25114"/>
                <a:gd name="csY4" fmla="*/ 25545 h 68460"/>
                <a:gd name="csX5" fmla="*/ 522 w 25114"/>
                <a:gd name="csY5" fmla="*/ 17434 h 68460"/>
                <a:gd name="csX6" fmla="*/ 12800 w 25114"/>
                <a:gd name="csY6" fmla="*/ 9434 h 68460"/>
                <a:gd name="csX7" fmla="*/ 20242 w 25114"/>
                <a:gd name="csY7" fmla="*/ 318 h 68460"/>
                <a:gd name="csX8" fmla="*/ 25637 w 25114"/>
                <a:gd name="csY8" fmla="*/ 318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779"/>
                  </a:moveTo>
                  <a:lnTo>
                    <a:pt x="17265" y="68779"/>
                  </a:lnTo>
                  <a:lnTo>
                    <a:pt x="17265" y="15424"/>
                  </a:lnTo>
                  <a:cubicBezTo>
                    <a:pt x="15256" y="17359"/>
                    <a:pt x="12614" y="19294"/>
                    <a:pt x="9340" y="21192"/>
                  </a:cubicBezTo>
                  <a:cubicBezTo>
                    <a:pt x="6066" y="23126"/>
                    <a:pt x="3126" y="24577"/>
                    <a:pt x="522" y="25545"/>
                  </a:cubicBezTo>
                  <a:lnTo>
                    <a:pt x="522" y="17434"/>
                  </a:lnTo>
                  <a:cubicBezTo>
                    <a:pt x="5210" y="15238"/>
                    <a:pt x="9303" y="12560"/>
                    <a:pt x="12800" y="9434"/>
                  </a:cubicBezTo>
                  <a:cubicBezTo>
                    <a:pt x="16298" y="6309"/>
                    <a:pt x="18791" y="3258"/>
                    <a:pt x="20242" y="318"/>
                  </a:cubicBezTo>
                  <a:lnTo>
                    <a:pt x="25637" y="3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27" name="Freeform 3126">
              <a:extLst>
                <a:ext uri="{FF2B5EF4-FFF2-40B4-BE49-F238E27FC236}">
                  <a16:creationId xmlns:a16="http://schemas.microsoft.com/office/drawing/2014/main" id="{B8E17F00-3D4F-3A99-1DD7-74DE164A28EB}"/>
                </a:ext>
              </a:extLst>
            </p:cNvPr>
            <p:cNvSpPr/>
            <p:nvPr/>
          </p:nvSpPr>
          <p:spPr>
            <a:xfrm>
              <a:off x="8194149" y="8655583"/>
              <a:ext cx="44648" cy="69651"/>
            </a:xfrm>
            <a:custGeom>
              <a:avLst/>
              <a:gdLst>
                <a:gd name="csX0" fmla="*/ 528 w 44648"/>
                <a:gd name="csY0" fmla="*/ 50771 h 69651"/>
                <a:gd name="csX1" fmla="*/ 8862 w 44648"/>
                <a:gd name="csY1" fmla="*/ 49655 h 69651"/>
                <a:gd name="csX2" fmla="*/ 13773 w 44648"/>
                <a:gd name="csY2" fmla="*/ 59924 h 69651"/>
                <a:gd name="csX3" fmla="*/ 22219 w 44648"/>
                <a:gd name="csY3" fmla="*/ 63049 h 69651"/>
                <a:gd name="csX4" fmla="*/ 32191 w 44648"/>
                <a:gd name="csY4" fmla="*/ 58957 h 69651"/>
                <a:gd name="csX5" fmla="*/ 36283 w 44648"/>
                <a:gd name="csY5" fmla="*/ 48836 h 69651"/>
                <a:gd name="csX6" fmla="*/ 32526 w 44648"/>
                <a:gd name="csY6" fmla="*/ 39311 h 69651"/>
                <a:gd name="csX7" fmla="*/ 22926 w 44648"/>
                <a:gd name="csY7" fmla="*/ 35591 h 69651"/>
                <a:gd name="csX8" fmla="*/ 17010 w 44648"/>
                <a:gd name="csY8" fmla="*/ 36484 h 69651"/>
                <a:gd name="csX9" fmla="*/ 17940 w 44648"/>
                <a:gd name="csY9" fmla="*/ 29154 h 69651"/>
                <a:gd name="csX10" fmla="*/ 19280 w 44648"/>
                <a:gd name="csY10" fmla="*/ 29265 h 69651"/>
                <a:gd name="csX11" fmla="*/ 28916 w 44648"/>
                <a:gd name="csY11" fmla="*/ 26438 h 69651"/>
                <a:gd name="csX12" fmla="*/ 33195 w 44648"/>
                <a:gd name="csY12" fmla="*/ 17843 h 69651"/>
                <a:gd name="csX13" fmla="*/ 30070 w 44648"/>
                <a:gd name="csY13" fmla="*/ 10215 h 69651"/>
                <a:gd name="csX14" fmla="*/ 22033 w 44648"/>
                <a:gd name="csY14" fmla="*/ 7202 h 69651"/>
                <a:gd name="csX15" fmla="*/ 13922 w 44648"/>
                <a:gd name="csY15" fmla="*/ 10290 h 69651"/>
                <a:gd name="csX16" fmla="*/ 9718 w 44648"/>
                <a:gd name="csY16" fmla="*/ 19480 h 69651"/>
                <a:gd name="csX17" fmla="*/ 1346 w 44648"/>
                <a:gd name="csY17" fmla="*/ 17992 h 69651"/>
                <a:gd name="csX18" fmla="*/ 8341 w 44648"/>
                <a:gd name="csY18" fmla="*/ 4932 h 69651"/>
                <a:gd name="csX19" fmla="*/ 21847 w 44648"/>
                <a:gd name="csY19" fmla="*/ 318 h 69651"/>
                <a:gd name="csX20" fmla="*/ 32154 w 44648"/>
                <a:gd name="csY20" fmla="*/ 2700 h 69651"/>
                <a:gd name="csX21" fmla="*/ 39334 w 44648"/>
                <a:gd name="csY21" fmla="*/ 9248 h 69651"/>
                <a:gd name="csX22" fmla="*/ 41827 w 44648"/>
                <a:gd name="csY22" fmla="*/ 18029 h 69651"/>
                <a:gd name="csX23" fmla="*/ 39446 w 44648"/>
                <a:gd name="csY23" fmla="*/ 26066 h 69651"/>
                <a:gd name="csX24" fmla="*/ 32414 w 44648"/>
                <a:gd name="csY24" fmla="*/ 31870 h 69651"/>
                <a:gd name="csX25" fmla="*/ 41827 w 44648"/>
                <a:gd name="csY25" fmla="*/ 37637 h 69651"/>
                <a:gd name="csX26" fmla="*/ 45176 w 44648"/>
                <a:gd name="csY26" fmla="*/ 48650 h 69651"/>
                <a:gd name="csX27" fmla="*/ 38628 w 44648"/>
                <a:gd name="csY27" fmla="*/ 63794 h 69651"/>
                <a:gd name="csX28" fmla="*/ 22182 w 44648"/>
                <a:gd name="csY28" fmla="*/ 69970 h 69651"/>
                <a:gd name="csX29" fmla="*/ 7262 w 44648"/>
                <a:gd name="csY29" fmla="*/ 64649 h 69651"/>
                <a:gd name="csX30" fmla="*/ 528 w 44648"/>
                <a:gd name="csY30" fmla="*/ 50771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771"/>
                  </a:moveTo>
                  <a:lnTo>
                    <a:pt x="8862" y="49655"/>
                  </a:lnTo>
                  <a:cubicBezTo>
                    <a:pt x="9829" y="54417"/>
                    <a:pt x="11466" y="57840"/>
                    <a:pt x="13773" y="59924"/>
                  </a:cubicBezTo>
                  <a:cubicBezTo>
                    <a:pt x="16080" y="62008"/>
                    <a:pt x="18908" y="63049"/>
                    <a:pt x="22219" y="63049"/>
                  </a:cubicBezTo>
                  <a:cubicBezTo>
                    <a:pt x="26163" y="63049"/>
                    <a:pt x="29475" y="61710"/>
                    <a:pt x="32191" y="58957"/>
                  </a:cubicBezTo>
                  <a:cubicBezTo>
                    <a:pt x="34907" y="56241"/>
                    <a:pt x="36283" y="52855"/>
                    <a:pt x="36283" y="48836"/>
                  </a:cubicBezTo>
                  <a:cubicBezTo>
                    <a:pt x="36283" y="44967"/>
                    <a:pt x="35018" y="41804"/>
                    <a:pt x="32526" y="39311"/>
                  </a:cubicBezTo>
                  <a:cubicBezTo>
                    <a:pt x="29995" y="36819"/>
                    <a:pt x="26796" y="35591"/>
                    <a:pt x="22926" y="35591"/>
                  </a:cubicBezTo>
                  <a:cubicBezTo>
                    <a:pt x="21363" y="35591"/>
                    <a:pt x="19391" y="35888"/>
                    <a:pt x="17010" y="36484"/>
                  </a:cubicBezTo>
                  <a:lnTo>
                    <a:pt x="17940" y="29154"/>
                  </a:lnTo>
                  <a:cubicBezTo>
                    <a:pt x="18499" y="29228"/>
                    <a:pt x="18945" y="29265"/>
                    <a:pt x="19280" y="29265"/>
                  </a:cubicBezTo>
                  <a:cubicBezTo>
                    <a:pt x="22852" y="29265"/>
                    <a:pt x="26089" y="28298"/>
                    <a:pt x="28916" y="26438"/>
                  </a:cubicBezTo>
                  <a:cubicBezTo>
                    <a:pt x="31781" y="24577"/>
                    <a:pt x="33195" y="21712"/>
                    <a:pt x="33195" y="17843"/>
                  </a:cubicBezTo>
                  <a:cubicBezTo>
                    <a:pt x="33195" y="14792"/>
                    <a:pt x="32154" y="12225"/>
                    <a:pt x="30070" y="10215"/>
                  </a:cubicBezTo>
                  <a:cubicBezTo>
                    <a:pt x="28024" y="8206"/>
                    <a:pt x="25345" y="7202"/>
                    <a:pt x="22033" y="7202"/>
                  </a:cubicBezTo>
                  <a:cubicBezTo>
                    <a:pt x="18796" y="7202"/>
                    <a:pt x="16080" y="8206"/>
                    <a:pt x="13922" y="10290"/>
                  </a:cubicBezTo>
                  <a:cubicBezTo>
                    <a:pt x="11727" y="12299"/>
                    <a:pt x="10350" y="15387"/>
                    <a:pt x="9718" y="19480"/>
                  </a:cubicBezTo>
                  <a:lnTo>
                    <a:pt x="1346" y="17992"/>
                  </a:lnTo>
                  <a:cubicBezTo>
                    <a:pt x="2388" y="12373"/>
                    <a:pt x="4695" y="8020"/>
                    <a:pt x="8341" y="4932"/>
                  </a:cubicBezTo>
                  <a:cubicBezTo>
                    <a:pt x="11950" y="1844"/>
                    <a:pt x="16452" y="318"/>
                    <a:pt x="21847" y="318"/>
                  </a:cubicBezTo>
                  <a:cubicBezTo>
                    <a:pt x="25568" y="318"/>
                    <a:pt x="28991" y="1100"/>
                    <a:pt x="32154" y="2700"/>
                  </a:cubicBezTo>
                  <a:cubicBezTo>
                    <a:pt x="35279" y="4300"/>
                    <a:pt x="37660" y="6495"/>
                    <a:pt x="39334" y="9248"/>
                  </a:cubicBezTo>
                  <a:cubicBezTo>
                    <a:pt x="40972" y="12001"/>
                    <a:pt x="41827" y="14941"/>
                    <a:pt x="41827" y="18029"/>
                  </a:cubicBezTo>
                  <a:cubicBezTo>
                    <a:pt x="41827" y="20968"/>
                    <a:pt x="41009" y="23684"/>
                    <a:pt x="39446" y="26066"/>
                  </a:cubicBezTo>
                  <a:cubicBezTo>
                    <a:pt x="37846" y="28521"/>
                    <a:pt x="35502" y="30419"/>
                    <a:pt x="32414" y="31870"/>
                  </a:cubicBezTo>
                  <a:cubicBezTo>
                    <a:pt x="36432" y="32763"/>
                    <a:pt x="39595" y="34698"/>
                    <a:pt x="41827" y="37637"/>
                  </a:cubicBezTo>
                  <a:cubicBezTo>
                    <a:pt x="44060" y="40576"/>
                    <a:pt x="45176" y="44223"/>
                    <a:pt x="45176" y="48650"/>
                  </a:cubicBezTo>
                  <a:cubicBezTo>
                    <a:pt x="45176" y="54603"/>
                    <a:pt x="42981" y="59626"/>
                    <a:pt x="38628" y="63794"/>
                  </a:cubicBezTo>
                  <a:cubicBezTo>
                    <a:pt x="34312" y="67924"/>
                    <a:pt x="28805" y="69970"/>
                    <a:pt x="22182" y="69970"/>
                  </a:cubicBezTo>
                  <a:cubicBezTo>
                    <a:pt x="16192" y="69970"/>
                    <a:pt x="11243" y="68221"/>
                    <a:pt x="7262" y="64649"/>
                  </a:cubicBezTo>
                  <a:cubicBezTo>
                    <a:pt x="3318" y="61077"/>
                    <a:pt x="1048" y="56464"/>
                    <a:pt x="528" y="5077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28" name="Freeform 3127">
              <a:extLst>
                <a:ext uri="{FF2B5EF4-FFF2-40B4-BE49-F238E27FC236}">
                  <a16:creationId xmlns:a16="http://schemas.microsoft.com/office/drawing/2014/main" id="{9DA60185-7F78-1296-775B-80F0D6D0B21E}"/>
                </a:ext>
              </a:extLst>
            </p:cNvPr>
            <p:cNvSpPr/>
            <p:nvPr/>
          </p:nvSpPr>
          <p:spPr>
            <a:xfrm>
              <a:off x="8246378" y="8655881"/>
              <a:ext cx="42825" cy="69279"/>
            </a:xfrm>
            <a:custGeom>
              <a:avLst/>
              <a:gdLst>
                <a:gd name="csX0" fmla="*/ 35582 w 42825"/>
                <a:gd name="csY0" fmla="*/ 68482 h 69279"/>
                <a:gd name="csX1" fmla="*/ 35582 w 42825"/>
                <a:gd name="csY1" fmla="*/ 62231 h 69279"/>
                <a:gd name="csX2" fmla="*/ 21778 w 42825"/>
                <a:gd name="csY2" fmla="*/ 69598 h 69279"/>
                <a:gd name="csX3" fmla="*/ 10914 w 42825"/>
                <a:gd name="csY3" fmla="*/ 66324 h 69279"/>
                <a:gd name="csX4" fmla="*/ 3249 w 42825"/>
                <a:gd name="csY4" fmla="*/ 57245 h 69279"/>
                <a:gd name="csX5" fmla="*/ 533 w 42825"/>
                <a:gd name="csY5" fmla="*/ 43851 h 69279"/>
                <a:gd name="csX6" fmla="*/ 2989 w 42825"/>
                <a:gd name="csY6" fmla="*/ 30419 h 69279"/>
                <a:gd name="csX7" fmla="*/ 10356 w 42825"/>
                <a:gd name="csY7" fmla="*/ 21192 h 69279"/>
                <a:gd name="csX8" fmla="*/ 21406 w 42825"/>
                <a:gd name="csY8" fmla="*/ 17955 h 69279"/>
                <a:gd name="csX9" fmla="*/ 29331 w 42825"/>
                <a:gd name="csY9" fmla="*/ 19852 h 69279"/>
                <a:gd name="csX10" fmla="*/ 35024 w 42825"/>
                <a:gd name="csY10" fmla="*/ 24763 h 69279"/>
                <a:gd name="csX11" fmla="*/ 35024 w 42825"/>
                <a:gd name="csY11" fmla="*/ 318 h 69279"/>
                <a:gd name="csX12" fmla="*/ 43358 w 42825"/>
                <a:gd name="csY12" fmla="*/ 318 h 69279"/>
                <a:gd name="csX13" fmla="*/ 43358 w 42825"/>
                <a:gd name="csY13" fmla="*/ 68482 h 69279"/>
                <a:gd name="csX14" fmla="*/ 35582 w 42825"/>
                <a:gd name="csY14" fmla="*/ 68482 h 69279"/>
                <a:gd name="csX15" fmla="*/ 9128 w 42825"/>
                <a:gd name="csY15" fmla="*/ 43851 h 69279"/>
                <a:gd name="csX16" fmla="*/ 13109 w 42825"/>
                <a:gd name="csY16" fmla="*/ 58027 h 69279"/>
                <a:gd name="csX17" fmla="*/ 22560 w 42825"/>
                <a:gd name="csY17" fmla="*/ 62715 h 69279"/>
                <a:gd name="csX18" fmla="*/ 31899 w 42825"/>
                <a:gd name="csY18" fmla="*/ 58213 h 69279"/>
                <a:gd name="csX19" fmla="*/ 35731 w 42825"/>
                <a:gd name="csY19" fmla="*/ 44520 h 69279"/>
                <a:gd name="csX20" fmla="*/ 31824 w 42825"/>
                <a:gd name="csY20" fmla="*/ 29638 h 69279"/>
                <a:gd name="csX21" fmla="*/ 22188 w 42825"/>
                <a:gd name="csY21" fmla="*/ 24912 h 69279"/>
                <a:gd name="csX22" fmla="*/ 12849 w 42825"/>
                <a:gd name="csY22" fmla="*/ 29452 h 69279"/>
                <a:gd name="csX23" fmla="*/ 9128 w 42825"/>
                <a:gd name="csY23" fmla="*/ 43851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2825" h="69279">
                  <a:moveTo>
                    <a:pt x="35582" y="68482"/>
                  </a:moveTo>
                  <a:lnTo>
                    <a:pt x="35582" y="62231"/>
                  </a:lnTo>
                  <a:cubicBezTo>
                    <a:pt x="32457" y="67142"/>
                    <a:pt x="27843" y="69598"/>
                    <a:pt x="21778" y="69598"/>
                  </a:cubicBezTo>
                  <a:cubicBezTo>
                    <a:pt x="17834" y="69598"/>
                    <a:pt x="14225" y="68519"/>
                    <a:pt x="10914" y="66324"/>
                  </a:cubicBezTo>
                  <a:cubicBezTo>
                    <a:pt x="7602" y="64166"/>
                    <a:pt x="5035" y="61152"/>
                    <a:pt x="3249" y="57245"/>
                  </a:cubicBezTo>
                  <a:cubicBezTo>
                    <a:pt x="1426" y="53376"/>
                    <a:pt x="533" y="48874"/>
                    <a:pt x="533" y="43851"/>
                  </a:cubicBezTo>
                  <a:cubicBezTo>
                    <a:pt x="533" y="38902"/>
                    <a:pt x="1352" y="34437"/>
                    <a:pt x="2989" y="30419"/>
                  </a:cubicBezTo>
                  <a:cubicBezTo>
                    <a:pt x="4626" y="26401"/>
                    <a:pt x="7082" y="23312"/>
                    <a:pt x="10356" y="21192"/>
                  </a:cubicBezTo>
                  <a:cubicBezTo>
                    <a:pt x="13667" y="19034"/>
                    <a:pt x="17351" y="17955"/>
                    <a:pt x="21406" y="17955"/>
                  </a:cubicBezTo>
                  <a:cubicBezTo>
                    <a:pt x="24383" y="17955"/>
                    <a:pt x="27024" y="18587"/>
                    <a:pt x="29331" y="19852"/>
                  </a:cubicBezTo>
                  <a:cubicBezTo>
                    <a:pt x="31675" y="21117"/>
                    <a:pt x="33573" y="22754"/>
                    <a:pt x="35024" y="24763"/>
                  </a:cubicBezTo>
                  <a:lnTo>
                    <a:pt x="35024" y="318"/>
                  </a:lnTo>
                  <a:lnTo>
                    <a:pt x="43358" y="318"/>
                  </a:lnTo>
                  <a:lnTo>
                    <a:pt x="43358" y="68482"/>
                  </a:lnTo>
                  <a:lnTo>
                    <a:pt x="35582" y="68482"/>
                  </a:lnTo>
                  <a:moveTo>
                    <a:pt x="9128" y="43851"/>
                  </a:moveTo>
                  <a:cubicBezTo>
                    <a:pt x="9128" y="50176"/>
                    <a:pt x="10467" y="54901"/>
                    <a:pt x="13109" y="58027"/>
                  </a:cubicBezTo>
                  <a:cubicBezTo>
                    <a:pt x="15788" y="61152"/>
                    <a:pt x="18913" y="62715"/>
                    <a:pt x="22560" y="62715"/>
                  </a:cubicBezTo>
                  <a:cubicBezTo>
                    <a:pt x="26206" y="62715"/>
                    <a:pt x="29331" y="61226"/>
                    <a:pt x="31899" y="58213"/>
                  </a:cubicBezTo>
                  <a:cubicBezTo>
                    <a:pt x="34429" y="55236"/>
                    <a:pt x="35731" y="50660"/>
                    <a:pt x="35731" y="44520"/>
                  </a:cubicBezTo>
                  <a:cubicBezTo>
                    <a:pt x="35731" y="37786"/>
                    <a:pt x="34429" y="32800"/>
                    <a:pt x="31824" y="29638"/>
                  </a:cubicBezTo>
                  <a:cubicBezTo>
                    <a:pt x="29220" y="26475"/>
                    <a:pt x="25983" y="24912"/>
                    <a:pt x="22188" y="24912"/>
                  </a:cubicBezTo>
                  <a:cubicBezTo>
                    <a:pt x="18467" y="24912"/>
                    <a:pt x="15341" y="26438"/>
                    <a:pt x="12849" y="29452"/>
                  </a:cubicBezTo>
                  <a:cubicBezTo>
                    <a:pt x="10356" y="32502"/>
                    <a:pt x="9128" y="37302"/>
                    <a:pt x="9128" y="43851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29" name="Graphic 2017">
            <a:extLst>
              <a:ext uri="{FF2B5EF4-FFF2-40B4-BE49-F238E27FC236}">
                <a16:creationId xmlns:a16="http://schemas.microsoft.com/office/drawing/2014/main" id="{BE6F050D-D5DE-EE14-F2AB-E778C97E85B0}"/>
              </a:ext>
            </a:extLst>
          </p:cNvPr>
          <p:cNvGrpSpPr/>
          <p:nvPr/>
        </p:nvGrpSpPr>
        <p:grpSpPr>
          <a:xfrm>
            <a:off x="1616715" y="6954663"/>
            <a:ext cx="81889" cy="39473"/>
            <a:chOff x="8147537" y="8765344"/>
            <a:chExt cx="144493" cy="69651"/>
          </a:xfrm>
          <a:solidFill>
            <a:srgbClr val="000000"/>
          </a:solidFill>
        </p:grpSpPr>
        <p:sp>
          <p:nvSpPr>
            <p:cNvPr id="3130" name="Freeform 3129">
              <a:extLst>
                <a:ext uri="{FF2B5EF4-FFF2-40B4-BE49-F238E27FC236}">
                  <a16:creationId xmlns:a16="http://schemas.microsoft.com/office/drawing/2014/main" id="{70BAAA79-53BD-043F-2C10-08FD39207CFA}"/>
                </a:ext>
              </a:extLst>
            </p:cNvPr>
            <p:cNvSpPr/>
            <p:nvPr/>
          </p:nvSpPr>
          <p:spPr>
            <a:xfrm>
              <a:off x="8147537" y="8765344"/>
              <a:ext cx="25114" cy="68460"/>
            </a:xfrm>
            <a:custGeom>
              <a:avLst/>
              <a:gdLst>
                <a:gd name="csX0" fmla="*/ 25637 w 25114"/>
                <a:gd name="csY0" fmla="*/ 68791 h 68460"/>
                <a:gd name="csX1" fmla="*/ 17265 w 25114"/>
                <a:gd name="csY1" fmla="*/ 68791 h 68460"/>
                <a:gd name="csX2" fmla="*/ 17265 w 25114"/>
                <a:gd name="csY2" fmla="*/ 15436 h 68460"/>
                <a:gd name="csX3" fmla="*/ 9340 w 25114"/>
                <a:gd name="csY3" fmla="*/ 21203 h 68460"/>
                <a:gd name="csX4" fmla="*/ 522 w 25114"/>
                <a:gd name="csY4" fmla="*/ 25556 h 68460"/>
                <a:gd name="csX5" fmla="*/ 522 w 25114"/>
                <a:gd name="csY5" fmla="*/ 17445 h 68460"/>
                <a:gd name="csX6" fmla="*/ 12800 w 25114"/>
                <a:gd name="csY6" fmla="*/ 9446 h 68460"/>
                <a:gd name="csX7" fmla="*/ 20242 w 25114"/>
                <a:gd name="csY7" fmla="*/ 330 h 68460"/>
                <a:gd name="csX8" fmla="*/ 25637 w 25114"/>
                <a:gd name="csY8" fmla="*/ 330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791"/>
                  </a:moveTo>
                  <a:lnTo>
                    <a:pt x="17265" y="68791"/>
                  </a:lnTo>
                  <a:lnTo>
                    <a:pt x="17265" y="15436"/>
                  </a:lnTo>
                  <a:cubicBezTo>
                    <a:pt x="15256" y="17371"/>
                    <a:pt x="12614" y="19306"/>
                    <a:pt x="9340" y="21203"/>
                  </a:cubicBezTo>
                  <a:cubicBezTo>
                    <a:pt x="6066" y="23138"/>
                    <a:pt x="3126" y="24589"/>
                    <a:pt x="522" y="25556"/>
                  </a:cubicBezTo>
                  <a:lnTo>
                    <a:pt x="522" y="17445"/>
                  </a:lnTo>
                  <a:cubicBezTo>
                    <a:pt x="5210" y="15250"/>
                    <a:pt x="9303" y="12571"/>
                    <a:pt x="12800" y="9446"/>
                  </a:cubicBezTo>
                  <a:cubicBezTo>
                    <a:pt x="16298" y="6320"/>
                    <a:pt x="18791" y="3269"/>
                    <a:pt x="20242" y="330"/>
                  </a:cubicBezTo>
                  <a:lnTo>
                    <a:pt x="25637" y="33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31" name="Freeform 3130">
              <a:extLst>
                <a:ext uri="{FF2B5EF4-FFF2-40B4-BE49-F238E27FC236}">
                  <a16:creationId xmlns:a16="http://schemas.microsoft.com/office/drawing/2014/main" id="{C30149EA-6DC1-24FE-4189-D176FE8D2F19}"/>
                </a:ext>
              </a:extLst>
            </p:cNvPr>
            <p:cNvSpPr/>
            <p:nvPr/>
          </p:nvSpPr>
          <p:spPr>
            <a:xfrm>
              <a:off x="8194149" y="8765344"/>
              <a:ext cx="44648" cy="69651"/>
            </a:xfrm>
            <a:custGeom>
              <a:avLst/>
              <a:gdLst>
                <a:gd name="csX0" fmla="*/ 528 w 44648"/>
                <a:gd name="csY0" fmla="*/ 50783 h 69651"/>
                <a:gd name="csX1" fmla="*/ 8862 w 44648"/>
                <a:gd name="csY1" fmla="*/ 49666 h 69651"/>
                <a:gd name="csX2" fmla="*/ 13773 w 44648"/>
                <a:gd name="csY2" fmla="*/ 59936 h 69651"/>
                <a:gd name="csX3" fmla="*/ 22219 w 44648"/>
                <a:gd name="csY3" fmla="*/ 63061 h 69651"/>
                <a:gd name="csX4" fmla="*/ 32191 w 44648"/>
                <a:gd name="csY4" fmla="*/ 58968 h 69651"/>
                <a:gd name="csX5" fmla="*/ 36283 w 44648"/>
                <a:gd name="csY5" fmla="*/ 48848 h 69651"/>
                <a:gd name="csX6" fmla="*/ 32526 w 44648"/>
                <a:gd name="csY6" fmla="*/ 39323 h 69651"/>
                <a:gd name="csX7" fmla="*/ 22926 w 44648"/>
                <a:gd name="csY7" fmla="*/ 35602 h 69651"/>
                <a:gd name="csX8" fmla="*/ 17010 w 44648"/>
                <a:gd name="csY8" fmla="*/ 36495 h 69651"/>
                <a:gd name="csX9" fmla="*/ 17940 w 44648"/>
                <a:gd name="csY9" fmla="*/ 29165 h 69651"/>
                <a:gd name="csX10" fmla="*/ 19280 w 44648"/>
                <a:gd name="csY10" fmla="*/ 29277 h 69651"/>
                <a:gd name="csX11" fmla="*/ 28916 w 44648"/>
                <a:gd name="csY11" fmla="*/ 26449 h 69651"/>
                <a:gd name="csX12" fmla="*/ 33195 w 44648"/>
                <a:gd name="csY12" fmla="*/ 17854 h 69651"/>
                <a:gd name="csX13" fmla="*/ 30070 w 44648"/>
                <a:gd name="csY13" fmla="*/ 10227 h 69651"/>
                <a:gd name="csX14" fmla="*/ 22033 w 44648"/>
                <a:gd name="csY14" fmla="*/ 7213 h 69651"/>
                <a:gd name="csX15" fmla="*/ 13922 w 44648"/>
                <a:gd name="csY15" fmla="*/ 10301 h 69651"/>
                <a:gd name="csX16" fmla="*/ 9718 w 44648"/>
                <a:gd name="csY16" fmla="*/ 19492 h 69651"/>
                <a:gd name="csX17" fmla="*/ 1346 w 44648"/>
                <a:gd name="csY17" fmla="*/ 18003 h 69651"/>
                <a:gd name="csX18" fmla="*/ 8341 w 44648"/>
                <a:gd name="csY18" fmla="*/ 4944 h 69651"/>
                <a:gd name="csX19" fmla="*/ 21847 w 44648"/>
                <a:gd name="csY19" fmla="*/ 330 h 69651"/>
                <a:gd name="csX20" fmla="*/ 32154 w 44648"/>
                <a:gd name="csY20" fmla="*/ 2711 h 69651"/>
                <a:gd name="csX21" fmla="*/ 39334 w 44648"/>
                <a:gd name="csY21" fmla="*/ 9260 h 69651"/>
                <a:gd name="csX22" fmla="*/ 41827 w 44648"/>
                <a:gd name="csY22" fmla="*/ 18040 h 69651"/>
                <a:gd name="csX23" fmla="*/ 39446 w 44648"/>
                <a:gd name="csY23" fmla="*/ 26077 h 69651"/>
                <a:gd name="csX24" fmla="*/ 32414 w 44648"/>
                <a:gd name="csY24" fmla="*/ 31881 h 69651"/>
                <a:gd name="csX25" fmla="*/ 41827 w 44648"/>
                <a:gd name="csY25" fmla="*/ 37649 h 69651"/>
                <a:gd name="csX26" fmla="*/ 45176 w 44648"/>
                <a:gd name="csY26" fmla="*/ 48662 h 69651"/>
                <a:gd name="csX27" fmla="*/ 38628 w 44648"/>
                <a:gd name="csY27" fmla="*/ 63805 h 69651"/>
                <a:gd name="csX28" fmla="*/ 22182 w 44648"/>
                <a:gd name="csY28" fmla="*/ 69982 h 69651"/>
                <a:gd name="csX29" fmla="*/ 7262 w 44648"/>
                <a:gd name="csY29" fmla="*/ 64661 h 69651"/>
                <a:gd name="csX30" fmla="*/ 528 w 44648"/>
                <a:gd name="csY30" fmla="*/ 50783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783"/>
                  </a:moveTo>
                  <a:lnTo>
                    <a:pt x="8862" y="49666"/>
                  </a:lnTo>
                  <a:cubicBezTo>
                    <a:pt x="9829" y="54429"/>
                    <a:pt x="11466" y="57852"/>
                    <a:pt x="13773" y="59936"/>
                  </a:cubicBezTo>
                  <a:cubicBezTo>
                    <a:pt x="16080" y="62019"/>
                    <a:pt x="18908" y="63061"/>
                    <a:pt x="22219" y="63061"/>
                  </a:cubicBezTo>
                  <a:cubicBezTo>
                    <a:pt x="26163" y="63061"/>
                    <a:pt x="29475" y="61722"/>
                    <a:pt x="32191" y="58968"/>
                  </a:cubicBezTo>
                  <a:cubicBezTo>
                    <a:pt x="34907" y="56252"/>
                    <a:pt x="36283" y="52866"/>
                    <a:pt x="36283" y="48848"/>
                  </a:cubicBezTo>
                  <a:cubicBezTo>
                    <a:pt x="36283" y="44978"/>
                    <a:pt x="35018" y="41816"/>
                    <a:pt x="32526" y="39323"/>
                  </a:cubicBezTo>
                  <a:cubicBezTo>
                    <a:pt x="29995" y="36830"/>
                    <a:pt x="26796" y="35602"/>
                    <a:pt x="22926" y="35602"/>
                  </a:cubicBezTo>
                  <a:cubicBezTo>
                    <a:pt x="21363" y="35602"/>
                    <a:pt x="19391" y="35900"/>
                    <a:pt x="17010" y="36495"/>
                  </a:cubicBezTo>
                  <a:lnTo>
                    <a:pt x="17940" y="29165"/>
                  </a:lnTo>
                  <a:cubicBezTo>
                    <a:pt x="18499" y="29240"/>
                    <a:pt x="18945" y="29277"/>
                    <a:pt x="19280" y="29277"/>
                  </a:cubicBezTo>
                  <a:cubicBezTo>
                    <a:pt x="22852" y="29277"/>
                    <a:pt x="26089" y="28310"/>
                    <a:pt x="28916" y="26449"/>
                  </a:cubicBezTo>
                  <a:cubicBezTo>
                    <a:pt x="31781" y="24589"/>
                    <a:pt x="33195" y="21724"/>
                    <a:pt x="33195" y="17854"/>
                  </a:cubicBezTo>
                  <a:cubicBezTo>
                    <a:pt x="33195" y="14803"/>
                    <a:pt x="32154" y="12236"/>
                    <a:pt x="30070" y="10227"/>
                  </a:cubicBezTo>
                  <a:cubicBezTo>
                    <a:pt x="28024" y="8218"/>
                    <a:pt x="25345" y="7213"/>
                    <a:pt x="22033" y="7213"/>
                  </a:cubicBezTo>
                  <a:cubicBezTo>
                    <a:pt x="18796" y="7213"/>
                    <a:pt x="16080" y="8218"/>
                    <a:pt x="13922" y="10301"/>
                  </a:cubicBezTo>
                  <a:cubicBezTo>
                    <a:pt x="11727" y="12311"/>
                    <a:pt x="10350" y="15399"/>
                    <a:pt x="9718" y="19492"/>
                  </a:cubicBezTo>
                  <a:lnTo>
                    <a:pt x="1346" y="18003"/>
                  </a:lnTo>
                  <a:cubicBezTo>
                    <a:pt x="2388" y="12385"/>
                    <a:pt x="4695" y="8032"/>
                    <a:pt x="8341" y="4944"/>
                  </a:cubicBezTo>
                  <a:cubicBezTo>
                    <a:pt x="11950" y="1855"/>
                    <a:pt x="16452" y="330"/>
                    <a:pt x="21847" y="330"/>
                  </a:cubicBezTo>
                  <a:cubicBezTo>
                    <a:pt x="25568" y="330"/>
                    <a:pt x="28991" y="1111"/>
                    <a:pt x="32154" y="2711"/>
                  </a:cubicBezTo>
                  <a:cubicBezTo>
                    <a:pt x="35279" y="4311"/>
                    <a:pt x="37660" y="6506"/>
                    <a:pt x="39334" y="9260"/>
                  </a:cubicBezTo>
                  <a:cubicBezTo>
                    <a:pt x="40972" y="12013"/>
                    <a:pt x="41827" y="14952"/>
                    <a:pt x="41827" y="18040"/>
                  </a:cubicBezTo>
                  <a:cubicBezTo>
                    <a:pt x="41827" y="20980"/>
                    <a:pt x="41009" y="23696"/>
                    <a:pt x="39446" y="26077"/>
                  </a:cubicBezTo>
                  <a:cubicBezTo>
                    <a:pt x="37846" y="28533"/>
                    <a:pt x="35502" y="30430"/>
                    <a:pt x="32414" y="31881"/>
                  </a:cubicBezTo>
                  <a:cubicBezTo>
                    <a:pt x="36432" y="32774"/>
                    <a:pt x="39595" y="34709"/>
                    <a:pt x="41827" y="37649"/>
                  </a:cubicBezTo>
                  <a:cubicBezTo>
                    <a:pt x="44060" y="40588"/>
                    <a:pt x="45176" y="44234"/>
                    <a:pt x="45176" y="48662"/>
                  </a:cubicBezTo>
                  <a:cubicBezTo>
                    <a:pt x="45176" y="54615"/>
                    <a:pt x="42981" y="59638"/>
                    <a:pt x="38628" y="63805"/>
                  </a:cubicBezTo>
                  <a:cubicBezTo>
                    <a:pt x="34312" y="67935"/>
                    <a:pt x="28805" y="69982"/>
                    <a:pt x="22182" y="69982"/>
                  </a:cubicBezTo>
                  <a:cubicBezTo>
                    <a:pt x="16192" y="69982"/>
                    <a:pt x="11243" y="68233"/>
                    <a:pt x="7262" y="64661"/>
                  </a:cubicBezTo>
                  <a:cubicBezTo>
                    <a:pt x="3318" y="61089"/>
                    <a:pt x="1048" y="56475"/>
                    <a:pt x="528" y="50783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32" name="Freeform 3131">
              <a:extLst>
                <a:ext uri="{FF2B5EF4-FFF2-40B4-BE49-F238E27FC236}">
                  <a16:creationId xmlns:a16="http://schemas.microsoft.com/office/drawing/2014/main" id="{3230A7DF-A03E-668E-DDD1-EF9C38594994}"/>
                </a:ext>
              </a:extLst>
            </p:cNvPr>
            <p:cNvSpPr/>
            <p:nvPr/>
          </p:nvSpPr>
          <p:spPr>
            <a:xfrm>
              <a:off x="8246527" y="8783278"/>
              <a:ext cx="45504" cy="51643"/>
            </a:xfrm>
            <a:custGeom>
              <a:avLst/>
              <a:gdLst>
                <a:gd name="csX0" fmla="*/ 35619 w 45504"/>
                <a:gd name="csY0" fmla="*/ 44755 h 51643"/>
                <a:gd name="csX1" fmla="*/ 26652 w 45504"/>
                <a:gd name="csY1" fmla="*/ 50336 h 51643"/>
                <a:gd name="csX2" fmla="*/ 17425 w 45504"/>
                <a:gd name="csY2" fmla="*/ 51973 h 51643"/>
                <a:gd name="csX3" fmla="*/ 4924 w 45504"/>
                <a:gd name="csY3" fmla="*/ 47992 h 51643"/>
                <a:gd name="csX4" fmla="*/ 533 w 45504"/>
                <a:gd name="csY4" fmla="*/ 37835 h 51643"/>
                <a:gd name="csX5" fmla="*/ 2207 w 45504"/>
                <a:gd name="csY5" fmla="*/ 31212 h 51643"/>
                <a:gd name="csX6" fmla="*/ 6523 w 45504"/>
                <a:gd name="csY6" fmla="*/ 26375 h 51643"/>
                <a:gd name="csX7" fmla="*/ 12551 w 45504"/>
                <a:gd name="csY7" fmla="*/ 23659 h 51643"/>
                <a:gd name="csX8" fmla="*/ 19992 w 45504"/>
                <a:gd name="csY8" fmla="*/ 22394 h 51643"/>
                <a:gd name="csX9" fmla="*/ 34912 w 45504"/>
                <a:gd name="csY9" fmla="*/ 19529 h 51643"/>
                <a:gd name="csX10" fmla="*/ 34987 w 45504"/>
                <a:gd name="csY10" fmla="*/ 17334 h 51643"/>
                <a:gd name="csX11" fmla="*/ 32606 w 45504"/>
                <a:gd name="csY11" fmla="*/ 10115 h 51643"/>
                <a:gd name="csX12" fmla="*/ 23081 w 45504"/>
                <a:gd name="csY12" fmla="*/ 7288 h 51643"/>
                <a:gd name="csX13" fmla="*/ 14337 w 45504"/>
                <a:gd name="csY13" fmla="*/ 9334 h 51643"/>
                <a:gd name="csX14" fmla="*/ 10170 w 45504"/>
                <a:gd name="csY14" fmla="*/ 16664 h 51643"/>
                <a:gd name="csX15" fmla="*/ 1984 w 45504"/>
                <a:gd name="csY15" fmla="*/ 15548 h 51643"/>
                <a:gd name="csX16" fmla="*/ 5668 w 45504"/>
                <a:gd name="csY16" fmla="*/ 7064 h 51643"/>
                <a:gd name="csX17" fmla="*/ 13072 w 45504"/>
                <a:gd name="csY17" fmla="*/ 2079 h 51643"/>
                <a:gd name="csX18" fmla="*/ 24271 w 45504"/>
                <a:gd name="csY18" fmla="*/ 330 h 51643"/>
                <a:gd name="csX19" fmla="*/ 34540 w 45504"/>
                <a:gd name="csY19" fmla="*/ 1818 h 51643"/>
                <a:gd name="csX20" fmla="*/ 40345 w 45504"/>
                <a:gd name="csY20" fmla="*/ 5576 h 51643"/>
                <a:gd name="csX21" fmla="*/ 42949 w 45504"/>
                <a:gd name="csY21" fmla="*/ 11269 h 51643"/>
                <a:gd name="csX22" fmla="*/ 43396 w 45504"/>
                <a:gd name="csY22" fmla="*/ 19008 h 51643"/>
                <a:gd name="csX23" fmla="*/ 43396 w 45504"/>
                <a:gd name="csY23" fmla="*/ 30170 h 51643"/>
                <a:gd name="csX24" fmla="*/ 43916 w 45504"/>
                <a:gd name="csY24" fmla="*/ 44941 h 51643"/>
                <a:gd name="csX25" fmla="*/ 46037 w 45504"/>
                <a:gd name="csY25" fmla="*/ 50857 h 51643"/>
                <a:gd name="csX26" fmla="*/ 37294 w 45504"/>
                <a:gd name="csY26" fmla="*/ 50857 h 51643"/>
                <a:gd name="csX27" fmla="*/ 35619 w 45504"/>
                <a:gd name="csY27" fmla="*/ 44755 h 51643"/>
                <a:gd name="csX28" fmla="*/ 34912 w 45504"/>
                <a:gd name="csY28" fmla="*/ 26077 h 51643"/>
                <a:gd name="csX29" fmla="*/ 21257 w 45504"/>
                <a:gd name="csY29" fmla="*/ 29240 h 51643"/>
                <a:gd name="csX30" fmla="*/ 13928 w 45504"/>
                <a:gd name="csY30" fmla="*/ 30914 h 51643"/>
                <a:gd name="csX31" fmla="*/ 10653 w 45504"/>
                <a:gd name="csY31" fmla="*/ 33630 h 51643"/>
                <a:gd name="csX32" fmla="*/ 9463 w 45504"/>
                <a:gd name="csY32" fmla="*/ 37611 h 51643"/>
                <a:gd name="csX33" fmla="*/ 12030 w 45504"/>
                <a:gd name="csY33" fmla="*/ 43192 h 51643"/>
                <a:gd name="csX34" fmla="*/ 19434 w 45504"/>
                <a:gd name="csY34" fmla="*/ 45425 h 51643"/>
                <a:gd name="csX35" fmla="*/ 28029 w 45504"/>
                <a:gd name="csY35" fmla="*/ 43304 h 51643"/>
                <a:gd name="csX36" fmla="*/ 33573 w 45504"/>
                <a:gd name="csY36" fmla="*/ 37500 h 51643"/>
                <a:gd name="csX37" fmla="*/ 34912 w 45504"/>
                <a:gd name="csY37" fmla="*/ 29128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9" y="44755"/>
                  </a:moveTo>
                  <a:cubicBezTo>
                    <a:pt x="32531" y="47397"/>
                    <a:pt x="29517" y="49257"/>
                    <a:pt x="26652" y="50336"/>
                  </a:cubicBezTo>
                  <a:cubicBezTo>
                    <a:pt x="23787" y="51415"/>
                    <a:pt x="20737" y="51973"/>
                    <a:pt x="17425" y="51973"/>
                  </a:cubicBezTo>
                  <a:cubicBezTo>
                    <a:pt x="11993" y="51973"/>
                    <a:pt x="7826" y="50634"/>
                    <a:pt x="4924" y="47992"/>
                  </a:cubicBezTo>
                  <a:cubicBezTo>
                    <a:pt x="2021" y="45350"/>
                    <a:pt x="533" y="41965"/>
                    <a:pt x="533" y="37835"/>
                  </a:cubicBezTo>
                  <a:cubicBezTo>
                    <a:pt x="533" y="35416"/>
                    <a:pt x="1091" y="33221"/>
                    <a:pt x="2207" y="31212"/>
                  </a:cubicBezTo>
                  <a:cubicBezTo>
                    <a:pt x="3286" y="29203"/>
                    <a:pt x="4737" y="27603"/>
                    <a:pt x="6523" y="26375"/>
                  </a:cubicBezTo>
                  <a:cubicBezTo>
                    <a:pt x="8309" y="25184"/>
                    <a:pt x="10319" y="24254"/>
                    <a:pt x="12551" y="23659"/>
                  </a:cubicBezTo>
                  <a:cubicBezTo>
                    <a:pt x="14188" y="23212"/>
                    <a:pt x="16681" y="22803"/>
                    <a:pt x="19992" y="22394"/>
                  </a:cubicBezTo>
                  <a:cubicBezTo>
                    <a:pt x="26764" y="21575"/>
                    <a:pt x="31713" y="20645"/>
                    <a:pt x="34912" y="19529"/>
                  </a:cubicBezTo>
                  <a:cubicBezTo>
                    <a:pt x="34950" y="18375"/>
                    <a:pt x="34987" y="17631"/>
                    <a:pt x="34987" y="17334"/>
                  </a:cubicBezTo>
                  <a:cubicBezTo>
                    <a:pt x="34987" y="13911"/>
                    <a:pt x="34168" y="11529"/>
                    <a:pt x="32606" y="10115"/>
                  </a:cubicBezTo>
                  <a:cubicBezTo>
                    <a:pt x="30448" y="8218"/>
                    <a:pt x="27285" y="7288"/>
                    <a:pt x="23081" y="7288"/>
                  </a:cubicBezTo>
                  <a:cubicBezTo>
                    <a:pt x="19137" y="7288"/>
                    <a:pt x="16234" y="7957"/>
                    <a:pt x="14337" y="9334"/>
                  </a:cubicBezTo>
                  <a:cubicBezTo>
                    <a:pt x="12477" y="10711"/>
                    <a:pt x="11063" y="13166"/>
                    <a:pt x="10170" y="16664"/>
                  </a:cubicBezTo>
                  <a:lnTo>
                    <a:pt x="1984" y="15548"/>
                  </a:lnTo>
                  <a:cubicBezTo>
                    <a:pt x="2728" y="12050"/>
                    <a:pt x="3956" y="9222"/>
                    <a:pt x="5668" y="7064"/>
                  </a:cubicBezTo>
                  <a:cubicBezTo>
                    <a:pt x="7379" y="4906"/>
                    <a:pt x="9835" y="3269"/>
                    <a:pt x="13072" y="2079"/>
                  </a:cubicBezTo>
                  <a:cubicBezTo>
                    <a:pt x="16272" y="925"/>
                    <a:pt x="20030" y="330"/>
                    <a:pt x="24271" y="330"/>
                  </a:cubicBezTo>
                  <a:cubicBezTo>
                    <a:pt x="28476" y="330"/>
                    <a:pt x="31899" y="851"/>
                    <a:pt x="34540" y="1818"/>
                  </a:cubicBezTo>
                  <a:cubicBezTo>
                    <a:pt x="37182" y="2823"/>
                    <a:pt x="39117" y="4088"/>
                    <a:pt x="40345" y="5576"/>
                  </a:cubicBezTo>
                  <a:cubicBezTo>
                    <a:pt x="41610" y="7102"/>
                    <a:pt x="42465" y="8999"/>
                    <a:pt x="42949" y="11269"/>
                  </a:cubicBezTo>
                  <a:cubicBezTo>
                    <a:pt x="43247" y="12720"/>
                    <a:pt x="43396" y="15287"/>
                    <a:pt x="43396" y="19008"/>
                  </a:cubicBezTo>
                  <a:lnTo>
                    <a:pt x="43396" y="30170"/>
                  </a:lnTo>
                  <a:cubicBezTo>
                    <a:pt x="43396" y="37946"/>
                    <a:pt x="43582" y="42858"/>
                    <a:pt x="43916" y="44941"/>
                  </a:cubicBezTo>
                  <a:cubicBezTo>
                    <a:pt x="44289" y="46988"/>
                    <a:pt x="44995" y="48960"/>
                    <a:pt x="46037" y="50857"/>
                  </a:cubicBezTo>
                  <a:lnTo>
                    <a:pt x="37294" y="50857"/>
                  </a:lnTo>
                  <a:cubicBezTo>
                    <a:pt x="36438" y="49108"/>
                    <a:pt x="35880" y="47099"/>
                    <a:pt x="35619" y="44755"/>
                  </a:cubicBezTo>
                  <a:moveTo>
                    <a:pt x="34912" y="26077"/>
                  </a:moveTo>
                  <a:cubicBezTo>
                    <a:pt x="31899" y="27305"/>
                    <a:pt x="27322" y="28347"/>
                    <a:pt x="21257" y="29240"/>
                  </a:cubicBezTo>
                  <a:cubicBezTo>
                    <a:pt x="17797" y="29723"/>
                    <a:pt x="15379" y="30282"/>
                    <a:pt x="13928" y="30914"/>
                  </a:cubicBezTo>
                  <a:cubicBezTo>
                    <a:pt x="12514" y="31509"/>
                    <a:pt x="11435" y="32440"/>
                    <a:pt x="10653" y="33630"/>
                  </a:cubicBezTo>
                  <a:cubicBezTo>
                    <a:pt x="9872" y="34821"/>
                    <a:pt x="9463" y="36160"/>
                    <a:pt x="9463" y="37611"/>
                  </a:cubicBezTo>
                  <a:cubicBezTo>
                    <a:pt x="9463" y="39844"/>
                    <a:pt x="10319" y="41704"/>
                    <a:pt x="12030" y="43192"/>
                  </a:cubicBezTo>
                  <a:cubicBezTo>
                    <a:pt x="13704" y="44681"/>
                    <a:pt x="16160" y="45425"/>
                    <a:pt x="19434" y="45425"/>
                  </a:cubicBezTo>
                  <a:cubicBezTo>
                    <a:pt x="22671" y="45425"/>
                    <a:pt x="25536" y="44718"/>
                    <a:pt x="28029" y="43304"/>
                  </a:cubicBezTo>
                  <a:cubicBezTo>
                    <a:pt x="30559" y="41890"/>
                    <a:pt x="32382" y="39955"/>
                    <a:pt x="33573" y="37500"/>
                  </a:cubicBezTo>
                  <a:cubicBezTo>
                    <a:pt x="34466" y="35602"/>
                    <a:pt x="34912" y="32812"/>
                    <a:pt x="34912" y="2912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sp>
        <p:nvSpPr>
          <p:cNvPr id="3133" name="Freeform 3132">
            <a:extLst>
              <a:ext uri="{FF2B5EF4-FFF2-40B4-BE49-F238E27FC236}">
                <a16:creationId xmlns:a16="http://schemas.microsoft.com/office/drawing/2014/main" id="{B9FC2991-3B60-5570-C9D0-443D87977C81}"/>
              </a:ext>
            </a:extLst>
          </p:cNvPr>
          <p:cNvSpPr/>
          <p:nvPr/>
        </p:nvSpPr>
        <p:spPr>
          <a:xfrm>
            <a:off x="1671867" y="7017058"/>
            <a:ext cx="26737" cy="38630"/>
          </a:xfrm>
          <a:custGeom>
            <a:avLst/>
            <a:gdLst>
              <a:gd name="csX0" fmla="*/ 30139 w 47178"/>
              <a:gd name="csY0" fmla="*/ 68505 h 68163"/>
              <a:gd name="csX1" fmla="*/ 30139 w 47178"/>
              <a:gd name="csY1" fmla="*/ 52171 h 68163"/>
              <a:gd name="csX2" fmla="*/ 522 w 47178"/>
              <a:gd name="csY2" fmla="*/ 52171 h 68163"/>
              <a:gd name="csX3" fmla="*/ 522 w 47178"/>
              <a:gd name="csY3" fmla="*/ 44506 h 68163"/>
              <a:gd name="csX4" fmla="*/ 31664 w 47178"/>
              <a:gd name="csY4" fmla="*/ 341 h 68163"/>
              <a:gd name="csX5" fmla="*/ 38473 w 47178"/>
              <a:gd name="csY5" fmla="*/ 341 h 68163"/>
              <a:gd name="csX6" fmla="*/ 38473 w 47178"/>
              <a:gd name="csY6" fmla="*/ 44506 h 68163"/>
              <a:gd name="csX7" fmla="*/ 47700 w 47178"/>
              <a:gd name="csY7" fmla="*/ 44506 h 68163"/>
              <a:gd name="csX8" fmla="*/ 47700 w 47178"/>
              <a:gd name="csY8" fmla="*/ 52171 h 68163"/>
              <a:gd name="csX9" fmla="*/ 38473 w 47178"/>
              <a:gd name="csY9" fmla="*/ 52171 h 68163"/>
              <a:gd name="csX10" fmla="*/ 38473 w 47178"/>
              <a:gd name="csY10" fmla="*/ 68505 h 68163"/>
              <a:gd name="csX11" fmla="*/ 30139 w 47178"/>
              <a:gd name="csY11" fmla="*/ 68505 h 68163"/>
              <a:gd name="csX12" fmla="*/ 30139 w 47178"/>
              <a:gd name="csY12" fmla="*/ 44506 h 68163"/>
              <a:gd name="csX13" fmla="*/ 30139 w 47178"/>
              <a:gd name="csY13" fmla="*/ 13773 h 68163"/>
              <a:gd name="csX14" fmla="*/ 8782 w 47178"/>
              <a:gd name="csY14" fmla="*/ 44506 h 68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7178" h="68163">
                <a:moveTo>
                  <a:pt x="30139" y="68505"/>
                </a:moveTo>
                <a:lnTo>
                  <a:pt x="30139" y="52171"/>
                </a:lnTo>
                <a:lnTo>
                  <a:pt x="522" y="52171"/>
                </a:lnTo>
                <a:lnTo>
                  <a:pt x="522" y="44506"/>
                </a:lnTo>
                <a:lnTo>
                  <a:pt x="31664" y="341"/>
                </a:lnTo>
                <a:lnTo>
                  <a:pt x="38473" y="341"/>
                </a:lnTo>
                <a:lnTo>
                  <a:pt x="38473" y="44506"/>
                </a:lnTo>
                <a:lnTo>
                  <a:pt x="47700" y="44506"/>
                </a:lnTo>
                <a:lnTo>
                  <a:pt x="47700" y="52171"/>
                </a:lnTo>
                <a:lnTo>
                  <a:pt x="38473" y="52171"/>
                </a:lnTo>
                <a:lnTo>
                  <a:pt x="38473" y="68505"/>
                </a:lnTo>
                <a:lnTo>
                  <a:pt x="30139" y="68505"/>
                </a:lnTo>
                <a:moveTo>
                  <a:pt x="30139" y="44506"/>
                </a:moveTo>
                <a:lnTo>
                  <a:pt x="30139" y="13773"/>
                </a:lnTo>
                <a:lnTo>
                  <a:pt x="8782" y="44506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pPr algn="r"/>
            <a:endParaRPr lang="en-US"/>
          </a:p>
        </p:txBody>
      </p:sp>
      <p:grpSp>
        <p:nvGrpSpPr>
          <p:cNvPr id="3134" name="Graphic 2017">
            <a:extLst>
              <a:ext uri="{FF2B5EF4-FFF2-40B4-BE49-F238E27FC236}">
                <a16:creationId xmlns:a16="http://schemas.microsoft.com/office/drawing/2014/main" id="{0F4914AC-E45B-B9C1-DA70-DDE72621D8DE}"/>
              </a:ext>
            </a:extLst>
          </p:cNvPr>
          <p:cNvGrpSpPr/>
          <p:nvPr/>
        </p:nvGrpSpPr>
        <p:grpSpPr>
          <a:xfrm>
            <a:off x="1616652" y="7079115"/>
            <a:ext cx="81952" cy="39473"/>
            <a:chOff x="8147537" y="8984940"/>
            <a:chExt cx="144605" cy="69651"/>
          </a:xfrm>
          <a:solidFill>
            <a:srgbClr val="000000"/>
          </a:solidFill>
        </p:grpSpPr>
        <p:sp>
          <p:nvSpPr>
            <p:cNvPr id="3135" name="Freeform 3134">
              <a:extLst>
                <a:ext uri="{FF2B5EF4-FFF2-40B4-BE49-F238E27FC236}">
                  <a16:creationId xmlns:a16="http://schemas.microsoft.com/office/drawing/2014/main" id="{B869F64A-A5F2-3DBB-BB09-096D8B798B02}"/>
                </a:ext>
              </a:extLst>
            </p:cNvPr>
            <p:cNvSpPr/>
            <p:nvPr/>
          </p:nvSpPr>
          <p:spPr>
            <a:xfrm>
              <a:off x="8147537" y="8984940"/>
              <a:ext cx="25114" cy="68460"/>
            </a:xfrm>
            <a:custGeom>
              <a:avLst/>
              <a:gdLst>
                <a:gd name="csX0" fmla="*/ 25637 w 25114"/>
                <a:gd name="csY0" fmla="*/ 68814 h 68460"/>
                <a:gd name="csX1" fmla="*/ 17265 w 25114"/>
                <a:gd name="csY1" fmla="*/ 68814 h 68460"/>
                <a:gd name="csX2" fmla="*/ 17265 w 25114"/>
                <a:gd name="csY2" fmla="*/ 15459 h 68460"/>
                <a:gd name="csX3" fmla="*/ 9340 w 25114"/>
                <a:gd name="csY3" fmla="*/ 21226 h 68460"/>
                <a:gd name="csX4" fmla="*/ 522 w 25114"/>
                <a:gd name="csY4" fmla="*/ 25579 h 68460"/>
                <a:gd name="csX5" fmla="*/ 522 w 25114"/>
                <a:gd name="csY5" fmla="*/ 17468 h 68460"/>
                <a:gd name="csX6" fmla="*/ 12800 w 25114"/>
                <a:gd name="csY6" fmla="*/ 9469 h 68460"/>
                <a:gd name="csX7" fmla="*/ 20242 w 25114"/>
                <a:gd name="csY7" fmla="*/ 353 h 68460"/>
                <a:gd name="csX8" fmla="*/ 25637 w 25114"/>
                <a:gd name="csY8" fmla="*/ 353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14"/>
                  </a:moveTo>
                  <a:lnTo>
                    <a:pt x="17265" y="68814"/>
                  </a:lnTo>
                  <a:lnTo>
                    <a:pt x="17265" y="15459"/>
                  </a:lnTo>
                  <a:cubicBezTo>
                    <a:pt x="15256" y="17394"/>
                    <a:pt x="12614" y="19329"/>
                    <a:pt x="9340" y="21226"/>
                  </a:cubicBezTo>
                  <a:cubicBezTo>
                    <a:pt x="6066" y="23161"/>
                    <a:pt x="3126" y="24612"/>
                    <a:pt x="522" y="25579"/>
                  </a:cubicBezTo>
                  <a:lnTo>
                    <a:pt x="522" y="17468"/>
                  </a:lnTo>
                  <a:cubicBezTo>
                    <a:pt x="5210" y="15273"/>
                    <a:pt x="9303" y="12594"/>
                    <a:pt x="12800" y="9469"/>
                  </a:cubicBezTo>
                  <a:cubicBezTo>
                    <a:pt x="16298" y="6343"/>
                    <a:pt x="18791" y="3292"/>
                    <a:pt x="20242" y="353"/>
                  </a:cubicBezTo>
                  <a:lnTo>
                    <a:pt x="25637" y="35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36" name="Freeform 3135">
              <a:extLst>
                <a:ext uri="{FF2B5EF4-FFF2-40B4-BE49-F238E27FC236}">
                  <a16:creationId xmlns:a16="http://schemas.microsoft.com/office/drawing/2014/main" id="{C4DC3123-5097-2774-4543-B1B2773DC283}"/>
                </a:ext>
              </a:extLst>
            </p:cNvPr>
            <p:cNvSpPr/>
            <p:nvPr/>
          </p:nvSpPr>
          <p:spPr>
            <a:xfrm>
              <a:off x="8194149" y="8984940"/>
              <a:ext cx="44648" cy="69651"/>
            </a:xfrm>
            <a:custGeom>
              <a:avLst/>
              <a:gdLst>
                <a:gd name="csX0" fmla="*/ 528 w 44648"/>
                <a:gd name="csY0" fmla="*/ 50806 h 69651"/>
                <a:gd name="csX1" fmla="*/ 8862 w 44648"/>
                <a:gd name="csY1" fmla="*/ 49690 h 69651"/>
                <a:gd name="csX2" fmla="*/ 13773 w 44648"/>
                <a:gd name="csY2" fmla="*/ 59959 h 69651"/>
                <a:gd name="csX3" fmla="*/ 22219 w 44648"/>
                <a:gd name="csY3" fmla="*/ 63084 h 69651"/>
                <a:gd name="csX4" fmla="*/ 32191 w 44648"/>
                <a:gd name="csY4" fmla="*/ 58991 h 69651"/>
                <a:gd name="csX5" fmla="*/ 36283 w 44648"/>
                <a:gd name="csY5" fmla="*/ 48871 h 69651"/>
                <a:gd name="csX6" fmla="*/ 32526 w 44648"/>
                <a:gd name="csY6" fmla="*/ 39346 h 69651"/>
                <a:gd name="csX7" fmla="*/ 22926 w 44648"/>
                <a:gd name="csY7" fmla="*/ 35625 h 69651"/>
                <a:gd name="csX8" fmla="*/ 17010 w 44648"/>
                <a:gd name="csY8" fmla="*/ 36518 h 69651"/>
                <a:gd name="csX9" fmla="*/ 17940 w 44648"/>
                <a:gd name="csY9" fmla="*/ 29188 h 69651"/>
                <a:gd name="csX10" fmla="*/ 19280 w 44648"/>
                <a:gd name="csY10" fmla="*/ 29300 h 69651"/>
                <a:gd name="csX11" fmla="*/ 28916 w 44648"/>
                <a:gd name="csY11" fmla="*/ 26472 h 69651"/>
                <a:gd name="csX12" fmla="*/ 33195 w 44648"/>
                <a:gd name="csY12" fmla="*/ 17878 h 69651"/>
                <a:gd name="csX13" fmla="*/ 30070 w 44648"/>
                <a:gd name="csY13" fmla="*/ 10250 h 69651"/>
                <a:gd name="csX14" fmla="*/ 22033 w 44648"/>
                <a:gd name="csY14" fmla="*/ 7236 h 69651"/>
                <a:gd name="csX15" fmla="*/ 13922 w 44648"/>
                <a:gd name="csY15" fmla="*/ 10324 h 69651"/>
                <a:gd name="csX16" fmla="*/ 9718 w 44648"/>
                <a:gd name="csY16" fmla="*/ 19515 h 69651"/>
                <a:gd name="csX17" fmla="*/ 1346 w 44648"/>
                <a:gd name="csY17" fmla="*/ 18026 h 69651"/>
                <a:gd name="csX18" fmla="*/ 8341 w 44648"/>
                <a:gd name="csY18" fmla="*/ 4967 h 69651"/>
                <a:gd name="csX19" fmla="*/ 21847 w 44648"/>
                <a:gd name="csY19" fmla="*/ 353 h 69651"/>
                <a:gd name="csX20" fmla="*/ 32154 w 44648"/>
                <a:gd name="csY20" fmla="*/ 2734 h 69651"/>
                <a:gd name="csX21" fmla="*/ 39334 w 44648"/>
                <a:gd name="csY21" fmla="*/ 9283 h 69651"/>
                <a:gd name="csX22" fmla="*/ 41827 w 44648"/>
                <a:gd name="csY22" fmla="*/ 18064 h 69651"/>
                <a:gd name="csX23" fmla="*/ 39446 w 44648"/>
                <a:gd name="csY23" fmla="*/ 26100 h 69651"/>
                <a:gd name="csX24" fmla="*/ 32414 w 44648"/>
                <a:gd name="csY24" fmla="*/ 31905 h 69651"/>
                <a:gd name="csX25" fmla="*/ 41827 w 44648"/>
                <a:gd name="csY25" fmla="*/ 37672 h 69651"/>
                <a:gd name="csX26" fmla="*/ 45176 w 44648"/>
                <a:gd name="csY26" fmla="*/ 48685 h 69651"/>
                <a:gd name="csX27" fmla="*/ 38628 w 44648"/>
                <a:gd name="csY27" fmla="*/ 63828 h 69651"/>
                <a:gd name="csX28" fmla="*/ 22182 w 44648"/>
                <a:gd name="csY28" fmla="*/ 70005 h 69651"/>
                <a:gd name="csX29" fmla="*/ 7262 w 44648"/>
                <a:gd name="csY29" fmla="*/ 64684 h 69651"/>
                <a:gd name="csX30" fmla="*/ 528 w 44648"/>
                <a:gd name="csY30" fmla="*/ 50806 h 69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44648" h="69651">
                  <a:moveTo>
                    <a:pt x="528" y="50806"/>
                  </a:moveTo>
                  <a:lnTo>
                    <a:pt x="8862" y="49690"/>
                  </a:lnTo>
                  <a:cubicBezTo>
                    <a:pt x="9829" y="54452"/>
                    <a:pt x="11466" y="57875"/>
                    <a:pt x="13773" y="59959"/>
                  </a:cubicBezTo>
                  <a:cubicBezTo>
                    <a:pt x="16080" y="62042"/>
                    <a:pt x="18908" y="63084"/>
                    <a:pt x="22219" y="63084"/>
                  </a:cubicBezTo>
                  <a:cubicBezTo>
                    <a:pt x="26163" y="63084"/>
                    <a:pt x="29475" y="61745"/>
                    <a:pt x="32191" y="58991"/>
                  </a:cubicBezTo>
                  <a:cubicBezTo>
                    <a:pt x="34907" y="56275"/>
                    <a:pt x="36283" y="52889"/>
                    <a:pt x="36283" y="48871"/>
                  </a:cubicBezTo>
                  <a:cubicBezTo>
                    <a:pt x="36283" y="45001"/>
                    <a:pt x="35018" y="41839"/>
                    <a:pt x="32526" y="39346"/>
                  </a:cubicBezTo>
                  <a:cubicBezTo>
                    <a:pt x="29995" y="36853"/>
                    <a:pt x="26796" y="35625"/>
                    <a:pt x="22926" y="35625"/>
                  </a:cubicBezTo>
                  <a:cubicBezTo>
                    <a:pt x="21363" y="35625"/>
                    <a:pt x="19391" y="35923"/>
                    <a:pt x="17010" y="36518"/>
                  </a:cubicBezTo>
                  <a:lnTo>
                    <a:pt x="17940" y="29188"/>
                  </a:lnTo>
                  <a:cubicBezTo>
                    <a:pt x="18499" y="29263"/>
                    <a:pt x="18945" y="29300"/>
                    <a:pt x="19280" y="29300"/>
                  </a:cubicBezTo>
                  <a:cubicBezTo>
                    <a:pt x="22852" y="29300"/>
                    <a:pt x="26089" y="28333"/>
                    <a:pt x="28916" y="26472"/>
                  </a:cubicBezTo>
                  <a:cubicBezTo>
                    <a:pt x="31781" y="24612"/>
                    <a:pt x="33195" y="21747"/>
                    <a:pt x="33195" y="17878"/>
                  </a:cubicBezTo>
                  <a:cubicBezTo>
                    <a:pt x="33195" y="14827"/>
                    <a:pt x="32154" y="12259"/>
                    <a:pt x="30070" y="10250"/>
                  </a:cubicBezTo>
                  <a:cubicBezTo>
                    <a:pt x="28024" y="8241"/>
                    <a:pt x="25345" y="7236"/>
                    <a:pt x="22033" y="7236"/>
                  </a:cubicBezTo>
                  <a:cubicBezTo>
                    <a:pt x="18796" y="7236"/>
                    <a:pt x="16080" y="8241"/>
                    <a:pt x="13922" y="10324"/>
                  </a:cubicBezTo>
                  <a:cubicBezTo>
                    <a:pt x="11727" y="12334"/>
                    <a:pt x="10350" y="15422"/>
                    <a:pt x="9718" y="19515"/>
                  </a:cubicBezTo>
                  <a:lnTo>
                    <a:pt x="1346" y="18026"/>
                  </a:lnTo>
                  <a:cubicBezTo>
                    <a:pt x="2388" y="12408"/>
                    <a:pt x="4695" y="8055"/>
                    <a:pt x="8341" y="4967"/>
                  </a:cubicBezTo>
                  <a:cubicBezTo>
                    <a:pt x="11950" y="1878"/>
                    <a:pt x="16452" y="353"/>
                    <a:pt x="21847" y="353"/>
                  </a:cubicBezTo>
                  <a:cubicBezTo>
                    <a:pt x="25568" y="353"/>
                    <a:pt x="28991" y="1134"/>
                    <a:pt x="32154" y="2734"/>
                  </a:cubicBezTo>
                  <a:cubicBezTo>
                    <a:pt x="35279" y="4334"/>
                    <a:pt x="37660" y="6529"/>
                    <a:pt x="39334" y="9283"/>
                  </a:cubicBezTo>
                  <a:cubicBezTo>
                    <a:pt x="40972" y="12036"/>
                    <a:pt x="41827" y="14975"/>
                    <a:pt x="41827" y="18064"/>
                  </a:cubicBezTo>
                  <a:cubicBezTo>
                    <a:pt x="41827" y="21003"/>
                    <a:pt x="41009" y="23719"/>
                    <a:pt x="39446" y="26100"/>
                  </a:cubicBezTo>
                  <a:cubicBezTo>
                    <a:pt x="37846" y="28556"/>
                    <a:pt x="35502" y="30453"/>
                    <a:pt x="32414" y="31905"/>
                  </a:cubicBezTo>
                  <a:cubicBezTo>
                    <a:pt x="36432" y="32798"/>
                    <a:pt x="39595" y="34732"/>
                    <a:pt x="41827" y="37672"/>
                  </a:cubicBezTo>
                  <a:cubicBezTo>
                    <a:pt x="44060" y="40611"/>
                    <a:pt x="45176" y="44257"/>
                    <a:pt x="45176" y="48685"/>
                  </a:cubicBezTo>
                  <a:cubicBezTo>
                    <a:pt x="45176" y="54638"/>
                    <a:pt x="42981" y="59661"/>
                    <a:pt x="38628" y="63828"/>
                  </a:cubicBezTo>
                  <a:cubicBezTo>
                    <a:pt x="34312" y="67958"/>
                    <a:pt x="28805" y="70005"/>
                    <a:pt x="22182" y="70005"/>
                  </a:cubicBezTo>
                  <a:cubicBezTo>
                    <a:pt x="16192" y="70005"/>
                    <a:pt x="11243" y="68256"/>
                    <a:pt x="7262" y="64684"/>
                  </a:cubicBezTo>
                  <a:cubicBezTo>
                    <a:pt x="3318" y="61112"/>
                    <a:pt x="1048" y="56498"/>
                    <a:pt x="528" y="5080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37" name="Freeform 3136">
              <a:extLst>
                <a:ext uri="{FF2B5EF4-FFF2-40B4-BE49-F238E27FC236}">
                  <a16:creationId xmlns:a16="http://schemas.microsoft.com/office/drawing/2014/main" id="{F806C36F-0139-16FF-8AAA-25592EA69AB8}"/>
                </a:ext>
              </a:extLst>
            </p:cNvPr>
            <p:cNvSpPr/>
            <p:nvPr/>
          </p:nvSpPr>
          <p:spPr>
            <a:xfrm>
              <a:off x="8246601" y="9002874"/>
              <a:ext cx="45541" cy="51643"/>
            </a:xfrm>
            <a:custGeom>
              <a:avLst/>
              <a:gdLst>
                <a:gd name="csX0" fmla="*/ 37145 w 45541"/>
                <a:gd name="csY0" fmla="*/ 34956 h 51643"/>
                <a:gd name="csX1" fmla="*/ 45777 w 45541"/>
                <a:gd name="csY1" fmla="*/ 36035 h 51643"/>
                <a:gd name="csX2" fmla="*/ 38187 w 45541"/>
                <a:gd name="csY2" fmla="*/ 47829 h 51643"/>
                <a:gd name="csX3" fmla="*/ 24048 w 45541"/>
                <a:gd name="csY3" fmla="*/ 51996 h 51643"/>
                <a:gd name="csX4" fmla="*/ 6858 w 45541"/>
                <a:gd name="csY4" fmla="*/ 45336 h 51643"/>
                <a:gd name="csX5" fmla="*/ 533 w 45541"/>
                <a:gd name="csY5" fmla="*/ 26621 h 51643"/>
                <a:gd name="csX6" fmla="*/ 6933 w 45541"/>
                <a:gd name="csY6" fmla="*/ 7274 h 51643"/>
                <a:gd name="csX7" fmla="*/ 23601 w 45541"/>
                <a:gd name="csY7" fmla="*/ 353 h 51643"/>
                <a:gd name="csX8" fmla="*/ 39786 w 45541"/>
                <a:gd name="csY8" fmla="*/ 7125 h 51643"/>
                <a:gd name="csX9" fmla="*/ 46074 w 45541"/>
                <a:gd name="csY9" fmla="*/ 26100 h 51643"/>
                <a:gd name="csX10" fmla="*/ 46000 w 45541"/>
                <a:gd name="csY10" fmla="*/ 28333 h 51643"/>
                <a:gd name="csX11" fmla="*/ 9165 w 45541"/>
                <a:gd name="csY11" fmla="*/ 28333 h 51643"/>
                <a:gd name="csX12" fmla="*/ 13779 w 45541"/>
                <a:gd name="csY12" fmla="*/ 40797 h 51643"/>
                <a:gd name="csX13" fmla="*/ 24122 w 45541"/>
                <a:gd name="csY13" fmla="*/ 45113 h 51643"/>
                <a:gd name="csX14" fmla="*/ 31973 w 45541"/>
                <a:gd name="csY14" fmla="*/ 42695 h 51643"/>
                <a:gd name="csX15" fmla="*/ 37145 w 45541"/>
                <a:gd name="csY15" fmla="*/ 34956 h 51643"/>
                <a:gd name="csX16" fmla="*/ 9649 w 45541"/>
                <a:gd name="csY16" fmla="*/ 21449 h 51643"/>
                <a:gd name="csX17" fmla="*/ 37219 w 45541"/>
                <a:gd name="csY17" fmla="*/ 21449 h 51643"/>
                <a:gd name="csX18" fmla="*/ 34057 w 45541"/>
                <a:gd name="csY18" fmla="*/ 12110 h 51643"/>
                <a:gd name="csX19" fmla="*/ 23676 w 45541"/>
                <a:gd name="csY19" fmla="*/ 7274 h 51643"/>
                <a:gd name="csX20" fmla="*/ 14002 w 45541"/>
                <a:gd name="csY20" fmla="*/ 11106 h 51643"/>
                <a:gd name="csX21" fmla="*/ 9649 w 45541"/>
                <a:gd name="csY21" fmla="*/ 21449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5541" h="51643">
                  <a:moveTo>
                    <a:pt x="37145" y="34956"/>
                  </a:moveTo>
                  <a:lnTo>
                    <a:pt x="45777" y="36035"/>
                  </a:lnTo>
                  <a:cubicBezTo>
                    <a:pt x="44400" y="41095"/>
                    <a:pt x="41870" y="45039"/>
                    <a:pt x="38187" y="47829"/>
                  </a:cubicBezTo>
                  <a:cubicBezTo>
                    <a:pt x="34503" y="50582"/>
                    <a:pt x="29778" y="51996"/>
                    <a:pt x="24048" y="51996"/>
                  </a:cubicBezTo>
                  <a:cubicBezTo>
                    <a:pt x="16830" y="51996"/>
                    <a:pt x="11100" y="49764"/>
                    <a:pt x="6858" y="45336"/>
                  </a:cubicBezTo>
                  <a:cubicBezTo>
                    <a:pt x="2654" y="40871"/>
                    <a:pt x="533" y="34621"/>
                    <a:pt x="533" y="26621"/>
                  </a:cubicBezTo>
                  <a:cubicBezTo>
                    <a:pt x="533" y="18287"/>
                    <a:pt x="2654" y="11850"/>
                    <a:pt x="6933" y="7274"/>
                  </a:cubicBezTo>
                  <a:cubicBezTo>
                    <a:pt x="11211" y="2660"/>
                    <a:pt x="16755" y="353"/>
                    <a:pt x="23601" y="353"/>
                  </a:cubicBezTo>
                  <a:cubicBezTo>
                    <a:pt x="30187" y="353"/>
                    <a:pt x="35582" y="2623"/>
                    <a:pt x="39786" y="7125"/>
                  </a:cubicBezTo>
                  <a:cubicBezTo>
                    <a:pt x="43954" y="11627"/>
                    <a:pt x="46074" y="17952"/>
                    <a:pt x="46074" y="26100"/>
                  </a:cubicBezTo>
                  <a:cubicBezTo>
                    <a:pt x="46074" y="26584"/>
                    <a:pt x="46037" y="27328"/>
                    <a:pt x="46000" y="28333"/>
                  </a:cubicBezTo>
                  <a:lnTo>
                    <a:pt x="9165" y="28333"/>
                  </a:lnTo>
                  <a:cubicBezTo>
                    <a:pt x="9500" y="33765"/>
                    <a:pt x="11025" y="37895"/>
                    <a:pt x="13779" y="40797"/>
                  </a:cubicBezTo>
                  <a:cubicBezTo>
                    <a:pt x="16532" y="43662"/>
                    <a:pt x="19992" y="45113"/>
                    <a:pt x="24122" y="45113"/>
                  </a:cubicBezTo>
                  <a:cubicBezTo>
                    <a:pt x="27173" y="45113"/>
                    <a:pt x="29778" y="44295"/>
                    <a:pt x="31973" y="42695"/>
                  </a:cubicBezTo>
                  <a:cubicBezTo>
                    <a:pt x="34131" y="41095"/>
                    <a:pt x="35843" y="38527"/>
                    <a:pt x="37145" y="34956"/>
                  </a:cubicBezTo>
                  <a:moveTo>
                    <a:pt x="9649" y="21449"/>
                  </a:moveTo>
                  <a:lnTo>
                    <a:pt x="37219" y="21449"/>
                  </a:lnTo>
                  <a:cubicBezTo>
                    <a:pt x="36847" y="17282"/>
                    <a:pt x="35805" y="14157"/>
                    <a:pt x="34057" y="12110"/>
                  </a:cubicBezTo>
                  <a:cubicBezTo>
                    <a:pt x="31378" y="8873"/>
                    <a:pt x="27917" y="7274"/>
                    <a:pt x="23676" y="7274"/>
                  </a:cubicBezTo>
                  <a:cubicBezTo>
                    <a:pt x="19844" y="7274"/>
                    <a:pt x="16607" y="8539"/>
                    <a:pt x="14002" y="11106"/>
                  </a:cubicBezTo>
                  <a:cubicBezTo>
                    <a:pt x="11360" y="13673"/>
                    <a:pt x="9909" y="17133"/>
                    <a:pt x="9649" y="2144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38" name="Graphic 2017">
            <a:extLst>
              <a:ext uri="{FF2B5EF4-FFF2-40B4-BE49-F238E27FC236}">
                <a16:creationId xmlns:a16="http://schemas.microsoft.com/office/drawing/2014/main" id="{FA713D4E-D0D2-C397-2CBD-097D599B7B0C}"/>
              </a:ext>
            </a:extLst>
          </p:cNvPr>
          <p:cNvGrpSpPr/>
          <p:nvPr/>
        </p:nvGrpSpPr>
        <p:grpSpPr>
          <a:xfrm>
            <a:off x="1647032" y="7141320"/>
            <a:ext cx="51572" cy="39453"/>
            <a:chOff x="8147537" y="9094701"/>
            <a:chExt cx="90999" cy="69614"/>
          </a:xfrm>
          <a:solidFill>
            <a:srgbClr val="000000"/>
          </a:solidFill>
        </p:grpSpPr>
        <p:sp>
          <p:nvSpPr>
            <p:cNvPr id="3139" name="Freeform 3138">
              <a:extLst>
                <a:ext uri="{FF2B5EF4-FFF2-40B4-BE49-F238E27FC236}">
                  <a16:creationId xmlns:a16="http://schemas.microsoft.com/office/drawing/2014/main" id="{5A0A6B42-7D02-6B12-4C50-3914C60EA0FB}"/>
                </a:ext>
              </a:extLst>
            </p:cNvPr>
            <p:cNvSpPr/>
            <p:nvPr/>
          </p:nvSpPr>
          <p:spPr>
            <a:xfrm>
              <a:off x="8147537" y="9094701"/>
              <a:ext cx="25114" cy="68460"/>
            </a:xfrm>
            <a:custGeom>
              <a:avLst/>
              <a:gdLst>
                <a:gd name="csX0" fmla="*/ 25637 w 25114"/>
                <a:gd name="csY0" fmla="*/ 68825 h 68460"/>
                <a:gd name="csX1" fmla="*/ 17265 w 25114"/>
                <a:gd name="csY1" fmla="*/ 68825 h 68460"/>
                <a:gd name="csX2" fmla="*/ 17265 w 25114"/>
                <a:gd name="csY2" fmla="*/ 15471 h 68460"/>
                <a:gd name="csX3" fmla="*/ 9340 w 25114"/>
                <a:gd name="csY3" fmla="*/ 21238 h 68460"/>
                <a:gd name="csX4" fmla="*/ 522 w 25114"/>
                <a:gd name="csY4" fmla="*/ 25591 h 68460"/>
                <a:gd name="csX5" fmla="*/ 522 w 25114"/>
                <a:gd name="csY5" fmla="*/ 17480 h 68460"/>
                <a:gd name="csX6" fmla="*/ 12800 w 25114"/>
                <a:gd name="csY6" fmla="*/ 9480 h 68460"/>
                <a:gd name="csX7" fmla="*/ 20242 w 25114"/>
                <a:gd name="csY7" fmla="*/ 365 h 68460"/>
                <a:gd name="csX8" fmla="*/ 25637 w 25114"/>
                <a:gd name="csY8" fmla="*/ 365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25"/>
                  </a:moveTo>
                  <a:lnTo>
                    <a:pt x="17265" y="68825"/>
                  </a:lnTo>
                  <a:lnTo>
                    <a:pt x="17265" y="15471"/>
                  </a:lnTo>
                  <a:cubicBezTo>
                    <a:pt x="15256" y="17405"/>
                    <a:pt x="12614" y="19340"/>
                    <a:pt x="9340" y="21238"/>
                  </a:cubicBezTo>
                  <a:cubicBezTo>
                    <a:pt x="6066" y="23172"/>
                    <a:pt x="3126" y="24623"/>
                    <a:pt x="522" y="25591"/>
                  </a:cubicBezTo>
                  <a:lnTo>
                    <a:pt x="522" y="17480"/>
                  </a:lnTo>
                  <a:cubicBezTo>
                    <a:pt x="5210" y="15285"/>
                    <a:pt x="9303" y="12606"/>
                    <a:pt x="12800" y="9480"/>
                  </a:cubicBezTo>
                  <a:cubicBezTo>
                    <a:pt x="16298" y="6355"/>
                    <a:pt x="18791" y="3304"/>
                    <a:pt x="20242" y="365"/>
                  </a:cubicBezTo>
                  <a:lnTo>
                    <a:pt x="25637" y="36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40" name="Freeform 3139">
              <a:extLst>
                <a:ext uri="{FF2B5EF4-FFF2-40B4-BE49-F238E27FC236}">
                  <a16:creationId xmlns:a16="http://schemas.microsoft.com/office/drawing/2014/main" id="{1C8D6BAE-BF01-B76F-923D-B1E97A662A43}"/>
                </a:ext>
              </a:extLst>
            </p:cNvPr>
            <p:cNvSpPr/>
            <p:nvPr/>
          </p:nvSpPr>
          <p:spPr>
            <a:xfrm>
              <a:off x="8194074" y="9094701"/>
              <a:ext cx="44462" cy="69614"/>
            </a:xfrm>
            <a:custGeom>
              <a:avLst/>
              <a:gdLst>
                <a:gd name="csX0" fmla="*/ 528 w 44462"/>
                <a:gd name="csY0" fmla="*/ 35190 h 69614"/>
                <a:gd name="csX1" fmla="*/ 3020 w 44462"/>
                <a:gd name="csY1" fmla="*/ 15731 h 69614"/>
                <a:gd name="csX2" fmla="*/ 10425 w 44462"/>
                <a:gd name="csY2" fmla="*/ 4383 h 69614"/>
                <a:gd name="csX3" fmla="*/ 22777 w 44462"/>
                <a:gd name="csY3" fmla="*/ 365 h 69614"/>
                <a:gd name="csX4" fmla="*/ 32377 w 44462"/>
                <a:gd name="csY4" fmla="*/ 2560 h 69614"/>
                <a:gd name="csX5" fmla="*/ 39223 w 44462"/>
                <a:gd name="csY5" fmla="*/ 8959 h 69614"/>
                <a:gd name="csX6" fmla="*/ 43464 w 44462"/>
                <a:gd name="csY6" fmla="*/ 19080 h 69614"/>
                <a:gd name="csX7" fmla="*/ 44990 w 44462"/>
                <a:gd name="csY7" fmla="*/ 35190 h 69614"/>
                <a:gd name="csX8" fmla="*/ 42534 w 44462"/>
                <a:gd name="csY8" fmla="*/ 54575 h 69614"/>
                <a:gd name="csX9" fmla="*/ 35167 w 44462"/>
                <a:gd name="csY9" fmla="*/ 65961 h 69614"/>
                <a:gd name="csX10" fmla="*/ 22777 w 44462"/>
                <a:gd name="csY10" fmla="*/ 69979 h 69614"/>
                <a:gd name="csX11" fmla="*/ 7299 w 44462"/>
                <a:gd name="csY11" fmla="*/ 62910 h 69614"/>
                <a:gd name="csX12" fmla="*/ 528 w 44462"/>
                <a:gd name="csY12" fmla="*/ 35190 h 69614"/>
                <a:gd name="csX13" fmla="*/ 9160 w 44462"/>
                <a:gd name="csY13" fmla="*/ 35190 h 69614"/>
                <a:gd name="csX14" fmla="*/ 13066 w 44462"/>
                <a:gd name="csY14" fmla="*/ 57552 h 69614"/>
                <a:gd name="csX15" fmla="*/ 22777 w 44462"/>
                <a:gd name="csY15" fmla="*/ 63096 h 69614"/>
                <a:gd name="csX16" fmla="*/ 32451 w 44462"/>
                <a:gd name="csY16" fmla="*/ 57515 h 69614"/>
                <a:gd name="csX17" fmla="*/ 36395 w 44462"/>
                <a:gd name="csY17" fmla="*/ 35190 h 69614"/>
                <a:gd name="csX18" fmla="*/ 32451 w 44462"/>
                <a:gd name="csY18" fmla="*/ 12829 h 69614"/>
                <a:gd name="csX19" fmla="*/ 22666 w 44462"/>
                <a:gd name="csY19" fmla="*/ 7285 h 69614"/>
                <a:gd name="csX20" fmla="*/ 13476 w 44462"/>
                <a:gd name="csY20" fmla="*/ 12196 h 69614"/>
                <a:gd name="csX21" fmla="*/ 9160 w 44462"/>
                <a:gd name="csY21" fmla="*/ 35190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4462" h="69614">
                  <a:moveTo>
                    <a:pt x="528" y="35190"/>
                  </a:moveTo>
                  <a:cubicBezTo>
                    <a:pt x="528" y="27154"/>
                    <a:pt x="1383" y="20642"/>
                    <a:pt x="3020" y="15731"/>
                  </a:cubicBezTo>
                  <a:cubicBezTo>
                    <a:pt x="4695" y="10820"/>
                    <a:pt x="7150" y="7025"/>
                    <a:pt x="10425" y="4383"/>
                  </a:cubicBezTo>
                  <a:cubicBezTo>
                    <a:pt x="13699" y="1704"/>
                    <a:pt x="17792" y="365"/>
                    <a:pt x="22777" y="365"/>
                  </a:cubicBezTo>
                  <a:cubicBezTo>
                    <a:pt x="26424" y="365"/>
                    <a:pt x="29623" y="1109"/>
                    <a:pt x="32377" y="2560"/>
                  </a:cubicBezTo>
                  <a:cubicBezTo>
                    <a:pt x="35167" y="4048"/>
                    <a:pt x="37437" y="6169"/>
                    <a:pt x="39223" y="8959"/>
                  </a:cubicBezTo>
                  <a:cubicBezTo>
                    <a:pt x="41046" y="11713"/>
                    <a:pt x="42423" y="15098"/>
                    <a:pt x="43464" y="19080"/>
                  </a:cubicBezTo>
                  <a:cubicBezTo>
                    <a:pt x="44506" y="23061"/>
                    <a:pt x="44990" y="28456"/>
                    <a:pt x="44990" y="35190"/>
                  </a:cubicBezTo>
                  <a:cubicBezTo>
                    <a:pt x="44990" y="43190"/>
                    <a:pt x="44171" y="49664"/>
                    <a:pt x="42534" y="54575"/>
                  </a:cubicBezTo>
                  <a:cubicBezTo>
                    <a:pt x="40897" y="59486"/>
                    <a:pt x="38441" y="63282"/>
                    <a:pt x="35167" y="65961"/>
                  </a:cubicBezTo>
                  <a:cubicBezTo>
                    <a:pt x="31893" y="68639"/>
                    <a:pt x="27763" y="69979"/>
                    <a:pt x="22777" y="69979"/>
                  </a:cubicBezTo>
                  <a:cubicBezTo>
                    <a:pt x="16192" y="69979"/>
                    <a:pt x="11020" y="67635"/>
                    <a:pt x="7299" y="62910"/>
                  </a:cubicBezTo>
                  <a:cubicBezTo>
                    <a:pt x="2797" y="57254"/>
                    <a:pt x="528" y="47990"/>
                    <a:pt x="528" y="35190"/>
                  </a:cubicBezTo>
                  <a:moveTo>
                    <a:pt x="9160" y="35190"/>
                  </a:moveTo>
                  <a:cubicBezTo>
                    <a:pt x="9160" y="46390"/>
                    <a:pt x="10462" y="53831"/>
                    <a:pt x="13066" y="57552"/>
                  </a:cubicBezTo>
                  <a:cubicBezTo>
                    <a:pt x="15708" y="61235"/>
                    <a:pt x="18908" y="63096"/>
                    <a:pt x="22777" y="63096"/>
                  </a:cubicBezTo>
                  <a:cubicBezTo>
                    <a:pt x="26610" y="63096"/>
                    <a:pt x="29847" y="61235"/>
                    <a:pt x="32451" y="57515"/>
                  </a:cubicBezTo>
                  <a:cubicBezTo>
                    <a:pt x="35093" y="53794"/>
                    <a:pt x="36395" y="46352"/>
                    <a:pt x="36395" y="35190"/>
                  </a:cubicBezTo>
                  <a:cubicBezTo>
                    <a:pt x="36395" y="23991"/>
                    <a:pt x="35093" y="16512"/>
                    <a:pt x="32451" y="12829"/>
                  </a:cubicBezTo>
                  <a:cubicBezTo>
                    <a:pt x="29847" y="9145"/>
                    <a:pt x="26572" y="7285"/>
                    <a:pt x="22666" y="7285"/>
                  </a:cubicBezTo>
                  <a:cubicBezTo>
                    <a:pt x="18833" y="7285"/>
                    <a:pt x="15745" y="8922"/>
                    <a:pt x="13476" y="12196"/>
                  </a:cubicBezTo>
                  <a:cubicBezTo>
                    <a:pt x="10573" y="16326"/>
                    <a:pt x="9160" y="23991"/>
                    <a:pt x="9160" y="3519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41" name="Graphic 2017">
            <a:extLst>
              <a:ext uri="{FF2B5EF4-FFF2-40B4-BE49-F238E27FC236}">
                <a16:creationId xmlns:a16="http://schemas.microsoft.com/office/drawing/2014/main" id="{5BECEACD-5B23-7B3D-C3F9-456CDFB2711D}"/>
              </a:ext>
            </a:extLst>
          </p:cNvPr>
          <p:cNvGrpSpPr/>
          <p:nvPr/>
        </p:nvGrpSpPr>
        <p:grpSpPr>
          <a:xfrm>
            <a:off x="1654349" y="7203546"/>
            <a:ext cx="44255" cy="38798"/>
            <a:chOff x="8147537" y="9204499"/>
            <a:chExt cx="78088" cy="68460"/>
          </a:xfrm>
          <a:solidFill>
            <a:srgbClr val="000000"/>
          </a:solidFill>
        </p:grpSpPr>
        <p:sp>
          <p:nvSpPr>
            <p:cNvPr id="3142" name="Freeform 3141">
              <a:extLst>
                <a:ext uri="{FF2B5EF4-FFF2-40B4-BE49-F238E27FC236}">
                  <a16:creationId xmlns:a16="http://schemas.microsoft.com/office/drawing/2014/main" id="{46A06971-A7C8-8233-7607-996B2641765B}"/>
                </a:ext>
              </a:extLst>
            </p:cNvPr>
            <p:cNvSpPr/>
            <p:nvPr/>
          </p:nvSpPr>
          <p:spPr>
            <a:xfrm>
              <a:off x="8147537" y="9204499"/>
              <a:ext cx="25114" cy="68460"/>
            </a:xfrm>
            <a:custGeom>
              <a:avLst/>
              <a:gdLst>
                <a:gd name="csX0" fmla="*/ 25637 w 25114"/>
                <a:gd name="csY0" fmla="*/ 68837 h 68460"/>
                <a:gd name="csX1" fmla="*/ 17265 w 25114"/>
                <a:gd name="csY1" fmla="*/ 68837 h 68460"/>
                <a:gd name="csX2" fmla="*/ 17265 w 25114"/>
                <a:gd name="csY2" fmla="*/ 15482 h 68460"/>
                <a:gd name="csX3" fmla="*/ 9340 w 25114"/>
                <a:gd name="csY3" fmla="*/ 21249 h 68460"/>
                <a:gd name="csX4" fmla="*/ 522 w 25114"/>
                <a:gd name="csY4" fmla="*/ 25602 h 68460"/>
                <a:gd name="csX5" fmla="*/ 522 w 25114"/>
                <a:gd name="csY5" fmla="*/ 17491 h 68460"/>
                <a:gd name="csX6" fmla="*/ 12800 w 25114"/>
                <a:gd name="csY6" fmla="*/ 9492 h 68460"/>
                <a:gd name="csX7" fmla="*/ 20242 w 25114"/>
                <a:gd name="csY7" fmla="*/ 376 h 68460"/>
                <a:gd name="csX8" fmla="*/ 25637 w 25114"/>
                <a:gd name="csY8" fmla="*/ 376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37"/>
                  </a:moveTo>
                  <a:lnTo>
                    <a:pt x="17265" y="68837"/>
                  </a:lnTo>
                  <a:lnTo>
                    <a:pt x="17265" y="15482"/>
                  </a:lnTo>
                  <a:cubicBezTo>
                    <a:pt x="15256" y="17417"/>
                    <a:pt x="12614" y="19352"/>
                    <a:pt x="9340" y="21249"/>
                  </a:cubicBezTo>
                  <a:cubicBezTo>
                    <a:pt x="6066" y="23184"/>
                    <a:pt x="3126" y="24635"/>
                    <a:pt x="522" y="25602"/>
                  </a:cubicBezTo>
                  <a:lnTo>
                    <a:pt x="522" y="17491"/>
                  </a:lnTo>
                  <a:cubicBezTo>
                    <a:pt x="5210" y="15296"/>
                    <a:pt x="9303" y="12617"/>
                    <a:pt x="12800" y="9492"/>
                  </a:cubicBezTo>
                  <a:cubicBezTo>
                    <a:pt x="16298" y="6366"/>
                    <a:pt x="18791" y="3315"/>
                    <a:pt x="20242" y="376"/>
                  </a:cubicBezTo>
                  <a:lnTo>
                    <a:pt x="25637" y="37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43" name="Freeform 3142">
              <a:extLst>
                <a:ext uri="{FF2B5EF4-FFF2-40B4-BE49-F238E27FC236}">
                  <a16:creationId xmlns:a16="http://schemas.microsoft.com/office/drawing/2014/main" id="{4C867549-3216-B2FE-F787-D5E2703D3B1A}"/>
                </a:ext>
              </a:extLst>
            </p:cNvPr>
            <p:cNvSpPr/>
            <p:nvPr/>
          </p:nvSpPr>
          <p:spPr>
            <a:xfrm>
              <a:off x="8200511" y="9204499"/>
              <a:ext cx="25114" cy="68460"/>
            </a:xfrm>
            <a:custGeom>
              <a:avLst/>
              <a:gdLst>
                <a:gd name="csX0" fmla="*/ 25642 w 25114"/>
                <a:gd name="csY0" fmla="*/ 68837 h 68460"/>
                <a:gd name="csX1" fmla="*/ 17271 w 25114"/>
                <a:gd name="csY1" fmla="*/ 68837 h 68460"/>
                <a:gd name="csX2" fmla="*/ 17271 w 25114"/>
                <a:gd name="csY2" fmla="*/ 15482 h 68460"/>
                <a:gd name="csX3" fmla="*/ 9346 w 25114"/>
                <a:gd name="csY3" fmla="*/ 21249 h 68460"/>
                <a:gd name="csX4" fmla="*/ 528 w 25114"/>
                <a:gd name="csY4" fmla="*/ 25602 h 68460"/>
                <a:gd name="csX5" fmla="*/ 528 w 25114"/>
                <a:gd name="csY5" fmla="*/ 17491 h 68460"/>
                <a:gd name="csX6" fmla="*/ 12806 w 25114"/>
                <a:gd name="csY6" fmla="*/ 9492 h 68460"/>
                <a:gd name="csX7" fmla="*/ 20247 w 25114"/>
                <a:gd name="csY7" fmla="*/ 376 h 68460"/>
                <a:gd name="csX8" fmla="*/ 25642 w 25114"/>
                <a:gd name="csY8" fmla="*/ 376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42" y="68837"/>
                  </a:moveTo>
                  <a:lnTo>
                    <a:pt x="17271" y="68837"/>
                  </a:lnTo>
                  <a:lnTo>
                    <a:pt x="17271" y="15482"/>
                  </a:lnTo>
                  <a:cubicBezTo>
                    <a:pt x="15262" y="17417"/>
                    <a:pt x="12620" y="19352"/>
                    <a:pt x="9346" y="21249"/>
                  </a:cubicBezTo>
                  <a:cubicBezTo>
                    <a:pt x="6071" y="23184"/>
                    <a:pt x="3132" y="24635"/>
                    <a:pt x="528" y="25602"/>
                  </a:cubicBezTo>
                  <a:lnTo>
                    <a:pt x="528" y="17491"/>
                  </a:lnTo>
                  <a:cubicBezTo>
                    <a:pt x="5216" y="15296"/>
                    <a:pt x="9308" y="12617"/>
                    <a:pt x="12806" y="9492"/>
                  </a:cubicBezTo>
                  <a:cubicBezTo>
                    <a:pt x="16303" y="6366"/>
                    <a:pt x="18796" y="3315"/>
                    <a:pt x="20247" y="376"/>
                  </a:cubicBezTo>
                  <a:lnTo>
                    <a:pt x="25642" y="376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44" name="Graphic 2017">
            <a:extLst>
              <a:ext uri="{FF2B5EF4-FFF2-40B4-BE49-F238E27FC236}">
                <a16:creationId xmlns:a16="http://schemas.microsoft.com/office/drawing/2014/main" id="{925F5759-6221-581C-EE77-A0AE060BED06}"/>
              </a:ext>
            </a:extLst>
          </p:cNvPr>
          <p:cNvGrpSpPr/>
          <p:nvPr/>
        </p:nvGrpSpPr>
        <p:grpSpPr>
          <a:xfrm>
            <a:off x="1616715" y="7265751"/>
            <a:ext cx="81889" cy="39453"/>
            <a:chOff x="8147537" y="9314259"/>
            <a:chExt cx="144493" cy="69614"/>
          </a:xfrm>
          <a:solidFill>
            <a:srgbClr val="000000"/>
          </a:solidFill>
        </p:grpSpPr>
        <p:sp>
          <p:nvSpPr>
            <p:cNvPr id="3145" name="Freeform 3144">
              <a:extLst>
                <a:ext uri="{FF2B5EF4-FFF2-40B4-BE49-F238E27FC236}">
                  <a16:creationId xmlns:a16="http://schemas.microsoft.com/office/drawing/2014/main" id="{53B7FE70-C34E-EFAE-0B1A-F5F4685D4A47}"/>
                </a:ext>
              </a:extLst>
            </p:cNvPr>
            <p:cNvSpPr/>
            <p:nvPr/>
          </p:nvSpPr>
          <p:spPr>
            <a:xfrm>
              <a:off x="8147537" y="9314259"/>
              <a:ext cx="25114" cy="68460"/>
            </a:xfrm>
            <a:custGeom>
              <a:avLst/>
              <a:gdLst>
                <a:gd name="csX0" fmla="*/ 25637 w 25114"/>
                <a:gd name="csY0" fmla="*/ 68849 h 68460"/>
                <a:gd name="csX1" fmla="*/ 17265 w 25114"/>
                <a:gd name="csY1" fmla="*/ 68849 h 68460"/>
                <a:gd name="csX2" fmla="*/ 17265 w 25114"/>
                <a:gd name="csY2" fmla="*/ 15494 h 68460"/>
                <a:gd name="csX3" fmla="*/ 9340 w 25114"/>
                <a:gd name="csY3" fmla="*/ 21261 h 68460"/>
                <a:gd name="csX4" fmla="*/ 522 w 25114"/>
                <a:gd name="csY4" fmla="*/ 25614 h 68460"/>
                <a:gd name="csX5" fmla="*/ 522 w 25114"/>
                <a:gd name="csY5" fmla="*/ 17503 h 68460"/>
                <a:gd name="csX6" fmla="*/ 12800 w 25114"/>
                <a:gd name="csY6" fmla="*/ 9503 h 68460"/>
                <a:gd name="csX7" fmla="*/ 20242 w 25114"/>
                <a:gd name="csY7" fmla="*/ 388 h 68460"/>
                <a:gd name="csX8" fmla="*/ 25637 w 25114"/>
                <a:gd name="csY8" fmla="*/ 388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49"/>
                  </a:moveTo>
                  <a:lnTo>
                    <a:pt x="17265" y="68849"/>
                  </a:lnTo>
                  <a:lnTo>
                    <a:pt x="17265" y="15494"/>
                  </a:lnTo>
                  <a:cubicBezTo>
                    <a:pt x="15256" y="17428"/>
                    <a:pt x="12614" y="19363"/>
                    <a:pt x="9340" y="21261"/>
                  </a:cubicBezTo>
                  <a:cubicBezTo>
                    <a:pt x="6066" y="23195"/>
                    <a:pt x="3126" y="24647"/>
                    <a:pt x="522" y="25614"/>
                  </a:cubicBezTo>
                  <a:lnTo>
                    <a:pt x="522" y="17503"/>
                  </a:lnTo>
                  <a:cubicBezTo>
                    <a:pt x="5210" y="15308"/>
                    <a:pt x="9303" y="12629"/>
                    <a:pt x="12800" y="9503"/>
                  </a:cubicBezTo>
                  <a:cubicBezTo>
                    <a:pt x="16298" y="6378"/>
                    <a:pt x="18791" y="3327"/>
                    <a:pt x="20242" y="388"/>
                  </a:cubicBezTo>
                  <a:lnTo>
                    <a:pt x="25637" y="38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46" name="Freeform 3145">
              <a:extLst>
                <a:ext uri="{FF2B5EF4-FFF2-40B4-BE49-F238E27FC236}">
                  <a16:creationId xmlns:a16="http://schemas.microsoft.com/office/drawing/2014/main" id="{F7E13A20-6C80-428C-AACA-B8F378D9C93A}"/>
                </a:ext>
              </a:extLst>
            </p:cNvPr>
            <p:cNvSpPr/>
            <p:nvPr/>
          </p:nvSpPr>
          <p:spPr>
            <a:xfrm>
              <a:off x="8194074" y="9315450"/>
              <a:ext cx="45206" cy="68423"/>
            </a:xfrm>
            <a:custGeom>
              <a:avLst/>
              <a:gdLst>
                <a:gd name="csX0" fmla="*/ 528 w 45206"/>
                <a:gd name="csY0" fmla="*/ 49799 h 68423"/>
                <a:gd name="csX1" fmla="*/ 9308 w 45206"/>
                <a:gd name="csY1" fmla="*/ 49054 h 68423"/>
                <a:gd name="csX2" fmla="*/ 13848 w 45206"/>
                <a:gd name="csY2" fmla="*/ 58691 h 68423"/>
                <a:gd name="csX3" fmla="*/ 22442 w 45206"/>
                <a:gd name="csY3" fmla="*/ 61928 h 68423"/>
                <a:gd name="csX4" fmla="*/ 32674 w 45206"/>
                <a:gd name="csY4" fmla="*/ 57389 h 68423"/>
                <a:gd name="csX5" fmla="*/ 36842 w 45206"/>
                <a:gd name="csY5" fmla="*/ 45296 h 68423"/>
                <a:gd name="csX6" fmla="*/ 32823 w 45206"/>
                <a:gd name="csY6" fmla="*/ 33986 h 68423"/>
                <a:gd name="csX7" fmla="*/ 22294 w 45206"/>
                <a:gd name="csY7" fmla="*/ 29856 h 68423"/>
                <a:gd name="csX8" fmla="*/ 15001 w 45206"/>
                <a:gd name="csY8" fmla="*/ 31679 h 68423"/>
                <a:gd name="csX9" fmla="*/ 9904 w 45206"/>
                <a:gd name="csY9" fmla="*/ 36441 h 68423"/>
                <a:gd name="csX10" fmla="*/ 2016 w 45206"/>
                <a:gd name="csY10" fmla="*/ 35437 h 68423"/>
                <a:gd name="csX11" fmla="*/ 8639 w 45206"/>
                <a:gd name="csY11" fmla="*/ 388 h 68423"/>
                <a:gd name="csX12" fmla="*/ 42534 w 45206"/>
                <a:gd name="csY12" fmla="*/ 388 h 68423"/>
                <a:gd name="csX13" fmla="*/ 42534 w 45206"/>
                <a:gd name="csY13" fmla="*/ 8424 h 68423"/>
                <a:gd name="csX14" fmla="*/ 15336 w 45206"/>
                <a:gd name="csY14" fmla="*/ 8424 h 68423"/>
                <a:gd name="csX15" fmla="*/ 11652 w 45206"/>
                <a:gd name="csY15" fmla="*/ 26730 h 68423"/>
                <a:gd name="csX16" fmla="*/ 24526 w 45206"/>
                <a:gd name="csY16" fmla="*/ 22451 h 68423"/>
                <a:gd name="csX17" fmla="*/ 39595 w 45206"/>
                <a:gd name="csY17" fmla="*/ 28628 h 68423"/>
                <a:gd name="csX18" fmla="*/ 45734 w 45206"/>
                <a:gd name="csY18" fmla="*/ 44552 h 68423"/>
                <a:gd name="csX19" fmla="*/ 40339 w 45206"/>
                <a:gd name="csY19" fmla="*/ 60551 h 68423"/>
                <a:gd name="csX20" fmla="*/ 22442 w 45206"/>
                <a:gd name="csY20" fmla="*/ 68811 h 68423"/>
                <a:gd name="csX21" fmla="*/ 7262 w 45206"/>
                <a:gd name="csY21" fmla="*/ 63602 h 68423"/>
                <a:gd name="csX22" fmla="*/ 528 w 45206"/>
                <a:gd name="csY22" fmla="*/ 49799 h 68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5206" h="68423">
                  <a:moveTo>
                    <a:pt x="528" y="49799"/>
                  </a:moveTo>
                  <a:lnTo>
                    <a:pt x="9308" y="49054"/>
                  </a:lnTo>
                  <a:cubicBezTo>
                    <a:pt x="9978" y="53333"/>
                    <a:pt x="11504" y="56533"/>
                    <a:pt x="13848" y="58691"/>
                  </a:cubicBezTo>
                  <a:cubicBezTo>
                    <a:pt x="16229" y="60849"/>
                    <a:pt x="19094" y="61928"/>
                    <a:pt x="22442" y="61928"/>
                  </a:cubicBezTo>
                  <a:cubicBezTo>
                    <a:pt x="26461" y="61928"/>
                    <a:pt x="29884" y="60403"/>
                    <a:pt x="32674" y="57389"/>
                  </a:cubicBezTo>
                  <a:cubicBezTo>
                    <a:pt x="35465" y="54338"/>
                    <a:pt x="36842" y="50319"/>
                    <a:pt x="36842" y="45296"/>
                  </a:cubicBezTo>
                  <a:cubicBezTo>
                    <a:pt x="36842" y="40497"/>
                    <a:pt x="35502" y="36739"/>
                    <a:pt x="32823" y="33986"/>
                  </a:cubicBezTo>
                  <a:cubicBezTo>
                    <a:pt x="30144" y="31232"/>
                    <a:pt x="26647" y="29856"/>
                    <a:pt x="22294" y="29856"/>
                  </a:cubicBezTo>
                  <a:cubicBezTo>
                    <a:pt x="19615" y="29856"/>
                    <a:pt x="17159" y="30451"/>
                    <a:pt x="15001" y="31679"/>
                  </a:cubicBezTo>
                  <a:cubicBezTo>
                    <a:pt x="12843" y="32907"/>
                    <a:pt x="11132" y="34506"/>
                    <a:pt x="9904" y="36441"/>
                  </a:cubicBezTo>
                  <a:lnTo>
                    <a:pt x="2016" y="35437"/>
                  </a:lnTo>
                  <a:lnTo>
                    <a:pt x="8639" y="388"/>
                  </a:lnTo>
                  <a:lnTo>
                    <a:pt x="42534" y="388"/>
                  </a:lnTo>
                  <a:lnTo>
                    <a:pt x="42534" y="8424"/>
                  </a:lnTo>
                  <a:lnTo>
                    <a:pt x="15336" y="8424"/>
                  </a:lnTo>
                  <a:lnTo>
                    <a:pt x="11652" y="26730"/>
                  </a:lnTo>
                  <a:cubicBezTo>
                    <a:pt x="15745" y="23865"/>
                    <a:pt x="20024" y="22451"/>
                    <a:pt x="24526" y="22451"/>
                  </a:cubicBezTo>
                  <a:cubicBezTo>
                    <a:pt x="30479" y="22451"/>
                    <a:pt x="35502" y="24498"/>
                    <a:pt x="39595" y="28628"/>
                  </a:cubicBezTo>
                  <a:cubicBezTo>
                    <a:pt x="43688" y="32758"/>
                    <a:pt x="45734" y="38078"/>
                    <a:pt x="45734" y="44552"/>
                  </a:cubicBezTo>
                  <a:cubicBezTo>
                    <a:pt x="45734" y="50729"/>
                    <a:pt x="43948" y="56049"/>
                    <a:pt x="40339" y="60551"/>
                  </a:cubicBezTo>
                  <a:cubicBezTo>
                    <a:pt x="35986" y="66058"/>
                    <a:pt x="29995" y="68811"/>
                    <a:pt x="22442" y="68811"/>
                  </a:cubicBezTo>
                  <a:cubicBezTo>
                    <a:pt x="16229" y="68811"/>
                    <a:pt x="11169" y="67100"/>
                    <a:pt x="7262" y="63602"/>
                  </a:cubicBezTo>
                  <a:cubicBezTo>
                    <a:pt x="3318" y="60142"/>
                    <a:pt x="1086" y="55528"/>
                    <a:pt x="528" y="4979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47" name="Freeform 3146">
              <a:extLst>
                <a:ext uri="{FF2B5EF4-FFF2-40B4-BE49-F238E27FC236}">
                  <a16:creationId xmlns:a16="http://schemas.microsoft.com/office/drawing/2014/main" id="{BA4218CC-8CFC-72CC-5E19-AF902DC8F8A8}"/>
                </a:ext>
              </a:extLst>
            </p:cNvPr>
            <p:cNvSpPr/>
            <p:nvPr/>
          </p:nvSpPr>
          <p:spPr>
            <a:xfrm>
              <a:off x="8246527" y="9332193"/>
              <a:ext cx="45504" cy="51643"/>
            </a:xfrm>
            <a:custGeom>
              <a:avLst/>
              <a:gdLst>
                <a:gd name="csX0" fmla="*/ 35619 w 45504"/>
                <a:gd name="csY0" fmla="*/ 44813 h 51643"/>
                <a:gd name="csX1" fmla="*/ 26652 w 45504"/>
                <a:gd name="csY1" fmla="*/ 50394 h 51643"/>
                <a:gd name="csX2" fmla="*/ 17425 w 45504"/>
                <a:gd name="csY2" fmla="*/ 52031 h 51643"/>
                <a:gd name="csX3" fmla="*/ 4924 w 45504"/>
                <a:gd name="csY3" fmla="*/ 48050 h 51643"/>
                <a:gd name="csX4" fmla="*/ 533 w 45504"/>
                <a:gd name="csY4" fmla="*/ 37892 h 51643"/>
                <a:gd name="csX5" fmla="*/ 2207 w 45504"/>
                <a:gd name="csY5" fmla="*/ 31269 h 51643"/>
                <a:gd name="csX6" fmla="*/ 6523 w 45504"/>
                <a:gd name="csY6" fmla="*/ 26432 h 51643"/>
                <a:gd name="csX7" fmla="*/ 12551 w 45504"/>
                <a:gd name="csY7" fmla="*/ 23716 h 51643"/>
                <a:gd name="csX8" fmla="*/ 19992 w 45504"/>
                <a:gd name="csY8" fmla="*/ 22451 h 51643"/>
                <a:gd name="csX9" fmla="*/ 34912 w 45504"/>
                <a:gd name="csY9" fmla="*/ 19586 h 51643"/>
                <a:gd name="csX10" fmla="*/ 34987 w 45504"/>
                <a:gd name="csY10" fmla="*/ 17391 h 51643"/>
                <a:gd name="csX11" fmla="*/ 32606 w 45504"/>
                <a:gd name="csY11" fmla="*/ 10173 h 51643"/>
                <a:gd name="csX12" fmla="*/ 23081 w 45504"/>
                <a:gd name="csY12" fmla="*/ 7345 h 51643"/>
                <a:gd name="csX13" fmla="*/ 14337 w 45504"/>
                <a:gd name="csY13" fmla="*/ 9392 h 51643"/>
                <a:gd name="csX14" fmla="*/ 10170 w 45504"/>
                <a:gd name="csY14" fmla="*/ 16721 h 51643"/>
                <a:gd name="csX15" fmla="*/ 1984 w 45504"/>
                <a:gd name="csY15" fmla="*/ 15605 h 51643"/>
                <a:gd name="csX16" fmla="*/ 5668 w 45504"/>
                <a:gd name="csY16" fmla="*/ 7122 h 51643"/>
                <a:gd name="csX17" fmla="*/ 13072 w 45504"/>
                <a:gd name="csY17" fmla="*/ 2136 h 51643"/>
                <a:gd name="csX18" fmla="*/ 24271 w 45504"/>
                <a:gd name="csY18" fmla="*/ 388 h 51643"/>
                <a:gd name="csX19" fmla="*/ 34540 w 45504"/>
                <a:gd name="csY19" fmla="*/ 1876 h 51643"/>
                <a:gd name="csX20" fmla="*/ 40345 w 45504"/>
                <a:gd name="csY20" fmla="*/ 5634 h 51643"/>
                <a:gd name="csX21" fmla="*/ 42949 w 45504"/>
                <a:gd name="csY21" fmla="*/ 11326 h 51643"/>
                <a:gd name="csX22" fmla="*/ 43396 w 45504"/>
                <a:gd name="csY22" fmla="*/ 19065 h 51643"/>
                <a:gd name="csX23" fmla="*/ 43396 w 45504"/>
                <a:gd name="csY23" fmla="*/ 30228 h 51643"/>
                <a:gd name="csX24" fmla="*/ 43916 w 45504"/>
                <a:gd name="csY24" fmla="*/ 44999 h 51643"/>
                <a:gd name="csX25" fmla="*/ 46037 w 45504"/>
                <a:gd name="csY25" fmla="*/ 50915 h 51643"/>
                <a:gd name="csX26" fmla="*/ 37294 w 45504"/>
                <a:gd name="csY26" fmla="*/ 50915 h 51643"/>
                <a:gd name="csX27" fmla="*/ 35619 w 45504"/>
                <a:gd name="csY27" fmla="*/ 44813 h 51643"/>
                <a:gd name="csX28" fmla="*/ 34912 w 45504"/>
                <a:gd name="csY28" fmla="*/ 26135 h 51643"/>
                <a:gd name="csX29" fmla="*/ 21257 w 45504"/>
                <a:gd name="csY29" fmla="*/ 29297 h 51643"/>
                <a:gd name="csX30" fmla="*/ 13928 w 45504"/>
                <a:gd name="csY30" fmla="*/ 30972 h 51643"/>
                <a:gd name="csX31" fmla="*/ 10653 w 45504"/>
                <a:gd name="csY31" fmla="*/ 33688 h 51643"/>
                <a:gd name="csX32" fmla="*/ 9463 w 45504"/>
                <a:gd name="csY32" fmla="*/ 37669 h 51643"/>
                <a:gd name="csX33" fmla="*/ 12030 w 45504"/>
                <a:gd name="csY33" fmla="*/ 43250 h 51643"/>
                <a:gd name="csX34" fmla="*/ 19434 w 45504"/>
                <a:gd name="csY34" fmla="*/ 45482 h 51643"/>
                <a:gd name="csX35" fmla="*/ 28029 w 45504"/>
                <a:gd name="csY35" fmla="*/ 43362 h 51643"/>
                <a:gd name="csX36" fmla="*/ 33573 w 45504"/>
                <a:gd name="csY36" fmla="*/ 37557 h 51643"/>
                <a:gd name="csX37" fmla="*/ 34912 w 45504"/>
                <a:gd name="csY37" fmla="*/ 29186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9" y="44813"/>
                  </a:moveTo>
                  <a:cubicBezTo>
                    <a:pt x="32531" y="47454"/>
                    <a:pt x="29517" y="49315"/>
                    <a:pt x="26652" y="50394"/>
                  </a:cubicBezTo>
                  <a:cubicBezTo>
                    <a:pt x="23787" y="51473"/>
                    <a:pt x="20737" y="52031"/>
                    <a:pt x="17425" y="52031"/>
                  </a:cubicBezTo>
                  <a:cubicBezTo>
                    <a:pt x="11993" y="52031"/>
                    <a:pt x="7826" y="50691"/>
                    <a:pt x="4924" y="48050"/>
                  </a:cubicBezTo>
                  <a:cubicBezTo>
                    <a:pt x="2021" y="45408"/>
                    <a:pt x="533" y="42022"/>
                    <a:pt x="533" y="37892"/>
                  </a:cubicBezTo>
                  <a:cubicBezTo>
                    <a:pt x="533" y="35474"/>
                    <a:pt x="1091" y="33279"/>
                    <a:pt x="2207" y="31269"/>
                  </a:cubicBezTo>
                  <a:cubicBezTo>
                    <a:pt x="3286" y="29260"/>
                    <a:pt x="4737" y="27660"/>
                    <a:pt x="6523" y="26432"/>
                  </a:cubicBezTo>
                  <a:cubicBezTo>
                    <a:pt x="8309" y="25242"/>
                    <a:pt x="10319" y="24312"/>
                    <a:pt x="12551" y="23716"/>
                  </a:cubicBezTo>
                  <a:cubicBezTo>
                    <a:pt x="14188" y="23270"/>
                    <a:pt x="16681" y="22861"/>
                    <a:pt x="19992" y="22451"/>
                  </a:cubicBezTo>
                  <a:cubicBezTo>
                    <a:pt x="26764" y="21633"/>
                    <a:pt x="31713" y="20703"/>
                    <a:pt x="34912" y="19586"/>
                  </a:cubicBezTo>
                  <a:cubicBezTo>
                    <a:pt x="34950" y="18433"/>
                    <a:pt x="34987" y="17689"/>
                    <a:pt x="34987" y="17391"/>
                  </a:cubicBezTo>
                  <a:cubicBezTo>
                    <a:pt x="34987" y="13968"/>
                    <a:pt x="34168" y="11587"/>
                    <a:pt x="32606" y="10173"/>
                  </a:cubicBezTo>
                  <a:cubicBezTo>
                    <a:pt x="30448" y="8275"/>
                    <a:pt x="27285" y="7345"/>
                    <a:pt x="23081" y="7345"/>
                  </a:cubicBezTo>
                  <a:cubicBezTo>
                    <a:pt x="19137" y="7345"/>
                    <a:pt x="16234" y="8015"/>
                    <a:pt x="14337" y="9392"/>
                  </a:cubicBezTo>
                  <a:cubicBezTo>
                    <a:pt x="12477" y="10768"/>
                    <a:pt x="11063" y="13224"/>
                    <a:pt x="10170" y="16721"/>
                  </a:cubicBezTo>
                  <a:lnTo>
                    <a:pt x="1984" y="15605"/>
                  </a:lnTo>
                  <a:cubicBezTo>
                    <a:pt x="2728" y="12108"/>
                    <a:pt x="3956" y="9280"/>
                    <a:pt x="5668" y="7122"/>
                  </a:cubicBezTo>
                  <a:cubicBezTo>
                    <a:pt x="7379" y="4964"/>
                    <a:pt x="9835" y="3327"/>
                    <a:pt x="13072" y="2136"/>
                  </a:cubicBezTo>
                  <a:cubicBezTo>
                    <a:pt x="16272" y="983"/>
                    <a:pt x="20030" y="388"/>
                    <a:pt x="24271" y="388"/>
                  </a:cubicBezTo>
                  <a:cubicBezTo>
                    <a:pt x="28476" y="388"/>
                    <a:pt x="31899" y="908"/>
                    <a:pt x="34540" y="1876"/>
                  </a:cubicBezTo>
                  <a:cubicBezTo>
                    <a:pt x="37182" y="2880"/>
                    <a:pt x="39117" y="4145"/>
                    <a:pt x="40345" y="5634"/>
                  </a:cubicBezTo>
                  <a:cubicBezTo>
                    <a:pt x="41610" y="7159"/>
                    <a:pt x="42465" y="9057"/>
                    <a:pt x="42949" y="11326"/>
                  </a:cubicBezTo>
                  <a:cubicBezTo>
                    <a:pt x="43247" y="12778"/>
                    <a:pt x="43396" y="15345"/>
                    <a:pt x="43396" y="19065"/>
                  </a:cubicBezTo>
                  <a:lnTo>
                    <a:pt x="43396" y="30228"/>
                  </a:lnTo>
                  <a:cubicBezTo>
                    <a:pt x="43396" y="38004"/>
                    <a:pt x="43582" y="42915"/>
                    <a:pt x="43916" y="44999"/>
                  </a:cubicBezTo>
                  <a:cubicBezTo>
                    <a:pt x="44289" y="47045"/>
                    <a:pt x="44995" y="49017"/>
                    <a:pt x="46037" y="50915"/>
                  </a:cubicBezTo>
                  <a:lnTo>
                    <a:pt x="37294" y="50915"/>
                  </a:lnTo>
                  <a:cubicBezTo>
                    <a:pt x="36438" y="49166"/>
                    <a:pt x="35880" y="47157"/>
                    <a:pt x="35619" y="44813"/>
                  </a:cubicBezTo>
                  <a:moveTo>
                    <a:pt x="34912" y="26135"/>
                  </a:moveTo>
                  <a:cubicBezTo>
                    <a:pt x="31899" y="27363"/>
                    <a:pt x="27322" y="28404"/>
                    <a:pt x="21257" y="29297"/>
                  </a:cubicBezTo>
                  <a:cubicBezTo>
                    <a:pt x="17797" y="29781"/>
                    <a:pt x="15379" y="30339"/>
                    <a:pt x="13928" y="30972"/>
                  </a:cubicBezTo>
                  <a:cubicBezTo>
                    <a:pt x="12514" y="31567"/>
                    <a:pt x="11435" y="32497"/>
                    <a:pt x="10653" y="33688"/>
                  </a:cubicBezTo>
                  <a:cubicBezTo>
                    <a:pt x="9872" y="34878"/>
                    <a:pt x="9463" y="36218"/>
                    <a:pt x="9463" y="37669"/>
                  </a:cubicBezTo>
                  <a:cubicBezTo>
                    <a:pt x="9463" y="39901"/>
                    <a:pt x="10319" y="41762"/>
                    <a:pt x="12030" y="43250"/>
                  </a:cubicBezTo>
                  <a:cubicBezTo>
                    <a:pt x="13704" y="44738"/>
                    <a:pt x="16160" y="45482"/>
                    <a:pt x="19434" y="45482"/>
                  </a:cubicBezTo>
                  <a:cubicBezTo>
                    <a:pt x="22671" y="45482"/>
                    <a:pt x="25536" y="44776"/>
                    <a:pt x="28029" y="43362"/>
                  </a:cubicBezTo>
                  <a:cubicBezTo>
                    <a:pt x="30559" y="41948"/>
                    <a:pt x="32382" y="40013"/>
                    <a:pt x="33573" y="37557"/>
                  </a:cubicBezTo>
                  <a:cubicBezTo>
                    <a:pt x="34466" y="35660"/>
                    <a:pt x="34912" y="32869"/>
                    <a:pt x="34912" y="29186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48" name="Graphic 2017">
            <a:extLst>
              <a:ext uri="{FF2B5EF4-FFF2-40B4-BE49-F238E27FC236}">
                <a16:creationId xmlns:a16="http://schemas.microsoft.com/office/drawing/2014/main" id="{649AA294-2160-107C-5269-0CEAD34E1549}"/>
              </a:ext>
            </a:extLst>
          </p:cNvPr>
          <p:cNvGrpSpPr/>
          <p:nvPr/>
        </p:nvGrpSpPr>
        <p:grpSpPr>
          <a:xfrm>
            <a:off x="1642794" y="7327977"/>
            <a:ext cx="55810" cy="39453"/>
            <a:chOff x="8140729" y="9424057"/>
            <a:chExt cx="98477" cy="69614"/>
          </a:xfrm>
          <a:solidFill>
            <a:srgbClr val="000000"/>
          </a:solidFill>
        </p:grpSpPr>
        <p:sp>
          <p:nvSpPr>
            <p:cNvPr id="3149" name="Freeform 3148">
              <a:extLst>
                <a:ext uri="{FF2B5EF4-FFF2-40B4-BE49-F238E27FC236}">
                  <a16:creationId xmlns:a16="http://schemas.microsoft.com/office/drawing/2014/main" id="{C394F1D8-2007-59BA-5EA0-6798083073FE}"/>
                </a:ext>
              </a:extLst>
            </p:cNvPr>
            <p:cNvSpPr/>
            <p:nvPr/>
          </p:nvSpPr>
          <p:spPr>
            <a:xfrm>
              <a:off x="8140729" y="9424057"/>
              <a:ext cx="45020" cy="69614"/>
            </a:xfrm>
            <a:custGeom>
              <a:avLst/>
              <a:gdLst>
                <a:gd name="csX0" fmla="*/ 44352 w 45020"/>
                <a:gd name="csY0" fmla="*/ 17365 h 69614"/>
                <a:gd name="csX1" fmla="*/ 36017 w 45020"/>
                <a:gd name="csY1" fmla="*/ 18035 h 69614"/>
                <a:gd name="csX2" fmla="*/ 32855 w 45020"/>
                <a:gd name="csY2" fmla="*/ 10854 h 69614"/>
                <a:gd name="csX3" fmla="*/ 24483 w 45020"/>
                <a:gd name="csY3" fmla="*/ 7282 h 69614"/>
                <a:gd name="csX4" fmla="*/ 17451 w 45020"/>
                <a:gd name="csY4" fmla="*/ 9515 h 69614"/>
                <a:gd name="csX5" fmla="*/ 11238 w 45020"/>
                <a:gd name="csY5" fmla="*/ 17924 h 69614"/>
                <a:gd name="csX6" fmla="*/ 8856 w 45020"/>
                <a:gd name="csY6" fmla="*/ 33699 h 69614"/>
                <a:gd name="csX7" fmla="*/ 16261 w 45020"/>
                <a:gd name="csY7" fmla="*/ 26853 h 69614"/>
                <a:gd name="csX8" fmla="*/ 25413 w 45020"/>
                <a:gd name="csY8" fmla="*/ 24621 h 69614"/>
                <a:gd name="csX9" fmla="*/ 39664 w 45020"/>
                <a:gd name="csY9" fmla="*/ 30797 h 69614"/>
                <a:gd name="csX10" fmla="*/ 45542 w 45020"/>
                <a:gd name="csY10" fmla="*/ 46722 h 69614"/>
                <a:gd name="csX11" fmla="*/ 42789 w 45020"/>
                <a:gd name="csY11" fmla="*/ 58665 h 69614"/>
                <a:gd name="csX12" fmla="*/ 35199 w 45020"/>
                <a:gd name="csY12" fmla="*/ 67074 h 69614"/>
                <a:gd name="csX13" fmla="*/ 24186 w 45020"/>
                <a:gd name="csY13" fmla="*/ 70013 h 69614"/>
                <a:gd name="csX14" fmla="*/ 7145 w 45020"/>
                <a:gd name="csY14" fmla="*/ 62312 h 69614"/>
                <a:gd name="csX15" fmla="*/ 522 w 45020"/>
                <a:gd name="csY15" fmla="*/ 36936 h 69614"/>
                <a:gd name="csX16" fmla="*/ 7815 w 45020"/>
                <a:gd name="csY16" fmla="*/ 8213 h 69614"/>
                <a:gd name="csX17" fmla="*/ 25004 w 45020"/>
                <a:gd name="csY17" fmla="*/ 399 h 69614"/>
                <a:gd name="csX18" fmla="*/ 38175 w 45020"/>
                <a:gd name="csY18" fmla="*/ 4901 h 69614"/>
                <a:gd name="csX19" fmla="*/ 44352 w 45020"/>
                <a:gd name="csY19" fmla="*/ 17365 h 69614"/>
                <a:gd name="csX20" fmla="*/ 10159 w 45020"/>
                <a:gd name="csY20" fmla="*/ 46759 h 69614"/>
                <a:gd name="csX21" fmla="*/ 11982 w 45020"/>
                <a:gd name="csY21" fmla="*/ 55056 h 69614"/>
                <a:gd name="csX22" fmla="*/ 17116 w 45020"/>
                <a:gd name="csY22" fmla="*/ 61084 h 69614"/>
                <a:gd name="csX23" fmla="*/ 24074 w 45020"/>
                <a:gd name="csY23" fmla="*/ 63130 h 69614"/>
                <a:gd name="csX24" fmla="*/ 33190 w 45020"/>
                <a:gd name="csY24" fmla="*/ 58851 h 69614"/>
                <a:gd name="csX25" fmla="*/ 36985 w 45020"/>
                <a:gd name="csY25" fmla="*/ 47243 h 69614"/>
                <a:gd name="csX26" fmla="*/ 33227 w 45020"/>
                <a:gd name="csY26" fmla="*/ 36081 h 69614"/>
                <a:gd name="csX27" fmla="*/ 23739 w 45020"/>
                <a:gd name="csY27" fmla="*/ 32025 h 69614"/>
                <a:gd name="csX28" fmla="*/ 14103 w 45020"/>
                <a:gd name="csY28" fmla="*/ 36081 h 69614"/>
                <a:gd name="csX29" fmla="*/ 10159 w 45020"/>
                <a:gd name="csY29" fmla="*/ 46759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5020" h="69614">
                  <a:moveTo>
                    <a:pt x="44352" y="17365"/>
                  </a:moveTo>
                  <a:lnTo>
                    <a:pt x="36017" y="18035"/>
                  </a:lnTo>
                  <a:cubicBezTo>
                    <a:pt x="35273" y="14724"/>
                    <a:pt x="34232" y="12343"/>
                    <a:pt x="32855" y="10854"/>
                  </a:cubicBezTo>
                  <a:cubicBezTo>
                    <a:pt x="30585" y="8473"/>
                    <a:pt x="27795" y="7282"/>
                    <a:pt x="24483" y="7282"/>
                  </a:cubicBezTo>
                  <a:cubicBezTo>
                    <a:pt x="21804" y="7282"/>
                    <a:pt x="19460" y="8027"/>
                    <a:pt x="17451" y="9515"/>
                  </a:cubicBezTo>
                  <a:cubicBezTo>
                    <a:pt x="14809" y="11450"/>
                    <a:pt x="12763" y="14240"/>
                    <a:pt x="11238" y="17924"/>
                  </a:cubicBezTo>
                  <a:cubicBezTo>
                    <a:pt x="9712" y="21607"/>
                    <a:pt x="8931" y="26890"/>
                    <a:pt x="8856" y="33699"/>
                  </a:cubicBezTo>
                  <a:cubicBezTo>
                    <a:pt x="10866" y="30648"/>
                    <a:pt x="13321" y="28342"/>
                    <a:pt x="16261" y="26853"/>
                  </a:cubicBezTo>
                  <a:cubicBezTo>
                    <a:pt x="19163" y="25365"/>
                    <a:pt x="22214" y="24621"/>
                    <a:pt x="25413" y="24621"/>
                  </a:cubicBezTo>
                  <a:cubicBezTo>
                    <a:pt x="30995" y="24621"/>
                    <a:pt x="35757" y="26667"/>
                    <a:pt x="39664" y="30797"/>
                  </a:cubicBezTo>
                  <a:cubicBezTo>
                    <a:pt x="43608" y="34890"/>
                    <a:pt x="45542" y="40211"/>
                    <a:pt x="45542" y="46722"/>
                  </a:cubicBezTo>
                  <a:cubicBezTo>
                    <a:pt x="45542" y="51001"/>
                    <a:pt x="44612" y="54982"/>
                    <a:pt x="42789" y="58665"/>
                  </a:cubicBezTo>
                  <a:cubicBezTo>
                    <a:pt x="40929" y="62312"/>
                    <a:pt x="38399" y="65139"/>
                    <a:pt x="35199" y="67074"/>
                  </a:cubicBezTo>
                  <a:cubicBezTo>
                    <a:pt x="31962" y="69046"/>
                    <a:pt x="28278" y="70013"/>
                    <a:pt x="24186" y="70013"/>
                  </a:cubicBezTo>
                  <a:cubicBezTo>
                    <a:pt x="17228" y="70013"/>
                    <a:pt x="11535" y="67446"/>
                    <a:pt x="7145" y="62312"/>
                  </a:cubicBezTo>
                  <a:cubicBezTo>
                    <a:pt x="2717" y="57177"/>
                    <a:pt x="522" y="48731"/>
                    <a:pt x="522" y="36936"/>
                  </a:cubicBezTo>
                  <a:cubicBezTo>
                    <a:pt x="522" y="23765"/>
                    <a:pt x="2978" y="14203"/>
                    <a:pt x="7815" y="8213"/>
                  </a:cubicBezTo>
                  <a:cubicBezTo>
                    <a:pt x="12093" y="3004"/>
                    <a:pt x="17786" y="399"/>
                    <a:pt x="25004" y="399"/>
                  </a:cubicBezTo>
                  <a:cubicBezTo>
                    <a:pt x="30362" y="399"/>
                    <a:pt x="34752" y="1887"/>
                    <a:pt x="38175" y="4901"/>
                  </a:cubicBezTo>
                  <a:cubicBezTo>
                    <a:pt x="41599" y="7915"/>
                    <a:pt x="43645" y="12082"/>
                    <a:pt x="44352" y="17365"/>
                  </a:cubicBezTo>
                  <a:moveTo>
                    <a:pt x="10159" y="46759"/>
                  </a:moveTo>
                  <a:cubicBezTo>
                    <a:pt x="10159" y="49661"/>
                    <a:pt x="10754" y="52415"/>
                    <a:pt x="11982" y="55056"/>
                  </a:cubicBezTo>
                  <a:cubicBezTo>
                    <a:pt x="13210" y="57698"/>
                    <a:pt x="14921" y="59707"/>
                    <a:pt x="17116" y="61084"/>
                  </a:cubicBezTo>
                  <a:cubicBezTo>
                    <a:pt x="19349" y="62460"/>
                    <a:pt x="21656" y="63130"/>
                    <a:pt x="24074" y="63130"/>
                  </a:cubicBezTo>
                  <a:cubicBezTo>
                    <a:pt x="27609" y="63130"/>
                    <a:pt x="30622" y="61716"/>
                    <a:pt x="33190" y="58851"/>
                  </a:cubicBezTo>
                  <a:cubicBezTo>
                    <a:pt x="35720" y="56024"/>
                    <a:pt x="36985" y="52117"/>
                    <a:pt x="36985" y="47243"/>
                  </a:cubicBezTo>
                  <a:cubicBezTo>
                    <a:pt x="36985" y="42517"/>
                    <a:pt x="35720" y="38797"/>
                    <a:pt x="33227" y="36081"/>
                  </a:cubicBezTo>
                  <a:cubicBezTo>
                    <a:pt x="30734" y="33365"/>
                    <a:pt x="27534" y="32025"/>
                    <a:pt x="23739" y="32025"/>
                  </a:cubicBezTo>
                  <a:cubicBezTo>
                    <a:pt x="19944" y="32025"/>
                    <a:pt x="16744" y="33365"/>
                    <a:pt x="14103" y="36081"/>
                  </a:cubicBezTo>
                  <a:cubicBezTo>
                    <a:pt x="11461" y="38797"/>
                    <a:pt x="10159" y="42369"/>
                    <a:pt x="10159" y="4675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50" name="Freeform 3149">
              <a:extLst>
                <a:ext uri="{FF2B5EF4-FFF2-40B4-BE49-F238E27FC236}">
                  <a16:creationId xmlns:a16="http://schemas.microsoft.com/office/drawing/2014/main" id="{9A69FB7B-3FA6-8D8B-FDF6-2174BD7FDB40}"/>
                </a:ext>
              </a:extLst>
            </p:cNvPr>
            <p:cNvSpPr/>
            <p:nvPr/>
          </p:nvSpPr>
          <p:spPr>
            <a:xfrm>
              <a:off x="8196381" y="9424355"/>
              <a:ext cx="42825" cy="69279"/>
            </a:xfrm>
            <a:custGeom>
              <a:avLst/>
              <a:gdLst>
                <a:gd name="csX0" fmla="*/ 8267 w 42825"/>
                <a:gd name="csY0" fmla="*/ 68562 h 69279"/>
                <a:gd name="csX1" fmla="*/ 528 w 42825"/>
                <a:gd name="csY1" fmla="*/ 68562 h 69279"/>
                <a:gd name="csX2" fmla="*/ 528 w 42825"/>
                <a:gd name="csY2" fmla="*/ 399 h 69279"/>
                <a:gd name="csX3" fmla="*/ 8862 w 42825"/>
                <a:gd name="csY3" fmla="*/ 399 h 69279"/>
                <a:gd name="csX4" fmla="*/ 8862 w 42825"/>
                <a:gd name="csY4" fmla="*/ 24695 h 69279"/>
                <a:gd name="csX5" fmla="*/ 22405 w 42825"/>
                <a:gd name="csY5" fmla="*/ 18035 h 69279"/>
                <a:gd name="csX6" fmla="*/ 31037 w 42825"/>
                <a:gd name="csY6" fmla="*/ 19896 h 69279"/>
                <a:gd name="csX7" fmla="*/ 37735 w 42825"/>
                <a:gd name="csY7" fmla="*/ 25067 h 69279"/>
                <a:gd name="csX8" fmla="*/ 41865 w 42825"/>
                <a:gd name="csY8" fmla="*/ 33067 h 69279"/>
                <a:gd name="csX9" fmla="*/ 43353 w 42825"/>
                <a:gd name="csY9" fmla="*/ 43113 h 69279"/>
                <a:gd name="csX10" fmla="*/ 37065 w 42825"/>
                <a:gd name="csY10" fmla="*/ 62758 h 69279"/>
                <a:gd name="csX11" fmla="*/ 21996 w 42825"/>
                <a:gd name="csY11" fmla="*/ 69679 h 69279"/>
                <a:gd name="csX12" fmla="*/ 8267 w 42825"/>
                <a:gd name="csY12" fmla="*/ 62386 h 69279"/>
                <a:gd name="csX13" fmla="*/ 8267 w 42825"/>
                <a:gd name="csY13" fmla="*/ 68562 h 69279"/>
                <a:gd name="csX14" fmla="*/ 8192 w 42825"/>
                <a:gd name="csY14" fmla="*/ 43485 h 69279"/>
                <a:gd name="csX15" fmla="*/ 10611 w 42825"/>
                <a:gd name="csY15" fmla="*/ 56321 h 69279"/>
                <a:gd name="csX16" fmla="*/ 21289 w 42825"/>
                <a:gd name="csY16" fmla="*/ 62795 h 69279"/>
                <a:gd name="csX17" fmla="*/ 30777 w 42825"/>
                <a:gd name="csY17" fmla="*/ 58033 h 69279"/>
                <a:gd name="csX18" fmla="*/ 34795 w 42825"/>
                <a:gd name="csY18" fmla="*/ 43820 h 69279"/>
                <a:gd name="csX19" fmla="*/ 30963 w 42825"/>
                <a:gd name="csY19" fmla="*/ 29532 h 69279"/>
                <a:gd name="csX20" fmla="*/ 21661 w 42825"/>
                <a:gd name="csY20" fmla="*/ 24956 h 69279"/>
                <a:gd name="csX21" fmla="*/ 12173 w 42825"/>
                <a:gd name="csY21" fmla="*/ 29718 h 69279"/>
                <a:gd name="csX22" fmla="*/ 8192 w 42825"/>
                <a:gd name="csY22" fmla="*/ 43485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2825" h="69279">
                  <a:moveTo>
                    <a:pt x="8267" y="68562"/>
                  </a:moveTo>
                  <a:lnTo>
                    <a:pt x="528" y="68562"/>
                  </a:lnTo>
                  <a:lnTo>
                    <a:pt x="528" y="399"/>
                  </a:lnTo>
                  <a:lnTo>
                    <a:pt x="8862" y="399"/>
                  </a:lnTo>
                  <a:lnTo>
                    <a:pt x="8862" y="24695"/>
                  </a:lnTo>
                  <a:cubicBezTo>
                    <a:pt x="12434" y="20268"/>
                    <a:pt x="16936" y="18035"/>
                    <a:pt x="22405" y="18035"/>
                  </a:cubicBezTo>
                  <a:cubicBezTo>
                    <a:pt x="25456" y="18035"/>
                    <a:pt x="28321" y="18668"/>
                    <a:pt x="31037" y="19896"/>
                  </a:cubicBezTo>
                  <a:cubicBezTo>
                    <a:pt x="33753" y="21123"/>
                    <a:pt x="35986" y="22835"/>
                    <a:pt x="37735" y="25067"/>
                  </a:cubicBezTo>
                  <a:cubicBezTo>
                    <a:pt x="39483" y="27263"/>
                    <a:pt x="40860" y="29941"/>
                    <a:pt x="41865" y="33067"/>
                  </a:cubicBezTo>
                  <a:cubicBezTo>
                    <a:pt x="42832" y="36192"/>
                    <a:pt x="43353" y="39541"/>
                    <a:pt x="43353" y="43113"/>
                  </a:cubicBezTo>
                  <a:cubicBezTo>
                    <a:pt x="43353" y="51596"/>
                    <a:pt x="41232" y="58144"/>
                    <a:pt x="37065" y="62758"/>
                  </a:cubicBezTo>
                  <a:cubicBezTo>
                    <a:pt x="32898" y="67372"/>
                    <a:pt x="27837" y="69679"/>
                    <a:pt x="21996" y="69679"/>
                  </a:cubicBezTo>
                  <a:cubicBezTo>
                    <a:pt x="16154" y="69679"/>
                    <a:pt x="11578" y="67260"/>
                    <a:pt x="8267" y="62386"/>
                  </a:cubicBezTo>
                  <a:lnTo>
                    <a:pt x="8267" y="68562"/>
                  </a:lnTo>
                  <a:moveTo>
                    <a:pt x="8192" y="43485"/>
                  </a:moveTo>
                  <a:cubicBezTo>
                    <a:pt x="8192" y="49401"/>
                    <a:pt x="8974" y="53680"/>
                    <a:pt x="10611" y="56321"/>
                  </a:cubicBezTo>
                  <a:cubicBezTo>
                    <a:pt x="13252" y="60637"/>
                    <a:pt x="16787" y="62795"/>
                    <a:pt x="21289" y="62795"/>
                  </a:cubicBezTo>
                  <a:cubicBezTo>
                    <a:pt x="24973" y="62795"/>
                    <a:pt x="28135" y="61195"/>
                    <a:pt x="30777" y="58033"/>
                  </a:cubicBezTo>
                  <a:cubicBezTo>
                    <a:pt x="33456" y="54833"/>
                    <a:pt x="34795" y="50108"/>
                    <a:pt x="34795" y="43820"/>
                  </a:cubicBezTo>
                  <a:cubicBezTo>
                    <a:pt x="34795" y="37383"/>
                    <a:pt x="33493" y="32620"/>
                    <a:pt x="30963" y="29532"/>
                  </a:cubicBezTo>
                  <a:cubicBezTo>
                    <a:pt x="28396" y="26481"/>
                    <a:pt x="25307" y="24956"/>
                    <a:pt x="21661" y="24956"/>
                  </a:cubicBezTo>
                  <a:cubicBezTo>
                    <a:pt x="18015" y="24956"/>
                    <a:pt x="14852" y="26518"/>
                    <a:pt x="12173" y="29718"/>
                  </a:cubicBezTo>
                  <a:cubicBezTo>
                    <a:pt x="9532" y="32881"/>
                    <a:pt x="8192" y="37494"/>
                    <a:pt x="8192" y="4348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51" name="Graphic 2017">
            <a:extLst>
              <a:ext uri="{FF2B5EF4-FFF2-40B4-BE49-F238E27FC236}">
                <a16:creationId xmlns:a16="http://schemas.microsoft.com/office/drawing/2014/main" id="{BF5CDE20-5630-095F-66C4-817967BA92D3}"/>
              </a:ext>
            </a:extLst>
          </p:cNvPr>
          <p:cNvGrpSpPr/>
          <p:nvPr/>
        </p:nvGrpSpPr>
        <p:grpSpPr>
          <a:xfrm>
            <a:off x="1657596" y="7389697"/>
            <a:ext cx="41008" cy="39305"/>
            <a:chOff x="8147537" y="9532962"/>
            <a:chExt cx="72358" cy="69353"/>
          </a:xfrm>
          <a:solidFill>
            <a:srgbClr val="000000"/>
          </a:solidFill>
        </p:grpSpPr>
        <p:sp>
          <p:nvSpPr>
            <p:cNvPr id="3152" name="Freeform 3151">
              <a:extLst>
                <a:ext uri="{FF2B5EF4-FFF2-40B4-BE49-F238E27FC236}">
                  <a16:creationId xmlns:a16="http://schemas.microsoft.com/office/drawing/2014/main" id="{18DA75A0-4CFE-0BC2-C882-0F3113572CF9}"/>
                </a:ext>
              </a:extLst>
            </p:cNvPr>
            <p:cNvSpPr/>
            <p:nvPr/>
          </p:nvSpPr>
          <p:spPr>
            <a:xfrm>
              <a:off x="8147537" y="9533855"/>
              <a:ext cx="25114" cy="68460"/>
            </a:xfrm>
            <a:custGeom>
              <a:avLst/>
              <a:gdLst>
                <a:gd name="csX0" fmla="*/ 25637 w 25114"/>
                <a:gd name="csY0" fmla="*/ 68872 h 68460"/>
                <a:gd name="csX1" fmla="*/ 17265 w 25114"/>
                <a:gd name="csY1" fmla="*/ 68872 h 68460"/>
                <a:gd name="csX2" fmla="*/ 17265 w 25114"/>
                <a:gd name="csY2" fmla="*/ 15517 h 68460"/>
                <a:gd name="csX3" fmla="*/ 9340 w 25114"/>
                <a:gd name="csY3" fmla="*/ 21284 h 68460"/>
                <a:gd name="csX4" fmla="*/ 522 w 25114"/>
                <a:gd name="csY4" fmla="*/ 25637 h 68460"/>
                <a:gd name="csX5" fmla="*/ 522 w 25114"/>
                <a:gd name="csY5" fmla="*/ 17526 h 68460"/>
                <a:gd name="csX6" fmla="*/ 12800 w 25114"/>
                <a:gd name="csY6" fmla="*/ 9526 h 68460"/>
                <a:gd name="csX7" fmla="*/ 20242 w 25114"/>
                <a:gd name="csY7" fmla="*/ 411 h 68460"/>
                <a:gd name="csX8" fmla="*/ 25637 w 25114"/>
                <a:gd name="csY8" fmla="*/ 411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72"/>
                  </a:moveTo>
                  <a:lnTo>
                    <a:pt x="17265" y="68872"/>
                  </a:lnTo>
                  <a:lnTo>
                    <a:pt x="17265" y="15517"/>
                  </a:lnTo>
                  <a:cubicBezTo>
                    <a:pt x="15256" y="17451"/>
                    <a:pt x="12614" y="19386"/>
                    <a:pt x="9340" y="21284"/>
                  </a:cubicBezTo>
                  <a:cubicBezTo>
                    <a:pt x="6066" y="23219"/>
                    <a:pt x="3126" y="24670"/>
                    <a:pt x="522" y="25637"/>
                  </a:cubicBezTo>
                  <a:lnTo>
                    <a:pt x="522" y="17526"/>
                  </a:lnTo>
                  <a:cubicBezTo>
                    <a:pt x="5210" y="15331"/>
                    <a:pt x="9303" y="12652"/>
                    <a:pt x="12800" y="9526"/>
                  </a:cubicBezTo>
                  <a:cubicBezTo>
                    <a:pt x="16298" y="6401"/>
                    <a:pt x="18791" y="3350"/>
                    <a:pt x="20242" y="411"/>
                  </a:cubicBezTo>
                  <a:lnTo>
                    <a:pt x="25637" y="411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53" name="Freeform 3152">
              <a:extLst>
                <a:ext uri="{FF2B5EF4-FFF2-40B4-BE49-F238E27FC236}">
                  <a16:creationId xmlns:a16="http://schemas.microsoft.com/office/drawing/2014/main" id="{40B4E8B2-EFD5-E559-E8BB-B5DB7A5A212F}"/>
                </a:ext>
              </a:extLst>
            </p:cNvPr>
            <p:cNvSpPr/>
            <p:nvPr/>
          </p:nvSpPr>
          <p:spPr>
            <a:xfrm>
              <a:off x="8191023" y="9532962"/>
              <a:ext cx="28872" cy="69353"/>
            </a:xfrm>
            <a:custGeom>
              <a:avLst/>
              <a:gdLst>
                <a:gd name="csX0" fmla="*/ 7895 w 28872"/>
                <a:gd name="csY0" fmla="*/ 69765 h 69353"/>
                <a:gd name="csX1" fmla="*/ 7895 w 28872"/>
                <a:gd name="csY1" fmla="*/ 26902 h 69353"/>
                <a:gd name="csX2" fmla="*/ 528 w 28872"/>
                <a:gd name="csY2" fmla="*/ 26902 h 69353"/>
                <a:gd name="csX3" fmla="*/ 528 w 28872"/>
                <a:gd name="csY3" fmla="*/ 20354 h 69353"/>
                <a:gd name="csX4" fmla="*/ 7895 w 28872"/>
                <a:gd name="csY4" fmla="*/ 20354 h 69353"/>
                <a:gd name="csX5" fmla="*/ 7895 w 28872"/>
                <a:gd name="csY5" fmla="*/ 15107 h 69353"/>
                <a:gd name="csX6" fmla="*/ 8787 w 28872"/>
                <a:gd name="csY6" fmla="*/ 7703 h 69353"/>
                <a:gd name="csX7" fmla="*/ 13066 w 28872"/>
                <a:gd name="csY7" fmla="*/ 2457 h 69353"/>
                <a:gd name="csX8" fmla="*/ 21587 w 28872"/>
                <a:gd name="csY8" fmla="*/ 411 h 69353"/>
                <a:gd name="csX9" fmla="*/ 29400 w 28872"/>
                <a:gd name="csY9" fmla="*/ 1266 h 69353"/>
                <a:gd name="csX10" fmla="*/ 28135 w 28872"/>
                <a:gd name="csY10" fmla="*/ 8559 h 69353"/>
                <a:gd name="csX11" fmla="*/ 23224 w 28872"/>
                <a:gd name="csY11" fmla="*/ 8075 h 69353"/>
                <a:gd name="csX12" fmla="*/ 17829 w 28872"/>
                <a:gd name="csY12" fmla="*/ 9712 h 69353"/>
                <a:gd name="csX13" fmla="*/ 16229 w 28872"/>
                <a:gd name="csY13" fmla="*/ 15814 h 69353"/>
                <a:gd name="csX14" fmla="*/ 16229 w 28872"/>
                <a:gd name="csY14" fmla="*/ 20354 h 69353"/>
                <a:gd name="csX15" fmla="*/ 25866 w 28872"/>
                <a:gd name="csY15" fmla="*/ 20354 h 69353"/>
                <a:gd name="csX16" fmla="*/ 25866 w 28872"/>
                <a:gd name="csY16" fmla="*/ 26902 h 69353"/>
                <a:gd name="csX17" fmla="*/ 16229 w 28872"/>
                <a:gd name="csY17" fmla="*/ 26902 h 69353"/>
                <a:gd name="csX18" fmla="*/ 16229 w 28872"/>
                <a:gd name="csY18" fmla="*/ 69765 h 69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872" h="69353">
                  <a:moveTo>
                    <a:pt x="7895" y="69765"/>
                  </a:moveTo>
                  <a:lnTo>
                    <a:pt x="7895" y="26902"/>
                  </a:lnTo>
                  <a:lnTo>
                    <a:pt x="528" y="26902"/>
                  </a:lnTo>
                  <a:lnTo>
                    <a:pt x="528" y="20354"/>
                  </a:lnTo>
                  <a:lnTo>
                    <a:pt x="7895" y="20354"/>
                  </a:lnTo>
                  <a:lnTo>
                    <a:pt x="7895" y="15107"/>
                  </a:lnTo>
                  <a:cubicBezTo>
                    <a:pt x="7895" y="11796"/>
                    <a:pt x="8192" y="9340"/>
                    <a:pt x="8787" y="7703"/>
                  </a:cubicBezTo>
                  <a:cubicBezTo>
                    <a:pt x="9606" y="5545"/>
                    <a:pt x="11020" y="3796"/>
                    <a:pt x="13066" y="2457"/>
                  </a:cubicBezTo>
                  <a:cubicBezTo>
                    <a:pt x="15075" y="1080"/>
                    <a:pt x="17940" y="411"/>
                    <a:pt x="21587" y="411"/>
                  </a:cubicBezTo>
                  <a:cubicBezTo>
                    <a:pt x="23931" y="411"/>
                    <a:pt x="26535" y="708"/>
                    <a:pt x="29400" y="1266"/>
                  </a:cubicBezTo>
                  <a:lnTo>
                    <a:pt x="28135" y="8559"/>
                  </a:lnTo>
                  <a:cubicBezTo>
                    <a:pt x="26424" y="8261"/>
                    <a:pt x="24749" y="8075"/>
                    <a:pt x="23224" y="8075"/>
                  </a:cubicBezTo>
                  <a:cubicBezTo>
                    <a:pt x="20657" y="8075"/>
                    <a:pt x="18871" y="8633"/>
                    <a:pt x="17829" y="9712"/>
                  </a:cubicBezTo>
                  <a:cubicBezTo>
                    <a:pt x="16750" y="10791"/>
                    <a:pt x="16229" y="12838"/>
                    <a:pt x="16229" y="15814"/>
                  </a:cubicBezTo>
                  <a:lnTo>
                    <a:pt x="16229" y="20354"/>
                  </a:lnTo>
                  <a:lnTo>
                    <a:pt x="25866" y="20354"/>
                  </a:lnTo>
                  <a:lnTo>
                    <a:pt x="25866" y="26902"/>
                  </a:lnTo>
                  <a:lnTo>
                    <a:pt x="16229" y="26902"/>
                  </a:lnTo>
                  <a:lnTo>
                    <a:pt x="16229" y="6976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54" name="Graphic 2017">
            <a:extLst>
              <a:ext uri="{FF2B5EF4-FFF2-40B4-BE49-F238E27FC236}">
                <a16:creationId xmlns:a16="http://schemas.microsoft.com/office/drawing/2014/main" id="{AAB58DDD-EB9F-E2DA-6982-B49257023C38}"/>
              </a:ext>
            </a:extLst>
          </p:cNvPr>
          <p:cNvGrpSpPr/>
          <p:nvPr/>
        </p:nvGrpSpPr>
        <p:grpSpPr>
          <a:xfrm>
            <a:off x="1616631" y="7452408"/>
            <a:ext cx="81973" cy="39432"/>
            <a:chOff x="8147537" y="9643616"/>
            <a:chExt cx="144642" cy="69577"/>
          </a:xfrm>
          <a:solidFill>
            <a:srgbClr val="000000"/>
          </a:solidFill>
        </p:grpSpPr>
        <p:sp>
          <p:nvSpPr>
            <p:cNvPr id="3155" name="Freeform 3154">
              <a:extLst>
                <a:ext uri="{FF2B5EF4-FFF2-40B4-BE49-F238E27FC236}">
                  <a16:creationId xmlns:a16="http://schemas.microsoft.com/office/drawing/2014/main" id="{6D11C435-03C2-5A8C-D17C-880ED811582D}"/>
                </a:ext>
              </a:extLst>
            </p:cNvPr>
            <p:cNvSpPr/>
            <p:nvPr/>
          </p:nvSpPr>
          <p:spPr>
            <a:xfrm>
              <a:off x="8147537" y="9643616"/>
              <a:ext cx="25114" cy="68460"/>
            </a:xfrm>
            <a:custGeom>
              <a:avLst/>
              <a:gdLst>
                <a:gd name="csX0" fmla="*/ 25637 w 25114"/>
                <a:gd name="csY0" fmla="*/ 68883 h 68460"/>
                <a:gd name="csX1" fmla="*/ 17265 w 25114"/>
                <a:gd name="csY1" fmla="*/ 68883 h 68460"/>
                <a:gd name="csX2" fmla="*/ 17265 w 25114"/>
                <a:gd name="csY2" fmla="*/ 15528 h 68460"/>
                <a:gd name="csX3" fmla="*/ 9340 w 25114"/>
                <a:gd name="csY3" fmla="*/ 21295 h 68460"/>
                <a:gd name="csX4" fmla="*/ 522 w 25114"/>
                <a:gd name="csY4" fmla="*/ 25649 h 68460"/>
                <a:gd name="csX5" fmla="*/ 522 w 25114"/>
                <a:gd name="csY5" fmla="*/ 17537 h 68460"/>
                <a:gd name="csX6" fmla="*/ 12800 w 25114"/>
                <a:gd name="csY6" fmla="*/ 9538 h 68460"/>
                <a:gd name="csX7" fmla="*/ 20242 w 25114"/>
                <a:gd name="csY7" fmla="*/ 422 h 68460"/>
                <a:gd name="csX8" fmla="*/ 25637 w 25114"/>
                <a:gd name="csY8" fmla="*/ 422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83"/>
                  </a:moveTo>
                  <a:lnTo>
                    <a:pt x="17265" y="68883"/>
                  </a:lnTo>
                  <a:lnTo>
                    <a:pt x="17265" y="15528"/>
                  </a:lnTo>
                  <a:cubicBezTo>
                    <a:pt x="15256" y="17463"/>
                    <a:pt x="12614" y="19398"/>
                    <a:pt x="9340" y="21295"/>
                  </a:cubicBezTo>
                  <a:cubicBezTo>
                    <a:pt x="6066" y="23230"/>
                    <a:pt x="3126" y="24681"/>
                    <a:pt x="522" y="25649"/>
                  </a:cubicBezTo>
                  <a:lnTo>
                    <a:pt x="522" y="17537"/>
                  </a:lnTo>
                  <a:cubicBezTo>
                    <a:pt x="5210" y="15342"/>
                    <a:pt x="9303" y="12663"/>
                    <a:pt x="12800" y="9538"/>
                  </a:cubicBezTo>
                  <a:cubicBezTo>
                    <a:pt x="16298" y="6412"/>
                    <a:pt x="18791" y="3362"/>
                    <a:pt x="20242" y="422"/>
                  </a:cubicBezTo>
                  <a:lnTo>
                    <a:pt x="25637" y="42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56" name="Freeform 3155">
              <a:extLst>
                <a:ext uri="{FF2B5EF4-FFF2-40B4-BE49-F238E27FC236}">
                  <a16:creationId xmlns:a16="http://schemas.microsoft.com/office/drawing/2014/main" id="{6DAB4240-44DC-9EBF-546B-64CA8F2BC143}"/>
                </a:ext>
              </a:extLst>
            </p:cNvPr>
            <p:cNvSpPr/>
            <p:nvPr/>
          </p:nvSpPr>
          <p:spPr>
            <a:xfrm>
              <a:off x="8191321" y="9643914"/>
              <a:ext cx="47178" cy="68163"/>
            </a:xfrm>
            <a:custGeom>
              <a:avLst/>
              <a:gdLst>
                <a:gd name="csX0" fmla="*/ 30144 w 47178"/>
                <a:gd name="csY0" fmla="*/ 68585 h 68163"/>
                <a:gd name="csX1" fmla="*/ 30144 w 47178"/>
                <a:gd name="csY1" fmla="*/ 52252 h 68163"/>
                <a:gd name="csX2" fmla="*/ 528 w 47178"/>
                <a:gd name="csY2" fmla="*/ 52252 h 68163"/>
                <a:gd name="csX3" fmla="*/ 528 w 47178"/>
                <a:gd name="csY3" fmla="*/ 44587 h 68163"/>
                <a:gd name="csX4" fmla="*/ 31670 w 47178"/>
                <a:gd name="csY4" fmla="*/ 422 h 68163"/>
                <a:gd name="csX5" fmla="*/ 38479 w 47178"/>
                <a:gd name="csY5" fmla="*/ 422 h 68163"/>
                <a:gd name="csX6" fmla="*/ 38479 w 47178"/>
                <a:gd name="csY6" fmla="*/ 44587 h 68163"/>
                <a:gd name="csX7" fmla="*/ 47706 w 47178"/>
                <a:gd name="csY7" fmla="*/ 44587 h 68163"/>
                <a:gd name="csX8" fmla="*/ 47706 w 47178"/>
                <a:gd name="csY8" fmla="*/ 52252 h 68163"/>
                <a:gd name="csX9" fmla="*/ 38479 w 47178"/>
                <a:gd name="csY9" fmla="*/ 52252 h 68163"/>
                <a:gd name="csX10" fmla="*/ 38479 w 47178"/>
                <a:gd name="csY10" fmla="*/ 68585 h 68163"/>
                <a:gd name="csX11" fmla="*/ 30144 w 47178"/>
                <a:gd name="csY11" fmla="*/ 68585 h 68163"/>
                <a:gd name="csX12" fmla="*/ 30144 w 47178"/>
                <a:gd name="csY12" fmla="*/ 44587 h 68163"/>
                <a:gd name="csX13" fmla="*/ 30144 w 47178"/>
                <a:gd name="csY13" fmla="*/ 13854 h 68163"/>
                <a:gd name="csX14" fmla="*/ 8787 w 47178"/>
                <a:gd name="csY14" fmla="*/ 44587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44" y="68585"/>
                  </a:moveTo>
                  <a:lnTo>
                    <a:pt x="30144" y="52252"/>
                  </a:lnTo>
                  <a:lnTo>
                    <a:pt x="528" y="52252"/>
                  </a:lnTo>
                  <a:lnTo>
                    <a:pt x="528" y="44587"/>
                  </a:lnTo>
                  <a:lnTo>
                    <a:pt x="31670" y="422"/>
                  </a:lnTo>
                  <a:lnTo>
                    <a:pt x="38479" y="422"/>
                  </a:lnTo>
                  <a:lnTo>
                    <a:pt x="38479" y="44587"/>
                  </a:lnTo>
                  <a:lnTo>
                    <a:pt x="47706" y="44587"/>
                  </a:lnTo>
                  <a:lnTo>
                    <a:pt x="47706" y="52252"/>
                  </a:lnTo>
                  <a:lnTo>
                    <a:pt x="38479" y="52252"/>
                  </a:lnTo>
                  <a:lnTo>
                    <a:pt x="38479" y="68585"/>
                  </a:lnTo>
                  <a:lnTo>
                    <a:pt x="30144" y="68585"/>
                  </a:lnTo>
                  <a:moveTo>
                    <a:pt x="30144" y="44587"/>
                  </a:moveTo>
                  <a:lnTo>
                    <a:pt x="30144" y="13854"/>
                  </a:lnTo>
                  <a:lnTo>
                    <a:pt x="8787" y="4458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57" name="Freeform 3156">
              <a:extLst>
                <a:ext uri="{FF2B5EF4-FFF2-40B4-BE49-F238E27FC236}">
                  <a16:creationId xmlns:a16="http://schemas.microsoft.com/office/drawing/2014/main" id="{99B158E8-DF92-185E-8B99-8CF880DDA226}"/>
                </a:ext>
              </a:extLst>
            </p:cNvPr>
            <p:cNvSpPr/>
            <p:nvPr/>
          </p:nvSpPr>
          <p:spPr>
            <a:xfrm>
              <a:off x="8249354" y="9643914"/>
              <a:ext cx="42825" cy="69279"/>
            </a:xfrm>
            <a:custGeom>
              <a:avLst/>
              <a:gdLst>
                <a:gd name="csX0" fmla="*/ 8272 w 42825"/>
                <a:gd name="csY0" fmla="*/ 68585 h 69279"/>
                <a:gd name="csX1" fmla="*/ 533 w 42825"/>
                <a:gd name="csY1" fmla="*/ 68585 h 69279"/>
                <a:gd name="csX2" fmla="*/ 533 w 42825"/>
                <a:gd name="csY2" fmla="*/ 422 h 69279"/>
                <a:gd name="csX3" fmla="*/ 8867 w 42825"/>
                <a:gd name="csY3" fmla="*/ 422 h 69279"/>
                <a:gd name="csX4" fmla="*/ 8867 w 42825"/>
                <a:gd name="csY4" fmla="*/ 24718 h 69279"/>
                <a:gd name="csX5" fmla="*/ 22411 w 42825"/>
                <a:gd name="csY5" fmla="*/ 18058 h 69279"/>
                <a:gd name="csX6" fmla="*/ 31043 w 42825"/>
                <a:gd name="csY6" fmla="*/ 19919 h 69279"/>
                <a:gd name="csX7" fmla="*/ 37740 w 42825"/>
                <a:gd name="csY7" fmla="*/ 25090 h 69279"/>
                <a:gd name="csX8" fmla="*/ 41870 w 42825"/>
                <a:gd name="csY8" fmla="*/ 33090 h 69279"/>
                <a:gd name="csX9" fmla="*/ 43358 w 42825"/>
                <a:gd name="csY9" fmla="*/ 43136 h 69279"/>
                <a:gd name="csX10" fmla="*/ 37070 w 42825"/>
                <a:gd name="csY10" fmla="*/ 62781 h 69279"/>
                <a:gd name="csX11" fmla="*/ 22002 w 42825"/>
                <a:gd name="csY11" fmla="*/ 69702 h 69279"/>
                <a:gd name="csX12" fmla="*/ 8272 w 42825"/>
                <a:gd name="csY12" fmla="*/ 62409 h 69279"/>
                <a:gd name="csX13" fmla="*/ 8272 w 42825"/>
                <a:gd name="csY13" fmla="*/ 68585 h 69279"/>
                <a:gd name="csX14" fmla="*/ 8198 w 42825"/>
                <a:gd name="csY14" fmla="*/ 43508 h 69279"/>
                <a:gd name="csX15" fmla="*/ 10616 w 42825"/>
                <a:gd name="csY15" fmla="*/ 56344 h 69279"/>
                <a:gd name="csX16" fmla="*/ 21295 w 42825"/>
                <a:gd name="csY16" fmla="*/ 62818 h 69279"/>
                <a:gd name="csX17" fmla="*/ 30782 w 42825"/>
                <a:gd name="csY17" fmla="*/ 58056 h 69279"/>
                <a:gd name="csX18" fmla="*/ 34801 w 42825"/>
                <a:gd name="csY18" fmla="*/ 43843 h 69279"/>
                <a:gd name="csX19" fmla="*/ 30968 w 42825"/>
                <a:gd name="csY19" fmla="*/ 29555 h 69279"/>
                <a:gd name="csX20" fmla="*/ 21667 w 42825"/>
                <a:gd name="csY20" fmla="*/ 24979 h 69279"/>
                <a:gd name="csX21" fmla="*/ 12179 w 42825"/>
                <a:gd name="csY21" fmla="*/ 29741 h 69279"/>
                <a:gd name="csX22" fmla="*/ 8198 w 42825"/>
                <a:gd name="csY22" fmla="*/ 43508 h 692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2825" h="69279">
                  <a:moveTo>
                    <a:pt x="8272" y="68585"/>
                  </a:moveTo>
                  <a:lnTo>
                    <a:pt x="533" y="68585"/>
                  </a:lnTo>
                  <a:lnTo>
                    <a:pt x="533" y="422"/>
                  </a:lnTo>
                  <a:lnTo>
                    <a:pt x="8867" y="422"/>
                  </a:lnTo>
                  <a:lnTo>
                    <a:pt x="8867" y="24718"/>
                  </a:lnTo>
                  <a:cubicBezTo>
                    <a:pt x="12439" y="20291"/>
                    <a:pt x="16941" y="18058"/>
                    <a:pt x="22411" y="18058"/>
                  </a:cubicBezTo>
                  <a:cubicBezTo>
                    <a:pt x="25462" y="18058"/>
                    <a:pt x="28327" y="18691"/>
                    <a:pt x="31043" y="19919"/>
                  </a:cubicBezTo>
                  <a:cubicBezTo>
                    <a:pt x="33759" y="21146"/>
                    <a:pt x="35991" y="22858"/>
                    <a:pt x="37740" y="25090"/>
                  </a:cubicBezTo>
                  <a:cubicBezTo>
                    <a:pt x="39489" y="27286"/>
                    <a:pt x="40866" y="29965"/>
                    <a:pt x="41870" y="33090"/>
                  </a:cubicBezTo>
                  <a:cubicBezTo>
                    <a:pt x="42837" y="36215"/>
                    <a:pt x="43358" y="39564"/>
                    <a:pt x="43358" y="43136"/>
                  </a:cubicBezTo>
                  <a:cubicBezTo>
                    <a:pt x="43358" y="51619"/>
                    <a:pt x="41238" y="58167"/>
                    <a:pt x="37070" y="62781"/>
                  </a:cubicBezTo>
                  <a:cubicBezTo>
                    <a:pt x="32903" y="67395"/>
                    <a:pt x="27843" y="69702"/>
                    <a:pt x="22002" y="69702"/>
                  </a:cubicBezTo>
                  <a:cubicBezTo>
                    <a:pt x="16160" y="69702"/>
                    <a:pt x="11584" y="67283"/>
                    <a:pt x="8272" y="62409"/>
                  </a:cubicBezTo>
                  <a:lnTo>
                    <a:pt x="8272" y="68585"/>
                  </a:lnTo>
                  <a:moveTo>
                    <a:pt x="8198" y="43508"/>
                  </a:moveTo>
                  <a:cubicBezTo>
                    <a:pt x="8198" y="49424"/>
                    <a:pt x="8979" y="53703"/>
                    <a:pt x="10616" y="56344"/>
                  </a:cubicBezTo>
                  <a:cubicBezTo>
                    <a:pt x="13258" y="60660"/>
                    <a:pt x="16793" y="62818"/>
                    <a:pt x="21295" y="62818"/>
                  </a:cubicBezTo>
                  <a:cubicBezTo>
                    <a:pt x="24978" y="62818"/>
                    <a:pt x="28141" y="61218"/>
                    <a:pt x="30782" y="58056"/>
                  </a:cubicBezTo>
                  <a:cubicBezTo>
                    <a:pt x="33461" y="54856"/>
                    <a:pt x="34801" y="50131"/>
                    <a:pt x="34801" y="43843"/>
                  </a:cubicBezTo>
                  <a:cubicBezTo>
                    <a:pt x="34801" y="37406"/>
                    <a:pt x="33499" y="32643"/>
                    <a:pt x="30968" y="29555"/>
                  </a:cubicBezTo>
                  <a:cubicBezTo>
                    <a:pt x="28401" y="26504"/>
                    <a:pt x="25313" y="24979"/>
                    <a:pt x="21667" y="24979"/>
                  </a:cubicBezTo>
                  <a:cubicBezTo>
                    <a:pt x="18020" y="24979"/>
                    <a:pt x="14858" y="26541"/>
                    <a:pt x="12179" y="29741"/>
                  </a:cubicBezTo>
                  <a:cubicBezTo>
                    <a:pt x="9537" y="32904"/>
                    <a:pt x="8198" y="37518"/>
                    <a:pt x="8198" y="4350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58" name="Graphic 2017">
            <a:extLst>
              <a:ext uri="{FF2B5EF4-FFF2-40B4-BE49-F238E27FC236}">
                <a16:creationId xmlns:a16="http://schemas.microsoft.com/office/drawing/2014/main" id="{47B7C3C2-213C-74CF-933C-32C57BB76648}"/>
              </a:ext>
            </a:extLst>
          </p:cNvPr>
          <p:cNvGrpSpPr/>
          <p:nvPr/>
        </p:nvGrpSpPr>
        <p:grpSpPr>
          <a:xfrm>
            <a:off x="1616715" y="7514634"/>
            <a:ext cx="81889" cy="39432"/>
            <a:chOff x="8147537" y="9753414"/>
            <a:chExt cx="144493" cy="69577"/>
          </a:xfrm>
          <a:solidFill>
            <a:srgbClr val="000000"/>
          </a:solidFill>
        </p:grpSpPr>
        <p:sp>
          <p:nvSpPr>
            <p:cNvPr id="3159" name="Freeform 3158">
              <a:extLst>
                <a:ext uri="{FF2B5EF4-FFF2-40B4-BE49-F238E27FC236}">
                  <a16:creationId xmlns:a16="http://schemas.microsoft.com/office/drawing/2014/main" id="{C685DF08-D0BE-15D9-B44C-B00682D209E2}"/>
                </a:ext>
              </a:extLst>
            </p:cNvPr>
            <p:cNvSpPr/>
            <p:nvPr/>
          </p:nvSpPr>
          <p:spPr>
            <a:xfrm>
              <a:off x="8147537" y="9753414"/>
              <a:ext cx="25114" cy="68460"/>
            </a:xfrm>
            <a:custGeom>
              <a:avLst/>
              <a:gdLst>
                <a:gd name="csX0" fmla="*/ 25637 w 25114"/>
                <a:gd name="csY0" fmla="*/ 68895 h 68460"/>
                <a:gd name="csX1" fmla="*/ 17265 w 25114"/>
                <a:gd name="csY1" fmla="*/ 68895 h 68460"/>
                <a:gd name="csX2" fmla="*/ 17265 w 25114"/>
                <a:gd name="csY2" fmla="*/ 15540 h 68460"/>
                <a:gd name="csX3" fmla="*/ 9340 w 25114"/>
                <a:gd name="csY3" fmla="*/ 21307 h 68460"/>
                <a:gd name="csX4" fmla="*/ 522 w 25114"/>
                <a:gd name="csY4" fmla="*/ 25660 h 68460"/>
                <a:gd name="csX5" fmla="*/ 522 w 25114"/>
                <a:gd name="csY5" fmla="*/ 17549 h 68460"/>
                <a:gd name="csX6" fmla="*/ 12800 w 25114"/>
                <a:gd name="csY6" fmla="*/ 9549 h 68460"/>
                <a:gd name="csX7" fmla="*/ 20242 w 25114"/>
                <a:gd name="csY7" fmla="*/ 434 h 68460"/>
                <a:gd name="csX8" fmla="*/ 25637 w 25114"/>
                <a:gd name="csY8" fmla="*/ 434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895"/>
                  </a:moveTo>
                  <a:lnTo>
                    <a:pt x="17265" y="68895"/>
                  </a:lnTo>
                  <a:lnTo>
                    <a:pt x="17265" y="15540"/>
                  </a:lnTo>
                  <a:cubicBezTo>
                    <a:pt x="15256" y="17474"/>
                    <a:pt x="12614" y="19409"/>
                    <a:pt x="9340" y="21307"/>
                  </a:cubicBezTo>
                  <a:cubicBezTo>
                    <a:pt x="6066" y="23242"/>
                    <a:pt x="3126" y="24693"/>
                    <a:pt x="522" y="25660"/>
                  </a:cubicBezTo>
                  <a:lnTo>
                    <a:pt x="522" y="17549"/>
                  </a:lnTo>
                  <a:cubicBezTo>
                    <a:pt x="5210" y="15354"/>
                    <a:pt x="9303" y="12675"/>
                    <a:pt x="12800" y="9549"/>
                  </a:cubicBezTo>
                  <a:cubicBezTo>
                    <a:pt x="16298" y="6424"/>
                    <a:pt x="18791" y="3373"/>
                    <a:pt x="20242" y="434"/>
                  </a:cubicBezTo>
                  <a:lnTo>
                    <a:pt x="25637" y="434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60" name="Freeform 3159">
              <a:extLst>
                <a:ext uri="{FF2B5EF4-FFF2-40B4-BE49-F238E27FC236}">
                  <a16:creationId xmlns:a16="http://schemas.microsoft.com/office/drawing/2014/main" id="{10AB9E51-F4F2-6DC3-55EE-0405E217D278}"/>
                </a:ext>
              </a:extLst>
            </p:cNvPr>
            <p:cNvSpPr/>
            <p:nvPr/>
          </p:nvSpPr>
          <p:spPr>
            <a:xfrm>
              <a:off x="8191321" y="9753712"/>
              <a:ext cx="47178" cy="68163"/>
            </a:xfrm>
            <a:custGeom>
              <a:avLst/>
              <a:gdLst>
                <a:gd name="csX0" fmla="*/ 30144 w 47178"/>
                <a:gd name="csY0" fmla="*/ 68597 h 68163"/>
                <a:gd name="csX1" fmla="*/ 30144 w 47178"/>
                <a:gd name="csY1" fmla="*/ 52263 h 68163"/>
                <a:gd name="csX2" fmla="*/ 528 w 47178"/>
                <a:gd name="csY2" fmla="*/ 52263 h 68163"/>
                <a:gd name="csX3" fmla="*/ 528 w 47178"/>
                <a:gd name="csY3" fmla="*/ 44598 h 68163"/>
                <a:gd name="csX4" fmla="*/ 31670 w 47178"/>
                <a:gd name="csY4" fmla="*/ 434 h 68163"/>
                <a:gd name="csX5" fmla="*/ 38479 w 47178"/>
                <a:gd name="csY5" fmla="*/ 434 h 68163"/>
                <a:gd name="csX6" fmla="*/ 38479 w 47178"/>
                <a:gd name="csY6" fmla="*/ 44598 h 68163"/>
                <a:gd name="csX7" fmla="*/ 47706 w 47178"/>
                <a:gd name="csY7" fmla="*/ 44598 h 68163"/>
                <a:gd name="csX8" fmla="*/ 47706 w 47178"/>
                <a:gd name="csY8" fmla="*/ 52263 h 68163"/>
                <a:gd name="csX9" fmla="*/ 38479 w 47178"/>
                <a:gd name="csY9" fmla="*/ 52263 h 68163"/>
                <a:gd name="csX10" fmla="*/ 38479 w 47178"/>
                <a:gd name="csY10" fmla="*/ 68597 h 68163"/>
                <a:gd name="csX11" fmla="*/ 30144 w 47178"/>
                <a:gd name="csY11" fmla="*/ 68597 h 68163"/>
                <a:gd name="csX12" fmla="*/ 30144 w 47178"/>
                <a:gd name="csY12" fmla="*/ 44598 h 68163"/>
                <a:gd name="csX13" fmla="*/ 30144 w 47178"/>
                <a:gd name="csY13" fmla="*/ 13865 h 68163"/>
                <a:gd name="csX14" fmla="*/ 8787 w 47178"/>
                <a:gd name="csY14" fmla="*/ 44598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44" y="68597"/>
                  </a:moveTo>
                  <a:lnTo>
                    <a:pt x="30144" y="52263"/>
                  </a:lnTo>
                  <a:lnTo>
                    <a:pt x="528" y="52263"/>
                  </a:lnTo>
                  <a:lnTo>
                    <a:pt x="528" y="44598"/>
                  </a:lnTo>
                  <a:lnTo>
                    <a:pt x="31670" y="434"/>
                  </a:lnTo>
                  <a:lnTo>
                    <a:pt x="38479" y="434"/>
                  </a:lnTo>
                  <a:lnTo>
                    <a:pt x="38479" y="44598"/>
                  </a:lnTo>
                  <a:lnTo>
                    <a:pt x="47706" y="44598"/>
                  </a:lnTo>
                  <a:lnTo>
                    <a:pt x="47706" y="52263"/>
                  </a:lnTo>
                  <a:lnTo>
                    <a:pt x="38479" y="52263"/>
                  </a:lnTo>
                  <a:lnTo>
                    <a:pt x="38479" y="68597"/>
                  </a:lnTo>
                  <a:lnTo>
                    <a:pt x="30144" y="68597"/>
                  </a:lnTo>
                  <a:moveTo>
                    <a:pt x="30144" y="44598"/>
                  </a:moveTo>
                  <a:lnTo>
                    <a:pt x="30144" y="13865"/>
                  </a:lnTo>
                  <a:lnTo>
                    <a:pt x="8787" y="4459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61" name="Freeform 3160">
              <a:extLst>
                <a:ext uri="{FF2B5EF4-FFF2-40B4-BE49-F238E27FC236}">
                  <a16:creationId xmlns:a16="http://schemas.microsoft.com/office/drawing/2014/main" id="{407261BF-3E97-D30D-0B2C-6938E6F05771}"/>
                </a:ext>
              </a:extLst>
            </p:cNvPr>
            <p:cNvSpPr/>
            <p:nvPr/>
          </p:nvSpPr>
          <p:spPr>
            <a:xfrm>
              <a:off x="8246527" y="9771348"/>
              <a:ext cx="45504" cy="51643"/>
            </a:xfrm>
            <a:custGeom>
              <a:avLst/>
              <a:gdLst>
                <a:gd name="csX0" fmla="*/ 35619 w 45504"/>
                <a:gd name="csY0" fmla="*/ 44859 h 51643"/>
                <a:gd name="csX1" fmla="*/ 26652 w 45504"/>
                <a:gd name="csY1" fmla="*/ 50440 h 51643"/>
                <a:gd name="csX2" fmla="*/ 17425 w 45504"/>
                <a:gd name="csY2" fmla="*/ 52077 h 51643"/>
                <a:gd name="csX3" fmla="*/ 4924 w 45504"/>
                <a:gd name="csY3" fmla="*/ 48096 h 51643"/>
                <a:gd name="csX4" fmla="*/ 533 w 45504"/>
                <a:gd name="csY4" fmla="*/ 37938 h 51643"/>
                <a:gd name="csX5" fmla="*/ 2207 w 45504"/>
                <a:gd name="csY5" fmla="*/ 31316 h 51643"/>
                <a:gd name="csX6" fmla="*/ 6523 w 45504"/>
                <a:gd name="csY6" fmla="*/ 26479 h 51643"/>
                <a:gd name="csX7" fmla="*/ 12551 w 45504"/>
                <a:gd name="csY7" fmla="*/ 23762 h 51643"/>
                <a:gd name="csX8" fmla="*/ 19992 w 45504"/>
                <a:gd name="csY8" fmla="*/ 22497 h 51643"/>
                <a:gd name="csX9" fmla="*/ 34912 w 45504"/>
                <a:gd name="csY9" fmla="*/ 19633 h 51643"/>
                <a:gd name="csX10" fmla="*/ 34987 w 45504"/>
                <a:gd name="csY10" fmla="*/ 17437 h 51643"/>
                <a:gd name="csX11" fmla="*/ 32606 w 45504"/>
                <a:gd name="csY11" fmla="*/ 10219 h 51643"/>
                <a:gd name="csX12" fmla="*/ 23081 w 45504"/>
                <a:gd name="csY12" fmla="*/ 7391 h 51643"/>
                <a:gd name="csX13" fmla="*/ 14337 w 45504"/>
                <a:gd name="csY13" fmla="*/ 9438 h 51643"/>
                <a:gd name="csX14" fmla="*/ 10170 w 45504"/>
                <a:gd name="csY14" fmla="*/ 16768 h 51643"/>
                <a:gd name="csX15" fmla="*/ 1984 w 45504"/>
                <a:gd name="csY15" fmla="*/ 15651 h 51643"/>
                <a:gd name="csX16" fmla="*/ 5668 w 45504"/>
                <a:gd name="csY16" fmla="*/ 7168 h 51643"/>
                <a:gd name="csX17" fmla="*/ 13072 w 45504"/>
                <a:gd name="csY17" fmla="*/ 2182 h 51643"/>
                <a:gd name="csX18" fmla="*/ 24271 w 45504"/>
                <a:gd name="csY18" fmla="*/ 434 h 51643"/>
                <a:gd name="csX19" fmla="*/ 34540 w 45504"/>
                <a:gd name="csY19" fmla="*/ 1922 h 51643"/>
                <a:gd name="csX20" fmla="*/ 40345 w 45504"/>
                <a:gd name="csY20" fmla="*/ 5680 h 51643"/>
                <a:gd name="csX21" fmla="*/ 42949 w 45504"/>
                <a:gd name="csY21" fmla="*/ 11373 h 51643"/>
                <a:gd name="csX22" fmla="*/ 43396 w 45504"/>
                <a:gd name="csY22" fmla="*/ 19112 h 51643"/>
                <a:gd name="csX23" fmla="*/ 43396 w 45504"/>
                <a:gd name="csY23" fmla="*/ 30274 h 51643"/>
                <a:gd name="csX24" fmla="*/ 43916 w 45504"/>
                <a:gd name="csY24" fmla="*/ 45045 h 51643"/>
                <a:gd name="csX25" fmla="*/ 46037 w 45504"/>
                <a:gd name="csY25" fmla="*/ 50961 h 51643"/>
                <a:gd name="csX26" fmla="*/ 37294 w 45504"/>
                <a:gd name="csY26" fmla="*/ 50961 h 51643"/>
                <a:gd name="csX27" fmla="*/ 35619 w 45504"/>
                <a:gd name="csY27" fmla="*/ 44859 h 51643"/>
                <a:gd name="csX28" fmla="*/ 34912 w 45504"/>
                <a:gd name="csY28" fmla="*/ 26181 h 51643"/>
                <a:gd name="csX29" fmla="*/ 21257 w 45504"/>
                <a:gd name="csY29" fmla="*/ 29344 h 51643"/>
                <a:gd name="csX30" fmla="*/ 13928 w 45504"/>
                <a:gd name="csY30" fmla="*/ 31018 h 51643"/>
                <a:gd name="csX31" fmla="*/ 10653 w 45504"/>
                <a:gd name="csY31" fmla="*/ 33734 h 51643"/>
                <a:gd name="csX32" fmla="*/ 9463 w 45504"/>
                <a:gd name="csY32" fmla="*/ 37715 h 51643"/>
                <a:gd name="csX33" fmla="*/ 12030 w 45504"/>
                <a:gd name="csY33" fmla="*/ 43296 h 51643"/>
                <a:gd name="csX34" fmla="*/ 19434 w 45504"/>
                <a:gd name="csY34" fmla="*/ 45529 h 51643"/>
                <a:gd name="csX35" fmla="*/ 28029 w 45504"/>
                <a:gd name="csY35" fmla="*/ 43408 h 51643"/>
                <a:gd name="csX36" fmla="*/ 33573 w 45504"/>
                <a:gd name="csY36" fmla="*/ 37603 h 51643"/>
                <a:gd name="csX37" fmla="*/ 34912 w 45504"/>
                <a:gd name="csY37" fmla="*/ 29232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45504" h="51643">
                  <a:moveTo>
                    <a:pt x="35619" y="44859"/>
                  </a:moveTo>
                  <a:cubicBezTo>
                    <a:pt x="32531" y="47501"/>
                    <a:pt x="29517" y="49361"/>
                    <a:pt x="26652" y="50440"/>
                  </a:cubicBezTo>
                  <a:cubicBezTo>
                    <a:pt x="23787" y="51519"/>
                    <a:pt x="20737" y="52077"/>
                    <a:pt x="17425" y="52077"/>
                  </a:cubicBezTo>
                  <a:cubicBezTo>
                    <a:pt x="11993" y="52077"/>
                    <a:pt x="7826" y="50738"/>
                    <a:pt x="4924" y="48096"/>
                  </a:cubicBezTo>
                  <a:cubicBezTo>
                    <a:pt x="2021" y="45454"/>
                    <a:pt x="533" y="42068"/>
                    <a:pt x="533" y="37938"/>
                  </a:cubicBezTo>
                  <a:cubicBezTo>
                    <a:pt x="533" y="35520"/>
                    <a:pt x="1091" y="33325"/>
                    <a:pt x="2207" y="31316"/>
                  </a:cubicBezTo>
                  <a:cubicBezTo>
                    <a:pt x="3286" y="29306"/>
                    <a:pt x="4737" y="27706"/>
                    <a:pt x="6523" y="26479"/>
                  </a:cubicBezTo>
                  <a:cubicBezTo>
                    <a:pt x="8309" y="25288"/>
                    <a:pt x="10319" y="24358"/>
                    <a:pt x="12551" y="23762"/>
                  </a:cubicBezTo>
                  <a:cubicBezTo>
                    <a:pt x="14188" y="23316"/>
                    <a:pt x="16681" y="22907"/>
                    <a:pt x="19992" y="22497"/>
                  </a:cubicBezTo>
                  <a:cubicBezTo>
                    <a:pt x="26764" y="21679"/>
                    <a:pt x="31713" y="20749"/>
                    <a:pt x="34912" y="19633"/>
                  </a:cubicBezTo>
                  <a:cubicBezTo>
                    <a:pt x="34950" y="18479"/>
                    <a:pt x="34987" y="17735"/>
                    <a:pt x="34987" y="17437"/>
                  </a:cubicBezTo>
                  <a:cubicBezTo>
                    <a:pt x="34987" y="14014"/>
                    <a:pt x="34168" y="11633"/>
                    <a:pt x="32606" y="10219"/>
                  </a:cubicBezTo>
                  <a:cubicBezTo>
                    <a:pt x="30448" y="8322"/>
                    <a:pt x="27285" y="7391"/>
                    <a:pt x="23081" y="7391"/>
                  </a:cubicBezTo>
                  <a:cubicBezTo>
                    <a:pt x="19137" y="7391"/>
                    <a:pt x="16234" y="8061"/>
                    <a:pt x="14337" y="9438"/>
                  </a:cubicBezTo>
                  <a:cubicBezTo>
                    <a:pt x="12477" y="10814"/>
                    <a:pt x="11063" y="13270"/>
                    <a:pt x="10170" y="16768"/>
                  </a:cubicBezTo>
                  <a:lnTo>
                    <a:pt x="1984" y="15651"/>
                  </a:lnTo>
                  <a:cubicBezTo>
                    <a:pt x="2728" y="12154"/>
                    <a:pt x="3956" y="9326"/>
                    <a:pt x="5668" y="7168"/>
                  </a:cubicBezTo>
                  <a:cubicBezTo>
                    <a:pt x="7379" y="5010"/>
                    <a:pt x="9835" y="3373"/>
                    <a:pt x="13072" y="2182"/>
                  </a:cubicBezTo>
                  <a:cubicBezTo>
                    <a:pt x="16272" y="1029"/>
                    <a:pt x="20030" y="434"/>
                    <a:pt x="24271" y="434"/>
                  </a:cubicBezTo>
                  <a:cubicBezTo>
                    <a:pt x="28476" y="434"/>
                    <a:pt x="31899" y="955"/>
                    <a:pt x="34540" y="1922"/>
                  </a:cubicBezTo>
                  <a:cubicBezTo>
                    <a:pt x="37182" y="2927"/>
                    <a:pt x="39117" y="4192"/>
                    <a:pt x="40345" y="5680"/>
                  </a:cubicBezTo>
                  <a:cubicBezTo>
                    <a:pt x="41610" y="7205"/>
                    <a:pt x="42465" y="9103"/>
                    <a:pt x="42949" y="11373"/>
                  </a:cubicBezTo>
                  <a:cubicBezTo>
                    <a:pt x="43247" y="12824"/>
                    <a:pt x="43396" y="15391"/>
                    <a:pt x="43396" y="19112"/>
                  </a:cubicBezTo>
                  <a:lnTo>
                    <a:pt x="43396" y="30274"/>
                  </a:lnTo>
                  <a:cubicBezTo>
                    <a:pt x="43396" y="38050"/>
                    <a:pt x="43582" y="42961"/>
                    <a:pt x="43916" y="45045"/>
                  </a:cubicBezTo>
                  <a:cubicBezTo>
                    <a:pt x="44289" y="47091"/>
                    <a:pt x="44995" y="49063"/>
                    <a:pt x="46037" y="50961"/>
                  </a:cubicBezTo>
                  <a:lnTo>
                    <a:pt x="37294" y="50961"/>
                  </a:lnTo>
                  <a:cubicBezTo>
                    <a:pt x="36438" y="49212"/>
                    <a:pt x="35880" y="47203"/>
                    <a:pt x="35619" y="44859"/>
                  </a:cubicBezTo>
                  <a:moveTo>
                    <a:pt x="34912" y="26181"/>
                  </a:moveTo>
                  <a:cubicBezTo>
                    <a:pt x="31899" y="27409"/>
                    <a:pt x="27322" y="28451"/>
                    <a:pt x="21257" y="29344"/>
                  </a:cubicBezTo>
                  <a:cubicBezTo>
                    <a:pt x="17797" y="29827"/>
                    <a:pt x="15379" y="30385"/>
                    <a:pt x="13928" y="31018"/>
                  </a:cubicBezTo>
                  <a:cubicBezTo>
                    <a:pt x="12514" y="31613"/>
                    <a:pt x="11435" y="32543"/>
                    <a:pt x="10653" y="33734"/>
                  </a:cubicBezTo>
                  <a:cubicBezTo>
                    <a:pt x="9872" y="34925"/>
                    <a:pt x="9463" y="36264"/>
                    <a:pt x="9463" y="37715"/>
                  </a:cubicBezTo>
                  <a:cubicBezTo>
                    <a:pt x="9463" y="39948"/>
                    <a:pt x="10319" y="41808"/>
                    <a:pt x="12030" y="43296"/>
                  </a:cubicBezTo>
                  <a:cubicBezTo>
                    <a:pt x="13704" y="44784"/>
                    <a:pt x="16160" y="45529"/>
                    <a:pt x="19434" y="45529"/>
                  </a:cubicBezTo>
                  <a:cubicBezTo>
                    <a:pt x="22671" y="45529"/>
                    <a:pt x="25536" y="44822"/>
                    <a:pt x="28029" y="43408"/>
                  </a:cubicBezTo>
                  <a:cubicBezTo>
                    <a:pt x="30559" y="41994"/>
                    <a:pt x="32382" y="40059"/>
                    <a:pt x="33573" y="37603"/>
                  </a:cubicBezTo>
                  <a:cubicBezTo>
                    <a:pt x="34466" y="35706"/>
                    <a:pt x="34912" y="32915"/>
                    <a:pt x="34912" y="292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3162" name="Graphic 2017">
            <a:extLst>
              <a:ext uri="{FF2B5EF4-FFF2-40B4-BE49-F238E27FC236}">
                <a16:creationId xmlns:a16="http://schemas.microsoft.com/office/drawing/2014/main" id="{440564A9-3734-7395-09B5-5ABEDFC51A7A}"/>
              </a:ext>
            </a:extLst>
          </p:cNvPr>
          <p:cNvGrpSpPr/>
          <p:nvPr/>
        </p:nvGrpSpPr>
        <p:grpSpPr>
          <a:xfrm>
            <a:off x="1617959" y="7576839"/>
            <a:ext cx="80645" cy="39432"/>
            <a:chOff x="8147537" y="9863175"/>
            <a:chExt cx="142298" cy="69577"/>
          </a:xfrm>
          <a:solidFill>
            <a:srgbClr val="000000"/>
          </a:solidFill>
        </p:grpSpPr>
        <p:sp>
          <p:nvSpPr>
            <p:cNvPr id="3163" name="Freeform 3162">
              <a:extLst>
                <a:ext uri="{FF2B5EF4-FFF2-40B4-BE49-F238E27FC236}">
                  <a16:creationId xmlns:a16="http://schemas.microsoft.com/office/drawing/2014/main" id="{E0076AB1-D9C6-004C-27BA-E9E82133A362}"/>
                </a:ext>
              </a:extLst>
            </p:cNvPr>
            <p:cNvSpPr/>
            <p:nvPr/>
          </p:nvSpPr>
          <p:spPr>
            <a:xfrm>
              <a:off x="8147537" y="9863175"/>
              <a:ext cx="25114" cy="68460"/>
            </a:xfrm>
            <a:custGeom>
              <a:avLst/>
              <a:gdLst>
                <a:gd name="csX0" fmla="*/ 25637 w 25114"/>
                <a:gd name="csY0" fmla="*/ 68906 h 68460"/>
                <a:gd name="csX1" fmla="*/ 17265 w 25114"/>
                <a:gd name="csY1" fmla="*/ 68906 h 68460"/>
                <a:gd name="csX2" fmla="*/ 17265 w 25114"/>
                <a:gd name="csY2" fmla="*/ 15551 h 68460"/>
                <a:gd name="csX3" fmla="*/ 9340 w 25114"/>
                <a:gd name="csY3" fmla="*/ 21318 h 68460"/>
                <a:gd name="csX4" fmla="*/ 522 w 25114"/>
                <a:gd name="csY4" fmla="*/ 25672 h 68460"/>
                <a:gd name="csX5" fmla="*/ 522 w 25114"/>
                <a:gd name="csY5" fmla="*/ 17560 h 68460"/>
                <a:gd name="csX6" fmla="*/ 12800 w 25114"/>
                <a:gd name="csY6" fmla="*/ 9561 h 68460"/>
                <a:gd name="csX7" fmla="*/ 20242 w 25114"/>
                <a:gd name="csY7" fmla="*/ 445 h 68460"/>
                <a:gd name="csX8" fmla="*/ 25637 w 25114"/>
                <a:gd name="csY8" fmla="*/ 445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37" y="68906"/>
                  </a:moveTo>
                  <a:lnTo>
                    <a:pt x="17265" y="68906"/>
                  </a:lnTo>
                  <a:lnTo>
                    <a:pt x="17265" y="15551"/>
                  </a:lnTo>
                  <a:cubicBezTo>
                    <a:pt x="15256" y="17486"/>
                    <a:pt x="12614" y="19421"/>
                    <a:pt x="9340" y="21318"/>
                  </a:cubicBezTo>
                  <a:cubicBezTo>
                    <a:pt x="6066" y="23253"/>
                    <a:pt x="3126" y="24704"/>
                    <a:pt x="522" y="25672"/>
                  </a:cubicBezTo>
                  <a:lnTo>
                    <a:pt x="522" y="17560"/>
                  </a:lnTo>
                  <a:cubicBezTo>
                    <a:pt x="5210" y="15365"/>
                    <a:pt x="9303" y="12686"/>
                    <a:pt x="12800" y="9561"/>
                  </a:cubicBezTo>
                  <a:cubicBezTo>
                    <a:pt x="16298" y="6436"/>
                    <a:pt x="18791" y="3385"/>
                    <a:pt x="20242" y="445"/>
                  </a:cubicBezTo>
                  <a:lnTo>
                    <a:pt x="25637" y="445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64" name="Freeform 3163">
              <a:extLst>
                <a:ext uri="{FF2B5EF4-FFF2-40B4-BE49-F238E27FC236}">
                  <a16:creationId xmlns:a16="http://schemas.microsoft.com/office/drawing/2014/main" id="{1EF1827A-A93E-3DC2-EBF4-AF5805F58003}"/>
                </a:ext>
              </a:extLst>
            </p:cNvPr>
            <p:cNvSpPr/>
            <p:nvPr/>
          </p:nvSpPr>
          <p:spPr>
            <a:xfrm>
              <a:off x="8191321" y="9863472"/>
              <a:ext cx="47178" cy="68163"/>
            </a:xfrm>
            <a:custGeom>
              <a:avLst/>
              <a:gdLst>
                <a:gd name="csX0" fmla="*/ 30144 w 47178"/>
                <a:gd name="csY0" fmla="*/ 68608 h 68163"/>
                <a:gd name="csX1" fmla="*/ 30144 w 47178"/>
                <a:gd name="csY1" fmla="*/ 52275 h 68163"/>
                <a:gd name="csX2" fmla="*/ 528 w 47178"/>
                <a:gd name="csY2" fmla="*/ 52275 h 68163"/>
                <a:gd name="csX3" fmla="*/ 528 w 47178"/>
                <a:gd name="csY3" fmla="*/ 44610 h 68163"/>
                <a:gd name="csX4" fmla="*/ 31670 w 47178"/>
                <a:gd name="csY4" fmla="*/ 445 h 68163"/>
                <a:gd name="csX5" fmla="*/ 38479 w 47178"/>
                <a:gd name="csY5" fmla="*/ 445 h 68163"/>
                <a:gd name="csX6" fmla="*/ 38479 w 47178"/>
                <a:gd name="csY6" fmla="*/ 44610 h 68163"/>
                <a:gd name="csX7" fmla="*/ 47706 w 47178"/>
                <a:gd name="csY7" fmla="*/ 44610 h 68163"/>
                <a:gd name="csX8" fmla="*/ 47706 w 47178"/>
                <a:gd name="csY8" fmla="*/ 52275 h 68163"/>
                <a:gd name="csX9" fmla="*/ 38479 w 47178"/>
                <a:gd name="csY9" fmla="*/ 52275 h 68163"/>
                <a:gd name="csX10" fmla="*/ 38479 w 47178"/>
                <a:gd name="csY10" fmla="*/ 68608 h 68163"/>
                <a:gd name="csX11" fmla="*/ 30144 w 47178"/>
                <a:gd name="csY11" fmla="*/ 68608 h 68163"/>
                <a:gd name="csX12" fmla="*/ 30144 w 47178"/>
                <a:gd name="csY12" fmla="*/ 44610 h 68163"/>
                <a:gd name="csX13" fmla="*/ 30144 w 47178"/>
                <a:gd name="csY13" fmla="*/ 13877 h 68163"/>
                <a:gd name="csX14" fmla="*/ 8787 w 47178"/>
                <a:gd name="csY14" fmla="*/ 44610 h 68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7178" h="68163">
                  <a:moveTo>
                    <a:pt x="30144" y="68608"/>
                  </a:moveTo>
                  <a:lnTo>
                    <a:pt x="30144" y="52275"/>
                  </a:lnTo>
                  <a:lnTo>
                    <a:pt x="528" y="52275"/>
                  </a:lnTo>
                  <a:lnTo>
                    <a:pt x="528" y="44610"/>
                  </a:lnTo>
                  <a:lnTo>
                    <a:pt x="31670" y="445"/>
                  </a:lnTo>
                  <a:lnTo>
                    <a:pt x="38479" y="445"/>
                  </a:lnTo>
                  <a:lnTo>
                    <a:pt x="38479" y="44610"/>
                  </a:lnTo>
                  <a:lnTo>
                    <a:pt x="47706" y="44610"/>
                  </a:lnTo>
                  <a:lnTo>
                    <a:pt x="47706" y="52275"/>
                  </a:lnTo>
                  <a:lnTo>
                    <a:pt x="38479" y="52275"/>
                  </a:lnTo>
                  <a:lnTo>
                    <a:pt x="38479" y="68608"/>
                  </a:lnTo>
                  <a:lnTo>
                    <a:pt x="30144" y="68608"/>
                  </a:lnTo>
                  <a:moveTo>
                    <a:pt x="30144" y="44610"/>
                  </a:moveTo>
                  <a:lnTo>
                    <a:pt x="30144" y="13877"/>
                  </a:lnTo>
                  <a:lnTo>
                    <a:pt x="8787" y="4461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  <p:sp>
          <p:nvSpPr>
            <p:cNvPr id="3165" name="Freeform 3164">
              <a:extLst>
                <a:ext uri="{FF2B5EF4-FFF2-40B4-BE49-F238E27FC236}">
                  <a16:creationId xmlns:a16="http://schemas.microsoft.com/office/drawing/2014/main" id="{FDADE9CA-2C4C-D7FA-96BD-4DCBE71A67BE}"/>
                </a:ext>
              </a:extLst>
            </p:cNvPr>
            <p:cNvSpPr/>
            <p:nvPr/>
          </p:nvSpPr>
          <p:spPr>
            <a:xfrm>
              <a:off x="8246824" y="9881108"/>
              <a:ext cx="43011" cy="51643"/>
            </a:xfrm>
            <a:custGeom>
              <a:avLst/>
              <a:gdLst>
                <a:gd name="csX0" fmla="*/ 35322 w 43011"/>
                <a:gd name="csY0" fmla="*/ 32890 h 51643"/>
                <a:gd name="csX1" fmla="*/ 43544 w 43011"/>
                <a:gd name="csY1" fmla="*/ 33932 h 51643"/>
                <a:gd name="csX2" fmla="*/ 36661 w 43011"/>
                <a:gd name="csY2" fmla="*/ 47289 h 51643"/>
                <a:gd name="csX3" fmla="*/ 23006 w 43011"/>
                <a:gd name="csY3" fmla="*/ 52089 h 51643"/>
                <a:gd name="csX4" fmla="*/ 6709 w 43011"/>
                <a:gd name="csY4" fmla="*/ 45466 h 51643"/>
                <a:gd name="csX5" fmla="*/ 533 w 43011"/>
                <a:gd name="csY5" fmla="*/ 26453 h 51643"/>
                <a:gd name="csX6" fmla="*/ 3175 w 43011"/>
                <a:gd name="csY6" fmla="*/ 12463 h 51643"/>
                <a:gd name="csX7" fmla="*/ 11249 w 43011"/>
                <a:gd name="csY7" fmla="*/ 3459 h 51643"/>
                <a:gd name="csX8" fmla="*/ 23043 w 43011"/>
                <a:gd name="csY8" fmla="*/ 445 h 51643"/>
                <a:gd name="csX9" fmla="*/ 36215 w 43011"/>
                <a:gd name="csY9" fmla="*/ 4538 h 51643"/>
                <a:gd name="csX10" fmla="*/ 42763 w 43011"/>
                <a:gd name="csY10" fmla="*/ 16072 h 51643"/>
                <a:gd name="csX11" fmla="*/ 34615 w 43011"/>
                <a:gd name="csY11" fmla="*/ 17337 h 51643"/>
                <a:gd name="csX12" fmla="*/ 30522 w 43011"/>
                <a:gd name="csY12" fmla="*/ 9859 h 51643"/>
                <a:gd name="csX13" fmla="*/ 23378 w 43011"/>
                <a:gd name="csY13" fmla="*/ 7366 h 51643"/>
                <a:gd name="csX14" fmla="*/ 13109 w 43011"/>
                <a:gd name="csY14" fmla="*/ 11868 h 51643"/>
                <a:gd name="csX15" fmla="*/ 9128 w 43011"/>
                <a:gd name="csY15" fmla="*/ 26230 h 51643"/>
                <a:gd name="csX16" fmla="*/ 12960 w 43011"/>
                <a:gd name="csY16" fmla="*/ 40703 h 51643"/>
                <a:gd name="csX17" fmla="*/ 22895 w 43011"/>
                <a:gd name="csY17" fmla="*/ 45205 h 51643"/>
                <a:gd name="csX18" fmla="*/ 31117 w 43011"/>
                <a:gd name="csY18" fmla="*/ 42191 h 51643"/>
                <a:gd name="csX19" fmla="*/ 35322 w 43011"/>
                <a:gd name="csY19" fmla="*/ 32890 h 51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011" h="51643">
                  <a:moveTo>
                    <a:pt x="35322" y="32890"/>
                  </a:moveTo>
                  <a:lnTo>
                    <a:pt x="43544" y="33932"/>
                  </a:lnTo>
                  <a:cubicBezTo>
                    <a:pt x="42651" y="39624"/>
                    <a:pt x="40345" y="44052"/>
                    <a:pt x="36661" y="47289"/>
                  </a:cubicBezTo>
                  <a:cubicBezTo>
                    <a:pt x="32940" y="50489"/>
                    <a:pt x="28401" y="52089"/>
                    <a:pt x="23006" y="52089"/>
                  </a:cubicBezTo>
                  <a:cubicBezTo>
                    <a:pt x="16234" y="52089"/>
                    <a:pt x="10802" y="49893"/>
                    <a:pt x="6709" y="45466"/>
                  </a:cubicBezTo>
                  <a:cubicBezTo>
                    <a:pt x="2579" y="41038"/>
                    <a:pt x="533" y="34713"/>
                    <a:pt x="533" y="26453"/>
                  </a:cubicBezTo>
                  <a:cubicBezTo>
                    <a:pt x="533" y="21132"/>
                    <a:pt x="1426" y="16444"/>
                    <a:pt x="3175" y="12463"/>
                  </a:cubicBezTo>
                  <a:cubicBezTo>
                    <a:pt x="4961" y="8482"/>
                    <a:pt x="7640" y="5468"/>
                    <a:pt x="11249" y="3459"/>
                  </a:cubicBezTo>
                  <a:cubicBezTo>
                    <a:pt x="14858" y="1450"/>
                    <a:pt x="18802" y="445"/>
                    <a:pt x="23043" y="445"/>
                  </a:cubicBezTo>
                  <a:cubicBezTo>
                    <a:pt x="28401" y="445"/>
                    <a:pt x="32792" y="1822"/>
                    <a:pt x="36215" y="4538"/>
                  </a:cubicBezTo>
                  <a:cubicBezTo>
                    <a:pt x="39600" y="7254"/>
                    <a:pt x="41796" y="11086"/>
                    <a:pt x="42763" y="16072"/>
                  </a:cubicBezTo>
                  <a:lnTo>
                    <a:pt x="34615" y="17337"/>
                  </a:lnTo>
                  <a:cubicBezTo>
                    <a:pt x="33833" y="14026"/>
                    <a:pt x="32494" y="11533"/>
                    <a:pt x="30522" y="9859"/>
                  </a:cubicBezTo>
                  <a:cubicBezTo>
                    <a:pt x="28550" y="8184"/>
                    <a:pt x="26169" y="7366"/>
                    <a:pt x="23378" y="7366"/>
                  </a:cubicBezTo>
                  <a:cubicBezTo>
                    <a:pt x="19137" y="7366"/>
                    <a:pt x="15714" y="8854"/>
                    <a:pt x="13109" y="11868"/>
                  </a:cubicBezTo>
                  <a:cubicBezTo>
                    <a:pt x="10467" y="14919"/>
                    <a:pt x="9128" y="19681"/>
                    <a:pt x="9128" y="26230"/>
                  </a:cubicBezTo>
                  <a:cubicBezTo>
                    <a:pt x="9128" y="32853"/>
                    <a:pt x="10393" y="37689"/>
                    <a:pt x="12960" y="40703"/>
                  </a:cubicBezTo>
                  <a:cubicBezTo>
                    <a:pt x="15490" y="43717"/>
                    <a:pt x="18802" y="45205"/>
                    <a:pt x="22895" y="45205"/>
                  </a:cubicBezTo>
                  <a:cubicBezTo>
                    <a:pt x="26206" y="45205"/>
                    <a:pt x="28922" y="44201"/>
                    <a:pt x="31117" y="42191"/>
                  </a:cubicBezTo>
                  <a:cubicBezTo>
                    <a:pt x="33350" y="40182"/>
                    <a:pt x="34726" y="37057"/>
                    <a:pt x="35322" y="3289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pPr algn="r"/>
              <a:endParaRPr lang="en-US"/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BCE682A8-BF9B-A591-2EED-8AAD704BB4D1}"/>
              </a:ext>
            </a:extLst>
          </p:cNvPr>
          <p:cNvGrpSpPr/>
          <p:nvPr/>
        </p:nvGrpSpPr>
        <p:grpSpPr>
          <a:xfrm>
            <a:off x="4605810" y="5839585"/>
            <a:ext cx="148237" cy="849172"/>
            <a:chOff x="4380383" y="5492551"/>
            <a:chExt cx="148237" cy="849172"/>
          </a:xfrm>
        </p:grpSpPr>
        <p:sp>
          <p:nvSpPr>
            <p:cNvPr id="3166" name="Freeform 3165">
              <a:extLst>
                <a:ext uri="{FF2B5EF4-FFF2-40B4-BE49-F238E27FC236}">
                  <a16:creationId xmlns:a16="http://schemas.microsoft.com/office/drawing/2014/main" id="{8E5FC9D3-6E2F-948F-51A6-F424F37F8F7B}"/>
                </a:ext>
              </a:extLst>
            </p:cNvPr>
            <p:cNvSpPr/>
            <p:nvPr/>
          </p:nvSpPr>
          <p:spPr>
            <a:xfrm>
              <a:off x="4380383" y="630286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EBEBE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7" name="Freeform 3166">
              <a:extLst>
                <a:ext uri="{FF2B5EF4-FFF2-40B4-BE49-F238E27FC236}">
                  <a16:creationId xmlns:a16="http://schemas.microsoft.com/office/drawing/2014/main" id="{314061CD-ADFB-812A-2B15-584EB8127BBA}"/>
                </a:ext>
              </a:extLst>
            </p:cNvPr>
            <p:cNvSpPr/>
            <p:nvPr/>
          </p:nvSpPr>
          <p:spPr>
            <a:xfrm>
              <a:off x="4380383" y="6286666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1C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8" name="Freeform 3167">
              <a:extLst>
                <a:ext uri="{FF2B5EF4-FFF2-40B4-BE49-F238E27FC236}">
                  <a16:creationId xmlns:a16="http://schemas.microsoft.com/office/drawing/2014/main" id="{8402417D-D45A-9011-744F-1200EF9244B0}"/>
                </a:ext>
              </a:extLst>
            </p:cNvPr>
            <p:cNvSpPr/>
            <p:nvPr/>
          </p:nvSpPr>
          <p:spPr>
            <a:xfrm>
              <a:off x="4380383" y="627047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C5C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9" name="Freeform 3168">
              <a:extLst>
                <a:ext uri="{FF2B5EF4-FFF2-40B4-BE49-F238E27FC236}">
                  <a16:creationId xmlns:a16="http://schemas.microsoft.com/office/drawing/2014/main" id="{AC2CFE1A-DC72-7B96-A8FD-AC90B4B259B8}"/>
                </a:ext>
              </a:extLst>
            </p:cNvPr>
            <p:cNvSpPr/>
            <p:nvPr/>
          </p:nvSpPr>
          <p:spPr>
            <a:xfrm>
              <a:off x="4380383" y="625427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9C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0" name="Freeform 3169">
              <a:extLst>
                <a:ext uri="{FF2B5EF4-FFF2-40B4-BE49-F238E27FC236}">
                  <a16:creationId xmlns:a16="http://schemas.microsoft.com/office/drawing/2014/main" id="{0E52575B-9F16-8749-FB0E-4D17E5541AC3}"/>
                </a:ext>
              </a:extLst>
            </p:cNvPr>
            <p:cNvSpPr/>
            <p:nvPr/>
          </p:nvSpPr>
          <p:spPr>
            <a:xfrm>
              <a:off x="4380383" y="623808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DCDC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1" name="Freeform 3170">
              <a:extLst>
                <a:ext uri="{FF2B5EF4-FFF2-40B4-BE49-F238E27FC236}">
                  <a16:creationId xmlns:a16="http://schemas.microsoft.com/office/drawing/2014/main" id="{F404F8D0-ECC6-422A-8890-2AF9C9DAF64D}"/>
                </a:ext>
              </a:extLst>
            </p:cNvPr>
            <p:cNvSpPr/>
            <p:nvPr/>
          </p:nvSpPr>
          <p:spPr>
            <a:xfrm>
              <a:off x="4380383" y="6221889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2" name="Freeform 3171">
              <a:extLst>
                <a:ext uri="{FF2B5EF4-FFF2-40B4-BE49-F238E27FC236}">
                  <a16:creationId xmlns:a16="http://schemas.microsoft.com/office/drawing/2014/main" id="{F82E7551-2270-252B-0D2F-65C36CF62379}"/>
                </a:ext>
              </a:extLst>
            </p:cNvPr>
            <p:cNvSpPr/>
            <p:nvPr/>
          </p:nvSpPr>
          <p:spPr>
            <a:xfrm>
              <a:off x="4380383" y="6205694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3" name="Freeform 3172">
              <a:extLst>
                <a:ext uri="{FF2B5EF4-FFF2-40B4-BE49-F238E27FC236}">
                  <a16:creationId xmlns:a16="http://schemas.microsoft.com/office/drawing/2014/main" id="{CF21F763-A081-06CF-1854-9C52FF35ED4A}"/>
                </a:ext>
              </a:extLst>
            </p:cNvPr>
            <p:cNvSpPr/>
            <p:nvPr/>
          </p:nvSpPr>
          <p:spPr>
            <a:xfrm>
              <a:off x="4380383" y="618950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4" name="Freeform 3173">
              <a:extLst>
                <a:ext uri="{FF2B5EF4-FFF2-40B4-BE49-F238E27FC236}">
                  <a16:creationId xmlns:a16="http://schemas.microsoft.com/office/drawing/2014/main" id="{967B8FCA-32F4-E925-6D66-1CB056D8D273}"/>
                </a:ext>
              </a:extLst>
            </p:cNvPr>
            <p:cNvSpPr/>
            <p:nvPr/>
          </p:nvSpPr>
          <p:spPr>
            <a:xfrm>
              <a:off x="4380383" y="617330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DDD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5" name="Freeform 3174">
              <a:extLst>
                <a:ext uri="{FF2B5EF4-FFF2-40B4-BE49-F238E27FC236}">
                  <a16:creationId xmlns:a16="http://schemas.microsoft.com/office/drawing/2014/main" id="{3697BD99-7B0C-A50F-53B2-07EE32999FE2}"/>
                </a:ext>
              </a:extLst>
            </p:cNvPr>
            <p:cNvSpPr/>
            <p:nvPr/>
          </p:nvSpPr>
          <p:spPr>
            <a:xfrm>
              <a:off x="4380383" y="6157111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1E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6" name="Freeform 3175">
              <a:extLst>
                <a:ext uri="{FF2B5EF4-FFF2-40B4-BE49-F238E27FC236}">
                  <a16:creationId xmlns:a16="http://schemas.microsoft.com/office/drawing/2014/main" id="{CD420672-AA91-BA7D-80F9-34D8BBC31D8B}"/>
                </a:ext>
              </a:extLst>
            </p:cNvPr>
            <p:cNvSpPr/>
            <p:nvPr/>
          </p:nvSpPr>
          <p:spPr>
            <a:xfrm>
              <a:off x="4380383" y="614091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5E5E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7" name="Freeform 3176">
              <a:extLst>
                <a:ext uri="{FF2B5EF4-FFF2-40B4-BE49-F238E27FC236}">
                  <a16:creationId xmlns:a16="http://schemas.microsoft.com/office/drawing/2014/main" id="{69798C39-AF05-9F71-2832-1C9AC3FB88A8}"/>
                </a:ext>
              </a:extLst>
            </p:cNvPr>
            <p:cNvSpPr/>
            <p:nvPr/>
          </p:nvSpPr>
          <p:spPr>
            <a:xfrm>
              <a:off x="4380383" y="612472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9E9E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8" name="Freeform 3177">
              <a:extLst>
                <a:ext uri="{FF2B5EF4-FFF2-40B4-BE49-F238E27FC236}">
                  <a16:creationId xmlns:a16="http://schemas.microsoft.com/office/drawing/2014/main" id="{8D6F6EA6-2B3A-24D6-B8AC-E61D23F38230}"/>
                </a:ext>
              </a:extLst>
            </p:cNvPr>
            <p:cNvSpPr/>
            <p:nvPr/>
          </p:nvSpPr>
          <p:spPr>
            <a:xfrm>
              <a:off x="4380383" y="6108528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9" name="Freeform 3178">
              <a:extLst>
                <a:ext uri="{FF2B5EF4-FFF2-40B4-BE49-F238E27FC236}">
                  <a16:creationId xmlns:a16="http://schemas.microsoft.com/office/drawing/2014/main" id="{9F98BA13-9929-A867-CA31-852A1BC9F4A1}"/>
                </a:ext>
              </a:extLst>
            </p:cNvPr>
            <p:cNvSpPr/>
            <p:nvPr/>
          </p:nvSpPr>
          <p:spPr>
            <a:xfrm>
              <a:off x="4380383" y="609233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1F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0" name="Freeform 3179">
              <a:extLst>
                <a:ext uri="{FF2B5EF4-FFF2-40B4-BE49-F238E27FC236}">
                  <a16:creationId xmlns:a16="http://schemas.microsoft.com/office/drawing/2014/main" id="{7099AEC8-494D-5781-A945-E37345A3F875}"/>
                </a:ext>
              </a:extLst>
            </p:cNvPr>
            <p:cNvSpPr/>
            <p:nvPr/>
          </p:nvSpPr>
          <p:spPr>
            <a:xfrm>
              <a:off x="4380383" y="6076139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1" name="Freeform 3180">
              <a:extLst>
                <a:ext uri="{FF2B5EF4-FFF2-40B4-BE49-F238E27FC236}">
                  <a16:creationId xmlns:a16="http://schemas.microsoft.com/office/drawing/2014/main" id="{4BDDBDF5-412F-CFE3-AE6A-0C5CAA84307D}"/>
                </a:ext>
              </a:extLst>
            </p:cNvPr>
            <p:cNvSpPr/>
            <p:nvPr/>
          </p:nvSpPr>
          <p:spPr>
            <a:xfrm>
              <a:off x="4380383" y="605994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F9F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2" name="Freeform 3181">
              <a:extLst>
                <a:ext uri="{FF2B5EF4-FFF2-40B4-BE49-F238E27FC236}">
                  <a16:creationId xmlns:a16="http://schemas.microsoft.com/office/drawing/2014/main" id="{146E9F33-3046-6C94-F930-181D3F6657E3}"/>
                </a:ext>
              </a:extLst>
            </p:cNvPr>
            <p:cNvSpPr/>
            <p:nvPr/>
          </p:nvSpPr>
          <p:spPr>
            <a:xfrm>
              <a:off x="4380383" y="604375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FDFD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3" name="Freeform 3182">
              <a:extLst>
                <a:ext uri="{FF2B5EF4-FFF2-40B4-BE49-F238E27FC236}">
                  <a16:creationId xmlns:a16="http://schemas.microsoft.com/office/drawing/2014/main" id="{05EE4E3B-84E1-7A37-40D8-A3517003F3FB}"/>
                </a:ext>
              </a:extLst>
            </p:cNvPr>
            <p:cNvSpPr/>
            <p:nvPr/>
          </p:nvSpPr>
          <p:spPr>
            <a:xfrm>
              <a:off x="4380383" y="6027556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BF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4" name="Freeform 3183">
              <a:extLst>
                <a:ext uri="{FF2B5EF4-FFF2-40B4-BE49-F238E27FC236}">
                  <a16:creationId xmlns:a16="http://schemas.microsoft.com/office/drawing/2014/main" id="{FCE6A511-D69C-5BAF-4FA0-21319A65E872}"/>
                </a:ext>
              </a:extLst>
            </p:cNvPr>
            <p:cNvSpPr/>
            <p:nvPr/>
          </p:nvSpPr>
          <p:spPr>
            <a:xfrm>
              <a:off x="4380383" y="601136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5E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5" name="Freeform 3184">
              <a:extLst>
                <a:ext uri="{FF2B5EF4-FFF2-40B4-BE49-F238E27FC236}">
                  <a16:creationId xmlns:a16="http://schemas.microsoft.com/office/drawing/2014/main" id="{F683A580-D488-FD2D-75D2-4F49E46386B6}"/>
                </a:ext>
              </a:extLst>
            </p:cNvPr>
            <p:cNvSpPr/>
            <p:nvPr/>
          </p:nvSpPr>
          <p:spPr>
            <a:xfrm>
              <a:off x="4380383" y="599516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D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6" name="Freeform 3185">
              <a:extLst>
                <a:ext uri="{FF2B5EF4-FFF2-40B4-BE49-F238E27FC236}">
                  <a16:creationId xmlns:a16="http://schemas.microsoft.com/office/drawing/2014/main" id="{10C90FA6-3235-E5D3-3BE8-2F58EE5CBBB3}"/>
                </a:ext>
              </a:extLst>
            </p:cNvPr>
            <p:cNvSpPr/>
            <p:nvPr/>
          </p:nvSpPr>
          <p:spPr>
            <a:xfrm>
              <a:off x="4380383" y="597897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AC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7" name="Freeform 3186">
              <a:extLst>
                <a:ext uri="{FF2B5EF4-FFF2-40B4-BE49-F238E27FC236}">
                  <a16:creationId xmlns:a16="http://schemas.microsoft.com/office/drawing/2014/main" id="{A2E0390B-ACC6-2B46-2AFE-3CBE270B35F2}"/>
                </a:ext>
              </a:extLst>
            </p:cNvPr>
            <p:cNvSpPr/>
            <p:nvPr/>
          </p:nvSpPr>
          <p:spPr>
            <a:xfrm>
              <a:off x="4380383" y="5962778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5B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8" name="Freeform 3187">
              <a:extLst>
                <a:ext uri="{FF2B5EF4-FFF2-40B4-BE49-F238E27FC236}">
                  <a16:creationId xmlns:a16="http://schemas.microsoft.com/office/drawing/2014/main" id="{F52CE16F-7464-6C30-B4D6-7FA700CD29E7}"/>
                </a:ext>
              </a:extLst>
            </p:cNvPr>
            <p:cNvSpPr/>
            <p:nvPr/>
          </p:nvSpPr>
          <p:spPr>
            <a:xfrm>
              <a:off x="4380383" y="5946584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FA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9" name="Freeform 3188">
              <a:extLst>
                <a:ext uri="{FF2B5EF4-FFF2-40B4-BE49-F238E27FC236}">
                  <a16:creationId xmlns:a16="http://schemas.microsoft.com/office/drawing/2014/main" id="{184E810C-97FA-C3E8-5A81-33140BF131D9}"/>
                </a:ext>
              </a:extLst>
            </p:cNvPr>
            <p:cNvSpPr/>
            <p:nvPr/>
          </p:nvSpPr>
          <p:spPr>
            <a:xfrm>
              <a:off x="4380383" y="593039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A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0" name="Freeform 3189">
              <a:extLst>
                <a:ext uri="{FF2B5EF4-FFF2-40B4-BE49-F238E27FC236}">
                  <a16:creationId xmlns:a16="http://schemas.microsoft.com/office/drawing/2014/main" id="{6367CE3B-FE4B-19A9-4D5C-77D9A2DC75D1}"/>
                </a:ext>
              </a:extLst>
            </p:cNvPr>
            <p:cNvSpPr/>
            <p:nvPr/>
          </p:nvSpPr>
          <p:spPr>
            <a:xfrm>
              <a:off x="4380383" y="591419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487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1" name="Freeform 3190">
              <a:extLst>
                <a:ext uri="{FF2B5EF4-FFF2-40B4-BE49-F238E27FC236}">
                  <a16:creationId xmlns:a16="http://schemas.microsoft.com/office/drawing/2014/main" id="{FBDC2A3C-B2EE-EEE8-9171-32AB63D8CEB4}"/>
                </a:ext>
              </a:extLst>
            </p:cNvPr>
            <p:cNvSpPr/>
            <p:nvPr/>
          </p:nvSpPr>
          <p:spPr>
            <a:xfrm>
              <a:off x="4380383" y="5898001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F77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2" name="Freeform 3191">
              <a:extLst>
                <a:ext uri="{FF2B5EF4-FFF2-40B4-BE49-F238E27FC236}">
                  <a16:creationId xmlns:a16="http://schemas.microsoft.com/office/drawing/2014/main" id="{A3875F79-375D-7F80-8FAA-180561B0A325}"/>
                </a:ext>
              </a:extLst>
            </p:cNvPr>
            <p:cNvSpPr/>
            <p:nvPr/>
          </p:nvSpPr>
          <p:spPr>
            <a:xfrm>
              <a:off x="4380383" y="588180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96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3" name="Freeform 3192">
              <a:extLst>
                <a:ext uri="{FF2B5EF4-FFF2-40B4-BE49-F238E27FC236}">
                  <a16:creationId xmlns:a16="http://schemas.microsoft.com/office/drawing/2014/main" id="{84B1A80D-6C15-A4CA-A763-EE8BEB3AB4F6}"/>
                </a:ext>
              </a:extLst>
            </p:cNvPr>
            <p:cNvSpPr/>
            <p:nvPr/>
          </p:nvSpPr>
          <p:spPr>
            <a:xfrm>
              <a:off x="4380383" y="586561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5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4" name="Freeform 3193">
              <a:extLst>
                <a:ext uri="{FF2B5EF4-FFF2-40B4-BE49-F238E27FC236}">
                  <a16:creationId xmlns:a16="http://schemas.microsoft.com/office/drawing/2014/main" id="{29549303-7764-25EC-AB1D-1F8BFFE7BB7E}"/>
                </a:ext>
              </a:extLst>
            </p:cNvPr>
            <p:cNvSpPr/>
            <p:nvPr/>
          </p:nvSpPr>
          <p:spPr>
            <a:xfrm>
              <a:off x="4380383" y="5849418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E48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5" name="Freeform 3194">
              <a:extLst>
                <a:ext uri="{FF2B5EF4-FFF2-40B4-BE49-F238E27FC236}">
                  <a16:creationId xmlns:a16="http://schemas.microsoft.com/office/drawing/2014/main" id="{7A98A630-BD26-DC53-3BF4-634F61E65860}"/>
                </a:ext>
              </a:extLst>
            </p:cNvPr>
            <p:cNvSpPr/>
            <p:nvPr/>
          </p:nvSpPr>
          <p:spPr>
            <a:xfrm>
              <a:off x="4380383" y="583322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93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6" name="Freeform 3195">
              <a:extLst>
                <a:ext uri="{FF2B5EF4-FFF2-40B4-BE49-F238E27FC236}">
                  <a16:creationId xmlns:a16="http://schemas.microsoft.com/office/drawing/2014/main" id="{A9BB3167-596B-5790-4135-10049388183C}"/>
                </a:ext>
              </a:extLst>
            </p:cNvPr>
            <p:cNvSpPr/>
            <p:nvPr/>
          </p:nvSpPr>
          <p:spPr>
            <a:xfrm>
              <a:off x="4380383" y="5817029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32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7" name="Freeform 3196">
              <a:extLst>
                <a:ext uri="{FF2B5EF4-FFF2-40B4-BE49-F238E27FC236}">
                  <a16:creationId xmlns:a16="http://schemas.microsoft.com/office/drawing/2014/main" id="{33B75823-63CA-274E-976D-0FC95E8FB158}"/>
                </a:ext>
              </a:extLst>
            </p:cNvPr>
            <p:cNvSpPr/>
            <p:nvPr/>
          </p:nvSpPr>
          <p:spPr>
            <a:xfrm>
              <a:off x="4380383" y="580083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E1A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8" name="Freeform 3197">
              <a:extLst>
                <a:ext uri="{FF2B5EF4-FFF2-40B4-BE49-F238E27FC236}">
                  <a16:creationId xmlns:a16="http://schemas.microsoft.com/office/drawing/2014/main" id="{157357E7-4C44-0F41-0F86-6725E64AC0CF}"/>
                </a:ext>
              </a:extLst>
            </p:cNvPr>
            <p:cNvSpPr/>
            <p:nvPr/>
          </p:nvSpPr>
          <p:spPr>
            <a:xfrm>
              <a:off x="4380383" y="578464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80A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9" name="Freeform 3198">
              <a:extLst>
                <a:ext uri="{FF2B5EF4-FFF2-40B4-BE49-F238E27FC236}">
                  <a16:creationId xmlns:a16="http://schemas.microsoft.com/office/drawing/2014/main" id="{F6974B55-171E-94A4-D007-C734EA1AC69E}"/>
                </a:ext>
              </a:extLst>
            </p:cNvPr>
            <p:cNvSpPr/>
            <p:nvPr/>
          </p:nvSpPr>
          <p:spPr>
            <a:xfrm>
              <a:off x="4380383" y="5768446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1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0" name="Freeform 3199">
              <a:extLst>
                <a:ext uri="{FF2B5EF4-FFF2-40B4-BE49-F238E27FC236}">
                  <a16:creationId xmlns:a16="http://schemas.microsoft.com/office/drawing/2014/main" id="{86BED559-4A51-FD53-0EE7-2749A3CD048D}"/>
                </a:ext>
              </a:extLst>
            </p:cNvPr>
            <p:cNvSpPr/>
            <p:nvPr/>
          </p:nvSpPr>
          <p:spPr>
            <a:xfrm>
              <a:off x="4380383" y="575225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7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1" name="Freeform 3200">
              <a:extLst>
                <a:ext uri="{FF2B5EF4-FFF2-40B4-BE49-F238E27FC236}">
                  <a16:creationId xmlns:a16="http://schemas.microsoft.com/office/drawing/2014/main" id="{C7BDBBCB-D5E7-C6BB-9FE5-808862ACE766}"/>
                </a:ext>
              </a:extLst>
            </p:cNvPr>
            <p:cNvSpPr/>
            <p:nvPr/>
          </p:nvSpPr>
          <p:spPr>
            <a:xfrm>
              <a:off x="4380383" y="573605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D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2" name="Freeform 3201">
              <a:extLst>
                <a:ext uri="{FF2B5EF4-FFF2-40B4-BE49-F238E27FC236}">
                  <a16:creationId xmlns:a16="http://schemas.microsoft.com/office/drawing/2014/main" id="{1899D029-CE9D-A800-0D8B-DE6601D461B1}"/>
                </a:ext>
              </a:extLst>
            </p:cNvPr>
            <p:cNvSpPr/>
            <p:nvPr/>
          </p:nvSpPr>
          <p:spPr>
            <a:xfrm>
              <a:off x="4380383" y="571986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3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3" name="Freeform 3202">
              <a:extLst>
                <a:ext uri="{FF2B5EF4-FFF2-40B4-BE49-F238E27FC236}">
                  <a16:creationId xmlns:a16="http://schemas.microsoft.com/office/drawing/2014/main" id="{77D7BB5E-9972-2A4B-3792-9B73DB0AE750}"/>
                </a:ext>
              </a:extLst>
            </p:cNvPr>
            <p:cNvSpPr/>
            <p:nvPr/>
          </p:nvSpPr>
          <p:spPr>
            <a:xfrm>
              <a:off x="4380383" y="5703668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9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4" name="Freeform 3203">
              <a:extLst>
                <a:ext uri="{FF2B5EF4-FFF2-40B4-BE49-F238E27FC236}">
                  <a16:creationId xmlns:a16="http://schemas.microsoft.com/office/drawing/2014/main" id="{A5451ADB-30B9-6612-06FD-142BE10025A5}"/>
                </a:ext>
              </a:extLst>
            </p:cNvPr>
            <p:cNvSpPr/>
            <p:nvPr/>
          </p:nvSpPr>
          <p:spPr>
            <a:xfrm>
              <a:off x="4380383" y="5687474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6F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5" name="Freeform 3204">
              <a:extLst>
                <a:ext uri="{FF2B5EF4-FFF2-40B4-BE49-F238E27FC236}">
                  <a16:creationId xmlns:a16="http://schemas.microsoft.com/office/drawing/2014/main" id="{E203FDEA-AA0A-E0F2-FFC0-410F5066B522}"/>
                </a:ext>
              </a:extLst>
            </p:cNvPr>
            <p:cNvSpPr/>
            <p:nvPr/>
          </p:nvSpPr>
          <p:spPr>
            <a:xfrm>
              <a:off x="4380383" y="567128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65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6" name="Freeform 3205">
              <a:extLst>
                <a:ext uri="{FF2B5EF4-FFF2-40B4-BE49-F238E27FC236}">
                  <a16:creationId xmlns:a16="http://schemas.microsoft.com/office/drawing/2014/main" id="{82F483FB-9093-C526-5BAB-BDA16020762E}"/>
                </a:ext>
              </a:extLst>
            </p:cNvPr>
            <p:cNvSpPr/>
            <p:nvPr/>
          </p:nvSpPr>
          <p:spPr>
            <a:xfrm>
              <a:off x="4380383" y="565508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A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7" name="Freeform 3206">
              <a:extLst>
                <a:ext uri="{FF2B5EF4-FFF2-40B4-BE49-F238E27FC236}">
                  <a16:creationId xmlns:a16="http://schemas.microsoft.com/office/drawing/2014/main" id="{967CE171-3AC5-6858-EE1A-9F8F8B492C1D}"/>
                </a:ext>
              </a:extLst>
            </p:cNvPr>
            <p:cNvSpPr/>
            <p:nvPr/>
          </p:nvSpPr>
          <p:spPr>
            <a:xfrm>
              <a:off x="4380383" y="5638891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8" name="Freeform 3207">
              <a:extLst>
                <a:ext uri="{FF2B5EF4-FFF2-40B4-BE49-F238E27FC236}">
                  <a16:creationId xmlns:a16="http://schemas.microsoft.com/office/drawing/2014/main" id="{4E59EE0A-D264-17F7-9F02-D473125E14C0}"/>
                </a:ext>
              </a:extLst>
            </p:cNvPr>
            <p:cNvSpPr/>
            <p:nvPr/>
          </p:nvSpPr>
          <p:spPr>
            <a:xfrm>
              <a:off x="4380383" y="5622697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46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9" name="Freeform 3208">
              <a:extLst>
                <a:ext uri="{FF2B5EF4-FFF2-40B4-BE49-F238E27FC236}">
                  <a16:creationId xmlns:a16="http://schemas.microsoft.com/office/drawing/2014/main" id="{9189C489-CA34-C5E0-558E-4158D1E454E9}"/>
                </a:ext>
              </a:extLst>
            </p:cNvPr>
            <p:cNvSpPr/>
            <p:nvPr/>
          </p:nvSpPr>
          <p:spPr>
            <a:xfrm>
              <a:off x="4380383" y="5606502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C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0" name="Freeform 3209">
              <a:extLst>
                <a:ext uri="{FF2B5EF4-FFF2-40B4-BE49-F238E27FC236}">
                  <a16:creationId xmlns:a16="http://schemas.microsoft.com/office/drawing/2014/main" id="{91828284-3CBD-A321-14C8-FB89A7CA6839}"/>
                </a:ext>
              </a:extLst>
            </p:cNvPr>
            <p:cNvSpPr/>
            <p:nvPr/>
          </p:nvSpPr>
          <p:spPr>
            <a:xfrm>
              <a:off x="4380383" y="5590308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2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1" name="Freeform 3210">
              <a:extLst>
                <a:ext uri="{FF2B5EF4-FFF2-40B4-BE49-F238E27FC236}">
                  <a16:creationId xmlns:a16="http://schemas.microsoft.com/office/drawing/2014/main" id="{B7C4C747-47C1-5E6C-2996-D7FBD73624A7}"/>
                </a:ext>
              </a:extLst>
            </p:cNvPr>
            <p:cNvSpPr/>
            <p:nvPr/>
          </p:nvSpPr>
          <p:spPr>
            <a:xfrm>
              <a:off x="4380383" y="5574113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28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2" name="Freeform 3211">
              <a:extLst>
                <a:ext uri="{FF2B5EF4-FFF2-40B4-BE49-F238E27FC236}">
                  <a16:creationId xmlns:a16="http://schemas.microsoft.com/office/drawing/2014/main" id="{993FE14C-9AED-0C99-787A-A83128EDB7EC}"/>
                </a:ext>
              </a:extLst>
            </p:cNvPr>
            <p:cNvSpPr/>
            <p:nvPr/>
          </p:nvSpPr>
          <p:spPr>
            <a:xfrm>
              <a:off x="4380383" y="5557919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E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3" name="Freeform 3212">
              <a:extLst>
                <a:ext uri="{FF2B5EF4-FFF2-40B4-BE49-F238E27FC236}">
                  <a16:creationId xmlns:a16="http://schemas.microsoft.com/office/drawing/2014/main" id="{0089050E-BF26-D884-3223-F0F0373B6B8C}"/>
                </a:ext>
              </a:extLst>
            </p:cNvPr>
            <p:cNvSpPr/>
            <p:nvPr/>
          </p:nvSpPr>
          <p:spPr>
            <a:xfrm>
              <a:off x="4380383" y="5541725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4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4" name="Freeform 3213">
              <a:extLst>
                <a:ext uri="{FF2B5EF4-FFF2-40B4-BE49-F238E27FC236}">
                  <a16:creationId xmlns:a16="http://schemas.microsoft.com/office/drawing/2014/main" id="{6D1F68BA-7906-6FA6-82F7-D1444C100683}"/>
                </a:ext>
              </a:extLst>
            </p:cNvPr>
            <p:cNvSpPr/>
            <p:nvPr/>
          </p:nvSpPr>
          <p:spPr>
            <a:xfrm>
              <a:off x="4380383" y="5525530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A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5" name="Freeform 3214">
              <a:extLst>
                <a:ext uri="{FF2B5EF4-FFF2-40B4-BE49-F238E27FC236}">
                  <a16:creationId xmlns:a16="http://schemas.microsoft.com/office/drawing/2014/main" id="{48B59F4A-EACE-9A58-4280-244D40AC1EFA}"/>
                </a:ext>
              </a:extLst>
            </p:cNvPr>
            <p:cNvSpPr/>
            <p:nvPr/>
          </p:nvSpPr>
          <p:spPr>
            <a:xfrm>
              <a:off x="4380383" y="5509336"/>
              <a:ext cx="53981" cy="16194"/>
            </a:xfrm>
            <a:custGeom>
              <a:avLst/>
              <a:gdLst>
                <a:gd name="csX0" fmla="*/ 0 w 95250"/>
                <a:gd name="csY0" fmla="*/ 28575 h 28575"/>
                <a:gd name="csX1" fmla="*/ 95250 w 95250"/>
                <a:gd name="csY1" fmla="*/ 28575 h 28575"/>
                <a:gd name="csX2" fmla="*/ 95250 w 95250"/>
                <a:gd name="csY2" fmla="*/ 0 h 28575"/>
                <a:gd name="csX3" fmla="*/ 0 w 95250"/>
                <a:gd name="csY3" fmla="*/ 0 h 28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5250" h="28575">
                  <a:moveTo>
                    <a:pt x="0" y="28575"/>
                  </a:moveTo>
                  <a:lnTo>
                    <a:pt x="95250" y="28575"/>
                  </a:lnTo>
                  <a:lnTo>
                    <a:pt x="95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6" name="Freeform 3215">
              <a:extLst>
                <a:ext uri="{FF2B5EF4-FFF2-40B4-BE49-F238E27FC236}">
                  <a16:creationId xmlns:a16="http://schemas.microsoft.com/office/drawing/2014/main" id="{B38AA99D-E8DB-066A-50F0-ACC607F3430B}"/>
                </a:ext>
              </a:extLst>
            </p:cNvPr>
            <p:cNvSpPr/>
            <p:nvPr/>
          </p:nvSpPr>
          <p:spPr>
            <a:xfrm>
              <a:off x="4458192" y="6302270"/>
              <a:ext cx="25198" cy="39453"/>
            </a:xfrm>
            <a:custGeom>
              <a:avLst/>
              <a:gdLst>
                <a:gd name="csX0" fmla="*/ 560 w 44462"/>
                <a:gd name="csY0" fmla="*/ 35035 h 69614"/>
                <a:gd name="csX1" fmla="*/ 3053 w 44462"/>
                <a:gd name="csY1" fmla="*/ 15576 h 69614"/>
                <a:gd name="csX2" fmla="*/ 10457 w 44462"/>
                <a:gd name="csY2" fmla="*/ 4227 h 69614"/>
                <a:gd name="csX3" fmla="*/ 22809 w 44462"/>
                <a:gd name="csY3" fmla="*/ 209 h 69614"/>
                <a:gd name="csX4" fmla="*/ 32409 w 44462"/>
                <a:gd name="csY4" fmla="*/ 2404 h 69614"/>
                <a:gd name="csX5" fmla="*/ 39255 w 44462"/>
                <a:gd name="csY5" fmla="*/ 8804 h 69614"/>
                <a:gd name="csX6" fmla="*/ 43497 w 44462"/>
                <a:gd name="csY6" fmla="*/ 18924 h 69614"/>
                <a:gd name="csX7" fmla="*/ 45022 w 44462"/>
                <a:gd name="csY7" fmla="*/ 35035 h 69614"/>
                <a:gd name="csX8" fmla="*/ 42566 w 44462"/>
                <a:gd name="csY8" fmla="*/ 54420 h 69614"/>
                <a:gd name="csX9" fmla="*/ 35199 w 44462"/>
                <a:gd name="csY9" fmla="*/ 65805 h 69614"/>
                <a:gd name="csX10" fmla="*/ 22809 w 44462"/>
                <a:gd name="csY10" fmla="*/ 69823 h 69614"/>
                <a:gd name="csX11" fmla="*/ 7331 w 44462"/>
                <a:gd name="csY11" fmla="*/ 62754 h 69614"/>
                <a:gd name="csX12" fmla="*/ 560 w 44462"/>
                <a:gd name="csY12" fmla="*/ 35035 h 69614"/>
                <a:gd name="csX13" fmla="*/ 9192 w 44462"/>
                <a:gd name="csY13" fmla="*/ 35035 h 69614"/>
                <a:gd name="csX14" fmla="*/ 13098 w 44462"/>
                <a:gd name="csY14" fmla="*/ 57396 h 69614"/>
                <a:gd name="csX15" fmla="*/ 22809 w 44462"/>
                <a:gd name="csY15" fmla="*/ 62940 h 69614"/>
                <a:gd name="csX16" fmla="*/ 32483 w 44462"/>
                <a:gd name="csY16" fmla="*/ 57359 h 69614"/>
                <a:gd name="csX17" fmla="*/ 36427 w 44462"/>
                <a:gd name="csY17" fmla="*/ 35035 h 69614"/>
                <a:gd name="csX18" fmla="*/ 32483 w 44462"/>
                <a:gd name="csY18" fmla="*/ 12673 h 69614"/>
                <a:gd name="csX19" fmla="*/ 22698 w 44462"/>
                <a:gd name="csY19" fmla="*/ 7130 h 69614"/>
                <a:gd name="csX20" fmla="*/ 13508 w 44462"/>
                <a:gd name="csY20" fmla="*/ 12041 h 69614"/>
                <a:gd name="csX21" fmla="*/ 9192 w 44462"/>
                <a:gd name="csY21" fmla="*/ 35035 h 69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4462" h="69614">
                  <a:moveTo>
                    <a:pt x="560" y="35035"/>
                  </a:moveTo>
                  <a:cubicBezTo>
                    <a:pt x="560" y="26998"/>
                    <a:pt x="1415" y="20487"/>
                    <a:pt x="3053" y="15576"/>
                  </a:cubicBezTo>
                  <a:cubicBezTo>
                    <a:pt x="4727" y="10664"/>
                    <a:pt x="7183" y="6869"/>
                    <a:pt x="10457" y="4227"/>
                  </a:cubicBezTo>
                  <a:cubicBezTo>
                    <a:pt x="13731" y="1549"/>
                    <a:pt x="17824" y="209"/>
                    <a:pt x="22809" y="209"/>
                  </a:cubicBezTo>
                  <a:cubicBezTo>
                    <a:pt x="26456" y="209"/>
                    <a:pt x="29656" y="953"/>
                    <a:pt x="32409" y="2404"/>
                  </a:cubicBezTo>
                  <a:cubicBezTo>
                    <a:pt x="35199" y="3893"/>
                    <a:pt x="37469" y="6013"/>
                    <a:pt x="39255" y="8804"/>
                  </a:cubicBezTo>
                  <a:cubicBezTo>
                    <a:pt x="41078" y="11557"/>
                    <a:pt x="42455" y="14943"/>
                    <a:pt x="43497" y="18924"/>
                  </a:cubicBezTo>
                  <a:cubicBezTo>
                    <a:pt x="44538" y="22905"/>
                    <a:pt x="45022" y="28300"/>
                    <a:pt x="45022" y="35035"/>
                  </a:cubicBezTo>
                  <a:cubicBezTo>
                    <a:pt x="45022" y="43034"/>
                    <a:pt x="44204" y="49508"/>
                    <a:pt x="42566" y="54420"/>
                  </a:cubicBezTo>
                  <a:cubicBezTo>
                    <a:pt x="40929" y="59331"/>
                    <a:pt x="38474" y="63126"/>
                    <a:pt x="35199" y="65805"/>
                  </a:cubicBezTo>
                  <a:cubicBezTo>
                    <a:pt x="31925" y="68484"/>
                    <a:pt x="27795" y="69823"/>
                    <a:pt x="22809" y="69823"/>
                  </a:cubicBezTo>
                  <a:cubicBezTo>
                    <a:pt x="16224" y="69823"/>
                    <a:pt x="11052" y="67479"/>
                    <a:pt x="7331" y="62754"/>
                  </a:cubicBezTo>
                  <a:cubicBezTo>
                    <a:pt x="2829" y="57099"/>
                    <a:pt x="560" y="47834"/>
                    <a:pt x="560" y="35035"/>
                  </a:cubicBezTo>
                  <a:moveTo>
                    <a:pt x="9192" y="35035"/>
                  </a:moveTo>
                  <a:cubicBezTo>
                    <a:pt x="9192" y="46234"/>
                    <a:pt x="10494" y="53676"/>
                    <a:pt x="13098" y="57396"/>
                  </a:cubicBezTo>
                  <a:cubicBezTo>
                    <a:pt x="15740" y="61080"/>
                    <a:pt x="18940" y="62940"/>
                    <a:pt x="22809" y="62940"/>
                  </a:cubicBezTo>
                  <a:cubicBezTo>
                    <a:pt x="26642" y="62940"/>
                    <a:pt x="29879" y="61080"/>
                    <a:pt x="32483" y="57359"/>
                  </a:cubicBezTo>
                  <a:cubicBezTo>
                    <a:pt x="35125" y="53638"/>
                    <a:pt x="36427" y="46197"/>
                    <a:pt x="36427" y="35035"/>
                  </a:cubicBezTo>
                  <a:cubicBezTo>
                    <a:pt x="36427" y="23836"/>
                    <a:pt x="35125" y="16357"/>
                    <a:pt x="32483" y="12673"/>
                  </a:cubicBezTo>
                  <a:cubicBezTo>
                    <a:pt x="29879" y="8990"/>
                    <a:pt x="26605" y="7130"/>
                    <a:pt x="22698" y="7130"/>
                  </a:cubicBezTo>
                  <a:cubicBezTo>
                    <a:pt x="18866" y="7130"/>
                    <a:pt x="15777" y="8767"/>
                    <a:pt x="13508" y="12041"/>
                  </a:cubicBezTo>
                  <a:cubicBezTo>
                    <a:pt x="10606" y="16171"/>
                    <a:pt x="9192" y="23836"/>
                    <a:pt x="9192" y="35035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17" name="Graphic 2017">
              <a:extLst>
                <a:ext uri="{FF2B5EF4-FFF2-40B4-BE49-F238E27FC236}">
                  <a16:creationId xmlns:a16="http://schemas.microsoft.com/office/drawing/2014/main" id="{6448ABD1-E03C-5833-A597-05BAFF159884}"/>
                </a:ext>
              </a:extLst>
            </p:cNvPr>
            <p:cNvGrpSpPr/>
            <p:nvPr/>
          </p:nvGrpSpPr>
          <p:grpSpPr>
            <a:xfrm>
              <a:off x="4458192" y="6140326"/>
              <a:ext cx="69964" cy="39453"/>
              <a:chOff x="8500037" y="7328446"/>
              <a:chExt cx="123452" cy="69614"/>
            </a:xfrm>
            <a:solidFill>
              <a:srgbClr val="000000"/>
            </a:solidFill>
          </p:grpSpPr>
          <p:sp>
            <p:nvSpPr>
              <p:cNvPr id="3218" name="Freeform 3217">
                <a:extLst>
                  <a:ext uri="{FF2B5EF4-FFF2-40B4-BE49-F238E27FC236}">
                    <a16:creationId xmlns:a16="http://schemas.microsoft.com/office/drawing/2014/main" id="{3023374E-D58B-117E-2BC3-41F4B3E94621}"/>
                  </a:ext>
                </a:extLst>
              </p:cNvPr>
              <p:cNvSpPr/>
              <p:nvPr/>
            </p:nvSpPr>
            <p:spPr>
              <a:xfrm>
                <a:off x="8500037" y="7328446"/>
                <a:ext cx="44462" cy="69614"/>
              </a:xfrm>
              <a:custGeom>
                <a:avLst/>
                <a:gdLst>
                  <a:gd name="csX0" fmla="*/ 560 w 44462"/>
                  <a:gd name="csY0" fmla="*/ 35005 h 69614"/>
                  <a:gd name="csX1" fmla="*/ 3053 w 44462"/>
                  <a:gd name="csY1" fmla="*/ 15546 h 69614"/>
                  <a:gd name="csX2" fmla="*/ 10457 w 44462"/>
                  <a:gd name="csY2" fmla="*/ 4197 h 69614"/>
                  <a:gd name="csX3" fmla="*/ 22809 w 44462"/>
                  <a:gd name="csY3" fmla="*/ 179 h 69614"/>
                  <a:gd name="csX4" fmla="*/ 32409 w 44462"/>
                  <a:gd name="csY4" fmla="*/ 2374 h 69614"/>
                  <a:gd name="csX5" fmla="*/ 39255 w 44462"/>
                  <a:gd name="csY5" fmla="*/ 8774 h 69614"/>
                  <a:gd name="csX6" fmla="*/ 43497 w 44462"/>
                  <a:gd name="csY6" fmla="*/ 18894 h 69614"/>
                  <a:gd name="csX7" fmla="*/ 45022 w 44462"/>
                  <a:gd name="csY7" fmla="*/ 35005 h 69614"/>
                  <a:gd name="csX8" fmla="*/ 42566 w 44462"/>
                  <a:gd name="csY8" fmla="*/ 54390 h 69614"/>
                  <a:gd name="csX9" fmla="*/ 35199 w 44462"/>
                  <a:gd name="csY9" fmla="*/ 65775 h 69614"/>
                  <a:gd name="csX10" fmla="*/ 22809 w 44462"/>
                  <a:gd name="csY10" fmla="*/ 69793 h 69614"/>
                  <a:gd name="csX11" fmla="*/ 7331 w 44462"/>
                  <a:gd name="csY11" fmla="*/ 62724 h 69614"/>
                  <a:gd name="csX12" fmla="*/ 560 w 44462"/>
                  <a:gd name="csY12" fmla="*/ 35005 h 69614"/>
                  <a:gd name="csX13" fmla="*/ 9192 w 44462"/>
                  <a:gd name="csY13" fmla="*/ 35005 h 69614"/>
                  <a:gd name="csX14" fmla="*/ 13098 w 44462"/>
                  <a:gd name="csY14" fmla="*/ 57366 h 69614"/>
                  <a:gd name="csX15" fmla="*/ 22809 w 44462"/>
                  <a:gd name="csY15" fmla="*/ 62910 h 69614"/>
                  <a:gd name="csX16" fmla="*/ 32483 w 44462"/>
                  <a:gd name="csY16" fmla="*/ 57329 h 69614"/>
                  <a:gd name="csX17" fmla="*/ 36427 w 44462"/>
                  <a:gd name="csY17" fmla="*/ 35005 h 69614"/>
                  <a:gd name="csX18" fmla="*/ 32483 w 44462"/>
                  <a:gd name="csY18" fmla="*/ 12643 h 69614"/>
                  <a:gd name="csX19" fmla="*/ 22698 w 44462"/>
                  <a:gd name="csY19" fmla="*/ 7100 h 69614"/>
                  <a:gd name="csX20" fmla="*/ 13508 w 44462"/>
                  <a:gd name="csY20" fmla="*/ 12011 h 69614"/>
                  <a:gd name="csX21" fmla="*/ 9192 w 44462"/>
                  <a:gd name="csY21" fmla="*/ 35005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44462" h="69614">
                    <a:moveTo>
                      <a:pt x="560" y="35005"/>
                    </a:moveTo>
                    <a:cubicBezTo>
                      <a:pt x="560" y="26968"/>
                      <a:pt x="1415" y="20457"/>
                      <a:pt x="3053" y="15546"/>
                    </a:cubicBezTo>
                    <a:cubicBezTo>
                      <a:pt x="4727" y="10634"/>
                      <a:pt x="7183" y="6839"/>
                      <a:pt x="10457" y="4197"/>
                    </a:cubicBezTo>
                    <a:cubicBezTo>
                      <a:pt x="13731" y="1519"/>
                      <a:pt x="17824" y="179"/>
                      <a:pt x="22809" y="179"/>
                    </a:cubicBezTo>
                    <a:cubicBezTo>
                      <a:pt x="26456" y="179"/>
                      <a:pt x="29656" y="923"/>
                      <a:pt x="32409" y="2374"/>
                    </a:cubicBezTo>
                    <a:cubicBezTo>
                      <a:pt x="35199" y="3863"/>
                      <a:pt x="37469" y="5983"/>
                      <a:pt x="39255" y="8774"/>
                    </a:cubicBezTo>
                    <a:cubicBezTo>
                      <a:pt x="41078" y="11527"/>
                      <a:pt x="42455" y="14913"/>
                      <a:pt x="43497" y="18894"/>
                    </a:cubicBezTo>
                    <a:cubicBezTo>
                      <a:pt x="44538" y="22875"/>
                      <a:pt x="45022" y="28270"/>
                      <a:pt x="45022" y="35005"/>
                    </a:cubicBezTo>
                    <a:cubicBezTo>
                      <a:pt x="45022" y="43004"/>
                      <a:pt x="44204" y="49478"/>
                      <a:pt x="42566" y="54390"/>
                    </a:cubicBezTo>
                    <a:cubicBezTo>
                      <a:pt x="40929" y="59301"/>
                      <a:pt x="38474" y="63096"/>
                      <a:pt x="35199" y="65775"/>
                    </a:cubicBezTo>
                    <a:cubicBezTo>
                      <a:pt x="31925" y="68454"/>
                      <a:pt x="27795" y="69793"/>
                      <a:pt x="22809" y="69793"/>
                    </a:cubicBezTo>
                    <a:cubicBezTo>
                      <a:pt x="16224" y="69793"/>
                      <a:pt x="11052" y="67449"/>
                      <a:pt x="7331" y="62724"/>
                    </a:cubicBezTo>
                    <a:cubicBezTo>
                      <a:pt x="2829" y="57069"/>
                      <a:pt x="560" y="47804"/>
                      <a:pt x="560" y="35005"/>
                    </a:cubicBezTo>
                    <a:moveTo>
                      <a:pt x="9192" y="35005"/>
                    </a:moveTo>
                    <a:cubicBezTo>
                      <a:pt x="9192" y="46204"/>
                      <a:pt x="10494" y="53646"/>
                      <a:pt x="13098" y="57366"/>
                    </a:cubicBezTo>
                    <a:cubicBezTo>
                      <a:pt x="15740" y="61050"/>
                      <a:pt x="18940" y="62910"/>
                      <a:pt x="22809" y="62910"/>
                    </a:cubicBezTo>
                    <a:cubicBezTo>
                      <a:pt x="26642" y="62910"/>
                      <a:pt x="29879" y="61050"/>
                      <a:pt x="32483" y="57329"/>
                    </a:cubicBezTo>
                    <a:cubicBezTo>
                      <a:pt x="35125" y="53608"/>
                      <a:pt x="36427" y="46167"/>
                      <a:pt x="36427" y="35005"/>
                    </a:cubicBezTo>
                    <a:cubicBezTo>
                      <a:pt x="36427" y="23806"/>
                      <a:pt x="35125" y="16327"/>
                      <a:pt x="32483" y="12643"/>
                    </a:cubicBezTo>
                    <a:cubicBezTo>
                      <a:pt x="29879" y="8960"/>
                      <a:pt x="26605" y="7100"/>
                      <a:pt x="22698" y="7100"/>
                    </a:cubicBezTo>
                    <a:cubicBezTo>
                      <a:pt x="18866" y="7100"/>
                      <a:pt x="15777" y="8737"/>
                      <a:pt x="13508" y="12011"/>
                    </a:cubicBezTo>
                    <a:cubicBezTo>
                      <a:pt x="10606" y="16141"/>
                      <a:pt x="9192" y="23806"/>
                      <a:pt x="9192" y="3500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9" name="Freeform 3218">
                <a:extLst>
                  <a:ext uri="{FF2B5EF4-FFF2-40B4-BE49-F238E27FC236}">
                    <a16:creationId xmlns:a16="http://schemas.microsoft.com/office/drawing/2014/main" id="{93796141-B4AF-8886-34EF-B697CDA7D44C}"/>
                  </a:ext>
                </a:extLst>
              </p:cNvPr>
              <p:cNvSpPr/>
              <p:nvPr/>
            </p:nvSpPr>
            <p:spPr>
              <a:xfrm>
                <a:off x="8557698" y="7387382"/>
                <a:ext cx="9562" cy="9525"/>
              </a:xfrm>
              <a:custGeom>
                <a:avLst/>
                <a:gdLst>
                  <a:gd name="csX0" fmla="*/ 565 w 9562"/>
                  <a:gd name="csY0" fmla="*/ 9704 h 9525"/>
                  <a:gd name="csX1" fmla="*/ 565 w 9562"/>
                  <a:gd name="csY1" fmla="*/ 179 h 9525"/>
                  <a:gd name="csX2" fmla="*/ 10127 w 9562"/>
                  <a:gd name="csY2" fmla="*/ 179 h 9525"/>
                  <a:gd name="csX3" fmla="*/ 10127 w 9562"/>
                  <a:gd name="csY3" fmla="*/ 9704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62" h="9525">
                    <a:moveTo>
                      <a:pt x="565" y="9704"/>
                    </a:moveTo>
                    <a:lnTo>
                      <a:pt x="565" y="179"/>
                    </a:lnTo>
                    <a:lnTo>
                      <a:pt x="10127" y="179"/>
                    </a:lnTo>
                    <a:lnTo>
                      <a:pt x="10127" y="9704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0" name="Freeform 3219">
                <a:extLst>
                  <a:ext uri="{FF2B5EF4-FFF2-40B4-BE49-F238E27FC236}">
                    <a16:creationId xmlns:a16="http://schemas.microsoft.com/office/drawing/2014/main" id="{58D08E1F-7973-EBFE-9BA5-493348A9B64F}"/>
                  </a:ext>
                </a:extLst>
              </p:cNvPr>
              <p:cNvSpPr/>
              <p:nvPr/>
            </p:nvSpPr>
            <p:spPr>
              <a:xfrm>
                <a:off x="8578422" y="7328446"/>
                <a:ext cx="45067" cy="68460"/>
              </a:xfrm>
              <a:custGeom>
                <a:avLst/>
                <a:gdLst>
                  <a:gd name="csX0" fmla="*/ 45636 w 45067"/>
                  <a:gd name="csY0" fmla="*/ 60603 h 68460"/>
                  <a:gd name="csX1" fmla="*/ 45636 w 45067"/>
                  <a:gd name="csY1" fmla="*/ 68640 h 68460"/>
                  <a:gd name="csX2" fmla="*/ 578 w 45067"/>
                  <a:gd name="csY2" fmla="*/ 68640 h 68460"/>
                  <a:gd name="csX3" fmla="*/ 1546 w 45067"/>
                  <a:gd name="csY3" fmla="*/ 62836 h 68460"/>
                  <a:gd name="csX4" fmla="*/ 7052 w 45067"/>
                  <a:gd name="csY4" fmla="*/ 53757 h 68460"/>
                  <a:gd name="csX5" fmla="*/ 17991 w 45067"/>
                  <a:gd name="csY5" fmla="*/ 43414 h 68460"/>
                  <a:gd name="csX6" fmla="*/ 33023 w 45067"/>
                  <a:gd name="csY6" fmla="*/ 28977 h 68460"/>
                  <a:gd name="csX7" fmla="*/ 36929 w 45067"/>
                  <a:gd name="csY7" fmla="*/ 18931 h 68460"/>
                  <a:gd name="csX8" fmla="*/ 33358 w 45067"/>
                  <a:gd name="csY8" fmla="*/ 10523 h 68460"/>
                  <a:gd name="csX9" fmla="*/ 24093 w 45067"/>
                  <a:gd name="csY9" fmla="*/ 7100 h 68460"/>
                  <a:gd name="csX10" fmla="*/ 14419 w 45067"/>
                  <a:gd name="csY10" fmla="*/ 10746 h 68460"/>
                  <a:gd name="csX11" fmla="*/ 10736 w 45067"/>
                  <a:gd name="csY11" fmla="*/ 20792 h 68460"/>
                  <a:gd name="csX12" fmla="*/ 2141 w 45067"/>
                  <a:gd name="csY12" fmla="*/ 19899 h 68460"/>
                  <a:gd name="csX13" fmla="*/ 8801 w 45067"/>
                  <a:gd name="csY13" fmla="*/ 5239 h 68460"/>
                  <a:gd name="csX14" fmla="*/ 24279 w 45067"/>
                  <a:gd name="csY14" fmla="*/ 179 h 68460"/>
                  <a:gd name="csX15" fmla="*/ 39794 w 45067"/>
                  <a:gd name="csY15" fmla="*/ 5611 h 68460"/>
                  <a:gd name="csX16" fmla="*/ 45524 w 45067"/>
                  <a:gd name="csY16" fmla="*/ 19117 h 68460"/>
                  <a:gd name="csX17" fmla="*/ 43850 w 45067"/>
                  <a:gd name="csY17" fmla="*/ 27154 h 68460"/>
                  <a:gd name="csX18" fmla="*/ 38306 w 45067"/>
                  <a:gd name="csY18" fmla="*/ 35489 h 68460"/>
                  <a:gd name="csX19" fmla="*/ 25395 w 45067"/>
                  <a:gd name="csY19" fmla="*/ 47469 h 68460"/>
                  <a:gd name="csX20" fmla="*/ 15721 w 45067"/>
                  <a:gd name="csY20" fmla="*/ 56064 h 68460"/>
                  <a:gd name="csX21" fmla="*/ 12187 w 45067"/>
                  <a:gd name="csY21" fmla="*/ 60603 h 684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45067" h="68460">
                    <a:moveTo>
                      <a:pt x="45636" y="60603"/>
                    </a:moveTo>
                    <a:lnTo>
                      <a:pt x="45636" y="68640"/>
                    </a:lnTo>
                    <a:lnTo>
                      <a:pt x="578" y="68640"/>
                    </a:lnTo>
                    <a:cubicBezTo>
                      <a:pt x="504" y="66631"/>
                      <a:pt x="839" y="64696"/>
                      <a:pt x="1546" y="62836"/>
                    </a:cubicBezTo>
                    <a:cubicBezTo>
                      <a:pt x="2699" y="59748"/>
                      <a:pt x="4522" y="56734"/>
                      <a:pt x="7052" y="53757"/>
                    </a:cubicBezTo>
                    <a:cubicBezTo>
                      <a:pt x="9582" y="50781"/>
                      <a:pt x="13229" y="47358"/>
                      <a:pt x="17991" y="43414"/>
                    </a:cubicBezTo>
                    <a:cubicBezTo>
                      <a:pt x="25395" y="37349"/>
                      <a:pt x="30418" y="32549"/>
                      <a:pt x="33023" y="28977"/>
                    </a:cubicBezTo>
                    <a:cubicBezTo>
                      <a:pt x="35627" y="25443"/>
                      <a:pt x="36929" y="22094"/>
                      <a:pt x="36929" y="18931"/>
                    </a:cubicBezTo>
                    <a:cubicBezTo>
                      <a:pt x="36929" y="15620"/>
                      <a:pt x="35739" y="12792"/>
                      <a:pt x="33358" y="10523"/>
                    </a:cubicBezTo>
                    <a:cubicBezTo>
                      <a:pt x="31014" y="8253"/>
                      <a:pt x="27888" y="7100"/>
                      <a:pt x="24093" y="7100"/>
                    </a:cubicBezTo>
                    <a:cubicBezTo>
                      <a:pt x="20075" y="7100"/>
                      <a:pt x="16838" y="8327"/>
                      <a:pt x="14419" y="10746"/>
                    </a:cubicBezTo>
                    <a:cubicBezTo>
                      <a:pt x="12001" y="13164"/>
                      <a:pt x="10773" y="16513"/>
                      <a:pt x="10736" y="20792"/>
                    </a:cubicBezTo>
                    <a:lnTo>
                      <a:pt x="2141" y="19899"/>
                    </a:lnTo>
                    <a:cubicBezTo>
                      <a:pt x="2736" y="13499"/>
                      <a:pt x="4931" y="8588"/>
                      <a:pt x="8801" y="5239"/>
                    </a:cubicBezTo>
                    <a:cubicBezTo>
                      <a:pt x="12633" y="1853"/>
                      <a:pt x="17805" y="179"/>
                      <a:pt x="24279" y="179"/>
                    </a:cubicBezTo>
                    <a:cubicBezTo>
                      <a:pt x="30827" y="179"/>
                      <a:pt x="35999" y="2002"/>
                      <a:pt x="39794" y="5611"/>
                    </a:cubicBezTo>
                    <a:cubicBezTo>
                      <a:pt x="43627" y="9258"/>
                      <a:pt x="45524" y="13760"/>
                      <a:pt x="45524" y="19117"/>
                    </a:cubicBezTo>
                    <a:cubicBezTo>
                      <a:pt x="45524" y="21834"/>
                      <a:pt x="44966" y="24512"/>
                      <a:pt x="43850" y="27154"/>
                    </a:cubicBezTo>
                    <a:cubicBezTo>
                      <a:pt x="42734" y="29796"/>
                      <a:pt x="40873" y="32549"/>
                      <a:pt x="38306" y="35489"/>
                    </a:cubicBezTo>
                    <a:cubicBezTo>
                      <a:pt x="35702" y="38391"/>
                      <a:pt x="31423" y="42409"/>
                      <a:pt x="25395" y="47469"/>
                    </a:cubicBezTo>
                    <a:cubicBezTo>
                      <a:pt x="20372" y="51711"/>
                      <a:pt x="17135" y="54539"/>
                      <a:pt x="15721" y="56064"/>
                    </a:cubicBezTo>
                    <a:cubicBezTo>
                      <a:pt x="14308" y="57552"/>
                      <a:pt x="13117" y="59078"/>
                      <a:pt x="12187" y="6060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21" name="Graphic 2017">
              <a:extLst>
                <a:ext uri="{FF2B5EF4-FFF2-40B4-BE49-F238E27FC236}">
                  <a16:creationId xmlns:a16="http://schemas.microsoft.com/office/drawing/2014/main" id="{0AD6AC8D-9DED-93B1-19CF-62510A6156DF}"/>
                </a:ext>
              </a:extLst>
            </p:cNvPr>
            <p:cNvGrpSpPr/>
            <p:nvPr/>
          </p:nvGrpSpPr>
          <p:grpSpPr>
            <a:xfrm>
              <a:off x="4458192" y="5978382"/>
              <a:ext cx="70197" cy="39453"/>
              <a:chOff x="8500037" y="7042696"/>
              <a:chExt cx="123862" cy="69614"/>
            </a:xfrm>
            <a:solidFill>
              <a:srgbClr val="000000"/>
            </a:solidFill>
          </p:grpSpPr>
          <p:sp>
            <p:nvSpPr>
              <p:cNvPr id="3222" name="Freeform 3221">
                <a:extLst>
                  <a:ext uri="{FF2B5EF4-FFF2-40B4-BE49-F238E27FC236}">
                    <a16:creationId xmlns:a16="http://schemas.microsoft.com/office/drawing/2014/main" id="{6A7AB929-E439-0995-F6DB-A10AA5E34A02}"/>
                  </a:ext>
                </a:extLst>
              </p:cNvPr>
              <p:cNvSpPr/>
              <p:nvPr/>
            </p:nvSpPr>
            <p:spPr>
              <a:xfrm>
                <a:off x="8500037" y="7042696"/>
                <a:ext cx="44462" cy="69614"/>
              </a:xfrm>
              <a:custGeom>
                <a:avLst/>
                <a:gdLst>
                  <a:gd name="csX0" fmla="*/ 560 w 44462"/>
                  <a:gd name="csY0" fmla="*/ 34975 h 69614"/>
                  <a:gd name="csX1" fmla="*/ 3053 w 44462"/>
                  <a:gd name="csY1" fmla="*/ 15516 h 69614"/>
                  <a:gd name="csX2" fmla="*/ 10457 w 44462"/>
                  <a:gd name="csY2" fmla="*/ 4167 h 69614"/>
                  <a:gd name="csX3" fmla="*/ 22809 w 44462"/>
                  <a:gd name="csY3" fmla="*/ 149 h 69614"/>
                  <a:gd name="csX4" fmla="*/ 32409 w 44462"/>
                  <a:gd name="csY4" fmla="*/ 2344 h 69614"/>
                  <a:gd name="csX5" fmla="*/ 39255 w 44462"/>
                  <a:gd name="csY5" fmla="*/ 8744 h 69614"/>
                  <a:gd name="csX6" fmla="*/ 43497 w 44462"/>
                  <a:gd name="csY6" fmla="*/ 18864 h 69614"/>
                  <a:gd name="csX7" fmla="*/ 45022 w 44462"/>
                  <a:gd name="csY7" fmla="*/ 34975 h 69614"/>
                  <a:gd name="csX8" fmla="*/ 42566 w 44462"/>
                  <a:gd name="csY8" fmla="*/ 54360 h 69614"/>
                  <a:gd name="csX9" fmla="*/ 35199 w 44462"/>
                  <a:gd name="csY9" fmla="*/ 65745 h 69614"/>
                  <a:gd name="csX10" fmla="*/ 22809 w 44462"/>
                  <a:gd name="csY10" fmla="*/ 69763 h 69614"/>
                  <a:gd name="csX11" fmla="*/ 7331 w 44462"/>
                  <a:gd name="csY11" fmla="*/ 62694 h 69614"/>
                  <a:gd name="csX12" fmla="*/ 560 w 44462"/>
                  <a:gd name="csY12" fmla="*/ 34975 h 69614"/>
                  <a:gd name="csX13" fmla="*/ 9192 w 44462"/>
                  <a:gd name="csY13" fmla="*/ 34975 h 69614"/>
                  <a:gd name="csX14" fmla="*/ 13098 w 44462"/>
                  <a:gd name="csY14" fmla="*/ 57336 h 69614"/>
                  <a:gd name="csX15" fmla="*/ 22809 w 44462"/>
                  <a:gd name="csY15" fmla="*/ 62880 h 69614"/>
                  <a:gd name="csX16" fmla="*/ 32483 w 44462"/>
                  <a:gd name="csY16" fmla="*/ 57299 h 69614"/>
                  <a:gd name="csX17" fmla="*/ 36427 w 44462"/>
                  <a:gd name="csY17" fmla="*/ 34975 h 69614"/>
                  <a:gd name="csX18" fmla="*/ 32483 w 44462"/>
                  <a:gd name="csY18" fmla="*/ 12613 h 69614"/>
                  <a:gd name="csX19" fmla="*/ 22698 w 44462"/>
                  <a:gd name="csY19" fmla="*/ 7070 h 69614"/>
                  <a:gd name="csX20" fmla="*/ 13508 w 44462"/>
                  <a:gd name="csY20" fmla="*/ 11981 h 69614"/>
                  <a:gd name="csX21" fmla="*/ 9192 w 44462"/>
                  <a:gd name="csY21" fmla="*/ 34975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44462" h="69614">
                    <a:moveTo>
                      <a:pt x="560" y="34975"/>
                    </a:moveTo>
                    <a:cubicBezTo>
                      <a:pt x="560" y="26938"/>
                      <a:pt x="1415" y="20427"/>
                      <a:pt x="3053" y="15516"/>
                    </a:cubicBezTo>
                    <a:cubicBezTo>
                      <a:pt x="4727" y="10604"/>
                      <a:pt x="7183" y="6809"/>
                      <a:pt x="10457" y="4167"/>
                    </a:cubicBezTo>
                    <a:cubicBezTo>
                      <a:pt x="13731" y="1489"/>
                      <a:pt x="17824" y="149"/>
                      <a:pt x="22809" y="149"/>
                    </a:cubicBezTo>
                    <a:cubicBezTo>
                      <a:pt x="26456" y="149"/>
                      <a:pt x="29656" y="893"/>
                      <a:pt x="32409" y="2344"/>
                    </a:cubicBezTo>
                    <a:cubicBezTo>
                      <a:pt x="35199" y="3833"/>
                      <a:pt x="37469" y="5953"/>
                      <a:pt x="39255" y="8744"/>
                    </a:cubicBezTo>
                    <a:cubicBezTo>
                      <a:pt x="41078" y="11497"/>
                      <a:pt x="42455" y="14883"/>
                      <a:pt x="43497" y="18864"/>
                    </a:cubicBezTo>
                    <a:cubicBezTo>
                      <a:pt x="44538" y="22845"/>
                      <a:pt x="45022" y="28240"/>
                      <a:pt x="45022" y="34975"/>
                    </a:cubicBezTo>
                    <a:cubicBezTo>
                      <a:pt x="45022" y="42974"/>
                      <a:pt x="44204" y="49448"/>
                      <a:pt x="42566" y="54360"/>
                    </a:cubicBezTo>
                    <a:cubicBezTo>
                      <a:pt x="40929" y="59271"/>
                      <a:pt x="38474" y="63066"/>
                      <a:pt x="35199" y="65745"/>
                    </a:cubicBezTo>
                    <a:cubicBezTo>
                      <a:pt x="31925" y="68424"/>
                      <a:pt x="27795" y="69763"/>
                      <a:pt x="22809" y="69763"/>
                    </a:cubicBezTo>
                    <a:cubicBezTo>
                      <a:pt x="16224" y="69763"/>
                      <a:pt x="11052" y="67419"/>
                      <a:pt x="7331" y="62694"/>
                    </a:cubicBezTo>
                    <a:cubicBezTo>
                      <a:pt x="2829" y="57039"/>
                      <a:pt x="560" y="47774"/>
                      <a:pt x="560" y="34975"/>
                    </a:cubicBezTo>
                    <a:moveTo>
                      <a:pt x="9192" y="34975"/>
                    </a:moveTo>
                    <a:cubicBezTo>
                      <a:pt x="9192" y="46174"/>
                      <a:pt x="10494" y="53616"/>
                      <a:pt x="13098" y="57336"/>
                    </a:cubicBezTo>
                    <a:cubicBezTo>
                      <a:pt x="15740" y="61020"/>
                      <a:pt x="18940" y="62880"/>
                      <a:pt x="22809" y="62880"/>
                    </a:cubicBezTo>
                    <a:cubicBezTo>
                      <a:pt x="26642" y="62880"/>
                      <a:pt x="29879" y="61020"/>
                      <a:pt x="32483" y="57299"/>
                    </a:cubicBezTo>
                    <a:cubicBezTo>
                      <a:pt x="35125" y="53578"/>
                      <a:pt x="36427" y="46137"/>
                      <a:pt x="36427" y="34975"/>
                    </a:cubicBezTo>
                    <a:cubicBezTo>
                      <a:pt x="36427" y="23776"/>
                      <a:pt x="35125" y="16297"/>
                      <a:pt x="32483" y="12613"/>
                    </a:cubicBezTo>
                    <a:cubicBezTo>
                      <a:pt x="29879" y="8930"/>
                      <a:pt x="26605" y="7070"/>
                      <a:pt x="22698" y="7070"/>
                    </a:cubicBezTo>
                    <a:cubicBezTo>
                      <a:pt x="18866" y="7070"/>
                      <a:pt x="15777" y="8707"/>
                      <a:pt x="13508" y="11981"/>
                    </a:cubicBezTo>
                    <a:cubicBezTo>
                      <a:pt x="10606" y="16111"/>
                      <a:pt x="9192" y="23776"/>
                      <a:pt x="9192" y="3497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3" name="Freeform 3222">
                <a:extLst>
                  <a:ext uri="{FF2B5EF4-FFF2-40B4-BE49-F238E27FC236}">
                    <a16:creationId xmlns:a16="http://schemas.microsoft.com/office/drawing/2014/main" id="{71D935D8-25A9-A09B-4EDB-0E9A4EE9E573}"/>
                  </a:ext>
                </a:extLst>
              </p:cNvPr>
              <p:cNvSpPr/>
              <p:nvPr/>
            </p:nvSpPr>
            <p:spPr>
              <a:xfrm>
                <a:off x="8557698" y="7101632"/>
                <a:ext cx="9562" cy="9525"/>
              </a:xfrm>
              <a:custGeom>
                <a:avLst/>
                <a:gdLst>
                  <a:gd name="csX0" fmla="*/ 565 w 9562"/>
                  <a:gd name="csY0" fmla="*/ 9674 h 9525"/>
                  <a:gd name="csX1" fmla="*/ 565 w 9562"/>
                  <a:gd name="csY1" fmla="*/ 149 h 9525"/>
                  <a:gd name="csX2" fmla="*/ 10127 w 9562"/>
                  <a:gd name="csY2" fmla="*/ 149 h 9525"/>
                  <a:gd name="csX3" fmla="*/ 10127 w 9562"/>
                  <a:gd name="csY3" fmla="*/ 9674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62" h="9525">
                    <a:moveTo>
                      <a:pt x="565" y="9674"/>
                    </a:moveTo>
                    <a:lnTo>
                      <a:pt x="565" y="149"/>
                    </a:lnTo>
                    <a:lnTo>
                      <a:pt x="10127" y="149"/>
                    </a:lnTo>
                    <a:lnTo>
                      <a:pt x="10127" y="9674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4" name="Freeform 3223">
                <a:extLst>
                  <a:ext uri="{FF2B5EF4-FFF2-40B4-BE49-F238E27FC236}">
                    <a16:creationId xmlns:a16="http://schemas.microsoft.com/office/drawing/2014/main" id="{36AB0E20-8887-EE9E-6DEA-1D4D97E86754}"/>
                  </a:ext>
                </a:extLst>
              </p:cNvPr>
              <p:cNvSpPr/>
              <p:nvPr/>
            </p:nvSpPr>
            <p:spPr>
              <a:xfrm>
                <a:off x="8576721" y="7042993"/>
                <a:ext cx="47178" cy="68163"/>
              </a:xfrm>
              <a:custGeom>
                <a:avLst/>
                <a:gdLst>
                  <a:gd name="csX0" fmla="*/ 30185 w 47178"/>
                  <a:gd name="csY0" fmla="*/ 68312 h 68163"/>
                  <a:gd name="csX1" fmla="*/ 30185 w 47178"/>
                  <a:gd name="csY1" fmla="*/ 51978 h 68163"/>
                  <a:gd name="csX2" fmla="*/ 568 w 47178"/>
                  <a:gd name="csY2" fmla="*/ 51978 h 68163"/>
                  <a:gd name="csX3" fmla="*/ 568 w 47178"/>
                  <a:gd name="csY3" fmla="*/ 44314 h 68163"/>
                  <a:gd name="csX4" fmla="*/ 31710 w 47178"/>
                  <a:gd name="csY4" fmla="*/ 149 h 68163"/>
                  <a:gd name="csX5" fmla="*/ 38519 w 47178"/>
                  <a:gd name="csY5" fmla="*/ 149 h 68163"/>
                  <a:gd name="csX6" fmla="*/ 38519 w 47178"/>
                  <a:gd name="csY6" fmla="*/ 44314 h 68163"/>
                  <a:gd name="csX7" fmla="*/ 47747 w 47178"/>
                  <a:gd name="csY7" fmla="*/ 44314 h 68163"/>
                  <a:gd name="csX8" fmla="*/ 47747 w 47178"/>
                  <a:gd name="csY8" fmla="*/ 51978 h 68163"/>
                  <a:gd name="csX9" fmla="*/ 38519 w 47178"/>
                  <a:gd name="csY9" fmla="*/ 51978 h 68163"/>
                  <a:gd name="csX10" fmla="*/ 38519 w 47178"/>
                  <a:gd name="csY10" fmla="*/ 68312 h 68163"/>
                  <a:gd name="csX11" fmla="*/ 30185 w 47178"/>
                  <a:gd name="csY11" fmla="*/ 68312 h 68163"/>
                  <a:gd name="csX12" fmla="*/ 30185 w 47178"/>
                  <a:gd name="csY12" fmla="*/ 44314 h 68163"/>
                  <a:gd name="csX13" fmla="*/ 30185 w 47178"/>
                  <a:gd name="csY13" fmla="*/ 13581 h 68163"/>
                  <a:gd name="csX14" fmla="*/ 8828 w 47178"/>
                  <a:gd name="csY14" fmla="*/ 44314 h 68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7178" h="68163">
                    <a:moveTo>
                      <a:pt x="30185" y="68312"/>
                    </a:moveTo>
                    <a:lnTo>
                      <a:pt x="30185" y="51978"/>
                    </a:lnTo>
                    <a:lnTo>
                      <a:pt x="568" y="51978"/>
                    </a:lnTo>
                    <a:lnTo>
                      <a:pt x="568" y="44314"/>
                    </a:lnTo>
                    <a:lnTo>
                      <a:pt x="31710" y="149"/>
                    </a:lnTo>
                    <a:lnTo>
                      <a:pt x="38519" y="149"/>
                    </a:lnTo>
                    <a:lnTo>
                      <a:pt x="38519" y="44314"/>
                    </a:lnTo>
                    <a:lnTo>
                      <a:pt x="47747" y="44314"/>
                    </a:lnTo>
                    <a:lnTo>
                      <a:pt x="47747" y="51978"/>
                    </a:lnTo>
                    <a:lnTo>
                      <a:pt x="38519" y="51978"/>
                    </a:lnTo>
                    <a:lnTo>
                      <a:pt x="38519" y="68312"/>
                    </a:lnTo>
                    <a:lnTo>
                      <a:pt x="30185" y="68312"/>
                    </a:lnTo>
                    <a:moveTo>
                      <a:pt x="30185" y="44314"/>
                    </a:moveTo>
                    <a:lnTo>
                      <a:pt x="30185" y="13581"/>
                    </a:lnTo>
                    <a:lnTo>
                      <a:pt x="8828" y="44314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25" name="Graphic 2017">
              <a:extLst>
                <a:ext uri="{FF2B5EF4-FFF2-40B4-BE49-F238E27FC236}">
                  <a16:creationId xmlns:a16="http://schemas.microsoft.com/office/drawing/2014/main" id="{2FCA99DF-F36D-BE4B-12F7-02FBE79879B6}"/>
                </a:ext>
              </a:extLst>
            </p:cNvPr>
            <p:cNvGrpSpPr/>
            <p:nvPr/>
          </p:nvGrpSpPr>
          <p:grpSpPr>
            <a:xfrm>
              <a:off x="4458192" y="5816439"/>
              <a:ext cx="70323" cy="39453"/>
              <a:chOff x="8500037" y="6756946"/>
              <a:chExt cx="124085" cy="69614"/>
            </a:xfrm>
            <a:solidFill>
              <a:srgbClr val="000000"/>
            </a:solidFill>
          </p:grpSpPr>
          <p:sp>
            <p:nvSpPr>
              <p:cNvPr id="3226" name="Freeform 3225">
                <a:extLst>
                  <a:ext uri="{FF2B5EF4-FFF2-40B4-BE49-F238E27FC236}">
                    <a16:creationId xmlns:a16="http://schemas.microsoft.com/office/drawing/2014/main" id="{F0EBC9F9-F2AA-F7E0-355A-97030A7174E9}"/>
                  </a:ext>
                </a:extLst>
              </p:cNvPr>
              <p:cNvSpPr/>
              <p:nvPr/>
            </p:nvSpPr>
            <p:spPr>
              <a:xfrm>
                <a:off x="8500037" y="6756946"/>
                <a:ext cx="44462" cy="69614"/>
              </a:xfrm>
              <a:custGeom>
                <a:avLst/>
                <a:gdLst>
                  <a:gd name="csX0" fmla="*/ 560 w 44462"/>
                  <a:gd name="csY0" fmla="*/ 34945 h 69614"/>
                  <a:gd name="csX1" fmla="*/ 3053 w 44462"/>
                  <a:gd name="csY1" fmla="*/ 15486 h 69614"/>
                  <a:gd name="csX2" fmla="*/ 10457 w 44462"/>
                  <a:gd name="csY2" fmla="*/ 4137 h 69614"/>
                  <a:gd name="csX3" fmla="*/ 22809 w 44462"/>
                  <a:gd name="csY3" fmla="*/ 119 h 69614"/>
                  <a:gd name="csX4" fmla="*/ 32409 w 44462"/>
                  <a:gd name="csY4" fmla="*/ 2314 h 69614"/>
                  <a:gd name="csX5" fmla="*/ 39255 w 44462"/>
                  <a:gd name="csY5" fmla="*/ 8714 h 69614"/>
                  <a:gd name="csX6" fmla="*/ 43497 w 44462"/>
                  <a:gd name="csY6" fmla="*/ 18834 h 69614"/>
                  <a:gd name="csX7" fmla="*/ 45022 w 44462"/>
                  <a:gd name="csY7" fmla="*/ 34945 h 69614"/>
                  <a:gd name="csX8" fmla="*/ 42566 w 44462"/>
                  <a:gd name="csY8" fmla="*/ 54330 h 69614"/>
                  <a:gd name="csX9" fmla="*/ 35199 w 44462"/>
                  <a:gd name="csY9" fmla="*/ 65715 h 69614"/>
                  <a:gd name="csX10" fmla="*/ 22809 w 44462"/>
                  <a:gd name="csY10" fmla="*/ 69733 h 69614"/>
                  <a:gd name="csX11" fmla="*/ 7331 w 44462"/>
                  <a:gd name="csY11" fmla="*/ 62664 h 69614"/>
                  <a:gd name="csX12" fmla="*/ 560 w 44462"/>
                  <a:gd name="csY12" fmla="*/ 34945 h 69614"/>
                  <a:gd name="csX13" fmla="*/ 9192 w 44462"/>
                  <a:gd name="csY13" fmla="*/ 34945 h 69614"/>
                  <a:gd name="csX14" fmla="*/ 13098 w 44462"/>
                  <a:gd name="csY14" fmla="*/ 57306 h 69614"/>
                  <a:gd name="csX15" fmla="*/ 22809 w 44462"/>
                  <a:gd name="csY15" fmla="*/ 62850 h 69614"/>
                  <a:gd name="csX16" fmla="*/ 32483 w 44462"/>
                  <a:gd name="csY16" fmla="*/ 57269 h 69614"/>
                  <a:gd name="csX17" fmla="*/ 36427 w 44462"/>
                  <a:gd name="csY17" fmla="*/ 34945 h 69614"/>
                  <a:gd name="csX18" fmla="*/ 32483 w 44462"/>
                  <a:gd name="csY18" fmla="*/ 12583 h 69614"/>
                  <a:gd name="csX19" fmla="*/ 22698 w 44462"/>
                  <a:gd name="csY19" fmla="*/ 7040 h 69614"/>
                  <a:gd name="csX20" fmla="*/ 13508 w 44462"/>
                  <a:gd name="csY20" fmla="*/ 11951 h 69614"/>
                  <a:gd name="csX21" fmla="*/ 9192 w 44462"/>
                  <a:gd name="csY21" fmla="*/ 34945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44462" h="69614">
                    <a:moveTo>
                      <a:pt x="560" y="34945"/>
                    </a:moveTo>
                    <a:cubicBezTo>
                      <a:pt x="560" y="26908"/>
                      <a:pt x="1415" y="20397"/>
                      <a:pt x="3053" y="15486"/>
                    </a:cubicBezTo>
                    <a:cubicBezTo>
                      <a:pt x="4727" y="10574"/>
                      <a:pt x="7183" y="6779"/>
                      <a:pt x="10457" y="4137"/>
                    </a:cubicBezTo>
                    <a:cubicBezTo>
                      <a:pt x="13731" y="1459"/>
                      <a:pt x="17824" y="119"/>
                      <a:pt x="22809" y="119"/>
                    </a:cubicBezTo>
                    <a:cubicBezTo>
                      <a:pt x="26456" y="119"/>
                      <a:pt x="29656" y="863"/>
                      <a:pt x="32409" y="2314"/>
                    </a:cubicBezTo>
                    <a:cubicBezTo>
                      <a:pt x="35199" y="3803"/>
                      <a:pt x="37469" y="5923"/>
                      <a:pt x="39255" y="8714"/>
                    </a:cubicBezTo>
                    <a:cubicBezTo>
                      <a:pt x="41078" y="11467"/>
                      <a:pt x="42455" y="14853"/>
                      <a:pt x="43497" y="18834"/>
                    </a:cubicBezTo>
                    <a:cubicBezTo>
                      <a:pt x="44538" y="22815"/>
                      <a:pt x="45022" y="28210"/>
                      <a:pt x="45022" y="34945"/>
                    </a:cubicBezTo>
                    <a:cubicBezTo>
                      <a:pt x="45022" y="42944"/>
                      <a:pt x="44204" y="49418"/>
                      <a:pt x="42566" y="54330"/>
                    </a:cubicBezTo>
                    <a:cubicBezTo>
                      <a:pt x="40929" y="59241"/>
                      <a:pt x="38474" y="63036"/>
                      <a:pt x="35199" y="65715"/>
                    </a:cubicBezTo>
                    <a:cubicBezTo>
                      <a:pt x="31925" y="68394"/>
                      <a:pt x="27795" y="69733"/>
                      <a:pt x="22809" y="69733"/>
                    </a:cubicBezTo>
                    <a:cubicBezTo>
                      <a:pt x="16224" y="69733"/>
                      <a:pt x="11052" y="67389"/>
                      <a:pt x="7331" y="62664"/>
                    </a:cubicBezTo>
                    <a:cubicBezTo>
                      <a:pt x="2829" y="57009"/>
                      <a:pt x="560" y="47744"/>
                      <a:pt x="560" y="34945"/>
                    </a:cubicBezTo>
                    <a:moveTo>
                      <a:pt x="9192" y="34945"/>
                    </a:moveTo>
                    <a:cubicBezTo>
                      <a:pt x="9192" y="46144"/>
                      <a:pt x="10494" y="53586"/>
                      <a:pt x="13098" y="57306"/>
                    </a:cubicBezTo>
                    <a:cubicBezTo>
                      <a:pt x="15740" y="60990"/>
                      <a:pt x="18940" y="62850"/>
                      <a:pt x="22809" y="62850"/>
                    </a:cubicBezTo>
                    <a:cubicBezTo>
                      <a:pt x="26642" y="62850"/>
                      <a:pt x="29879" y="60990"/>
                      <a:pt x="32483" y="57269"/>
                    </a:cubicBezTo>
                    <a:cubicBezTo>
                      <a:pt x="35125" y="53548"/>
                      <a:pt x="36427" y="46107"/>
                      <a:pt x="36427" y="34945"/>
                    </a:cubicBezTo>
                    <a:cubicBezTo>
                      <a:pt x="36427" y="23746"/>
                      <a:pt x="35125" y="16267"/>
                      <a:pt x="32483" y="12583"/>
                    </a:cubicBezTo>
                    <a:cubicBezTo>
                      <a:pt x="29879" y="8900"/>
                      <a:pt x="26605" y="7040"/>
                      <a:pt x="22698" y="7040"/>
                    </a:cubicBezTo>
                    <a:cubicBezTo>
                      <a:pt x="18866" y="7040"/>
                      <a:pt x="15777" y="8677"/>
                      <a:pt x="13508" y="11951"/>
                    </a:cubicBezTo>
                    <a:cubicBezTo>
                      <a:pt x="10606" y="16081"/>
                      <a:pt x="9192" y="23746"/>
                      <a:pt x="9192" y="3494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7" name="Freeform 3226">
                <a:extLst>
                  <a:ext uri="{FF2B5EF4-FFF2-40B4-BE49-F238E27FC236}">
                    <a16:creationId xmlns:a16="http://schemas.microsoft.com/office/drawing/2014/main" id="{44B2BD51-9509-26B4-E6B1-843762CED660}"/>
                  </a:ext>
                </a:extLst>
              </p:cNvPr>
              <p:cNvSpPr/>
              <p:nvPr/>
            </p:nvSpPr>
            <p:spPr>
              <a:xfrm>
                <a:off x="8557698" y="6815882"/>
                <a:ext cx="9562" cy="9525"/>
              </a:xfrm>
              <a:custGeom>
                <a:avLst/>
                <a:gdLst>
                  <a:gd name="csX0" fmla="*/ 565 w 9562"/>
                  <a:gd name="csY0" fmla="*/ 9644 h 9525"/>
                  <a:gd name="csX1" fmla="*/ 565 w 9562"/>
                  <a:gd name="csY1" fmla="*/ 119 h 9525"/>
                  <a:gd name="csX2" fmla="*/ 10127 w 9562"/>
                  <a:gd name="csY2" fmla="*/ 119 h 9525"/>
                  <a:gd name="csX3" fmla="*/ 10127 w 9562"/>
                  <a:gd name="csY3" fmla="*/ 9644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62" h="9525">
                    <a:moveTo>
                      <a:pt x="565" y="9644"/>
                    </a:moveTo>
                    <a:lnTo>
                      <a:pt x="565" y="119"/>
                    </a:lnTo>
                    <a:lnTo>
                      <a:pt x="10127" y="119"/>
                    </a:lnTo>
                    <a:lnTo>
                      <a:pt x="10127" y="9644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8" name="Freeform 3227">
                <a:extLst>
                  <a:ext uri="{FF2B5EF4-FFF2-40B4-BE49-F238E27FC236}">
                    <a16:creationId xmlns:a16="http://schemas.microsoft.com/office/drawing/2014/main" id="{1B9ADFCD-E796-7915-61F1-B052DAB8E079}"/>
                  </a:ext>
                </a:extLst>
              </p:cNvPr>
              <p:cNvSpPr/>
              <p:nvPr/>
            </p:nvSpPr>
            <p:spPr>
              <a:xfrm>
                <a:off x="8579102" y="6756946"/>
                <a:ext cx="45020" cy="69614"/>
              </a:xfrm>
              <a:custGeom>
                <a:avLst/>
                <a:gdLst>
                  <a:gd name="csX0" fmla="*/ 44398 w 45020"/>
                  <a:gd name="csY0" fmla="*/ 17085 h 69614"/>
                  <a:gd name="csX1" fmla="*/ 36063 w 45020"/>
                  <a:gd name="csY1" fmla="*/ 17755 h 69614"/>
                  <a:gd name="csX2" fmla="*/ 32901 w 45020"/>
                  <a:gd name="csY2" fmla="*/ 10574 h 69614"/>
                  <a:gd name="csX3" fmla="*/ 24529 w 45020"/>
                  <a:gd name="csY3" fmla="*/ 7002 h 69614"/>
                  <a:gd name="csX4" fmla="*/ 17497 w 45020"/>
                  <a:gd name="csY4" fmla="*/ 9235 h 69614"/>
                  <a:gd name="csX5" fmla="*/ 11284 w 45020"/>
                  <a:gd name="csY5" fmla="*/ 17644 h 69614"/>
                  <a:gd name="csX6" fmla="*/ 8902 w 45020"/>
                  <a:gd name="csY6" fmla="*/ 33419 h 69614"/>
                  <a:gd name="csX7" fmla="*/ 16307 w 45020"/>
                  <a:gd name="csY7" fmla="*/ 26573 h 69614"/>
                  <a:gd name="csX8" fmla="*/ 25459 w 45020"/>
                  <a:gd name="csY8" fmla="*/ 24341 h 69614"/>
                  <a:gd name="csX9" fmla="*/ 39710 w 45020"/>
                  <a:gd name="csY9" fmla="*/ 30517 h 69614"/>
                  <a:gd name="csX10" fmla="*/ 45588 w 45020"/>
                  <a:gd name="csY10" fmla="*/ 46442 h 69614"/>
                  <a:gd name="csX11" fmla="*/ 42835 w 45020"/>
                  <a:gd name="csY11" fmla="*/ 58385 h 69614"/>
                  <a:gd name="csX12" fmla="*/ 35245 w 45020"/>
                  <a:gd name="csY12" fmla="*/ 66794 h 69614"/>
                  <a:gd name="csX13" fmla="*/ 24232 w 45020"/>
                  <a:gd name="csY13" fmla="*/ 69733 h 69614"/>
                  <a:gd name="csX14" fmla="*/ 7191 w 45020"/>
                  <a:gd name="csY14" fmla="*/ 62032 h 69614"/>
                  <a:gd name="csX15" fmla="*/ 568 w 45020"/>
                  <a:gd name="csY15" fmla="*/ 36656 h 69614"/>
                  <a:gd name="csX16" fmla="*/ 7861 w 45020"/>
                  <a:gd name="csY16" fmla="*/ 7933 h 69614"/>
                  <a:gd name="csX17" fmla="*/ 25050 w 45020"/>
                  <a:gd name="csY17" fmla="*/ 119 h 69614"/>
                  <a:gd name="csX18" fmla="*/ 38222 w 45020"/>
                  <a:gd name="csY18" fmla="*/ 4621 h 69614"/>
                  <a:gd name="csX19" fmla="*/ 44398 w 45020"/>
                  <a:gd name="csY19" fmla="*/ 17085 h 69614"/>
                  <a:gd name="csX20" fmla="*/ 10205 w 45020"/>
                  <a:gd name="csY20" fmla="*/ 46479 h 69614"/>
                  <a:gd name="csX21" fmla="*/ 12028 w 45020"/>
                  <a:gd name="csY21" fmla="*/ 54776 h 69614"/>
                  <a:gd name="csX22" fmla="*/ 17162 w 45020"/>
                  <a:gd name="csY22" fmla="*/ 60804 h 69614"/>
                  <a:gd name="csX23" fmla="*/ 24120 w 45020"/>
                  <a:gd name="csY23" fmla="*/ 62850 h 69614"/>
                  <a:gd name="csX24" fmla="*/ 33236 w 45020"/>
                  <a:gd name="csY24" fmla="*/ 58571 h 69614"/>
                  <a:gd name="csX25" fmla="*/ 37031 w 45020"/>
                  <a:gd name="csY25" fmla="*/ 46963 h 69614"/>
                  <a:gd name="csX26" fmla="*/ 33273 w 45020"/>
                  <a:gd name="csY26" fmla="*/ 35801 h 69614"/>
                  <a:gd name="csX27" fmla="*/ 23785 w 45020"/>
                  <a:gd name="csY27" fmla="*/ 31745 h 69614"/>
                  <a:gd name="csX28" fmla="*/ 14149 w 45020"/>
                  <a:gd name="csY28" fmla="*/ 35801 h 69614"/>
                  <a:gd name="csX29" fmla="*/ 10205 w 45020"/>
                  <a:gd name="csY29" fmla="*/ 46479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45020" h="69614">
                    <a:moveTo>
                      <a:pt x="44398" y="17085"/>
                    </a:moveTo>
                    <a:lnTo>
                      <a:pt x="36063" y="17755"/>
                    </a:lnTo>
                    <a:cubicBezTo>
                      <a:pt x="35319" y="14444"/>
                      <a:pt x="34278" y="12063"/>
                      <a:pt x="32901" y="10574"/>
                    </a:cubicBezTo>
                    <a:cubicBezTo>
                      <a:pt x="30631" y="8193"/>
                      <a:pt x="27841" y="7002"/>
                      <a:pt x="24529" y="7002"/>
                    </a:cubicBezTo>
                    <a:cubicBezTo>
                      <a:pt x="21850" y="7002"/>
                      <a:pt x="19506" y="7747"/>
                      <a:pt x="17497" y="9235"/>
                    </a:cubicBezTo>
                    <a:cubicBezTo>
                      <a:pt x="14855" y="11170"/>
                      <a:pt x="12809" y="13960"/>
                      <a:pt x="11284" y="17644"/>
                    </a:cubicBezTo>
                    <a:cubicBezTo>
                      <a:pt x="9758" y="21327"/>
                      <a:pt x="8977" y="26610"/>
                      <a:pt x="8902" y="33419"/>
                    </a:cubicBezTo>
                    <a:cubicBezTo>
                      <a:pt x="10912" y="30368"/>
                      <a:pt x="13367" y="28062"/>
                      <a:pt x="16307" y="26573"/>
                    </a:cubicBezTo>
                    <a:cubicBezTo>
                      <a:pt x="19209" y="25085"/>
                      <a:pt x="22260" y="24341"/>
                      <a:pt x="25459" y="24341"/>
                    </a:cubicBezTo>
                    <a:cubicBezTo>
                      <a:pt x="31041" y="24341"/>
                      <a:pt x="35803" y="26387"/>
                      <a:pt x="39710" y="30517"/>
                    </a:cubicBezTo>
                    <a:cubicBezTo>
                      <a:pt x="43654" y="34610"/>
                      <a:pt x="45588" y="39931"/>
                      <a:pt x="45588" y="46442"/>
                    </a:cubicBezTo>
                    <a:cubicBezTo>
                      <a:pt x="45588" y="50721"/>
                      <a:pt x="44658" y="54702"/>
                      <a:pt x="42835" y="58385"/>
                    </a:cubicBezTo>
                    <a:cubicBezTo>
                      <a:pt x="40975" y="62032"/>
                      <a:pt x="38445" y="64859"/>
                      <a:pt x="35245" y="66794"/>
                    </a:cubicBezTo>
                    <a:cubicBezTo>
                      <a:pt x="32008" y="68766"/>
                      <a:pt x="28324" y="69733"/>
                      <a:pt x="24232" y="69733"/>
                    </a:cubicBezTo>
                    <a:cubicBezTo>
                      <a:pt x="17274" y="69733"/>
                      <a:pt x="11581" y="67166"/>
                      <a:pt x="7191" y="62032"/>
                    </a:cubicBezTo>
                    <a:cubicBezTo>
                      <a:pt x="2763" y="56897"/>
                      <a:pt x="568" y="48451"/>
                      <a:pt x="568" y="36656"/>
                    </a:cubicBezTo>
                    <a:cubicBezTo>
                      <a:pt x="568" y="23485"/>
                      <a:pt x="3024" y="13923"/>
                      <a:pt x="7861" y="7933"/>
                    </a:cubicBezTo>
                    <a:cubicBezTo>
                      <a:pt x="12139" y="2724"/>
                      <a:pt x="17832" y="119"/>
                      <a:pt x="25050" y="119"/>
                    </a:cubicBezTo>
                    <a:cubicBezTo>
                      <a:pt x="30408" y="119"/>
                      <a:pt x="34798" y="1607"/>
                      <a:pt x="38222" y="4621"/>
                    </a:cubicBezTo>
                    <a:cubicBezTo>
                      <a:pt x="41645" y="7635"/>
                      <a:pt x="43691" y="11802"/>
                      <a:pt x="44398" y="17085"/>
                    </a:cubicBezTo>
                    <a:moveTo>
                      <a:pt x="10205" y="46479"/>
                    </a:moveTo>
                    <a:cubicBezTo>
                      <a:pt x="10205" y="49381"/>
                      <a:pt x="10800" y="52135"/>
                      <a:pt x="12028" y="54776"/>
                    </a:cubicBezTo>
                    <a:cubicBezTo>
                      <a:pt x="13256" y="57418"/>
                      <a:pt x="14967" y="59427"/>
                      <a:pt x="17162" y="60804"/>
                    </a:cubicBezTo>
                    <a:cubicBezTo>
                      <a:pt x="19395" y="62180"/>
                      <a:pt x="21702" y="62850"/>
                      <a:pt x="24120" y="62850"/>
                    </a:cubicBezTo>
                    <a:cubicBezTo>
                      <a:pt x="27655" y="62850"/>
                      <a:pt x="30668" y="61436"/>
                      <a:pt x="33236" y="58571"/>
                    </a:cubicBezTo>
                    <a:cubicBezTo>
                      <a:pt x="35766" y="55744"/>
                      <a:pt x="37031" y="51837"/>
                      <a:pt x="37031" y="46963"/>
                    </a:cubicBezTo>
                    <a:cubicBezTo>
                      <a:pt x="37031" y="42237"/>
                      <a:pt x="35766" y="38517"/>
                      <a:pt x="33273" y="35801"/>
                    </a:cubicBezTo>
                    <a:cubicBezTo>
                      <a:pt x="30780" y="33085"/>
                      <a:pt x="27580" y="31745"/>
                      <a:pt x="23785" y="31745"/>
                    </a:cubicBezTo>
                    <a:cubicBezTo>
                      <a:pt x="19990" y="31745"/>
                      <a:pt x="16790" y="33085"/>
                      <a:pt x="14149" y="35801"/>
                    </a:cubicBezTo>
                    <a:cubicBezTo>
                      <a:pt x="11507" y="38517"/>
                      <a:pt x="10205" y="42089"/>
                      <a:pt x="10205" y="46479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29" name="Graphic 2017">
              <a:extLst>
                <a:ext uri="{FF2B5EF4-FFF2-40B4-BE49-F238E27FC236}">
                  <a16:creationId xmlns:a16="http://schemas.microsoft.com/office/drawing/2014/main" id="{B16E8F33-3CE6-808C-3F91-CCE39FA2D288}"/>
                </a:ext>
              </a:extLst>
            </p:cNvPr>
            <p:cNvGrpSpPr/>
            <p:nvPr/>
          </p:nvGrpSpPr>
          <p:grpSpPr>
            <a:xfrm>
              <a:off x="4458192" y="5654495"/>
              <a:ext cx="70428" cy="39453"/>
              <a:chOff x="8500037" y="6471196"/>
              <a:chExt cx="124271" cy="69614"/>
            </a:xfrm>
            <a:solidFill>
              <a:srgbClr val="000000"/>
            </a:solidFill>
          </p:grpSpPr>
          <p:sp>
            <p:nvSpPr>
              <p:cNvPr id="3230" name="Freeform 3229">
                <a:extLst>
                  <a:ext uri="{FF2B5EF4-FFF2-40B4-BE49-F238E27FC236}">
                    <a16:creationId xmlns:a16="http://schemas.microsoft.com/office/drawing/2014/main" id="{BFA37158-A8C2-DB84-1B3D-21CBB0A2027C}"/>
                  </a:ext>
                </a:extLst>
              </p:cNvPr>
              <p:cNvSpPr/>
              <p:nvPr/>
            </p:nvSpPr>
            <p:spPr>
              <a:xfrm>
                <a:off x="8500037" y="6471196"/>
                <a:ext cx="44462" cy="69614"/>
              </a:xfrm>
              <a:custGeom>
                <a:avLst/>
                <a:gdLst>
                  <a:gd name="csX0" fmla="*/ 560 w 44462"/>
                  <a:gd name="csY0" fmla="*/ 34915 h 69614"/>
                  <a:gd name="csX1" fmla="*/ 3053 w 44462"/>
                  <a:gd name="csY1" fmla="*/ 15456 h 69614"/>
                  <a:gd name="csX2" fmla="*/ 10457 w 44462"/>
                  <a:gd name="csY2" fmla="*/ 4107 h 69614"/>
                  <a:gd name="csX3" fmla="*/ 22809 w 44462"/>
                  <a:gd name="csY3" fmla="*/ 89 h 69614"/>
                  <a:gd name="csX4" fmla="*/ 32409 w 44462"/>
                  <a:gd name="csY4" fmla="*/ 2284 h 69614"/>
                  <a:gd name="csX5" fmla="*/ 39255 w 44462"/>
                  <a:gd name="csY5" fmla="*/ 8684 h 69614"/>
                  <a:gd name="csX6" fmla="*/ 43497 w 44462"/>
                  <a:gd name="csY6" fmla="*/ 18804 h 69614"/>
                  <a:gd name="csX7" fmla="*/ 45022 w 44462"/>
                  <a:gd name="csY7" fmla="*/ 34915 h 69614"/>
                  <a:gd name="csX8" fmla="*/ 42566 w 44462"/>
                  <a:gd name="csY8" fmla="*/ 54300 h 69614"/>
                  <a:gd name="csX9" fmla="*/ 35199 w 44462"/>
                  <a:gd name="csY9" fmla="*/ 65685 h 69614"/>
                  <a:gd name="csX10" fmla="*/ 22809 w 44462"/>
                  <a:gd name="csY10" fmla="*/ 69703 h 69614"/>
                  <a:gd name="csX11" fmla="*/ 7331 w 44462"/>
                  <a:gd name="csY11" fmla="*/ 62634 h 69614"/>
                  <a:gd name="csX12" fmla="*/ 560 w 44462"/>
                  <a:gd name="csY12" fmla="*/ 34915 h 69614"/>
                  <a:gd name="csX13" fmla="*/ 9192 w 44462"/>
                  <a:gd name="csY13" fmla="*/ 34915 h 69614"/>
                  <a:gd name="csX14" fmla="*/ 13098 w 44462"/>
                  <a:gd name="csY14" fmla="*/ 57276 h 69614"/>
                  <a:gd name="csX15" fmla="*/ 22809 w 44462"/>
                  <a:gd name="csY15" fmla="*/ 62820 h 69614"/>
                  <a:gd name="csX16" fmla="*/ 32483 w 44462"/>
                  <a:gd name="csY16" fmla="*/ 57239 h 69614"/>
                  <a:gd name="csX17" fmla="*/ 36427 w 44462"/>
                  <a:gd name="csY17" fmla="*/ 34915 h 69614"/>
                  <a:gd name="csX18" fmla="*/ 32483 w 44462"/>
                  <a:gd name="csY18" fmla="*/ 12553 h 69614"/>
                  <a:gd name="csX19" fmla="*/ 22698 w 44462"/>
                  <a:gd name="csY19" fmla="*/ 7010 h 69614"/>
                  <a:gd name="csX20" fmla="*/ 13508 w 44462"/>
                  <a:gd name="csY20" fmla="*/ 11921 h 69614"/>
                  <a:gd name="csX21" fmla="*/ 9192 w 44462"/>
                  <a:gd name="csY21" fmla="*/ 34915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44462" h="69614">
                    <a:moveTo>
                      <a:pt x="560" y="34915"/>
                    </a:moveTo>
                    <a:cubicBezTo>
                      <a:pt x="560" y="26878"/>
                      <a:pt x="1415" y="20367"/>
                      <a:pt x="3053" y="15456"/>
                    </a:cubicBezTo>
                    <a:cubicBezTo>
                      <a:pt x="4727" y="10544"/>
                      <a:pt x="7183" y="6749"/>
                      <a:pt x="10457" y="4107"/>
                    </a:cubicBezTo>
                    <a:cubicBezTo>
                      <a:pt x="13731" y="1429"/>
                      <a:pt x="17824" y="89"/>
                      <a:pt x="22809" y="89"/>
                    </a:cubicBezTo>
                    <a:cubicBezTo>
                      <a:pt x="26456" y="89"/>
                      <a:pt x="29656" y="833"/>
                      <a:pt x="32409" y="2284"/>
                    </a:cubicBezTo>
                    <a:cubicBezTo>
                      <a:pt x="35199" y="3773"/>
                      <a:pt x="37469" y="5893"/>
                      <a:pt x="39255" y="8684"/>
                    </a:cubicBezTo>
                    <a:cubicBezTo>
                      <a:pt x="41078" y="11437"/>
                      <a:pt x="42455" y="14823"/>
                      <a:pt x="43497" y="18804"/>
                    </a:cubicBezTo>
                    <a:cubicBezTo>
                      <a:pt x="44538" y="22785"/>
                      <a:pt x="45022" y="28180"/>
                      <a:pt x="45022" y="34915"/>
                    </a:cubicBezTo>
                    <a:cubicBezTo>
                      <a:pt x="45022" y="42914"/>
                      <a:pt x="44204" y="49388"/>
                      <a:pt x="42566" y="54300"/>
                    </a:cubicBezTo>
                    <a:cubicBezTo>
                      <a:pt x="40929" y="59211"/>
                      <a:pt x="38474" y="63006"/>
                      <a:pt x="35199" y="65685"/>
                    </a:cubicBezTo>
                    <a:cubicBezTo>
                      <a:pt x="31925" y="68364"/>
                      <a:pt x="27795" y="69703"/>
                      <a:pt x="22809" y="69703"/>
                    </a:cubicBezTo>
                    <a:cubicBezTo>
                      <a:pt x="16224" y="69703"/>
                      <a:pt x="11052" y="67359"/>
                      <a:pt x="7331" y="62634"/>
                    </a:cubicBezTo>
                    <a:cubicBezTo>
                      <a:pt x="2829" y="56979"/>
                      <a:pt x="560" y="47714"/>
                      <a:pt x="560" y="34915"/>
                    </a:cubicBezTo>
                    <a:moveTo>
                      <a:pt x="9192" y="34915"/>
                    </a:moveTo>
                    <a:cubicBezTo>
                      <a:pt x="9192" y="46114"/>
                      <a:pt x="10494" y="53556"/>
                      <a:pt x="13098" y="57276"/>
                    </a:cubicBezTo>
                    <a:cubicBezTo>
                      <a:pt x="15740" y="60960"/>
                      <a:pt x="18940" y="62820"/>
                      <a:pt x="22809" y="62820"/>
                    </a:cubicBezTo>
                    <a:cubicBezTo>
                      <a:pt x="26642" y="62820"/>
                      <a:pt x="29879" y="60960"/>
                      <a:pt x="32483" y="57239"/>
                    </a:cubicBezTo>
                    <a:cubicBezTo>
                      <a:pt x="35125" y="53518"/>
                      <a:pt x="36427" y="46077"/>
                      <a:pt x="36427" y="34915"/>
                    </a:cubicBezTo>
                    <a:cubicBezTo>
                      <a:pt x="36427" y="23716"/>
                      <a:pt x="35125" y="16237"/>
                      <a:pt x="32483" y="12553"/>
                    </a:cubicBezTo>
                    <a:cubicBezTo>
                      <a:pt x="29879" y="8870"/>
                      <a:pt x="26605" y="7010"/>
                      <a:pt x="22698" y="7010"/>
                    </a:cubicBezTo>
                    <a:cubicBezTo>
                      <a:pt x="18866" y="7010"/>
                      <a:pt x="15777" y="8647"/>
                      <a:pt x="13508" y="11921"/>
                    </a:cubicBezTo>
                    <a:cubicBezTo>
                      <a:pt x="10606" y="16051"/>
                      <a:pt x="9192" y="23716"/>
                      <a:pt x="9192" y="34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1" name="Freeform 3230">
                <a:extLst>
                  <a:ext uri="{FF2B5EF4-FFF2-40B4-BE49-F238E27FC236}">
                    <a16:creationId xmlns:a16="http://schemas.microsoft.com/office/drawing/2014/main" id="{040D3365-BA9D-CE51-C96C-E856E53722E2}"/>
                  </a:ext>
                </a:extLst>
              </p:cNvPr>
              <p:cNvSpPr/>
              <p:nvPr/>
            </p:nvSpPr>
            <p:spPr>
              <a:xfrm>
                <a:off x="8557698" y="6530132"/>
                <a:ext cx="9562" cy="9525"/>
              </a:xfrm>
              <a:custGeom>
                <a:avLst/>
                <a:gdLst>
                  <a:gd name="csX0" fmla="*/ 565 w 9562"/>
                  <a:gd name="csY0" fmla="*/ 9614 h 9525"/>
                  <a:gd name="csX1" fmla="*/ 565 w 9562"/>
                  <a:gd name="csY1" fmla="*/ 89 h 9525"/>
                  <a:gd name="csX2" fmla="*/ 10127 w 9562"/>
                  <a:gd name="csY2" fmla="*/ 89 h 9525"/>
                  <a:gd name="csX3" fmla="*/ 10127 w 9562"/>
                  <a:gd name="csY3" fmla="*/ 9614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62" h="9525">
                    <a:moveTo>
                      <a:pt x="565" y="9614"/>
                    </a:moveTo>
                    <a:lnTo>
                      <a:pt x="565" y="89"/>
                    </a:lnTo>
                    <a:lnTo>
                      <a:pt x="10127" y="89"/>
                    </a:lnTo>
                    <a:lnTo>
                      <a:pt x="10127" y="9614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2" name="Freeform 3231">
                <a:extLst>
                  <a:ext uri="{FF2B5EF4-FFF2-40B4-BE49-F238E27FC236}">
                    <a16:creationId xmlns:a16="http://schemas.microsoft.com/office/drawing/2014/main" id="{26EF677F-32FD-98E0-3EA0-7FBE5F6E36DF}"/>
                  </a:ext>
                </a:extLst>
              </p:cNvPr>
              <p:cNvSpPr/>
              <p:nvPr/>
            </p:nvSpPr>
            <p:spPr>
              <a:xfrm>
                <a:off x="8579399" y="6471196"/>
                <a:ext cx="44908" cy="69614"/>
              </a:xfrm>
              <a:custGeom>
                <a:avLst/>
                <a:gdLst>
                  <a:gd name="csX0" fmla="*/ 13516 w 44908"/>
                  <a:gd name="csY0" fmla="*/ 31566 h 69614"/>
                  <a:gd name="csX1" fmla="*/ 5814 w 44908"/>
                  <a:gd name="csY1" fmla="*/ 26134 h 69614"/>
                  <a:gd name="csX2" fmla="*/ 3321 w 44908"/>
                  <a:gd name="csY2" fmla="*/ 17651 h 69614"/>
                  <a:gd name="csX3" fmla="*/ 8642 w 44908"/>
                  <a:gd name="csY3" fmla="*/ 5149 h 69614"/>
                  <a:gd name="csX4" fmla="*/ 22892 w 44908"/>
                  <a:gd name="csY4" fmla="*/ 89 h 69614"/>
                  <a:gd name="csX5" fmla="*/ 37254 w 44908"/>
                  <a:gd name="csY5" fmla="*/ 5261 h 69614"/>
                  <a:gd name="csX6" fmla="*/ 42686 w 44908"/>
                  <a:gd name="csY6" fmla="*/ 17911 h 69614"/>
                  <a:gd name="csX7" fmla="*/ 40193 w 44908"/>
                  <a:gd name="csY7" fmla="*/ 26171 h 69614"/>
                  <a:gd name="csX8" fmla="*/ 32640 w 44908"/>
                  <a:gd name="csY8" fmla="*/ 31566 h 69614"/>
                  <a:gd name="csX9" fmla="*/ 42203 w 44908"/>
                  <a:gd name="csY9" fmla="*/ 38189 h 69614"/>
                  <a:gd name="csX10" fmla="*/ 45477 w 44908"/>
                  <a:gd name="csY10" fmla="*/ 49054 h 69614"/>
                  <a:gd name="csX11" fmla="*/ 39301 w 44908"/>
                  <a:gd name="csY11" fmla="*/ 63750 h 69614"/>
                  <a:gd name="csX12" fmla="*/ 23041 w 44908"/>
                  <a:gd name="csY12" fmla="*/ 69703 h 69614"/>
                  <a:gd name="csX13" fmla="*/ 6744 w 44908"/>
                  <a:gd name="csY13" fmla="*/ 63750 h 69614"/>
                  <a:gd name="csX14" fmla="*/ 568 w 44908"/>
                  <a:gd name="csY14" fmla="*/ 48830 h 69614"/>
                  <a:gd name="csX15" fmla="*/ 3917 w 44908"/>
                  <a:gd name="csY15" fmla="*/ 37705 h 69614"/>
                  <a:gd name="csX16" fmla="*/ 13516 w 44908"/>
                  <a:gd name="csY16" fmla="*/ 31566 h 69614"/>
                  <a:gd name="csX17" fmla="*/ 11879 w 44908"/>
                  <a:gd name="csY17" fmla="*/ 17390 h 69614"/>
                  <a:gd name="csX18" fmla="*/ 14967 w 44908"/>
                  <a:gd name="csY18" fmla="*/ 25315 h 69614"/>
                  <a:gd name="csX19" fmla="*/ 23078 w 44908"/>
                  <a:gd name="csY19" fmla="*/ 28366 h 69614"/>
                  <a:gd name="csX20" fmla="*/ 31003 w 44908"/>
                  <a:gd name="csY20" fmla="*/ 25315 h 69614"/>
                  <a:gd name="csX21" fmla="*/ 34092 w 44908"/>
                  <a:gd name="csY21" fmla="*/ 17874 h 69614"/>
                  <a:gd name="csX22" fmla="*/ 30892 w 44908"/>
                  <a:gd name="csY22" fmla="*/ 10098 h 69614"/>
                  <a:gd name="csX23" fmla="*/ 22967 w 44908"/>
                  <a:gd name="csY23" fmla="*/ 6972 h 69614"/>
                  <a:gd name="csX24" fmla="*/ 15004 w 44908"/>
                  <a:gd name="csY24" fmla="*/ 10061 h 69614"/>
                  <a:gd name="csX25" fmla="*/ 11879 w 44908"/>
                  <a:gd name="csY25" fmla="*/ 17390 h 69614"/>
                  <a:gd name="csX26" fmla="*/ 9163 w 44908"/>
                  <a:gd name="csY26" fmla="*/ 48868 h 69614"/>
                  <a:gd name="csX27" fmla="*/ 10874 w 44908"/>
                  <a:gd name="csY27" fmla="*/ 55825 h 69614"/>
                  <a:gd name="csX28" fmla="*/ 15897 w 44908"/>
                  <a:gd name="csY28" fmla="*/ 60997 h 69614"/>
                  <a:gd name="csX29" fmla="*/ 23115 w 44908"/>
                  <a:gd name="csY29" fmla="*/ 62820 h 69614"/>
                  <a:gd name="csX30" fmla="*/ 33013 w 44908"/>
                  <a:gd name="csY30" fmla="*/ 58951 h 69614"/>
                  <a:gd name="csX31" fmla="*/ 36919 w 44908"/>
                  <a:gd name="csY31" fmla="*/ 49165 h 69614"/>
                  <a:gd name="csX32" fmla="*/ 32901 w 44908"/>
                  <a:gd name="csY32" fmla="*/ 39156 h 69614"/>
                  <a:gd name="csX33" fmla="*/ 22818 w 44908"/>
                  <a:gd name="csY33" fmla="*/ 35213 h 69614"/>
                  <a:gd name="csX34" fmla="*/ 13032 w 44908"/>
                  <a:gd name="csY34" fmla="*/ 39119 h 69614"/>
                  <a:gd name="csX35" fmla="*/ 9163 w 44908"/>
                  <a:gd name="csY35" fmla="*/ 48868 h 69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44908" h="69614">
                    <a:moveTo>
                      <a:pt x="13516" y="31566"/>
                    </a:moveTo>
                    <a:cubicBezTo>
                      <a:pt x="10056" y="30301"/>
                      <a:pt x="7488" y="28478"/>
                      <a:pt x="5814" y="26134"/>
                    </a:cubicBezTo>
                    <a:cubicBezTo>
                      <a:pt x="4140" y="23790"/>
                      <a:pt x="3321" y="20962"/>
                      <a:pt x="3321" y="17651"/>
                    </a:cubicBezTo>
                    <a:cubicBezTo>
                      <a:pt x="3321" y="12702"/>
                      <a:pt x="5070" y="8535"/>
                      <a:pt x="8642" y="5149"/>
                    </a:cubicBezTo>
                    <a:cubicBezTo>
                      <a:pt x="12214" y="1763"/>
                      <a:pt x="16976" y="89"/>
                      <a:pt x="22892" y="89"/>
                    </a:cubicBezTo>
                    <a:cubicBezTo>
                      <a:pt x="28845" y="89"/>
                      <a:pt x="33608" y="1801"/>
                      <a:pt x="37254" y="5261"/>
                    </a:cubicBezTo>
                    <a:cubicBezTo>
                      <a:pt x="40900" y="8721"/>
                      <a:pt x="42686" y="12925"/>
                      <a:pt x="42686" y="17911"/>
                    </a:cubicBezTo>
                    <a:cubicBezTo>
                      <a:pt x="42686" y="21074"/>
                      <a:pt x="41868" y="23827"/>
                      <a:pt x="40193" y="26171"/>
                    </a:cubicBezTo>
                    <a:cubicBezTo>
                      <a:pt x="38556" y="28515"/>
                      <a:pt x="36026" y="30301"/>
                      <a:pt x="32640" y="31566"/>
                    </a:cubicBezTo>
                    <a:cubicBezTo>
                      <a:pt x="36845" y="32943"/>
                      <a:pt x="40007" y="35138"/>
                      <a:pt x="42203" y="38189"/>
                    </a:cubicBezTo>
                    <a:cubicBezTo>
                      <a:pt x="44398" y="41203"/>
                      <a:pt x="45477" y="44849"/>
                      <a:pt x="45477" y="49054"/>
                    </a:cubicBezTo>
                    <a:cubicBezTo>
                      <a:pt x="45477" y="54895"/>
                      <a:pt x="43430" y="59806"/>
                      <a:pt x="39301" y="63750"/>
                    </a:cubicBezTo>
                    <a:cubicBezTo>
                      <a:pt x="35171" y="67731"/>
                      <a:pt x="29738" y="69703"/>
                      <a:pt x="23041" y="69703"/>
                    </a:cubicBezTo>
                    <a:cubicBezTo>
                      <a:pt x="16307" y="69703"/>
                      <a:pt x="10874" y="67731"/>
                      <a:pt x="6744" y="63750"/>
                    </a:cubicBezTo>
                    <a:cubicBezTo>
                      <a:pt x="2614" y="59769"/>
                      <a:pt x="568" y="54783"/>
                      <a:pt x="568" y="48830"/>
                    </a:cubicBezTo>
                    <a:cubicBezTo>
                      <a:pt x="568" y="44403"/>
                      <a:pt x="1684" y="40682"/>
                      <a:pt x="3917" y="37705"/>
                    </a:cubicBezTo>
                    <a:cubicBezTo>
                      <a:pt x="6186" y="34692"/>
                      <a:pt x="9386" y="32645"/>
                      <a:pt x="13516" y="31566"/>
                    </a:cubicBezTo>
                    <a:moveTo>
                      <a:pt x="11879" y="17390"/>
                    </a:moveTo>
                    <a:cubicBezTo>
                      <a:pt x="11879" y="20627"/>
                      <a:pt x="12884" y="23269"/>
                      <a:pt x="14967" y="25315"/>
                    </a:cubicBezTo>
                    <a:cubicBezTo>
                      <a:pt x="17051" y="27362"/>
                      <a:pt x="19767" y="28366"/>
                      <a:pt x="23078" y="28366"/>
                    </a:cubicBezTo>
                    <a:cubicBezTo>
                      <a:pt x="26278" y="28366"/>
                      <a:pt x="28920" y="27362"/>
                      <a:pt x="31003" y="25315"/>
                    </a:cubicBezTo>
                    <a:cubicBezTo>
                      <a:pt x="33050" y="23306"/>
                      <a:pt x="34092" y="20813"/>
                      <a:pt x="34092" y="17874"/>
                    </a:cubicBezTo>
                    <a:cubicBezTo>
                      <a:pt x="34092" y="14786"/>
                      <a:pt x="33013" y="12219"/>
                      <a:pt x="30892" y="10098"/>
                    </a:cubicBezTo>
                    <a:cubicBezTo>
                      <a:pt x="28771" y="8014"/>
                      <a:pt x="26129" y="6972"/>
                      <a:pt x="22967" y="6972"/>
                    </a:cubicBezTo>
                    <a:cubicBezTo>
                      <a:pt x="19767" y="6972"/>
                      <a:pt x="17125" y="7977"/>
                      <a:pt x="15004" y="10061"/>
                    </a:cubicBezTo>
                    <a:cubicBezTo>
                      <a:pt x="12921" y="12070"/>
                      <a:pt x="11879" y="14525"/>
                      <a:pt x="11879" y="17390"/>
                    </a:cubicBezTo>
                    <a:moveTo>
                      <a:pt x="9163" y="48868"/>
                    </a:moveTo>
                    <a:cubicBezTo>
                      <a:pt x="9163" y="51249"/>
                      <a:pt x="9721" y="53593"/>
                      <a:pt x="10874" y="55825"/>
                    </a:cubicBezTo>
                    <a:cubicBezTo>
                      <a:pt x="11991" y="58058"/>
                      <a:pt x="13665" y="59769"/>
                      <a:pt x="15897" y="60997"/>
                    </a:cubicBezTo>
                    <a:cubicBezTo>
                      <a:pt x="18130" y="62225"/>
                      <a:pt x="20548" y="62820"/>
                      <a:pt x="23115" y="62820"/>
                    </a:cubicBezTo>
                    <a:cubicBezTo>
                      <a:pt x="27134" y="62820"/>
                      <a:pt x="30408" y="61555"/>
                      <a:pt x="33013" y="58951"/>
                    </a:cubicBezTo>
                    <a:cubicBezTo>
                      <a:pt x="35617" y="56383"/>
                      <a:pt x="36919" y="53109"/>
                      <a:pt x="36919" y="49165"/>
                    </a:cubicBezTo>
                    <a:cubicBezTo>
                      <a:pt x="36919" y="45110"/>
                      <a:pt x="35580" y="41798"/>
                      <a:pt x="32901" y="39156"/>
                    </a:cubicBezTo>
                    <a:cubicBezTo>
                      <a:pt x="30222" y="36515"/>
                      <a:pt x="26873" y="35213"/>
                      <a:pt x="22818" y="35213"/>
                    </a:cubicBezTo>
                    <a:cubicBezTo>
                      <a:pt x="18911" y="35213"/>
                      <a:pt x="15637" y="36515"/>
                      <a:pt x="13032" y="39119"/>
                    </a:cubicBezTo>
                    <a:cubicBezTo>
                      <a:pt x="10465" y="41724"/>
                      <a:pt x="9163" y="44961"/>
                      <a:pt x="9163" y="4886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3233" name="Freeform 3232">
              <a:extLst>
                <a:ext uri="{FF2B5EF4-FFF2-40B4-BE49-F238E27FC236}">
                  <a16:creationId xmlns:a16="http://schemas.microsoft.com/office/drawing/2014/main" id="{96D844FD-0417-71E8-9C00-8DA4119D4D0F}"/>
                </a:ext>
              </a:extLst>
            </p:cNvPr>
            <p:cNvSpPr/>
            <p:nvPr/>
          </p:nvSpPr>
          <p:spPr>
            <a:xfrm>
              <a:off x="4461840" y="5492551"/>
              <a:ext cx="14233" cy="38798"/>
            </a:xfrm>
            <a:custGeom>
              <a:avLst/>
              <a:gdLst>
                <a:gd name="csX0" fmla="*/ 25674 w 25114"/>
                <a:gd name="csY0" fmla="*/ 68520 h 68460"/>
                <a:gd name="csX1" fmla="*/ 17303 w 25114"/>
                <a:gd name="csY1" fmla="*/ 68520 h 68460"/>
                <a:gd name="csX2" fmla="*/ 17303 w 25114"/>
                <a:gd name="csY2" fmla="*/ 15165 h 68460"/>
                <a:gd name="csX3" fmla="*/ 9378 w 25114"/>
                <a:gd name="csY3" fmla="*/ 20932 h 68460"/>
                <a:gd name="csX4" fmla="*/ 560 w 25114"/>
                <a:gd name="csY4" fmla="*/ 25285 h 68460"/>
                <a:gd name="csX5" fmla="*/ 560 w 25114"/>
                <a:gd name="csY5" fmla="*/ 17174 h 68460"/>
                <a:gd name="csX6" fmla="*/ 12838 w 25114"/>
                <a:gd name="csY6" fmla="*/ 9175 h 68460"/>
                <a:gd name="csX7" fmla="*/ 20279 w 25114"/>
                <a:gd name="csY7" fmla="*/ 59 h 68460"/>
                <a:gd name="csX8" fmla="*/ 25674 w 25114"/>
                <a:gd name="csY8" fmla="*/ 59 h 68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14" h="68460">
                  <a:moveTo>
                    <a:pt x="25674" y="68520"/>
                  </a:moveTo>
                  <a:lnTo>
                    <a:pt x="17303" y="68520"/>
                  </a:lnTo>
                  <a:lnTo>
                    <a:pt x="17303" y="15165"/>
                  </a:lnTo>
                  <a:cubicBezTo>
                    <a:pt x="15294" y="17100"/>
                    <a:pt x="12652" y="19035"/>
                    <a:pt x="9378" y="20932"/>
                  </a:cubicBezTo>
                  <a:cubicBezTo>
                    <a:pt x="6103" y="22867"/>
                    <a:pt x="3164" y="24318"/>
                    <a:pt x="560" y="25285"/>
                  </a:cubicBezTo>
                  <a:lnTo>
                    <a:pt x="560" y="17174"/>
                  </a:lnTo>
                  <a:cubicBezTo>
                    <a:pt x="5248" y="14979"/>
                    <a:pt x="9341" y="12300"/>
                    <a:pt x="12838" y="9175"/>
                  </a:cubicBezTo>
                  <a:cubicBezTo>
                    <a:pt x="16335" y="6049"/>
                    <a:pt x="18828" y="2998"/>
                    <a:pt x="20279" y="59"/>
                  </a:cubicBezTo>
                  <a:lnTo>
                    <a:pt x="25674" y="5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35" name="TextBox 3234">
            <a:extLst>
              <a:ext uri="{FF2B5EF4-FFF2-40B4-BE49-F238E27FC236}">
                <a16:creationId xmlns:a16="http://schemas.microsoft.com/office/drawing/2014/main" id="{3EA8F0FD-5BEE-4787-8D6E-C8689C5B7F36}"/>
              </a:ext>
            </a:extLst>
          </p:cNvPr>
          <p:cNvSpPr txBox="1"/>
          <p:nvPr/>
        </p:nvSpPr>
        <p:spPr>
          <a:xfrm>
            <a:off x="1791780" y="5253219"/>
            <a:ext cx="24577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This work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Parker 2024 Child Clusters</a:t>
            </a:r>
          </a:p>
        </p:txBody>
      </p:sp>
      <p:sp>
        <p:nvSpPr>
          <p:cNvPr id="1193" name="TextBox 1192">
            <a:extLst>
              <a:ext uri="{FF2B5EF4-FFF2-40B4-BE49-F238E27FC236}">
                <a16:creationId xmlns:a16="http://schemas.microsoft.com/office/drawing/2014/main" id="{271E39CF-DF52-7F21-225F-DC3C3CB5C243}"/>
              </a:ext>
            </a:extLst>
          </p:cNvPr>
          <p:cNvSpPr txBox="1"/>
          <p:nvPr/>
        </p:nvSpPr>
        <p:spPr>
          <a:xfrm>
            <a:off x="2541269" y="7695104"/>
            <a:ext cx="7649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Multiome Cluster</a:t>
            </a:r>
          </a:p>
        </p:txBody>
      </p:sp>
      <p:sp>
        <p:nvSpPr>
          <p:cNvPr id="1195" name="TextBox 1194">
            <a:extLst>
              <a:ext uri="{FF2B5EF4-FFF2-40B4-BE49-F238E27FC236}">
                <a16:creationId xmlns:a16="http://schemas.microsoft.com/office/drawing/2014/main" id="{297B5AEA-D6F0-FD9D-3E00-A608947D2566}"/>
              </a:ext>
            </a:extLst>
          </p:cNvPr>
          <p:cNvSpPr txBox="1"/>
          <p:nvPr/>
        </p:nvSpPr>
        <p:spPr>
          <a:xfrm rot="16200000">
            <a:off x="993677" y="6526459"/>
            <a:ext cx="107112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Parker 2024 Child Cluster</a:t>
            </a:r>
          </a:p>
        </p:txBody>
      </p:sp>
      <p:sp>
        <p:nvSpPr>
          <p:cNvPr id="1203" name="TextBox 1202">
            <a:extLst>
              <a:ext uri="{FF2B5EF4-FFF2-40B4-BE49-F238E27FC236}">
                <a16:creationId xmlns:a16="http://schemas.microsoft.com/office/drawing/2014/main" id="{C3B89CE5-C46F-9078-6D19-4B8C8C6ED9A8}"/>
              </a:ext>
            </a:extLst>
          </p:cNvPr>
          <p:cNvSpPr txBox="1"/>
          <p:nvPr/>
        </p:nvSpPr>
        <p:spPr>
          <a:xfrm>
            <a:off x="4188978" y="5575877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Proportion Child Cluster </a:t>
            </a:r>
          </a:p>
          <a:p>
            <a:pPr algn="ctr"/>
            <a:r>
              <a:rPr lang="en-US" sz="60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Labeled Multiome Cluster</a:t>
            </a:r>
          </a:p>
        </p:txBody>
      </p:sp>
      <p:sp>
        <p:nvSpPr>
          <p:cNvPr id="1205" name="TextBox 1204">
            <a:extLst>
              <a:ext uri="{FF2B5EF4-FFF2-40B4-BE49-F238E27FC236}">
                <a16:creationId xmlns:a16="http://schemas.microsoft.com/office/drawing/2014/main" id="{F8B4A762-947B-CCF2-7167-79BD7229BAF1}"/>
              </a:ext>
            </a:extLst>
          </p:cNvPr>
          <p:cNvSpPr txBox="1"/>
          <p:nvPr/>
        </p:nvSpPr>
        <p:spPr>
          <a:xfrm>
            <a:off x="-74067" y="77810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7" name="TextBox 1206">
            <a:extLst>
              <a:ext uri="{FF2B5EF4-FFF2-40B4-BE49-F238E27FC236}">
                <a16:creationId xmlns:a16="http://schemas.microsoft.com/office/drawing/2014/main" id="{DFA56C87-2CD0-CE94-02AC-FA35DDD6A191}"/>
              </a:ext>
            </a:extLst>
          </p:cNvPr>
          <p:cNvSpPr txBox="1"/>
          <p:nvPr/>
        </p:nvSpPr>
        <p:spPr>
          <a:xfrm>
            <a:off x="-746" y="3029431"/>
            <a:ext cx="314509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65F2D4F-8198-EFD9-85FF-CD9241CA8E36}"/>
              </a:ext>
            </a:extLst>
          </p:cNvPr>
          <p:cNvSpPr txBox="1"/>
          <p:nvPr/>
        </p:nvSpPr>
        <p:spPr>
          <a:xfrm>
            <a:off x="-4809" y="5296381"/>
            <a:ext cx="324127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994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8" name="Group 2447">
            <a:extLst>
              <a:ext uri="{FF2B5EF4-FFF2-40B4-BE49-F238E27FC236}">
                <a16:creationId xmlns:a16="http://schemas.microsoft.com/office/drawing/2014/main" id="{16731F23-2A90-089C-9E96-70956D847639}"/>
              </a:ext>
            </a:extLst>
          </p:cNvPr>
          <p:cNvGrpSpPr/>
          <p:nvPr/>
        </p:nvGrpSpPr>
        <p:grpSpPr>
          <a:xfrm>
            <a:off x="-53429" y="301162"/>
            <a:ext cx="6538246" cy="2544619"/>
            <a:chOff x="-51646" y="1857736"/>
            <a:chExt cx="6919457" cy="2692982"/>
          </a:xfrm>
        </p:grpSpPr>
        <p:grpSp>
          <p:nvGrpSpPr>
            <p:cNvPr id="2441" name="Group 2440">
              <a:extLst>
                <a:ext uri="{FF2B5EF4-FFF2-40B4-BE49-F238E27FC236}">
                  <a16:creationId xmlns:a16="http://schemas.microsoft.com/office/drawing/2014/main" id="{65D6AD06-44C4-5E50-BCC0-948D4448CA24}"/>
                </a:ext>
              </a:extLst>
            </p:cNvPr>
            <p:cNvGrpSpPr/>
            <p:nvPr/>
          </p:nvGrpSpPr>
          <p:grpSpPr>
            <a:xfrm>
              <a:off x="-51646" y="2044085"/>
              <a:ext cx="6901643" cy="2506633"/>
              <a:chOff x="-51646" y="2044085"/>
              <a:chExt cx="6901643" cy="2506633"/>
            </a:xfrm>
          </p:grpSpPr>
          <p:grpSp>
            <p:nvGrpSpPr>
              <p:cNvPr id="610" name="Graphic 585">
                <a:extLst>
                  <a:ext uri="{FF2B5EF4-FFF2-40B4-BE49-F238E27FC236}">
                    <a16:creationId xmlns:a16="http://schemas.microsoft.com/office/drawing/2014/main" id="{3D0BBFA0-D331-5FCB-E89E-E6EAD004DB92}"/>
                  </a:ext>
                </a:extLst>
              </p:cNvPr>
              <p:cNvGrpSpPr/>
              <p:nvPr/>
            </p:nvGrpSpPr>
            <p:grpSpPr>
              <a:xfrm>
                <a:off x="68839" y="2058218"/>
                <a:ext cx="1229625" cy="1196086"/>
                <a:chOff x="357246" y="2312178"/>
                <a:chExt cx="1229625" cy="1196086"/>
              </a:xfrm>
            </p:grpSpPr>
            <p:grpSp>
              <p:nvGrpSpPr>
                <p:cNvPr id="613" name="Graphic 585">
                  <a:extLst>
                    <a:ext uri="{FF2B5EF4-FFF2-40B4-BE49-F238E27FC236}">
                      <a16:creationId xmlns:a16="http://schemas.microsoft.com/office/drawing/2014/main" id="{DC6CCB9C-F2E8-6873-0FD3-687315743D9F}"/>
                    </a:ext>
                  </a:extLst>
                </p:cNvPr>
                <p:cNvGrpSpPr/>
                <p:nvPr/>
              </p:nvGrpSpPr>
              <p:grpSpPr>
                <a:xfrm>
                  <a:off x="659999" y="2509239"/>
                  <a:ext cx="854967" cy="782486"/>
                  <a:chOff x="659999" y="2509239"/>
                  <a:chExt cx="854967" cy="782486"/>
                </a:xfrm>
              </p:grpSpPr>
              <p:sp>
                <p:nvSpPr>
                  <p:cNvPr id="614" name="Freeform 613">
                    <a:extLst>
                      <a:ext uri="{FF2B5EF4-FFF2-40B4-BE49-F238E27FC236}">
                        <a16:creationId xmlns:a16="http://schemas.microsoft.com/office/drawing/2014/main" id="{0D243C14-C369-0F27-14F0-7494A72D878D}"/>
                      </a:ext>
                    </a:extLst>
                  </p:cNvPr>
                  <p:cNvSpPr/>
                  <p:nvPr/>
                </p:nvSpPr>
                <p:spPr>
                  <a:xfrm>
                    <a:off x="733027" y="2614434"/>
                    <a:ext cx="781939" cy="677290"/>
                  </a:xfrm>
                  <a:custGeom>
                    <a:avLst/>
                    <a:gdLst>
                      <a:gd name="csX0" fmla="*/ 0 w 781939"/>
                      <a:gd name="csY0" fmla="*/ 0 h 677290"/>
                      <a:gd name="csX1" fmla="*/ 781939 w 781939"/>
                      <a:gd name="csY1" fmla="*/ 0 h 677290"/>
                      <a:gd name="csX2" fmla="*/ 781939 w 781939"/>
                      <a:gd name="csY2" fmla="*/ 677291 h 677290"/>
                      <a:gd name="csX3" fmla="*/ 0 w 781939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81939" h="677290">
                        <a:moveTo>
                          <a:pt x="0" y="0"/>
                        </a:moveTo>
                        <a:lnTo>
                          <a:pt x="781939" y="0"/>
                        </a:lnTo>
                        <a:lnTo>
                          <a:pt x="781939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15" name="Freeform 614">
                    <a:extLst>
                      <a:ext uri="{FF2B5EF4-FFF2-40B4-BE49-F238E27FC236}">
                        <a16:creationId xmlns:a16="http://schemas.microsoft.com/office/drawing/2014/main" id="{EBEF3E25-A392-35B9-8549-3D02786E176B}"/>
                      </a:ext>
                    </a:extLst>
                  </p:cNvPr>
                  <p:cNvSpPr/>
                  <p:nvPr/>
                </p:nvSpPr>
                <p:spPr>
                  <a:xfrm>
                    <a:off x="778112" y="2900946"/>
                    <a:ext cx="90170" cy="390652"/>
                  </a:xfrm>
                  <a:custGeom>
                    <a:avLst/>
                    <a:gdLst>
                      <a:gd name="csX0" fmla="*/ 0 w 90170"/>
                      <a:gd name="csY0" fmla="*/ 0 h 390652"/>
                      <a:gd name="csX1" fmla="*/ 90170 w 90170"/>
                      <a:gd name="csY1" fmla="*/ 0 h 390652"/>
                      <a:gd name="csX2" fmla="*/ 90170 w 90170"/>
                      <a:gd name="csY2" fmla="*/ 390652 h 390652"/>
                      <a:gd name="csX3" fmla="*/ 0 w 90170"/>
                      <a:gd name="csY3" fmla="*/ 390652 h 3906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390652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90652"/>
                        </a:lnTo>
                        <a:lnTo>
                          <a:pt x="0" y="390652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16" name="Freeform 615">
                    <a:extLst>
                      <a:ext uri="{FF2B5EF4-FFF2-40B4-BE49-F238E27FC236}">
                        <a16:creationId xmlns:a16="http://schemas.microsoft.com/office/drawing/2014/main" id="{FEFEF286-6BBF-318E-9807-B96C553BF5CC}"/>
                      </a:ext>
                    </a:extLst>
                  </p:cNvPr>
                  <p:cNvSpPr/>
                  <p:nvPr/>
                </p:nvSpPr>
                <p:spPr>
                  <a:xfrm>
                    <a:off x="928480" y="2897390"/>
                    <a:ext cx="90170" cy="394335"/>
                  </a:xfrm>
                  <a:custGeom>
                    <a:avLst/>
                    <a:gdLst>
                      <a:gd name="csX0" fmla="*/ 0 w 90170"/>
                      <a:gd name="csY0" fmla="*/ 0 h 394335"/>
                      <a:gd name="csX1" fmla="*/ 90170 w 90170"/>
                      <a:gd name="csY1" fmla="*/ 0 h 394335"/>
                      <a:gd name="csX2" fmla="*/ 90170 w 90170"/>
                      <a:gd name="csY2" fmla="*/ 394335 h 394335"/>
                      <a:gd name="csX3" fmla="*/ 0 w 90170"/>
                      <a:gd name="csY3" fmla="*/ 394335 h 39433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394335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94335"/>
                        </a:lnTo>
                        <a:lnTo>
                          <a:pt x="0" y="394335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17" name="Freeform 616">
                    <a:extLst>
                      <a:ext uri="{FF2B5EF4-FFF2-40B4-BE49-F238E27FC236}">
                        <a16:creationId xmlns:a16="http://schemas.microsoft.com/office/drawing/2014/main" id="{C2565269-CE4C-E06A-1999-5503335A3A6E}"/>
                      </a:ext>
                    </a:extLst>
                  </p:cNvPr>
                  <p:cNvSpPr/>
                  <p:nvPr/>
                </p:nvSpPr>
                <p:spPr>
                  <a:xfrm>
                    <a:off x="1078848" y="2982099"/>
                    <a:ext cx="90169" cy="309498"/>
                  </a:xfrm>
                  <a:custGeom>
                    <a:avLst/>
                    <a:gdLst>
                      <a:gd name="csX0" fmla="*/ 0 w 90169"/>
                      <a:gd name="csY0" fmla="*/ 0 h 309498"/>
                      <a:gd name="csX1" fmla="*/ 90170 w 90169"/>
                      <a:gd name="csY1" fmla="*/ 0 h 309498"/>
                      <a:gd name="csX2" fmla="*/ 90170 w 90169"/>
                      <a:gd name="csY2" fmla="*/ 309499 h 309498"/>
                      <a:gd name="csX3" fmla="*/ 0 w 90169"/>
                      <a:gd name="csY3" fmla="*/ 309499 h 3094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309498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09499"/>
                        </a:lnTo>
                        <a:lnTo>
                          <a:pt x="0" y="309499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18" name="Freeform 617">
                    <a:extLst>
                      <a:ext uri="{FF2B5EF4-FFF2-40B4-BE49-F238E27FC236}">
                        <a16:creationId xmlns:a16="http://schemas.microsoft.com/office/drawing/2014/main" id="{BEB7478B-81CC-5492-DA37-7756E891A15C}"/>
                      </a:ext>
                    </a:extLst>
                  </p:cNvPr>
                  <p:cNvSpPr/>
                  <p:nvPr/>
                </p:nvSpPr>
                <p:spPr>
                  <a:xfrm>
                    <a:off x="1229216" y="2911995"/>
                    <a:ext cx="90169" cy="379729"/>
                  </a:xfrm>
                  <a:custGeom>
                    <a:avLst/>
                    <a:gdLst>
                      <a:gd name="csX0" fmla="*/ 0 w 90169"/>
                      <a:gd name="csY0" fmla="*/ 0 h 379729"/>
                      <a:gd name="csX1" fmla="*/ 90170 w 90169"/>
                      <a:gd name="csY1" fmla="*/ 0 h 379729"/>
                      <a:gd name="csX2" fmla="*/ 90170 w 90169"/>
                      <a:gd name="csY2" fmla="*/ 379730 h 379729"/>
                      <a:gd name="csX3" fmla="*/ 0 w 90169"/>
                      <a:gd name="csY3" fmla="*/ 379730 h 3797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379729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79730"/>
                        </a:lnTo>
                        <a:lnTo>
                          <a:pt x="0" y="379730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19" name="Freeform 618">
                    <a:extLst>
                      <a:ext uri="{FF2B5EF4-FFF2-40B4-BE49-F238E27FC236}">
                        <a16:creationId xmlns:a16="http://schemas.microsoft.com/office/drawing/2014/main" id="{34E2D3EC-1F44-8112-DA2D-543ED41ED3CF}"/>
                      </a:ext>
                    </a:extLst>
                  </p:cNvPr>
                  <p:cNvSpPr/>
                  <p:nvPr/>
                </p:nvSpPr>
                <p:spPr>
                  <a:xfrm>
                    <a:off x="1379584" y="2931299"/>
                    <a:ext cx="90169" cy="360298"/>
                  </a:xfrm>
                  <a:custGeom>
                    <a:avLst/>
                    <a:gdLst>
                      <a:gd name="csX0" fmla="*/ 0 w 90169"/>
                      <a:gd name="csY0" fmla="*/ 0 h 360298"/>
                      <a:gd name="csX1" fmla="*/ 90170 w 90169"/>
                      <a:gd name="csY1" fmla="*/ 0 h 360298"/>
                      <a:gd name="csX2" fmla="*/ 90170 w 90169"/>
                      <a:gd name="csY2" fmla="*/ 360299 h 360298"/>
                      <a:gd name="csX3" fmla="*/ 0 w 90169"/>
                      <a:gd name="csY3" fmla="*/ 360299 h 3602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360298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60299"/>
                        </a:lnTo>
                        <a:lnTo>
                          <a:pt x="0" y="360299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0" name="Freeform 619">
                    <a:extLst>
                      <a:ext uri="{FF2B5EF4-FFF2-40B4-BE49-F238E27FC236}">
                        <a16:creationId xmlns:a16="http://schemas.microsoft.com/office/drawing/2014/main" id="{AB1C5A7F-1422-6BF1-5816-B936E7BF5DD5}"/>
                      </a:ext>
                    </a:extLst>
                  </p:cNvPr>
                  <p:cNvSpPr/>
                  <p:nvPr/>
                </p:nvSpPr>
                <p:spPr>
                  <a:xfrm>
                    <a:off x="793097" y="2876942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1" name="Freeform 620">
                    <a:extLst>
                      <a:ext uri="{FF2B5EF4-FFF2-40B4-BE49-F238E27FC236}">
                        <a16:creationId xmlns:a16="http://schemas.microsoft.com/office/drawing/2014/main" id="{ABC30AA6-DA1E-8D96-B4AF-1481AACAA500}"/>
                      </a:ext>
                    </a:extLst>
                  </p:cNvPr>
                  <p:cNvSpPr/>
                  <p:nvPr/>
                </p:nvSpPr>
                <p:spPr>
                  <a:xfrm>
                    <a:off x="823197" y="2876942"/>
                    <a:ext cx="12700" cy="47879"/>
                  </a:xfrm>
                  <a:custGeom>
                    <a:avLst/>
                    <a:gdLst>
                      <a:gd name="csX0" fmla="*/ 0 w 12700"/>
                      <a:gd name="csY0" fmla="*/ 0 h 47879"/>
                      <a:gd name="csX1" fmla="*/ 0 w 12700"/>
                      <a:gd name="csY1" fmla="*/ 47879 h 4787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47879">
                        <a:moveTo>
                          <a:pt x="0" y="0"/>
                        </a:moveTo>
                        <a:lnTo>
                          <a:pt x="0" y="4787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2" name="Freeform 621">
                    <a:extLst>
                      <a:ext uri="{FF2B5EF4-FFF2-40B4-BE49-F238E27FC236}">
                        <a16:creationId xmlns:a16="http://schemas.microsoft.com/office/drawing/2014/main" id="{690FEE4C-AA26-A836-BF64-7A12C2520B71}"/>
                      </a:ext>
                    </a:extLst>
                  </p:cNvPr>
                  <p:cNvSpPr/>
                  <p:nvPr/>
                </p:nvSpPr>
                <p:spPr>
                  <a:xfrm>
                    <a:off x="793097" y="2924821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3" name="Freeform 622">
                    <a:extLst>
                      <a:ext uri="{FF2B5EF4-FFF2-40B4-BE49-F238E27FC236}">
                        <a16:creationId xmlns:a16="http://schemas.microsoft.com/office/drawing/2014/main" id="{CC65C693-3990-1400-E5FE-AA4286D1BA92}"/>
                      </a:ext>
                    </a:extLst>
                  </p:cNvPr>
                  <p:cNvSpPr/>
                  <p:nvPr/>
                </p:nvSpPr>
                <p:spPr>
                  <a:xfrm>
                    <a:off x="943465" y="2880117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4" name="Freeform 623">
                    <a:extLst>
                      <a:ext uri="{FF2B5EF4-FFF2-40B4-BE49-F238E27FC236}">
                        <a16:creationId xmlns:a16="http://schemas.microsoft.com/office/drawing/2014/main" id="{733108A7-D8AE-3062-7D81-2B97285C69D2}"/>
                      </a:ext>
                    </a:extLst>
                  </p:cNvPr>
                  <p:cNvSpPr/>
                  <p:nvPr/>
                </p:nvSpPr>
                <p:spPr>
                  <a:xfrm>
                    <a:off x="973565" y="2880117"/>
                    <a:ext cx="12700" cy="34417"/>
                  </a:xfrm>
                  <a:custGeom>
                    <a:avLst/>
                    <a:gdLst>
                      <a:gd name="csX0" fmla="*/ 0 w 12700"/>
                      <a:gd name="csY0" fmla="*/ 0 h 34417"/>
                      <a:gd name="csX1" fmla="*/ 0 w 12700"/>
                      <a:gd name="csY1" fmla="*/ 34417 h 3441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417">
                        <a:moveTo>
                          <a:pt x="0" y="0"/>
                        </a:moveTo>
                        <a:lnTo>
                          <a:pt x="0" y="3441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5" name="Freeform 624">
                    <a:extLst>
                      <a:ext uri="{FF2B5EF4-FFF2-40B4-BE49-F238E27FC236}">
                        <a16:creationId xmlns:a16="http://schemas.microsoft.com/office/drawing/2014/main" id="{A7883F74-C28D-F2EB-D5FA-9CE6A930AE15}"/>
                      </a:ext>
                    </a:extLst>
                  </p:cNvPr>
                  <p:cNvSpPr/>
                  <p:nvPr/>
                </p:nvSpPr>
                <p:spPr>
                  <a:xfrm>
                    <a:off x="943465" y="2914535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6" name="Freeform 625">
                    <a:extLst>
                      <a:ext uri="{FF2B5EF4-FFF2-40B4-BE49-F238E27FC236}">
                        <a16:creationId xmlns:a16="http://schemas.microsoft.com/office/drawing/2014/main" id="{FDA35F21-1BE5-9E70-5BFC-7E65D8DAC73D}"/>
                      </a:ext>
                    </a:extLst>
                  </p:cNvPr>
                  <p:cNvSpPr/>
                  <p:nvPr/>
                </p:nvSpPr>
                <p:spPr>
                  <a:xfrm>
                    <a:off x="1093834" y="2978670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7" name="Freeform 626">
                    <a:extLst>
                      <a:ext uri="{FF2B5EF4-FFF2-40B4-BE49-F238E27FC236}">
                        <a16:creationId xmlns:a16="http://schemas.microsoft.com/office/drawing/2014/main" id="{B128BD20-0B86-0FA1-F19E-7DB47481983C}"/>
                      </a:ext>
                    </a:extLst>
                  </p:cNvPr>
                  <p:cNvSpPr/>
                  <p:nvPr/>
                </p:nvSpPr>
                <p:spPr>
                  <a:xfrm>
                    <a:off x="1123932" y="2978670"/>
                    <a:ext cx="12700" cy="6984"/>
                  </a:xfrm>
                  <a:custGeom>
                    <a:avLst/>
                    <a:gdLst>
                      <a:gd name="csX0" fmla="*/ 0 w 12700"/>
                      <a:gd name="csY0" fmla="*/ 0 h 6984"/>
                      <a:gd name="csX1" fmla="*/ 0 w 12700"/>
                      <a:gd name="csY1" fmla="*/ 6985 h 698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984">
                        <a:moveTo>
                          <a:pt x="0" y="0"/>
                        </a:moveTo>
                        <a:lnTo>
                          <a:pt x="0" y="698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8" name="Freeform 627">
                    <a:extLst>
                      <a:ext uri="{FF2B5EF4-FFF2-40B4-BE49-F238E27FC236}">
                        <a16:creationId xmlns:a16="http://schemas.microsoft.com/office/drawing/2014/main" id="{76A2967E-F58E-8DC1-124D-0778EC945E6E}"/>
                      </a:ext>
                    </a:extLst>
                  </p:cNvPr>
                  <p:cNvSpPr/>
                  <p:nvPr/>
                </p:nvSpPr>
                <p:spPr>
                  <a:xfrm>
                    <a:off x="1093834" y="2985654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29" name="Freeform 628">
                    <a:extLst>
                      <a:ext uri="{FF2B5EF4-FFF2-40B4-BE49-F238E27FC236}">
                        <a16:creationId xmlns:a16="http://schemas.microsoft.com/office/drawing/2014/main" id="{3BBF66FA-4AC2-43EB-CBEC-4162FC5BE668}"/>
                      </a:ext>
                    </a:extLst>
                  </p:cNvPr>
                  <p:cNvSpPr/>
                  <p:nvPr/>
                </p:nvSpPr>
                <p:spPr>
                  <a:xfrm>
                    <a:off x="1394570" y="2907677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0" name="Freeform 629">
                    <a:extLst>
                      <a:ext uri="{FF2B5EF4-FFF2-40B4-BE49-F238E27FC236}">
                        <a16:creationId xmlns:a16="http://schemas.microsoft.com/office/drawing/2014/main" id="{9CC5FCDB-7EC5-145D-2E6D-16B89AF731A6}"/>
                      </a:ext>
                    </a:extLst>
                  </p:cNvPr>
                  <p:cNvSpPr/>
                  <p:nvPr/>
                </p:nvSpPr>
                <p:spPr>
                  <a:xfrm>
                    <a:off x="1424668" y="2907677"/>
                    <a:ext cx="12700" cy="47370"/>
                  </a:xfrm>
                  <a:custGeom>
                    <a:avLst/>
                    <a:gdLst>
                      <a:gd name="csX0" fmla="*/ 0 w 12700"/>
                      <a:gd name="csY0" fmla="*/ 0 h 47370"/>
                      <a:gd name="csX1" fmla="*/ 0 w 12700"/>
                      <a:gd name="csY1" fmla="*/ 47371 h 473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47370">
                        <a:moveTo>
                          <a:pt x="0" y="0"/>
                        </a:moveTo>
                        <a:lnTo>
                          <a:pt x="0" y="47371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1" name="Freeform 630">
                    <a:extLst>
                      <a:ext uri="{FF2B5EF4-FFF2-40B4-BE49-F238E27FC236}">
                        <a16:creationId xmlns:a16="http://schemas.microsoft.com/office/drawing/2014/main" id="{8F84565F-EDA0-5FF9-FEF4-F9CA8673BD8A}"/>
                      </a:ext>
                    </a:extLst>
                  </p:cNvPr>
                  <p:cNvSpPr/>
                  <p:nvPr/>
                </p:nvSpPr>
                <p:spPr>
                  <a:xfrm>
                    <a:off x="1394570" y="2955048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2" name="Freeform 631">
                    <a:extLst>
                      <a:ext uri="{FF2B5EF4-FFF2-40B4-BE49-F238E27FC236}">
                        <a16:creationId xmlns:a16="http://schemas.microsoft.com/office/drawing/2014/main" id="{5012F915-CF25-C425-3B63-91ECFDBE5191}"/>
                      </a:ext>
                    </a:extLst>
                  </p:cNvPr>
                  <p:cNvSpPr/>
                  <p:nvPr/>
                </p:nvSpPr>
                <p:spPr>
                  <a:xfrm>
                    <a:off x="1118345" y="296724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3" name="Freeform 632">
                    <a:extLst>
                      <a:ext uri="{FF2B5EF4-FFF2-40B4-BE49-F238E27FC236}">
                        <a16:creationId xmlns:a16="http://schemas.microsoft.com/office/drawing/2014/main" id="{8C70B669-C404-7B31-44E8-B7BDAE96E6EF}"/>
                      </a:ext>
                    </a:extLst>
                  </p:cNvPr>
                  <p:cNvSpPr/>
                  <p:nvPr/>
                </p:nvSpPr>
                <p:spPr>
                  <a:xfrm>
                    <a:off x="968612" y="290856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4" name="Freeform 633">
                    <a:extLst>
                      <a:ext uri="{FF2B5EF4-FFF2-40B4-BE49-F238E27FC236}">
                        <a16:creationId xmlns:a16="http://schemas.microsoft.com/office/drawing/2014/main" id="{7F9CC5DA-AFA6-E4C4-0803-15335CF3F1B0}"/>
                      </a:ext>
                    </a:extLst>
                  </p:cNvPr>
                  <p:cNvSpPr/>
                  <p:nvPr/>
                </p:nvSpPr>
                <p:spPr>
                  <a:xfrm>
                    <a:off x="949054" y="287897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5" name="Freeform 634">
                    <a:extLst>
                      <a:ext uri="{FF2B5EF4-FFF2-40B4-BE49-F238E27FC236}">
                        <a16:creationId xmlns:a16="http://schemas.microsoft.com/office/drawing/2014/main" id="{E929BC8F-E858-93A5-E1A4-8968A57AFA1A}"/>
                      </a:ext>
                    </a:extLst>
                  </p:cNvPr>
                  <p:cNvSpPr/>
                  <p:nvPr/>
                </p:nvSpPr>
                <p:spPr>
                  <a:xfrm>
                    <a:off x="1416541" y="289624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6" name="Freeform 635">
                    <a:extLst>
                      <a:ext uri="{FF2B5EF4-FFF2-40B4-BE49-F238E27FC236}">
                        <a16:creationId xmlns:a16="http://schemas.microsoft.com/office/drawing/2014/main" id="{AC1535AF-E88B-D7B1-99A9-27903FBD3D01}"/>
                      </a:ext>
                    </a:extLst>
                  </p:cNvPr>
                  <p:cNvSpPr/>
                  <p:nvPr/>
                </p:nvSpPr>
                <p:spPr>
                  <a:xfrm>
                    <a:off x="809354" y="282436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7" name="Freeform 636">
                    <a:extLst>
                      <a:ext uri="{FF2B5EF4-FFF2-40B4-BE49-F238E27FC236}">
                        <a16:creationId xmlns:a16="http://schemas.microsoft.com/office/drawing/2014/main" id="{1225A24E-1E00-6FDD-6695-BF5D92710F20}"/>
                      </a:ext>
                    </a:extLst>
                  </p:cNvPr>
                  <p:cNvSpPr/>
                  <p:nvPr/>
                </p:nvSpPr>
                <p:spPr>
                  <a:xfrm>
                    <a:off x="1407143" y="295492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8" name="Freeform 637">
                    <a:extLst>
                      <a:ext uri="{FF2B5EF4-FFF2-40B4-BE49-F238E27FC236}">
                        <a16:creationId xmlns:a16="http://schemas.microsoft.com/office/drawing/2014/main" id="{EFDC65AE-00A3-F61C-C039-B1ABD6B3230D}"/>
                      </a:ext>
                    </a:extLst>
                  </p:cNvPr>
                  <p:cNvSpPr/>
                  <p:nvPr/>
                </p:nvSpPr>
                <p:spPr>
                  <a:xfrm>
                    <a:off x="812275" y="299149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39" name="Freeform 638">
                    <a:extLst>
                      <a:ext uri="{FF2B5EF4-FFF2-40B4-BE49-F238E27FC236}">
                        <a16:creationId xmlns:a16="http://schemas.microsoft.com/office/drawing/2014/main" id="{84861ED2-0D03-7FAD-492E-C9D2AC59FCF3}"/>
                      </a:ext>
                    </a:extLst>
                  </p:cNvPr>
                  <p:cNvSpPr/>
                  <p:nvPr/>
                </p:nvSpPr>
                <p:spPr>
                  <a:xfrm>
                    <a:off x="1395586" y="300775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0" name="Freeform 639">
                    <a:extLst>
                      <a:ext uri="{FF2B5EF4-FFF2-40B4-BE49-F238E27FC236}">
                        <a16:creationId xmlns:a16="http://schemas.microsoft.com/office/drawing/2014/main" id="{82FFCD76-829C-00AE-F5B3-EDAC61F83318}"/>
                      </a:ext>
                    </a:extLst>
                  </p:cNvPr>
                  <p:cNvSpPr/>
                  <p:nvPr/>
                </p:nvSpPr>
                <p:spPr>
                  <a:xfrm>
                    <a:off x="809862" y="286475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1" name="Freeform 640">
                    <a:extLst>
                      <a:ext uri="{FF2B5EF4-FFF2-40B4-BE49-F238E27FC236}">
                        <a16:creationId xmlns:a16="http://schemas.microsoft.com/office/drawing/2014/main" id="{26573939-9C84-5EA6-28E0-19AD3E9F5846}"/>
                      </a:ext>
                    </a:extLst>
                  </p:cNvPr>
                  <p:cNvSpPr/>
                  <p:nvPr/>
                </p:nvSpPr>
                <p:spPr>
                  <a:xfrm>
                    <a:off x="1412731" y="289713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2" name="Freeform 641">
                    <a:extLst>
                      <a:ext uri="{FF2B5EF4-FFF2-40B4-BE49-F238E27FC236}">
                        <a16:creationId xmlns:a16="http://schemas.microsoft.com/office/drawing/2014/main" id="{5DC3825C-03E2-A84F-65F4-1852E5824915}"/>
                      </a:ext>
                    </a:extLst>
                  </p:cNvPr>
                  <p:cNvSpPr/>
                  <p:nvPr/>
                </p:nvSpPr>
                <p:spPr>
                  <a:xfrm>
                    <a:off x="803893" y="288659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3" name="Freeform 642">
                    <a:extLst>
                      <a:ext uri="{FF2B5EF4-FFF2-40B4-BE49-F238E27FC236}">
                        <a16:creationId xmlns:a16="http://schemas.microsoft.com/office/drawing/2014/main" id="{E47CE922-94D0-FBC9-1840-F77893384FDC}"/>
                      </a:ext>
                    </a:extLst>
                  </p:cNvPr>
                  <p:cNvSpPr/>
                  <p:nvPr/>
                </p:nvSpPr>
                <p:spPr>
                  <a:xfrm>
                    <a:off x="1413239" y="287224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4" name="Freeform 643">
                    <a:extLst>
                      <a:ext uri="{FF2B5EF4-FFF2-40B4-BE49-F238E27FC236}">
                        <a16:creationId xmlns:a16="http://schemas.microsoft.com/office/drawing/2014/main" id="{66808009-316E-F769-2E71-8D32B33DB930}"/>
                      </a:ext>
                    </a:extLst>
                  </p:cNvPr>
                  <p:cNvSpPr/>
                  <p:nvPr/>
                </p:nvSpPr>
                <p:spPr>
                  <a:xfrm>
                    <a:off x="818244" y="284328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5" name="Freeform 644">
                    <a:extLst>
                      <a:ext uri="{FF2B5EF4-FFF2-40B4-BE49-F238E27FC236}">
                        <a16:creationId xmlns:a16="http://schemas.microsoft.com/office/drawing/2014/main" id="{05061114-0DFC-7424-81A0-68124639E2AA}"/>
                      </a:ext>
                    </a:extLst>
                  </p:cNvPr>
                  <p:cNvSpPr/>
                  <p:nvPr/>
                </p:nvSpPr>
                <p:spPr>
                  <a:xfrm>
                    <a:off x="948165" y="282195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6" name="Freeform 645">
                    <a:extLst>
                      <a:ext uri="{FF2B5EF4-FFF2-40B4-BE49-F238E27FC236}">
                        <a16:creationId xmlns:a16="http://schemas.microsoft.com/office/drawing/2014/main" id="{BF2F2664-27EC-8E34-6760-560F5616A36E}"/>
                      </a:ext>
                    </a:extLst>
                  </p:cNvPr>
                  <p:cNvSpPr/>
                  <p:nvPr/>
                </p:nvSpPr>
                <p:spPr>
                  <a:xfrm>
                    <a:off x="1405492" y="285116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7" name="Freeform 646">
                    <a:extLst>
                      <a:ext uri="{FF2B5EF4-FFF2-40B4-BE49-F238E27FC236}">
                        <a16:creationId xmlns:a16="http://schemas.microsoft.com/office/drawing/2014/main" id="{4D2996FB-4A3E-18B3-1894-551038315A6A}"/>
                      </a:ext>
                    </a:extLst>
                  </p:cNvPr>
                  <p:cNvSpPr/>
                  <p:nvPr/>
                </p:nvSpPr>
                <p:spPr>
                  <a:xfrm>
                    <a:off x="818371" y="288735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8" name="Freeform 647">
                    <a:extLst>
                      <a:ext uri="{FF2B5EF4-FFF2-40B4-BE49-F238E27FC236}">
                        <a16:creationId xmlns:a16="http://schemas.microsoft.com/office/drawing/2014/main" id="{4EAFFEC7-941B-9412-A304-CE19421038E6}"/>
                      </a:ext>
                    </a:extLst>
                  </p:cNvPr>
                  <p:cNvSpPr/>
                  <p:nvPr/>
                </p:nvSpPr>
                <p:spPr>
                  <a:xfrm>
                    <a:off x="1120250" y="296038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49" name="Freeform 648">
                    <a:extLst>
                      <a:ext uri="{FF2B5EF4-FFF2-40B4-BE49-F238E27FC236}">
                        <a16:creationId xmlns:a16="http://schemas.microsoft.com/office/drawing/2014/main" id="{2FA51EFE-6D67-E031-A9B3-103C23B60FC1}"/>
                      </a:ext>
                    </a:extLst>
                  </p:cNvPr>
                  <p:cNvSpPr/>
                  <p:nvPr/>
                </p:nvSpPr>
                <p:spPr>
                  <a:xfrm>
                    <a:off x="943974" y="283211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0" name="Freeform 649">
                    <a:extLst>
                      <a:ext uri="{FF2B5EF4-FFF2-40B4-BE49-F238E27FC236}">
                        <a16:creationId xmlns:a16="http://schemas.microsoft.com/office/drawing/2014/main" id="{AD5601C2-F594-6014-18D6-C79A44003A56}"/>
                      </a:ext>
                    </a:extLst>
                  </p:cNvPr>
                  <p:cNvSpPr/>
                  <p:nvPr/>
                </p:nvSpPr>
                <p:spPr>
                  <a:xfrm>
                    <a:off x="954769" y="294082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1" name="Freeform 650">
                    <a:extLst>
                      <a:ext uri="{FF2B5EF4-FFF2-40B4-BE49-F238E27FC236}">
                        <a16:creationId xmlns:a16="http://schemas.microsoft.com/office/drawing/2014/main" id="{7C08F493-7610-6739-0273-AA0E3FA95C06}"/>
                      </a:ext>
                    </a:extLst>
                  </p:cNvPr>
                  <p:cNvSpPr/>
                  <p:nvPr/>
                </p:nvSpPr>
                <p:spPr>
                  <a:xfrm>
                    <a:off x="1258045" y="289396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2" name="Freeform 651">
                    <a:extLst>
                      <a:ext uri="{FF2B5EF4-FFF2-40B4-BE49-F238E27FC236}">
                        <a16:creationId xmlns:a16="http://schemas.microsoft.com/office/drawing/2014/main" id="{9EEBA8C9-47E1-513D-A112-44CE0C444DE0}"/>
                      </a:ext>
                    </a:extLst>
                  </p:cNvPr>
                  <p:cNvSpPr/>
                  <p:nvPr/>
                </p:nvSpPr>
                <p:spPr>
                  <a:xfrm>
                    <a:off x="967723" y="292012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3" name="Freeform 652">
                    <a:extLst>
                      <a:ext uri="{FF2B5EF4-FFF2-40B4-BE49-F238E27FC236}">
                        <a16:creationId xmlns:a16="http://schemas.microsoft.com/office/drawing/2014/main" id="{DBD70890-9F74-97DB-BBF8-FE64FB3CD159}"/>
                      </a:ext>
                    </a:extLst>
                  </p:cNvPr>
                  <p:cNvSpPr/>
                  <p:nvPr/>
                </p:nvSpPr>
                <p:spPr>
                  <a:xfrm>
                    <a:off x="944609" y="285255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4" name="TextBox 653">
                    <a:extLst>
                      <a:ext uri="{FF2B5EF4-FFF2-40B4-BE49-F238E27FC236}">
                        <a16:creationId xmlns:a16="http://schemas.microsoft.com/office/drawing/2014/main" id="{3AA70D4C-4EF7-E7B3-46F5-746E293F380E}"/>
                      </a:ext>
                    </a:extLst>
                  </p:cNvPr>
                  <p:cNvSpPr txBox="1"/>
                  <p:nvPr/>
                </p:nvSpPr>
                <p:spPr>
                  <a:xfrm>
                    <a:off x="659999" y="2670312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0.779</a:t>
                    </a:r>
                  </a:p>
                </p:txBody>
              </p:sp>
              <p:sp>
                <p:nvSpPr>
                  <p:cNvPr id="655" name="Freeform 654">
                    <a:extLst>
                      <a:ext uri="{FF2B5EF4-FFF2-40B4-BE49-F238E27FC236}">
                        <a16:creationId xmlns:a16="http://schemas.microsoft.com/office/drawing/2014/main" id="{A4106AE8-7793-9A72-2B51-39A610098701}"/>
                      </a:ext>
                    </a:extLst>
                  </p:cNvPr>
                  <p:cNvSpPr/>
                  <p:nvPr/>
                </p:nvSpPr>
                <p:spPr>
                  <a:xfrm>
                    <a:off x="823197" y="2795028"/>
                    <a:ext cx="135254" cy="12700"/>
                  </a:xfrm>
                  <a:custGeom>
                    <a:avLst/>
                    <a:gdLst>
                      <a:gd name="csX0" fmla="*/ 0 w 135254"/>
                      <a:gd name="csY0" fmla="*/ 0 h 12700"/>
                      <a:gd name="csX1" fmla="*/ 135255 w 13525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35254" h="12700">
                        <a:moveTo>
                          <a:pt x="0" y="0"/>
                        </a:moveTo>
                        <a:lnTo>
                          <a:pt x="13525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6" name="TextBox 655">
                    <a:extLst>
                      <a:ext uri="{FF2B5EF4-FFF2-40B4-BE49-F238E27FC236}">
                        <a16:creationId xmlns:a16="http://schemas.microsoft.com/office/drawing/2014/main" id="{65CCCC13-DA58-CB16-9042-754C0383086E}"/>
                      </a:ext>
                    </a:extLst>
                  </p:cNvPr>
                  <p:cNvSpPr txBox="1"/>
                  <p:nvPr/>
                </p:nvSpPr>
                <p:spPr>
                  <a:xfrm>
                    <a:off x="989292" y="2622142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657" name="Freeform 656">
                    <a:extLst>
                      <a:ext uri="{FF2B5EF4-FFF2-40B4-BE49-F238E27FC236}">
                        <a16:creationId xmlns:a16="http://schemas.microsoft.com/office/drawing/2014/main" id="{DFBBD260-9922-22B9-773A-31AA6CA8A987}"/>
                      </a:ext>
                    </a:extLst>
                  </p:cNvPr>
                  <p:cNvSpPr/>
                  <p:nvPr/>
                </p:nvSpPr>
                <p:spPr>
                  <a:xfrm>
                    <a:off x="988551" y="2795028"/>
                    <a:ext cx="436118" cy="12700"/>
                  </a:xfrm>
                  <a:custGeom>
                    <a:avLst/>
                    <a:gdLst>
                      <a:gd name="csX0" fmla="*/ 0 w 436118"/>
                      <a:gd name="csY0" fmla="*/ 0 h 12700"/>
                      <a:gd name="csX1" fmla="*/ 436118 w 43611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36118" h="12700">
                        <a:moveTo>
                          <a:pt x="0" y="0"/>
                        </a:moveTo>
                        <a:lnTo>
                          <a:pt x="436118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58" name="TextBox 657">
                    <a:extLst>
                      <a:ext uri="{FF2B5EF4-FFF2-40B4-BE49-F238E27FC236}">
                        <a16:creationId xmlns:a16="http://schemas.microsoft.com/office/drawing/2014/main" id="{90CEE697-2AE7-4548-B925-2761574ED05F}"/>
                      </a:ext>
                    </a:extLst>
                  </p:cNvPr>
                  <p:cNvSpPr txBox="1"/>
                  <p:nvPr/>
                </p:nvSpPr>
                <p:spPr>
                  <a:xfrm>
                    <a:off x="906616" y="2509239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659" name="Freeform 658">
                    <a:extLst>
                      <a:ext uri="{FF2B5EF4-FFF2-40B4-BE49-F238E27FC236}">
                        <a16:creationId xmlns:a16="http://schemas.microsoft.com/office/drawing/2014/main" id="{8D94CFCC-E159-7F6B-5C54-476DD07FADB8}"/>
                      </a:ext>
                    </a:extLst>
                  </p:cNvPr>
                  <p:cNvSpPr/>
                  <p:nvPr/>
                </p:nvSpPr>
                <p:spPr>
                  <a:xfrm>
                    <a:off x="823197" y="2682125"/>
                    <a:ext cx="601472" cy="12700"/>
                  </a:xfrm>
                  <a:custGeom>
                    <a:avLst/>
                    <a:gdLst>
                      <a:gd name="csX0" fmla="*/ 0 w 601472"/>
                      <a:gd name="csY0" fmla="*/ 0 h 12700"/>
                      <a:gd name="csX1" fmla="*/ 601472 w 60147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472" h="12700">
                        <a:moveTo>
                          <a:pt x="0" y="0"/>
                        </a:moveTo>
                        <a:lnTo>
                          <a:pt x="60147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660" name="Graphic 585">
                  <a:extLst>
                    <a:ext uri="{FF2B5EF4-FFF2-40B4-BE49-F238E27FC236}">
                      <a16:creationId xmlns:a16="http://schemas.microsoft.com/office/drawing/2014/main" id="{7EB8E218-2A2C-C503-B39B-71F891C66CFB}"/>
                    </a:ext>
                  </a:extLst>
                </p:cNvPr>
                <p:cNvGrpSpPr/>
                <p:nvPr/>
              </p:nvGrpSpPr>
              <p:grpSpPr>
                <a:xfrm>
                  <a:off x="357246" y="2312178"/>
                  <a:ext cx="1229625" cy="1196086"/>
                  <a:chOff x="357246" y="2312178"/>
                  <a:chExt cx="1229625" cy="1196086"/>
                </a:xfrm>
              </p:grpSpPr>
              <p:sp>
                <p:nvSpPr>
                  <p:cNvPr id="661" name="Freeform 660">
                    <a:extLst>
                      <a:ext uri="{FF2B5EF4-FFF2-40B4-BE49-F238E27FC236}">
                        <a16:creationId xmlns:a16="http://schemas.microsoft.com/office/drawing/2014/main" id="{E79649D6-FF25-48A7-ADB3-210C52AD77CD}"/>
                      </a:ext>
                    </a:extLst>
                  </p:cNvPr>
                  <p:cNvSpPr/>
                  <p:nvPr/>
                </p:nvSpPr>
                <p:spPr>
                  <a:xfrm>
                    <a:off x="733026" y="2614434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62" name="TextBox 661">
                    <a:extLst>
                      <a:ext uri="{FF2B5EF4-FFF2-40B4-BE49-F238E27FC236}">
                        <a16:creationId xmlns:a16="http://schemas.microsoft.com/office/drawing/2014/main" id="{53C37816-48A6-1C30-BDB5-21FBA6D557E9}"/>
                      </a:ext>
                    </a:extLst>
                  </p:cNvPr>
                  <p:cNvSpPr txBox="1"/>
                  <p:nvPr/>
                </p:nvSpPr>
                <p:spPr>
                  <a:xfrm>
                    <a:off x="417163" y="3184709"/>
                    <a:ext cx="34472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663" name="TextBox 662">
                    <a:extLst>
                      <a:ext uri="{FF2B5EF4-FFF2-40B4-BE49-F238E27FC236}">
                        <a16:creationId xmlns:a16="http://schemas.microsoft.com/office/drawing/2014/main" id="{4D26CDB0-3033-4683-3CCC-3C47EBF0CDF1}"/>
                      </a:ext>
                    </a:extLst>
                  </p:cNvPr>
                  <p:cNvSpPr txBox="1"/>
                  <p:nvPr/>
                </p:nvSpPr>
                <p:spPr>
                  <a:xfrm>
                    <a:off x="357246" y="2994082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10%</a:t>
                    </a:r>
                  </a:p>
                </p:txBody>
              </p:sp>
              <p:sp>
                <p:nvSpPr>
                  <p:cNvPr id="664" name="TextBox 663">
                    <a:extLst>
                      <a:ext uri="{FF2B5EF4-FFF2-40B4-BE49-F238E27FC236}">
                        <a16:creationId xmlns:a16="http://schemas.microsoft.com/office/drawing/2014/main" id="{B264C2A7-0401-28B8-3B17-E687F2A89954}"/>
                      </a:ext>
                    </a:extLst>
                  </p:cNvPr>
                  <p:cNvSpPr txBox="1"/>
                  <p:nvPr/>
                </p:nvSpPr>
                <p:spPr>
                  <a:xfrm>
                    <a:off x="357246" y="2803455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20%</a:t>
                    </a:r>
                  </a:p>
                </p:txBody>
              </p:sp>
              <p:sp>
                <p:nvSpPr>
                  <p:cNvPr id="665" name="TextBox 664">
                    <a:extLst>
                      <a:ext uri="{FF2B5EF4-FFF2-40B4-BE49-F238E27FC236}">
                        <a16:creationId xmlns:a16="http://schemas.microsoft.com/office/drawing/2014/main" id="{BE486BBD-D8A8-3444-DEC2-68D17881E74F}"/>
                      </a:ext>
                    </a:extLst>
                  </p:cNvPr>
                  <p:cNvSpPr txBox="1"/>
                  <p:nvPr/>
                </p:nvSpPr>
                <p:spPr>
                  <a:xfrm>
                    <a:off x="357246" y="2612828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30%</a:t>
                    </a:r>
                  </a:p>
                </p:txBody>
              </p:sp>
              <p:sp>
                <p:nvSpPr>
                  <p:cNvPr id="666" name="Freeform 665">
                    <a:extLst>
                      <a:ext uri="{FF2B5EF4-FFF2-40B4-BE49-F238E27FC236}">
                        <a16:creationId xmlns:a16="http://schemas.microsoft.com/office/drawing/2014/main" id="{7BAB3556-8434-8A7E-D529-E5FA01F6AE99}"/>
                      </a:ext>
                    </a:extLst>
                  </p:cNvPr>
                  <p:cNvSpPr/>
                  <p:nvPr/>
                </p:nvSpPr>
                <p:spPr>
                  <a:xfrm>
                    <a:off x="698229" y="3291598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67" name="Freeform 666">
                    <a:extLst>
                      <a:ext uri="{FF2B5EF4-FFF2-40B4-BE49-F238E27FC236}">
                        <a16:creationId xmlns:a16="http://schemas.microsoft.com/office/drawing/2014/main" id="{FC213C24-A384-4297-24D8-FC5982249C11}"/>
                      </a:ext>
                    </a:extLst>
                  </p:cNvPr>
                  <p:cNvSpPr/>
                  <p:nvPr/>
                </p:nvSpPr>
                <p:spPr>
                  <a:xfrm>
                    <a:off x="698229" y="3100971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68" name="Freeform 667">
                    <a:extLst>
                      <a:ext uri="{FF2B5EF4-FFF2-40B4-BE49-F238E27FC236}">
                        <a16:creationId xmlns:a16="http://schemas.microsoft.com/office/drawing/2014/main" id="{BD398C2E-2BCD-1CB2-685B-D69A4A4FD7D9}"/>
                      </a:ext>
                    </a:extLst>
                  </p:cNvPr>
                  <p:cNvSpPr/>
                  <p:nvPr/>
                </p:nvSpPr>
                <p:spPr>
                  <a:xfrm>
                    <a:off x="698229" y="291034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69" name="Freeform 668">
                    <a:extLst>
                      <a:ext uri="{FF2B5EF4-FFF2-40B4-BE49-F238E27FC236}">
                        <a16:creationId xmlns:a16="http://schemas.microsoft.com/office/drawing/2014/main" id="{E6F21D97-47B9-DC4F-3F10-1E3DA654E59F}"/>
                      </a:ext>
                    </a:extLst>
                  </p:cNvPr>
                  <p:cNvSpPr/>
                  <p:nvPr/>
                </p:nvSpPr>
                <p:spPr>
                  <a:xfrm>
                    <a:off x="698229" y="2719716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0" name="Freeform 669">
                    <a:extLst>
                      <a:ext uri="{FF2B5EF4-FFF2-40B4-BE49-F238E27FC236}">
                        <a16:creationId xmlns:a16="http://schemas.microsoft.com/office/drawing/2014/main" id="{876A090C-4CBE-9C12-1F2D-5BEF82D92A30}"/>
                      </a:ext>
                    </a:extLst>
                  </p:cNvPr>
                  <p:cNvSpPr/>
                  <p:nvPr/>
                </p:nvSpPr>
                <p:spPr>
                  <a:xfrm>
                    <a:off x="733026" y="3291598"/>
                    <a:ext cx="781811" cy="12700"/>
                  </a:xfrm>
                  <a:custGeom>
                    <a:avLst/>
                    <a:gdLst>
                      <a:gd name="csX0" fmla="*/ 0 w 781811"/>
                      <a:gd name="csY0" fmla="*/ 0 h 12700"/>
                      <a:gd name="csX1" fmla="*/ 781812 w 78181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81811" h="12700">
                        <a:moveTo>
                          <a:pt x="0" y="0"/>
                        </a:moveTo>
                        <a:lnTo>
                          <a:pt x="78181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1" name="Freeform 670">
                    <a:extLst>
                      <a:ext uri="{FF2B5EF4-FFF2-40B4-BE49-F238E27FC236}">
                        <a16:creationId xmlns:a16="http://schemas.microsoft.com/office/drawing/2014/main" id="{16476D6E-87B2-2DF0-D5DB-2C288CDF0C63}"/>
                      </a:ext>
                    </a:extLst>
                  </p:cNvPr>
                  <p:cNvSpPr/>
                  <p:nvPr/>
                </p:nvSpPr>
                <p:spPr>
                  <a:xfrm>
                    <a:off x="823197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2" name="Freeform 671">
                    <a:extLst>
                      <a:ext uri="{FF2B5EF4-FFF2-40B4-BE49-F238E27FC236}">
                        <a16:creationId xmlns:a16="http://schemas.microsoft.com/office/drawing/2014/main" id="{E6C86179-878F-7B8E-0906-9E05C1540F21}"/>
                      </a:ext>
                    </a:extLst>
                  </p:cNvPr>
                  <p:cNvSpPr/>
                  <p:nvPr/>
                </p:nvSpPr>
                <p:spPr>
                  <a:xfrm>
                    <a:off x="973565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3" name="Freeform 672">
                    <a:extLst>
                      <a:ext uri="{FF2B5EF4-FFF2-40B4-BE49-F238E27FC236}">
                        <a16:creationId xmlns:a16="http://schemas.microsoft.com/office/drawing/2014/main" id="{C9B93C6E-2D67-B00D-E97A-58A805BF14E4}"/>
                      </a:ext>
                    </a:extLst>
                  </p:cNvPr>
                  <p:cNvSpPr/>
                  <p:nvPr/>
                </p:nvSpPr>
                <p:spPr>
                  <a:xfrm>
                    <a:off x="1123932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4" name="Freeform 673">
                    <a:extLst>
                      <a:ext uri="{FF2B5EF4-FFF2-40B4-BE49-F238E27FC236}">
                        <a16:creationId xmlns:a16="http://schemas.microsoft.com/office/drawing/2014/main" id="{75373980-F544-7606-2EF9-562477BA2171}"/>
                      </a:ext>
                    </a:extLst>
                  </p:cNvPr>
                  <p:cNvSpPr/>
                  <p:nvPr/>
                </p:nvSpPr>
                <p:spPr>
                  <a:xfrm>
                    <a:off x="1274301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5" name="Freeform 674">
                    <a:extLst>
                      <a:ext uri="{FF2B5EF4-FFF2-40B4-BE49-F238E27FC236}">
                        <a16:creationId xmlns:a16="http://schemas.microsoft.com/office/drawing/2014/main" id="{2B6C56C7-7C35-E14C-BCC4-E839A87A5711}"/>
                      </a:ext>
                    </a:extLst>
                  </p:cNvPr>
                  <p:cNvSpPr/>
                  <p:nvPr/>
                </p:nvSpPr>
                <p:spPr>
                  <a:xfrm>
                    <a:off x="1424668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676" name="TextBox 675">
                    <a:extLst>
                      <a:ext uri="{FF2B5EF4-FFF2-40B4-BE49-F238E27FC236}">
                        <a16:creationId xmlns:a16="http://schemas.microsoft.com/office/drawing/2014/main" id="{16DD1FED-971A-6345-D36C-1C240981F457}"/>
                      </a:ext>
                    </a:extLst>
                  </p:cNvPr>
                  <p:cNvSpPr txBox="1"/>
                  <p:nvPr/>
                </p:nvSpPr>
                <p:spPr>
                  <a:xfrm>
                    <a:off x="683068" y="3287452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677" name="TextBox 676">
                    <a:extLst>
                      <a:ext uri="{FF2B5EF4-FFF2-40B4-BE49-F238E27FC236}">
                        <a16:creationId xmlns:a16="http://schemas.microsoft.com/office/drawing/2014/main" id="{7B79F1E7-E0E2-E325-8C5F-3A07C0CEEECD}"/>
                      </a:ext>
                    </a:extLst>
                  </p:cNvPr>
                  <p:cNvSpPr txBox="1"/>
                  <p:nvPr/>
                </p:nvSpPr>
                <p:spPr>
                  <a:xfrm>
                    <a:off x="861428" y="3287452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678" name="TextBox 677">
                    <a:extLst>
                      <a:ext uri="{FF2B5EF4-FFF2-40B4-BE49-F238E27FC236}">
                        <a16:creationId xmlns:a16="http://schemas.microsoft.com/office/drawing/2014/main" id="{B72665CD-8198-2E72-AD95-3A06CBCCEC6C}"/>
                      </a:ext>
                    </a:extLst>
                  </p:cNvPr>
                  <p:cNvSpPr txBox="1"/>
                  <p:nvPr/>
                </p:nvSpPr>
                <p:spPr>
                  <a:xfrm>
                    <a:off x="982956" y="3287452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679" name="TextBox 678">
                    <a:extLst>
                      <a:ext uri="{FF2B5EF4-FFF2-40B4-BE49-F238E27FC236}">
                        <a16:creationId xmlns:a16="http://schemas.microsoft.com/office/drawing/2014/main" id="{3DC6188B-22FC-251C-C82D-08FA5E04CEF4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876" y="3287452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680" name="TextBox 679">
                    <a:extLst>
                      <a:ext uri="{FF2B5EF4-FFF2-40B4-BE49-F238E27FC236}">
                        <a16:creationId xmlns:a16="http://schemas.microsoft.com/office/drawing/2014/main" id="{A4E5DB5D-F071-BB85-1CC2-EE43E96B6547}"/>
                      </a:ext>
                    </a:extLst>
                  </p:cNvPr>
                  <p:cNvSpPr txBox="1"/>
                  <p:nvPr/>
                </p:nvSpPr>
                <p:spPr>
                  <a:xfrm>
                    <a:off x="1295567" y="3287452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683" name="TextBox 682">
                    <a:extLst>
                      <a:ext uri="{FF2B5EF4-FFF2-40B4-BE49-F238E27FC236}">
                        <a16:creationId xmlns:a16="http://schemas.microsoft.com/office/drawing/2014/main" id="{7A465BCD-183A-5668-6480-9B2BBD040FE0}"/>
                      </a:ext>
                    </a:extLst>
                  </p:cNvPr>
                  <p:cNvSpPr txBox="1"/>
                  <p:nvPr/>
                </p:nvSpPr>
                <p:spPr>
                  <a:xfrm>
                    <a:off x="549991" y="2312178"/>
                    <a:ext cx="1036880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0_Spall_Mixed</a:t>
                    </a:r>
                  </a:p>
                </p:txBody>
              </p:sp>
            </p:grpSp>
          </p:grpSp>
          <p:grpSp>
            <p:nvGrpSpPr>
              <p:cNvPr id="762" name="Graphic 589">
                <a:extLst>
                  <a:ext uri="{FF2B5EF4-FFF2-40B4-BE49-F238E27FC236}">
                    <a16:creationId xmlns:a16="http://schemas.microsoft.com/office/drawing/2014/main" id="{3B431A53-AA8F-BC73-F5D8-8AACC6A29E16}"/>
                  </a:ext>
                </a:extLst>
              </p:cNvPr>
              <p:cNvGrpSpPr/>
              <p:nvPr/>
            </p:nvGrpSpPr>
            <p:grpSpPr>
              <a:xfrm>
                <a:off x="2270428" y="2049426"/>
                <a:ext cx="1196524" cy="1196086"/>
                <a:chOff x="3037384" y="2312178"/>
                <a:chExt cx="1196524" cy="1196086"/>
              </a:xfrm>
            </p:grpSpPr>
            <p:grpSp>
              <p:nvGrpSpPr>
                <p:cNvPr id="765" name="Graphic 589">
                  <a:extLst>
                    <a:ext uri="{FF2B5EF4-FFF2-40B4-BE49-F238E27FC236}">
                      <a16:creationId xmlns:a16="http://schemas.microsoft.com/office/drawing/2014/main" id="{6A2553E1-42CB-C1F0-B77A-0E936888509C}"/>
                    </a:ext>
                  </a:extLst>
                </p:cNvPr>
                <p:cNvGrpSpPr/>
                <p:nvPr/>
              </p:nvGrpSpPr>
              <p:grpSpPr>
                <a:xfrm>
                  <a:off x="3353708" y="2509239"/>
                  <a:ext cx="841396" cy="782486"/>
                  <a:chOff x="3353708" y="2509239"/>
                  <a:chExt cx="841396" cy="782486"/>
                </a:xfrm>
              </p:grpSpPr>
              <p:sp>
                <p:nvSpPr>
                  <p:cNvPr id="766" name="Freeform 765">
                    <a:extLst>
                      <a:ext uri="{FF2B5EF4-FFF2-40B4-BE49-F238E27FC236}">
                        <a16:creationId xmlns:a16="http://schemas.microsoft.com/office/drawing/2014/main" id="{892B6C10-B11C-2D6E-07A2-AC6DFD171EB4}"/>
                      </a:ext>
                    </a:extLst>
                  </p:cNvPr>
                  <p:cNvSpPr/>
                  <p:nvPr/>
                </p:nvSpPr>
                <p:spPr>
                  <a:xfrm>
                    <a:off x="3413165" y="2614434"/>
                    <a:ext cx="781939" cy="677290"/>
                  </a:xfrm>
                  <a:custGeom>
                    <a:avLst/>
                    <a:gdLst>
                      <a:gd name="csX0" fmla="*/ 0 w 781939"/>
                      <a:gd name="csY0" fmla="*/ 0 h 677290"/>
                      <a:gd name="csX1" fmla="*/ 781939 w 781939"/>
                      <a:gd name="csY1" fmla="*/ 0 h 677290"/>
                      <a:gd name="csX2" fmla="*/ 781939 w 781939"/>
                      <a:gd name="csY2" fmla="*/ 677291 h 677290"/>
                      <a:gd name="csX3" fmla="*/ 0 w 781939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81939" h="677290">
                        <a:moveTo>
                          <a:pt x="0" y="0"/>
                        </a:moveTo>
                        <a:lnTo>
                          <a:pt x="781939" y="0"/>
                        </a:lnTo>
                        <a:lnTo>
                          <a:pt x="781939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67" name="Freeform 766">
                    <a:extLst>
                      <a:ext uri="{FF2B5EF4-FFF2-40B4-BE49-F238E27FC236}">
                        <a16:creationId xmlns:a16="http://schemas.microsoft.com/office/drawing/2014/main" id="{B2948051-673C-751B-D65E-FDCFF870F1B5}"/>
                      </a:ext>
                    </a:extLst>
                  </p:cNvPr>
                  <p:cNvSpPr/>
                  <p:nvPr/>
                </p:nvSpPr>
                <p:spPr>
                  <a:xfrm>
                    <a:off x="3458250" y="3110877"/>
                    <a:ext cx="90170" cy="180848"/>
                  </a:xfrm>
                  <a:custGeom>
                    <a:avLst/>
                    <a:gdLst>
                      <a:gd name="csX0" fmla="*/ 0 w 90170"/>
                      <a:gd name="csY0" fmla="*/ 0 h 180848"/>
                      <a:gd name="csX1" fmla="*/ 90170 w 90170"/>
                      <a:gd name="csY1" fmla="*/ 0 h 180848"/>
                      <a:gd name="csX2" fmla="*/ 90170 w 90170"/>
                      <a:gd name="csY2" fmla="*/ 180848 h 180848"/>
                      <a:gd name="csX3" fmla="*/ 0 w 90170"/>
                      <a:gd name="csY3" fmla="*/ 180848 h 1808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180848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180848"/>
                        </a:lnTo>
                        <a:lnTo>
                          <a:pt x="0" y="180848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68" name="Freeform 767">
                    <a:extLst>
                      <a:ext uri="{FF2B5EF4-FFF2-40B4-BE49-F238E27FC236}">
                        <a16:creationId xmlns:a16="http://schemas.microsoft.com/office/drawing/2014/main" id="{DF866354-A0A3-9805-D3A0-43532C2EA33B}"/>
                      </a:ext>
                    </a:extLst>
                  </p:cNvPr>
                  <p:cNvSpPr/>
                  <p:nvPr/>
                </p:nvSpPr>
                <p:spPr>
                  <a:xfrm>
                    <a:off x="3608618" y="3083318"/>
                    <a:ext cx="90170" cy="208407"/>
                  </a:xfrm>
                  <a:custGeom>
                    <a:avLst/>
                    <a:gdLst>
                      <a:gd name="csX0" fmla="*/ 0 w 90170"/>
                      <a:gd name="csY0" fmla="*/ 0 h 208407"/>
                      <a:gd name="csX1" fmla="*/ 90170 w 90170"/>
                      <a:gd name="csY1" fmla="*/ 0 h 208407"/>
                      <a:gd name="csX2" fmla="*/ 90170 w 90170"/>
                      <a:gd name="csY2" fmla="*/ 208407 h 208407"/>
                      <a:gd name="csX3" fmla="*/ 0 w 90170"/>
                      <a:gd name="csY3" fmla="*/ 208407 h 2084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208407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08407"/>
                        </a:lnTo>
                        <a:lnTo>
                          <a:pt x="0" y="208407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69" name="Freeform 768">
                    <a:extLst>
                      <a:ext uri="{FF2B5EF4-FFF2-40B4-BE49-F238E27FC236}">
                        <a16:creationId xmlns:a16="http://schemas.microsoft.com/office/drawing/2014/main" id="{AA66A83B-5992-6D55-2F30-662ED0D7D20B}"/>
                      </a:ext>
                    </a:extLst>
                  </p:cNvPr>
                  <p:cNvSpPr/>
                  <p:nvPr/>
                </p:nvSpPr>
                <p:spPr>
                  <a:xfrm>
                    <a:off x="3758986" y="2951746"/>
                    <a:ext cx="90169" cy="339852"/>
                  </a:xfrm>
                  <a:custGeom>
                    <a:avLst/>
                    <a:gdLst>
                      <a:gd name="csX0" fmla="*/ 0 w 90169"/>
                      <a:gd name="csY0" fmla="*/ 0 h 339852"/>
                      <a:gd name="csX1" fmla="*/ 90170 w 90169"/>
                      <a:gd name="csY1" fmla="*/ 0 h 339852"/>
                      <a:gd name="csX2" fmla="*/ 90170 w 90169"/>
                      <a:gd name="csY2" fmla="*/ 339852 h 339852"/>
                      <a:gd name="csX3" fmla="*/ 0 w 90169"/>
                      <a:gd name="csY3" fmla="*/ 339852 h 3398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339852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39852"/>
                        </a:lnTo>
                        <a:lnTo>
                          <a:pt x="0" y="339852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0" name="Freeform 769">
                    <a:extLst>
                      <a:ext uri="{FF2B5EF4-FFF2-40B4-BE49-F238E27FC236}">
                        <a16:creationId xmlns:a16="http://schemas.microsoft.com/office/drawing/2014/main" id="{E8F40D57-C93A-75CE-B774-D4F3CC5CE9B8}"/>
                      </a:ext>
                    </a:extLst>
                  </p:cNvPr>
                  <p:cNvSpPr/>
                  <p:nvPr/>
                </p:nvSpPr>
                <p:spPr>
                  <a:xfrm>
                    <a:off x="3909354" y="3060331"/>
                    <a:ext cx="90169" cy="231267"/>
                  </a:xfrm>
                  <a:custGeom>
                    <a:avLst/>
                    <a:gdLst>
                      <a:gd name="csX0" fmla="*/ 0 w 90169"/>
                      <a:gd name="csY0" fmla="*/ 0 h 231267"/>
                      <a:gd name="csX1" fmla="*/ 90170 w 90169"/>
                      <a:gd name="csY1" fmla="*/ 0 h 231267"/>
                      <a:gd name="csX2" fmla="*/ 90170 w 90169"/>
                      <a:gd name="csY2" fmla="*/ 231267 h 231267"/>
                      <a:gd name="csX3" fmla="*/ 0 w 90169"/>
                      <a:gd name="csY3" fmla="*/ 231267 h 2312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31267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31267"/>
                        </a:lnTo>
                        <a:lnTo>
                          <a:pt x="0" y="231267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1" name="Freeform 770">
                    <a:extLst>
                      <a:ext uri="{FF2B5EF4-FFF2-40B4-BE49-F238E27FC236}">
                        <a16:creationId xmlns:a16="http://schemas.microsoft.com/office/drawing/2014/main" id="{4F28CC6B-933C-35B9-6FA8-6C7A24776FF6}"/>
                      </a:ext>
                    </a:extLst>
                  </p:cNvPr>
                  <p:cNvSpPr/>
                  <p:nvPr/>
                </p:nvSpPr>
                <p:spPr>
                  <a:xfrm>
                    <a:off x="4059722" y="3046107"/>
                    <a:ext cx="90169" cy="245490"/>
                  </a:xfrm>
                  <a:custGeom>
                    <a:avLst/>
                    <a:gdLst>
                      <a:gd name="csX0" fmla="*/ 0 w 90169"/>
                      <a:gd name="csY0" fmla="*/ 0 h 245490"/>
                      <a:gd name="csX1" fmla="*/ 90170 w 90169"/>
                      <a:gd name="csY1" fmla="*/ 0 h 245490"/>
                      <a:gd name="csX2" fmla="*/ 90170 w 90169"/>
                      <a:gd name="csY2" fmla="*/ 245491 h 245490"/>
                      <a:gd name="csX3" fmla="*/ 0 w 90169"/>
                      <a:gd name="csY3" fmla="*/ 245491 h 2454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45490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45491"/>
                        </a:lnTo>
                        <a:lnTo>
                          <a:pt x="0" y="245491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2" name="Freeform 771">
                    <a:extLst>
                      <a:ext uri="{FF2B5EF4-FFF2-40B4-BE49-F238E27FC236}">
                        <a16:creationId xmlns:a16="http://schemas.microsoft.com/office/drawing/2014/main" id="{494F0986-29E8-D0AE-B19F-588189AE5945}"/>
                      </a:ext>
                    </a:extLst>
                  </p:cNvPr>
                  <p:cNvSpPr/>
                  <p:nvPr/>
                </p:nvSpPr>
                <p:spPr>
                  <a:xfrm>
                    <a:off x="3473235" y="3097542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3" name="Freeform 772">
                    <a:extLst>
                      <a:ext uri="{FF2B5EF4-FFF2-40B4-BE49-F238E27FC236}">
                        <a16:creationId xmlns:a16="http://schemas.microsoft.com/office/drawing/2014/main" id="{A10BB494-030A-1083-4DC0-7F51268D3AF1}"/>
                      </a:ext>
                    </a:extLst>
                  </p:cNvPr>
                  <p:cNvSpPr/>
                  <p:nvPr/>
                </p:nvSpPr>
                <p:spPr>
                  <a:xfrm>
                    <a:off x="3503335" y="3097542"/>
                    <a:ext cx="12700" cy="26543"/>
                  </a:xfrm>
                  <a:custGeom>
                    <a:avLst/>
                    <a:gdLst>
                      <a:gd name="csX0" fmla="*/ 0 w 12700"/>
                      <a:gd name="csY0" fmla="*/ 0 h 26543"/>
                      <a:gd name="csX1" fmla="*/ 0 w 12700"/>
                      <a:gd name="csY1" fmla="*/ 26543 h 265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6543">
                        <a:moveTo>
                          <a:pt x="0" y="0"/>
                        </a:moveTo>
                        <a:lnTo>
                          <a:pt x="0" y="2654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4" name="Freeform 773">
                    <a:extLst>
                      <a:ext uri="{FF2B5EF4-FFF2-40B4-BE49-F238E27FC236}">
                        <a16:creationId xmlns:a16="http://schemas.microsoft.com/office/drawing/2014/main" id="{621A65AA-54A1-BCD6-3582-64F5AEA44563}"/>
                      </a:ext>
                    </a:extLst>
                  </p:cNvPr>
                  <p:cNvSpPr/>
                  <p:nvPr/>
                </p:nvSpPr>
                <p:spPr>
                  <a:xfrm>
                    <a:off x="3473235" y="3124085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5" name="Freeform 774">
                    <a:extLst>
                      <a:ext uri="{FF2B5EF4-FFF2-40B4-BE49-F238E27FC236}">
                        <a16:creationId xmlns:a16="http://schemas.microsoft.com/office/drawing/2014/main" id="{080496F1-68B3-8647-E41B-8DF608E1F2DD}"/>
                      </a:ext>
                    </a:extLst>
                  </p:cNvPr>
                  <p:cNvSpPr/>
                  <p:nvPr/>
                </p:nvSpPr>
                <p:spPr>
                  <a:xfrm>
                    <a:off x="3623603" y="3066299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6" name="Freeform 775">
                    <a:extLst>
                      <a:ext uri="{FF2B5EF4-FFF2-40B4-BE49-F238E27FC236}">
                        <a16:creationId xmlns:a16="http://schemas.microsoft.com/office/drawing/2014/main" id="{35F72B7F-8F72-ED1F-491C-4A75DB9A61D3}"/>
                      </a:ext>
                    </a:extLst>
                  </p:cNvPr>
                  <p:cNvSpPr/>
                  <p:nvPr/>
                </p:nvSpPr>
                <p:spPr>
                  <a:xfrm>
                    <a:off x="3653703" y="3066299"/>
                    <a:ext cx="12700" cy="34036"/>
                  </a:xfrm>
                  <a:custGeom>
                    <a:avLst/>
                    <a:gdLst>
                      <a:gd name="csX0" fmla="*/ 0 w 12700"/>
                      <a:gd name="csY0" fmla="*/ 0 h 34036"/>
                      <a:gd name="csX1" fmla="*/ 0 w 12700"/>
                      <a:gd name="csY1" fmla="*/ 34036 h 3403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036">
                        <a:moveTo>
                          <a:pt x="0" y="0"/>
                        </a:moveTo>
                        <a:lnTo>
                          <a:pt x="0" y="34036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7" name="Freeform 776">
                    <a:extLst>
                      <a:ext uri="{FF2B5EF4-FFF2-40B4-BE49-F238E27FC236}">
                        <a16:creationId xmlns:a16="http://schemas.microsoft.com/office/drawing/2014/main" id="{5D549CB3-C747-9E6B-DA12-68120E06F16D}"/>
                      </a:ext>
                    </a:extLst>
                  </p:cNvPr>
                  <p:cNvSpPr/>
                  <p:nvPr/>
                </p:nvSpPr>
                <p:spPr>
                  <a:xfrm>
                    <a:off x="3623603" y="3100335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8" name="Freeform 777">
                    <a:extLst>
                      <a:ext uri="{FF2B5EF4-FFF2-40B4-BE49-F238E27FC236}">
                        <a16:creationId xmlns:a16="http://schemas.microsoft.com/office/drawing/2014/main" id="{D9DFA5A0-0DEC-AD8A-A3D9-EB1047B5704E}"/>
                      </a:ext>
                    </a:extLst>
                  </p:cNvPr>
                  <p:cNvSpPr/>
                  <p:nvPr/>
                </p:nvSpPr>
                <p:spPr>
                  <a:xfrm>
                    <a:off x="3773972" y="2840113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79" name="Freeform 778">
                    <a:extLst>
                      <a:ext uri="{FF2B5EF4-FFF2-40B4-BE49-F238E27FC236}">
                        <a16:creationId xmlns:a16="http://schemas.microsoft.com/office/drawing/2014/main" id="{0ADB649D-4478-3769-8500-2144CEC29995}"/>
                      </a:ext>
                    </a:extLst>
                  </p:cNvPr>
                  <p:cNvSpPr/>
                  <p:nvPr/>
                </p:nvSpPr>
                <p:spPr>
                  <a:xfrm>
                    <a:off x="3804070" y="2840113"/>
                    <a:ext cx="12700" cy="223265"/>
                  </a:xfrm>
                  <a:custGeom>
                    <a:avLst/>
                    <a:gdLst>
                      <a:gd name="csX0" fmla="*/ 0 w 12700"/>
                      <a:gd name="csY0" fmla="*/ 0 h 223265"/>
                      <a:gd name="csX1" fmla="*/ 0 w 12700"/>
                      <a:gd name="csY1" fmla="*/ 223266 h 2232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23265">
                        <a:moveTo>
                          <a:pt x="0" y="0"/>
                        </a:moveTo>
                        <a:lnTo>
                          <a:pt x="0" y="223266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0" name="Freeform 779">
                    <a:extLst>
                      <a:ext uri="{FF2B5EF4-FFF2-40B4-BE49-F238E27FC236}">
                        <a16:creationId xmlns:a16="http://schemas.microsoft.com/office/drawing/2014/main" id="{B824B812-3291-637E-2C7D-CC53BD9B7DF9}"/>
                      </a:ext>
                    </a:extLst>
                  </p:cNvPr>
                  <p:cNvSpPr/>
                  <p:nvPr/>
                </p:nvSpPr>
                <p:spPr>
                  <a:xfrm>
                    <a:off x="3773972" y="3063378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1" name="Freeform 780">
                    <a:extLst>
                      <a:ext uri="{FF2B5EF4-FFF2-40B4-BE49-F238E27FC236}">
                        <a16:creationId xmlns:a16="http://schemas.microsoft.com/office/drawing/2014/main" id="{85BBCBD4-04A9-684D-A22E-CC7293D63D89}"/>
                      </a:ext>
                    </a:extLst>
                  </p:cNvPr>
                  <p:cNvSpPr/>
                  <p:nvPr/>
                </p:nvSpPr>
                <p:spPr>
                  <a:xfrm>
                    <a:off x="4074708" y="3014103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2" name="Freeform 781">
                    <a:extLst>
                      <a:ext uri="{FF2B5EF4-FFF2-40B4-BE49-F238E27FC236}">
                        <a16:creationId xmlns:a16="http://schemas.microsoft.com/office/drawing/2014/main" id="{FE9DF48E-5493-5F03-6160-C1DA9FE5FB5A}"/>
                      </a:ext>
                    </a:extLst>
                  </p:cNvPr>
                  <p:cNvSpPr/>
                  <p:nvPr/>
                </p:nvSpPr>
                <p:spPr>
                  <a:xfrm>
                    <a:off x="4104806" y="3014103"/>
                    <a:ext cx="12700" cy="64134"/>
                  </a:xfrm>
                  <a:custGeom>
                    <a:avLst/>
                    <a:gdLst>
                      <a:gd name="csX0" fmla="*/ 0 w 12700"/>
                      <a:gd name="csY0" fmla="*/ 0 h 64134"/>
                      <a:gd name="csX1" fmla="*/ 0 w 12700"/>
                      <a:gd name="csY1" fmla="*/ 64135 h 6413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4134">
                        <a:moveTo>
                          <a:pt x="0" y="0"/>
                        </a:moveTo>
                        <a:lnTo>
                          <a:pt x="0" y="6413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3" name="Freeform 782">
                    <a:extLst>
                      <a:ext uri="{FF2B5EF4-FFF2-40B4-BE49-F238E27FC236}">
                        <a16:creationId xmlns:a16="http://schemas.microsoft.com/office/drawing/2014/main" id="{5033ECFE-3B94-234E-8F20-DBF8F5396A9D}"/>
                      </a:ext>
                    </a:extLst>
                  </p:cNvPr>
                  <p:cNvSpPr/>
                  <p:nvPr/>
                </p:nvSpPr>
                <p:spPr>
                  <a:xfrm>
                    <a:off x="4074708" y="3078238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4" name="Freeform 783">
                    <a:extLst>
                      <a:ext uri="{FF2B5EF4-FFF2-40B4-BE49-F238E27FC236}">
                        <a16:creationId xmlns:a16="http://schemas.microsoft.com/office/drawing/2014/main" id="{22B35AE9-523F-E335-D35B-46ABB55BBB49}"/>
                      </a:ext>
                    </a:extLst>
                  </p:cNvPr>
                  <p:cNvSpPr/>
                  <p:nvPr/>
                </p:nvSpPr>
                <p:spPr>
                  <a:xfrm>
                    <a:off x="3798483" y="304509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5" name="Freeform 784">
                    <a:extLst>
                      <a:ext uri="{FF2B5EF4-FFF2-40B4-BE49-F238E27FC236}">
                        <a16:creationId xmlns:a16="http://schemas.microsoft.com/office/drawing/2014/main" id="{6E56AED2-6F7B-F4CC-06E4-E6B25D70A379}"/>
                      </a:ext>
                    </a:extLst>
                  </p:cNvPr>
                  <p:cNvSpPr/>
                  <p:nvPr/>
                </p:nvSpPr>
                <p:spPr>
                  <a:xfrm>
                    <a:off x="3648750" y="306617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6" name="Freeform 785">
                    <a:extLst>
                      <a:ext uri="{FF2B5EF4-FFF2-40B4-BE49-F238E27FC236}">
                        <a16:creationId xmlns:a16="http://schemas.microsoft.com/office/drawing/2014/main" id="{178C60E2-FD5D-FBD4-9563-95E9183E1542}"/>
                      </a:ext>
                    </a:extLst>
                  </p:cNvPr>
                  <p:cNvSpPr/>
                  <p:nvPr/>
                </p:nvSpPr>
                <p:spPr>
                  <a:xfrm>
                    <a:off x="3629192" y="300521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7" name="Freeform 786">
                    <a:extLst>
                      <a:ext uri="{FF2B5EF4-FFF2-40B4-BE49-F238E27FC236}">
                        <a16:creationId xmlns:a16="http://schemas.microsoft.com/office/drawing/2014/main" id="{1D4D811F-82EB-31BD-BCAE-BC826CCFAD75}"/>
                      </a:ext>
                    </a:extLst>
                  </p:cNvPr>
                  <p:cNvSpPr/>
                  <p:nvPr/>
                </p:nvSpPr>
                <p:spPr>
                  <a:xfrm>
                    <a:off x="4096679" y="303785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8" name="Freeform 787">
                    <a:extLst>
                      <a:ext uri="{FF2B5EF4-FFF2-40B4-BE49-F238E27FC236}">
                        <a16:creationId xmlns:a16="http://schemas.microsoft.com/office/drawing/2014/main" id="{DCAC73AE-0C8F-D5B8-841A-1D3A90CF21F0}"/>
                      </a:ext>
                    </a:extLst>
                  </p:cNvPr>
                  <p:cNvSpPr/>
                  <p:nvPr/>
                </p:nvSpPr>
                <p:spPr>
                  <a:xfrm>
                    <a:off x="3489492" y="310173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89" name="Freeform 788">
                    <a:extLst>
                      <a:ext uri="{FF2B5EF4-FFF2-40B4-BE49-F238E27FC236}">
                        <a16:creationId xmlns:a16="http://schemas.microsoft.com/office/drawing/2014/main" id="{04208FD4-8137-1052-FA80-75448097892A}"/>
                      </a:ext>
                    </a:extLst>
                  </p:cNvPr>
                  <p:cNvSpPr/>
                  <p:nvPr/>
                </p:nvSpPr>
                <p:spPr>
                  <a:xfrm>
                    <a:off x="4087281" y="3107956"/>
                    <a:ext cx="36068" cy="36067"/>
                  </a:xfrm>
                  <a:custGeom>
                    <a:avLst/>
                    <a:gdLst>
                      <a:gd name="csX0" fmla="*/ 36068 w 36068"/>
                      <a:gd name="csY0" fmla="*/ 18034 h 36067"/>
                      <a:gd name="csX1" fmla="*/ 18034 w 36068"/>
                      <a:gd name="csY1" fmla="*/ 36068 h 36067"/>
                      <a:gd name="csX2" fmla="*/ 0 w 36068"/>
                      <a:gd name="csY2" fmla="*/ 18034 h 36067"/>
                      <a:gd name="csX3" fmla="*/ 18034 w 36068"/>
                      <a:gd name="csY3" fmla="*/ 0 h 36067"/>
                      <a:gd name="csX4" fmla="*/ 36068 w 36068"/>
                      <a:gd name="csY4" fmla="*/ 18034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7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0" name="Freeform 789">
                    <a:extLst>
                      <a:ext uri="{FF2B5EF4-FFF2-40B4-BE49-F238E27FC236}">
                        <a16:creationId xmlns:a16="http://schemas.microsoft.com/office/drawing/2014/main" id="{C41B1893-D4FB-7EA5-EC97-9DBCCF886BFA}"/>
                      </a:ext>
                    </a:extLst>
                  </p:cNvPr>
                  <p:cNvSpPr/>
                  <p:nvPr/>
                </p:nvSpPr>
                <p:spPr>
                  <a:xfrm>
                    <a:off x="3492413" y="304953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1" name="Freeform 790">
                    <a:extLst>
                      <a:ext uri="{FF2B5EF4-FFF2-40B4-BE49-F238E27FC236}">
                        <a16:creationId xmlns:a16="http://schemas.microsoft.com/office/drawing/2014/main" id="{FEE941A1-6015-58E4-FBAB-2419C944CC7E}"/>
                      </a:ext>
                    </a:extLst>
                  </p:cNvPr>
                  <p:cNvSpPr/>
                  <p:nvPr/>
                </p:nvSpPr>
                <p:spPr>
                  <a:xfrm>
                    <a:off x="4075724" y="28863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2" name="Freeform 791">
                    <a:extLst>
                      <a:ext uri="{FF2B5EF4-FFF2-40B4-BE49-F238E27FC236}">
                        <a16:creationId xmlns:a16="http://schemas.microsoft.com/office/drawing/2014/main" id="{CCD713C9-DDD7-9C27-ACA2-269A575A7714}"/>
                      </a:ext>
                    </a:extLst>
                  </p:cNvPr>
                  <p:cNvSpPr/>
                  <p:nvPr/>
                </p:nvSpPr>
                <p:spPr>
                  <a:xfrm>
                    <a:off x="3490000" y="313869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3" name="Freeform 792">
                    <a:extLst>
                      <a:ext uri="{FF2B5EF4-FFF2-40B4-BE49-F238E27FC236}">
                        <a16:creationId xmlns:a16="http://schemas.microsoft.com/office/drawing/2014/main" id="{C25D43AA-0B10-710E-B57C-30C1B731AF7E}"/>
                      </a:ext>
                    </a:extLst>
                  </p:cNvPr>
                  <p:cNvSpPr/>
                  <p:nvPr/>
                </p:nvSpPr>
                <p:spPr>
                  <a:xfrm>
                    <a:off x="4092869" y="304775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4" name="Freeform 793">
                    <a:extLst>
                      <a:ext uri="{FF2B5EF4-FFF2-40B4-BE49-F238E27FC236}">
                        <a16:creationId xmlns:a16="http://schemas.microsoft.com/office/drawing/2014/main" id="{D10DE4D2-618C-78BD-AA9A-152C8F22C22D}"/>
                      </a:ext>
                    </a:extLst>
                  </p:cNvPr>
                  <p:cNvSpPr/>
                  <p:nvPr/>
                </p:nvSpPr>
                <p:spPr>
                  <a:xfrm>
                    <a:off x="3484031" y="30765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5" name="Freeform 794">
                    <a:extLst>
                      <a:ext uri="{FF2B5EF4-FFF2-40B4-BE49-F238E27FC236}">
                        <a16:creationId xmlns:a16="http://schemas.microsoft.com/office/drawing/2014/main" id="{46275866-F6FC-473D-414F-2C79A676F9EF}"/>
                      </a:ext>
                    </a:extLst>
                  </p:cNvPr>
                  <p:cNvSpPr/>
                  <p:nvPr/>
                </p:nvSpPr>
                <p:spPr>
                  <a:xfrm>
                    <a:off x="4093377" y="300267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6" name="Freeform 795">
                    <a:extLst>
                      <a:ext uri="{FF2B5EF4-FFF2-40B4-BE49-F238E27FC236}">
                        <a16:creationId xmlns:a16="http://schemas.microsoft.com/office/drawing/2014/main" id="{A4F2A596-CEA9-3DB0-5B39-13B92D71032F}"/>
                      </a:ext>
                    </a:extLst>
                  </p:cNvPr>
                  <p:cNvSpPr/>
                  <p:nvPr/>
                </p:nvSpPr>
                <p:spPr>
                  <a:xfrm>
                    <a:off x="3498382" y="307379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7" name="Freeform 796">
                    <a:extLst>
                      <a:ext uri="{FF2B5EF4-FFF2-40B4-BE49-F238E27FC236}">
                        <a16:creationId xmlns:a16="http://schemas.microsoft.com/office/drawing/2014/main" id="{781DB349-869F-40BC-F8ED-AC8B8C14CAE2}"/>
                      </a:ext>
                    </a:extLst>
                  </p:cNvPr>
                  <p:cNvSpPr/>
                  <p:nvPr/>
                </p:nvSpPr>
                <p:spPr>
                  <a:xfrm>
                    <a:off x="3628303" y="303531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8" name="Freeform 797">
                    <a:extLst>
                      <a:ext uri="{FF2B5EF4-FFF2-40B4-BE49-F238E27FC236}">
                        <a16:creationId xmlns:a16="http://schemas.microsoft.com/office/drawing/2014/main" id="{54CBF0C7-8B20-B61D-9180-D964C0514DEF}"/>
                      </a:ext>
                    </a:extLst>
                  </p:cNvPr>
                  <p:cNvSpPr/>
                  <p:nvPr/>
                </p:nvSpPr>
                <p:spPr>
                  <a:xfrm>
                    <a:off x="4085630" y="308560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799" name="Freeform 798">
                    <a:extLst>
                      <a:ext uri="{FF2B5EF4-FFF2-40B4-BE49-F238E27FC236}">
                        <a16:creationId xmlns:a16="http://schemas.microsoft.com/office/drawing/2014/main" id="{D0AE6F38-C6AD-0059-7802-82205C9AFF47}"/>
                      </a:ext>
                    </a:extLst>
                  </p:cNvPr>
                  <p:cNvSpPr/>
                  <p:nvPr/>
                </p:nvSpPr>
                <p:spPr>
                  <a:xfrm>
                    <a:off x="3498509" y="311710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0" name="Freeform 799">
                    <a:extLst>
                      <a:ext uri="{FF2B5EF4-FFF2-40B4-BE49-F238E27FC236}">
                        <a16:creationId xmlns:a16="http://schemas.microsoft.com/office/drawing/2014/main" id="{4F892BCB-D3DC-01E6-7B13-1D815DA7DC54}"/>
                      </a:ext>
                    </a:extLst>
                  </p:cNvPr>
                  <p:cNvSpPr/>
                  <p:nvPr/>
                </p:nvSpPr>
                <p:spPr>
                  <a:xfrm>
                    <a:off x="3800388" y="282182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1" name="Freeform 800">
                    <a:extLst>
                      <a:ext uri="{FF2B5EF4-FFF2-40B4-BE49-F238E27FC236}">
                        <a16:creationId xmlns:a16="http://schemas.microsoft.com/office/drawing/2014/main" id="{9CBC7583-C38E-4EC3-58FA-9725D9114D64}"/>
                      </a:ext>
                    </a:extLst>
                  </p:cNvPr>
                  <p:cNvSpPr/>
                  <p:nvPr/>
                </p:nvSpPr>
                <p:spPr>
                  <a:xfrm>
                    <a:off x="3624112" y="305207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2" name="Freeform 801">
                    <a:extLst>
                      <a:ext uri="{FF2B5EF4-FFF2-40B4-BE49-F238E27FC236}">
                        <a16:creationId xmlns:a16="http://schemas.microsoft.com/office/drawing/2014/main" id="{4BD9CC5E-5F17-9C2D-9A2F-7A2EA87664F1}"/>
                      </a:ext>
                    </a:extLst>
                  </p:cNvPr>
                  <p:cNvSpPr/>
                  <p:nvPr/>
                </p:nvSpPr>
                <p:spPr>
                  <a:xfrm>
                    <a:off x="3634907" y="312827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3" name="Freeform 802">
                    <a:extLst>
                      <a:ext uri="{FF2B5EF4-FFF2-40B4-BE49-F238E27FC236}">
                        <a16:creationId xmlns:a16="http://schemas.microsoft.com/office/drawing/2014/main" id="{ED02C8CF-1200-2226-6512-D9FA303059EF}"/>
                      </a:ext>
                    </a:extLst>
                  </p:cNvPr>
                  <p:cNvSpPr/>
                  <p:nvPr/>
                </p:nvSpPr>
                <p:spPr>
                  <a:xfrm>
                    <a:off x="3938183" y="304242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4" name="Freeform 803">
                    <a:extLst>
                      <a:ext uri="{FF2B5EF4-FFF2-40B4-BE49-F238E27FC236}">
                        <a16:creationId xmlns:a16="http://schemas.microsoft.com/office/drawing/2014/main" id="{255C4099-4062-1DD5-2D0F-44CD9BA76AD2}"/>
                      </a:ext>
                    </a:extLst>
                  </p:cNvPr>
                  <p:cNvSpPr/>
                  <p:nvPr/>
                </p:nvSpPr>
                <p:spPr>
                  <a:xfrm>
                    <a:off x="3647861" y="312256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5" name="Freeform 804">
                    <a:extLst>
                      <a:ext uri="{FF2B5EF4-FFF2-40B4-BE49-F238E27FC236}">
                        <a16:creationId xmlns:a16="http://schemas.microsoft.com/office/drawing/2014/main" id="{DC37F489-7957-59AF-ECCB-9361452C9012}"/>
                      </a:ext>
                    </a:extLst>
                  </p:cNvPr>
                  <p:cNvSpPr/>
                  <p:nvPr/>
                </p:nvSpPr>
                <p:spPr>
                  <a:xfrm>
                    <a:off x="3624747" y="304686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6" name="TextBox 805">
                    <a:extLst>
                      <a:ext uri="{FF2B5EF4-FFF2-40B4-BE49-F238E27FC236}">
                        <a16:creationId xmlns:a16="http://schemas.microsoft.com/office/drawing/2014/main" id="{4E12E6A0-E44A-1D32-C50A-2270EED7F0C4}"/>
                      </a:ext>
                    </a:extLst>
                  </p:cNvPr>
                  <p:cNvSpPr txBox="1"/>
                  <p:nvPr/>
                </p:nvSpPr>
                <p:spPr>
                  <a:xfrm>
                    <a:off x="3353708" y="2622142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807" name="Freeform 806">
                    <a:extLst>
                      <a:ext uri="{FF2B5EF4-FFF2-40B4-BE49-F238E27FC236}">
                        <a16:creationId xmlns:a16="http://schemas.microsoft.com/office/drawing/2014/main" id="{030E3457-149D-A6BE-A45F-1BF95796A86F}"/>
                      </a:ext>
                    </a:extLst>
                  </p:cNvPr>
                  <p:cNvSpPr/>
                  <p:nvPr/>
                </p:nvSpPr>
                <p:spPr>
                  <a:xfrm>
                    <a:off x="3503335" y="2795028"/>
                    <a:ext cx="135254" cy="12700"/>
                  </a:xfrm>
                  <a:custGeom>
                    <a:avLst/>
                    <a:gdLst>
                      <a:gd name="csX0" fmla="*/ 0 w 135254"/>
                      <a:gd name="csY0" fmla="*/ 0 h 12700"/>
                      <a:gd name="csX1" fmla="*/ 135255 w 13525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35254" h="12700">
                        <a:moveTo>
                          <a:pt x="0" y="0"/>
                        </a:moveTo>
                        <a:lnTo>
                          <a:pt x="13525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08" name="TextBox 807">
                    <a:extLst>
                      <a:ext uri="{FF2B5EF4-FFF2-40B4-BE49-F238E27FC236}">
                        <a16:creationId xmlns:a16="http://schemas.microsoft.com/office/drawing/2014/main" id="{825E6142-E11A-203A-04C2-9E33E8BABA5D}"/>
                      </a:ext>
                    </a:extLst>
                  </p:cNvPr>
                  <p:cNvSpPr txBox="1"/>
                  <p:nvPr/>
                </p:nvSpPr>
                <p:spPr>
                  <a:xfrm>
                    <a:off x="3669431" y="2622142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809" name="Freeform 808">
                    <a:extLst>
                      <a:ext uri="{FF2B5EF4-FFF2-40B4-BE49-F238E27FC236}">
                        <a16:creationId xmlns:a16="http://schemas.microsoft.com/office/drawing/2014/main" id="{6B24C71D-FEE1-D700-2194-2E4AACFF707C}"/>
                      </a:ext>
                    </a:extLst>
                  </p:cNvPr>
                  <p:cNvSpPr/>
                  <p:nvPr/>
                </p:nvSpPr>
                <p:spPr>
                  <a:xfrm>
                    <a:off x="3668689" y="2795028"/>
                    <a:ext cx="436118" cy="12700"/>
                  </a:xfrm>
                  <a:custGeom>
                    <a:avLst/>
                    <a:gdLst>
                      <a:gd name="csX0" fmla="*/ 0 w 436118"/>
                      <a:gd name="csY0" fmla="*/ 0 h 12700"/>
                      <a:gd name="csX1" fmla="*/ 436118 w 43611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36118" h="12700">
                        <a:moveTo>
                          <a:pt x="0" y="0"/>
                        </a:moveTo>
                        <a:lnTo>
                          <a:pt x="436118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10" name="TextBox 809">
                    <a:extLst>
                      <a:ext uri="{FF2B5EF4-FFF2-40B4-BE49-F238E27FC236}">
                        <a16:creationId xmlns:a16="http://schemas.microsoft.com/office/drawing/2014/main" id="{5AD20759-72D6-3421-0DA7-79D64B2A7D69}"/>
                      </a:ext>
                    </a:extLst>
                  </p:cNvPr>
                  <p:cNvSpPr txBox="1"/>
                  <p:nvPr/>
                </p:nvSpPr>
                <p:spPr>
                  <a:xfrm>
                    <a:off x="3586754" y="2509239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811" name="Freeform 810">
                    <a:extLst>
                      <a:ext uri="{FF2B5EF4-FFF2-40B4-BE49-F238E27FC236}">
                        <a16:creationId xmlns:a16="http://schemas.microsoft.com/office/drawing/2014/main" id="{79BE437C-103F-DBE9-15B6-2B83696EC831}"/>
                      </a:ext>
                    </a:extLst>
                  </p:cNvPr>
                  <p:cNvSpPr/>
                  <p:nvPr/>
                </p:nvSpPr>
                <p:spPr>
                  <a:xfrm>
                    <a:off x="3503335" y="2682125"/>
                    <a:ext cx="601472" cy="12700"/>
                  </a:xfrm>
                  <a:custGeom>
                    <a:avLst/>
                    <a:gdLst>
                      <a:gd name="csX0" fmla="*/ 0 w 601472"/>
                      <a:gd name="csY0" fmla="*/ 0 h 12700"/>
                      <a:gd name="csX1" fmla="*/ 601472 w 60147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472" h="12700">
                        <a:moveTo>
                          <a:pt x="0" y="0"/>
                        </a:moveTo>
                        <a:lnTo>
                          <a:pt x="60147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812" name="Graphic 589">
                  <a:extLst>
                    <a:ext uri="{FF2B5EF4-FFF2-40B4-BE49-F238E27FC236}">
                      <a16:creationId xmlns:a16="http://schemas.microsoft.com/office/drawing/2014/main" id="{064F2564-2E34-4BA4-6FE8-61F08D3B2162}"/>
                    </a:ext>
                  </a:extLst>
                </p:cNvPr>
                <p:cNvGrpSpPr/>
                <p:nvPr/>
              </p:nvGrpSpPr>
              <p:grpSpPr>
                <a:xfrm>
                  <a:off x="3037384" y="2312178"/>
                  <a:ext cx="1196524" cy="1196086"/>
                  <a:chOff x="3037384" y="2312178"/>
                  <a:chExt cx="1196524" cy="1196086"/>
                </a:xfrm>
              </p:grpSpPr>
              <p:sp>
                <p:nvSpPr>
                  <p:cNvPr id="813" name="Freeform 812">
                    <a:extLst>
                      <a:ext uri="{FF2B5EF4-FFF2-40B4-BE49-F238E27FC236}">
                        <a16:creationId xmlns:a16="http://schemas.microsoft.com/office/drawing/2014/main" id="{7B8164B5-02EA-02AB-B1F8-A17E8D211C31}"/>
                      </a:ext>
                    </a:extLst>
                  </p:cNvPr>
                  <p:cNvSpPr/>
                  <p:nvPr/>
                </p:nvSpPr>
                <p:spPr>
                  <a:xfrm>
                    <a:off x="3413164" y="2614434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14" name="TextBox 813">
                    <a:extLst>
                      <a:ext uri="{FF2B5EF4-FFF2-40B4-BE49-F238E27FC236}">
                        <a16:creationId xmlns:a16="http://schemas.microsoft.com/office/drawing/2014/main" id="{1729F3B1-F946-86FB-DE5E-5128113E58D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7301" y="3184709"/>
                    <a:ext cx="34472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815" name="TextBox 814">
                    <a:extLst>
                      <a:ext uri="{FF2B5EF4-FFF2-40B4-BE49-F238E27FC236}">
                        <a16:creationId xmlns:a16="http://schemas.microsoft.com/office/drawing/2014/main" id="{84EFA15B-EC66-874C-8F75-99AB314765C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7301" y="3046279"/>
                    <a:ext cx="34472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5%</a:t>
                    </a:r>
                  </a:p>
                </p:txBody>
              </p:sp>
              <p:sp>
                <p:nvSpPr>
                  <p:cNvPr id="816" name="TextBox 815">
                    <a:extLst>
                      <a:ext uri="{FF2B5EF4-FFF2-40B4-BE49-F238E27FC236}">
                        <a16:creationId xmlns:a16="http://schemas.microsoft.com/office/drawing/2014/main" id="{1DA2234A-48CE-ABE3-392A-F2B2E836F10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384" y="2907722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10%</a:t>
                    </a:r>
                  </a:p>
                </p:txBody>
              </p:sp>
              <p:sp>
                <p:nvSpPr>
                  <p:cNvPr id="817" name="TextBox 816">
                    <a:extLst>
                      <a:ext uri="{FF2B5EF4-FFF2-40B4-BE49-F238E27FC236}">
                        <a16:creationId xmlns:a16="http://schemas.microsoft.com/office/drawing/2014/main" id="{854B4904-7E27-5EF9-8F3D-F936C316A4F7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384" y="2769165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15%</a:t>
                    </a:r>
                  </a:p>
                </p:txBody>
              </p:sp>
              <p:sp>
                <p:nvSpPr>
                  <p:cNvPr id="818" name="TextBox 817">
                    <a:extLst>
                      <a:ext uri="{FF2B5EF4-FFF2-40B4-BE49-F238E27FC236}">
                        <a16:creationId xmlns:a16="http://schemas.microsoft.com/office/drawing/2014/main" id="{A367E437-CFB1-AB0F-4EA4-721209DD4FAF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384" y="2630735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20%</a:t>
                    </a:r>
                  </a:p>
                </p:txBody>
              </p:sp>
              <p:sp>
                <p:nvSpPr>
                  <p:cNvPr id="819" name="Freeform 818">
                    <a:extLst>
                      <a:ext uri="{FF2B5EF4-FFF2-40B4-BE49-F238E27FC236}">
                        <a16:creationId xmlns:a16="http://schemas.microsoft.com/office/drawing/2014/main" id="{3347E490-E044-3FEA-4CD1-64C27893FA55}"/>
                      </a:ext>
                    </a:extLst>
                  </p:cNvPr>
                  <p:cNvSpPr/>
                  <p:nvPr/>
                </p:nvSpPr>
                <p:spPr>
                  <a:xfrm>
                    <a:off x="3378367" y="3291598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0" name="Freeform 819">
                    <a:extLst>
                      <a:ext uri="{FF2B5EF4-FFF2-40B4-BE49-F238E27FC236}">
                        <a16:creationId xmlns:a16="http://schemas.microsoft.com/office/drawing/2014/main" id="{06A9C0D5-8A7A-18FB-FFD1-549B41A7FDDA}"/>
                      </a:ext>
                    </a:extLst>
                  </p:cNvPr>
                  <p:cNvSpPr/>
                  <p:nvPr/>
                </p:nvSpPr>
                <p:spPr>
                  <a:xfrm>
                    <a:off x="3378367" y="3153167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1" name="Freeform 820">
                    <a:extLst>
                      <a:ext uri="{FF2B5EF4-FFF2-40B4-BE49-F238E27FC236}">
                        <a16:creationId xmlns:a16="http://schemas.microsoft.com/office/drawing/2014/main" id="{A5999E1B-3473-EA97-66A3-C104785C1E0C}"/>
                      </a:ext>
                    </a:extLst>
                  </p:cNvPr>
                  <p:cNvSpPr/>
                  <p:nvPr/>
                </p:nvSpPr>
                <p:spPr>
                  <a:xfrm>
                    <a:off x="3378367" y="3014610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2" name="Freeform 821">
                    <a:extLst>
                      <a:ext uri="{FF2B5EF4-FFF2-40B4-BE49-F238E27FC236}">
                        <a16:creationId xmlns:a16="http://schemas.microsoft.com/office/drawing/2014/main" id="{25864952-0F80-15FE-8120-F8BEC6E7F9E4}"/>
                      </a:ext>
                    </a:extLst>
                  </p:cNvPr>
                  <p:cNvSpPr/>
                  <p:nvPr/>
                </p:nvSpPr>
                <p:spPr>
                  <a:xfrm>
                    <a:off x="3378367" y="287605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3" name="Freeform 822">
                    <a:extLst>
                      <a:ext uri="{FF2B5EF4-FFF2-40B4-BE49-F238E27FC236}">
                        <a16:creationId xmlns:a16="http://schemas.microsoft.com/office/drawing/2014/main" id="{1AC94EB1-90C8-9E42-3CB6-690567A7BBFA}"/>
                      </a:ext>
                    </a:extLst>
                  </p:cNvPr>
                  <p:cNvSpPr/>
                  <p:nvPr/>
                </p:nvSpPr>
                <p:spPr>
                  <a:xfrm>
                    <a:off x="3378367" y="273762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4" name="Freeform 823">
                    <a:extLst>
                      <a:ext uri="{FF2B5EF4-FFF2-40B4-BE49-F238E27FC236}">
                        <a16:creationId xmlns:a16="http://schemas.microsoft.com/office/drawing/2014/main" id="{6B42E5ED-D0BD-3EDB-8F83-853399114D97}"/>
                      </a:ext>
                    </a:extLst>
                  </p:cNvPr>
                  <p:cNvSpPr/>
                  <p:nvPr/>
                </p:nvSpPr>
                <p:spPr>
                  <a:xfrm>
                    <a:off x="3413164" y="3291598"/>
                    <a:ext cx="781811" cy="12700"/>
                  </a:xfrm>
                  <a:custGeom>
                    <a:avLst/>
                    <a:gdLst>
                      <a:gd name="csX0" fmla="*/ 0 w 781811"/>
                      <a:gd name="csY0" fmla="*/ 0 h 12700"/>
                      <a:gd name="csX1" fmla="*/ 781812 w 78181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81811" h="12700">
                        <a:moveTo>
                          <a:pt x="0" y="0"/>
                        </a:moveTo>
                        <a:lnTo>
                          <a:pt x="78181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5" name="Freeform 824">
                    <a:extLst>
                      <a:ext uri="{FF2B5EF4-FFF2-40B4-BE49-F238E27FC236}">
                        <a16:creationId xmlns:a16="http://schemas.microsoft.com/office/drawing/2014/main" id="{C1C75820-3D51-3C7E-39AE-EB57C1D7779B}"/>
                      </a:ext>
                    </a:extLst>
                  </p:cNvPr>
                  <p:cNvSpPr/>
                  <p:nvPr/>
                </p:nvSpPr>
                <p:spPr>
                  <a:xfrm>
                    <a:off x="3503335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6" name="Freeform 825">
                    <a:extLst>
                      <a:ext uri="{FF2B5EF4-FFF2-40B4-BE49-F238E27FC236}">
                        <a16:creationId xmlns:a16="http://schemas.microsoft.com/office/drawing/2014/main" id="{77B09F75-1C13-4FBA-C487-485A17DAA9A6}"/>
                      </a:ext>
                    </a:extLst>
                  </p:cNvPr>
                  <p:cNvSpPr/>
                  <p:nvPr/>
                </p:nvSpPr>
                <p:spPr>
                  <a:xfrm>
                    <a:off x="3653703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7" name="Freeform 826">
                    <a:extLst>
                      <a:ext uri="{FF2B5EF4-FFF2-40B4-BE49-F238E27FC236}">
                        <a16:creationId xmlns:a16="http://schemas.microsoft.com/office/drawing/2014/main" id="{AB2798BC-5135-D8FC-A857-7F90CC678602}"/>
                      </a:ext>
                    </a:extLst>
                  </p:cNvPr>
                  <p:cNvSpPr/>
                  <p:nvPr/>
                </p:nvSpPr>
                <p:spPr>
                  <a:xfrm>
                    <a:off x="3804070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8" name="Freeform 827">
                    <a:extLst>
                      <a:ext uri="{FF2B5EF4-FFF2-40B4-BE49-F238E27FC236}">
                        <a16:creationId xmlns:a16="http://schemas.microsoft.com/office/drawing/2014/main" id="{3C9203A1-2090-1B28-3263-4372C04824DC}"/>
                      </a:ext>
                    </a:extLst>
                  </p:cNvPr>
                  <p:cNvSpPr/>
                  <p:nvPr/>
                </p:nvSpPr>
                <p:spPr>
                  <a:xfrm>
                    <a:off x="3954439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29" name="Freeform 828">
                    <a:extLst>
                      <a:ext uri="{FF2B5EF4-FFF2-40B4-BE49-F238E27FC236}">
                        <a16:creationId xmlns:a16="http://schemas.microsoft.com/office/drawing/2014/main" id="{BD278F2E-6FE3-25B1-14AC-876AC7C26440}"/>
                      </a:ext>
                    </a:extLst>
                  </p:cNvPr>
                  <p:cNvSpPr/>
                  <p:nvPr/>
                </p:nvSpPr>
                <p:spPr>
                  <a:xfrm>
                    <a:off x="4104806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30" name="TextBox 829">
                    <a:extLst>
                      <a:ext uri="{FF2B5EF4-FFF2-40B4-BE49-F238E27FC236}">
                        <a16:creationId xmlns:a16="http://schemas.microsoft.com/office/drawing/2014/main" id="{002DC1D9-F2C0-045E-7D66-6C373789EEFE}"/>
                      </a:ext>
                    </a:extLst>
                  </p:cNvPr>
                  <p:cNvSpPr txBox="1"/>
                  <p:nvPr/>
                </p:nvSpPr>
                <p:spPr>
                  <a:xfrm>
                    <a:off x="3363206" y="3287452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831" name="TextBox 830">
                    <a:extLst>
                      <a:ext uri="{FF2B5EF4-FFF2-40B4-BE49-F238E27FC236}">
                        <a16:creationId xmlns:a16="http://schemas.microsoft.com/office/drawing/2014/main" id="{CD702AB8-0D16-2E18-3149-D3DF18DA3B7B}"/>
                      </a:ext>
                    </a:extLst>
                  </p:cNvPr>
                  <p:cNvSpPr txBox="1"/>
                  <p:nvPr/>
                </p:nvSpPr>
                <p:spPr>
                  <a:xfrm>
                    <a:off x="3541566" y="3287452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832" name="TextBox 831">
                    <a:extLst>
                      <a:ext uri="{FF2B5EF4-FFF2-40B4-BE49-F238E27FC236}">
                        <a16:creationId xmlns:a16="http://schemas.microsoft.com/office/drawing/2014/main" id="{BC3473B8-22F4-B728-9209-A79FDC0606C6}"/>
                      </a:ext>
                    </a:extLst>
                  </p:cNvPr>
                  <p:cNvSpPr txBox="1"/>
                  <p:nvPr/>
                </p:nvSpPr>
                <p:spPr>
                  <a:xfrm>
                    <a:off x="3663094" y="3287452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833" name="TextBox 832">
                    <a:extLst>
                      <a:ext uri="{FF2B5EF4-FFF2-40B4-BE49-F238E27FC236}">
                        <a16:creationId xmlns:a16="http://schemas.microsoft.com/office/drawing/2014/main" id="{70E9ED17-3575-3BF9-D6E1-A131FB1058D6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014" y="3287452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834" name="TextBox 833">
                    <a:extLst>
                      <a:ext uri="{FF2B5EF4-FFF2-40B4-BE49-F238E27FC236}">
                        <a16:creationId xmlns:a16="http://schemas.microsoft.com/office/drawing/2014/main" id="{C135C14C-7176-554D-D899-0A1459AAF44A}"/>
                      </a:ext>
                    </a:extLst>
                  </p:cNvPr>
                  <p:cNvSpPr txBox="1"/>
                  <p:nvPr/>
                </p:nvSpPr>
                <p:spPr>
                  <a:xfrm>
                    <a:off x="3975705" y="3287452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837" name="TextBox 836">
                    <a:extLst>
                      <a:ext uri="{FF2B5EF4-FFF2-40B4-BE49-F238E27FC236}">
                        <a16:creationId xmlns:a16="http://schemas.microsoft.com/office/drawing/2014/main" id="{1E71EEC7-8FD7-63F6-FA78-7B972466503D}"/>
                      </a:ext>
                    </a:extLst>
                  </p:cNvPr>
                  <p:cNvSpPr txBox="1"/>
                  <p:nvPr/>
                </p:nvSpPr>
                <p:spPr>
                  <a:xfrm>
                    <a:off x="3493927" y="2312178"/>
                    <a:ext cx="509280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2_OL</a:t>
                    </a:r>
                  </a:p>
                </p:txBody>
              </p:sp>
            </p:grpSp>
          </p:grpSp>
          <p:grpSp>
            <p:nvGrpSpPr>
              <p:cNvPr id="838" name="Graphic 591">
                <a:extLst>
                  <a:ext uri="{FF2B5EF4-FFF2-40B4-BE49-F238E27FC236}">
                    <a16:creationId xmlns:a16="http://schemas.microsoft.com/office/drawing/2014/main" id="{4BBC913B-B4A1-974B-AD92-0DE9B4EBBF86}"/>
                  </a:ext>
                </a:extLst>
              </p:cNvPr>
              <p:cNvGrpSpPr/>
              <p:nvPr/>
            </p:nvGrpSpPr>
            <p:grpSpPr>
              <a:xfrm>
                <a:off x="3371244" y="2049426"/>
                <a:ext cx="1325294" cy="1196086"/>
                <a:chOff x="4246674" y="2312178"/>
                <a:chExt cx="1325294" cy="1196086"/>
              </a:xfrm>
            </p:grpSpPr>
            <p:grpSp>
              <p:nvGrpSpPr>
                <p:cNvPr id="841" name="Graphic 591">
                  <a:extLst>
                    <a:ext uri="{FF2B5EF4-FFF2-40B4-BE49-F238E27FC236}">
                      <a16:creationId xmlns:a16="http://schemas.microsoft.com/office/drawing/2014/main" id="{15C64F73-73F0-0C96-504C-E8E71792AA20}"/>
                    </a:ext>
                  </a:extLst>
                </p:cNvPr>
                <p:cNvGrpSpPr/>
                <p:nvPr/>
              </p:nvGrpSpPr>
              <p:grpSpPr>
                <a:xfrm>
                  <a:off x="4627213" y="2509239"/>
                  <a:ext cx="773825" cy="782485"/>
                  <a:chOff x="4627213" y="2509239"/>
                  <a:chExt cx="773825" cy="782485"/>
                </a:xfrm>
              </p:grpSpPr>
              <p:sp>
                <p:nvSpPr>
                  <p:cNvPr id="842" name="Freeform 841">
                    <a:extLst>
                      <a:ext uri="{FF2B5EF4-FFF2-40B4-BE49-F238E27FC236}">
                        <a16:creationId xmlns:a16="http://schemas.microsoft.com/office/drawing/2014/main" id="{4E607775-F1CB-166C-2234-6BE074D89A7B}"/>
                      </a:ext>
                    </a:extLst>
                  </p:cNvPr>
                  <p:cNvSpPr/>
                  <p:nvPr/>
                </p:nvSpPr>
                <p:spPr>
                  <a:xfrm>
                    <a:off x="4712190" y="2614434"/>
                    <a:ext cx="688848" cy="677290"/>
                  </a:xfrm>
                  <a:custGeom>
                    <a:avLst/>
                    <a:gdLst>
                      <a:gd name="csX0" fmla="*/ 0 w 688848"/>
                      <a:gd name="csY0" fmla="*/ 0 h 677290"/>
                      <a:gd name="csX1" fmla="*/ 688848 w 688848"/>
                      <a:gd name="csY1" fmla="*/ 0 h 677290"/>
                      <a:gd name="csX2" fmla="*/ 688848 w 688848"/>
                      <a:gd name="csY2" fmla="*/ 677291 h 677290"/>
                      <a:gd name="csX3" fmla="*/ 0 w 688848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688848" h="677290">
                        <a:moveTo>
                          <a:pt x="0" y="0"/>
                        </a:moveTo>
                        <a:lnTo>
                          <a:pt x="688848" y="0"/>
                        </a:lnTo>
                        <a:lnTo>
                          <a:pt x="688848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3" name="Freeform 842">
                    <a:extLst>
                      <a:ext uri="{FF2B5EF4-FFF2-40B4-BE49-F238E27FC236}">
                        <a16:creationId xmlns:a16="http://schemas.microsoft.com/office/drawing/2014/main" id="{FD5BE1E9-75FE-A172-C414-8BB57875D7C1}"/>
                      </a:ext>
                    </a:extLst>
                  </p:cNvPr>
                  <p:cNvSpPr/>
                  <p:nvPr/>
                </p:nvSpPr>
                <p:spPr>
                  <a:xfrm>
                    <a:off x="4751941" y="2925330"/>
                    <a:ext cx="79501" cy="366268"/>
                  </a:xfrm>
                  <a:custGeom>
                    <a:avLst/>
                    <a:gdLst>
                      <a:gd name="csX0" fmla="*/ 0 w 79501"/>
                      <a:gd name="csY0" fmla="*/ 0 h 366268"/>
                      <a:gd name="csX1" fmla="*/ 79502 w 79501"/>
                      <a:gd name="csY1" fmla="*/ 0 h 366268"/>
                      <a:gd name="csX2" fmla="*/ 79502 w 79501"/>
                      <a:gd name="csY2" fmla="*/ 366268 h 366268"/>
                      <a:gd name="csX3" fmla="*/ 0 w 79501"/>
                      <a:gd name="csY3" fmla="*/ 366268 h 3662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1" h="366268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366268"/>
                        </a:lnTo>
                        <a:lnTo>
                          <a:pt x="0" y="366268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4" name="Freeform 843">
                    <a:extLst>
                      <a:ext uri="{FF2B5EF4-FFF2-40B4-BE49-F238E27FC236}">
                        <a16:creationId xmlns:a16="http://schemas.microsoft.com/office/drawing/2014/main" id="{3F2E7294-1E77-36F2-DB4D-43466C71835A}"/>
                      </a:ext>
                    </a:extLst>
                  </p:cNvPr>
                  <p:cNvSpPr/>
                  <p:nvPr/>
                </p:nvSpPr>
                <p:spPr>
                  <a:xfrm>
                    <a:off x="4884402" y="2952127"/>
                    <a:ext cx="79502" cy="339470"/>
                  </a:xfrm>
                  <a:custGeom>
                    <a:avLst/>
                    <a:gdLst>
                      <a:gd name="csX0" fmla="*/ 0 w 79502"/>
                      <a:gd name="csY0" fmla="*/ 0 h 339470"/>
                      <a:gd name="csX1" fmla="*/ 79502 w 79502"/>
                      <a:gd name="csY1" fmla="*/ 0 h 339470"/>
                      <a:gd name="csX2" fmla="*/ 79502 w 79502"/>
                      <a:gd name="csY2" fmla="*/ 339471 h 339470"/>
                      <a:gd name="csX3" fmla="*/ 0 w 79502"/>
                      <a:gd name="csY3" fmla="*/ 339471 h 3394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339470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339471"/>
                        </a:lnTo>
                        <a:lnTo>
                          <a:pt x="0" y="339471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5" name="Freeform 844">
                    <a:extLst>
                      <a:ext uri="{FF2B5EF4-FFF2-40B4-BE49-F238E27FC236}">
                        <a16:creationId xmlns:a16="http://schemas.microsoft.com/office/drawing/2014/main" id="{389C9748-8821-E3C7-778D-2BE2390E35C3}"/>
                      </a:ext>
                    </a:extLst>
                  </p:cNvPr>
                  <p:cNvSpPr/>
                  <p:nvPr/>
                </p:nvSpPr>
                <p:spPr>
                  <a:xfrm>
                    <a:off x="5016863" y="3015119"/>
                    <a:ext cx="79502" cy="276605"/>
                  </a:xfrm>
                  <a:custGeom>
                    <a:avLst/>
                    <a:gdLst>
                      <a:gd name="csX0" fmla="*/ 0 w 79502"/>
                      <a:gd name="csY0" fmla="*/ 0 h 276605"/>
                      <a:gd name="csX1" fmla="*/ 79502 w 79502"/>
                      <a:gd name="csY1" fmla="*/ 0 h 276605"/>
                      <a:gd name="csX2" fmla="*/ 79502 w 79502"/>
                      <a:gd name="csY2" fmla="*/ 276606 h 276605"/>
                      <a:gd name="csX3" fmla="*/ 0 w 79502"/>
                      <a:gd name="csY3" fmla="*/ 276606 h 2766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276605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276606"/>
                        </a:lnTo>
                        <a:lnTo>
                          <a:pt x="0" y="276606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6" name="Freeform 845">
                    <a:extLst>
                      <a:ext uri="{FF2B5EF4-FFF2-40B4-BE49-F238E27FC236}">
                        <a16:creationId xmlns:a16="http://schemas.microsoft.com/office/drawing/2014/main" id="{73885E35-C57C-E313-291F-DB86563DCA0A}"/>
                      </a:ext>
                    </a:extLst>
                  </p:cNvPr>
                  <p:cNvSpPr/>
                  <p:nvPr/>
                </p:nvSpPr>
                <p:spPr>
                  <a:xfrm>
                    <a:off x="5149324" y="2979305"/>
                    <a:ext cx="79502" cy="312419"/>
                  </a:xfrm>
                  <a:custGeom>
                    <a:avLst/>
                    <a:gdLst>
                      <a:gd name="csX0" fmla="*/ 0 w 79502"/>
                      <a:gd name="csY0" fmla="*/ 0 h 312419"/>
                      <a:gd name="csX1" fmla="*/ 79502 w 79502"/>
                      <a:gd name="csY1" fmla="*/ 0 h 312419"/>
                      <a:gd name="csX2" fmla="*/ 79502 w 79502"/>
                      <a:gd name="csY2" fmla="*/ 312420 h 312419"/>
                      <a:gd name="csX3" fmla="*/ 0 w 79502"/>
                      <a:gd name="csY3" fmla="*/ 312420 h 3124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312419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312420"/>
                        </a:lnTo>
                        <a:lnTo>
                          <a:pt x="0" y="312420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7" name="Freeform 846">
                    <a:extLst>
                      <a:ext uri="{FF2B5EF4-FFF2-40B4-BE49-F238E27FC236}">
                        <a16:creationId xmlns:a16="http://schemas.microsoft.com/office/drawing/2014/main" id="{B9204B62-8EA1-9F56-7176-4C15924571A0}"/>
                      </a:ext>
                    </a:extLst>
                  </p:cNvPr>
                  <p:cNvSpPr/>
                  <p:nvPr/>
                </p:nvSpPr>
                <p:spPr>
                  <a:xfrm>
                    <a:off x="5281785" y="2979940"/>
                    <a:ext cx="79502" cy="311658"/>
                  </a:xfrm>
                  <a:custGeom>
                    <a:avLst/>
                    <a:gdLst>
                      <a:gd name="csX0" fmla="*/ 0 w 79502"/>
                      <a:gd name="csY0" fmla="*/ 0 h 311658"/>
                      <a:gd name="csX1" fmla="*/ 79502 w 79502"/>
                      <a:gd name="csY1" fmla="*/ 0 h 311658"/>
                      <a:gd name="csX2" fmla="*/ 79502 w 79502"/>
                      <a:gd name="csY2" fmla="*/ 311658 h 311658"/>
                      <a:gd name="csX3" fmla="*/ 0 w 79502"/>
                      <a:gd name="csY3" fmla="*/ 311658 h 31165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311658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311658"/>
                        </a:lnTo>
                        <a:lnTo>
                          <a:pt x="0" y="311658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8" name="Freeform 847">
                    <a:extLst>
                      <a:ext uri="{FF2B5EF4-FFF2-40B4-BE49-F238E27FC236}">
                        <a16:creationId xmlns:a16="http://schemas.microsoft.com/office/drawing/2014/main" id="{A2C2630D-ABE5-C7BD-A6E8-FE4154748EB9}"/>
                      </a:ext>
                    </a:extLst>
                  </p:cNvPr>
                  <p:cNvSpPr/>
                  <p:nvPr/>
                </p:nvSpPr>
                <p:spPr>
                  <a:xfrm>
                    <a:off x="4765275" y="2917456"/>
                    <a:ext cx="52959" cy="12700"/>
                  </a:xfrm>
                  <a:custGeom>
                    <a:avLst/>
                    <a:gdLst>
                      <a:gd name="csX0" fmla="*/ 0 w 52959"/>
                      <a:gd name="csY0" fmla="*/ 0 h 12700"/>
                      <a:gd name="csX1" fmla="*/ 52959 w 52959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9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49" name="Freeform 848">
                    <a:extLst>
                      <a:ext uri="{FF2B5EF4-FFF2-40B4-BE49-F238E27FC236}">
                        <a16:creationId xmlns:a16="http://schemas.microsoft.com/office/drawing/2014/main" id="{D05A9711-3460-5800-FEA9-A19ED824E7B3}"/>
                      </a:ext>
                    </a:extLst>
                  </p:cNvPr>
                  <p:cNvSpPr/>
                  <p:nvPr/>
                </p:nvSpPr>
                <p:spPr>
                  <a:xfrm>
                    <a:off x="4791692" y="2917456"/>
                    <a:ext cx="12700" cy="15875"/>
                  </a:xfrm>
                  <a:custGeom>
                    <a:avLst/>
                    <a:gdLst>
                      <a:gd name="csX0" fmla="*/ 0 w 12700"/>
                      <a:gd name="csY0" fmla="*/ 0 h 15875"/>
                      <a:gd name="csX1" fmla="*/ 0 w 12700"/>
                      <a:gd name="csY1" fmla="*/ 15875 h 158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5875">
                        <a:moveTo>
                          <a:pt x="0" y="0"/>
                        </a:moveTo>
                        <a:lnTo>
                          <a:pt x="0" y="1587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0" name="Freeform 849">
                    <a:extLst>
                      <a:ext uri="{FF2B5EF4-FFF2-40B4-BE49-F238E27FC236}">
                        <a16:creationId xmlns:a16="http://schemas.microsoft.com/office/drawing/2014/main" id="{6A23077F-E492-E01C-B6A7-10CFA17E4581}"/>
                      </a:ext>
                    </a:extLst>
                  </p:cNvPr>
                  <p:cNvSpPr/>
                  <p:nvPr/>
                </p:nvSpPr>
                <p:spPr>
                  <a:xfrm>
                    <a:off x="4765275" y="2933331"/>
                    <a:ext cx="52959" cy="12700"/>
                  </a:xfrm>
                  <a:custGeom>
                    <a:avLst/>
                    <a:gdLst>
                      <a:gd name="csX0" fmla="*/ 0 w 52959"/>
                      <a:gd name="csY0" fmla="*/ 0 h 12700"/>
                      <a:gd name="csX1" fmla="*/ 52959 w 52959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9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1" name="Freeform 850">
                    <a:extLst>
                      <a:ext uri="{FF2B5EF4-FFF2-40B4-BE49-F238E27FC236}">
                        <a16:creationId xmlns:a16="http://schemas.microsoft.com/office/drawing/2014/main" id="{7944B990-5C87-6339-8167-9652856F7FEB}"/>
                      </a:ext>
                    </a:extLst>
                  </p:cNvPr>
                  <p:cNvSpPr/>
                  <p:nvPr/>
                </p:nvSpPr>
                <p:spPr>
                  <a:xfrm>
                    <a:off x="4897736" y="2913138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2" name="Freeform 851">
                    <a:extLst>
                      <a:ext uri="{FF2B5EF4-FFF2-40B4-BE49-F238E27FC236}">
                        <a16:creationId xmlns:a16="http://schemas.microsoft.com/office/drawing/2014/main" id="{02A6EC74-E2CE-ECBB-4FEC-5EFF1B5AC95E}"/>
                      </a:ext>
                    </a:extLst>
                  </p:cNvPr>
                  <p:cNvSpPr/>
                  <p:nvPr/>
                </p:nvSpPr>
                <p:spPr>
                  <a:xfrm>
                    <a:off x="4924153" y="2913138"/>
                    <a:ext cx="12700" cy="77977"/>
                  </a:xfrm>
                  <a:custGeom>
                    <a:avLst/>
                    <a:gdLst>
                      <a:gd name="csX0" fmla="*/ 0 w 12700"/>
                      <a:gd name="csY0" fmla="*/ 0 h 77977"/>
                      <a:gd name="csX1" fmla="*/ 0 w 12700"/>
                      <a:gd name="csY1" fmla="*/ 77978 h 7797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7977">
                        <a:moveTo>
                          <a:pt x="0" y="0"/>
                        </a:moveTo>
                        <a:lnTo>
                          <a:pt x="0" y="77978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3" name="Freeform 852">
                    <a:extLst>
                      <a:ext uri="{FF2B5EF4-FFF2-40B4-BE49-F238E27FC236}">
                        <a16:creationId xmlns:a16="http://schemas.microsoft.com/office/drawing/2014/main" id="{50EA51AD-3FE0-47FA-FE9B-8CE4DC6220E7}"/>
                      </a:ext>
                    </a:extLst>
                  </p:cNvPr>
                  <p:cNvSpPr/>
                  <p:nvPr/>
                </p:nvSpPr>
                <p:spPr>
                  <a:xfrm>
                    <a:off x="4897736" y="2991116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4" name="Freeform 853">
                    <a:extLst>
                      <a:ext uri="{FF2B5EF4-FFF2-40B4-BE49-F238E27FC236}">
                        <a16:creationId xmlns:a16="http://schemas.microsoft.com/office/drawing/2014/main" id="{6349A35E-135E-95E3-0050-3B01A920BF0A}"/>
                      </a:ext>
                    </a:extLst>
                  </p:cNvPr>
                  <p:cNvSpPr/>
                  <p:nvPr/>
                </p:nvSpPr>
                <p:spPr>
                  <a:xfrm>
                    <a:off x="5030197" y="3006228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5" name="Freeform 854">
                    <a:extLst>
                      <a:ext uri="{FF2B5EF4-FFF2-40B4-BE49-F238E27FC236}">
                        <a16:creationId xmlns:a16="http://schemas.microsoft.com/office/drawing/2014/main" id="{D469410A-41BB-6577-6642-2893164A8C98}"/>
                      </a:ext>
                    </a:extLst>
                  </p:cNvPr>
                  <p:cNvSpPr/>
                  <p:nvPr/>
                </p:nvSpPr>
                <p:spPr>
                  <a:xfrm>
                    <a:off x="5056614" y="3006228"/>
                    <a:ext cx="12700" cy="17652"/>
                  </a:xfrm>
                  <a:custGeom>
                    <a:avLst/>
                    <a:gdLst>
                      <a:gd name="csX0" fmla="*/ 0 w 12700"/>
                      <a:gd name="csY0" fmla="*/ 0 h 17652"/>
                      <a:gd name="csX1" fmla="*/ 0 w 12700"/>
                      <a:gd name="csY1" fmla="*/ 17653 h 176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7652">
                        <a:moveTo>
                          <a:pt x="0" y="0"/>
                        </a:moveTo>
                        <a:lnTo>
                          <a:pt x="0" y="1765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6" name="Freeform 855">
                    <a:extLst>
                      <a:ext uri="{FF2B5EF4-FFF2-40B4-BE49-F238E27FC236}">
                        <a16:creationId xmlns:a16="http://schemas.microsoft.com/office/drawing/2014/main" id="{2955F949-31F2-F16F-8A6A-AAFBA5FE5A8E}"/>
                      </a:ext>
                    </a:extLst>
                  </p:cNvPr>
                  <p:cNvSpPr/>
                  <p:nvPr/>
                </p:nvSpPr>
                <p:spPr>
                  <a:xfrm>
                    <a:off x="5030197" y="3023881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7" name="Freeform 856">
                    <a:extLst>
                      <a:ext uri="{FF2B5EF4-FFF2-40B4-BE49-F238E27FC236}">
                        <a16:creationId xmlns:a16="http://schemas.microsoft.com/office/drawing/2014/main" id="{4807D4BC-6A1E-40BA-4748-6A242F03BE40}"/>
                      </a:ext>
                    </a:extLst>
                  </p:cNvPr>
                  <p:cNvSpPr/>
                  <p:nvPr/>
                </p:nvSpPr>
                <p:spPr>
                  <a:xfrm>
                    <a:off x="5295120" y="2943236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8" name="Freeform 857">
                    <a:extLst>
                      <a:ext uri="{FF2B5EF4-FFF2-40B4-BE49-F238E27FC236}">
                        <a16:creationId xmlns:a16="http://schemas.microsoft.com/office/drawing/2014/main" id="{83D6CB74-D4EB-E59D-75C2-06772878BA68}"/>
                      </a:ext>
                    </a:extLst>
                  </p:cNvPr>
                  <p:cNvSpPr/>
                  <p:nvPr/>
                </p:nvSpPr>
                <p:spPr>
                  <a:xfrm>
                    <a:off x="5321536" y="2943236"/>
                    <a:ext cx="12700" cy="73533"/>
                  </a:xfrm>
                  <a:custGeom>
                    <a:avLst/>
                    <a:gdLst>
                      <a:gd name="csX0" fmla="*/ 0 w 12700"/>
                      <a:gd name="csY0" fmla="*/ 0 h 73533"/>
                      <a:gd name="csX1" fmla="*/ 0 w 12700"/>
                      <a:gd name="csY1" fmla="*/ 73533 h 7353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3533">
                        <a:moveTo>
                          <a:pt x="0" y="0"/>
                        </a:moveTo>
                        <a:lnTo>
                          <a:pt x="0" y="7353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59" name="Freeform 858">
                    <a:extLst>
                      <a:ext uri="{FF2B5EF4-FFF2-40B4-BE49-F238E27FC236}">
                        <a16:creationId xmlns:a16="http://schemas.microsoft.com/office/drawing/2014/main" id="{F8F3A1C9-4469-5619-6697-2563112FF7DA}"/>
                      </a:ext>
                    </a:extLst>
                  </p:cNvPr>
                  <p:cNvSpPr/>
                  <p:nvPr/>
                </p:nvSpPr>
                <p:spPr>
                  <a:xfrm>
                    <a:off x="5295120" y="3016770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0" name="Freeform 859">
                    <a:extLst>
                      <a:ext uri="{FF2B5EF4-FFF2-40B4-BE49-F238E27FC236}">
                        <a16:creationId xmlns:a16="http://schemas.microsoft.com/office/drawing/2014/main" id="{45F8F5E5-5361-C23B-EB67-F4D053652913}"/>
                      </a:ext>
                    </a:extLst>
                  </p:cNvPr>
                  <p:cNvSpPr/>
                  <p:nvPr/>
                </p:nvSpPr>
                <p:spPr>
                  <a:xfrm>
                    <a:off x="5049629" y="29876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1" name="Freeform 860">
                    <a:extLst>
                      <a:ext uri="{FF2B5EF4-FFF2-40B4-BE49-F238E27FC236}">
                        <a16:creationId xmlns:a16="http://schemas.microsoft.com/office/drawing/2014/main" id="{01854EC8-ABD1-9BAA-F325-7F1A8ECB1390}"/>
                      </a:ext>
                    </a:extLst>
                  </p:cNvPr>
                  <p:cNvSpPr/>
                  <p:nvPr/>
                </p:nvSpPr>
                <p:spPr>
                  <a:xfrm>
                    <a:off x="4917676" y="294907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2" name="Freeform 861">
                    <a:extLst>
                      <a:ext uri="{FF2B5EF4-FFF2-40B4-BE49-F238E27FC236}">
                        <a16:creationId xmlns:a16="http://schemas.microsoft.com/office/drawing/2014/main" id="{A288D346-1D85-EA23-024F-13AB1B3F9158}"/>
                      </a:ext>
                    </a:extLst>
                  </p:cNvPr>
                  <p:cNvSpPr/>
                  <p:nvPr/>
                </p:nvSpPr>
                <p:spPr>
                  <a:xfrm>
                    <a:off x="4900531" y="309449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3" name="Freeform 862">
                    <a:extLst>
                      <a:ext uri="{FF2B5EF4-FFF2-40B4-BE49-F238E27FC236}">
                        <a16:creationId xmlns:a16="http://schemas.microsoft.com/office/drawing/2014/main" id="{41004021-F077-EC7B-238A-A9FE1FFA7817}"/>
                      </a:ext>
                    </a:extLst>
                  </p:cNvPr>
                  <p:cNvSpPr/>
                  <p:nvPr/>
                </p:nvSpPr>
                <p:spPr>
                  <a:xfrm>
                    <a:off x="5312265" y="291097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4" name="Freeform 863">
                    <a:extLst>
                      <a:ext uri="{FF2B5EF4-FFF2-40B4-BE49-F238E27FC236}">
                        <a16:creationId xmlns:a16="http://schemas.microsoft.com/office/drawing/2014/main" id="{7E359CB8-FE42-D8B8-6EC9-9AEB1AB5E69E}"/>
                      </a:ext>
                    </a:extLst>
                  </p:cNvPr>
                  <p:cNvSpPr/>
                  <p:nvPr/>
                </p:nvSpPr>
                <p:spPr>
                  <a:xfrm>
                    <a:off x="4777468" y="290513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5" name="Freeform 864">
                    <a:extLst>
                      <a:ext uri="{FF2B5EF4-FFF2-40B4-BE49-F238E27FC236}">
                        <a16:creationId xmlns:a16="http://schemas.microsoft.com/office/drawing/2014/main" id="{5AEC5C46-8FD4-07D1-6351-E242E8E414D3}"/>
                      </a:ext>
                    </a:extLst>
                  </p:cNvPr>
                  <p:cNvSpPr/>
                  <p:nvPr/>
                </p:nvSpPr>
                <p:spPr>
                  <a:xfrm>
                    <a:off x="5304010" y="284227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6" name="Freeform 865">
                    <a:extLst>
                      <a:ext uri="{FF2B5EF4-FFF2-40B4-BE49-F238E27FC236}">
                        <a16:creationId xmlns:a16="http://schemas.microsoft.com/office/drawing/2014/main" id="{997EF266-1E31-1A19-56B7-C6B57E76F732}"/>
                      </a:ext>
                    </a:extLst>
                  </p:cNvPr>
                  <p:cNvSpPr/>
                  <p:nvPr/>
                </p:nvSpPr>
                <p:spPr>
                  <a:xfrm>
                    <a:off x="4780008" y="288189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7" name="Freeform 866">
                    <a:extLst>
                      <a:ext uri="{FF2B5EF4-FFF2-40B4-BE49-F238E27FC236}">
                        <a16:creationId xmlns:a16="http://schemas.microsoft.com/office/drawing/2014/main" id="{6BC7A353-DCF3-B11C-C871-2CCE01BDEA72}"/>
                      </a:ext>
                    </a:extLst>
                  </p:cNvPr>
                  <p:cNvSpPr/>
                  <p:nvPr/>
                </p:nvSpPr>
                <p:spPr>
                  <a:xfrm>
                    <a:off x="5293850" y="29368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8" name="Freeform 867">
                    <a:extLst>
                      <a:ext uri="{FF2B5EF4-FFF2-40B4-BE49-F238E27FC236}">
                        <a16:creationId xmlns:a16="http://schemas.microsoft.com/office/drawing/2014/main" id="{61AB4036-0510-25F7-8109-87D866B5ABBF}"/>
                      </a:ext>
                    </a:extLst>
                  </p:cNvPr>
                  <p:cNvSpPr/>
                  <p:nvPr/>
                </p:nvSpPr>
                <p:spPr>
                  <a:xfrm>
                    <a:off x="4777849" y="29244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69" name="Freeform 868">
                    <a:extLst>
                      <a:ext uri="{FF2B5EF4-FFF2-40B4-BE49-F238E27FC236}">
                        <a16:creationId xmlns:a16="http://schemas.microsoft.com/office/drawing/2014/main" id="{24566D1A-1CED-3F37-06B7-69572714846F}"/>
                      </a:ext>
                    </a:extLst>
                  </p:cNvPr>
                  <p:cNvSpPr/>
                  <p:nvPr/>
                </p:nvSpPr>
                <p:spPr>
                  <a:xfrm>
                    <a:off x="5308963" y="307595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0" name="Freeform 869">
                    <a:extLst>
                      <a:ext uri="{FF2B5EF4-FFF2-40B4-BE49-F238E27FC236}">
                        <a16:creationId xmlns:a16="http://schemas.microsoft.com/office/drawing/2014/main" id="{C4AD1349-1BA2-7997-58FA-9958EC6FF9A4}"/>
                      </a:ext>
                    </a:extLst>
                  </p:cNvPr>
                  <p:cNvSpPr/>
                  <p:nvPr/>
                </p:nvSpPr>
                <p:spPr>
                  <a:xfrm>
                    <a:off x="4772515" y="289243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1" name="Freeform 870">
                    <a:extLst>
                      <a:ext uri="{FF2B5EF4-FFF2-40B4-BE49-F238E27FC236}">
                        <a16:creationId xmlns:a16="http://schemas.microsoft.com/office/drawing/2014/main" id="{F42BCE7D-F9C0-181E-5A13-4991E651533E}"/>
                      </a:ext>
                    </a:extLst>
                  </p:cNvPr>
                  <p:cNvSpPr/>
                  <p:nvPr/>
                </p:nvSpPr>
                <p:spPr>
                  <a:xfrm>
                    <a:off x="5309344" y="294387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2" name="Freeform 871">
                    <a:extLst>
                      <a:ext uri="{FF2B5EF4-FFF2-40B4-BE49-F238E27FC236}">
                        <a16:creationId xmlns:a16="http://schemas.microsoft.com/office/drawing/2014/main" id="{E16C8CD4-1F3A-DF2F-16A1-E35508B2BE89}"/>
                      </a:ext>
                    </a:extLst>
                  </p:cNvPr>
                  <p:cNvSpPr/>
                  <p:nvPr/>
                </p:nvSpPr>
                <p:spPr>
                  <a:xfrm>
                    <a:off x="4785215" y="293434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3" name="Freeform 872">
                    <a:extLst>
                      <a:ext uri="{FF2B5EF4-FFF2-40B4-BE49-F238E27FC236}">
                        <a16:creationId xmlns:a16="http://schemas.microsoft.com/office/drawing/2014/main" id="{73D1104B-E74E-7549-E227-C2C36638F84A}"/>
                      </a:ext>
                    </a:extLst>
                  </p:cNvPr>
                  <p:cNvSpPr/>
                  <p:nvPr/>
                </p:nvSpPr>
                <p:spPr>
                  <a:xfrm>
                    <a:off x="4899642" y="286170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4" name="Freeform 873">
                    <a:extLst>
                      <a:ext uri="{FF2B5EF4-FFF2-40B4-BE49-F238E27FC236}">
                        <a16:creationId xmlns:a16="http://schemas.microsoft.com/office/drawing/2014/main" id="{716AB175-8A21-AF46-46FC-05E78DD45A42}"/>
                      </a:ext>
                    </a:extLst>
                  </p:cNvPr>
                  <p:cNvSpPr/>
                  <p:nvPr/>
                </p:nvSpPr>
                <p:spPr>
                  <a:xfrm>
                    <a:off x="5302486" y="306109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5" name="Freeform 874">
                    <a:extLst>
                      <a:ext uri="{FF2B5EF4-FFF2-40B4-BE49-F238E27FC236}">
                        <a16:creationId xmlns:a16="http://schemas.microsoft.com/office/drawing/2014/main" id="{B0BED86D-1D84-E1D5-C24C-24800CBACE48}"/>
                      </a:ext>
                    </a:extLst>
                  </p:cNvPr>
                  <p:cNvSpPr/>
                  <p:nvPr/>
                </p:nvSpPr>
                <p:spPr>
                  <a:xfrm>
                    <a:off x="4785342" y="290678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6" name="Freeform 875">
                    <a:extLst>
                      <a:ext uri="{FF2B5EF4-FFF2-40B4-BE49-F238E27FC236}">
                        <a16:creationId xmlns:a16="http://schemas.microsoft.com/office/drawing/2014/main" id="{322C739F-8E25-08D9-9A06-0DF05922E45F}"/>
                      </a:ext>
                    </a:extLst>
                  </p:cNvPr>
                  <p:cNvSpPr/>
                  <p:nvPr/>
                </p:nvSpPr>
                <p:spPr>
                  <a:xfrm>
                    <a:off x="5051280" y="300546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7" name="Freeform 876">
                    <a:extLst>
                      <a:ext uri="{FF2B5EF4-FFF2-40B4-BE49-F238E27FC236}">
                        <a16:creationId xmlns:a16="http://schemas.microsoft.com/office/drawing/2014/main" id="{27D601D4-5BC6-F437-6487-55302B04486F}"/>
                      </a:ext>
                    </a:extLst>
                  </p:cNvPr>
                  <p:cNvSpPr/>
                  <p:nvPr/>
                </p:nvSpPr>
                <p:spPr>
                  <a:xfrm>
                    <a:off x="4895959" y="294819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8" name="Freeform 877">
                    <a:extLst>
                      <a:ext uri="{FF2B5EF4-FFF2-40B4-BE49-F238E27FC236}">
                        <a16:creationId xmlns:a16="http://schemas.microsoft.com/office/drawing/2014/main" id="{C5FBAC28-9D17-D343-4637-BD0CE96A4373}"/>
                      </a:ext>
                    </a:extLst>
                  </p:cNvPr>
                  <p:cNvSpPr/>
                  <p:nvPr/>
                </p:nvSpPr>
                <p:spPr>
                  <a:xfrm>
                    <a:off x="4905484" y="282220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79" name="Freeform 878">
                    <a:extLst>
                      <a:ext uri="{FF2B5EF4-FFF2-40B4-BE49-F238E27FC236}">
                        <a16:creationId xmlns:a16="http://schemas.microsoft.com/office/drawing/2014/main" id="{2C4536A3-9089-4CCB-8BA5-AC6D31127C93}"/>
                      </a:ext>
                    </a:extLst>
                  </p:cNvPr>
                  <p:cNvSpPr/>
                  <p:nvPr/>
                </p:nvSpPr>
                <p:spPr>
                  <a:xfrm>
                    <a:off x="5172692" y="296127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80" name="Freeform 879">
                    <a:extLst>
                      <a:ext uri="{FF2B5EF4-FFF2-40B4-BE49-F238E27FC236}">
                        <a16:creationId xmlns:a16="http://schemas.microsoft.com/office/drawing/2014/main" id="{F75A8877-DE9F-771C-1325-EE72FEC980D9}"/>
                      </a:ext>
                    </a:extLst>
                  </p:cNvPr>
                  <p:cNvSpPr/>
                  <p:nvPr/>
                </p:nvSpPr>
                <p:spPr>
                  <a:xfrm>
                    <a:off x="4916787" y="283173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81" name="Freeform 880">
                    <a:extLst>
                      <a:ext uri="{FF2B5EF4-FFF2-40B4-BE49-F238E27FC236}">
                        <a16:creationId xmlns:a16="http://schemas.microsoft.com/office/drawing/2014/main" id="{2DB89E44-E95C-A889-3250-B1F2806B8F35}"/>
                      </a:ext>
                    </a:extLst>
                  </p:cNvPr>
                  <p:cNvSpPr/>
                  <p:nvPr/>
                </p:nvSpPr>
                <p:spPr>
                  <a:xfrm>
                    <a:off x="4896594" y="303086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82" name="TextBox 881">
                    <a:extLst>
                      <a:ext uri="{FF2B5EF4-FFF2-40B4-BE49-F238E27FC236}">
                        <a16:creationId xmlns:a16="http://schemas.microsoft.com/office/drawing/2014/main" id="{575FAD58-965A-89B2-79DF-E85CAC20FE17}"/>
                      </a:ext>
                    </a:extLst>
                  </p:cNvPr>
                  <p:cNvSpPr txBox="1"/>
                  <p:nvPr/>
                </p:nvSpPr>
                <p:spPr>
                  <a:xfrm>
                    <a:off x="4627213" y="2670312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0.107</a:t>
                    </a:r>
                  </a:p>
                </p:txBody>
              </p:sp>
              <p:sp>
                <p:nvSpPr>
                  <p:cNvPr id="883" name="Freeform 882">
                    <a:extLst>
                      <a:ext uri="{FF2B5EF4-FFF2-40B4-BE49-F238E27FC236}">
                        <a16:creationId xmlns:a16="http://schemas.microsoft.com/office/drawing/2014/main" id="{C545F627-D780-F2C7-E6F9-C36B1C17F942}"/>
                      </a:ext>
                    </a:extLst>
                  </p:cNvPr>
                  <p:cNvSpPr/>
                  <p:nvPr/>
                </p:nvSpPr>
                <p:spPr>
                  <a:xfrm>
                    <a:off x="4791692" y="2795028"/>
                    <a:ext cx="119253" cy="12700"/>
                  </a:xfrm>
                  <a:custGeom>
                    <a:avLst/>
                    <a:gdLst>
                      <a:gd name="csX0" fmla="*/ 0 w 119253"/>
                      <a:gd name="csY0" fmla="*/ 0 h 12700"/>
                      <a:gd name="csX1" fmla="*/ 119253 w 119253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19253" h="12700">
                        <a:moveTo>
                          <a:pt x="0" y="0"/>
                        </a:moveTo>
                        <a:lnTo>
                          <a:pt x="119253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84" name="TextBox 883">
                    <a:extLst>
                      <a:ext uri="{FF2B5EF4-FFF2-40B4-BE49-F238E27FC236}">
                        <a16:creationId xmlns:a16="http://schemas.microsoft.com/office/drawing/2014/main" id="{DB172E43-2BCD-F655-D0D9-C7E6FF0F4F87}"/>
                      </a:ext>
                    </a:extLst>
                  </p:cNvPr>
                  <p:cNvSpPr txBox="1"/>
                  <p:nvPr/>
                </p:nvSpPr>
                <p:spPr>
                  <a:xfrm>
                    <a:off x="4912063" y="2663592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0.211</a:t>
                    </a:r>
                  </a:p>
                </p:txBody>
              </p:sp>
              <p:sp>
                <p:nvSpPr>
                  <p:cNvPr id="885" name="Freeform 884">
                    <a:extLst>
                      <a:ext uri="{FF2B5EF4-FFF2-40B4-BE49-F238E27FC236}">
                        <a16:creationId xmlns:a16="http://schemas.microsoft.com/office/drawing/2014/main" id="{BF9FE658-52DD-3B02-40D6-EEFB72F388B5}"/>
                      </a:ext>
                    </a:extLst>
                  </p:cNvPr>
                  <p:cNvSpPr/>
                  <p:nvPr/>
                </p:nvSpPr>
                <p:spPr>
                  <a:xfrm>
                    <a:off x="4937361" y="2795028"/>
                    <a:ext cx="384175" cy="12700"/>
                  </a:xfrm>
                  <a:custGeom>
                    <a:avLst/>
                    <a:gdLst>
                      <a:gd name="csX0" fmla="*/ 0 w 384175"/>
                      <a:gd name="csY0" fmla="*/ 0 h 12700"/>
                      <a:gd name="csX1" fmla="*/ 384175 w 384175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84175" h="12700">
                        <a:moveTo>
                          <a:pt x="0" y="0"/>
                        </a:moveTo>
                        <a:lnTo>
                          <a:pt x="38417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86" name="TextBox 885">
                    <a:extLst>
                      <a:ext uri="{FF2B5EF4-FFF2-40B4-BE49-F238E27FC236}">
                        <a16:creationId xmlns:a16="http://schemas.microsoft.com/office/drawing/2014/main" id="{2283AA7F-5D5A-5F8D-CF2E-D3984BFBEE7C}"/>
                      </a:ext>
                    </a:extLst>
                  </p:cNvPr>
                  <p:cNvSpPr txBox="1"/>
                  <p:nvPr/>
                </p:nvSpPr>
                <p:spPr>
                  <a:xfrm>
                    <a:off x="4879163" y="2509239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887" name="Freeform 886">
                    <a:extLst>
                      <a:ext uri="{FF2B5EF4-FFF2-40B4-BE49-F238E27FC236}">
                        <a16:creationId xmlns:a16="http://schemas.microsoft.com/office/drawing/2014/main" id="{354668F0-5CC0-599B-999C-514033E3B7D6}"/>
                      </a:ext>
                    </a:extLst>
                  </p:cNvPr>
                  <p:cNvSpPr/>
                  <p:nvPr/>
                </p:nvSpPr>
                <p:spPr>
                  <a:xfrm>
                    <a:off x="4791692" y="2682125"/>
                    <a:ext cx="529844" cy="12700"/>
                  </a:xfrm>
                  <a:custGeom>
                    <a:avLst/>
                    <a:gdLst>
                      <a:gd name="csX0" fmla="*/ 0 w 529844"/>
                      <a:gd name="csY0" fmla="*/ 0 h 12700"/>
                      <a:gd name="csX1" fmla="*/ 529844 w 52984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844" h="12700">
                        <a:moveTo>
                          <a:pt x="0" y="0"/>
                        </a:moveTo>
                        <a:lnTo>
                          <a:pt x="52984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888" name="Graphic 591">
                  <a:extLst>
                    <a:ext uri="{FF2B5EF4-FFF2-40B4-BE49-F238E27FC236}">
                      <a16:creationId xmlns:a16="http://schemas.microsoft.com/office/drawing/2014/main" id="{CD687462-03C7-DD0B-4B3C-DA6C31D8EC96}"/>
                    </a:ext>
                  </a:extLst>
                </p:cNvPr>
                <p:cNvGrpSpPr/>
                <p:nvPr/>
              </p:nvGrpSpPr>
              <p:grpSpPr>
                <a:xfrm>
                  <a:off x="4246674" y="2312178"/>
                  <a:ext cx="1325294" cy="1196086"/>
                  <a:chOff x="4246674" y="2312178"/>
                  <a:chExt cx="1325294" cy="1196086"/>
                </a:xfrm>
              </p:grpSpPr>
              <p:sp>
                <p:nvSpPr>
                  <p:cNvPr id="889" name="Freeform 888">
                    <a:extLst>
                      <a:ext uri="{FF2B5EF4-FFF2-40B4-BE49-F238E27FC236}">
                        <a16:creationId xmlns:a16="http://schemas.microsoft.com/office/drawing/2014/main" id="{B6140FB4-5795-A32D-9338-73E06D95EA20}"/>
                      </a:ext>
                    </a:extLst>
                  </p:cNvPr>
                  <p:cNvSpPr/>
                  <p:nvPr/>
                </p:nvSpPr>
                <p:spPr>
                  <a:xfrm>
                    <a:off x="4712189" y="2614434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90" name="TextBox 889">
                    <a:extLst>
                      <a:ext uri="{FF2B5EF4-FFF2-40B4-BE49-F238E27FC236}">
                        <a16:creationId xmlns:a16="http://schemas.microsoft.com/office/drawing/2014/main" id="{116EBE31-390E-461D-45E3-D8222DAD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4306591" y="3184709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0.0%</a:t>
                    </a:r>
                  </a:p>
                </p:txBody>
              </p:sp>
              <p:sp>
                <p:nvSpPr>
                  <p:cNvPr id="891" name="TextBox 890">
                    <a:extLst>
                      <a:ext uri="{FF2B5EF4-FFF2-40B4-BE49-F238E27FC236}">
                        <a16:creationId xmlns:a16="http://schemas.microsoft.com/office/drawing/2014/main" id="{C8802792-D78B-5248-72AC-49C2A2AB4955}"/>
                      </a:ext>
                    </a:extLst>
                  </p:cNvPr>
                  <p:cNvSpPr txBox="1"/>
                  <p:nvPr/>
                </p:nvSpPr>
                <p:spPr>
                  <a:xfrm>
                    <a:off x="4306591" y="3056312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2.5%</a:t>
                    </a:r>
                  </a:p>
                </p:txBody>
              </p:sp>
              <p:sp>
                <p:nvSpPr>
                  <p:cNvPr id="892" name="TextBox 891">
                    <a:extLst>
                      <a:ext uri="{FF2B5EF4-FFF2-40B4-BE49-F238E27FC236}">
                        <a16:creationId xmlns:a16="http://schemas.microsoft.com/office/drawing/2014/main" id="{C7A32830-238B-8AB8-8887-90CF08D46C82}"/>
                      </a:ext>
                    </a:extLst>
                  </p:cNvPr>
                  <p:cNvSpPr txBox="1"/>
                  <p:nvPr/>
                </p:nvSpPr>
                <p:spPr>
                  <a:xfrm>
                    <a:off x="4306591" y="2927915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5.0%</a:t>
                    </a:r>
                  </a:p>
                </p:txBody>
              </p:sp>
              <p:sp>
                <p:nvSpPr>
                  <p:cNvPr id="893" name="TextBox 892">
                    <a:extLst>
                      <a:ext uri="{FF2B5EF4-FFF2-40B4-BE49-F238E27FC236}">
                        <a16:creationId xmlns:a16="http://schemas.microsoft.com/office/drawing/2014/main" id="{6794B332-4FF9-2407-9B43-92B5AD1B4CDC}"/>
                      </a:ext>
                    </a:extLst>
                  </p:cNvPr>
                  <p:cNvSpPr txBox="1"/>
                  <p:nvPr/>
                </p:nvSpPr>
                <p:spPr>
                  <a:xfrm>
                    <a:off x="4306591" y="2799518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7.5%</a:t>
                    </a:r>
                  </a:p>
                </p:txBody>
              </p:sp>
              <p:sp>
                <p:nvSpPr>
                  <p:cNvPr id="894" name="TextBox 893">
                    <a:extLst>
                      <a:ext uri="{FF2B5EF4-FFF2-40B4-BE49-F238E27FC236}">
                        <a16:creationId xmlns:a16="http://schemas.microsoft.com/office/drawing/2014/main" id="{7650048D-A0F8-A5C3-76FB-7C04F1CEE073}"/>
                      </a:ext>
                    </a:extLst>
                  </p:cNvPr>
                  <p:cNvSpPr txBox="1"/>
                  <p:nvPr/>
                </p:nvSpPr>
                <p:spPr>
                  <a:xfrm>
                    <a:off x="4246674" y="2671121"/>
                    <a:ext cx="4889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10.0%</a:t>
                    </a:r>
                  </a:p>
                </p:txBody>
              </p:sp>
              <p:sp>
                <p:nvSpPr>
                  <p:cNvPr id="895" name="TextBox 894">
                    <a:extLst>
                      <a:ext uri="{FF2B5EF4-FFF2-40B4-BE49-F238E27FC236}">
                        <a16:creationId xmlns:a16="http://schemas.microsoft.com/office/drawing/2014/main" id="{B07DA9B4-3653-DDDA-B661-15B66F9824DB}"/>
                      </a:ext>
                    </a:extLst>
                  </p:cNvPr>
                  <p:cNvSpPr txBox="1"/>
                  <p:nvPr/>
                </p:nvSpPr>
                <p:spPr>
                  <a:xfrm>
                    <a:off x="4246674" y="2542724"/>
                    <a:ext cx="4889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12.5%</a:t>
                    </a:r>
                  </a:p>
                </p:txBody>
              </p:sp>
              <p:sp>
                <p:nvSpPr>
                  <p:cNvPr id="896" name="Freeform 895">
                    <a:extLst>
                      <a:ext uri="{FF2B5EF4-FFF2-40B4-BE49-F238E27FC236}">
                        <a16:creationId xmlns:a16="http://schemas.microsoft.com/office/drawing/2014/main" id="{A0B1591A-8163-D27D-72F8-2418353BFEA9}"/>
                      </a:ext>
                    </a:extLst>
                  </p:cNvPr>
                  <p:cNvSpPr/>
                  <p:nvPr/>
                </p:nvSpPr>
                <p:spPr>
                  <a:xfrm>
                    <a:off x="4677392" y="3291598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97" name="Freeform 896">
                    <a:extLst>
                      <a:ext uri="{FF2B5EF4-FFF2-40B4-BE49-F238E27FC236}">
                        <a16:creationId xmlns:a16="http://schemas.microsoft.com/office/drawing/2014/main" id="{840C6F37-B30F-7F27-F85A-8577917D8C5A}"/>
                      </a:ext>
                    </a:extLst>
                  </p:cNvPr>
                  <p:cNvSpPr/>
                  <p:nvPr/>
                </p:nvSpPr>
                <p:spPr>
                  <a:xfrm>
                    <a:off x="4677392" y="3163200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98" name="Freeform 897">
                    <a:extLst>
                      <a:ext uri="{FF2B5EF4-FFF2-40B4-BE49-F238E27FC236}">
                        <a16:creationId xmlns:a16="http://schemas.microsoft.com/office/drawing/2014/main" id="{4F919AC3-B697-3772-8BE3-7BBA475CB214}"/>
                      </a:ext>
                    </a:extLst>
                  </p:cNvPr>
                  <p:cNvSpPr/>
                  <p:nvPr/>
                </p:nvSpPr>
                <p:spPr>
                  <a:xfrm>
                    <a:off x="4677392" y="303480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899" name="Freeform 898">
                    <a:extLst>
                      <a:ext uri="{FF2B5EF4-FFF2-40B4-BE49-F238E27FC236}">
                        <a16:creationId xmlns:a16="http://schemas.microsoft.com/office/drawing/2014/main" id="{D349ED66-FA16-BA65-E5B0-59556F37F970}"/>
                      </a:ext>
                    </a:extLst>
                  </p:cNvPr>
                  <p:cNvSpPr/>
                  <p:nvPr/>
                </p:nvSpPr>
                <p:spPr>
                  <a:xfrm>
                    <a:off x="4677392" y="2906406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0" name="Freeform 899">
                    <a:extLst>
                      <a:ext uri="{FF2B5EF4-FFF2-40B4-BE49-F238E27FC236}">
                        <a16:creationId xmlns:a16="http://schemas.microsoft.com/office/drawing/2014/main" id="{92130CA5-E52F-0011-E959-982C3DC924A2}"/>
                      </a:ext>
                    </a:extLst>
                  </p:cNvPr>
                  <p:cNvSpPr/>
                  <p:nvPr/>
                </p:nvSpPr>
                <p:spPr>
                  <a:xfrm>
                    <a:off x="4677392" y="2778010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1" name="Freeform 900">
                    <a:extLst>
                      <a:ext uri="{FF2B5EF4-FFF2-40B4-BE49-F238E27FC236}">
                        <a16:creationId xmlns:a16="http://schemas.microsoft.com/office/drawing/2014/main" id="{56A079D8-7504-0389-0CAC-07898E0BC4CB}"/>
                      </a:ext>
                    </a:extLst>
                  </p:cNvPr>
                  <p:cNvSpPr/>
                  <p:nvPr/>
                </p:nvSpPr>
                <p:spPr>
                  <a:xfrm>
                    <a:off x="4677392" y="264961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2" name="Freeform 901">
                    <a:extLst>
                      <a:ext uri="{FF2B5EF4-FFF2-40B4-BE49-F238E27FC236}">
                        <a16:creationId xmlns:a16="http://schemas.microsoft.com/office/drawing/2014/main" id="{5C286418-924D-F6F4-1A1B-5F75629D7306}"/>
                      </a:ext>
                    </a:extLst>
                  </p:cNvPr>
                  <p:cNvSpPr/>
                  <p:nvPr/>
                </p:nvSpPr>
                <p:spPr>
                  <a:xfrm>
                    <a:off x="4712189" y="3291598"/>
                    <a:ext cx="688847" cy="12700"/>
                  </a:xfrm>
                  <a:custGeom>
                    <a:avLst/>
                    <a:gdLst>
                      <a:gd name="csX0" fmla="*/ 0 w 688847"/>
                      <a:gd name="csY0" fmla="*/ 0 h 12700"/>
                      <a:gd name="csX1" fmla="*/ 688848 w 68884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88847" h="12700">
                        <a:moveTo>
                          <a:pt x="0" y="0"/>
                        </a:moveTo>
                        <a:lnTo>
                          <a:pt x="688848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3" name="Freeform 902">
                    <a:extLst>
                      <a:ext uri="{FF2B5EF4-FFF2-40B4-BE49-F238E27FC236}">
                        <a16:creationId xmlns:a16="http://schemas.microsoft.com/office/drawing/2014/main" id="{3A66C6E9-5EE2-5C94-D245-EAA11D637297}"/>
                      </a:ext>
                    </a:extLst>
                  </p:cNvPr>
                  <p:cNvSpPr/>
                  <p:nvPr/>
                </p:nvSpPr>
                <p:spPr>
                  <a:xfrm>
                    <a:off x="4791692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4" name="Freeform 903">
                    <a:extLst>
                      <a:ext uri="{FF2B5EF4-FFF2-40B4-BE49-F238E27FC236}">
                        <a16:creationId xmlns:a16="http://schemas.microsoft.com/office/drawing/2014/main" id="{D5CF37B7-3031-DB71-DADF-47B74BCE4EBD}"/>
                      </a:ext>
                    </a:extLst>
                  </p:cNvPr>
                  <p:cNvSpPr/>
                  <p:nvPr/>
                </p:nvSpPr>
                <p:spPr>
                  <a:xfrm>
                    <a:off x="4924153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5" name="Freeform 904">
                    <a:extLst>
                      <a:ext uri="{FF2B5EF4-FFF2-40B4-BE49-F238E27FC236}">
                        <a16:creationId xmlns:a16="http://schemas.microsoft.com/office/drawing/2014/main" id="{0671E54A-1AE7-E27C-81BA-29870C6CFC9F}"/>
                      </a:ext>
                    </a:extLst>
                  </p:cNvPr>
                  <p:cNvSpPr/>
                  <p:nvPr/>
                </p:nvSpPr>
                <p:spPr>
                  <a:xfrm>
                    <a:off x="5056614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6" name="Freeform 905">
                    <a:extLst>
                      <a:ext uri="{FF2B5EF4-FFF2-40B4-BE49-F238E27FC236}">
                        <a16:creationId xmlns:a16="http://schemas.microsoft.com/office/drawing/2014/main" id="{249C1C13-B5FE-9AB6-DD85-0AC2BA4CC6B6}"/>
                      </a:ext>
                    </a:extLst>
                  </p:cNvPr>
                  <p:cNvSpPr/>
                  <p:nvPr/>
                </p:nvSpPr>
                <p:spPr>
                  <a:xfrm>
                    <a:off x="5189075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7" name="Freeform 906">
                    <a:extLst>
                      <a:ext uri="{FF2B5EF4-FFF2-40B4-BE49-F238E27FC236}">
                        <a16:creationId xmlns:a16="http://schemas.microsoft.com/office/drawing/2014/main" id="{2DBEB5D0-7464-2526-0C0B-0132AEAAA6EA}"/>
                      </a:ext>
                    </a:extLst>
                  </p:cNvPr>
                  <p:cNvSpPr/>
                  <p:nvPr/>
                </p:nvSpPr>
                <p:spPr>
                  <a:xfrm>
                    <a:off x="5321536" y="3291598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08" name="TextBox 907">
                    <a:extLst>
                      <a:ext uri="{FF2B5EF4-FFF2-40B4-BE49-F238E27FC236}">
                        <a16:creationId xmlns:a16="http://schemas.microsoft.com/office/drawing/2014/main" id="{86193042-4A1A-97F8-014C-AE3463733942}"/>
                      </a:ext>
                    </a:extLst>
                  </p:cNvPr>
                  <p:cNvSpPr txBox="1"/>
                  <p:nvPr/>
                </p:nvSpPr>
                <p:spPr>
                  <a:xfrm>
                    <a:off x="4651563" y="3287452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909" name="TextBox 908">
                    <a:extLst>
                      <a:ext uri="{FF2B5EF4-FFF2-40B4-BE49-F238E27FC236}">
                        <a16:creationId xmlns:a16="http://schemas.microsoft.com/office/drawing/2014/main" id="{7633045A-F92C-E5DB-CE75-9AAFF15F6787}"/>
                      </a:ext>
                    </a:extLst>
                  </p:cNvPr>
                  <p:cNvSpPr txBox="1"/>
                  <p:nvPr/>
                </p:nvSpPr>
                <p:spPr>
                  <a:xfrm>
                    <a:off x="4812016" y="3287452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910" name="TextBox 909">
                    <a:extLst>
                      <a:ext uri="{FF2B5EF4-FFF2-40B4-BE49-F238E27FC236}">
                        <a16:creationId xmlns:a16="http://schemas.microsoft.com/office/drawing/2014/main" id="{FD6AFDFF-8DF3-68D3-5B35-9B5BCE72B708}"/>
                      </a:ext>
                    </a:extLst>
                  </p:cNvPr>
                  <p:cNvSpPr txBox="1"/>
                  <p:nvPr/>
                </p:nvSpPr>
                <p:spPr>
                  <a:xfrm>
                    <a:off x="4915637" y="3287452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911" name="TextBox 910">
                    <a:extLst>
                      <a:ext uri="{FF2B5EF4-FFF2-40B4-BE49-F238E27FC236}">
                        <a16:creationId xmlns:a16="http://schemas.microsoft.com/office/drawing/2014/main" id="{6043CB55-7340-2DB6-754C-0937D5CBD5F0}"/>
                      </a:ext>
                    </a:extLst>
                  </p:cNvPr>
                  <p:cNvSpPr txBox="1"/>
                  <p:nvPr/>
                </p:nvSpPr>
                <p:spPr>
                  <a:xfrm>
                    <a:off x="5022651" y="3287452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912" name="TextBox 911">
                    <a:extLst>
                      <a:ext uri="{FF2B5EF4-FFF2-40B4-BE49-F238E27FC236}">
                        <a16:creationId xmlns:a16="http://schemas.microsoft.com/office/drawing/2014/main" id="{0FA26053-0830-DDFA-4906-36FE70D4FA8F}"/>
                      </a:ext>
                    </a:extLst>
                  </p:cNvPr>
                  <p:cNvSpPr txBox="1"/>
                  <p:nvPr/>
                </p:nvSpPr>
                <p:spPr>
                  <a:xfrm>
                    <a:off x="5192433" y="3287452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915" name="TextBox 914">
                    <a:extLst>
                      <a:ext uri="{FF2B5EF4-FFF2-40B4-BE49-F238E27FC236}">
                        <a16:creationId xmlns:a16="http://schemas.microsoft.com/office/drawing/2014/main" id="{FDB8613D-7D9A-C987-1C9F-CE00C51C5E7A}"/>
                      </a:ext>
                    </a:extLst>
                  </p:cNvPr>
                  <p:cNvSpPr txBox="1"/>
                  <p:nvPr/>
                </p:nvSpPr>
                <p:spPr>
                  <a:xfrm>
                    <a:off x="4523213" y="2312178"/>
                    <a:ext cx="1048755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3_Spall_GABA</a:t>
                    </a:r>
                  </a:p>
                </p:txBody>
              </p:sp>
            </p:grpSp>
          </p:grpSp>
          <p:grpSp>
            <p:nvGrpSpPr>
              <p:cNvPr id="916" name="Graphic 593">
                <a:extLst>
                  <a:ext uri="{FF2B5EF4-FFF2-40B4-BE49-F238E27FC236}">
                    <a16:creationId xmlns:a16="http://schemas.microsoft.com/office/drawing/2014/main" id="{8D3760F1-A4B2-C355-B622-4FF30C097176}"/>
                  </a:ext>
                </a:extLst>
              </p:cNvPr>
              <p:cNvGrpSpPr/>
              <p:nvPr/>
            </p:nvGrpSpPr>
            <p:grpSpPr>
              <a:xfrm>
                <a:off x="4479477" y="2044085"/>
                <a:ext cx="1228774" cy="1196086"/>
                <a:chOff x="357246" y="3752714"/>
                <a:chExt cx="1228774" cy="1196086"/>
              </a:xfrm>
            </p:grpSpPr>
            <p:grpSp>
              <p:nvGrpSpPr>
                <p:cNvPr id="919" name="Graphic 593">
                  <a:extLst>
                    <a:ext uri="{FF2B5EF4-FFF2-40B4-BE49-F238E27FC236}">
                      <a16:creationId xmlns:a16="http://schemas.microsoft.com/office/drawing/2014/main" id="{A4F49285-A936-5B12-8451-2912ADA36682}"/>
                    </a:ext>
                  </a:extLst>
                </p:cNvPr>
                <p:cNvGrpSpPr/>
                <p:nvPr/>
              </p:nvGrpSpPr>
              <p:grpSpPr>
                <a:xfrm>
                  <a:off x="713436" y="3984632"/>
                  <a:ext cx="801530" cy="747629"/>
                  <a:chOff x="713436" y="3984632"/>
                  <a:chExt cx="801530" cy="747629"/>
                </a:xfrm>
              </p:grpSpPr>
              <p:sp>
                <p:nvSpPr>
                  <p:cNvPr id="920" name="Freeform 919">
                    <a:extLst>
                      <a:ext uri="{FF2B5EF4-FFF2-40B4-BE49-F238E27FC236}">
                        <a16:creationId xmlns:a16="http://schemas.microsoft.com/office/drawing/2014/main" id="{452F9240-DE03-DF07-3601-04EDD53E3879}"/>
                      </a:ext>
                    </a:extLst>
                  </p:cNvPr>
                  <p:cNvSpPr/>
                  <p:nvPr/>
                </p:nvSpPr>
                <p:spPr>
                  <a:xfrm>
                    <a:off x="733027" y="4054970"/>
                    <a:ext cx="781939" cy="677290"/>
                  </a:xfrm>
                  <a:custGeom>
                    <a:avLst/>
                    <a:gdLst>
                      <a:gd name="csX0" fmla="*/ 0 w 781939"/>
                      <a:gd name="csY0" fmla="*/ 0 h 677290"/>
                      <a:gd name="csX1" fmla="*/ 781939 w 781939"/>
                      <a:gd name="csY1" fmla="*/ 0 h 677290"/>
                      <a:gd name="csX2" fmla="*/ 781939 w 781939"/>
                      <a:gd name="csY2" fmla="*/ 677291 h 677290"/>
                      <a:gd name="csX3" fmla="*/ 0 w 781939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81939" h="677290">
                        <a:moveTo>
                          <a:pt x="0" y="0"/>
                        </a:moveTo>
                        <a:lnTo>
                          <a:pt x="781939" y="0"/>
                        </a:lnTo>
                        <a:lnTo>
                          <a:pt x="781939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1" name="Freeform 920">
                    <a:extLst>
                      <a:ext uri="{FF2B5EF4-FFF2-40B4-BE49-F238E27FC236}">
                        <a16:creationId xmlns:a16="http://schemas.microsoft.com/office/drawing/2014/main" id="{8F040537-FF24-5F4E-F0B0-1EE0118E783E}"/>
                      </a:ext>
                    </a:extLst>
                  </p:cNvPr>
                  <p:cNvSpPr/>
                  <p:nvPr/>
                </p:nvSpPr>
                <p:spPr>
                  <a:xfrm>
                    <a:off x="778112" y="4428858"/>
                    <a:ext cx="90170" cy="303276"/>
                  </a:xfrm>
                  <a:custGeom>
                    <a:avLst/>
                    <a:gdLst>
                      <a:gd name="csX0" fmla="*/ 0 w 90170"/>
                      <a:gd name="csY0" fmla="*/ 0 h 303276"/>
                      <a:gd name="csX1" fmla="*/ 90170 w 90170"/>
                      <a:gd name="csY1" fmla="*/ 0 h 303276"/>
                      <a:gd name="csX2" fmla="*/ 90170 w 90170"/>
                      <a:gd name="csY2" fmla="*/ 303276 h 303276"/>
                      <a:gd name="csX3" fmla="*/ 0 w 90170"/>
                      <a:gd name="csY3" fmla="*/ 303276 h 3032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303276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03276"/>
                        </a:lnTo>
                        <a:lnTo>
                          <a:pt x="0" y="303276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2" name="Freeform 921">
                    <a:extLst>
                      <a:ext uri="{FF2B5EF4-FFF2-40B4-BE49-F238E27FC236}">
                        <a16:creationId xmlns:a16="http://schemas.microsoft.com/office/drawing/2014/main" id="{D7EAF1CC-D67F-E541-557C-2B75929163C5}"/>
                      </a:ext>
                    </a:extLst>
                  </p:cNvPr>
                  <p:cNvSpPr/>
                  <p:nvPr/>
                </p:nvSpPr>
                <p:spPr>
                  <a:xfrm>
                    <a:off x="928480" y="4476737"/>
                    <a:ext cx="90170" cy="255397"/>
                  </a:xfrm>
                  <a:custGeom>
                    <a:avLst/>
                    <a:gdLst>
                      <a:gd name="csX0" fmla="*/ 0 w 90170"/>
                      <a:gd name="csY0" fmla="*/ 0 h 255397"/>
                      <a:gd name="csX1" fmla="*/ 90170 w 90170"/>
                      <a:gd name="csY1" fmla="*/ 0 h 255397"/>
                      <a:gd name="csX2" fmla="*/ 90170 w 90170"/>
                      <a:gd name="csY2" fmla="*/ 255397 h 255397"/>
                      <a:gd name="csX3" fmla="*/ 0 w 90170"/>
                      <a:gd name="csY3" fmla="*/ 255397 h 2553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255397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55397"/>
                        </a:lnTo>
                        <a:lnTo>
                          <a:pt x="0" y="255397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3" name="Freeform 922">
                    <a:extLst>
                      <a:ext uri="{FF2B5EF4-FFF2-40B4-BE49-F238E27FC236}">
                        <a16:creationId xmlns:a16="http://schemas.microsoft.com/office/drawing/2014/main" id="{E3C1963A-33E5-429F-858F-CFDDBC22765D}"/>
                      </a:ext>
                    </a:extLst>
                  </p:cNvPr>
                  <p:cNvSpPr/>
                  <p:nvPr/>
                </p:nvSpPr>
                <p:spPr>
                  <a:xfrm>
                    <a:off x="1078848" y="4530712"/>
                    <a:ext cx="90169" cy="201549"/>
                  </a:xfrm>
                  <a:custGeom>
                    <a:avLst/>
                    <a:gdLst>
                      <a:gd name="csX0" fmla="*/ 0 w 90169"/>
                      <a:gd name="csY0" fmla="*/ 0 h 201549"/>
                      <a:gd name="csX1" fmla="*/ 90170 w 90169"/>
                      <a:gd name="csY1" fmla="*/ 0 h 201549"/>
                      <a:gd name="csX2" fmla="*/ 90170 w 90169"/>
                      <a:gd name="csY2" fmla="*/ 201549 h 201549"/>
                      <a:gd name="csX3" fmla="*/ 0 w 90169"/>
                      <a:gd name="csY3" fmla="*/ 201549 h 2015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01549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01549"/>
                        </a:lnTo>
                        <a:lnTo>
                          <a:pt x="0" y="201549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4" name="Freeform 923">
                    <a:extLst>
                      <a:ext uri="{FF2B5EF4-FFF2-40B4-BE49-F238E27FC236}">
                        <a16:creationId xmlns:a16="http://schemas.microsoft.com/office/drawing/2014/main" id="{4B528268-1AD3-5715-434E-F66FA348F87F}"/>
                      </a:ext>
                    </a:extLst>
                  </p:cNvPr>
                  <p:cNvSpPr/>
                  <p:nvPr/>
                </p:nvSpPr>
                <p:spPr>
                  <a:xfrm>
                    <a:off x="1229216" y="4448543"/>
                    <a:ext cx="90169" cy="283591"/>
                  </a:xfrm>
                  <a:custGeom>
                    <a:avLst/>
                    <a:gdLst>
                      <a:gd name="csX0" fmla="*/ 0 w 90169"/>
                      <a:gd name="csY0" fmla="*/ 0 h 283591"/>
                      <a:gd name="csX1" fmla="*/ 90170 w 90169"/>
                      <a:gd name="csY1" fmla="*/ 0 h 283591"/>
                      <a:gd name="csX2" fmla="*/ 90170 w 90169"/>
                      <a:gd name="csY2" fmla="*/ 283591 h 283591"/>
                      <a:gd name="csX3" fmla="*/ 0 w 90169"/>
                      <a:gd name="csY3" fmla="*/ 283591 h 2835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83591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83591"/>
                        </a:lnTo>
                        <a:lnTo>
                          <a:pt x="0" y="283591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5" name="Freeform 924">
                    <a:extLst>
                      <a:ext uri="{FF2B5EF4-FFF2-40B4-BE49-F238E27FC236}">
                        <a16:creationId xmlns:a16="http://schemas.microsoft.com/office/drawing/2014/main" id="{85304705-F51C-E5FA-12E6-46A32CF431E1}"/>
                      </a:ext>
                    </a:extLst>
                  </p:cNvPr>
                  <p:cNvSpPr/>
                  <p:nvPr/>
                </p:nvSpPr>
                <p:spPr>
                  <a:xfrm>
                    <a:off x="1379584" y="4445495"/>
                    <a:ext cx="90169" cy="286765"/>
                  </a:xfrm>
                  <a:custGeom>
                    <a:avLst/>
                    <a:gdLst>
                      <a:gd name="csX0" fmla="*/ 0 w 90169"/>
                      <a:gd name="csY0" fmla="*/ 0 h 286765"/>
                      <a:gd name="csX1" fmla="*/ 90170 w 90169"/>
                      <a:gd name="csY1" fmla="*/ 0 h 286765"/>
                      <a:gd name="csX2" fmla="*/ 90170 w 90169"/>
                      <a:gd name="csY2" fmla="*/ 286766 h 286765"/>
                      <a:gd name="csX3" fmla="*/ 0 w 90169"/>
                      <a:gd name="csY3" fmla="*/ 286766 h 286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86765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86766"/>
                        </a:lnTo>
                        <a:lnTo>
                          <a:pt x="0" y="286766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6" name="Freeform 925">
                    <a:extLst>
                      <a:ext uri="{FF2B5EF4-FFF2-40B4-BE49-F238E27FC236}">
                        <a16:creationId xmlns:a16="http://schemas.microsoft.com/office/drawing/2014/main" id="{3DD07C64-BA2B-F722-3807-2A62A5865440}"/>
                      </a:ext>
                    </a:extLst>
                  </p:cNvPr>
                  <p:cNvSpPr/>
                  <p:nvPr/>
                </p:nvSpPr>
                <p:spPr>
                  <a:xfrm>
                    <a:off x="793097" y="4397489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7" name="Freeform 926">
                    <a:extLst>
                      <a:ext uri="{FF2B5EF4-FFF2-40B4-BE49-F238E27FC236}">
                        <a16:creationId xmlns:a16="http://schemas.microsoft.com/office/drawing/2014/main" id="{3F4259D9-877C-4C49-CC36-864CA16E3748}"/>
                      </a:ext>
                    </a:extLst>
                  </p:cNvPr>
                  <p:cNvSpPr/>
                  <p:nvPr/>
                </p:nvSpPr>
                <p:spPr>
                  <a:xfrm>
                    <a:off x="823197" y="4397489"/>
                    <a:ext cx="12700" cy="62864"/>
                  </a:xfrm>
                  <a:custGeom>
                    <a:avLst/>
                    <a:gdLst>
                      <a:gd name="csX0" fmla="*/ 0 w 12700"/>
                      <a:gd name="csY0" fmla="*/ 0 h 62864"/>
                      <a:gd name="csX1" fmla="*/ 0 w 12700"/>
                      <a:gd name="csY1" fmla="*/ 62865 h 6286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2864">
                        <a:moveTo>
                          <a:pt x="0" y="0"/>
                        </a:moveTo>
                        <a:lnTo>
                          <a:pt x="0" y="6286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8" name="Freeform 927">
                    <a:extLst>
                      <a:ext uri="{FF2B5EF4-FFF2-40B4-BE49-F238E27FC236}">
                        <a16:creationId xmlns:a16="http://schemas.microsoft.com/office/drawing/2014/main" id="{30465822-4991-65F8-B7C1-15BC18AD3135}"/>
                      </a:ext>
                    </a:extLst>
                  </p:cNvPr>
                  <p:cNvSpPr/>
                  <p:nvPr/>
                </p:nvSpPr>
                <p:spPr>
                  <a:xfrm>
                    <a:off x="793097" y="4460353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29" name="Freeform 928">
                    <a:extLst>
                      <a:ext uri="{FF2B5EF4-FFF2-40B4-BE49-F238E27FC236}">
                        <a16:creationId xmlns:a16="http://schemas.microsoft.com/office/drawing/2014/main" id="{4FF1A7FF-2110-6AB3-B6A9-1FCD4961A2AC}"/>
                      </a:ext>
                    </a:extLst>
                  </p:cNvPr>
                  <p:cNvSpPr/>
                  <p:nvPr/>
                </p:nvSpPr>
                <p:spPr>
                  <a:xfrm>
                    <a:off x="943465" y="4427968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0" name="Freeform 929">
                    <a:extLst>
                      <a:ext uri="{FF2B5EF4-FFF2-40B4-BE49-F238E27FC236}">
                        <a16:creationId xmlns:a16="http://schemas.microsoft.com/office/drawing/2014/main" id="{2A09665D-B964-DC35-4832-6646FD066633}"/>
                      </a:ext>
                    </a:extLst>
                  </p:cNvPr>
                  <p:cNvSpPr/>
                  <p:nvPr/>
                </p:nvSpPr>
                <p:spPr>
                  <a:xfrm>
                    <a:off x="973565" y="4427968"/>
                    <a:ext cx="12700" cy="97663"/>
                  </a:xfrm>
                  <a:custGeom>
                    <a:avLst/>
                    <a:gdLst>
                      <a:gd name="csX0" fmla="*/ 0 w 12700"/>
                      <a:gd name="csY0" fmla="*/ 0 h 97663"/>
                      <a:gd name="csX1" fmla="*/ 0 w 12700"/>
                      <a:gd name="csY1" fmla="*/ 97663 h 976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97663">
                        <a:moveTo>
                          <a:pt x="0" y="0"/>
                        </a:moveTo>
                        <a:lnTo>
                          <a:pt x="0" y="9766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1" name="Freeform 930">
                    <a:extLst>
                      <a:ext uri="{FF2B5EF4-FFF2-40B4-BE49-F238E27FC236}">
                        <a16:creationId xmlns:a16="http://schemas.microsoft.com/office/drawing/2014/main" id="{1FBAA5C7-01DF-A82D-3D72-238B7D32913F}"/>
                      </a:ext>
                    </a:extLst>
                  </p:cNvPr>
                  <p:cNvSpPr/>
                  <p:nvPr/>
                </p:nvSpPr>
                <p:spPr>
                  <a:xfrm>
                    <a:off x="943465" y="4525632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2" name="Freeform 931">
                    <a:extLst>
                      <a:ext uri="{FF2B5EF4-FFF2-40B4-BE49-F238E27FC236}">
                        <a16:creationId xmlns:a16="http://schemas.microsoft.com/office/drawing/2014/main" id="{901313F7-2923-F0B0-0FAD-340E60A2CD8D}"/>
                      </a:ext>
                    </a:extLst>
                  </p:cNvPr>
                  <p:cNvSpPr/>
                  <p:nvPr/>
                </p:nvSpPr>
                <p:spPr>
                  <a:xfrm>
                    <a:off x="1093834" y="4528045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3" name="Freeform 932">
                    <a:extLst>
                      <a:ext uri="{FF2B5EF4-FFF2-40B4-BE49-F238E27FC236}">
                        <a16:creationId xmlns:a16="http://schemas.microsoft.com/office/drawing/2014/main" id="{2D5C4169-7B0E-A839-2A23-852302B57125}"/>
                      </a:ext>
                    </a:extLst>
                  </p:cNvPr>
                  <p:cNvSpPr/>
                  <p:nvPr/>
                </p:nvSpPr>
                <p:spPr>
                  <a:xfrm>
                    <a:off x="1123932" y="4528045"/>
                    <a:ext cx="12700" cy="5206"/>
                  </a:xfrm>
                  <a:custGeom>
                    <a:avLst/>
                    <a:gdLst>
                      <a:gd name="csX0" fmla="*/ 0 w 12700"/>
                      <a:gd name="csY0" fmla="*/ 0 h 5206"/>
                      <a:gd name="csX1" fmla="*/ 0 w 12700"/>
                      <a:gd name="csY1" fmla="*/ 5207 h 52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5206">
                        <a:moveTo>
                          <a:pt x="0" y="0"/>
                        </a:moveTo>
                        <a:lnTo>
                          <a:pt x="0" y="520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4" name="Freeform 933">
                    <a:extLst>
                      <a:ext uri="{FF2B5EF4-FFF2-40B4-BE49-F238E27FC236}">
                        <a16:creationId xmlns:a16="http://schemas.microsoft.com/office/drawing/2014/main" id="{AAACD76F-EA6F-43EF-9AAE-A9D21B8A2B59}"/>
                      </a:ext>
                    </a:extLst>
                  </p:cNvPr>
                  <p:cNvSpPr/>
                  <p:nvPr/>
                </p:nvSpPr>
                <p:spPr>
                  <a:xfrm>
                    <a:off x="1093834" y="4533252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5" name="Freeform 934">
                    <a:extLst>
                      <a:ext uri="{FF2B5EF4-FFF2-40B4-BE49-F238E27FC236}">
                        <a16:creationId xmlns:a16="http://schemas.microsoft.com/office/drawing/2014/main" id="{07693AA0-8370-F096-5E0B-141411845AD7}"/>
                      </a:ext>
                    </a:extLst>
                  </p:cNvPr>
                  <p:cNvSpPr/>
                  <p:nvPr/>
                </p:nvSpPr>
                <p:spPr>
                  <a:xfrm>
                    <a:off x="1394570" y="4406886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6" name="Freeform 935">
                    <a:extLst>
                      <a:ext uri="{FF2B5EF4-FFF2-40B4-BE49-F238E27FC236}">
                        <a16:creationId xmlns:a16="http://schemas.microsoft.com/office/drawing/2014/main" id="{F01542BE-C307-8A9F-F360-10AE6A04EAC1}"/>
                      </a:ext>
                    </a:extLst>
                  </p:cNvPr>
                  <p:cNvSpPr/>
                  <p:nvPr/>
                </p:nvSpPr>
                <p:spPr>
                  <a:xfrm>
                    <a:off x="1424668" y="4406886"/>
                    <a:ext cx="12700" cy="77088"/>
                  </a:xfrm>
                  <a:custGeom>
                    <a:avLst/>
                    <a:gdLst>
                      <a:gd name="csX0" fmla="*/ 0 w 12700"/>
                      <a:gd name="csY0" fmla="*/ 0 h 77088"/>
                      <a:gd name="csX1" fmla="*/ 0 w 12700"/>
                      <a:gd name="csY1" fmla="*/ 77089 h 770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7088">
                        <a:moveTo>
                          <a:pt x="0" y="0"/>
                        </a:moveTo>
                        <a:lnTo>
                          <a:pt x="0" y="7708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7" name="Freeform 936">
                    <a:extLst>
                      <a:ext uri="{FF2B5EF4-FFF2-40B4-BE49-F238E27FC236}">
                        <a16:creationId xmlns:a16="http://schemas.microsoft.com/office/drawing/2014/main" id="{00616766-82A9-952A-BE62-6853FCBE1DBB}"/>
                      </a:ext>
                    </a:extLst>
                  </p:cNvPr>
                  <p:cNvSpPr/>
                  <p:nvPr/>
                </p:nvSpPr>
                <p:spPr>
                  <a:xfrm>
                    <a:off x="1394570" y="4483975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8" name="Freeform 937">
                    <a:extLst>
                      <a:ext uri="{FF2B5EF4-FFF2-40B4-BE49-F238E27FC236}">
                        <a16:creationId xmlns:a16="http://schemas.microsoft.com/office/drawing/2014/main" id="{417511F8-742F-2DC9-24D3-20AA3485D086}"/>
                      </a:ext>
                    </a:extLst>
                  </p:cNvPr>
                  <p:cNvSpPr/>
                  <p:nvPr/>
                </p:nvSpPr>
                <p:spPr>
                  <a:xfrm>
                    <a:off x="1118345" y="451039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39" name="Freeform 938">
                    <a:extLst>
                      <a:ext uri="{FF2B5EF4-FFF2-40B4-BE49-F238E27FC236}">
                        <a16:creationId xmlns:a16="http://schemas.microsoft.com/office/drawing/2014/main" id="{EE4A4130-CFFB-E09F-51E2-12864B62F368}"/>
                      </a:ext>
                    </a:extLst>
                  </p:cNvPr>
                  <p:cNvSpPr/>
                  <p:nvPr/>
                </p:nvSpPr>
                <p:spPr>
                  <a:xfrm>
                    <a:off x="968612" y="431938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0" name="Freeform 939">
                    <a:extLst>
                      <a:ext uri="{FF2B5EF4-FFF2-40B4-BE49-F238E27FC236}">
                        <a16:creationId xmlns:a16="http://schemas.microsoft.com/office/drawing/2014/main" id="{DD2455D3-2818-FD6C-268D-6F22C380B651}"/>
                      </a:ext>
                    </a:extLst>
                  </p:cNvPr>
                  <p:cNvSpPr/>
                  <p:nvPr/>
                </p:nvSpPr>
                <p:spPr>
                  <a:xfrm>
                    <a:off x="949054" y="45338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1" name="Freeform 940">
                    <a:extLst>
                      <a:ext uri="{FF2B5EF4-FFF2-40B4-BE49-F238E27FC236}">
                        <a16:creationId xmlns:a16="http://schemas.microsoft.com/office/drawing/2014/main" id="{9FB5110D-6673-FA21-BC6B-005819FD77D6}"/>
                      </a:ext>
                    </a:extLst>
                  </p:cNvPr>
                  <p:cNvSpPr/>
                  <p:nvPr/>
                </p:nvSpPr>
                <p:spPr>
                  <a:xfrm>
                    <a:off x="1416541" y="451432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2" name="Freeform 941">
                    <a:extLst>
                      <a:ext uri="{FF2B5EF4-FFF2-40B4-BE49-F238E27FC236}">
                        <a16:creationId xmlns:a16="http://schemas.microsoft.com/office/drawing/2014/main" id="{D9A95464-9418-0EFE-7C01-1B919D0DCEA4}"/>
                      </a:ext>
                    </a:extLst>
                  </p:cNvPr>
                  <p:cNvSpPr/>
                  <p:nvPr/>
                </p:nvSpPr>
                <p:spPr>
                  <a:xfrm>
                    <a:off x="809354" y="442581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3" name="Freeform 942">
                    <a:extLst>
                      <a:ext uri="{FF2B5EF4-FFF2-40B4-BE49-F238E27FC236}">
                        <a16:creationId xmlns:a16="http://schemas.microsoft.com/office/drawing/2014/main" id="{B00CD001-AF37-54B2-B5C7-56A4DD71C59A}"/>
                      </a:ext>
                    </a:extLst>
                  </p:cNvPr>
                  <p:cNvSpPr/>
                  <p:nvPr/>
                </p:nvSpPr>
                <p:spPr>
                  <a:xfrm>
                    <a:off x="1407143" y="447838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4" name="Freeform 943">
                    <a:extLst>
                      <a:ext uri="{FF2B5EF4-FFF2-40B4-BE49-F238E27FC236}">
                        <a16:creationId xmlns:a16="http://schemas.microsoft.com/office/drawing/2014/main" id="{C32AAAD1-8EAA-1C6C-094C-5B18AD4829AC}"/>
                      </a:ext>
                    </a:extLst>
                  </p:cNvPr>
                  <p:cNvSpPr/>
                  <p:nvPr/>
                </p:nvSpPr>
                <p:spPr>
                  <a:xfrm>
                    <a:off x="812275" y="442682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5" name="Freeform 944">
                    <a:extLst>
                      <a:ext uri="{FF2B5EF4-FFF2-40B4-BE49-F238E27FC236}">
                        <a16:creationId xmlns:a16="http://schemas.microsoft.com/office/drawing/2014/main" id="{42E701FE-33EA-569D-CB80-2C654B6B2BA0}"/>
                      </a:ext>
                    </a:extLst>
                  </p:cNvPr>
                  <p:cNvSpPr/>
                  <p:nvPr/>
                </p:nvSpPr>
                <p:spPr>
                  <a:xfrm>
                    <a:off x="1395586" y="429093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6" name="Freeform 945">
                    <a:extLst>
                      <a:ext uri="{FF2B5EF4-FFF2-40B4-BE49-F238E27FC236}">
                        <a16:creationId xmlns:a16="http://schemas.microsoft.com/office/drawing/2014/main" id="{A69FFBDF-AD2D-6C24-4B43-33A53BECF424}"/>
                      </a:ext>
                    </a:extLst>
                  </p:cNvPr>
                  <p:cNvSpPr/>
                  <p:nvPr/>
                </p:nvSpPr>
                <p:spPr>
                  <a:xfrm>
                    <a:off x="809862" y="440968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7" name="Freeform 946">
                    <a:extLst>
                      <a:ext uri="{FF2B5EF4-FFF2-40B4-BE49-F238E27FC236}">
                        <a16:creationId xmlns:a16="http://schemas.microsoft.com/office/drawing/2014/main" id="{C531BD3B-DFFF-F8A4-27DD-4D95859DC198}"/>
                      </a:ext>
                    </a:extLst>
                  </p:cNvPr>
                  <p:cNvSpPr/>
                  <p:nvPr/>
                </p:nvSpPr>
                <p:spPr>
                  <a:xfrm>
                    <a:off x="1412731" y="440396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8" name="Freeform 947">
                    <a:extLst>
                      <a:ext uri="{FF2B5EF4-FFF2-40B4-BE49-F238E27FC236}">
                        <a16:creationId xmlns:a16="http://schemas.microsoft.com/office/drawing/2014/main" id="{472CBF43-7730-2620-B4DF-0229548459BF}"/>
                      </a:ext>
                    </a:extLst>
                  </p:cNvPr>
                  <p:cNvSpPr/>
                  <p:nvPr/>
                </p:nvSpPr>
                <p:spPr>
                  <a:xfrm>
                    <a:off x="803893" y="445844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49" name="Freeform 948">
                    <a:extLst>
                      <a:ext uri="{FF2B5EF4-FFF2-40B4-BE49-F238E27FC236}">
                        <a16:creationId xmlns:a16="http://schemas.microsoft.com/office/drawing/2014/main" id="{7E03B8F8-CD75-1A95-AC1F-7358A0BAF6B3}"/>
                      </a:ext>
                    </a:extLst>
                  </p:cNvPr>
                  <p:cNvSpPr/>
                  <p:nvPr/>
                </p:nvSpPr>
                <p:spPr>
                  <a:xfrm>
                    <a:off x="1413239" y="452575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0" name="Freeform 949">
                    <a:extLst>
                      <a:ext uri="{FF2B5EF4-FFF2-40B4-BE49-F238E27FC236}">
                        <a16:creationId xmlns:a16="http://schemas.microsoft.com/office/drawing/2014/main" id="{C29C4BF9-3B3F-B12C-0562-E555A2781687}"/>
                      </a:ext>
                    </a:extLst>
                  </p:cNvPr>
                  <p:cNvSpPr/>
                  <p:nvPr/>
                </p:nvSpPr>
                <p:spPr>
                  <a:xfrm>
                    <a:off x="818244" y="448029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1" name="Freeform 950">
                    <a:extLst>
                      <a:ext uri="{FF2B5EF4-FFF2-40B4-BE49-F238E27FC236}">
                        <a16:creationId xmlns:a16="http://schemas.microsoft.com/office/drawing/2014/main" id="{3C682AB5-744B-33C0-A974-D9DD8E2BA19A}"/>
                      </a:ext>
                    </a:extLst>
                  </p:cNvPr>
                  <p:cNvSpPr/>
                  <p:nvPr/>
                </p:nvSpPr>
                <p:spPr>
                  <a:xfrm>
                    <a:off x="948165" y="463243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2" name="Freeform 951">
                    <a:extLst>
                      <a:ext uri="{FF2B5EF4-FFF2-40B4-BE49-F238E27FC236}">
                        <a16:creationId xmlns:a16="http://schemas.microsoft.com/office/drawing/2014/main" id="{2C228EE6-16BF-6704-5DF9-DC7E3DE76718}"/>
                      </a:ext>
                    </a:extLst>
                  </p:cNvPr>
                  <p:cNvSpPr/>
                  <p:nvPr/>
                </p:nvSpPr>
                <p:spPr>
                  <a:xfrm>
                    <a:off x="1405492" y="435126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3" name="Freeform 952">
                    <a:extLst>
                      <a:ext uri="{FF2B5EF4-FFF2-40B4-BE49-F238E27FC236}">
                        <a16:creationId xmlns:a16="http://schemas.microsoft.com/office/drawing/2014/main" id="{4E83B64F-CD00-1DF3-8D0E-43E41D8A4E16}"/>
                      </a:ext>
                    </a:extLst>
                  </p:cNvPr>
                  <p:cNvSpPr/>
                  <p:nvPr/>
                </p:nvSpPr>
                <p:spPr>
                  <a:xfrm>
                    <a:off x="818371" y="426325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4" name="Freeform 953">
                    <a:extLst>
                      <a:ext uri="{FF2B5EF4-FFF2-40B4-BE49-F238E27FC236}">
                        <a16:creationId xmlns:a16="http://schemas.microsoft.com/office/drawing/2014/main" id="{B362111C-83F5-2EED-3020-3F33025D4430}"/>
                      </a:ext>
                    </a:extLst>
                  </p:cNvPr>
                  <p:cNvSpPr/>
                  <p:nvPr/>
                </p:nvSpPr>
                <p:spPr>
                  <a:xfrm>
                    <a:off x="1120250" y="45155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5" name="Freeform 954">
                    <a:extLst>
                      <a:ext uri="{FF2B5EF4-FFF2-40B4-BE49-F238E27FC236}">
                        <a16:creationId xmlns:a16="http://schemas.microsoft.com/office/drawing/2014/main" id="{91A1245E-17E2-4110-03E3-08F2D3CA0F87}"/>
                      </a:ext>
                    </a:extLst>
                  </p:cNvPr>
                  <p:cNvSpPr/>
                  <p:nvPr/>
                </p:nvSpPr>
                <p:spPr>
                  <a:xfrm>
                    <a:off x="943974" y="433627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6" name="Freeform 955">
                    <a:extLst>
                      <a:ext uri="{FF2B5EF4-FFF2-40B4-BE49-F238E27FC236}">
                        <a16:creationId xmlns:a16="http://schemas.microsoft.com/office/drawing/2014/main" id="{1494B52B-338B-3B1D-5D81-A68172A41600}"/>
                      </a:ext>
                    </a:extLst>
                  </p:cNvPr>
                  <p:cNvSpPr/>
                  <p:nvPr/>
                </p:nvSpPr>
                <p:spPr>
                  <a:xfrm>
                    <a:off x="1255505" y="443038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7" name="Freeform 956">
                    <a:extLst>
                      <a:ext uri="{FF2B5EF4-FFF2-40B4-BE49-F238E27FC236}">
                        <a16:creationId xmlns:a16="http://schemas.microsoft.com/office/drawing/2014/main" id="{A0DDA10E-6321-E11D-C745-BE56B1E166E3}"/>
                      </a:ext>
                    </a:extLst>
                  </p:cNvPr>
                  <p:cNvSpPr/>
                  <p:nvPr/>
                </p:nvSpPr>
                <p:spPr>
                  <a:xfrm>
                    <a:off x="957309" y="443673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8" name="Freeform 957">
                    <a:extLst>
                      <a:ext uri="{FF2B5EF4-FFF2-40B4-BE49-F238E27FC236}">
                        <a16:creationId xmlns:a16="http://schemas.microsoft.com/office/drawing/2014/main" id="{E3A5899E-7FB7-646A-9BCC-C6B561D3F98D}"/>
                      </a:ext>
                    </a:extLst>
                  </p:cNvPr>
                  <p:cNvSpPr/>
                  <p:nvPr/>
                </p:nvSpPr>
                <p:spPr>
                  <a:xfrm>
                    <a:off x="967723" y="449299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59" name="TextBox 958">
                    <a:extLst>
                      <a:ext uri="{FF2B5EF4-FFF2-40B4-BE49-F238E27FC236}">
                        <a16:creationId xmlns:a16="http://schemas.microsoft.com/office/drawing/2014/main" id="{30F9CCB8-FD9C-E101-306C-9A63D3F0BCEB}"/>
                      </a:ext>
                    </a:extLst>
                  </p:cNvPr>
                  <p:cNvSpPr txBox="1"/>
                  <p:nvPr/>
                </p:nvSpPr>
                <p:spPr>
                  <a:xfrm>
                    <a:off x="713436" y="4062678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960" name="Freeform 959">
                    <a:extLst>
                      <a:ext uri="{FF2B5EF4-FFF2-40B4-BE49-F238E27FC236}">
                        <a16:creationId xmlns:a16="http://schemas.microsoft.com/office/drawing/2014/main" id="{E240F120-CF8F-D167-3678-B8A3C5D4D864}"/>
                      </a:ext>
                    </a:extLst>
                  </p:cNvPr>
                  <p:cNvSpPr/>
                  <p:nvPr/>
                </p:nvSpPr>
                <p:spPr>
                  <a:xfrm>
                    <a:off x="823197" y="4235564"/>
                    <a:ext cx="135254" cy="12700"/>
                  </a:xfrm>
                  <a:custGeom>
                    <a:avLst/>
                    <a:gdLst>
                      <a:gd name="csX0" fmla="*/ 0 w 135254"/>
                      <a:gd name="csY0" fmla="*/ 0 h 12700"/>
                      <a:gd name="csX1" fmla="*/ 135255 w 13525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35254" h="12700">
                        <a:moveTo>
                          <a:pt x="0" y="0"/>
                        </a:moveTo>
                        <a:lnTo>
                          <a:pt x="13525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61" name="TextBox 960">
                    <a:extLst>
                      <a:ext uri="{FF2B5EF4-FFF2-40B4-BE49-F238E27FC236}">
                        <a16:creationId xmlns:a16="http://schemas.microsoft.com/office/drawing/2014/main" id="{36E11660-5CF0-1D95-5413-DA498A70C424}"/>
                      </a:ext>
                    </a:extLst>
                  </p:cNvPr>
                  <p:cNvSpPr txBox="1"/>
                  <p:nvPr/>
                </p:nvSpPr>
                <p:spPr>
                  <a:xfrm>
                    <a:off x="1029159" y="4062678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962" name="Freeform 961">
                    <a:extLst>
                      <a:ext uri="{FF2B5EF4-FFF2-40B4-BE49-F238E27FC236}">
                        <a16:creationId xmlns:a16="http://schemas.microsoft.com/office/drawing/2014/main" id="{C9C91BAF-5142-5579-D955-B9697506834E}"/>
                      </a:ext>
                    </a:extLst>
                  </p:cNvPr>
                  <p:cNvSpPr/>
                  <p:nvPr/>
                </p:nvSpPr>
                <p:spPr>
                  <a:xfrm>
                    <a:off x="988551" y="4235564"/>
                    <a:ext cx="436118" cy="12700"/>
                  </a:xfrm>
                  <a:custGeom>
                    <a:avLst/>
                    <a:gdLst>
                      <a:gd name="csX0" fmla="*/ 0 w 436118"/>
                      <a:gd name="csY0" fmla="*/ 0 h 12700"/>
                      <a:gd name="csX1" fmla="*/ 436118 w 43611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36118" h="12700">
                        <a:moveTo>
                          <a:pt x="0" y="0"/>
                        </a:moveTo>
                        <a:lnTo>
                          <a:pt x="436118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63" name="TextBox 962">
                    <a:extLst>
                      <a:ext uri="{FF2B5EF4-FFF2-40B4-BE49-F238E27FC236}">
                        <a16:creationId xmlns:a16="http://schemas.microsoft.com/office/drawing/2014/main" id="{FC7713A8-9C01-2D60-FDCC-76C8873960FE}"/>
                      </a:ext>
                    </a:extLst>
                  </p:cNvPr>
                  <p:cNvSpPr txBox="1"/>
                  <p:nvPr/>
                </p:nvSpPr>
                <p:spPr>
                  <a:xfrm>
                    <a:off x="893044" y="3984632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0.799</a:t>
                    </a:r>
                  </a:p>
                </p:txBody>
              </p:sp>
              <p:sp>
                <p:nvSpPr>
                  <p:cNvPr id="964" name="Freeform 963">
                    <a:extLst>
                      <a:ext uri="{FF2B5EF4-FFF2-40B4-BE49-F238E27FC236}">
                        <a16:creationId xmlns:a16="http://schemas.microsoft.com/office/drawing/2014/main" id="{F67E496B-A39B-A48B-055D-5ACEA0749F5D}"/>
                      </a:ext>
                    </a:extLst>
                  </p:cNvPr>
                  <p:cNvSpPr/>
                  <p:nvPr/>
                </p:nvSpPr>
                <p:spPr>
                  <a:xfrm>
                    <a:off x="823197" y="4122661"/>
                    <a:ext cx="601472" cy="12700"/>
                  </a:xfrm>
                  <a:custGeom>
                    <a:avLst/>
                    <a:gdLst>
                      <a:gd name="csX0" fmla="*/ 0 w 601472"/>
                      <a:gd name="csY0" fmla="*/ 0 h 12700"/>
                      <a:gd name="csX1" fmla="*/ 601472 w 60147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472" h="12700">
                        <a:moveTo>
                          <a:pt x="0" y="0"/>
                        </a:moveTo>
                        <a:lnTo>
                          <a:pt x="60147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965" name="Graphic 593">
                  <a:extLst>
                    <a:ext uri="{FF2B5EF4-FFF2-40B4-BE49-F238E27FC236}">
                      <a16:creationId xmlns:a16="http://schemas.microsoft.com/office/drawing/2014/main" id="{3AD0A8C5-9163-D91F-8A42-50B9F222E691}"/>
                    </a:ext>
                  </a:extLst>
                </p:cNvPr>
                <p:cNvGrpSpPr/>
                <p:nvPr/>
              </p:nvGrpSpPr>
              <p:grpSpPr>
                <a:xfrm>
                  <a:off x="357246" y="3752714"/>
                  <a:ext cx="1228774" cy="1196086"/>
                  <a:chOff x="357246" y="3752714"/>
                  <a:chExt cx="1228774" cy="1196086"/>
                </a:xfrm>
              </p:grpSpPr>
              <p:sp>
                <p:nvSpPr>
                  <p:cNvPr id="966" name="Freeform 965">
                    <a:extLst>
                      <a:ext uri="{FF2B5EF4-FFF2-40B4-BE49-F238E27FC236}">
                        <a16:creationId xmlns:a16="http://schemas.microsoft.com/office/drawing/2014/main" id="{03F0B895-11DA-631B-2D06-EAD5A69A1191}"/>
                      </a:ext>
                    </a:extLst>
                  </p:cNvPr>
                  <p:cNvSpPr/>
                  <p:nvPr/>
                </p:nvSpPr>
                <p:spPr>
                  <a:xfrm>
                    <a:off x="733026" y="4054970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67" name="TextBox 966">
                    <a:extLst>
                      <a:ext uri="{FF2B5EF4-FFF2-40B4-BE49-F238E27FC236}">
                        <a16:creationId xmlns:a16="http://schemas.microsoft.com/office/drawing/2014/main" id="{E3456528-3B1F-C3DD-6E0A-A1B4BA0BCE45}"/>
                      </a:ext>
                    </a:extLst>
                  </p:cNvPr>
                  <p:cNvSpPr txBox="1"/>
                  <p:nvPr/>
                </p:nvSpPr>
                <p:spPr>
                  <a:xfrm>
                    <a:off x="417163" y="4625245"/>
                    <a:ext cx="34472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968" name="TextBox 967">
                    <a:extLst>
                      <a:ext uri="{FF2B5EF4-FFF2-40B4-BE49-F238E27FC236}">
                        <a16:creationId xmlns:a16="http://schemas.microsoft.com/office/drawing/2014/main" id="{550645B4-05AB-645F-A584-C7F84F22826F}"/>
                      </a:ext>
                    </a:extLst>
                  </p:cNvPr>
                  <p:cNvSpPr txBox="1"/>
                  <p:nvPr/>
                </p:nvSpPr>
                <p:spPr>
                  <a:xfrm>
                    <a:off x="417163" y="4377595"/>
                    <a:ext cx="34472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5%</a:t>
                    </a:r>
                  </a:p>
                </p:txBody>
              </p:sp>
              <p:sp>
                <p:nvSpPr>
                  <p:cNvPr id="969" name="TextBox 968">
                    <a:extLst>
                      <a:ext uri="{FF2B5EF4-FFF2-40B4-BE49-F238E27FC236}">
                        <a16:creationId xmlns:a16="http://schemas.microsoft.com/office/drawing/2014/main" id="{C9A88949-9198-D11B-792F-1BF7C6D431F5}"/>
                      </a:ext>
                    </a:extLst>
                  </p:cNvPr>
                  <p:cNvSpPr txBox="1"/>
                  <p:nvPr/>
                </p:nvSpPr>
                <p:spPr>
                  <a:xfrm>
                    <a:off x="357246" y="4129818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10%</a:t>
                    </a:r>
                  </a:p>
                </p:txBody>
              </p:sp>
              <p:sp>
                <p:nvSpPr>
                  <p:cNvPr id="970" name="Freeform 969">
                    <a:extLst>
                      <a:ext uri="{FF2B5EF4-FFF2-40B4-BE49-F238E27FC236}">
                        <a16:creationId xmlns:a16="http://schemas.microsoft.com/office/drawing/2014/main" id="{8AC8D9FD-B78F-CDA5-D135-77DBF39EB707}"/>
                      </a:ext>
                    </a:extLst>
                  </p:cNvPr>
                  <p:cNvSpPr/>
                  <p:nvPr/>
                </p:nvSpPr>
                <p:spPr>
                  <a:xfrm>
                    <a:off x="698229" y="473213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1" name="Freeform 970">
                    <a:extLst>
                      <a:ext uri="{FF2B5EF4-FFF2-40B4-BE49-F238E27FC236}">
                        <a16:creationId xmlns:a16="http://schemas.microsoft.com/office/drawing/2014/main" id="{975DF397-A3B6-992F-CDEC-31E3B9C3CA57}"/>
                      </a:ext>
                    </a:extLst>
                  </p:cNvPr>
                  <p:cNvSpPr/>
                  <p:nvPr/>
                </p:nvSpPr>
                <p:spPr>
                  <a:xfrm>
                    <a:off x="698229" y="448448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2" name="Freeform 971">
                    <a:extLst>
                      <a:ext uri="{FF2B5EF4-FFF2-40B4-BE49-F238E27FC236}">
                        <a16:creationId xmlns:a16="http://schemas.microsoft.com/office/drawing/2014/main" id="{94EA0E98-4603-875F-97B8-CF53577DF4A5}"/>
                      </a:ext>
                    </a:extLst>
                  </p:cNvPr>
                  <p:cNvSpPr/>
                  <p:nvPr/>
                </p:nvSpPr>
                <p:spPr>
                  <a:xfrm>
                    <a:off x="698229" y="4236707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3" name="Freeform 972">
                    <a:extLst>
                      <a:ext uri="{FF2B5EF4-FFF2-40B4-BE49-F238E27FC236}">
                        <a16:creationId xmlns:a16="http://schemas.microsoft.com/office/drawing/2014/main" id="{AF303A24-0C81-26FC-FE90-0E6A53BADA7D}"/>
                      </a:ext>
                    </a:extLst>
                  </p:cNvPr>
                  <p:cNvSpPr/>
                  <p:nvPr/>
                </p:nvSpPr>
                <p:spPr>
                  <a:xfrm>
                    <a:off x="733026" y="4732134"/>
                    <a:ext cx="781811" cy="12700"/>
                  </a:xfrm>
                  <a:custGeom>
                    <a:avLst/>
                    <a:gdLst>
                      <a:gd name="csX0" fmla="*/ 0 w 781811"/>
                      <a:gd name="csY0" fmla="*/ 0 h 12700"/>
                      <a:gd name="csX1" fmla="*/ 781812 w 78181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81811" h="12700">
                        <a:moveTo>
                          <a:pt x="0" y="0"/>
                        </a:moveTo>
                        <a:lnTo>
                          <a:pt x="78181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4" name="Freeform 973">
                    <a:extLst>
                      <a:ext uri="{FF2B5EF4-FFF2-40B4-BE49-F238E27FC236}">
                        <a16:creationId xmlns:a16="http://schemas.microsoft.com/office/drawing/2014/main" id="{6BB25B2F-4B66-0625-9645-1974991C3225}"/>
                      </a:ext>
                    </a:extLst>
                  </p:cNvPr>
                  <p:cNvSpPr/>
                  <p:nvPr/>
                </p:nvSpPr>
                <p:spPr>
                  <a:xfrm>
                    <a:off x="823197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5" name="Freeform 974">
                    <a:extLst>
                      <a:ext uri="{FF2B5EF4-FFF2-40B4-BE49-F238E27FC236}">
                        <a16:creationId xmlns:a16="http://schemas.microsoft.com/office/drawing/2014/main" id="{06F0B3F4-A350-57AC-6C18-BE08127FDC71}"/>
                      </a:ext>
                    </a:extLst>
                  </p:cNvPr>
                  <p:cNvSpPr/>
                  <p:nvPr/>
                </p:nvSpPr>
                <p:spPr>
                  <a:xfrm>
                    <a:off x="973565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6" name="Freeform 975">
                    <a:extLst>
                      <a:ext uri="{FF2B5EF4-FFF2-40B4-BE49-F238E27FC236}">
                        <a16:creationId xmlns:a16="http://schemas.microsoft.com/office/drawing/2014/main" id="{34080D90-EC73-2C57-F98E-E73EDA4C458E}"/>
                      </a:ext>
                    </a:extLst>
                  </p:cNvPr>
                  <p:cNvSpPr/>
                  <p:nvPr/>
                </p:nvSpPr>
                <p:spPr>
                  <a:xfrm>
                    <a:off x="1123932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7" name="Freeform 976">
                    <a:extLst>
                      <a:ext uri="{FF2B5EF4-FFF2-40B4-BE49-F238E27FC236}">
                        <a16:creationId xmlns:a16="http://schemas.microsoft.com/office/drawing/2014/main" id="{017E92ED-3C92-A306-F9F9-2BEA8B9774DF}"/>
                      </a:ext>
                    </a:extLst>
                  </p:cNvPr>
                  <p:cNvSpPr/>
                  <p:nvPr/>
                </p:nvSpPr>
                <p:spPr>
                  <a:xfrm>
                    <a:off x="1274301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8" name="Freeform 977">
                    <a:extLst>
                      <a:ext uri="{FF2B5EF4-FFF2-40B4-BE49-F238E27FC236}">
                        <a16:creationId xmlns:a16="http://schemas.microsoft.com/office/drawing/2014/main" id="{DA64230A-8ABC-1005-1DFD-16BB3BD2FDB7}"/>
                      </a:ext>
                    </a:extLst>
                  </p:cNvPr>
                  <p:cNvSpPr/>
                  <p:nvPr/>
                </p:nvSpPr>
                <p:spPr>
                  <a:xfrm>
                    <a:off x="1424668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79" name="TextBox 978">
                    <a:extLst>
                      <a:ext uri="{FF2B5EF4-FFF2-40B4-BE49-F238E27FC236}">
                        <a16:creationId xmlns:a16="http://schemas.microsoft.com/office/drawing/2014/main" id="{652BDE44-9C09-051E-5E59-B517E35D16DE}"/>
                      </a:ext>
                    </a:extLst>
                  </p:cNvPr>
                  <p:cNvSpPr txBox="1"/>
                  <p:nvPr/>
                </p:nvSpPr>
                <p:spPr>
                  <a:xfrm>
                    <a:off x="683068" y="4727988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980" name="TextBox 979">
                    <a:extLst>
                      <a:ext uri="{FF2B5EF4-FFF2-40B4-BE49-F238E27FC236}">
                        <a16:creationId xmlns:a16="http://schemas.microsoft.com/office/drawing/2014/main" id="{2FEC467A-C57E-4D64-A6A8-176DF4578643}"/>
                      </a:ext>
                    </a:extLst>
                  </p:cNvPr>
                  <p:cNvSpPr txBox="1"/>
                  <p:nvPr/>
                </p:nvSpPr>
                <p:spPr>
                  <a:xfrm>
                    <a:off x="861428" y="4727988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981" name="TextBox 980">
                    <a:extLst>
                      <a:ext uri="{FF2B5EF4-FFF2-40B4-BE49-F238E27FC236}">
                        <a16:creationId xmlns:a16="http://schemas.microsoft.com/office/drawing/2014/main" id="{42DEE2B4-8274-FD24-941E-130B06BC46BD}"/>
                      </a:ext>
                    </a:extLst>
                  </p:cNvPr>
                  <p:cNvSpPr txBox="1"/>
                  <p:nvPr/>
                </p:nvSpPr>
                <p:spPr>
                  <a:xfrm>
                    <a:off x="982956" y="4727988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982" name="TextBox 981">
                    <a:extLst>
                      <a:ext uri="{FF2B5EF4-FFF2-40B4-BE49-F238E27FC236}">
                        <a16:creationId xmlns:a16="http://schemas.microsoft.com/office/drawing/2014/main" id="{A1575E93-74BF-79FA-8CF3-03778015F915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876" y="4727988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983" name="TextBox 982">
                    <a:extLst>
                      <a:ext uri="{FF2B5EF4-FFF2-40B4-BE49-F238E27FC236}">
                        <a16:creationId xmlns:a16="http://schemas.microsoft.com/office/drawing/2014/main" id="{785CFDFB-E61E-CE6A-7B70-48D468FD441E}"/>
                      </a:ext>
                    </a:extLst>
                  </p:cNvPr>
                  <p:cNvSpPr txBox="1"/>
                  <p:nvPr/>
                </p:nvSpPr>
                <p:spPr>
                  <a:xfrm>
                    <a:off x="1295567" y="4727988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986" name="TextBox 985">
                    <a:extLst>
                      <a:ext uri="{FF2B5EF4-FFF2-40B4-BE49-F238E27FC236}">
                        <a16:creationId xmlns:a16="http://schemas.microsoft.com/office/drawing/2014/main" id="{4B2D7052-E8BB-FB11-DDFD-6185D5420B20}"/>
                      </a:ext>
                    </a:extLst>
                  </p:cNvPr>
                  <p:cNvSpPr txBox="1"/>
                  <p:nvPr/>
                </p:nvSpPr>
                <p:spPr>
                  <a:xfrm>
                    <a:off x="550836" y="3752714"/>
                    <a:ext cx="1035184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4_TGN_GABA</a:t>
                    </a:r>
                  </a:p>
                </p:txBody>
              </p:sp>
            </p:grpSp>
          </p:grpSp>
          <p:grpSp>
            <p:nvGrpSpPr>
              <p:cNvPr id="987" name="Graphic 595">
                <a:extLst>
                  <a:ext uri="{FF2B5EF4-FFF2-40B4-BE49-F238E27FC236}">
                    <a16:creationId xmlns:a16="http://schemas.microsoft.com/office/drawing/2014/main" id="{B678BCB6-5F9E-6118-5237-9A4DC662F5DB}"/>
                  </a:ext>
                </a:extLst>
              </p:cNvPr>
              <p:cNvGrpSpPr/>
              <p:nvPr/>
            </p:nvGrpSpPr>
            <p:grpSpPr>
              <a:xfrm>
                <a:off x="5580260" y="2047292"/>
                <a:ext cx="1191469" cy="1196086"/>
                <a:chOff x="1663599" y="3752714"/>
                <a:chExt cx="1191469" cy="1196086"/>
              </a:xfrm>
            </p:grpSpPr>
            <p:grpSp>
              <p:nvGrpSpPr>
                <p:cNvPr id="990" name="Graphic 595">
                  <a:extLst>
                    <a:ext uri="{FF2B5EF4-FFF2-40B4-BE49-F238E27FC236}">
                      <a16:creationId xmlns:a16="http://schemas.microsoft.com/office/drawing/2014/main" id="{C81BAB68-23AF-598B-432D-C7B59BA7B4BE}"/>
                    </a:ext>
                  </a:extLst>
                </p:cNvPr>
                <p:cNvGrpSpPr/>
                <p:nvPr/>
              </p:nvGrpSpPr>
              <p:grpSpPr>
                <a:xfrm>
                  <a:off x="1979335" y="3949775"/>
                  <a:ext cx="844041" cy="793408"/>
                  <a:chOff x="1979335" y="3949775"/>
                  <a:chExt cx="844041" cy="793408"/>
                </a:xfrm>
              </p:grpSpPr>
              <p:sp>
                <p:nvSpPr>
                  <p:cNvPr id="991" name="Freeform 990">
                    <a:extLst>
                      <a:ext uri="{FF2B5EF4-FFF2-40B4-BE49-F238E27FC236}">
                        <a16:creationId xmlns:a16="http://schemas.microsoft.com/office/drawing/2014/main" id="{843C29E3-DEF3-5533-3DC2-09E72E094A47}"/>
                      </a:ext>
                    </a:extLst>
                  </p:cNvPr>
                  <p:cNvSpPr/>
                  <p:nvPr/>
                </p:nvSpPr>
                <p:spPr>
                  <a:xfrm>
                    <a:off x="1979335" y="4054970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2" name="Freeform 991">
                    <a:extLst>
                      <a:ext uri="{FF2B5EF4-FFF2-40B4-BE49-F238E27FC236}">
                        <a16:creationId xmlns:a16="http://schemas.microsoft.com/office/drawing/2014/main" id="{A287D93F-E8A4-9001-DAE7-0CE7E76E19DA}"/>
                      </a:ext>
                    </a:extLst>
                  </p:cNvPr>
                  <p:cNvSpPr/>
                  <p:nvPr/>
                </p:nvSpPr>
                <p:spPr>
                  <a:xfrm>
                    <a:off x="2028103" y="4513948"/>
                    <a:ext cx="97409" cy="218186"/>
                  </a:xfrm>
                  <a:custGeom>
                    <a:avLst/>
                    <a:gdLst>
                      <a:gd name="csX0" fmla="*/ 0 w 97409"/>
                      <a:gd name="csY0" fmla="*/ 0 h 218186"/>
                      <a:gd name="csX1" fmla="*/ 97409 w 97409"/>
                      <a:gd name="csY1" fmla="*/ 0 h 218186"/>
                      <a:gd name="csX2" fmla="*/ 97409 w 97409"/>
                      <a:gd name="csY2" fmla="*/ 218186 h 218186"/>
                      <a:gd name="csX3" fmla="*/ 0 w 97409"/>
                      <a:gd name="csY3" fmla="*/ 218186 h 21818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18186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18186"/>
                        </a:lnTo>
                        <a:lnTo>
                          <a:pt x="0" y="218186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3" name="Freeform 992">
                    <a:extLst>
                      <a:ext uri="{FF2B5EF4-FFF2-40B4-BE49-F238E27FC236}">
                        <a16:creationId xmlns:a16="http://schemas.microsoft.com/office/drawing/2014/main" id="{0130A997-F3A1-A9C2-50A7-966274CA1FF4}"/>
                      </a:ext>
                    </a:extLst>
                  </p:cNvPr>
                  <p:cNvSpPr/>
                  <p:nvPr/>
                </p:nvSpPr>
                <p:spPr>
                  <a:xfrm>
                    <a:off x="2190409" y="4561065"/>
                    <a:ext cx="97409" cy="171069"/>
                  </a:xfrm>
                  <a:custGeom>
                    <a:avLst/>
                    <a:gdLst>
                      <a:gd name="csX0" fmla="*/ 0 w 97409"/>
                      <a:gd name="csY0" fmla="*/ 0 h 171069"/>
                      <a:gd name="csX1" fmla="*/ 97409 w 97409"/>
                      <a:gd name="csY1" fmla="*/ 0 h 171069"/>
                      <a:gd name="csX2" fmla="*/ 97409 w 97409"/>
                      <a:gd name="csY2" fmla="*/ 171069 h 171069"/>
                      <a:gd name="csX3" fmla="*/ 0 w 97409"/>
                      <a:gd name="csY3" fmla="*/ 171069 h 1710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171069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171069"/>
                        </a:lnTo>
                        <a:lnTo>
                          <a:pt x="0" y="171069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4" name="Freeform 993">
                    <a:extLst>
                      <a:ext uri="{FF2B5EF4-FFF2-40B4-BE49-F238E27FC236}">
                        <a16:creationId xmlns:a16="http://schemas.microsoft.com/office/drawing/2014/main" id="{99BB7BCB-59FD-364E-DEDF-FB1D8662891B}"/>
                      </a:ext>
                    </a:extLst>
                  </p:cNvPr>
                  <p:cNvSpPr/>
                  <p:nvPr/>
                </p:nvSpPr>
                <p:spPr>
                  <a:xfrm>
                    <a:off x="2352715" y="4499470"/>
                    <a:ext cx="97409" cy="232664"/>
                  </a:xfrm>
                  <a:custGeom>
                    <a:avLst/>
                    <a:gdLst>
                      <a:gd name="csX0" fmla="*/ 0 w 97409"/>
                      <a:gd name="csY0" fmla="*/ 0 h 232664"/>
                      <a:gd name="csX1" fmla="*/ 97409 w 97409"/>
                      <a:gd name="csY1" fmla="*/ 0 h 232664"/>
                      <a:gd name="csX2" fmla="*/ 97409 w 97409"/>
                      <a:gd name="csY2" fmla="*/ 232664 h 232664"/>
                      <a:gd name="csX3" fmla="*/ 0 w 97409"/>
                      <a:gd name="csY3" fmla="*/ 232664 h 23266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32664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32664"/>
                        </a:lnTo>
                        <a:lnTo>
                          <a:pt x="0" y="232664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5" name="Freeform 994">
                    <a:extLst>
                      <a:ext uri="{FF2B5EF4-FFF2-40B4-BE49-F238E27FC236}">
                        <a16:creationId xmlns:a16="http://schemas.microsoft.com/office/drawing/2014/main" id="{ADCACC42-1FBB-1AB1-8C65-39A968DA04FC}"/>
                      </a:ext>
                    </a:extLst>
                  </p:cNvPr>
                  <p:cNvSpPr/>
                  <p:nvPr/>
                </p:nvSpPr>
                <p:spPr>
                  <a:xfrm>
                    <a:off x="2515021" y="4503788"/>
                    <a:ext cx="97409" cy="228345"/>
                  </a:xfrm>
                  <a:custGeom>
                    <a:avLst/>
                    <a:gdLst>
                      <a:gd name="csX0" fmla="*/ 0 w 97409"/>
                      <a:gd name="csY0" fmla="*/ 0 h 228345"/>
                      <a:gd name="csX1" fmla="*/ 97409 w 97409"/>
                      <a:gd name="csY1" fmla="*/ 0 h 228345"/>
                      <a:gd name="csX2" fmla="*/ 97409 w 97409"/>
                      <a:gd name="csY2" fmla="*/ 228346 h 228345"/>
                      <a:gd name="csX3" fmla="*/ 0 w 97409"/>
                      <a:gd name="csY3" fmla="*/ 228346 h 22834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28345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28346"/>
                        </a:lnTo>
                        <a:lnTo>
                          <a:pt x="0" y="228346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6" name="Freeform 995">
                    <a:extLst>
                      <a:ext uri="{FF2B5EF4-FFF2-40B4-BE49-F238E27FC236}">
                        <a16:creationId xmlns:a16="http://schemas.microsoft.com/office/drawing/2014/main" id="{2877A3F6-BA8B-AFFC-706D-09D641AF72D8}"/>
                      </a:ext>
                    </a:extLst>
                  </p:cNvPr>
                  <p:cNvSpPr/>
                  <p:nvPr/>
                </p:nvSpPr>
                <p:spPr>
                  <a:xfrm>
                    <a:off x="2677327" y="4465307"/>
                    <a:ext cx="97409" cy="266827"/>
                  </a:xfrm>
                  <a:custGeom>
                    <a:avLst/>
                    <a:gdLst>
                      <a:gd name="csX0" fmla="*/ 0 w 97409"/>
                      <a:gd name="csY0" fmla="*/ 0 h 266827"/>
                      <a:gd name="csX1" fmla="*/ 97409 w 97409"/>
                      <a:gd name="csY1" fmla="*/ 0 h 266827"/>
                      <a:gd name="csX2" fmla="*/ 97409 w 97409"/>
                      <a:gd name="csY2" fmla="*/ 266827 h 266827"/>
                      <a:gd name="csX3" fmla="*/ 0 w 97409"/>
                      <a:gd name="csY3" fmla="*/ 266827 h 26682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66827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66827"/>
                        </a:lnTo>
                        <a:lnTo>
                          <a:pt x="0" y="266827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7" name="Freeform 996">
                    <a:extLst>
                      <a:ext uri="{FF2B5EF4-FFF2-40B4-BE49-F238E27FC236}">
                        <a16:creationId xmlns:a16="http://schemas.microsoft.com/office/drawing/2014/main" id="{300A0CC8-3653-B145-E3BB-5347DF710FD3}"/>
                      </a:ext>
                    </a:extLst>
                  </p:cNvPr>
                  <p:cNvSpPr/>
                  <p:nvPr/>
                </p:nvSpPr>
                <p:spPr>
                  <a:xfrm>
                    <a:off x="2044359" y="4481689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8" name="Freeform 997">
                    <a:extLst>
                      <a:ext uri="{FF2B5EF4-FFF2-40B4-BE49-F238E27FC236}">
                        <a16:creationId xmlns:a16="http://schemas.microsoft.com/office/drawing/2014/main" id="{FA3648D1-C0C2-C235-FAB2-0345F079A570}"/>
                      </a:ext>
                    </a:extLst>
                  </p:cNvPr>
                  <p:cNvSpPr/>
                  <p:nvPr/>
                </p:nvSpPr>
                <p:spPr>
                  <a:xfrm>
                    <a:off x="2076743" y="4481689"/>
                    <a:ext cx="12700" cy="64643"/>
                  </a:xfrm>
                  <a:custGeom>
                    <a:avLst/>
                    <a:gdLst>
                      <a:gd name="csX0" fmla="*/ 0 w 12700"/>
                      <a:gd name="csY0" fmla="*/ 0 h 64643"/>
                      <a:gd name="csX1" fmla="*/ 0 w 12700"/>
                      <a:gd name="csY1" fmla="*/ 64643 h 646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4643">
                        <a:moveTo>
                          <a:pt x="0" y="0"/>
                        </a:moveTo>
                        <a:lnTo>
                          <a:pt x="0" y="6464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999" name="Freeform 998">
                    <a:extLst>
                      <a:ext uri="{FF2B5EF4-FFF2-40B4-BE49-F238E27FC236}">
                        <a16:creationId xmlns:a16="http://schemas.microsoft.com/office/drawing/2014/main" id="{8CA1F153-B3AE-85E2-3DC5-9AC1E58DF9C1}"/>
                      </a:ext>
                    </a:extLst>
                  </p:cNvPr>
                  <p:cNvSpPr/>
                  <p:nvPr/>
                </p:nvSpPr>
                <p:spPr>
                  <a:xfrm>
                    <a:off x="2044359" y="4546332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0" name="Freeform 999">
                    <a:extLst>
                      <a:ext uri="{FF2B5EF4-FFF2-40B4-BE49-F238E27FC236}">
                        <a16:creationId xmlns:a16="http://schemas.microsoft.com/office/drawing/2014/main" id="{5313DB41-BBBA-FE7F-D59B-AA2DF787DC03}"/>
                      </a:ext>
                    </a:extLst>
                  </p:cNvPr>
                  <p:cNvSpPr/>
                  <p:nvPr/>
                </p:nvSpPr>
                <p:spPr>
                  <a:xfrm>
                    <a:off x="2206664" y="4528553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1" name="Freeform 1000">
                    <a:extLst>
                      <a:ext uri="{FF2B5EF4-FFF2-40B4-BE49-F238E27FC236}">
                        <a16:creationId xmlns:a16="http://schemas.microsoft.com/office/drawing/2014/main" id="{19E88190-B8D9-65AB-CAF2-85C82B702182}"/>
                      </a:ext>
                    </a:extLst>
                  </p:cNvPr>
                  <p:cNvSpPr/>
                  <p:nvPr/>
                </p:nvSpPr>
                <p:spPr>
                  <a:xfrm>
                    <a:off x="2239049" y="4528553"/>
                    <a:ext cx="12700" cy="65023"/>
                  </a:xfrm>
                  <a:custGeom>
                    <a:avLst/>
                    <a:gdLst>
                      <a:gd name="csX0" fmla="*/ 0 w 12700"/>
                      <a:gd name="csY0" fmla="*/ 0 h 65023"/>
                      <a:gd name="csX1" fmla="*/ 0 w 12700"/>
                      <a:gd name="csY1" fmla="*/ 65024 h 6502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5023">
                        <a:moveTo>
                          <a:pt x="0" y="0"/>
                        </a:moveTo>
                        <a:lnTo>
                          <a:pt x="0" y="6502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2" name="Freeform 1001">
                    <a:extLst>
                      <a:ext uri="{FF2B5EF4-FFF2-40B4-BE49-F238E27FC236}">
                        <a16:creationId xmlns:a16="http://schemas.microsoft.com/office/drawing/2014/main" id="{98CD80BF-2F11-B6ED-3AF3-DC31B766249E}"/>
                      </a:ext>
                    </a:extLst>
                  </p:cNvPr>
                  <p:cNvSpPr/>
                  <p:nvPr/>
                </p:nvSpPr>
                <p:spPr>
                  <a:xfrm>
                    <a:off x="2206664" y="4593576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3" name="Freeform 1002">
                    <a:extLst>
                      <a:ext uri="{FF2B5EF4-FFF2-40B4-BE49-F238E27FC236}">
                        <a16:creationId xmlns:a16="http://schemas.microsoft.com/office/drawing/2014/main" id="{14541CBE-EED1-F7B9-BADA-971FE960DF68}"/>
                      </a:ext>
                    </a:extLst>
                  </p:cNvPr>
                  <p:cNvSpPr/>
                  <p:nvPr/>
                </p:nvSpPr>
                <p:spPr>
                  <a:xfrm>
                    <a:off x="2368970" y="4408918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4" name="Freeform 1003">
                    <a:extLst>
                      <a:ext uri="{FF2B5EF4-FFF2-40B4-BE49-F238E27FC236}">
                        <a16:creationId xmlns:a16="http://schemas.microsoft.com/office/drawing/2014/main" id="{48FA95E4-2AED-3328-C3D2-614A399FAA44}"/>
                      </a:ext>
                    </a:extLst>
                  </p:cNvPr>
                  <p:cNvSpPr/>
                  <p:nvPr/>
                </p:nvSpPr>
                <p:spPr>
                  <a:xfrm>
                    <a:off x="2401356" y="4408918"/>
                    <a:ext cx="12700" cy="181229"/>
                  </a:xfrm>
                  <a:custGeom>
                    <a:avLst/>
                    <a:gdLst>
                      <a:gd name="csX0" fmla="*/ 0 w 12700"/>
                      <a:gd name="csY0" fmla="*/ 0 h 181229"/>
                      <a:gd name="csX1" fmla="*/ 0 w 12700"/>
                      <a:gd name="csY1" fmla="*/ 181229 h 1812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81229">
                        <a:moveTo>
                          <a:pt x="0" y="0"/>
                        </a:moveTo>
                        <a:lnTo>
                          <a:pt x="0" y="18122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5" name="Freeform 1004">
                    <a:extLst>
                      <a:ext uri="{FF2B5EF4-FFF2-40B4-BE49-F238E27FC236}">
                        <a16:creationId xmlns:a16="http://schemas.microsoft.com/office/drawing/2014/main" id="{14051F9B-DE33-F7F8-5E49-CA16C5AA308C}"/>
                      </a:ext>
                    </a:extLst>
                  </p:cNvPr>
                  <p:cNvSpPr/>
                  <p:nvPr/>
                </p:nvSpPr>
                <p:spPr>
                  <a:xfrm>
                    <a:off x="2368970" y="459014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6" name="Freeform 1005">
                    <a:extLst>
                      <a:ext uri="{FF2B5EF4-FFF2-40B4-BE49-F238E27FC236}">
                        <a16:creationId xmlns:a16="http://schemas.microsoft.com/office/drawing/2014/main" id="{9E112BE3-DA19-B928-F00C-19FB6B9ED9B5}"/>
                      </a:ext>
                    </a:extLst>
                  </p:cNvPr>
                  <p:cNvSpPr/>
                  <p:nvPr/>
                </p:nvSpPr>
                <p:spPr>
                  <a:xfrm>
                    <a:off x="2693583" y="440739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7" name="Freeform 1006">
                    <a:extLst>
                      <a:ext uri="{FF2B5EF4-FFF2-40B4-BE49-F238E27FC236}">
                        <a16:creationId xmlns:a16="http://schemas.microsoft.com/office/drawing/2014/main" id="{39A090DA-B539-30E2-8D05-FF3B591FBC14}"/>
                      </a:ext>
                    </a:extLst>
                  </p:cNvPr>
                  <p:cNvSpPr/>
                  <p:nvPr/>
                </p:nvSpPr>
                <p:spPr>
                  <a:xfrm>
                    <a:off x="2725967" y="4407395"/>
                    <a:ext cx="12700" cy="115951"/>
                  </a:xfrm>
                  <a:custGeom>
                    <a:avLst/>
                    <a:gdLst>
                      <a:gd name="csX0" fmla="*/ 0 w 12700"/>
                      <a:gd name="csY0" fmla="*/ 0 h 115951"/>
                      <a:gd name="csX1" fmla="*/ 0 w 12700"/>
                      <a:gd name="csY1" fmla="*/ 115951 h 11595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15951">
                        <a:moveTo>
                          <a:pt x="0" y="0"/>
                        </a:moveTo>
                        <a:lnTo>
                          <a:pt x="0" y="115951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8" name="Freeform 1007">
                    <a:extLst>
                      <a:ext uri="{FF2B5EF4-FFF2-40B4-BE49-F238E27FC236}">
                        <a16:creationId xmlns:a16="http://schemas.microsoft.com/office/drawing/2014/main" id="{81CAF0F5-BA0E-39B5-C77B-DED41DC7DF20}"/>
                      </a:ext>
                    </a:extLst>
                  </p:cNvPr>
                  <p:cNvSpPr/>
                  <p:nvPr/>
                </p:nvSpPr>
                <p:spPr>
                  <a:xfrm>
                    <a:off x="2693583" y="4523346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09" name="Freeform 1008">
                    <a:extLst>
                      <a:ext uri="{FF2B5EF4-FFF2-40B4-BE49-F238E27FC236}">
                        <a16:creationId xmlns:a16="http://schemas.microsoft.com/office/drawing/2014/main" id="{55E81CE8-17A0-AA2F-B0A4-63596AE0A9D2}"/>
                      </a:ext>
                    </a:extLst>
                  </p:cNvPr>
                  <p:cNvSpPr/>
                  <p:nvPr/>
                </p:nvSpPr>
                <p:spPr>
                  <a:xfrm>
                    <a:off x="2396784" y="45719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0" name="Freeform 1009">
                    <a:extLst>
                      <a:ext uri="{FF2B5EF4-FFF2-40B4-BE49-F238E27FC236}">
                        <a16:creationId xmlns:a16="http://schemas.microsoft.com/office/drawing/2014/main" id="{B1BCC7D1-3274-033D-93E2-C4C2A45C3465}"/>
                      </a:ext>
                    </a:extLst>
                  </p:cNvPr>
                  <p:cNvSpPr/>
                  <p:nvPr/>
                </p:nvSpPr>
                <p:spPr>
                  <a:xfrm>
                    <a:off x="2235240" y="447927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1" name="Freeform 1010">
                    <a:extLst>
                      <a:ext uri="{FF2B5EF4-FFF2-40B4-BE49-F238E27FC236}">
                        <a16:creationId xmlns:a16="http://schemas.microsoft.com/office/drawing/2014/main" id="{537A4818-C2FA-B7CA-D345-280D7C783649}"/>
                      </a:ext>
                    </a:extLst>
                  </p:cNvPr>
                  <p:cNvSpPr/>
                  <p:nvPr/>
                </p:nvSpPr>
                <p:spPr>
                  <a:xfrm>
                    <a:off x="2214158" y="450366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2" name="Freeform 1011">
                    <a:extLst>
                      <a:ext uri="{FF2B5EF4-FFF2-40B4-BE49-F238E27FC236}">
                        <a16:creationId xmlns:a16="http://schemas.microsoft.com/office/drawing/2014/main" id="{67A2CB70-7346-E240-8CC3-747FC20F5E50}"/>
                      </a:ext>
                    </a:extLst>
                  </p:cNvPr>
                  <p:cNvSpPr/>
                  <p:nvPr/>
                </p:nvSpPr>
                <p:spPr>
                  <a:xfrm>
                    <a:off x="2718729" y="456004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3" name="Freeform 1012">
                    <a:extLst>
                      <a:ext uri="{FF2B5EF4-FFF2-40B4-BE49-F238E27FC236}">
                        <a16:creationId xmlns:a16="http://schemas.microsoft.com/office/drawing/2014/main" id="{5B9AED55-7B54-ACF8-1DFA-D23436D411CA}"/>
                      </a:ext>
                    </a:extLst>
                  </p:cNvPr>
                  <p:cNvSpPr/>
                  <p:nvPr/>
                </p:nvSpPr>
                <p:spPr>
                  <a:xfrm>
                    <a:off x="2063282" y="450035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4" name="Freeform 1013">
                    <a:extLst>
                      <a:ext uri="{FF2B5EF4-FFF2-40B4-BE49-F238E27FC236}">
                        <a16:creationId xmlns:a16="http://schemas.microsoft.com/office/drawing/2014/main" id="{B87D271A-BD42-AB87-4139-5AA13145C123}"/>
                      </a:ext>
                    </a:extLst>
                  </p:cNvPr>
                  <p:cNvSpPr/>
                  <p:nvPr/>
                </p:nvSpPr>
                <p:spPr>
                  <a:xfrm>
                    <a:off x="2708569" y="460005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5" name="Freeform 1014">
                    <a:extLst>
                      <a:ext uri="{FF2B5EF4-FFF2-40B4-BE49-F238E27FC236}">
                        <a16:creationId xmlns:a16="http://schemas.microsoft.com/office/drawing/2014/main" id="{7C8A5339-35BB-DF5D-BC1B-F97DEC7BF3D6}"/>
                      </a:ext>
                    </a:extLst>
                  </p:cNvPr>
                  <p:cNvSpPr/>
                  <p:nvPr/>
                </p:nvSpPr>
                <p:spPr>
                  <a:xfrm>
                    <a:off x="2066457" y="440485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6" name="Freeform 1015">
                    <a:extLst>
                      <a:ext uri="{FF2B5EF4-FFF2-40B4-BE49-F238E27FC236}">
                        <a16:creationId xmlns:a16="http://schemas.microsoft.com/office/drawing/2014/main" id="{36C0AD5D-7496-EBDE-D0C9-CA10347E2154}"/>
                      </a:ext>
                    </a:extLst>
                  </p:cNvPr>
                  <p:cNvSpPr/>
                  <p:nvPr/>
                </p:nvSpPr>
                <p:spPr>
                  <a:xfrm>
                    <a:off x="2696123" y="42626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7" name="Freeform 1016">
                    <a:extLst>
                      <a:ext uri="{FF2B5EF4-FFF2-40B4-BE49-F238E27FC236}">
                        <a16:creationId xmlns:a16="http://schemas.microsoft.com/office/drawing/2014/main" id="{F19C53B8-45DE-132F-4BD6-D465C6F33B70}"/>
                      </a:ext>
                    </a:extLst>
                  </p:cNvPr>
                  <p:cNvSpPr/>
                  <p:nvPr/>
                </p:nvSpPr>
                <p:spPr>
                  <a:xfrm>
                    <a:off x="2063790" y="44774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8" name="Freeform 1017">
                    <a:extLst>
                      <a:ext uri="{FF2B5EF4-FFF2-40B4-BE49-F238E27FC236}">
                        <a16:creationId xmlns:a16="http://schemas.microsoft.com/office/drawing/2014/main" id="{0F89E161-7F66-8438-C116-7624AEBBAEC6}"/>
                      </a:ext>
                    </a:extLst>
                  </p:cNvPr>
                  <p:cNvSpPr/>
                  <p:nvPr/>
                </p:nvSpPr>
                <p:spPr>
                  <a:xfrm>
                    <a:off x="2714665" y="428318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19" name="Freeform 1018">
                    <a:extLst>
                      <a:ext uri="{FF2B5EF4-FFF2-40B4-BE49-F238E27FC236}">
                        <a16:creationId xmlns:a16="http://schemas.microsoft.com/office/drawing/2014/main" id="{15E063D1-B82E-3CAB-73DC-E896FD9EB44A}"/>
                      </a:ext>
                    </a:extLst>
                  </p:cNvPr>
                  <p:cNvSpPr/>
                  <p:nvPr/>
                </p:nvSpPr>
                <p:spPr>
                  <a:xfrm>
                    <a:off x="2057313" y="450416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0" name="Freeform 1019">
                    <a:extLst>
                      <a:ext uri="{FF2B5EF4-FFF2-40B4-BE49-F238E27FC236}">
                        <a16:creationId xmlns:a16="http://schemas.microsoft.com/office/drawing/2014/main" id="{422E39A8-9146-C9DF-9545-A9413A022DF1}"/>
                      </a:ext>
                    </a:extLst>
                  </p:cNvPr>
                  <p:cNvSpPr/>
                  <p:nvPr/>
                </p:nvSpPr>
                <p:spPr>
                  <a:xfrm>
                    <a:off x="2715046" y="449756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1" name="Freeform 1020">
                    <a:extLst>
                      <a:ext uri="{FF2B5EF4-FFF2-40B4-BE49-F238E27FC236}">
                        <a16:creationId xmlns:a16="http://schemas.microsoft.com/office/drawing/2014/main" id="{239EBAE5-9BEE-A6B2-FE93-27BFCC0D5A34}"/>
                      </a:ext>
                    </a:extLst>
                  </p:cNvPr>
                  <p:cNvSpPr/>
                  <p:nvPr/>
                </p:nvSpPr>
                <p:spPr>
                  <a:xfrm>
                    <a:off x="2072807" y="463917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2" name="Freeform 1021">
                    <a:extLst>
                      <a:ext uri="{FF2B5EF4-FFF2-40B4-BE49-F238E27FC236}">
                        <a16:creationId xmlns:a16="http://schemas.microsoft.com/office/drawing/2014/main" id="{48530BD4-544F-1F0D-F059-EAB585A9F14B}"/>
                      </a:ext>
                    </a:extLst>
                  </p:cNvPr>
                  <p:cNvSpPr/>
                  <p:nvPr/>
                </p:nvSpPr>
                <p:spPr>
                  <a:xfrm>
                    <a:off x="2213142" y="461770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3" name="Freeform 1022">
                    <a:extLst>
                      <a:ext uri="{FF2B5EF4-FFF2-40B4-BE49-F238E27FC236}">
                        <a16:creationId xmlns:a16="http://schemas.microsoft.com/office/drawing/2014/main" id="{C571EDD1-90E8-6BBE-8B7C-0266144A3CDF}"/>
                      </a:ext>
                    </a:extLst>
                  </p:cNvPr>
                  <p:cNvSpPr/>
                  <p:nvPr/>
                </p:nvSpPr>
                <p:spPr>
                  <a:xfrm>
                    <a:off x="2706791" y="448029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4" name="Freeform 1023">
                    <a:extLst>
                      <a:ext uri="{FF2B5EF4-FFF2-40B4-BE49-F238E27FC236}">
                        <a16:creationId xmlns:a16="http://schemas.microsoft.com/office/drawing/2014/main" id="{1DECCF31-AB18-2C7E-2349-05D336BD8B71}"/>
                      </a:ext>
                    </a:extLst>
                  </p:cNvPr>
                  <p:cNvSpPr/>
                  <p:nvPr/>
                </p:nvSpPr>
                <p:spPr>
                  <a:xfrm>
                    <a:off x="2073061" y="444981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5" name="Freeform 1024">
                    <a:extLst>
                      <a:ext uri="{FF2B5EF4-FFF2-40B4-BE49-F238E27FC236}">
                        <a16:creationId xmlns:a16="http://schemas.microsoft.com/office/drawing/2014/main" id="{F00569AE-8BAE-20A0-386D-6F759DE3DC43}"/>
                      </a:ext>
                    </a:extLst>
                  </p:cNvPr>
                  <p:cNvSpPr/>
                  <p:nvPr/>
                </p:nvSpPr>
                <p:spPr>
                  <a:xfrm>
                    <a:off x="2398816" y="439075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6" name="Freeform 1025">
                    <a:extLst>
                      <a:ext uri="{FF2B5EF4-FFF2-40B4-BE49-F238E27FC236}">
                        <a16:creationId xmlns:a16="http://schemas.microsoft.com/office/drawing/2014/main" id="{DAEEA844-25D4-A698-1853-D042DCE3A0A2}"/>
                      </a:ext>
                    </a:extLst>
                  </p:cNvPr>
                  <p:cNvSpPr/>
                  <p:nvPr/>
                </p:nvSpPr>
                <p:spPr>
                  <a:xfrm>
                    <a:off x="2208570" y="448664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7" name="Freeform 1026">
                    <a:extLst>
                      <a:ext uri="{FF2B5EF4-FFF2-40B4-BE49-F238E27FC236}">
                        <a16:creationId xmlns:a16="http://schemas.microsoft.com/office/drawing/2014/main" id="{CA42583C-E531-7142-4554-02C76C5D61C2}"/>
                      </a:ext>
                    </a:extLst>
                  </p:cNvPr>
                  <p:cNvSpPr/>
                  <p:nvPr/>
                </p:nvSpPr>
                <p:spPr>
                  <a:xfrm>
                    <a:off x="2220254" y="47071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8" name="Freeform 1027">
                    <a:extLst>
                      <a:ext uri="{FF2B5EF4-FFF2-40B4-BE49-F238E27FC236}">
                        <a16:creationId xmlns:a16="http://schemas.microsoft.com/office/drawing/2014/main" id="{438F0455-D8C4-EE82-A4CE-74B60B3760E7}"/>
                      </a:ext>
                    </a:extLst>
                  </p:cNvPr>
                  <p:cNvSpPr/>
                  <p:nvPr/>
                </p:nvSpPr>
                <p:spPr>
                  <a:xfrm>
                    <a:off x="2547660" y="448575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29" name="Freeform 1028">
                    <a:extLst>
                      <a:ext uri="{FF2B5EF4-FFF2-40B4-BE49-F238E27FC236}">
                        <a16:creationId xmlns:a16="http://schemas.microsoft.com/office/drawing/2014/main" id="{1861543D-B0C8-EBB5-B1B3-C45CAE843F71}"/>
                      </a:ext>
                    </a:extLst>
                  </p:cNvPr>
                  <p:cNvSpPr/>
                  <p:nvPr/>
                </p:nvSpPr>
                <p:spPr>
                  <a:xfrm>
                    <a:off x="2234224" y="45028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30" name="Freeform 1029">
                    <a:extLst>
                      <a:ext uri="{FF2B5EF4-FFF2-40B4-BE49-F238E27FC236}">
                        <a16:creationId xmlns:a16="http://schemas.microsoft.com/office/drawing/2014/main" id="{7C2DEF0C-5F73-4275-1C49-7B89E67D0A1B}"/>
                      </a:ext>
                    </a:extLst>
                  </p:cNvPr>
                  <p:cNvSpPr/>
                  <p:nvPr/>
                </p:nvSpPr>
                <p:spPr>
                  <a:xfrm>
                    <a:off x="2209332" y="45039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31" name="TextBox 1030">
                    <a:extLst>
                      <a:ext uri="{FF2B5EF4-FFF2-40B4-BE49-F238E27FC236}">
                        <a16:creationId xmlns:a16="http://schemas.microsoft.com/office/drawing/2014/main" id="{162B9305-380F-766C-377B-59E1D7C643E9}"/>
                      </a:ext>
                    </a:extLst>
                  </p:cNvPr>
                  <p:cNvSpPr txBox="1"/>
                  <p:nvPr/>
                </p:nvSpPr>
                <p:spPr>
                  <a:xfrm>
                    <a:off x="2012186" y="4062678"/>
                    <a:ext cx="275168" cy="3439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</a:t>
                    </a:r>
                  </a:p>
                </p:txBody>
              </p:sp>
              <p:sp>
                <p:nvSpPr>
                  <p:cNvPr id="1032" name="Freeform 1031">
                    <a:extLst>
                      <a:ext uri="{FF2B5EF4-FFF2-40B4-BE49-F238E27FC236}">
                        <a16:creationId xmlns:a16="http://schemas.microsoft.com/office/drawing/2014/main" id="{4FDC55CE-7FFE-74A6-7788-AEB732EF8137}"/>
                      </a:ext>
                    </a:extLst>
                  </p:cNvPr>
                  <p:cNvSpPr/>
                  <p:nvPr/>
                </p:nvSpPr>
                <p:spPr>
                  <a:xfrm>
                    <a:off x="2076744" y="4235564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33" name="TextBox 1032">
                    <a:extLst>
                      <a:ext uri="{FF2B5EF4-FFF2-40B4-BE49-F238E27FC236}">
                        <a16:creationId xmlns:a16="http://schemas.microsoft.com/office/drawing/2014/main" id="{AEA7A57C-92A3-5D55-B9CA-0B94A52BF976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319" y="4062678"/>
                    <a:ext cx="434635" cy="3439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1034" name="Freeform 1033">
                    <a:extLst>
                      <a:ext uri="{FF2B5EF4-FFF2-40B4-BE49-F238E27FC236}">
                        <a16:creationId xmlns:a16="http://schemas.microsoft.com/office/drawing/2014/main" id="{4DFC15F8-2AED-5296-48AC-60707A5DB588}"/>
                      </a:ext>
                    </a:extLst>
                  </p:cNvPr>
                  <p:cNvSpPr/>
                  <p:nvPr/>
                </p:nvSpPr>
                <p:spPr>
                  <a:xfrm>
                    <a:off x="2255306" y="4235564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35" name="TextBox 1034">
                    <a:extLst>
                      <a:ext uri="{FF2B5EF4-FFF2-40B4-BE49-F238E27FC236}">
                        <a16:creationId xmlns:a16="http://schemas.microsoft.com/office/drawing/2014/main" id="{50C6733F-212F-DCAD-FBC1-B84DA6EAD7AA}"/>
                      </a:ext>
                    </a:extLst>
                  </p:cNvPr>
                  <p:cNvSpPr txBox="1"/>
                  <p:nvPr/>
                </p:nvSpPr>
                <p:spPr>
                  <a:xfrm>
                    <a:off x="2184039" y="3949775"/>
                    <a:ext cx="434635" cy="3439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1036" name="Freeform 1035">
                    <a:extLst>
                      <a:ext uri="{FF2B5EF4-FFF2-40B4-BE49-F238E27FC236}">
                        <a16:creationId xmlns:a16="http://schemas.microsoft.com/office/drawing/2014/main" id="{F6E355DA-ECA2-0F32-0F83-E31ED8E2F0F1}"/>
                      </a:ext>
                    </a:extLst>
                  </p:cNvPr>
                  <p:cNvSpPr/>
                  <p:nvPr/>
                </p:nvSpPr>
                <p:spPr>
                  <a:xfrm>
                    <a:off x="2076744" y="4122661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037" name="Graphic 595">
                  <a:extLst>
                    <a:ext uri="{FF2B5EF4-FFF2-40B4-BE49-F238E27FC236}">
                      <a16:creationId xmlns:a16="http://schemas.microsoft.com/office/drawing/2014/main" id="{A7BC3205-7699-A63A-78D3-939F075B6418}"/>
                    </a:ext>
                  </a:extLst>
                </p:cNvPr>
                <p:cNvGrpSpPr/>
                <p:nvPr/>
              </p:nvGrpSpPr>
              <p:grpSpPr>
                <a:xfrm>
                  <a:off x="1663599" y="3752714"/>
                  <a:ext cx="1191469" cy="1196086"/>
                  <a:chOff x="1663599" y="3752714"/>
                  <a:chExt cx="1191469" cy="1196086"/>
                </a:xfrm>
              </p:grpSpPr>
              <p:sp>
                <p:nvSpPr>
                  <p:cNvPr id="1038" name="Freeform 1037">
                    <a:extLst>
                      <a:ext uri="{FF2B5EF4-FFF2-40B4-BE49-F238E27FC236}">
                        <a16:creationId xmlns:a16="http://schemas.microsoft.com/office/drawing/2014/main" id="{D33A8946-776E-6076-65BD-F71DEFF74E59}"/>
                      </a:ext>
                    </a:extLst>
                  </p:cNvPr>
                  <p:cNvSpPr/>
                  <p:nvPr/>
                </p:nvSpPr>
                <p:spPr>
                  <a:xfrm>
                    <a:off x="1979335" y="4054970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39" name="TextBox 1038">
                    <a:extLst>
                      <a:ext uri="{FF2B5EF4-FFF2-40B4-BE49-F238E27FC236}">
                        <a16:creationId xmlns:a16="http://schemas.microsoft.com/office/drawing/2014/main" id="{14F59A2F-CDF6-B9A0-CEA9-AD0D9C25B20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462524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040" name="TextBox 1039">
                    <a:extLst>
                      <a:ext uri="{FF2B5EF4-FFF2-40B4-BE49-F238E27FC236}">
                        <a16:creationId xmlns:a16="http://schemas.microsoft.com/office/drawing/2014/main" id="{FB757D83-3E2F-2A71-CF5F-94EE4E7F7B9F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445125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3%</a:t>
                    </a:r>
                  </a:p>
                </p:txBody>
              </p:sp>
              <p:sp>
                <p:nvSpPr>
                  <p:cNvPr id="1041" name="TextBox 1040">
                    <a:extLst>
                      <a:ext uri="{FF2B5EF4-FFF2-40B4-BE49-F238E27FC236}">
                        <a16:creationId xmlns:a16="http://schemas.microsoft.com/office/drawing/2014/main" id="{BF48B582-E188-1001-4848-1F3698E4F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427713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6%</a:t>
                    </a:r>
                  </a:p>
                </p:txBody>
              </p:sp>
              <p:sp>
                <p:nvSpPr>
                  <p:cNvPr id="1042" name="TextBox 1041">
                    <a:extLst>
                      <a:ext uri="{FF2B5EF4-FFF2-40B4-BE49-F238E27FC236}">
                        <a16:creationId xmlns:a16="http://schemas.microsoft.com/office/drawing/2014/main" id="{555C935C-72C7-81E1-904D-879203D6EB38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410314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9%</a:t>
                    </a:r>
                  </a:p>
                </p:txBody>
              </p:sp>
              <p:sp>
                <p:nvSpPr>
                  <p:cNvPr id="1043" name="Freeform 1042">
                    <a:extLst>
                      <a:ext uri="{FF2B5EF4-FFF2-40B4-BE49-F238E27FC236}">
                        <a16:creationId xmlns:a16="http://schemas.microsoft.com/office/drawing/2014/main" id="{F55C3D48-C2A9-064E-742F-1C4BBEBA33D4}"/>
                      </a:ext>
                    </a:extLst>
                  </p:cNvPr>
                  <p:cNvSpPr/>
                  <p:nvPr/>
                </p:nvSpPr>
                <p:spPr>
                  <a:xfrm>
                    <a:off x="1944536" y="4732134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4" name="Freeform 1043">
                    <a:extLst>
                      <a:ext uri="{FF2B5EF4-FFF2-40B4-BE49-F238E27FC236}">
                        <a16:creationId xmlns:a16="http://schemas.microsoft.com/office/drawing/2014/main" id="{CEE7909E-FC05-814E-1381-770788A4A351}"/>
                      </a:ext>
                    </a:extLst>
                  </p:cNvPr>
                  <p:cNvSpPr/>
                  <p:nvPr/>
                </p:nvSpPr>
                <p:spPr>
                  <a:xfrm>
                    <a:off x="1944536" y="4558143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5" name="Freeform 1044">
                    <a:extLst>
                      <a:ext uri="{FF2B5EF4-FFF2-40B4-BE49-F238E27FC236}">
                        <a16:creationId xmlns:a16="http://schemas.microsoft.com/office/drawing/2014/main" id="{A0D45FE6-72CC-4953-BF8A-4D945CEA7806}"/>
                      </a:ext>
                    </a:extLst>
                  </p:cNvPr>
                  <p:cNvSpPr/>
                  <p:nvPr/>
                </p:nvSpPr>
                <p:spPr>
                  <a:xfrm>
                    <a:off x="1944536" y="43840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6" name="Freeform 1045">
                    <a:extLst>
                      <a:ext uri="{FF2B5EF4-FFF2-40B4-BE49-F238E27FC236}">
                        <a16:creationId xmlns:a16="http://schemas.microsoft.com/office/drawing/2014/main" id="{907A57DF-815C-C530-60B3-AA9CA7105109}"/>
                      </a:ext>
                    </a:extLst>
                  </p:cNvPr>
                  <p:cNvSpPr/>
                  <p:nvPr/>
                </p:nvSpPr>
                <p:spPr>
                  <a:xfrm>
                    <a:off x="1944536" y="4210036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7" name="Freeform 1046">
                    <a:extLst>
                      <a:ext uri="{FF2B5EF4-FFF2-40B4-BE49-F238E27FC236}">
                        <a16:creationId xmlns:a16="http://schemas.microsoft.com/office/drawing/2014/main" id="{D09B7585-AF57-6BF2-FCB2-54BA01F7421A}"/>
                      </a:ext>
                    </a:extLst>
                  </p:cNvPr>
                  <p:cNvSpPr/>
                  <p:nvPr/>
                </p:nvSpPr>
                <p:spPr>
                  <a:xfrm>
                    <a:off x="1979335" y="4732134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8" name="Freeform 1047">
                    <a:extLst>
                      <a:ext uri="{FF2B5EF4-FFF2-40B4-BE49-F238E27FC236}">
                        <a16:creationId xmlns:a16="http://schemas.microsoft.com/office/drawing/2014/main" id="{D8ED9AA7-8ECD-14ED-5E10-F5983B171C95}"/>
                      </a:ext>
                    </a:extLst>
                  </p:cNvPr>
                  <p:cNvSpPr/>
                  <p:nvPr/>
                </p:nvSpPr>
                <p:spPr>
                  <a:xfrm>
                    <a:off x="2076743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49" name="Freeform 1048">
                    <a:extLst>
                      <a:ext uri="{FF2B5EF4-FFF2-40B4-BE49-F238E27FC236}">
                        <a16:creationId xmlns:a16="http://schemas.microsoft.com/office/drawing/2014/main" id="{BD748DDA-3AB6-65E1-D03B-77B772081A95}"/>
                      </a:ext>
                    </a:extLst>
                  </p:cNvPr>
                  <p:cNvSpPr/>
                  <p:nvPr/>
                </p:nvSpPr>
                <p:spPr>
                  <a:xfrm>
                    <a:off x="2239049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50" name="Freeform 1049">
                    <a:extLst>
                      <a:ext uri="{FF2B5EF4-FFF2-40B4-BE49-F238E27FC236}">
                        <a16:creationId xmlns:a16="http://schemas.microsoft.com/office/drawing/2014/main" id="{9A9D49AE-B2CF-5459-F7CB-0DE3FA689413}"/>
                      </a:ext>
                    </a:extLst>
                  </p:cNvPr>
                  <p:cNvSpPr/>
                  <p:nvPr/>
                </p:nvSpPr>
                <p:spPr>
                  <a:xfrm>
                    <a:off x="2401356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51" name="Freeform 1050">
                    <a:extLst>
                      <a:ext uri="{FF2B5EF4-FFF2-40B4-BE49-F238E27FC236}">
                        <a16:creationId xmlns:a16="http://schemas.microsoft.com/office/drawing/2014/main" id="{16A84311-EDD4-57BF-C54A-DF7E24EEC53C}"/>
                      </a:ext>
                    </a:extLst>
                  </p:cNvPr>
                  <p:cNvSpPr/>
                  <p:nvPr/>
                </p:nvSpPr>
                <p:spPr>
                  <a:xfrm>
                    <a:off x="2563661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52" name="Freeform 1051">
                    <a:extLst>
                      <a:ext uri="{FF2B5EF4-FFF2-40B4-BE49-F238E27FC236}">
                        <a16:creationId xmlns:a16="http://schemas.microsoft.com/office/drawing/2014/main" id="{FFB20C86-E4CD-9753-0E40-5488C2F310AB}"/>
                      </a:ext>
                    </a:extLst>
                  </p:cNvPr>
                  <p:cNvSpPr/>
                  <p:nvPr/>
                </p:nvSpPr>
                <p:spPr>
                  <a:xfrm>
                    <a:off x="2725967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53" name="TextBox 1052">
                    <a:extLst>
                      <a:ext uri="{FF2B5EF4-FFF2-40B4-BE49-F238E27FC236}">
                        <a16:creationId xmlns:a16="http://schemas.microsoft.com/office/drawing/2014/main" id="{3363F41D-4EEE-8DBB-76A3-611851C33C0B}"/>
                      </a:ext>
                    </a:extLst>
                  </p:cNvPr>
                  <p:cNvSpPr txBox="1"/>
                  <p:nvPr/>
                </p:nvSpPr>
                <p:spPr>
                  <a:xfrm>
                    <a:off x="1936615" y="4727988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054" name="TextBox 1053">
                    <a:extLst>
                      <a:ext uri="{FF2B5EF4-FFF2-40B4-BE49-F238E27FC236}">
                        <a16:creationId xmlns:a16="http://schemas.microsoft.com/office/drawing/2014/main" id="{FDCFC4F5-9EE5-8EB3-1BD0-53E80AC4CF50}"/>
                      </a:ext>
                    </a:extLst>
                  </p:cNvPr>
                  <p:cNvSpPr txBox="1"/>
                  <p:nvPr/>
                </p:nvSpPr>
                <p:spPr>
                  <a:xfrm>
                    <a:off x="2126912" y="4727988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055" name="TextBox 1054">
                    <a:extLst>
                      <a:ext uri="{FF2B5EF4-FFF2-40B4-BE49-F238E27FC236}">
                        <a16:creationId xmlns:a16="http://schemas.microsoft.com/office/drawing/2014/main" id="{CA388DFF-349D-69B7-4157-C9C0B612BC8A}"/>
                      </a:ext>
                    </a:extLst>
                  </p:cNvPr>
                  <p:cNvSpPr txBox="1"/>
                  <p:nvPr/>
                </p:nvSpPr>
                <p:spPr>
                  <a:xfrm>
                    <a:off x="2260378" y="4727988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26954964-DCC9-7607-578D-73531F97CA29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37" y="4727988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057" name="TextBox 1056">
                    <a:extLst>
                      <a:ext uri="{FF2B5EF4-FFF2-40B4-BE49-F238E27FC236}">
                        <a16:creationId xmlns:a16="http://schemas.microsoft.com/office/drawing/2014/main" id="{F32A5446-92AE-B18F-B1A5-3DDE7ED62AF5}"/>
                      </a:ext>
                    </a:extLst>
                  </p:cNvPr>
                  <p:cNvSpPr txBox="1"/>
                  <p:nvPr/>
                </p:nvSpPr>
                <p:spPr>
                  <a:xfrm>
                    <a:off x="2596865" y="4727988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060" name="TextBox 1059">
                    <a:extLst>
                      <a:ext uri="{FF2B5EF4-FFF2-40B4-BE49-F238E27FC236}">
                        <a16:creationId xmlns:a16="http://schemas.microsoft.com/office/drawing/2014/main" id="{297BB513-320D-C079-D3A4-796575FBA977}"/>
                      </a:ext>
                    </a:extLst>
                  </p:cNvPr>
                  <p:cNvSpPr txBox="1"/>
                  <p:nvPr/>
                </p:nvSpPr>
                <p:spPr>
                  <a:xfrm>
                    <a:off x="1885363" y="3752714"/>
                    <a:ext cx="858752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7_Pall_Glut</a:t>
                    </a:r>
                  </a:p>
                </p:txBody>
              </p:sp>
            </p:grpSp>
          </p:grpSp>
          <p:grpSp>
            <p:nvGrpSpPr>
              <p:cNvPr id="1061" name="Graphic 597">
                <a:extLst>
                  <a:ext uri="{FF2B5EF4-FFF2-40B4-BE49-F238E27FC236}">
                    <a16:creationId xmlns:a16="http://schemas.microsoft.com/office/drawing/2014/main" id="{58BB2E54-92AB-BC90-DC9B-4DA3E9752086}"/>
                  </a:ext>
                </a:extLst>
              </p:cNvPr>
              <p:cNvGrpSpPr/>
              <p:nvPr/>
            </p:nvGrpSpPr>
            <p:grpSpPr>
              <a:xfrm>
                <a:off x="61400" y="3143882"/>
                <a:ext cx="1203962" cy="1196086"/>
                <a:chOff x="3040613" y="3752714"/>
                <a:chExt cx="1203962" cy="1196086"/>
              </a:xfrm>
            </p:grpSpPr>
            <p:grpSp>
              <p:nvGrpSpPr>
                <p:cNvPr id="1064" name="Graphic 597">
                  <a:extLst>
                    <a:ext uri="{FF2B5EF4-FFF2-40B4-BE49-F238E27FC236}">
                      <a16:creationId xmlns:a16="http://schemas.microsoft.com/office/drawing/2014/main" id="{304E549D-3391-C827-C96A-C4561FCA3D06}"/>
                    </a:ext>
                  </a:extLst>
                </p:cNvPr>
                <p:cNvGrpSpPr/>
                <p:nvPr/>
              </p:nvGrpSpPr>
              <p:grpSpPr>
                <a:xfrm>
                  <a:off x="3421152" y="3949775"/>
                  <a:ext cx="773825" cy="782485"/>
                  <a:chOff x="3421152" y="3949775"/>
                  <a:chExt cx="773825" cy="782485"/>
                </a:xfrm>
              </p:grpSpPr>
              <p:sp>
                <p:nvSpPr>
                  <p:cNvPr id="1065" name="Freeform 1064">
                    <a:extLst>
                      <a:ext uri="{FF2B5EF4-FFF2-40B4-BE49-F238E27FC236}">
                        <a16:creationId xmlns:a16="http://schemas.microsoft.com/office/drawing/2014/main" id="{8B977325-53B1-44B3-A3B3-480B07D8024D}"/>
                      </a:ext>
                    </a:extLst>
                  </p:cNvPr>
                  <p:cNvSpPr/>
                  <p:nvPr/>
                </p:nvSpPr>
                <p:spPr>
                  <a:xfrm>
                    <a:off x="3506129" y="4054970"/>
                    <a:ext cx="688848" cy="677290"/>
                  </a:xfrm>
                  <a:custGeom>
                    <a:avLst/>
                    <a:gdLst>
                      <a:gd name="csX0" fmla="*/ 0 w 688848"/>
                      <a:gd name="csY0" fmla="*/ 0 h 677290"/>
                      <a:gd name="csX1" fmla="*/ 688848 w 688848"/>
                      <a:gd name="csY1" fmla="*/ 0 h 677290"/>
                      <a:gd name="csX2" fmla="*/ 688848 w 688848"/>
                      <a:gd name="csY2" fmla="*/ 677291 h 677290"/>
                      <a:gd name="csX3" fmla="*/ 0 w 688848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688848" h="677290">
                        <a:moveTo>
                          <a:pt x="0" y="0"/>
                        </a:moveTo>
                        <a:lnTo>
                          <a:pt x="688848" y="0"/>
                        </a:lnTo>
                        <a:lnTo>
                          <a:pt x="688848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66" name="Freeform 1065">
                    <a:extLst>
                      <a:ext uri="{FF2B5EF4-FFF2-40B4-BE49-F238E27FC236}">
                        <a16:creationId xmlns:a16="http://schemas.microsoft.com/office/drawing/2014/main" id="{102B832C-1595-3CAA-E64A-D8FA90220626}"/>
                      </a:ext>
                    </a:extLst>
                  </p:cNvPr>
                  <p:cNvSpPr/>
                  <p:nvPr/>
                </p:nvSpPr>
                <p:spPr>
                  <a:xfrm>
                    <a:off x="3545880" y="4488802"/>
                    <a:ext cx="79501" cy="243331"/>
                  </a:xfrm>
                  <a:custGeom>
                    <a:avLst/>
                    <a:gdLst>
                      <a:gd name="csX0" fmla="*/ 0 w 79501"/>
                      <a:gd name="csY0" fmla="*/ 0 h 243331"/>
                      <a:gd name="csX1" fmla="*/ 79502 w 79501"/>
                      <a:gd name="csY1" fmla="*/ 0 h 243331"/>
                      <a:gd name="csX2" fmla="*/ 79502 w 79501"/>
                      <a:gd name="csY2" fmla="*/ 243332 h 243331"/>
                      <a:gd name="csX3" fmla="*/ 0 w 79501"/>
                      <a:gd name="csY3" fmla="*/ 243332 h 2433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1" h="243331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243332"/>
                        </a:lnTo>
                        <a:lnTo>
                          <a:pt x="0" y="243332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67" name="Freeform 1066">
                    <a:extLst>
                      <a:ext uri="{FF2B5EF4-FFF2-40B4-BE49-F238E27FC236}">
                        <a16:creationId xmlns:a16="http://schemas.microsoft.com/office/drawing/2014/main" id="{2F394164-0660-8F20-D6F0-57ED09F6EE42}"/>
                      </a:ext>
                    </a:extLst>
                  </p:cNvPr>
                  <p:cNvSpPr/>
                  <p:nvPr/>
                </p:nvSpPr>
                <p:spPr>
                  <a:xfrm>
                    <a:off x="3678341" y="4518647"/>
                    <a:ext cx="79502" cy="213613"/>
                  </a:xfrm>
                  <a:custGeom>
                    <a:avLst/>
                    <a:gdLst>
                      <a:gd name="csX0" fmla="*/ 0 w 79502"/>
                      <a:gd name="csY0" fmla="*/ 0 h 213613"/>
                      <a:gd name="csX1" fmla="*/ 79502 w 79502"/>
                      <a:gd name="csY1" fmla="*/ 0 h 213613"/>
                      <a:gd name="csX2" fmla="*/ 79502 w 79502"/>
                      <a:gd name="csY2" fmla="*/ 213614 h 213613"/>
                      <a:gd name="csX3" fmla="*/ 0 w 79502"/>
                      <a:gd name="csY3" fmla="*/ 213614 h 21361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213613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213614"/>
                        </a:lnTo>
                        <a:lnTo>
                          <a:pt x="0" y="213614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68" name="Freeform 1067">
                    <a:extLst>
                      <a:ext uri="{FF2B5EF4-FFF2-40B4-BE49-F238E27FC236}">
                        <a16:creationId xmlns:a16="http://schemas.microsoft.com/office/drawing/2014/main" id="{934A9C99-CFF1-F080-F310-99AF9F99C905}"/>
                      </a:ext>
                    </a:extLst>
                  </p:cNvPr>
                  <p:cNvSpPr/>
                  <p:nvPr/>
                </p:nvSpPr>
                <p:spPr>
                  <a:xfrm>
                    <a:off x="3810802" y="4467974"/>
                    <a:ext cx="79502" cy="264159"/>
                  </a:xfrm>
                  <a:custGeom>
                    <a:avLst/>
                    <a:gdLst>
                      <a:gd name="csX0" fmla="*/ 0 w 79502"/>
                      <a:gd name="csY0" fmla="*/ 0 h 264159"/>
                      <a:gd name="csX1" fmla="*/ 79502 w 79502"/>
                      <a:gd name="csY1" fmla="*/ 0 h 264159"/>
                      <a:gd name="csX2" fmla="*/ 79502 w 79502"/>
                      <a:gd name="csY2" fmla="*/ 264160 h 264159"/>
                      <a:gd name="csX3" fmla="*/ 0 w 79502"/>
                      <a:gd name="csY3" fmla="*/ 264160 h 2641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264159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264160"/>
                        </a:lnTo>
                        <a:lnTo>
                          <a:pt x="0" y="264160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69" name="Freeform 1068">
                    <a:extLst>
                      <a:ext uri="{FF2B5EF4-FFF2-40B4-BE49-F238E27FC236}">
                        <a16:creationId xmlns:a16="http://schemas.microsoft.com/office/drawing/2014/main" id="{E2DB0580-492C-A894-3233-485C895473B0}"/>
                      </a:ext>
                    </a:extLst>
                  </p:cNvPr>
                  <p:cNvSpPr/>
                  <p:nvPr/>
                </p:nvSpPr>
                <p:spPr>
                  <a:xfrm>
                    <a:off x="3943263" y="4451464"/>
                    <a:ext cx="79502" cy="280796"/>
                  </a:xfrm>
                  <a:custGeom>
                    <a:avLst/>
                    <a:gdLst>
                      <a:gd name="csX0" fmla="*/ 0 w 79502"/>
                      <a:gd name="csY0" fmla="*/ 0 h 280796"/>
                      <a:gd name="csX1" fmla="*/ 79502 w 79502"/>
                      <a:gd name="csY1" fmla="*/ 0 h 280796"/>
                      <a:gd name="csX2" fmla="*/ 79502 w 79502"/>
                      <a:gd name="csY2" fmla="*/ 280797 h 280796"/>
                      <a:gd name="csX3" fmla="*/ 0 w 79502"/>
                      <a:gd name="csY3" fmla="*/ 280797 h 2807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280796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280797"/>
                        </a:lnTo>
                        <a:lnTo>
                          <a:pt x="0" y="280797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0" name="Freeform 1069">
                    <a:extLst>
                      <a:ext uri="{FF2B5EF4-FFF2-40B4-BE49-F238E27FC236}">
                        <a16:creationId xmlns:a16="http://schemas.microsoft.com/office/drawing/2014/main" id="{A541188F-CCF1-1973-AD30-CE4BC5F62A8D}"/>
                      </a:ext>
                    </a:extLst>
                  </p:cNvPr>
                  <p:cNvSpPr/>
                  <p:nvPr/>
                </p:nvSpPr>
                <p:spPr>
                  <a:xfrm>
                    <a:off x="4075724" y="4571479"/>
                    <a:ext cx="79502" cy="160654"/>
                  </a:xfrm>
                  <a:custGeom>
                    <a:avLst/>
                    <a:gdLst>
                      <a:gd name="csX0" fmla="*/ 0 w 79502"/>
                      <a:gd name="csY0" fmla="*/ 0 h 160654"/>
                      <a:gd name="csX1" fmla="*/ 79502 w 79502"/>
                      <a:gd name="csY1" fmla="*/ 0 h 160654"/>
                      <a:gd name="csX2" fmla="*/ 79502 w 79502"/>
                      <a:gd name="csY2" fmla="*/ 160655 h 160654"/>
                      <a:gd name="csX3" fmla="*/ 0 w 79502"/>
                      <a:gd name="csY3" fmla="*/ 160655 h 16065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9502" h="160654">
                        <a:moveTo>
                          <a:pt x="0" y="0"/>
                        </a:moveTo>
                        <a:lnTo>
                          <a:pt x="79502" y="0"/>
                        </a:lnTo>
                        <a:lnTo>
                          <a:pt x="79502" y="160655"/>
                        </a:lnTo>
                        <a:lnTo>
                          <a:pt x="0" y="160655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1" name="Freeform 1070">
                    <a:extLst>
                      <a:ext uri="{FF2B5EF4-FFF2-40B4-BE49-F238E27FC236}">
                        <a16:creationId xmlns:a16="http://schemas.microsoft.com/office/drawing/2014/main" id="{AEFF359B-5F8B-62AC-3E0E-CAD18E06A251}"/>
                      </a:ext>
                    </a:extLst>
                  </p:cNvPr>
                  <p:cNvSpPr/>
                  <p:nvPr/>
                </p:nvSpPr>
                <p:spPr>
                  <a:xfrm>
                    <a:off x="3559214" y="4452860"/>
                    <a:ext cx="52959" cy="12700"/>
                  </a:xfrm>
                  <a:custGeom>
                    <a:avLst/>
                    <a:gdLst>
                      <a:gd name="csX0" fmla="*/ 0 w 52959"/>
                      <a:gd name="csY0" fmla="*/ 0 h 12700"/>
                      <a:gd name="csX1" fmla="*/ 52959 w 52959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9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2" name="Freeform 1071">
                    <a:extLst>
                      <a:ext uri="{FF2B5EF4-FFF2-40B4-BE49-F238E27FC236}">
                        <a16:creationId xmlns:a16="http://schemas.microsoft.com/office/drawing/2014/main" id="{BC1D1413-0745-D675-BA41-6ABC0A370095}"/>
                      </a:ext>
                    </a:extLst>
                  </p:cNvPr>
                  <p:cNvSpPr/>
                  <p:nvPr/>
                </p:nvSpPr>
                <p:spPr>
                  <a:xfrm>
                    <a:off x="3585631" y="4452860"/>
                    <a:ext cx="12700" cy="72009"/>
                  </a:xfrm>
                  <a:custGeom>
                    <a:avLst/>
                    <a:gdLst>
                      <a:gd name="csX0" fmla="*/ 0 w 12700"/>
                      <a:gd name="csY0" fmla="*/ 0 h 72009"/>
                      <a:gd name="csX1" fmla="*/ 0 w 12700"/>
                      <a:gd name="csY1" fmla="*/ 72009 h 720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2009">
                        <a:moveTo>
                          <a:pt x="0" y="0"/>
                        </a:moveTo>
                        <a:lnTo>
                          <a:pt x="0" y="7200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3" name="Freeform 1072">
                    <a:extLst>
                      <a:ext uri="{FF2B5EF4-FFF2-40B4-BE49-F238E27FC236}">
                        <a16:creationId xmlns:a16="http://schemas.microsoft.com/office/drawing/2014/main" id="{0765C3E9-AECE-9330-EC96-1974FC997092}"/>
                      </a:ext>
                    </a:extLst>
                  </p:cNvPr>
                  <p:cNvSpPr/>
                  <p:nvPr/>
                </p:nvSpPr>
                <p:spPr>
                  <a:xfrm>
                    <a:off x="3559214" y="4524870"/>
                    <a:ext cx="52959" cy="12700"/>
                  </a:xfrm>
                  <a:custGeom>
                    <a:avLst/>
                    <a:gdLst>
                      <a:gd name="csX0" fmla="*/ 0 w 52959"/>
                      <a:gd name="csY0" fmla="*/ 0 h 12700"/>
                      <a:gd name="csX1" fmla="*/ 52959 w 52959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9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4" name="Freeform 1073">
                    <a:extLst>
                      <a:ext uri="{FF2B5EF4-FFF2-40B4-BE49-F238E27FC236}">
                        <a16:creationId xmlns:a16="http://schemas.microsoft.com/office/drawing/2014/main" id="{22E46778-FE7D-01D0-FDEA-EB58A0566AB2}"/>
                      </a:ext>
                    </a:extLst>
                  </p:cNvPr>
                  <p:cNvSpPr/>
                  <p:nvPr/>
                </p:nvSpPr>
                <p:spPr>
                  <a:xfrm>
                    <a:off x="3691675" y="4501121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5" name="Freeform 1074">
                    <a:extLst>
                      <a:ext uri="{FF2B5EF4-FFF2-40B4-BE49-F238E27FC236}">
                        <a16:creationId xmlns:a16="http://schemas.microsoft.com/office/drawing/2014/main" id="{FD3B86DF-9E96-AC4C-7EB6-D5E4C9532FED}"/>
                      </a:ext>
                    </a:extLst>
                  </p:cNvPr>
                  <p:cNvSpPr/>
                  <p:nvPr/>
                </p:nvSpPr>
                <p:spPr>
                  <a:xfrm>
                    <a:off x="3718092" y="4501121"/>
                    <a:ext cx="12700" cy="34925"/>
                  </a:xfrm>
                  <a:custGeom>
                    <a:avLst/>
                    <a:gdLst>
                      <a:gd name="csX0" fmla="*/ 0 w 12700"/>
                      <a:gd name="csY0" fmla="*/ 0 h 34925"/>
                      <a:gd name="csX1" fmla="*/ 0 w 12700"/>
                      <a:gd name="csY1" fmla="*/ 34925 h 3492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925">
                        <a:moveTo>
                          <a:pt x="0" y="0"/>
                        </a:moveTo>
                        <a:lnTo>
                          <a:pt x="0" y="3492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6" name="Freeform 1075">
                    <a:extLst>
                      <a:ext uri="{FF2B5EF4-FFF2-40B4-BE49-F238E27FC236}">
                        <a16:creationId xmlns:a16="http://schemas.microsoft.com/office/drawing/2014/main" id="{8429379D-1421-5D60-8BB3-CB667342016F}"/>
                      </a:ext>
                    </a:extLst>
                  </p:cNvPr>
                  <p:cNvSpPr/>
                  <p:nvPr/>
                </p:nvSpPr>
                <p:spPr>
                  <a:xfrm>
                    <a:off x="3691675" y="4536046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7" name="Freeform 1076">
                    <a:extLst>
                      <a:ext uri="{FF2B5EF4-FFF2-40B4-BE49-F238E27FC236}">
                        <a16:creationId xmlns:a16="http://schemas.microsoft.com/office/drawing/2014/main" id="{79132498-8E8D-6D50-D153-300055B29117}"/>
                      </a:ext>
                    </a:extLst>
                  </p:cNvPr>
                  <p:cNvSpPr/>
                  <p:nvPr/>
                </p:nvSpPr>
                <p:spPr>
                  <a:xfrm>
                    <a:off x="3824136" y="4280649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8" name="Freeform 1077">
                    <a:extLst>
                      <a:ext uri="{FF2B5EF4-FFF2-40B4-BE49-F238E27FC236}">
                        <a16:creationId xmlns:a16="http://schemas.microsoft.com/office/drawing/2014/main" id="{1EF1421D-F4E4-41BB-0C09-CA365B5CE32D}"/>
                      </a:ext>
                    </a:extLst>
                  </p:cNvPr>
                  <p:cNvSpPr/>
                  <p:nvPr/>
                </p:nvSpPr>
                <p:spPr>
                  <a:xfrm>
                    <a:off x="3850553" y="4280649"/>
                    <a:ext cx="12700" cy="374649"/>
                  </a:xfrm>
                  <a:custGeom>
                    <a:avLst/>
                    <a:gdLst>
                      <a:gd name="csX0" fmla="*/ 0 w 12700"/>
                      <a:gd name="csY0" fmla="*/ 0 h 374649"/>
                      <a:gd name="csX1" fmla="*/ 0 w 12700"/>
                      <a:gd name="csY1" fmla="*/ 374650 h 3746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74649">
                        <a:moveTo>
                          <a:pt x="0" y="0"/>
                        </a:moveTo>
                        <a:lnTo>
                          <a:pt x="0" y="37465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79" name="Freeform 1078">
                    <a:extLst>
                      <a:ext uri="{FF2B5EF4-FFF2-40B4-BE49-F238E27FC236}">
                        <a16:creationId xmlns:a16="http://schemas.microsoft.com/office/drawing/2014/main" id="{B57DEC12-842E-A5DE-EFAE-F4A2EDD38B45}"/>
                      </a:ext>
                    </a:extLst>
                  </p:cNvPr>
                  <p:cNvSpPr/>
                  <p:nvPr/>
                </p:nvSpPr>
                <p:spPr>
                  <a:xfrm>
                    <a:off x="3824136" y="4655298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0" name="Freeform 1079">
                    <a:extLst>
                      <a:ext uri="{FF2B5EF4-FFF2-40B4-BE49-F238E27FC236}">
                        <a16:creationId xmlns:a16="http://schemas.microsoft.com/office/drawing/2014/main" id="{3E355CD7-C2DA-2BFF-0CC8-B47A6534619D}"/>
                      </a:ext>
                    </a:extLst>
                  </p:cNvPr>
                  <p:cNvSpPr/>
                  <p:nvPr/>
                </p:nvSpPr>
                <p:spPr>
                  <a:xfrm>
                    <a:off x="4089059" y="4553445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1" name="Freeform 1080">
                    <a:extLst>
                      <a:ext uri="{FF2B5EF4-FFF2-40B4-BE49-F238E27FC236}">
                        <a16:creationId xmlns:a16="http://schemas.microsoft.com/office/drawing/2014/main" id="{3D6A8BC3-3043-15DD-B937-252545E74FF1}"/>
                      </a:ext>
                    </a:extLst>
                  </p:cNvPr>
                  <p:cNvSpPr/>
                  <p:nvPr/>
                </p:nvSpPr>
                <p:spPr>
                  <a:xfrm>
                    <a:off x="4115475" y="4553445"/>
                    <a:ext cx="12700" cy="36067"/>
                  </a:xfrm>
                  <a:custGeom>
                    <a:avLst/>
                    <a:gdLst>
                      <a:gd name="csX0" fmla="*/ 0 w 12700"/>
                      <a:gd name="csY0" fmla="*/ 0 h 36067"/>
                      <a:gd name="csX1" fmla="*/ 0 w 12700"/>
                      <a:gd name="csY1" fmla="*/ 36068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6067">
                        <a:moveTo>
                          <a:pt x="0" y="0"/>
                        </a:moveTo>
                        <a:lnTo>
                          <a:pt x="0" y="36068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2" name="Freeform 1081">
                    <a:extLst>
                      <a:ext uri="{FF2B5EF4-FFF2-40B4-BE49-F238E27FC236}">
                        <a16:creationId xmlns:a16="http://schemas.microsoft.com/office/drawing/2014/main" id="{0D765599-85AC-AC26-26BF-B3F95C93E0F0}"/>
                      </a:ext>
                    </a:extLst>
                  </p:cNvPr>
                  <p:cNvSpPr/>
                  <p:nvPr/>
                </p:nvSpPr>
                <p:spPr>
                  <a:xfrm>
                    <a:off x="4089059" y="4589512"/>
                    <a:ext cx="52958" cy="12700"/>
                  </a:xfrm>
                  <a:custGeom>
                    <a:avLst/>
                    <a:gdLst>
                      <a:gd name="csX0" fmla="*/ 0 w 52958"/>
                      <a:gd name="csY0" fmla="*/ 0 h 12700"/>
                      <a:gd name="csX1" fmla="*/ 52959 w 5295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58" h="12700">
                        <a:moveTo>
                          <a:pt x="0" y="0"/>
                        </a:moveTo>
                        <a:lnTo>
                          <a:pt x="52959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3" name="Freeform 1082">
                    <a:extLst>
                      <a:ext uri="{FF2B5EF4-FFF2-40B4-BE49-F238E27FC236}">
                        <a16:creationId xmlns:a16="http://schemas.microsoft.com/office/drawing/2014/main" id="{E9472B17-7440-EDA1-7121-1988E2B7E6B5}"/>
                      </a:ext>
                    </a:extLst>
                  </p:cNvPr>
                  <p:cNvSpPr/>
                  <p:nvPr/>
                </p:nvSpPr>
                <p:spPr>
                  <a:xfrm>
                    <a:off x="3843568" y="426185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4" name="Freeform 1083">
                    <a:extLst>
                      <a:ext uri="{FF2B5EF4-FFF2-40B4-BE49-F238E27FC236}">
                        <a16:creationId xmlns:a16="http://schemas.microsoft.com/office/drawing/2014/main" id="{CBEE6BF2-820A-FBD8-A245-09CCD97CA048}"/>
                      </a:ext>
                    </a:extLst>
                  </p:cNvPr>
                  <p:cNvSpPr/>
                  <p:nvPr/>
                </p:nvSpPr>
                <p:spPr>
                  <a:xfrm>
                    <a:off x="3711615" y="4549889"/>
                    <a:ext cx="36068" cy="36067"/>
                  </a:xfrm>
                  <a:custGeom>
                    <a:avLst/>
                    <a:gdLst>
                      <a:gd name="csX0" fmla="*/ 36068 w 36068"/>
                      <a:gd name="csY0" fmla="*/ 18034 h 36067"/>
                      <a:gd name="csX1" fmla="*/ 18034 w 36068"/>
                      <a:gd name="csY1" fmla="*/ 36068 h 36067"/>
                      <a:gd name="csX2" fmla="*/ 0 w 36068"/>
                      <a:gd name="csY2" fmla="*/ 18034 h 36067"/>
                      <a:gd name="csX3" fmla="*/ 18034 w 36068"/>
                      <a:gd name="csY3" fmla="*/ 0 h 36067"/>
                      <a:gd name="csX4" fmla="*/ 36068 w 36068"/>
                      <a:gd name="csY4" fmla="*/ 18034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7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5" name="Freeform 1084">
                    <a:extLst>
                      <a:ext uri="{FF2B5EF4-FFF2-40B4-BE49-F238E27FC236}">
                        <a16:creationId xmlns:a16="http://schemas.microsoft.com/office/drawing/2014/main" id="{B4F25A70-43EC-B00A-BF4D-BD02CECAB75C}"/>
                      </a:ext>
                    </a:extLst>
                  </p:cNvPr>
                  <p:cNvSpPr/>
                  <p:nvPr/>
                </p:nvSpPr>
                <p:spPr>
                  <a:xfrm>
                    <a:off x="3694470" y="450505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6" name="Freeform 1085">
                    <a:extLst>
                      <a:ext uri="{FF2B5EF4-FFF2-40B4-BE49-F238E27FC236}">
                        <a16:creationId xmlns:a16="http://schemas.microsoft.com/office/drawing/2014/main" id="{BA44B45B-F4B4-81A1-9EB6-8B9867878677}"/>
                      </a:ext>
                    </a:extLst>
                  </p:cNvPr>
                  <p:cNvSpPr/>
                  <p:nvPr/>
                </p:nvSpPr>
                <p:spPr>
                  <a:xfrm>
                    <a:off x="4106204" y="458125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7" name="Freeform 1086">
                    <a:extLst>
                      <a:ext uri="{FF2B5EF4-FFF2-40B4-BE49-F238E27FC236}">
                        <a16:creationId xmlns:a16="http://schemas.microsoft.com/office/drawing/2014/main" id="{D7EA2CF2-BFAE-19DA-9849-B797091519D4}"/>
                      </a:ext>
                    </a:extLst>
                  </p:cNvPr>
                  <p:cNvSpPr/>
                  <p:nvPr/>
                </p:nvSpPr>
                <p:spPr>
                  <a:xfrm>
                    <a:off x="3571407" y="442962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8" name="Freeform 1087">
                    <a:extLst>
                      <a:ext uri="{FF2B5EF4-FFF2-40B4-BE49-F238E27FC236}">
                        <a16:creationId xmlns:a16="http://schemas.microsoft.com/office/drawing/2014/main" id="{72C813C5-24B2-3AA6-42AA-F3FC1E3C0E5C}"/>
                      </a:ext>
                    </a:extLst>
                  </p:cNvPr>
                  <p:cNvSpPr/>
                  <p:nvPr/>
                </p:nvSpPr>
                <p:spPr>
                  <a:xfrm>
                    <a:off x="4097949" y="451471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89" name="Freeform 1088">
                    <a:extLst>
                      <a:ext uri="{FF2B5EF4-FFF2-40B4-BE49-F238E27FC236}">
                        <a16:creationId xmlns:a16="http://schemas.microsoft.com/office/drawing/2014/main" id="{80697311-3C4A-3253-9A50-D6DC39ACE7F8}"/>
                      </a:ext>
                    </a:extLst>
                  </p:cNvPr>
                  <p:cNvSpPr/>
                  <p:nvPr/>
                </p:nvSpPr>
                <p:spPr>
                  <a:xfrm>
                    <a:off x="3573947" y="451750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0" name="Freeform 1089">
                    <a:extLst>
                      <a:ext uri="{FF2B5EF4-FFF2-40B4-BE49-F238E27FC236}">
                        <a16:creationId xmlns:a16="http://schemas.microsoft.com/office/drawing/2014/main" id="{3616552F-D55E-D50E-1E99-4FAA126F3A7E}"/>
                      </a:ext>
                    </a:extLst>
                  </p:cNvPr>
                  <p:cNvSpPr/>
                  <p:nvPr/>
                </p:nvSpPr>
                <p:spPr>
                  <a:xfrm>
                    <a:off x="4087789" y="449667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1" name="Freeform 1090">
                    <a:extLst>
                      <a:ext uri="{FF2B5EF4-FFF2-40B4-BE49-F238E27FC236}">
                        <a16:creationId xmlns:a16="http://schemas.microsoft.com/office/drawing/2014/main" id="{FFA4223C-6A52-055B-ECA6-048FEB8F8E01}"/>
                      </a:ext>
                    </a:extLst>
                  </p:cNvPr>
                  <p:cNvSpPr/>
                  <p:nvPr/>
                </p:nvSpPr>
                <p:spPr>
                  <a:xfrm>
                    <a:off x="3571788" y="449400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2" name="Freeform 1091">
                    <a:extLst>
                      <a:ext uri="{FF2B5EF4-FFF2-40B4-BE49-F238E27FC236}">
                        <a16:creationId xmlns:a16="http://schemas.microsoft.com/office/drawing/2014/main" id="{B0E3F997-F65C-F5DC-EB8A-AC5D21635B41}"/>
                      </a:ext>
                    </a:extLst>
                  </p:cNvPr>
                  <p:cNvSpPr/>
                  <p:nvPr/>
                </p:nvSpPr>
                <p:spPr>
                  <a:xfrm>
                    <a:off x="4102902" y="461808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3" name="Freeform 1092">
                    <a:extLst>
                      <a:ext uri="{FF2B5EF4-FFF2-40B4-BE49-F238E27FC236}">
                        <a16:creationId xmlns:a16="http://schemas.microsoft.com/office/drawing/2014/main" id="{E4B716FF-7951-E6DD-730C-82FA3CB9FBD2}"/>
                      </a:ext>
                    </a:extLst>
                  </p:cNvPr>
                  <p:cNvSpPr/>
                  <p:nvPr/>
                </p:nvSpPr>
                <p:spPr>
                  <a:xfrm>
                    <a:off x="3566454" y="456805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4" name="Freeform 1093">
                    <a:extLst>
                      <a:ext uri="{FF2B5EF4-FFF2-40B4-BE49-F238E27FC236}">
                        <a16:creationId xmlns:a16="http://schemas.microsoft.com/office/drawing/2014/main" id="{104D5393-1C97-DE18-3415-2D5EFB3E1C77}"/>
                      </a:ext>
                    </a:extLst>
                  </p:cNvPr>
                  <p:cNvSpPr/>
                  <p:nvPr/>
                </p:nvSpPr>
                <p:spPr>
                  <a:xfrm>
                    <a:off x="4103283" y="454506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5" name="Freeform 1094">
                    <a:extLst>
                      <a:ext uri="{FF2B5EF4-FFF2-40B4-BE49-F238E27FC236}">
                        <a16:creationId xmlns:a16="http://schemas.microsoft.com/office/drawing/2014/main" id="{6AF210C9-9C57-C061-3D4D-88EC93FD4C4C}"/>
                      </a:ext>
                    </a:extLst>
                  </p:cNvPr>
                  <p:cNvSpPr/>
                  <p:nvPr/>
                </p:nvSpPr>
                <p:spPr>
                  <a:xfrm>
                    <a:off x="3579154" y="450112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6" name="Freeform 1095">
                    <a:extLst>
                      <a:ext uri="{FF2B5EF4-FFF2-40B4-BE49-F238E27FC236}">
                        <a16:creationId xmlns:a16="http://schemas.microsoft.com/office/drawing/2014/main" id="{F363D4F6-40D7-73E0-088D-7979C8A64583}"/>
                      </a:ext>
                    </a:extLst>
                  </p:cNvPr>
                  <p:cNvSpPr/>
                  <p:nvPr/>
                </p:nvSpPr>
                <p:spPr>
                  <a:xfrm>
                    <a:off x="3693581" y="4541380"/>
                    <a:ext cx="36068" cy="36067"/>
                  </a:xfrm>
                  <a:custGeom>
                    <a:avLst/>
                    <a:gdLst>
                      <a:gd name="csX0" fmla="*/ 36068 w 36068"/>
                      <a:gd name="csY0" fmla="*/ 18034 h 36067"/>
                      <a:gd name="csX1" fmla="*/ 18034 w 36068"/>
                      <a:gd name="csY1" fmla="*/ 36068 h 36067"/>
                      <a:gd name="csX2" fmla="*/ 0 w 36068"/>
                      <a:gd name="csY2" fmla="*/ 18034 h 36067"/>
                      <a:gd name="csX3" fmla="*/ 18034 w 36068"/>
                      <a:gd name="csY3" fmla="*/ 0 h 36067"/>
                      <a:gd name="csX4" fmla="*/ 36068 w 36068"/>
                      <a:gd name="csY4" fmla="*/ 18034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7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7" name="Freeform 1096">
                    <a:extLst>
                      <a:ext uri="{FF2B5EF4-FFF2-40B4-BE49-F238E27FC236}">
                        <a16:creationId xmlns:a16="http://schemas.microsoft.com/office/drawing/2014/main" id="{DBFF7C3E-D218-06DC-2E58-CDB39FEAABEF}"/>
                      </a:ext>
                    </a:extLst>
                  </p:cNvPr>
                  <p:cNvSpPr/>
                  <p:nvPr/>
                </p:nvSpPr>
                <p:spPr>
                  <a:xfrm>
                    <a:off x="4096425" y="456347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8" name="Freeform 1097">
                    <a:extLst>
                      <a:ext uri="{FF2B5EF4-FFF2-40B4-BE49-F238E27FC236}">
                        <a16:creationId xmlns:a16="http://schemas.microsoft.com/office/drawing/2014/main" id="{CBAC7D60-2131-55B2-5728-B0DDFC425691}"/>
                      </a:ext>
                    </a:extLst>
                  </p:cNvPr>
                  <p:cNvSpPr/>
                  <p:nvPr/>
                </p:nvSpPr>
                <p:spPr>
                  <a:xfrm>
                    <a:off x="3579281" y="431595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099" name="Freeform 1098">
                    <a:extLst>
                      <a:ext uri="{FF2B5EF4-FFF2-40B4-BE49-F238E27FC236}">
                        <a16:creationId xmlns:a16="http://schemas.microsoft.com/office/drawing/2014/main" id="{0B2175CE-6176-F5C0-4A63-B88D64E8E1BF}"/>
                      </a:ext>
                    </a:extLst>
                  </p:cNvPr>
                  <p:cNvSpPr/>
                  <p:nvPr/>
                </p:nvSpPr>
                <p:spPr>
                  <a:xfrm>
                    <a:off x="3845219" y="463650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0" name="Freeform 1099">
                    <a:extLst>
                      <a:ext uri="{FF2B5EF4-FFF2-40B4-BE49-F238E27FC236}">
                        <a16:creationId xmlns:a16="http://schemas.microsoft.com/office/drawing/2014/main" id="{0E86D2A4-350C-286E-67EB-160BBCADFB9E}"/>
                      </a:ext>
                    </a:extLst>
                  </p:cNvPr>
                  <p:cNvSpPr/>
                  <p:nvPr/>
                </p:nvSpPr>
                <p:spPr>
                  <a:xfrm>
                    <a:off x="3689898" y="45341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1" name="Freeform 1100">
                    <a:extLst>
                      <a:ext uri="{FF2B5EF4-FFF2-40B4-BE49-F238E27FC236}">
                        <a16:creationId xmlns:a16="http://schemas.microsoft.com/office/drawing/2014/main" id="{D2F50A73-2D2A-B1DD-76C2-B54E5F951ED5}"/>
                      </a:ext>
                    </a:extLst>
                  </p:cNvPr>
                  <p:cNvSpPr/>
                  <p:nvPr/>
                </p:nvSpPr>
                <p:spPr>
                  <a:xfrm>
                    <a:off x="3699423" y="448296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2" name="Freeform 1101">
                    <a:extLst>
                      <a:ext uri="{FF2B5EF4-FFF2-40B4-BE49-F238E27FC236}">
                        <a16:creationId xmlns:a16="http://schemas.microsoft.com/office/drawing/2014/main" id="{084A9B20-9003-DB40-59FD-7C6BE2451CDB}"/>
                      </a:ext>
                    </a:extLst>
                  </p:cNvPr>
                  <p:cNvSpPr/>
                  <p:nvPr/>
                </p:nvSpPr>
                <p:spPr>
                  <a:xfrm>
                    <a:off x="3966631" y="443355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3" name="Freeform 1102">
                    <a:extLst>
                      <a:ext uri="{FF2B5EF4-FFF2-40B4-BE49-F238E27FC236}">
                        <a16:creationId xmlns:a16="http://schemas.microsoft.com/office/drawing/2014/main" id="{0444B254-7B03-520C-1B6C-C082910680DD}"/>
                      </a:ext>
                    </a:extLst>
                  </p:cNvPr>
                  <p:cNvSpPr/>
                  <p:nvPr/>
                </p:nvSpPr>
                <p:spPr>
                  <a:xfrm>
                    <a:off x="3710726" y="442377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4" name="Freeform 1103">
                    <a:extLst>
                      <a:ext uri="{FF2B5EF4-FFF2-40B4-BE49-F238E27FC236}">
                        <a16:creationId xmlns:a16="http://schemas.microsoft.com/office/drawing/2014/main" id="{B40CEE73-7B84-A6C7-F38C-00E5FEAB31C4}"/>
                      </a:ext>
                    </a:extLst>
                  </p:cNvPr>
                  <p:cNvSpPr/>
                  <p:nvPr/>
                </p:nvSpPr>
                <p:spPr>
                  <a:xfrm>
                    <a:off x="3690533" y="446606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5" name="TextBox 1104">
                    <a:extLst>
                      <a:ext uri="{FF2B5EF4-FFF2-40B4-BE49-F238E27FC236}">
                        <a16:creationId xmlns:a16="http://schemas.microsoft.com/office/drawing/2014/main" id="{0F5B9FB0-8C33-FA57-86D3-B816AF651646}"/>
                      </a:ext>
                    </a:extLst>
                  </p:cNvPr>
                  <p:cNvSpPr txBox="1"/>
                  <p:nvPr/>
                </p:nvSpPr>
                <p:spPr>
                  <a:xfrm>
                    <a:off x="3421152" y="4110848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0.158</a:t>
                    </a:r>
                  </a:p>
                </p:txBody>
              </p:sp>
              <p:sp>
                <p:nvSpPr>
                  <p:cNvPr id="1106" name="Freeform 1105">
                    <a:extLst>
                      <a:ext uri="{FF2B5EF4-FFF2-40B4-BE49-F238E27FC236}">
                        <a16:creationId xmlns:a16="http://schemas.microsoft.com/office/drawing/2014/main" id="{F140A916-E785-6E16-76D6-35FEA794C2BB}"/>
                      </a:ext>
                    </a:extLst>
                  </p:cNvPr>
                  <p:cNvSpPr/>
                  <p:nvPr/>
                </p:nvSpPr>
                <p:spPr>
                  <a:xfrm>
                    <a:off x="3585631" y="4235564"/>
                    <a:ext cx="119253" cy="12700"/>
                  </a:xfrm>
                  <a:custGeom>
                    <a:avLst/>
                    <a:gdLst>
                      <a:gd name="csX0" fmla="*/ 0 w 119253"/>
                      <a:gd name="csY0" fmla="*/ 0 h 12700"/>
                      <a:gd name="csX1" fmla="*/ 119253 w 119253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19253" h="12700">
                        <a:moveTo>
                          <a:pt x="0" y="0"/>
                        </a:moveTo>
                        <a:lnTo>
                          <a:pt x="119253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7" name="TextBox 1106">
                    <a:extLst>
                      <a:ext uri="{FF2B5EF4-FFF2-40B4-BE49-F238E27FC236}">
                        <a16:creationId xmlns:a16="http://schemas.microsoft.com/office/drawing/2014/main" id="{8287CBC5-67BB-0559-9FDD-2461B56FB662}"/>
                      </a:ext>
                    </a:extLst>
                  </p:cNvPr>
                  <p:cNvSpPr txBox="1"/>
                  <p:nvPr/>
                </p:nvSpPr>
                <p:spPr>
                  <a:xfrm>
                    <a:off x="3746000" y="4062678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108" name="Freeform 1107">
                    <a:extLst>
                      <a:ext uri="{FF2B5EF4-FFF2-40B4-BE49-F238E27FC236}">
                        <a16:creationId xmlns:a16="http://schemas.microsoft.com/office/drawing/2014/main" id="{9CE66026-77E6-2486-C807-94BEE6385823}"/>
                      </a:ext>
                    </a:extLst>
                  </p:cNvPr>
                  <p:cNvSpPr/>
                  <p:nvPr/>
                </p:nvSpPr>
                <p:spPr>
                  <a:xfrm>
                    <a:off x="3731300" y="4235564"/>
                    <a:ext cx="384175" cy="12700"/>
                  </a:xfrm>
                  <a:custGeom>
                    <a:avLst/>
                    <a:gdLst>
                      <a:gd name="csX0" fmla="*/ 0 w 384175"/>
                      <a:gd name="csY0" fmla="*/ 0 h 12700"/>
                      <a:gd name="csX1" fmla="*/ 384175 w 384175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84175" h="12700">
                        <a:moveTo>
                          <a:pt x="0" y="0"/>
                        </a:moveTo>
                        <a:lnTo>
                          <a:pt x="38417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09" name="TextBox 1108">
                    <a:extLst>
                      <a:ext uri="{FF2B5EF4-FFF2-40B4-BE49-F238E27FC236}">
                        <a16:creationId xmlns:a16="http://schemas.microsoft.com/office/drawing/2014/main" id="{95504CD1-6018-7FD6-2B6C-A029EC4D11C7}"/>
                      </a:ext>
                    </a:extLst>
                  </p:cNvPr>
                  <p:cNvSpPr txBox="1"/>
                  <p:nvPr/>
                </p:nvSpPr>
                <p:spPr>
                  <a:xfrm>
                    <a:off x="3633235" y="3949775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1110" name="Freeform 1109">
                    <a:extLst>
                      <a:ext uri="{FF2B5EF4-FFF2-40B4-BE49-F238E27FC236}">
                        <a16:creationId xmlns:a16="http://schemas.microsoft.com/office/drawing/2014/main" id="{EE036488-C468-3841-5F3E-0C9FAD660373}"/>
                      </a:ext>
                    </a:extLst>
                  </p:cNvPr>
                  <p:cNvSpPr/>
                  <p:nvPr/>
                </p:nvSpPr>
                <p:spPr>
                  <a:xfrm>
                    <a:off x="3585631" y="4122661"/>
                    <a:ext cx="529844" cy="12700"/>
                  </a:xfrm>
                  <a:custGeom>
                    <a:avLst/>
                    <a:gdLst>
                      <a:gd name="csX0" fmla="*/ 0 w 529844"/>
                      <a:gd name="csY0" fmla="*/ 0 h 12700"/>
                      <a:gd name="csX1" fmla="*/ 529844 w 52984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529844" h="12700">
                        <a:moveTo>
                          <a:pt x="0" y="0"/>
                        </a:moveTo>
                        <a:lnTo>
                          <a:pt x="52984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111" name="Graphic 597">
                  <a:extLst>
                    <a:ext uri="{FF2B5EF4-FFF2-40B4-BE49-F238E27FC236}">
                      <a16:creationId xmlns:a16="http://schemas.microsoft.com/office/drawing/2014/main" id="{F1CAC294-6C17-3B4C-6A0D-DE3AABAACFC8}"/>
                    </a:ext>
                  </a:extLst>
                </p:cNvPr>
                <p:cNvGrpSpPr/>
                <p:nvPr/>
              </p:nvGrpSpPr>
              <p:grpSpPr>
                <a:xfrm>
                  <a:off x="3040613" y="3752714"/>
                  <a:ext cx="1203962" cy="1196086"/>
                  <a:chOff x="3040613" y="3752714"/>
                  <a:chExt cx="1203962" cy="1196086"/>
                </a:xfrm>
              </p:grpSpPr>
              <p:sp>
                <p:nvSpPr>
                  <p:cNvPr id="1112" name="Freeform 1111">
                    <a:extLst>
                      <a:ext uri="{FF2B5EF4-FFF2-40B4-BE49-F238E27FC236}">
                        <a16:creationId xmlns:a16="http://schemas.microsoft.com/office/drawing/2014/main" id="{81F6F8AD-190F-3DC6-3B86-7965B88269A0}"/>
                      </a:ext>
                    </a:extLst>
                  </p:cNvPr>
                  <p:cNvSpPr/>
                  <p:nvPr/>
                </p:nvSpPr>
                <p:spPr>
                  <a:xfrm>
                    <a:off x="3506128" y="4054970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13" name="TextBox 1112">
                    <a:extLst>
                      <a:ext uri="{FF2B5EF4-FFF2-40B4-BE49-F238E27FC236}">
                        <a16:creationId xmlns:a16="http://schemas.microsoft.com/office/drawing/2014/main" id="{6DC6ACB9-DBAC-7BEE-D6FE-0110FB08CA1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30" y="4625245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0.0%</a:t>
                    </a:r>
                  </a:p>
                </p:txBody>
              </p:sp>
              <p:sp>
                <p:nvSpPr>
                  <p:cNvPr id="1114" name="TextBox 1113">
                    <a:extLst>
                      <a:ext uri="{FF2B5EF4-FFF2-40B4-BE49-F238E27FC236}">
                        <a16:creationId xmlns:a16="http://schemas.microsoft.com/office/drawing/2014/main" id="{F60421B5-0414-FF41-198E-EFC9589F01E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30" y="4472464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2.5%</a:t>
                    </a:r>
                  </a:p>
                </p:txBody>
              </p:sp>
              <p:sp>
                <p:nvSpPr>
                  <p:cNvPr id="1115" name="TextBox 1114">
                    <a:extLst>
                      <a:ext uri="{FF2B5EF4-FFF2-40B4-BE49-F238E27FC236}">
                        <a16:creationId xmlns:a16="http://schemas.microsoft.com/office/drawing/2014/main" id="{E2570F8D-B3F4-FC66-014F-4E8D8260B2F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30" y="4319556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5.0%</a:t>
                    </a:r>
                  </a:p>
                </p:txBody>
              </p:sp>
              <p:sp>
                <p:nvSpPr>
                  <p:cNvPr id="1116" name="TextBox 1115">
                    <a:extLst>
                      <a:ext uri="{FF2B5EF4-FFF2-40B4-BE49-F238E27FC236}">
                        <a16:creationId xmlns:a16="http://schemas.microsoft.com/office/drawing/2014/main" id="{D1B805D5-3FB5-8483-6DDF-05C41D04FBC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30" y="4166775"/>
                    <a:ext cx="43124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7.5%</a:t>
                    </a:r>
                  </a:p>
                </p:txBody>
              </p:sp>
              <p:sp>
                <p:nvSpPr>
                  <p:cNvPr id="1117" name="TextBox 1116">
                    <a:extLst>
                      <a:ext uri="{FF2B5EF4-FFF2-40B4-BE49-F238E27FC236}">
                        <a16:creationId xmlns:a16="http://schemas.microsoft.com/office/drawing/2014/main" id="{67B92F5A-5DDA-0821-4D4C-E6ADB443E9EC}"/>
                      </a:ext>
                    </a:extLst>
                  </p:cNvPr>
                  <p:cNvSpPr txBox="1"/>
                  <p:nvPr/>
                </p:nvSpPr>
                <p:spPr>
                  <a:xfrm>
                    <a:off x="3040613" y="4013867"/>
                    <a:ext cx="4889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10.0%</a:t>
                    </a:r>
                  </a:p>
                </p:txBody>
              </p:sp>
              <p:sp>
                <p:nvSpPr>
                  <p:cNvPr id="1118" name="Freeform 1117">
                    <a:extLst>
                      <a:ext uri="{FF2B5EF4-FFF2-40B4-BE49-F238E27FC236}">
                        <a16:creationId xmlns:a16="http://schemas.microsoft.com/office/drawing/2014/main" id="{40DE4D08-A162-D4E7-57BB-1EB520C6BAC6}"/>
                      </a:ext>
                    </a:extLst>
                  </p:cNvPr>
                  <p:cNvSpPr/>
                  <p:nvPr/>
                </p:nvSpPr>
                <p:spPr>
                  <a:xfrm>
                    <a:off x="3471331" y="473213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19" name="Freeform 1118">
                    <a:extLst>
                      <a:ext uri="{FF2B5EF4-FFF2-40B4-BE49-F238E27FC236}">
                        <a16:creationId xmlns:a16="http://schemas.microsoft.com/office/drawing/2014/main" id="{34B92C9A-1A12-0A85-39D6-8A03E7E64DEA}"/>
                      </a:ext>
                    </a:extLst>
                  </p:cNvPr>
                  <p:cNvSpPr/>
                  <p:nvPr/>
                </p:nvSpPr>
                <p:spPr>
                  <a:xfrm>
                    <a:off x="3471331" y="4579353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0" name="Freeform 1119">
                    <a:extLst>
                      <a:ext uri="{FF2B5EF4-FFF2-40B4-BE49-F238E27FC236}">
                        <a16:creationId xmlns:a16="http://schemas.microsoft.com/office/drawing/2014/main" id="{F804906B-CC58-40E1-17F4-01EB4C391919}"/>
                      </a:ext>
                    </a:extLst>
                  </p:cNvPr>
                  <p:cNvSpPr/>
                  <p:nvPr/>
                </p:nvSpPr>
                <p:spPr>
                  <a:xfrm>
                    <a:off x="3471331" y="4426445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1" name="Freeform 1120">
                    <a:extLst>
                      <a:ext uri="{FF2B5EF4-FFF2-40B4-BE49-F238E27FC236}">
                        <a16:creationId xmlns:a16="http://schemas.microsoft.com/office/drawing/2014/main" id="{3864FFCF-89B1-EF77-DDBE-BE8EBF77FC8F}"/>
                      </a:ext>
                    </a:extLst>
                  </p:cNvPr>
                  <p:cNvSpPr/>
                  <p:nvPr/>
                </p:nvSpPr>
                <p:spPr>
                  <a:xfrm>
                    <a:off x="3471331" y="427366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2" name="Freeform 1121">
                    <a:extLst>
                      <a:ext uri="{FF2B5EF4-FFF2-40B4-BE49-F238E27FC236}">
                        <a16:creationId xmlns:a16="http://schemas.microsoft.com/office/drawing/2014/main" id="{81A3E6E9-EF08-1279-F037-BAB4B8504740}"/>
                      </a:ext>
                    </a:extLst>
                  </p:cNvPr>
                  <p:cNvSpPr/>
                  <p:nvPr/>
                </p:nvSpPr>
                <p:spPr>
                  <a:xfrm>
                    <a:off x="3471331" y="4120756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3" name="Freeform 1122">
                    <a:extLst>
                      <a:ext uri="{FF2B5EF4-FFF2-40B4-BE49-F238E27FC236}">
                        <a16:creationId xmlns:a16="http://schemas.microsoft.com/office/drawing/2014/main" id="{28C767AA-086D-A483-E2FE-B8831368815A}"/>
                      </a:ext>
                    </a:extLst>
                  </p:cNvPr>
                  <p:cNvSpPr/>
                  <p:nvPr/>
                </p:nvSpPr>
                <p:spPr>
                  <a:xfrm>
                    <a:off x="3506128" y="4732134"/>
                    <a:ext cx="688847" cy="12700"/>
                  </a:xfrm>
                  <a:custGeom>
                    <a:avLst/>
                    <a:gdLst>
                      <a:gd name="csX0" fmla="*/ 0 w 688847"/>
                      <a:gd name="csY0" fmla="*/ 0 h 12700"/>
                      <a:gd name="csX1" fmla="*/ 688848 w 68884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88847" h="12700">
                        <a:moveTo>
                          <a:pt x="0" y="0"/>
                        </a:moveTo>
                        <a:lnTo>
                          <a:pt x="688848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4" name="Freeform 1123">
                    <a:extLst>
                      <a:ext uri="{FF2B5EF4-FFF2-40B4-BE49-F238E27FC236}">
                        <a16:creationId xmlns:a16="http://schemas.microsoft.com/office/drawing/2014/main" id="{4BB9D4E8-5CF7-0A7A-6195-76F3A7383720}"/>
                      </a:ext>
                    </a:extLst>
                  </p:cNvPr>
                  <p:cNvSpPr/>
                  <p:nvPr/>
                </p:nvSpPr>
                <p:spPr>
                  <a:xfrm>
                    <a:off x="3585631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5" name="Freeform 1124">
                    <a:extLst>
                      <a:ext uri="{FF2B5EF4-FFF2-40B4-BE49-F238E27FC236}">
                        <a16:creationId xmlns:a16="http://schemas.microsoft.com/office/drawing/2014/main" id="{AC4BD6E0-F532-C6CA-8940-40D9A29C3B18}"/>
                      </a:ext>
                    </a:extLst>
                  </p:cNvPr>
                  <p:cNvSpPr/>
                  <p:nvPr/>
                </p:nvSpPr>
                <p:spPr>
                  <a:xfrm>
                    <a:off x="3718092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6" name="Freeform 1125">
                    <a:extLst>
                      <a:ext uri="{FF2B5EF4-FFF2-40B4-BE49-F238E27FC236}">
                        <a16:creationId xmlns:a16="http://schemas.microsoft.com/office/drawing/2014/main" id="{63EEC6A1-35F8-BECA-74C8-F5D4FC9EE2A5}"/>
                      </a:ext>
                    </a:extLst>
                  </p:cNvPr>
                  <p:cNvSpPr/>
                  <p:nvPr/>
                </p:nvSpPr>
                <p:spPr>
                  <a:xfrm>
                    <a:off x="3850553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7" name="Freeform 1126">
                    <a:extLst>
                      <a:ext uri="{FF2B5EF4-FFF2-40B4-BE49-F238E27FC236}">
                        <a16:creationId xmlns:a16="http://schemas.microsoft.com/office/drawing/2014/main" id="{D08FE78E-D38D-A1D8-329D-8B18BC81A074}"/>
                      </a:ext>
                    </a:extLst>
                  </p:cNvPr>
                  <p:cNvSpPr/>
                  <p:nvPr/>
                </p:nvSpPr>
                <p:spPr>
                  <a:xfrm>
                    <a:off x="3983014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8" name="Freeform 1127">
                    <a:extLst>
                      <a:ext uri="{FF2B5EF4-FFF2-40B4-BE49-F238E27FC236}">
                        <a16:creationId xmlns:a16="http://schemas.microsoft.com/office/drawing/2014/main" id="{EB923A41-E32B-0A8B-EE87-EBC91E85D188}"/>
                      </a:ext>
                    </a:extLst>
                  </p:cNvPr>
                  <p:cNvSpPr/>
                  <p:nvPr/>
                </p:nvSpPr>
                <p:spPr>
                  <a:xfrm>
                    <a:off x="4115475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29" name="TextBox 1128">
                    <a:extLst>
                      <a:ext uri="{FF2B5EF4-FFF2-40B4-BE49-F238E27FC236}">
                        <a16:creationId xmlns:a16="http://schemas.microsoft.com/office/drawing/2014/main" id="{315C679B-D98C-D9BC-806A-615A7C8B6EA7}"/>
                      </a:ext>
                    </a:extLst>
                  </p:cNvPr>
                  <p:cNvSpPr txBox="1"/>
                  <p:nvPr/>
                </p:nvSpPr>
                <p:spPr>
                  <a:xfrm>
                    <a:off x="3445502" y="4727988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130" name="TextBox 1129">
                    <a:extLst>
                      <a:ext uri="{FF2B5EF4-FFF2-40B4-BE49-F238E27FC236}">
                        <a16:creationId xmlns:a16="http://schemas.microsoft.com/office/drawing/2014/main" id="{E9DB844B-72E0-4D8D-D678-F83089651248}"/>
                      </a:ext>
                    </a:extLst>
                  </p:cNvPr>
                  <p:cNvSpPr txBox="1"/>
                  <p:nvPr/>
                </p:nvSpPr>
                <p:spPr>
                  <a:xfrm>
                    <a:off x="3605955" y="4727988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131" name="TextBox 1130">
                    <a:extLst>
                      <a:ext uri="{FF2B5EF4-FFF2-40B4-BE49-F238E27FC236}">
                        <a16:creationId xmlns:a16="http://schemas.microsoft.com/office/drawing/2014/main" id="{C08223E6-4F7B-F7CD-520D-F05B65709287}"/>
                      </a:ext>
                    </a:extLst>
                  </p:cNvPr>
                  <p:cNvSpPr txBox="1"/>
                  <p:nvPr/>
                </p:nvSpPr>
                <p:spPr>
                  <a:xfrm>
                    <a:off x="3709576" y="4727988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132" name="TextBox 1131">
                    <a:extLst>
                      <a:ext uri="{FF2B5EF4-FFF2-40B4-BE49-F238E27FC236}">
                        <a16:creationId xmlns:a16="http://schemas.microsoft.com/office/drawing/2014/main" id="{A5344769-1F28-661C-8BDD-6EA1E5048CD5}"/>
                      </a:ext>
                    </a:extLst>
                  </p:cNvPr>
                  <p:cNvSpPr txBox="1"/>
                  <p:nvPr/>
                </p:nvSpPr>
                <p:spPr>
                  <a:xfrm>
                    <a:off x="3816590" y="4727988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AD90AE06-A16C-2B61-515E-8444DB78B661}"/>
                      </a:ext>
                    </a:extLst>
                  </p:cNvPr>
                  <p:cNvSpPr txBox="1"/>
                  <p:nvPr/>
                </p:nvSpPr>
                <p:spPr>
                  <a:xfrm>
                    <a:off x="3986372" y="4727988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136" name="TextBox 1135">
                    <a:extLst>
                      <a:ext uri="{FF2B5EF4-FFF2-40B4-BE49-F238E27FC236}">
                        <a16:creationId xmlns:a16="http://schemas.microsoft.com/office/drawing/2014/main" id="{20F78A9B-A856-5F23-065C-DEE8B44A770F}"/>
                      </a:ext>
                    </a:extLst>
                  </p:cNvPr>
                  <p:cNvSpPr txBox="1"/>
                  <p:nvPr/>
                </p:nvSpPr>
                <p:spPr>
                  <a:xfrm>
                    <a:off x="3501220" y="3752714"/>
                    <a:ext cx="680622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9_Mixed</a:t>
                    </a:r>
                  </a:p>
                </p:txBody>
              </p:sp>
            </p:grpSp>
          </p:grpSp>
          <p:grpSp>
            <p:nvGrpSpPr>
              <p:cNvPr id="1137" name="Graphic 599">
                <a:extLst>
                  <a:ext uri="{FF2B5EF4-FFF2-40B4-BE49-F238E27FC236}">
                    <a16:creationId xmlns:a16="http://schemas.microsoft.com/office/drawing/2014/main" id="{1FF9F661-4551-184A-81C7-8A5214E7CCAB}"/>
                  </a:ext>
                </a:extLst>
              </p:cNvPr>
              <p:cNvGrpSpPr/>
              <p:nvPr/>
            </p:nvGrpSpPr>
            <p:grpSpPr>
              <a:xfrm>
                <a:off x="1177392" y="3143882"/>
                <a:ext cx="1191469" cy="1196086"/>
                <a:chOff x="4241260" y="3752714"/>
                <a:chExt cx="1191469" cy="1196086"/>
              </a:xfrm>
            </p:grpSpPr>
            <p:grpSp>
              <p:nvGrpSpPr>
                <p:cNvPr id="1140" name="Graphic 599">
                  <a:extLst>
                    <a:ext uri="{FF2B5EF4-FFF2-40B4-BE49-F238E27FC236}">
                      <a16:creationId xmlns:a16="http://schemas.microsoft.com/office/drawing/2014/main" id="{09F91F22-B0C0-13C4-907A-D619C74E9603}"/>
                    </a:ext>
                  </a:extLst>
                </p:cNvPr>
                <p:cNvGrpSpPr/>
                <p:nvPr/>
              </p:nvGrpSpPr>
              <p:grpSpPr>
                <a:xfrm>
                  <a:off x="4556996" y="3949775"/>
                  <a:ext cx="844041" cy="782485"/>
                  <a:chOff x="4556996" y="3949775"/>
                  <a:chExt cx="844041" cy="782485"/>
                </a:xfrm>
              </p:grpSpPr>
              <p:sp>
                <p:nvSpPr>
                  <p:cNvPr id="1141" name="Freeform 1140">
                    <a:extLst>
                      <a:ext uri="{FF2B5EF4-FFF2-40B4-BE49-F238E27FC236}">
                        <a16:creationId xmlns:a16="http://schemas.microsoft.com/office/drawing/2014/main" id="{8493536F-AEA1-5057-302E-73F80B85932F}"/>
                      </a:ext>
                    </a:extLst>
                  </p:cNvPr>
                  <p:cNvSpPr/>
                  <p:nvPr/>
                </p:nvSpPr>
                <p:spPr>
                  <a:xfrm>
                    <a:off x="4556996" y="4054970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2" name="Freeform 1141">
                    <a:extLst>
                      <a:ext uri="{FF2B5EF4-FFF2-40B4-BE49-F238E27FC236}">
                        <a16:creationId xmlns:a16="http://schemas.microsoft.com/office/drawing/2014/main" id="{2A982480-FAD1-EA17-4029-1088208A2B38}"/>
                      </a:ext>
                    </a:extLst>
                  </p:cNvPr>
                  <p:cNvSpPr/>
                  <p:nvPr/>
                </p:nvSpPr>
                <p:spPr>
                  <a:xfrm>
                    <a:off x="4605764" y="4499597"/>
                    <a:ext cx="97409" cy="232663"/>
                  </a:xfrm>
                  <a:custGeom>
                    <a:avLst/>
                    <a:gdLst>
                      <a:gd name="csX0" fmla="*/ 0 w 97409"/>
                      <a:gd name="csY0" fmla="*/ 0 h 232663"/>
                      <a:gd name="csX1" fmla="*/ 97409 w 97409"/>
                      <a:gd name="csY1" fmla="*/ 0 h 232663"/>
                      <a:gd name="csX2" fmla="*/ 97409 w 97409"/>
                      <a:gd name="csY2" fmla="*/ 232664 h 232663"/>
                      <a:gd name="csX3" fmla="*/ 0 w 97409"/>
                      <a:gd name="csY3" fmla="*/ 232664 h 2326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32663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32664"/>
                        </a:lnTo>
                        <a:lnTo>
                          <a:pt x="0" y="232664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3" name="Freeform 1142">
                    <a:extLst>
                      <a:ext uri="{FF2B5EF4-FFF2-40B4-BE49-F238E27FC236}">
                        <a16:creationId xmlns:a16="http://schemas.microsoft.com/office/drawing/2014/main" id="{74187906-8E27-B08C-F7AF-8BB716D3BABE}"/>
                      </a:ext>
                    </a:extLst>
                  </p:cNvPr>
                  <p:cNvSpPr/>
                  <p:nvPr/>
                </p:nvSpPr>
                <p:spPr>
                  <a:xfrm>
                    <a:off x="4768070" y="4447527"/>
                    <a:ext cx="97409" cy="284606"/>
                  </a:xfrm>
                  <a:custGeom>
                    <a:avLst/>
                    <a:gdLst>
                      <a:gd name="csX0" fmla="*/ 0 w 97409"/>
                      <a:gd name="csY0" fmla="*/ 0 h 284606"/>
                      <a:gd name="csX1" fmla="*/ 97409 w 97409"/>
                      <a:gd name="csY1" fmla="*/ 0 h 284606"/>
                      <a:gd name="csX2" fmla="*/ 97409 w 97409"/>
                      <a:gd name="csY2" fmla="*/ 284607 h 284606"/>
                      <a:gd name="csX3" fmla="*/ 0 w 97409"/>
                      <a:gd name="csY3" fmla="*/ 284607 h 2846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84606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84607"/>
                        </a:lnTo>
                        <a:lnTo>
                          <a:pt x="0" y="284607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4" name="Freeform 1143">
                    <a:extLst>
                      <a:ext uri="{FF2B5EF4-FFF2-40B4-BE49-F238E27FC236}">
                        <a16:creationId xmlns:a16="http://schemas.microsoft.com/office/drawing/2014/main" id="{E217E9C9-BA20-2590-3C7C-1A036C5BD360}"/>
                      </a:ext>
                    </a:extLst>
                  </p:cNvPr>
                  <p:cNvSpPr/>
                  <p:nvPr/>
                </p:nvSpPr>
                <p:spPr>
                  <a:xfrm>
                    <a:off x="4930376" y="4387456"/>
                    <a:ext cx="97409" cy="344678"/>
                  </a:xfrm>
                  <a:custGeom>
                    <a:avLst/>
                    <a:gdLst>
                      <a:gd name="csX0" fmla="*/ 0 w 97409"/>
                      <a:gd name="csY0" fmla="*/ 0 h 344678"/>
                      <a:gd name="csX1" fmla="*/ 97409 w 97409"/>
                      <a:gd name="csY1" fmla="*/ 0 h 344678"/>
                      <a:gd name="csX2" fmla="*/ 97409 w 97409"/>
                      <a:gd name="csY2" fmla="*/ 344678 h 344678"/>
                      <a:gd name="csX3" fmla="*/ 0 w 97409"/>
                      <a:gd name="csY3" fmla="*/ 344678 h 34467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44678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44678"/>
                        </a:lnTo>
                        <a:lnTo>
                          <a:pt x="0" y="344678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5" name="Freeform 1144">
                    <a:extLst>
                      <a:ext uri="{FF2B5EF4-FFF2-40B4-BE49-F238E27FC236}">
                        <a16:creationId xmlns:a16="http://schemas.microsoft.com/office/drawing/2014/main" id="{A1BA432D-743B-637C-FBF9-138FC75E49F9}"/>
                      </a:ext>
                    </a:extLst>
                  </p:cNvPr>
                  <p:cNvSpPr/>
                  <p:nvPr/>
                </p:nvSpPr>
                <p:spPr>
                  <a:xfrm>
                    <a:off x="5092682" y="4465561"/>
                    <a:ext cx="97409" cy="266699"/>
                  </a:xfrm>
                  <a:custGeom>
                    <a:avLst/>
                    <a:gdLst>
                      <a:gd name="csX0" fmla="*/ 0 w 97409"/>
                      <a:gd name="csY0" fmla="*/ 0 h 266699"/>
                      <a:gd name="csX1" fmla="*/ 97409 w 97409"/>
                      <a:gd name="csY1" fmla="*/ 0 h 266699"/>
                      <a:gd name="csX2" fmla="*/ 97409 w 97409"/>
                      <a:gd name="csY2" fmla="*/ 266700 h 266699"/>
                      <a:gd name="csX3" fmla="*/ 0 w 97409"/>
                      <a:gd name="csY3" fmla="*/ 266700 h 26669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66699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66700"/>
                        </a:lnTo>
                        <a:lnTo>
                          <a:pt x="0" y="266700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6" name="Freeform 1145">
                    <a:extLst>
                      <a:ext uri="{FF2B5EF4-FFF2-40B4-BE49-F238E27FC236}">
                        <a16:creationId xmlns:a16="http://schemas.microsoft.com/office/drawing/2014/main" id="{74FEF381-A94B-F86B-070D-AAFF37D8FE96}"/>
                      </a:ext>
                    </a:extLst>
                  </p:cNvPr>
                  <p:cNvSpPr/>
                  <p:nvPr/>
                </p:nvSpPr>
                <p:spPr>
                  <a:xfrm>
                    <a:off x="5254988" y="4442828"/>
                    <a:ext cx="97409" cy="289306"/>
                  </a:xfrm>
                  <a:custGeom>
                    <a:avLst/>
                    <a:gdLst>
                      <a:gd name="csX0" fmla="*/ 0 w 97409"/>
                      <a:gd name="csY0" fmla="*/ 0 h 289306"/>
                      <a:gd name="csX1" fmla="*/ 97409 w 97409"/>
                      <a:gd name="csY1" fmla="*/ 0 h 289306"/>
                      <a:gd name="csX2" fmla="*/ 97409 w 97409"/>
                      <a:gd name="csY2" fmla="*/ 289306 h 289306"/>
                      <a:gd name="csX3" fmla="*/ 0 w 97409"/>
                      <a:gd name="csY3" fmla="*/ 289306 h 2893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89306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89306"/>
                        </a:lnTo>
                        <a:lnTo>
                          <a:pt x="0" y="289306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7" name="Freeform 1146">
                    <a:extLst>
                      <a:ext uri="{FF2B5EF4-FFF2-40B4-BE49-F238E27FC236}">
                        <a16:creationId xmlns:a16="http://schemas.microsoft.com/office/drawing/2014/main" id="{D3B12DB8-EC0D-EACF-5701-4AADE99B0579}"/>
                      </a:ext>
                    </a:extLst>
                  </p:cNvPr>
                  <p:cNvSpPr/>
                  <p:nvPr/>
                </p:nvSpPr>
                <p:spPr>
                  <a:xfrm>
                    <a:off x="4622020" y="4467211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8" name="Freeform 1147">
                    <a:extLst>
                      <a:ext uri="{FF2B5EF4-FFF2-40B4-BE49-F238E27FC236}">
                        <a16:creationId xmlns:a16="http://schemas.microsoft.com/office/drawing/2014/main" id="{3146B26C-D4B3-E53F-5862-DC5A3720C682}"/>
                      </a:ext>
                    </a:extLst>
                  </p:cNvPr>
                  <p:cNvSpPr/>
                  <p:nvPr/>
                </p:nvSpPr>
                <p:spPr>
                  <a:xfrm>
                    <a:off x="4654404" y="4467211"/>
                    <a:ext cx="12700" cy="64643"/>
                  </a:xfrm>
                  <a:custGeom>
                    <a:avLst/>
                    <a:gdLst>
                      <a:gd name="csX0" fmla="*/ 0 w 12700"/>
                      <a:gd name="csY0" fmla="*/ 0 h 64643"/>
                      <a:gd name="csX1" fmla="*/ 0 w 12700"/>
                      <a:gd name="csY1" fmla="*/ 64643 h 646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4643">
                        <a:moveTo>
                          <a:pt x="0" y="0"/>
                        </a:moveTo>
                        <a:lnTo>
                          <a:pt x="0" y="6464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49" name="Freeform 1148">
                    <a:extLst>
                      <a:ext uri="{FF2B5EF4-FFF2-40B4-BE49-F238E27FC236}">
                        <a16:creationId xmlns:a16="http://schemas.microsoft.com/office/drawing/2014/main" id="{FE97753B-DEC4-30F5-C5A8-5B85FD43A1E1}"/>
                      </a:ext>
                    </a:extLst>
                  </p:cNvPr>
                  <p:cNvSpPr/>
                  <p:nvPr/>
                </p:nvSpPr>
                <p:spPr>
                  <a:xfrm>
                    <a:off x="4622020" y="453185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0" name="Freeform 1149">
                    <a:extLst>
                      <a:ext uri="{FF2B5EF4-FFF2-40B4-BE49-F238E27FC236}">
                        <a16:creationId xmlns:a16="http://schemas.microsoft.com/office/drawing/2014/main" id="{9BE2447C-72D4-013D-88A0-9F8E4F05E964}"/>
                      </a:ext>
                    </a:extLst>
                  </p:cNvPr>
                  <p:cNvSpPr/>
                  <p:nvPr/>
                </p:nvSpPr>
                <p:spPr>
                  <a:xfrm>
                    <a:off x="4784325" y="441361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1" name="Freeform 1150">
                    <a:extLst>
                      <a:ext uri="{FF2B5EF4-FFF2-40B4-BE49-F238E27FC236}">
                        <a16:creationId xmlns:a16="http://schemas.microsoft.com/office/drawing/2014/main" id="{76D5DAE0-501D-58F0-7299-50C019823AC9}"/>
                      </a:ext>
                    </a:extLst>
                  </p:cNvPr>
                  <p:cNvSpPr/>
                  <p:nvPr/>
                </p:nvSpPr>
                <p:spPr>
                  <a:xfrm>
                    <a:off x="4816710" y="4413617"/>
                    <a:ext cx="12700" cy="67818"/>
                  </a:xfrm>
                  <a:custGeom>
                    <a:avLst/>
                    <a:gdLst>
                      <a:gd name="csX0" fmla="*/ 0 w 12700"/>
                      <a:gd name="csY0" fmla="*/ 0 h 67818"/>
                      <a:gd name="csX1" fmla="*/ 0 w 12700"/>
                      <a:gd name="csY1" fmla="*/ 67818 h 678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818">
                        <a:moveTo>
                          <a:pt x="0" y="0"/>
                        </a:moveTo>
                        <a:lnTo>
                          <a:pt x="0" y="67818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2" name="Freeform 1151">
                    <a:extLst>
                      <a:ext uri="{FF2B5EF4-FFF2-40B4-BE49-F238E27FC236}">
                        <a16:creationId xmlns:a16="http://schemas.microsoft.com/office/drawing/2014/main" id="{59ECA6D7-58F1-E38B-014C-D656082584D9}"/>
                      </a:ext>
                    </a:extLst>
                  </p:cNvPr>
                  <p:cNvSpPr/>
                  <p:nvPr/>
                </p:nvSpPr>
                <p:spPr>
                  <a:xfrm>
                    <a:off x="4784325" y="448143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3" name="Freeform 1152">
                    <a:extLst>
                      <a:ext uri="{FF2B5EF4-FFF2-40B4-BE49-F238E27FC236}">
                        <a16:creationId xmlns:a16="http://schemas.microsoft.com/office/drawing/2014/main" id="{48D3893B-6CAF-5524-5539-290F08ED019F}"/>
                      </a:ext>
                    </a:extLst>
                  </p:cNvPr>
                  <p:cNvSpPr/>
                  <p:nvPr/>
                </p:nvSpPr>
                <p:spPr>
                  <a:xfrm>
                    <a:off x="4946631" y="438694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4" name="Freeform 1153">
                    <a:extLst>
                      <a:ext uri="{FF2B5EF4-FFF2-40B4-BE49-F238E27FC236}">
                        <a16:creationId xmlns:a16="http://schemas.microsoft.com/office/drawing/2014/main" id="{C054A41B-210D-A7CA-C46C-BE2834687941}"/>
                      </a:ext>
                    </a:extLst>
                  </p:cNvPr>
                  <p:cNvSpPr/>
                  <p:nvPr/>
                </p:nvSpPr>
                <p:spPr>
                  <a:xfrm>
                    <a:off x="4979017" y="4386947"/>
                    <a:ext cx="12700" cy="1016"/>
                  </a:xfrm>
                  <a:custGeom>
                    <a:avLst/>
                    <a:gdLst>
                      <a:gd name="csX0" fmla="*/ 0 w 12700"/>
                      <a:gd name="csY0" fmla="*/ 0 h 1016"/>
                      <a:gd name="csX1" fmla="*/ 0 w 12700"/>
                      <a:gd name="csY1" fmla="*/ 1016 h 10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016">
                        <a:moveTo>
                          <a:pt x="0" y="0"/>
                        </a:moveTo>
                        <a:lnTo>
                          <a:pt x="0" y="1016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5" name="Freeform 1154">
                    <a:extLst>
                      <a:ext uri="{FF2B5EF4-FFF2-40B4-BE49-F238E27FC236}">
                        <a16:creationId xmlns:a16="http://schemas.microsoft.com/office/drawing/2014/main" id="{E755838E-ABFB-969D-2E5E-8538BE7E95E3}"/>
                      </a:ext>
                    </a:extLst>
                  </p:cNvPr>
                  <p:cNvSpPr/>
                  <p:nvPr/>
                </p:nvSpPr>
                <p:spPr>
                  <a:xfrm>
                    <a:off x="4946631" y="438796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6" name="Freeform 1155">
                    <a:extLst>
                      <a:ext uri="{FF2B5EF4-FFF2-40B4-BE49-F238E27FC236}">
                        <a16:creationId xmlns:a16="http://schemas.microsoft.com/office/drawing/2014/main" id="{CE6D60D0-7E73-6866-AE90-1FD7914F9861}"/>
                      </a:ext>
                    </a:extLst>
                  </p:cNvPr>
                  <p:cNvSpPr/>
                  <p:nvPr/>
                </p:nvSpPr>
                <p:spPr>
                  <a:xfrm>
                    <a:off x="5271244" y="441412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7" name="Freeform 1156">
                    <a:extLst>
                      <a:ext uri="{FF2B5EF4-FFF2-40B4-BE49-F238E27FC236}">
                        <a16:creationId xmlns:a16="http://schemas.microsoft.com/office/drawing/2014/main" id="{00C2C553-FA2E-288D-AEB9-ECCFF258D698}"/>
                      </a:ext>
                    </a:extLst>
                  </p:cNvPr>
                  <p:cNvSpPr/>
                  <p:nvPr/>
                </p:nvSpPr>
                <p:spPr>
                  <a:xfrm>
                    <a:off x="5303628" y="4414125"/>
                    <a:ext cx="12700" cy="57404"/>
                  </a:xfrm>
                  <a:custGeom>
                    <a:avLst/>
                    <a:gdLst>
                      <a:gd name="csX0" fmla="*/ 0 w 12700"/>
                      <a:gd name="csY0" fmla="*/ 0 h 57404"/>
                      <a:gd name="csX1" fmla="*/ 0 w 12700"/>
                      <a:gd name="csY1" fmla="*/ 57404 h 574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57404">
                        <a:moveTo>
                          <a:pt x="0" y="0"/>
                        </a:moveTo>
                        <a:lnTo>
                          <a:pt x="0" y="5740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8" name="Freeform 1157">
                    <a:extLst>
                      <a:ext uri="{FF2B5EF4-FFF2-40B4-BE49-F238E27FC236}">
                        <a16:creationId xmlns:a16="http://schemas.microsoft.com/office/drawing/2014/main" id="{225D2128-FEE7-E201-A33E-4EB9135FDED9}"/>
                      </a:ext>
                    </a:extLst>
                  </p:cNvPr>
                  <p:cNvSpPr/>
                  <p:nvPr/>
                </p:nvSpPr>
                <p:spPr>
                  <a:xfrm>
                    <a:off x="5271244" y="4471529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59" name="Freeform 1158">
                    <a:extLst>
                      <a:ext uri="{FF2B5EF4-FFF2-40B4-BE49-F238E27FC236}">
                        <a16:creationId xmlns:a16="http://schemas.microsoft.com/office/drawing/2014/main" id="{DE02E4AC-1DE7-67D1-2276-686DE4FA30AF}"/>
                      </a:ext>
                    </a:extLst>
                  </p:cNvPr>
                  <p:cNvSpPr/>
                  <p:nvPr/>
                </p:nvSpPr>
                <p:spPr>
                  <a:xfrm>
                    <a:off x="4974445" y="436980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0" name="Freeform 1159">
                    <a:extLst>
                      <a:ext uri="{FF2B5EF4-FFF2-40B4-BE49-F238E27FC236}">
                        <a16:creationId xmlns:a16="http://schemas.microsoft.com/office/drawing/2014/main" id="{A50E64AF-DC1C-188D-B2F7-9452AF4F17BC}"/>
                      </a:ext>
                    </a:extLst>
                  </p:cNvPr>
                  <p:cNvSpPr/>
                  <p:nvPr/>
                </p:nvSpPr>
                <p:spPr>
                  <a:xfrm>
                    <a:off x="4812901" y="444270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1" name="Freeform 1160">
                    <a:extLst>
                      <a:ext uri="{FF2B5EF4-FFF2-40B4-BE49-F238E27FC236}">
                        <a16:creationId xmlns:a16="http://schemas.microsoft.com/office/drawing/2014/main" id="{3AADA2D3-6D76-5E46-9EFE-00DCF4CA8CA1}"/>
                      </a:ext>
                    </a:extLst>
                  </p:cNvPr>
                  <p:cNvSpPr/>
                  <p:nvPr/>
                </p:nvSpPr>
                <p:spPr>
                  <a:xfrm>
                    <a:off x="4791819" y="439660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2" name="Freeform 1161">
                    <a:extLst>
                      <a:ext uri="{FF2B5EF4-FFF2-40B4-BE49-F238E27FC236}">
                        <a16:creationId xmlns:a16="http://schemas.microsoft.com/office/drawing/2014/main" id="{F3D530AF-FCC5-CB91-0BD7-94C510D9DA5D}"/>
                      </a:ext>
                    </a:extLst>
                  </p:cNvPr>
                  <p:cNvSpPr/>
                  <p:nvPr/>
                </p:nvSpPr>
                <p:spPr>
                  <a:xfrm>
                    <a:off x="5296390" y="451178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3" name="Freeform 1162">
                    <a:extLst>
                      <a:ext uri="{FF2B5EF4-FFF2-40B4-BE49-F238E27FC236}">
                        <a16:creationId xmlns:a16="http://schemas.microsoft.com/office/drawing/2014/main" id="{CC052F7F-150F-B5AE-E3BC-743D2E5A3EA4}"/>
                      </a:ext>
                    </a:extLst>
                  </p:cNvPr>
                  <p:cNvSpPr/>
                  <p:nvPr/>
                </p:nvSpPr>
                <p:spPr>
                  <a:xfrm>
                    <a:off x="4640943" y="45973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4" name="Freeform 1163">
                    <a:extLst>
                      <a:ext uri="{FF2B5EF4-FFF2-40B4-BE49-F238E27FC236}">
                        <a16:creationId xmlns:a16="http://schemas.microsoft.com/office/drawing/2014/main" id="{AA9B0FFD-D608-AE99-23D9-A2FC5CC69893}"/>
                      </a:ext>
                    </a:extLst>
                  </p:cNvPr>
                  <p:cNvSpPr/>
                  <p:nvPr/>
                </p:nvSpPr>
                <p:spPr>
                  <a:xfrm>
                    <a:off x="5286230" y="436954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5" name="Freeform 1164">
                    <a:extLst>
                      <a:ext uri="{FF2B5EF4-FFF2-40B4-BE49-F238E27FC236}">
                        <a16:creationId xmlns:a16="http://schemas.microsoft.com/office/drawing/2014/main" id="{D1A4DA1E-65B9-EFDA-0073-6E7D2689124C}"/>
                      </a:ext>
                    </a:extLst>
                  </p:cNvPr>
                  <p:cNvSpPr/>
                  <p:nvPr/>
                </p:nvSpPr>
                <p:spPr>
                  <a:xfrm>
                    <a:off x="4644118" y="435062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6" name="Freeform 1165">
                    <a:extLst>
                      <a:ext uri="{FF2B5EF4-FFF2-40B4-BE49-F238E27FC236}">
                        <a16:creationId xmlns:a16="http://schemas.microsoft.com/office/drawing/2014/main" id="{FB3DE025-9463-93A8-846D-5A6F13F0D49B}"/>
                      </a:ext>
                    </a:extLst>
                  </p:cNvPr>
                  <p:cNvSpPr/>
                  <p:nvPr/>
                </p:nvSpPr>
                <p:spPr>
                  <a:xfrm>
                    <a:off x="5273784" y="435303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7" name="Freeform 1166">
                    <a:extLst>
                      <a:ext uri="{FF2B5EF4-FFF2-40B4-BE49-F238E27FC236}">
                        <a16:creationId xmlns:a16="http://schemas.microsoft.com/office/drawing/2014/main" id="{BEAB08AB-647F-181A-0121-267DA22D545B}"/>
                      </a:ext>
                    </a:extLst>
                  </p:cNvPr>
                  <p:cNvSpPr/>
                  <p:nvPr/>
                </p:nvSpPr>
                <p:spPr>
                  <a:xfrm>
                    <a:off x="4641451" y="449540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8" name="Freeform 1167">
                    <a:extLst>
                      <a:ext uri="{FF2B5EF4-FFF2-40B4-BE49-F238E27FC236}">
                        <a16:creationId xmlns:a16="http://schemas.microsoft.com/office/drawing/2014/main" id="{92F5C0B0-5C5B-CCE3-D398-AF95BF616D45}"/>
                      </a:ext>
                    </a:extLst>
                  </p:cNvPr>
                  <p:cNvSpPr/>
                  <p:nvPr/>
                </p:nvSpPr>
                <p:spPr>
                  <a:xfrm>
                    <a:off x="5292326" y="443952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69" name="Freeform 1168">
                    <a:extLst>
                      <a:ext uri="{FF2B5EF4-FFF2-40B4-BE49-F238E27FC236}">
                        <a16:creationId xmlns:a16="http://schemas.microsoft.com/office/drawing/2014/main" id="{9202EA3F-CA48-A403-3DAD-03B71405ADCF}"/>
                      </a:ext>
                    </a:extLst>
                  </p:cNvPr>
                  <p:cNvSpPr/>
                  <p:nvPr/>
                </p:nvSpPr>
                <p:spPr>
                  <a:xfrm>
                    <a:off x="4634974" y="448207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0" name="Freeform 1169">
                    <a:extLst>
                      <a:ext uri="{FF2B5EF4-FFF2-40B4-BE49-F238E27FC236}">
                        <a16:creationId xmlns:a16="http://schemas.microsoft.com/office/drawing/2014/main" id="{A9B9F127-3FCA-A674-D40C-43DA62C93FC6}"/>
                      </a:ext>
                    </a:extLst>
                  </p:cNvPr>
                  <p:cNvSpPr/>
                  <p:nvPr/>
                </p:nvSpPr>
                <p:spPr>
                  <a:xfrm>
                    <a:off x="5292707" y="450239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1" name="Freeform 1170">
                    <a:extLst>
                      <a:ext uri="{FF2B5EF4-FFF2-40B4-BE49-F238E27FC236}">
                        <a16:creationId xmlns:a16="http://schemas.microsoft.com/office/drawing/2014/main" id="{46AD377D-EF41-EB4B-CE09-6FD990B26C9A}"/>
                      </a:ext>
                    </a:extLst>
                  </p:cNvPr>
                  <p:cNvSpPr/>
                  <p:nvPr/>
                </p:nvSpPr>
                <p:spPr>
                  <a:xfrm>
                    <a:off x="4650468" y="446568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2" name="Freeform 1171">
                    <a:extLst>
                      <a:ext uri="{FF2B5EF4-FFF2-40B4-BE49-F238E27FC236}">
                        <a16:creationId xmlns:a16="http://schemas.microsoft.com/office/drawing/2014/main" id="{FBCB5B20-D0ED-2CE2-9D22-2AB99F85EF46}"/>
                      </a:ext>
                    </a:extLst>
                  </p:cNvPr>
                  <p:cNvSpPr/>
                  <p:nvPr/>
                </p:nvSpPr>
                <p:spPr>
                  <a:xfrm>
                    <a:off x="4790803" y="439736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3" name="Freeform 1172">
                    <a:extLst>
                      <a:ext uri="{FF2B5EF4-FFF2-40B4-BE49-F238E27FC236}">
                        <a16:creationId xmlns:a16="http://schemas.microsoft.com/office/drawing/2014/main" id="{FC1E26F1-C9B9-5054-B427-11FEDFE4452F}"/>
                      </a:ext>
                    </a:extLst>
                  </p:cNvPr>
                  <p:cNvSpPr/>
                  <p:nvPr/>
                </p:nvSpPr>
                <p:spPr>
                  <a:xfrm>
                    <a:off x="5284452" y="437247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4" name="Freeform 1173">
                    <a:extLst>
                      <a:ext uri="{FF2B5EF4-FFF2-40B4-BE49-F238E27FC236}">
                        <a16:creationId xmlns:a16="http://schemas.microsoft.com/office/drawing/2014/main" id="{D095E7B3-C315-B104-A0BB-27608AE93B2B}"/>
                      </a:ext>
                    </a:extLst>
                  </p:cNvPr>
                  <p:cNvSpPr/>
                  <p:nvPr/>
                </p:nvSpPr>
                <p:spPr>
                  <a:xfrm>
                    <a:off x="4650722" y="449807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5" name="Freeform 1174">
                    <a:extLst>
                      <a:ext uri="{FF2B5EF4-FFF2-40B4-BE49-F238E27FC236}">
                        <a16:creationId xmlns:a16="http://schemas.microsoft.com/office/drawing/2014/main" id="{5A26A5F8-16CB-2623-07AD-0FB8C7DD0074}"/>
                      </a:ext>
                    </a:extLst>
                  </p:cNvPr>
                  <p:cNvSpPr/>
                  <p:nvPr/>
                </p:nvSpPr>
                <p:spPr>
                  <a:xfrm>
                    <a:off x="4976477" y="436891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6" name="Freeform 1175">
                    <a:extLst>
                      <a:ext uri="{FF2B5EF4-FFF2-40B4-BE49-F238E27FC236}">
                        <a16:creationId xmlns:a16="http://schemas.microsoft.com/office/drawing/2014/main" id="{7FA4B0CB-DF63-7003-1A7A-CFA0A72E9606}"/>
                      </a:ext>
                    </a:extLst>
                  </p:cNvPr>
                  <p:cNvSpPr/>
                  <p:nvPr/>
                </p:nvSpPr>
                <p:spPr>
                  <a:xfrm>
                    <a:off x="4786231" y="450658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7" name="Freeform 1176">
                    <a:extLst>
                      <a:ext uri="{FF2B5EF4-FFF2-40B4-BE49-F238E27FC236}">
                        <a16:creationId xmlns:a16="http://schemas.microsoft.com/office/drawing/2014/main" id="{8C5EA2CF-F47C-69E3-3496-802A79101837}"/>
                      </a:ext>
                    </a:extLst>
                  </p:cNvPr>
                  <p:cNvSpPr/>
                  <p:nvPr/>
                </p:nvSpPr>
                <p:spPr>
                  <a:xfrm>
                    <a:off x="4797915" y="42626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8" name="Freeform 1177">
                    <a:extLst>
                      <a:ext uri="{FF2B5EF4-FFF2-40B4-BE49-F238E27FC236}">
                        <a16:creationId xmlns:a16="http://schemas.microsoft.com/office/drawing/2014/main" id="{C4A10D57-414D-36FE-D4A6-A02FA7BF5DF2}"/>
                      </a:ext>
                    </a:extLst>
                  </p:cNvPr>
                  <p:cNvSpPr/>
                  <p:nvPr/>
                </p:nvSpPr>
                <p:spPr>
                  <a:xfrm>
                    <a:off x="5125321" y="444752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79" name="Freeform 1178">
                    <a:extLst>
                      <a:ext uri="{FF2B5EF4-FFF2-40B4-BE49-F238E27FC236}">
                        <a16:creationId xmlns:a16="http://schemas.microsoft.com/office/drawing/2014/main" id="{B5E3B5C6-19CA-6941-703A-510D6CF12D25}"/>
                      </a:ext>
                    </a:extLst>
                  </p:cNvPr>
                  <p:cNvSpPr/>
                  <p:nvPr/>
                </p:nvSpPr>
                <p:spPr>
                  <a:xfrm>
                    <a:off x="4811885" y="446733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80" name="Freeform 1179">
                    <a:extLst>
                      <a:ext uri="{FF2B5EF4-FFF2-40B4-BE49-F238E27FC236}">
                        <a16:creationId xmlns:a16="http://schemas.microsoft.com/office/drawing/2014/main" id="{849E6DF5-65A2-94DC-9C1A-CB2F5F3E9402}"/>
                      </a:ext>
                    </a:extLst>
                  </p:cNvPr>
                  <p:cNvSpPr/>
                  <p:nvPr/>
                </p:nvSpPr>
                <p:spPr>
                  <a:xfrm>
                    <a:off x="4786993" y="453287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81" name="TextBox 1180">
                    <a:extLst>
                      <a:ext uri="{FF2B5EF4-FFF2-40B4-BE49-F238E27FC236}">
                        <a16:creationId xmlns:a16="http://schemas.microsoft.com/office/drawing/2014/main" id="{FFE9DB0D-C736-0D10-F948-93C46C0A1B16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847" y="4062678"/>
                    <a:ext cx="275168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</a:t>
                    </a:r>
                  </a:p>
                </p:txBody>
              </p:sp>
              <p:sp>
                <p:nvSpPr>
                  <p:cNvPr id="1182" name="Freeform 1181">
                    <a:extLst>
                      <a:ext uri="{FF2B5EF4-FFF2-40B4-BE49-F238E27FC236}">
                        <a16:creationId xmlns:a16="http://schemas.microsoft.com/office/drawing/2014/main" id="{6A8A04B4-D056-F9BF-F6E0-81BFA2ADF2F2}"/>
                      </a:ext>
                    </a:extLst>
                  </p:cNvPr>
                  <p:cNvSpPr/>
                  <p:nvPr/>
                </p:nvSpPr>
                <p:spPr>
                  <a:xfrm>
                    <a:off x="4654405" y="4235564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83" name="TextBox 1182">
                    <a:extLst>
                      <a:ext uri="{FF2B5EF4-FFF2-40B4-BE49-F238E27FC236}">
                        <a16:creationId xmlns:a16="http://schemas.microsoft.com/office/drawing/2014/main" id="{FDE81913-CB97-6A99-71D5-DD4E58B80009}"/>
                      </a:ext>
                    </a:extLst>
                  </p:cNvPr>
                  <p:cNvSpPr txBox="1"/>
                  <p:nvPr/>
                </p:nvSpPr>
                <p:spPr>
                  <a:xfrm>
                    <a:off x="4837409" y="4107488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0.347</a:t>
                    </a:r>
                  </a:p>
                </p:txBody>
              </p:sp>
              <p:sp>
                <p:nvSpPr>
                  <p:cNvPr id="1184" name="Freeform 1183">
                    <a:extLst>
                      <a:ext uri="{FF2B5EF4-FFF2-40B4-BE49-F238E27FC236}">
                        <a16:creationId xmlns:a16="http://schemas.microsoft.com/office/drawing/2014/main" id="{A24E1D89-12D6-F33A-735B-7A9606E41C9F}"/>
                      </a:ext>
                    </a:extLst>
                  </p:cNvPr>
                  <p:cNvSpPr/>
                  <p:nvPr/>
                </p:nvSpPr>
                <p:spPr>
                  <a:xfrm>
                    <a:off x="4832967" y="4235564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85" name="TextBox 1184">
                    <a:extLst>
                      <a:ext uri="{FF2B5EF4-FFF2-40B4-BE49-F238E27FC236}">
                        <a16:creationId xmlns:a16="http://schemas.microsoft.com/office/drawing/2014/main" id="{26BF934A-FB5E-2949-F655-14E91BF2847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1566" y="3949775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186" name="Freeform 1185">
                    <a:extLst>
                      <a:ext uri="{FF2B5EF4-FFF2-40B4-BE49-F238E27FC236}">
                        <a16:creationId xmlns:a16="http://schemas.microsoft.com/office/drawing/2014/main" id="{F672EE80-359F-7518-8DA8-FEBC5E586AB9}"/>
                      </a:ext>
                    </a:extLst>
                  </p:cNvPr>
                  <p:cNvSpPr/>
                  <p:nvPr/>
                </p:nvSpPr>
                <p:spPr>
                  <a:xfrm>
                    <a:off x="4654405" y="4122661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187" name="Graphic 599">
                  <a:extLst>
                    <a:ext uri="{FF2B5EF4-FFF2-40B4-BE49-F238E27FC236}">
                      <a16:creationId xmlns:a16="http://schemas.microsoft.com/office/drawing/2014/main" id="{6D279563-D842-1832-456E-3880E78E2F2F}"/>
                    </a:ext>
                  </a:extLst>
                </p:cNvPr>
                <p:cNvGrpSpPr/>
                <p:nvPr/>
              </p:nvGrpSpPr>
              <p:grpSpPr>
                <a:xfrm>
                  <a:off x="4241260" y="3752714"/>
                  <a:ext cx="1191469" cy="1196086"/>
                  <a:chOff x="4241260" y="3752714"/>
                  <a:chExt cx="1191469" cy="1196086"/>
                </a:xfrm>
              </p:grpSpPr>
              <p:sp>
                <p:nvSpPr>
                  <p:cNvPr id="1188" name="Freeform 1187">
                    <a:extLst>
                      <a:ext uri="{FF2B5EF4-FFF2-40B4-BE49-F238E27FC236}">
                        <a16:creationId xmlns:a16="http://schemas.microsoft.com/office/drawing/2014/main" id="{42ED44B5-18AC-F2B2-4655-624733A11E26}"/>
                      </a:ext>
                    </a:extLst>
                  </p:cNvPr>
                  <p:cNvSpPr/>
                  <p:nvPr/>
                </p:nvSpPr>
                <p:spPr>
                  <a:xfrm>
                    <a:off x="4556996" y="4054970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89" name="TextBox 1188">
                    <a:extLst>
                      <a:ext uri="{FF2B5EF4-FFF2-40B4-BE49-F238E27FC236}">
                        <a16:creationId xmlns:a16="http://schemas.microsoft.com/office/drawing/2014/main" id="{2733E08D-9F62-BF79-E699-0465F0818E06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462524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190" name="TextBox 1189">
                    <a:extLst>
                      <a:ext uri="{FF2B5EF4-FFF2-40B4-BE49-F238E27FC236}">
                        <a16:creationId xmlns:a16="http://schemas.microsoft.com/office/drawing/2014/main" id="{7D25AE17-FADD-748D-FDF6-63037F37A27E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4453287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2%</a:t>
                    </a:r>
                  </a:p>
                </p:txBody>
              </p:sp>
              <p:sp>
                <p:nvSpPr>
                  <p:cNvPr id="1191" name="TextBox 1190">
                    <a:extLst>
                      <a:ext uri="{FF2B5EF4-FFF2-40B4-BE49-F238E27FC236}">
                        <a16:creationId xmlns:a16="http://schemas.microsoft.com/office/drawing/2014/main" id="{6E6ABED4-87D5-8083-06B7-E9BB3E1D604C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4281329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4%</a:t>
                    </a:r>
                  </a:p>
                </p:txBody>
              </p:sp>
              <p:sp>
                <p:nvSpPr>
                  <p:cNvPr id="1192" name="TextBox 1191">
                    <a:extLst>
                      <a:ext uri="{FF2B5EF4-FFF2-40B4-BE49-F238E27FC236}">
                        <a16:creationId xmlns:a16="http://schemas.microsoft.com/office/drawing/2014/main" id="{EAB37163-7E95-D10B-5CAC-18943BF7CF79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4109371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6%</a:t>
                    </a:r>
                  </a:p>
                </p:txBody>
              </p:sp>
              <p:sp>
                <p:nvSpPr>
                  <p:cNvPr id="1193" name="Freeform 1192">
                    <a:extLst>
                      <a:ext uri="{FF2B5EF4-FFF2-40B4-BE49-F238E27FC236}">
                        <a16:creationId xmlns:a16="http://schemas.microsoft.com/office/drawing/2014/main" id="{7CE8D16D-7B24-8A77-A267-850CF3645385}"/>
                      </a:ext>
                    </a:extLst>
                  </p:cNvPr>
                  <p:cNvSpPr/>
                  <p:nvPr/>
                </p:nvSpPr>
                <p:spPr>
                  <a:xfrm>
                    <a:off x="4522197" y="4732134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4" name="Freeform 1193">
                    <a:extLst>
                      <a:ext uri="{FF2B5EF4-FFF2-40B4-BE49-F238E27FC236}">
                        <a16:creationId xmlns:a16="http://schemas.microsoft.com/office/drawing/2014/main" id="{11E1C4C4-3D3C-E98F-10CC-5930F031ED49}"/>
                      </a:ext>
                    </a:extLst>
                  </p:cNvPr>
                  <p:cNvSpPr/>
                  <p:nvPr/>
                </p:nvSpPr>
                <p:spPr>
                  <a:xfrm>
                    <a:off x="4522197" y="4560175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5" name="Freeform 1194">
                    <a:extLst>
                      <a:ext uri="{FF2B5EF4-FFF2-40B4-BE49-F238E27FC236}">
                        <a16:creationId xmlns:a16="http://schemas.microsoft.com/office/drawing/2014/main" id="{C230B27A-9A1A-7A2D-77E8-0003057D61C8}"/>
                      </a:ext>
                    </a:extLst>
                  </p:cNvPr>
                  <p:cNvSpPr/>
                  <p:nvPr/>
                </p:nvSpPr>
                <p:spPr>
                  <a:xfrm>
                    <a:off x="4522197" y="438821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6" name="Freeform 1195">
                    <a:extLst>
                      <a:ext uri="{FF2B5EF4-FFF2-40B4-BE49-F238E27FC236}">
                        <a16:creationId xmlns:a16="http://schemas.microsoft.com/office/drawing/2014/main" id="{6F2C1728-A4BC-3082-3D53-47F9C939F0EE}"/>
                      </a:ext>
                    </a:extLst>
                  </p:cNvPr>
                  <p:cNvSpPr/>
                  <p:nvPr/>
                </p:nvSpPr>
                <p:spPr>
                  <a:xfrm>
                    <a:off x="4522197" y="4216260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7" name="Freeform 1196">
                    <a:extLst>
                      <a:ext uri="{FF2B5EF4-FFF2-40B4-BE49-F238E27FC236}">
                        <a16:creationId xmlns:a16="http://schemas.microsoft.com/office/drawing/2014/main" id="{CE0C5B7D-4B14-60EA-3C5E-7BE9806B74D3}"/>
                      </a:ext>
                    </a:extLst>
                  </p:cNvPr>
                  <p:cNvSpPr/>
                  <p:nvPr/>
                </p:nvSpPr>
                <p:spPr>
                  <a:xfrm>
                    <a:off x="4556996" y="4732134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8" name="Freeform 1197">
                    <a:extLst>
                      <a:ext uri="{FF2B5EF4-FFF2-40B4-BE49-F238E27FC236}">
                        <a16:creationId xmlns:a16="http://schemas.microsoft.com/office/drawing/2014/main" id="{295AA61C-9660-1D6C-AEC9-E61346C5A043}"/>
                      </a:ext>
                    </a:extLst>
                  </p:cNvPr>
                  <p:cNvSpPr/>
                  <p:nvPr/>
                </p:nvSpPr>
                <p:spPr>
                  <a:xfrm>
                    <a:off x="4654404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199" name="Freeform 1198">
                    <a:extLst>
                      <a:ext uri="{FF2B5EF4-FFF2-40B4-BE49-F238E27FC236}">
                        <a16:creationId xmlns:a16="http://schemas.microsoft.com/office/drawing/2014/main" id="{C6B8A33E-CFE7-0D71-D71A-0287567A8966}"/>
                      </a:ext>
                    </a:extLst>
                  </p:cNvPr>
                  <p:cNvSpPr/>
                  <p:nvPr/>
                </p:nvSpPr>
                <p:spPr>
                  <a:xfrm>
                    <a:off x="4816710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00" name="Freeform 1199">
                    <a:extLst>
                      <a:ext uri="{FF2B5EF4-FFF2-40B4-BE49-F238E27FC236}">
                        <a16:creationId xmlns:a16="http://schemas.microsoft.com/office/drawing/2014/main" id="{9C8691BD-CFAF-8687-C011-8A5BFA0994A9}"/>
                      </a:ext>
                    </a:extLst>
                  </p:cNvPr>
                  <p:cNvSpPr/>
                  <p:nvPr/>
                </p:nvSpPr>
                <p:spPr>
                  <a:xfrm>
                    <a:off x="4979017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01" name="Freeform 1200">
                    <a:extLst>
                      <a:ext uri="{FF2B5EF4-FFF2-40B4-BE49-F238E27FC236}">
                        <a16:creationId xmlns:a16="http://schemas.microsoft.com/office/drawing/2014/main" id="{E876E40C-C15B-DC4E-B93E-B2D9D4BC517F}"/>
                      </a:ext>
                    </a:extLst>
                  </p:cNvPr>
                  <p:cNvSpPr/>
                  <p:nvPr/>
                </p:nvSpPr>
                <p:spPr>
                  <a:xfrm>
                    <a:off x="5141322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02" name="Freeform 1201">
                    <a:extLst>
                      <a:ext uri="{FF2B5EF4-FFF2-40B4-BE49-F238E27FC236}">
                        <a16:creationId xmlns:a16="http://schemas.microsoft.com/office/drawing/2014/main" id="{CF7CC89C-2DB9-8A50-D54B-6D8D2431DBC3}"/>
                      </a:ext>
                    </a:extLst>
                  </p:cNvPr>
                  <p:cNvSpPr/>
                  <p:nvPr/>
                </p:nvSpPr>
                <p:spPr>
                  <a:xfrm>
                    <a:off x="5303628" y="4732134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03" name="TextBox 1202">
                    <a:extLst>
                      <a:ext uri="{FF2B5EF4-FFF2-40B4-BE49-F238E27FC236}">
                        <a16:creationId xmlns:a16="http://schemas.microsoft.com/office/drawing/2014/main" id="{7112CAFE-3D7B-5092-3A37-5C1307D20BFD}"/>
                      </a:ext>
                    </a:extLst>
                  </p:cNvPr>
                  <p:cNvSpPr txBox="1"/>
                  <p:nvPr/>
                </p:nvSpPr>
                <p:spPr>
                  <a:xfrm>
                    <a:off x="4514276" y="4727988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204" name="TextBox 1203">
                    <a:extLst>
                      <a:ext uri="{FF2B5EF4-FFF2-40B4-BE49-F238E27FC236}">
                        <a16:creationId xmlns:a16="http://schemas.microsoft.com/office/drawing/2014/main" id="{206C60EB-D87D-63C9-7928-9E2D15E021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573" y="4727988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205" name="TextBox 1204">
                    <a:extLst>
                      <a:ext uri="{FF2B5EF4-FFF2-40B4-BE49-F238E27FC236}">
                        <a16:creationId xmlns:a16="http://schemas.microsoft.com/office/drawing/2014/main" id="{0837BD44-FB26-726C-3120-8F455383F89D}"/>
                      </a:ext>
                    </a:extLst>
                  </p:cNvPr>
                  <p:cNvSpPr txBox="1"/>
                  <p:nvPr/>
                </p:nvSpPr>
                <p:spPr>
                  <a:xfrm>
                    <a:off x="4838039" y="4727988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206" name="TextBox 1205">
                    <a:extLst>
                      <a:ext uri="{FF2B5EF4-FFF2-40B4-BE49-F238E27FC236}">
                        <a16:creationId xmlns:a16="http://schemas.microsoft.com/office/drawing/2014/main" id="{6F5D76EA-BDE5-177C-1EEC-E6E6BFF21760}"/>
                      </a:ext>
                    </a:extLst>
                  </p:cNvPr>
                  <p:cNvSpPr txBox="1"/>
                  <p:nvPr/>
                </p:nvSpPr>
                <p:spPr>
                  <a:xfrm>
                    <a:off x="4974898" y="4727988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207" name="TextBox 1206">
                    <a:extLst>
                      <a:ext uri="{FF2B5EF4-FFF2-40B4-BE49-F238E27FC236}">
                        <a16:creationId xmlns:a16="http://schemas.microsoft.com/office/drawing/2014/main" id="{9EB5712B-84B7-EA06-63F6-C28292A46976}"/>
                      </a:ext>
                    </a:extLst>
                  </p:cNvPr>
                  <p:cNvSpPr txBox="1"/>
                  <p:nvPr/>
                </p:nvSpPr>
                <p:spPr>
                  <a:xfrm>
                    <a:off x="5174526" y="4727988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210" name="TextBox 1209">
                    <a:extLst>
                      <a:ext uri="{FF2B5EF4-FFF2-40B4-BE49-F238E27FC236}">
                        <a16:creationId xmlns:a16="http://schemas.microsoft.com/office/drawing/2014/main" id="{8F33FB45-85D1-BC30-48A4-D60CF019CE5F}"/>
                      </a:ext>
                    </a:extLst>
                  </p:cNvPr>
                  <p:cNvSpPr txBox="1"/>
                  <p:nvPr/>
                </p:nvSpPr>
                <p:spPr>
                  <a:xfrm>
                    <a:off x="4624718" y="3752714"/>
                    <a:ext cx="616157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11_MG</a:t>
                    </a:r>
                  </a:p>
                </p:txBody>
              </p:sp>
            </p:grpSp>
          </p:grpSp>
          <p:grpSp>
            <p:nvGrpSpPr>
              <p:cNvPr id="1211" name="Graphic 601">
                <a:extLst>
                  <a:ext uri="{FF2B5EF4-FFF2-40B4-BE49-F238E27FC236}">
                    <a16:creationId xmlns:a16="http://schemas.microsoft.com/office/drawing/2014/main" id="{DC3FAEC9-3BD4-D92A-E289-F01F5B97D981}"/>
                  </a:ext>
                </a:extLst>
              </p:cNvPr>
              <p:cNvGrpSpPr/>
              <p:nvPr/>
            </p:nvGrpSpPr>
            <p:grpSpPr>
              <a:xfrm>
                <a:off x="2280891" y="3143882"/>
                <a:ext cx="1191469" cy="1196086"/>
                <a:chOff x="355061" y="5232907"/>
                <a:chExt cx="1191469" cy="1196086"/>
              </a:xfrm>
            </p:grpSpPr>
            <p:grpSp>
              <p:nvGrpSpPr>
                <p:cNvPr id="1214" name="Graphic 601">
                  <a:extLst>
                    <a:ext uri="{FF2B5EF4-FFF2-40B4-BE49-F238E27FC236}">
                      <a16:creationId xmlns:a16="http://schemas.microsoft.com/office/drawing/2014/main" id="{DCF85190-CD1D-2068-DC42-6BE83C591A77}"/>
                    </a:ext>
                  </a:extLst>
                </p:cNvPr>
                <p:cNvGrpSpPr/>
                <p:nvPr/>
              </p:nvGrpSpPr>
              <p:grpSpPr>
                <a:xfrm>
                  <a:off x="663779" y="5471545"/>
                  <a:ext cx="851059" cy="740908"/>
                  <a:chOff x="663779" y="5471545"/>
                  <a:chExt cx="851059" cy="740908"/>
                </a:xfrm>
              </p:grpSpPr>
              <p:sp>
                <p:nvSpPr>
                  <p:cNvPr id="1215" name="Freeform 1214">
                    <a:extLst>
                      <a:ext uri="{FF2B5EF4-FFF2-40B4-BE49-F238E27FC236}">
                        <a16:creationId xmlns:a16="http://schemas.microsoft.com/office/drawing/2014/main" id="{4CDD8EA0-607D-683C-884C-FA4B7C1F54BE}"/>
                      </a:ext>
                    </a:extLst>
                  </p:cNvPr>
                  <p:cNvSpPr/>
                  <p:nvPr/>
                </p:nvSpPr>
                <p:spPr>
                  <a:xfrm>
                    <a:off x="670797" y="5535163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16" name="Freeform 1215">
                    <a:extLst>
                      <a:ext uri="{FF2B5EF4-FFF2-40B4-BE49-F238E27FC236}">
                        <a16:creationId xmlns:a16="http://schemas.microsoft.com/office/drawing/2014/main" id="{7D14B309-4D24-9A2A-6875-8BD514FF4641}"/>
                      </a:ext>
                    </a:extLst>
                  </p:cNvPr>
                  <p:cNvSpPr/>
                  <p:nvPr/>
                </p:nvSpPr>
                <p:spPr>
                  <a:xfrm>
                    <a:off x="719565" y="5883397"/>
                    <a:ext cx="97409" cy="328930"/>
                  </a:xfrm>
                  <a:custGeom>
                    <a:avLst/>
                    <a:gdLst>
                      <a:gd name="csX0" fmla="*/ 0 w 97409"/>
                      <a:gd name="csY0" fmla="*/ 0 h 328930"/>
                      <a:gd name="csX1" fmla="*/ 97409 w 97409"/>
                      <a:gd name="csY1" fmla="*/ 0 h 328930"/>
                      <a:gd name="csX2" fmla="*/ 97409 w 97409"/>
                      <a:gd name="csY2" fmla="*/ 328930 h 328930"/>
                      <a:gd name="csX3" fmla="*/ 0 w 97409"/>
                      <a:gd name="csY3" fmla="*/ 328930 h 32893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28930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28930"/>
                        </a:lnTo>
                        <a:lnTo>
                          <a:pt x="0" y="328930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17" name="Freeform 1216">
                    <a:extLst>
                      <a:ext uri="{FF2B5EF4-FFF2-40B4-BE49-F238E27FC236}">
                        <a16:creationId xmlns:a16="http://schemas.microsoft.com/office/drawing/2014/main" id="{1470938E-E904-9597-F953-DB9986CB0F8A}"/>
                      </a:ext>
                    </a:extLst>
                  </p:cNvPr>
                  <p:cNvSpPr/>
                  <p:nvPr/>
                </p:nvSpPr>
                <p:spPr>
                  <a:xfrm>
                    <a:off x="881871" y="5943341"/>
                    <a:ext cx="97409" cy="268986"/>
                  </a:xfrm>
                  <a:custGeom>
                    <a:avLst/>
                    <a:gdLst>
                      <a:gd name="csX0" fmla="*/ 0 w 97409"/>
                      <a:gd name="csY0" fmla="*/ 0 h 268986"/>
                      <a:gd name="csX1" fmla="*/ 97409 w 97409"/>
                      <a:gd name="csY1" fmla="*/ 0 h 268986"/>
                      <a:gd name="csX2" fmla="*/ 97409 w 97409"/>
                      <a:gd name="csY2" fmla="*/ 268986 h 268986"/>
                      <a:gd name="csX3" fmla="*/ 0 w 97409"/>
                      <a:gd name="csY3" fmla="*/ 268986 h 26898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68986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68986"/>
                        </a:lnTo>
                        <a:lnTo>
                          <a:pt x="0" y="268986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18" name="Freeform 1217">
                    <a:extLst>
                      <a:ext uri="{FF2B5EF4-FFF2-40B4-BE49-F238E27FC236}">
                        <a16:creationId xmlns:a16="http://schemas.microsoft.com/office/drawing/2014/main" id="{C48F15A5-E378-976B-A0D3-6A5C4940E3B6}"/>
                      </a:ext>
                    </a:extLst>
                  </p:cNvPr>
                  <p:cNvSpPr/>
                  <p:nvPr/>
                </p:nvSpPr>
                <p:spPr>
                  <a:xfrm>
                    <a:off x="1044176" y="5947151"/>
                    <a:ext cx="97409" cy="265176"/>
                  </a:xfrm>
                  <a:custGeom>
                    <a:avLst/>
                    <a:gdLst>
                      <a:gd name="csX0" fmla="*/ 0 w 97409"/>
                      <a:gd name="csY0" fmla="*/ 0 h 265176"/>
                      <a:gd name="csX1" fmla="*/ 97409 w 97409"/>
                      <a:gd name="csY1" fmla="*/ 0 h 265176"/>
                      <a:gd name="csX2" fmla="*/ 97409 w 97409"/>
                      <a:gd name="csY2" fmla="*/ 265176 h 265176"/>
                      <a:gd name="csX3" fmla="*/ 0 w 97409"/>
                      <a:gd name="csY3" fmla="*/ 265176 h 2651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65176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65176"/>
                        </a:lnTo>
                        <a:lnTo>
                          <a:pt x="0" y="265176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19" name="Freeform 1218">
                    <a:extLst>
                      <a:ext uri="{FF2B5EF4-FFF2-40B4-BE49-F238E27FC236}">
                        <a16:creationId xmlns:a16="http://schemas.microsoft.com/office/drawing/2014/main" id="{F1658732-0392-D8E0-1C2C-DA5682545F9E}"/>
                      </a:ext>
                    </a:extLst>
                  </p:cNvPr>
                  <p:cNvSpPr/>
                  <p:nvPr/>
                </p:nvSpPr>
                <p:spPr>
                  <a:xfrm>
                    <a:off x="1206483" y="5935848"/>
                    <a:ext cx="97409" cy="276479"/>
                  </a:xfrm>
                  <a:custGeom>
                    <a:avLst/>
                    <a:gdLst>
                      <a:gd name="csX0" fmla="*/ 0 w 97409"/>
                      <a:gd name="csY0" fmla="*/ 0 h 276479"/>
                      <a:gd name="csX1" fmla="*/ 97409 w 97409"/>
                      <a:gd name="csY1" fmla="*/ 0 h 276479"/>
                      <a:gd name="csX2" fmla="*/ 97409 w 97409"/>
                      <a:gd name="csY2" fmla="*/ 276479 h 276479"/>
                      <a:gd name="csX3" fmla="*/ 0 w 97409"/>
                      <a:gd name="csY3" fmla="*/ 276479 h 27647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76479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76479"/>
                        </a:lnTo>
                        <a:lnTo>
                          <a:pt x="0" y="276479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0" name="Freeform 1219">
                    <a:extLst>
                      <a:ext uri="{FF2B5EF4-FFF2-40B4-BE49-F238E27FC236}">
                        <a16:creationId xmlns:a16="http://schemas.microsoft.com/office/drawing/2014/main" id="{3EC86AB2-6BC3-6D59-250A-9998F031B04D}"/>
                      </a:ext>
                    </a:extLst>
                  </p:cNvPr>
                  <p:cNvSpPr/>
                  <p:nvPr/>
                </p:nvSpPr>
                <p:spPr>
                  <a:xfrm>
                    <a:off x="1368789" y="5894827"/>
                    <a:ext cx="97409" cy="317500"/>
                  </a:xfrm>
                  <a:custGeom>
                    <a:avLst/>
                    <a:gdLst>
                      <a:gd name="csX0" fmla="*/ 0 w 97409"/>
                      <a:gd name="csY0" fmla="*/ 0 h 317500"/>
                      <a:gd name="csX1" fmla="*/ 97409 w 97409"/>
                      <a:gd name="csY1" fmla="*/ 0 h 317500"/>
                      <a:gd name="csX2" fmla="*/ 97409 w 97409"/>
                      <a:gd name="csY2" fmla="*/ 317500 h 317500"/>
                      <a:gd name="csX3" fmla="*/ 0 w 97409"/>
                      <a:gd name="csY3" fmla="*/ 317500 h 3175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17500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17500"/>
                        </a:lnTo>
                        <a:lnTo>
                          <a:pt x="0" y="317500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1" name="Freeform 1220">
                    <a:extLst>
                      <a:ext uri="{FF2B5EF4-FFF2-40B4-BE49-F238E27FC236}">
                        <a16:creationId xmlns:a16="http://schemas.microsoft.com/office/drawing/2014/main" id="{AFC45B0C-F047-69C4-BDFB-39558F29E91B}"/>
                      </a:ext>
                    </a:extLst>
                  </p:cNvPr>
                  <p:cNvSpPr/>
                  <p:nvPr/>
                </p:nvSpPr>
                <p:spPr>
                  <a:xfrm>
                    <a:off x="735821" y="5851393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2" name="Freeform 1221">
                    <a:extLst>
                      <a:ext uri="{FF2B5EF4-FFF2-40B4-BE49-F238E27FC236}">
                        <a16:creationId xmlns:a16="http://schemas.microsoft.com/office/drawing/2014/main" id="{37EDC1BB-F35F-3534-454E-2C66573674E5}"/>
                      </a:ext>
                    </a:extLst>
                  </p:cNvPr>
                  <p:cNvSpPr/>
                  <p:nvPr/>
                </p:nvSpPr>
                <p:spPr>
                  <a:xfrm>
                    <a:off x="768205" y="5851393"/>
                    <a:ext cx="12700" cy="64007"/>
                  </a:xfrm>
                  <a:custGeom>
                    <a:avLst/>
                    <a:gdLst>
                      <a:gd name="csX0" fmla="*/ 0 w 12700"/>
                      <a:gd name="csY0" fmla="*/ 0 h 64007"/>
                      <a:gd name="csX1" fmla="*/ 0 w 12700"/>
                      <a:gd name="csY1" fmla="*/ 64008 h 640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4007">
                        <a:moveTo>
                          <a:pt x="0" y="0"/>
                        </a:moveTo>
                        <a:lnTo>
                          <a:pt x="0" y="64008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3" name="Freeform 1222">
                    <a:extLst>
                      <a:ext uri="{FF2B5EF4-FFF2-40B4-BE49-F238E27FC236}">
                        <a16:creationId xmlns:a16="http://schemas.microsoft.com/office/drawing/2014/main" id="{AF5686E4-FB65-0810-FF01-C224F823D422}"/>
                      </a:ext>
                    </a:extLst>
                  </p:cNvPr>
                  <p:cNvSpPr/>
                  <p:nvPr/>
                </p:nvSpPr>
                <p:spPr>
                  <a:xfrm>
                    <a:off x="735821" y="5915400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4" name="Freeform 1223">
                    <a:extLst>
                      <a:ext uri="{FF2B5EF4-FFF2-40B4-BE49-F238E27FC236}">
                        <a16:creationId xmlns:a16="http://schemas.microsoft.com/office/drawing/2014/main" id="{87C4FAE4-714D-4AD3-1C53-B5A692C500C2}"/>
                      </a:ext>
                    </a:extLst>
                  </p:cNvPr>
                  <p:cNvSpPr/>
                  <p:nvPr/>
                </p:nvSpPr>
                <p:spPr>
                  <a:xfrm>
                    <a:off x="898126" y="5917178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5" name="Freeform 1224">
                    <a:extLst>
                      <a:ext uri="{FF2B5EF4-FFF2-40B4-BE49-F238E27FC236}">
                        <a16:creationId xmlns:a16="http://schemas.microsoft.com/office/drawing/2014/main" id="{673E1F44-0F13-A2F6-7F66-116A331D4D9D}"/>
                      </a:ext>
                    </a:extLst>
                  </p:cNvPr>
                  <p:cNvSpPr/>
                  <p:nvPr/>
                </p:nvSpPr>
                <p:spPr>
                  <a:xfrm>
                    <a:off x="930511" y="5917178"/>
                    <a:ext cx="12700" cy="52324"/>
                  </a:xfrm>
                  <a:custGeom>
                    <a:avLst/>
                    <a:gdLst>
                      <a:gd name="csX0" fmla="*/ 0 w 12700"/>
                      <a:gd name="csY0" fmla="*/ 0 h 52324"/>
                      <a:gd name="csX1" fmla="*/ 0 w 12700"/>
                      <a:gd name="csY1" fmla="*/ 52324 h 523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52324">
                        <a:moveTo>
                          <a:pt x="0" y="0"/>
                        </a:moveTo>
                        <a:lnTo>
                          <a:pt x="0" y="5232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6" name="Freeform 1225">
                    <a:extLst>
                      <a:ext uri="{FF2B5EF4-FFF2-40B4-BE49-F238E27FC236}">
                        <a16:creationId xmlns:a16="http://schemas.microsoft.com/office/drawing/2014/main" id="{02CB852D-78A4-52BC-AC55-07FF064F47F7}"/>
                      </a:ext>
                    </a:extLst>
                  </p:cNvPr>
                  <p:cNvSpPr/>
                  <p:nvPr/>
                </p:nvSpPr>
                <p:spPr>
                  <a:xfrm>
                    <a:off x="898126" y="5969503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7" name="Freeform 1226">
                    <a:extLst>
                      <a:ext uri="{FF2B5EF4-FFF2-40B4-BE49-F238E27FC236}">
                        <a16:creationId xmlns:a16="http://schemas.microsoft.com/office/drawing/2014/main" id="{EFD6067F-FB76-B9D3-EF07-61DCD7E571D1}"/>
                      </a:ext>
                    </a:extLst>
                  </p:cNvPr>
                  <p:cNvSpPr/>
                  <p:nvPr/>
                </p:nvSpPr>
                <p:spPr>
                  <a:xfrm>
                    <a:off x="1060432" y="590930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8" name="Freeform 1227">
                    <a:extLst>
                      <a:ext uri="{FF2B5EF4-FFF2-40B4-BE49-F238E27FC236}">
                        <a16:creationId xmlns:a16="http://schemas.microsoft.com/office/drawing/2014/main" id="{0F63644D-C548-D3EF-7E20-F7AFEC73CDB2}"/>
                      </a:ext>
                    </a:extLst>
                  </p:cNvPr>
                  <p:cNvSpPr/>
                  <p:nvPr/>
                </p:nvSpPr>
                <p:spPr>
                  <a:xfrm>
                    <a:off x="1092818" y="5909304"/>
                    <a:ext cx="12700" cy="75819"/>
                  </a:xfrm>
                  <a:custGeom>
                    <a:avLst/>
                    <a:gdLst>
                      <a:gd name="csX0" fmla="*/ 0 w 12700"/>
                      <a:gd name="csY0" fmla="*/ 0 h 75819"/>
                      <a:gd name="csX1" fmla="*/ 0 w 12700"/>
                      <a:gd name="csY1" fmla="*/ 75819 h 758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5819">
                        <a:moveTo>
                          <a:pt x="0" y="0"/>
                        </a:moveTo>
                        <a:lnTo>
                          <a:pt x="0" y="7581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29" name="Freeform 1228">
                    <a:extLst>
                      <a:ext uri="{FF2B5EF4-FFF2-40B4-BE49-F238E27FC236}">
                        <a16:creationId xmlns:a16="http://schemas.microsoft.com/office/drawing/2014/main" id="{3FF7868E-D388-ED78-9B8B-27D48103907C}"/>
                      </a:ext>
                    </a:extLst>
                  </p:cNvPr>
                  <p:cNvSpPr/>
                  <p:nvPr/>
                </p:nvSpPr>
                <p:spPr>
                  <a:xfrm>
                    <a:off x="1060432" y="598512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0" name="Freeform 1229">
                    <a:extLst>
                      <a:ext uri="{FF2B5EF4-FFF2-40B4-BE49-F238E27FC236}">
                        <a16:creationId xmlns:a16="http://schemas.microsoft.com/office/drawing/2014/main" id="{19913F82-7C5C-90B8-136D-C60D9DAEA55B}"/>
                      </a:ext>
                    </a:extLst>
                  </p:cNvPr>
                  <p:cNvSpPr/>
                  <p:nvPr/>
                </p:nvSpPr>
                <p:spPr>
                  <a:xfrm>
                    <a:off x="1385045" y="585215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1" name="Freeform 1230">
                    <a:extLst>
                      <a:ext uri="{FF2B5EF4-FFF2-40B4-BE49-F238E27FC236}">
                        <a16:creationId xmlns:a16="http://schemas.microsoft.com/office/drawing/2014/main" id="{1787184B-FCBB-0BD4-D294-6CB0FE4EE191}"/>
                      </a:ext>
                    </a:extLst>
                  </p:cNvPr>
                  <p:cNvSpPr/>
                  <p:nvPr/>
                </p:nvSpPr>
                <p:spPr>
                  <a:xfrm>
                    <a:off x="1417429" y="5852154"/>
                    <a:ext cx="12700" cy="85344"/>
                  </a:xfrm>
                  <a:custGeom>
                    <a:avLst/>
                    <a:gdLst>
                      <a:gd name="csX0" fmla="*/ 0 w 12700"/>
                      <a:gd name="csY0" fmla="*/ 0 h 85344"/>
                      <a:gd name="csX1" fmla="*/ 0 w 12700"/>
                      <a:gd name="csY1" fmla="*/ 85344 h 8534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85344">
                        <a:moveTo>
                          <a:pt x="0" y="0"/>
                        </a:moveTo>
                        <a:lnTo>
                          <a:pt x="0" y="8534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2" name="Freeform 1231">
                    <a:extLst>
                      <a:ext uri="{FF2B5EF4-FFF2-40B4-BE49-F238E27FC236}">
                        <a16:creationId xmlns:a16="http://schemas.microsoft.com/office/drawing/2014/main" id="{3B741A1D-76DC-57A0-67F1-4622B7A067FA}"/>
                      </a:ext>
                    </a:extLst>
                  </p:cNvPr>
                  <p:cNvSpPr/>
                  <p:nvPr/>
                </p:nvSpPr>
                <p:spPr>
                  <a:xfrm>
                    <a:off x="1385045" y="5937499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3" name="Freeform 1232">
                    <a:extLst>
                      <a:ext uri="{FF2B5EF4-FFF2-40B4-BE49-F238E27FC236}">
                        <a16:creationId xmlns:a16="http://schemas.microsoft.com/office/drawing/2014/main" id="{40B1FB4A-949D-8843-943B-6C6FF578AB7B}"/>
                      </a:ext>
                    </a:extLst>
                  </p:cNvPr>
                  <p:cNvSpPr/>
                  <p:nvPr/>
                </p:nvSpPr>
                <p:spPr>
                  <a:xfrm>
                    <a:off x="1088246" y="589114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4" name="Freeform 1233">
                    <a:extLst>
                      <a:ext uri="{FF2B5EF4-FFF2-40B4-BE49-F238E27FC236}">
                        <a16:creationId xmlns:a16="http://schemas.microsoft.com/office/drawing/2014/main" id="{16E6C8ED-29D0-70D5-B273-DB65EF6F6382}"/>
                      </a:ext>
                    </a:extLst>
                  </p:cNvPr>
                  <p:cNvSpPr/>
                  <p:nvPr/>
                </p:nvSpPr>
                <p:spPr>
                  <a:xfrm>
                    <a:off x="926702" y="59557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5" name="Freeform 1234">
                    <a:extLst>
                      <a:ext uri="{FF2B5EF4-FFF2-40B4-BE49-F238E27FC236}">
                        <a16:creationId xmlns:a16="http://schemas.microsoft.com/office/drawing/2014/main" id="{36AE740D-BE07-9D14-5CA5-5B7BD7F8DF82}"/>
                      </a:ext>
                    </a:extLst>
                  </p:cNvPr>
                  <p:cNvSpPr/>
                  <p:nvPr/>
                </p:nvSpPr>
                <p:spPr>
                  <a:xfrm>
                    <a:off x="905620" y="599985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6" name="Freeform 1235">
                    <a:extLst>
                      <a:ext uri="{FF2B5EF4-FFF2-40B4-BE49-F238E27FC236}">
                        <a16:creationId xmlns:a16="http://schemas.microsoft.com/office/drawing/2014/main" id="{7B6BBCA1-89F2-4126-3C13-FE9418A818D5}"/>
                      </a:ext>
                    </a:extLst>
                  </p:cNvPr>
                  <p:cNvSpPr/>
                  <p:nvPr/>
                </p:nvSpPr>
                <p:spPr>
                  <a:xfrm>
                    <a:off x="1410191" y="574280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7" name="Freeform 1236">
                    <a:extLst>
                      <a:ext uri="{FF2B5EF4-FFF2-40B4-BE49-F238E27FC236}">
                        <a16:creationId xmlns:a16="http://schemas.microsoft.com/office/drawing/2014/main" id="{46ED0386-19C1-248B-50B8-47007AD72C08}"/>
                      </a:ext>
                    </a:extLst>
                  </p:cNvPr>
                  <p:cNvSpPr/>
                  <p:nvPr/>
                </p:nvSpPr>
                <p:spPr>
                  <a:xfrm>
                    <a:off x="754744" y="601039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8" name="Freeform 1237">
                    <a:extLst>
                      <a:ext uri="{FF2B5EF4-FFF2-40B4-BE49-F238E27FC236}">
                        <a16:creationId xmlns:a16="http://schemas.microsoft.com/office/drawing/2014/main" id="{CB4A7CFC-5522-DEFA-437C-E8388F4F31F1}"/>
                      </a:ext>
                    </a:extLst>
                  </p:cNvPr>
                  <p:cNvSpPr/>
                  <p:nvPr/>
                </p:nvSpPr>
                <p:spPr>
                  <a:xfrm>
                    <a:off x="1400031" y="578802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39" name="Freeform 1238">
                    <a:extLst>
                      <a:ext uri="{FF2B5EF4-FFF2-40B4-BE49-F238E27FC236}">
                        <a16:creationId xmlns:a16="http://schemas.microsoft.com/office/drawing/2014/main" id="{4BA30479-B2C4-ADD0-6E25-7B1471D9FC0E}"/>
                      </a:ext>
                    </a:extLst>
                  </p:cNvPr>
                  <p:cNvSpPr/>
                  <p:nvPr/>
                </p:nvSpPr>
                <p:spPr>
                  <a:xfrm>
                    <a:off x="757919" y="580694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0" name="Freeform 1239">
                    <a:extLst>
                      <a:ext uri="{FF2B5EF4-FFF2-40B4-BE49-F238E27FC236}">
                        <a16:creationId xmlns:a16="http://schemas.microsoft.com/office/drawing/2014/main" id="{3ADF1D29-BE43-6940-6FB7-ABFC84BB7DD7}"/>
                      </a:ext>
                    </a:extLst>
                  </p:cNvPr>
                  <p:cNvSpPr/>
                  <p:nvPr/>
                </p:nvSpPr>
                <p:spPr>
                  <a:xfrm>
                    <a:off x="1387585" y="604176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1" name="Freeform 1240">
                    <a:extLst>
                      <a:ext uri="{FF2B5EF4-FFF2-40B4-BE49-F238E27FC236}">
                        <a16:creationId xmlns:a16="http://schemas.microsoft.com/office/drawing/2014/main" id="{F0E509AD-C8F2-FD03-4A6A-458BBB5BED3F}"/>
                      </a:ext>
                    </a:extLst>
                  </p:cNvPr>
                  <p:cNvSpPr/>
                  <p:nvPr/>
                </p:nvSpPr>
                <p:spPr>
                  <a:xfrm>
                    <a:off x="755252" y="578776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2" name="Freeform 1241">
                    <a:extLst>
                      <a:ext uri="{FF2B5EF4-FFF2-40B4-BE49-F238E27FC236}">
                        <a16:creationId xmlns:a16="http://schemas.microsoft.com/office/drawing/2014/main" id="{95175125-441A-762F-5666-57923CED33A7}"/>
                      </a:ext>
                    </a:extLst>
                  </p:cNvPr>
                  <p:cNvSpPr/>
                  <p:nvPr/>
                </p:nvSpPr>
                <p:spPr>
                  <a:xfrm>
                    <a:off x="1406127" y="589914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3" name="Freeform 1242">
                    <a:extLst>
                      <a:ext uri="{FF2B5EF4-FFF2-40B4-BE49-F238E27FC236}">
                        <a16:creationId xmlns:a16="http://schemas.microsoft.com/office/drawing/2014/main" id="{A05DB5BD-F991-15EE-2C5C-D81F64CE41B3}"/>
                      </a:ext>
                    </a:extLst>
                  </p:cNvPr>
                  <p:cNvSpPr/>
                  <p:nvPr/>
                </p:nvSpPr>
                <p:spPr>
                  <a:xfrm>
                    <a:off x="748775" y="585825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4" name="Freeform 1243">
                    <a:extLst>
                      <a:ext uri="{FF2B5EF4-FFF2-40B4-BE49-F238E27FC236}">
                        <a16:creationId xmlns:a16="http://schemas.microsoft.com/office/drawing/2014/main" id="{FFDF7ECE-7ACE-C362-E5EA-C6995A02790F}"/>
                      </a:ext>
                    </a:extLst>
                  </p:cNvPr>
                  <p:cNvSpPr/>
                  <p:nvPr/>
                </p:nvSpPr>
                <p:spPr>
                  <a:xfrm>
                    <a:off x="1406508" y="587971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5" name="Freeform 1244">
                    <a:extLst>
                      <a:ext uri="{FF2B5EF4-FFF2-40B4-BE49-F238E27FC236}">
                        <a16:creationId xmlns:a16="http://schemas.microsoft.com/office/drawing/2014/main" id="{E207165A-C7DB-469B-8C67-CC899F79458C}"/>
                      </a:ext>
                    </a:extLst>
                  </p:cNvPr>
                  <p:cNvSpPr/>
                  <p:nvPr/>
                </p:nvSpPr>
                <p:spPr>
                  <a:xfrm>
                    <a:off x="764269" y="58739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6" name="Freeform 1245">
                    <a:extLst>
                      <a:ext uri="{FF2B5EF4-FFF2-40B4-BE49-F238E27FC236}">
                        <a16:creationId xmlns:a16="http://schemas.microsoft.com/office/drawing/2014/main" id="{0CAAD867-0CD8-8EC2-0798-1BA46170E598}"/>
                      </a:ext>
                    </a:extLst>
                  </p:cNvPr>
                  <p:cNvSpPr/>
                  <p:nvPr/>
                </p:nvSpPr>
                <p:spPr>
                  <a:xfrm>
                    <a:off x="904604" y="579106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7" name="Freeform 1246">
                    <a:extLst>
                      <a:ext uri="{FF2B5EF4-FFF2-40B4-BE49-F238E27FC236}">
                        <a16:creationId xmlns:a16="http://schemas.microsoft.com/office/drawing/2014/main" id="{7175123F-992B-9927-9EF6-B1D69BCF3837}"/>
                      </a:ext>
                    </a:extLst>
                  </p:cNvPr>
                  <p:cNvSpPr/>
                  <p:nvPr/>
                </p:nvSpPr>
                <p:spPr>
                  <a:xfrm>
                    <a:off x="1398253" y="590917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8" name="Freeform 1247">
                    <a:extLst>
                      <a:ext uri="{FF2B5EF4-FFF2-40B4-BE49-F238E27FC236}">
                        <a16:creationId xmlns:a16="http://schemas.microsoft.com/office/drawing/2014/main" id="{4C6D345F-78DC-C0D0-03EB-0B7B5FF39998}"/>
                      </a:ext>
                    </a:extLst>
                  </p:cNvPr>
                  <p:cNvSpPr/>
                  <p:nvPr/>
                </p:nvSpPr>
                <p:spPr>
                  <a:xfrm>
                    <a:off x="764523" y="585507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49" name="Freeform 1248">
                    <a:extLst>
                      <a:ext uri="{FF2B5EF4-FFF2-40B4-BE49-F238E27FC236}">
                        <a16:creationId xmlns:a16="http://schemas.microsoft.com/office/drawing/2014/main" id="{F4DDB6ED-B5B0-5A14-042D-593176BA0D83}"/>
                      </a:ext>
                    </a:extLst>
                  </p:cNvPr>
                  <p:cNvSpPr/>
                  <p:nvPr/>
                </p:nvSpPr>
                <p:spPr>
                  <a:xfrm>
                    <a:off x="1090278" y="596696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0" name="Freeform 1249">
                    <a:extLst>
                      <a:ext uri="{FF2B5EF4-FFF2-40B4-BE49-F238E27FC236}">
                        <a16:creationId xmlns:a16="http://schemas.microsoft.com/office/drawing/2014/main" id="{DF319DBA-792A-C092-B076-12B53E8A0022}"/>
                      </a:ext>
                    </a:extLst>
                  </p:cNvPr>
                  <p:cNvSpPr/>
                  <p:nvPr/>
                </p:nvSpPr>
                <p:spPr>
                  <a:xfrm>
                    <a:off x="900032" y="597979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1" name="Freeform 1250">
                    <a:extLst>
                      <a:ext uri="{FF2B5EF4-FFF2-40B4-BE49-F238E27FC236}">
                        <a16:creationId xmlns:a16="http://schemas.microsoft.com/office/drawing/2014/main" id="{EED6537C-EC21-8A49-26A4-D1885881EBC9}"/>
                      </a:ext>
                    </a:extLst>
                  </p:cNvPr>
                  <p:cNvSpPr/>
                  <p:nvPr/>
                </p:nvSpPr>
                <p:spPr>
                  <a:xfrm>
                    <a:off x="911716" y="593711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2" name="Freeform 1251">
                    <a:extLst>
                      <a:ext uri="{FF2B5EF4-FFF2-40B4-BE49-F238E27FC236}">
                        <a16:creationId xmlns:a16="http://schemas.microsoft.com/office/drawing/2014/main" id="{38A98BEB-5BA6-D29B-6856-02F435BA7DA4}"/>
                      </a:ext>
                    </a:extLst>
                  </p:cNvPr>
                  <p:cNvSpPr/>
                  <p:nvPr/>
                </p:nvSpPr>
                <p:spPr>
                  <a:xfrm>
                    <a:off x="1239122" y="59179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3" name="Freeform 1252">
                    <a:extLst>
                      <a:ext uri="{FF2B5EF4-FFF2-40B4-BE49-F238E27FC236}">
                        <a16:creationId xmlns:a16="http://schemas.microsoft.com/office/drawing/2014/main" id="{E36D9FEE-3B5F-F556-357A-30A80C712410}"/>
                      </a:ext>
                    </a:extLst>
                  </p:cNvPr>
                  <p:cNvSpPr/>
                  <p:nvPr/>
                </p:nvSpPr>
                <p:spPr>
                  <a:xfrm>
                    <a:off x="925686" y="592149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4" name="Freeform 1253">
                    <a:extLst>
                      <a:ext uri="{FF2B5EF4-FFF2-40B4-BE49-F238E27FC236}">
                        <a16:creationId xmlns:a16="http://schemas.microsoft.com/office/drawing/2014/main" id="{EC39E9D2-D5C6-12D0-1200-555DC03BB97B}"/>
                      </a:ext>
                    </a:extLst>
                  </p:cNvPr>
                  <p:cNvSpPr/>
                  <p:nvPr/>
                </p:nvSpPr>
                <p:spPr>
                  <a:xfrm>
                    <a:off x="900794" y="589241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5" name="TextBox 1254">
                    <a:extLst>
                      <a:ext uri="{FF2B5EF4-FFF2-40B4-BE49-F238E27FC236}">
                        <a16:creationId xmlns:a16="http://schemas.microsoft.com/office/drawing/2014/main" id="{203A2C49-1D87-77D2-CAC9-D7A677D5D7E0}"/>
                      </a:ext>
                    </a:extLst>
                  </p:cNvPr>
                  <p:cNvSpPr txBox="1"/>
                  <p:nvPr/>
                </p:nvSpPr>
                <p:spPr>
                  <a:xfrm>
                    <a:off x="663779" y="5542871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256" name="Freeform 1255">
                    <a:extLst>
                      <a:ext uri="{FF2B5EF4-FFF2-40B4-BE49-F238E27FC236}">
                        <a16:creationId xmlns:a16="http://schemas.microsoft.com/office/drawing/2014/main" id="{297B1B6D-AFD6-32BC-E4E2-6F16CE04DDC6}"/>
                      </a:ext>
                    </a:extLst>
                  </p:cNvPr>
                  <p:cNvSpPr/>
                  <p:nvPr/>
                </p:nvSpPr>
                <p:spPr>
                  <a:xfrm>
                    <a:off x="768206" y="5715757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7" name="TextBox 1256">
                    <a:extLst>
                      <a:ext uri="{FF2B5EF4-FFF2-40B4-BE49-F238E27FC236}">
                        <a16:creationId xmlns:a16="http://schemas.microsoft.com/office/drawing/2014/main" id="{3CFC5863-08E6-202B-080D-85B15B61F0B2}"/>
                      </a:ext>
                    </a:extLst>
                  </p:cNvPr>
                  <p:cNvSpPr txBox="1"/>
                  <p:nvPr/>
                </p:nvSpPr>
                <p:spPr>
                  <a:xfrm>
                    <a:off x="951209" y="5584321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0.235</a:t>
                    </a:r>
                  </a:p>
                </p:txBody>
              </p:sp>
              <p:sp>
                <p:nvSpPr>
                  <p:cNvPr id="1258" name="Freeform 1257">
                    <a:extLst>
                      <a:ext uri="{FF2B5EF4-FFF2-40B4-BE49-F238E27FC236}">
                        <a16:creationId xmlns:a16="http://schemas.microsoft.com/office/drawing/2014/main" id="{7F8D5DC9-A7D3-2B48-6113-CCBC2193CAE6}"/>
                      </a:ext>
                    </a:extLst>
                  </p:cNvPr>
                  <p:cNvSpPr/>
                  <p:nvPr/>
                </p:nvSpPr>
                <p:spPr>
                  <a:xfrm>
                    <a:off x="946768" y="5715757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59" name="TextBox 1258">
                    <a:extLst>
                      <a:ext uri="{FF2B5EF4-FFF2-40B4-BE49-F238E27FC236}">
                        <a16:creationId xmlns:a16="http://schemas.microsoft.com/office/drawing/2014/main" id="{43B1742A-9597-27CB-BD0C-9B415475DCCF}"/>
                      </a:ext>
                    </a:extLst>
                  </p:cNvPr>
                  <p:cNvSpPr txBox="1"/>
                  <p:nvPr/>
                </p:nvSpPr>
                <p:spPr>
                  <a:xfrm>
                    <a:off x="861929" y="5471545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0.094</a:t>
                    </a:r>
                  </a:p>
                </p:txBody>
              </p:sp>
              <p:sp>
                <p:nvSpPr>
                  <p:cNvPr id="1260" name="Freeform 1259">
                    <a:extLst>
                      <a:ext uri="{FF2B5EF4-FFF2-40B4-BE49-F238E27FC236}">
                        <a16:creationId xmlns:a16="http://schemas.microsoft.com/office/drawing/2014/main" id="{1A0481F4-AAEA-5B65-5652-792242096892}"/>
                      </a:ext>
                    </a:extLst>
                  </p:cNvPr>
                  <p:cNvSpPr/>
                  <p:nvPr/>
                </p:nvSpPr>
                <p:spPr>
                  <a:xfrm>
                    <a:off x="768206" y="5602854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261" name="Graphic 601">
                  <a:extLst>
                    <a:ext uri="{FF2B5EF4-FFF2-40B4-BE49-F238E27FC236}">
                      <a16:creationId xmlns:a16="http://schemas.microsoft.com/office/drawing/2014/main" id="{7C0BC2C4-5291-8786-1798-5B1A6858B26E}"/>
                    </a:ext>
                  </a:extLst>
                </p:cNvPr>
                <p:cNvGrpSpPr/>
                <p:nvPr/>
              </p:nvGrpSpPr>
              <p:grpSpPr>
                <a:xfrm>
                  <a:off x="355061" y="5232907"/>
                  <a:ext cx="1191469" cy="1196086"/>
                  <a:chOff x="355061" y="5232907"/>
                  <a:chExt cx="1191469" cy="1196086"/>
                </a:xfrm>
              </p:grpSpPr>
              <p:sp>
                <p:nvSpPr>
                  <p:cNvPr id="1262" name="Freeform 1261">
                    <a:extLst>
                      <a:ext uri="{FF2B5EF4-FFF2-40B4-BE49-F238E27FC236}">
                        <a16:creationId xmlns:a16="http://schemas.microsoft.com/office/drawing/2014/main" id="{BF0BE4CE-9CC9-095C-BB8A-0F0825BDE8C4}"/>
                      </a:ext>
                    </a:extLst>
                  </p:cNvPr>
                  <p:cNvSpPr/>
                  <p:nvPr/>
                </p:nvSpPr>
                <p:spPr>
                  <a:xfrm>
                    <a:off x="670797" y="5535163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63" name="TextBox 1262">
                    <a:extLst>
                      <a:ext uri="{FF2B5EF4-FFF2-40B4-BE49-F238E27FC236}">
                        <a16:creationId xmlns:a16="http://schemas.microsoft.com/office/drawing/2014/main" id="{164E9130-3215-028D-369C-BE7FD907DA58}"/>
                      </a:ext>
                    </a:extLst>
                  </p:cNvPr>
                  <p:cNvSpPr txBox="1"/>
                  <p:nvPr/>
                </p:nvSpPr>
                <p:spPr>
                  <a:xfrm>
                    <a:off x="355061" y="610543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264" name="TextBox 1263">
                    <a:extLst>
                      <a:ext uri="{FF2B5EF4-FFF2-40B4-BE49-F238E27FC236}">
                        <a16:creationId xmlns:a16="http://schemas.microsoft.com/office/drawing/2014/main" id="{3951F0E4-ADF4-6C10-F830-8A88BE585A13}"/>
                      </a:ext>
                    </a:extLst>
                  </p:cNvPr>
                  <p:cNvSpPr txBox="1"/>
                  <p:nvPr/>
                </p:nvSpPr>
                <p:spPr>
                  <a:xfrm>
                    <a:off x="355061" y="5894744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2%</a:t>
                    </a:r>
                  </a:p>
                </p:txBody>
              </p:sp>
              <p:sp>
                <p:nvSpPr>
                  <p:cNvPr id="1265" name="TextBox 1264">
                    <a:extLst>
                      <a:ext uri="{FF2B5EF4-FFF2-40B4-BE49-F238E27FC236}">
                        <a16:creationId xmlns:a16="http://schemas.microsoft.com/office/drawing/2014/main" id="{C1C81454-0703-05B2-B54D-E1ACDC5A664D}"/>
                      </a:ext>
                    </a:extLst>
                  </p:cNvPr>
                  <p:cNvSpPr txBox="1"/>
                  <p:nvPr/>
                </p:nvSpPr>
                <p:spPr>
                  <a:xfrm>
                    <a:off x="355061" y="5684052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4%</a:t>
                    </a:r>
                  </a:p>
                </p:txBody>
              </p:sp>
              <p:sp>
                <p:nvSpPr>
                  <p:cNvPr id="1266" name="TextBox 1265">
                    <a:extLst>
                      <a:ext uri="{FF2B5EF4-FFF2-40B4-BE49-F238E27FC236}">
                        <a16:creationId xmlns:a16="http://schemas.microsoft.com/office/drawing/2014/main" id="{28ACE3A6-AADF-32E9-A5E5-58F349E495D6}"/>
                      </a:ext>
                    </a:extLst>
                  </p:cNvPr>
                  <p:cNvSpPr txBox="1"/>
                  <p:nvPr/>
                </p:nvSpPr>
                <p:spPr>
                  <a:xfrm>
                    <a:off x="355061" y="5473232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6%</a:t>
                    </a:r>
                  </a:p>
                </p:txBody>
              </p:sp>
              <p:sp>
                <p:nvSpPr>
                  <p:cNvPr id="1267" name="Freeform 1266">
                    <a:extLst>
                      <a:ext uri="{FF2B5EF4-FFF2-40B4-BE49-F238E27FC236}">
                        <a16:creationId xmlns:a16="http://schemas.microsoft.com/office/drawing/2014/main" id="{BB9E5979-5B2B-A495-4E2A-9BBA318B6490}"/>
                      </a:ext>
                    </a:extLst>
                  </p:cNvPr>
                  <p:cNvSpPr/>
                  <p:nvPr/>
                </p:nvSpPr>
                <p:spPr>
                  <a:xfrm>
                    <a:off x="635998" y="62123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68" name="Freeform 1267">
                    <a:extLst>
                      <a:ext uri="{FF2B5EF4-FFF2-40B4-BE49-F238E27FC236}">
                        <a16:creationId xmlns:a16="http://schemas.microsoft.com/office/drawing/2014/main" id="{CB4E9A20-D344-B663-D4A0-B3A62DF8F44E}"/>
                      </a:ext>
                    </a:extLst>
                  </p:cNvPr>
                  <p:cNvSpPr/>
                  <p:nvPr/>
                </p:nvSpPr>
                <p:spPr>
                  <a:xfrm>
                    <a:off x="635998" y="6001633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69" name="Freeform 1268">
                    <a:extLst>
                      <a:ext uri="{FF2B5EF4-FFF2-40B4-BE49-F238E27FC236}">
                        <a16:creationId xmlns:a16="http://schemas.microsoft.com/office/drawing/2014/main" id="{44CC09C7-ECAC-330F-50C8-CE28F28AE25E}"/>
                      </a:ext>
                    </a:extLst>
                  </p:cNvPr>
                  <p:cNvSpPr/>
                  <p:nvPr/>
                </p:nvSpPr>
                <p:spPr>
                  <a:xfrm>
                    <a:off x="635998" y="5790940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0" name="Freeform 1269">
                    <a:extLst>
                      <a:ext uri="{FF2B5EF4-FFF2-40B4-BE49-F238E27FC236}">
                        <a16:creationId xmlns:a16="http://schemas.microsoft.com/office/drawing/2014/main" id="{B669A431-D9FD-8041-8275-31D8FB4FDF94}"/>
                      </a:ext>
                    </a:extLst>
                  </p:cNvPr>
                  <p:cNvSpPr/>
                  <p:nvPr/>
                </p:nvSpPr>
                <p:spPr>
                  <a:xfrm>
                    <a:off x="635998" y="5580120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1" name="Freeform 1270">
                    <a:extLst>
                      <a:ext uri="{FF2B5EF4-FFF2-40B4-BE49-F238E27FC236}">
                        <a16:creationId xmlns:a16="http://schemas.microsoft.com/office/drawing/2014/main" id="{B8C3BA04-D78C-1B46-CC2A-B1F42F11BE1F}"/>
                      </a:ext>
                    </a:extLst>
                  </p:cNvPr>
                  <p:cNvSpPr/>
                  <p:nvPr/>
                </p:nvSpPr>
                <p:spPr>
                  <a:xfrm>
                    <a:off x="670797" y="6212327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2" name="Freeform 1271">
                    <a:extLst>
                      <a:ext uri="{FF2B5EF4-FFF2-40B4-BE49-F238E27FC236}">
                        <a16:creationId xmlns:a16="http://schemas.microsoft.com/office/drawing/2014/main" id="{B6004DCD-387F-D637-DF86-433473286785}"/>
                      </a:ext>
                    </a:extLst>
                  </p:cNvPr>
                  <p:cNvSpPr/>
                  <p:nvPr/>
                </p:nvSpPr>
                <p:spPr>
                  <a:xfrm>
                    <a:off x="768205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3" name="Freeform 1272">
                    <a:extLst>
                      <a:ext uri="{FF2B5EF4-FFF2-40B4-BE49-F238E27FC236}">
                        <a16:creationId xmlns:a16="http://schemas.microsoft.com/office/drawing/2014/main" id="{E299C590-7023-8F5A-13D7-258B69B8A6A0}"/>
                      </a:ext>
                    </a:extLst>
                  </p:cNvPr>
                  <p:cNvSpPr/>
                  <p:nvPr/>
                </p:nvSpPr>
                <p:spPr>
                  <a:xfrm>
                    <a:off x="930511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4" name="Freeform 1273">
                    <a:extLst>
                      <a:ext uri="{FF2B5EF4-FFF2-40B4-BE49-F238E27FC236}">
                        <a16:creationId xmlns:a16="http://schemas.microsoft.com/office/drawing/2014/main" id="{02B69A17-18C3-4DB2-6BE7-202D95E2B317}"/>
                      </a:ext>
                    </a:extLst>
                  </p:cNvPr>
                  <p:cNvSpPr/>
                  <p:nvPr/>
                </p:nvSpPr>
                <p:spPr>
                  <a:xfrm>
                    <a:off x="1092818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5" name="Freeform 1274">
                    <a:extLst>
                      <a:ext uri="{FF2B5EF4-FFF2-40B4-BE49-F238E27FC236}">
                        <a16:creationId xmlns:a16="http://schemas.microsoft.com/office/drawing/2014/main" id="{AEC37DD2-BC0C-2ECA-A2DC-C12A2908EECD}"/>
                      </a:ext>
                    </a:extLst>
                  </p:cNvPr>
                  <p:cNvSpPr/>
                  <p:nvPr/>
                </p:nvSpPr>
                <p:spPr>
                  <a:xfrm>
                    <a:off x="1255123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6" name="Freeform 1275">
                    <a:extLst>
                      <a:ext uri="{FF2B5EF4-FFF2-40B4-BE49-F238E27FC236}">
                        <a16:creationId xmlns:a16="http://schemas.microsoft.com/office/drawing/2014/main" id="{1FD671DB-808B-B3C7-DBFF-81362FE05DE6}"/>
                      </a:ext>
                    </a:extLst>
                  </p:cNvPr>
                  <p:cNvSpPr/>
                  <p:nvPr/>
                </p:nvSpPr>
                <p:spPr>
                  <a:xfrm>
                    <a:off x="1417429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77" name="TextBox 1276">
                    <a:extLst>
                      <a:ext uri="{FF2B5EF4-FFF2-40B4-BE49-F238E27FC236}">
                        <a16:creationId xmlns:a16="http://schemas.microsoft.com/office/drawing/2014/main" id="{4E988F79-2AD4-5948-80EA-28F2319C403B}"/>
                      </a:ext>
                    </a:extLst>
                  </p:cNvPr>
                  <p:cNvSpPr txBox="1"/>
                  <p:nvPr/>
                </p:nvSpPr>
                <p:spPr>
                  <a:xfrm>
                    <a:off x="628077" y="6208181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278" name="TextBox 1277">
                    <a:extLst>
                      <a:ext uri="{FF2B5EF4-FFF2-40B4-BE49-F238E27FC236}">
                        <a16:creationId xmlns:a16="http://schemas.microsoft.com/office/drawing/2014/main" id="{50945749-C4B8-D189-5C2A-5E72B2179C9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374" y="6208181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279" name="TextBox 1278">
                    <a:extLst>
                      <a:ext uri="{FF2B5EF4-FFF2-40B4-BE49-F238E27FC236}">
                        <a16:creationId xmlns:a16="http://schemas.microsoft.com/office/drawing/2014/main" id="{A5579458-2465-0E18-41B9-417BA4A5C2AE}"/>
                      </a:ext>
                    </a:extLst>
                  </p:cNvPr>
                  <p:cNvSpPr txBox="1"/>
                  <p:nvPr/>
                </p:nvSpPr>
                <p:spPr>
                  <a:xfrm>
                    <a:off x="951840" y="6208181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280" name="TextBox 1279">
                    <a:extLst>
                      <a:ext uri="{FF2B5EF4-FFF2-40B4-BE49-F238E27FC236}">
                        <a16:creationId xmlns:a16="http://schemas.microsoft.com/office/drawing/2014/main" id="{F02B3E9B-40E9-8B9B-CE13-FF3DE9D9E5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88699" y="6208181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281" name="TextBox 1280">
                    <a:extLst>
                      <a:ext uri="{FF2B5EF4-FFF2-40B4-BE49-F238E27FC236}">
                        <a16:creationId xmlns:a16="http://schemas.microsoft.com/office/drawing/2014/main" id="{8919D83C-FFB3-77C3-C046-0106DF2D50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8327" y="6208181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284" name="TextBox 1283">
                    <a:extLst>
                      <a:ext uri="{FF2B5EF4-FFF2-40B4-BE49-F238E27FC236}">
                        <a16:creationId xmlns:a16="http://schemas.microsoft.com/office/drawing/2014/main" id="{51B8FFC5-01CA-7BA4-4FBF-AEAD39651733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18" y="5232907"/>
                    <a:ext cx="644996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12_Glut</a:t>
                    </a:r>
                  </a:p>
                </p:txBody>
              </p:sp>
            </p:grpSp>
          </p:grpSp>
          <p:grpSp>
            <p:nvGrpSpPr>
              <p:cNvPr id="1285" name="Graphic 603">
                <a:extLst>
                  <a:ext uri="{FF2B5EF4-FFF2-40B4-BE49-F238E27FC236}">
                    <a16:creationId xmlns:a16="http://schemas.microsoft.com/office/drawing/2014/main" id="{E4ABDCC5-106B-4CA4-6536-D98A01952870}"/>
                  </a:ext>
                </a:extLst>
              </p:cNvPr>
              <p:cNvGrpSpPr/>
              <p:nvPr/>
            </p:nvGrpSpPr>
            <p:grpSpPr>
              <a:xfrm>
                <a:off x="3384390" y="3143882"/>
                <a:ext cx="1191469" cy="1196086"/>
                <a:chOff x="1663599" y="5232907"/>
                <a:chExt cx="1191469" cy="1196086"/>
              </a:xfrm>
            </p:grpSpPr>
            <p:grpSp>
              <p:nvGrpSpPr>
                <p:cNvPr id="1288" name="Graphic 603">
                  <a:extLst>
                    <a:ext uri="{FF2B5EF4-FFF2-40B4-BE49-F238E27FC236}">
                      <a16:creationId xmlns:a16="http://schemas.microsoft.com/office/drawing/2014/main" id="{584A8885-78AD-823B-F592-F9E6E7792A7A}"/>
                    </a:ext>
                  </a:extLst>
                </p:cNvPr>
                <p:cNvGrpSpPr/>
                <p:nvPr/>
              </p:nvGrpSpPr>
              <p:grpSpPr>
                <a:xfrm>
                  <a:off x="1979335" y="5471545"/>
                  <a:ext cx="844041" cy="740908"/>
                  <a:chOff x="1979335" y="5471545"/>
                  <a:chExt cx="844041" cy="740908"/>
                </a:xfrm>
              </p:grpSpPr>
              <p:sp>
                <p:nvSpPr>
                  <p:cNvPr id="1289" name="Freeform 1288">
                    <a:extLst>
                      <a:ext uri="{FF2B5EF4-FFF2-40B4-BE49-F238E27FC236}">
                        <a16:creationId xmlns:a16="http://schemas.microsoft.com/office/drawing/2014/main" id="{E21D5EFE-B96C-E0EA-090D-0760EED44190}"/>
                      </a:ext>
                    </a:extLst>
                  </p:cNvPr>
                  <p:cNvSpPr/>
                  <p:nvPr/>
                </p:nvSpPr>
                <p:spPr>
                  <a:xfrm>
                    <a:off x="1979335" y="5535163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0" name="Freeform 1289">
                    <a:extLst>
                      <a:ext uri="{FF2B5EF4-FFF2-40B4-BE49-F238E27FC236}">
                        <a16:creationId xmlns:a16="http://schemas.microsoft.com/office/drawing/2014/main" id="{3D61D37C-194C-A90A-01CE-2DCF1D226E96}"/>
                      </a:ext>
                    </a:extLst>
                  </p:cNvPr>
                  <p:cNvSpPr/>
                  <p:nvPr/>
                </p:nvSpPr>
                <p:spPr>
                  <a:xfrm>
                    <a:off x="2028103" y="5912734"/>
                    <a:ext cx="97409" cy="299593"/>
                  </a:xfrm>
                  <a:custGeom>
                    <a:avLst/>
                    <a:gdLst>
                      <a:gd name="csX0" fmla="*/ 0 w 97409"/>
                      <a:gd name="csY0" fmla="*/ 0 h 299593"/>
                      <a:gd name="csX1" fmla="*/ 97409 w 97409"/>
                      <a:gd name="csY1" fmla="*/ 0 h 299593"/>
                      <a:gd name="csX2" fmla="*/ 97409 w 97409"/>
                      <a:gd name="csY2" fmla="*/ 299593 h 299593"/>
                      <a:gd name="csX3" fmla="*/ 0 w 97409"/>
                      <a:gd name="csY3" fmla="*/ 299593 h 2995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99593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99593"/>
                        </a:lnTo>
                        <a:lnTo>
                          <a:pt x="0" y="299593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1" name="Freeform 1290">
                    <a:extLst>
                      <a:ext uri="{FF2B5EF4-FFF2-40B4-BE49-F238E27FC236}">
                        <a16:creationId xmlns:a16="http://schemas.microsoft.com/office/drawing/2014/main" id="{A399AAE5-1039-43D4-DAE1-F286E75102D7}"/>
                      </a:ext>
                    </a:extLst>
                  </p:cNvPr>
                  <p:cNvSpPr/>
                  <p:nvPr/>
                </p:nvSpPr>
                <p:spPr>
                  <a:xfrm>
                    <a:off x="2190409" y="5982330"/>
                    <a:ext cx="97409" cy="229997"/>
                  </a:xfrm>
                  <a:custGeom>
                    <a:avLst/>
                    <a:gdLst>
                      <a:gd name="csX0" fmla="*/ 0 w 97409"/>
                      <a:gd name="csY0" fmla="*/ 0 h 229997"/>
                      <a:gd name="csX1" fmla="*/ 97409 w 97409"/>
                      <a:gd name="csY1" fmla="*/ 0 h 229997"/>
                      <a:gd name="csX2" fmla="*/ 97409 w 97409"/>
                      <a:gd name="csY2" fmla="*/ 229997 h 229997"/>
                      <a:gd name="csX3" fmla="*/ 0 w 97409"/>
                      <a:gd name="csY3" fmla="*/ 229997 h 2299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29997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29997"/>
                        </a:lnTo>
                        <a:lnTo>
                          <a:pt x="0" y="229997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2" name="Freeform 1291">
                    <a:extLst>
                      <a:ext uri="{FF2B5EF4-FFF2-40B4-BE49-F238E27FC236}">
                        <a16:creationId xmlns:a16="http://schemas.microsoft.com/office/drawing/2014/main" id="{DD6E0F1A-506A-A995-D219-2B67EA7CEE11}"/>
                      </a:ext>
                    </a:extLst>
                  </p:cNvPr>
                  <p:cNvSpPr/>
                  <p:nvPr/>
                </p:nvSpPr>
                <p:spPr>
                  <a:xfrm>
                    <a:off x="2352715" y="5983854"/>
                    <a:ext cx="97409" cy="228473"/>
                  </a:xfrm>
                  <a:custGeom>
                    <a:avLst/>
                    <a:gdLst>
                      <a:gd name="csX0" fmla="*/ 0 w 97409"/>
                      <a:gd name="csY0" fmla="*/ 0 h 228473"/>
                      <a:gd name="csX1" fmla="*/ 97409 w 97409"/>
                      <a:gd name="csY1" fmla="*/ 0 h 228473"/>
                      <a:gd name="csX2" fmla="*/ 97409 w 97409"/>
                      <a:gd name="csY2" fmla="*/ 228473 h 228473"/>
                      <a:gd name="csX3" fmla="*/ 0 w 97409"/>
                      <a:gd name="csY3" fmla="*/ 228473 h 22847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28473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28473"/>
                        </a:lnTo>
                        <a:lnTo>
                          <a:pt x="0" y="228473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3" name="Freeform 1292">
                    <a:extLst>
                      <a:ext uri="{FF2B5EF4-FFF2-40B4-BE49-F238E27FC236}">
                        <a16:creationId xmlns:a16="http://schemas.microsoft.com/office/drawing/2014/main" id="{5E996DEC-8BF2-1663-8CE4-736ED1E8CE73}"/>
                      </a:ext>
                    </a:extLst>
                  </p:cNvPr>
                  <p:cNvSpPr/>
                  <p:nvPr/>
                </p:nvSpPr>
                <p:spPr>
                  <a:xfrm>
                    <a:off x="2515021" y="5984235"/>
                    <a:ext cx="97409" cy="228092"/>
                  </a:xfrm>
                  <a:custGeom>
                    <a:avLst/>
                    <a:gdLst>
                      <a:gd name="csX0" fmla="*/ 0 w 97409"/>
                      <a:gd name="csY0" fmla="*/ 0 h 228092"/>
                      <a:gd name="csX1" fmla="*/ 97409 w 97409"/>
                      <a:gd name="csY1" fmla="*/ 0 h 228092"/>
                      <a:gd name="csX2" fmla="*/ 97409 w 97409"/>
                      <a:gd name="csY2" fmla="*/ 228092 h 228092"/>
                      <a:gd name="csX3" fmla="*/ 0 w 97409"/>
                      <a:gd name="csY3" fmla="*/ 228092 h 2280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28092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28092"/>
                        </a:lnTo>
                        <a:lnTo>
                          <a:pt x="0" y="228092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4" name="Freeform 1293">
                    <a:extLst>
                      <a:ext uri="{FF2B5EF4-FFF2-40B4-BE49-F238E27FC236}">
                        <a16:creationId xmlns:a16="http://schemas.microsoft.com/office/drawing/2014/main" id="{929A671B-2FFE-E996-D085-9B068A255CC0}"/>
                      </a:ext>
                    </a:extLst>
                  </p:cNvPr>
                  <p:cNvSpPr/>
                  <p:nvPr/>
                </p:nvSpPr>
                <p:spPr>
                  <a:xfrm>
                    <a:off x="2677327" y="5892795"/>
                    <a:ext cx="97409" cy="319531"/>
                  </a:xfrm>
                  <a:custGeom>
                    <a:avLst/>
                    <a:gdLst>
                      <a:gd name="csX0" fmla="*/ 0 w 97409"/>
                      <a:gd name="csY0" fmla="*/ 0 h 319531"/>
                      <a:gd name="csX1" fmla="*/ 97409 w 97409"/>
                      <a:gd name="csY1" fmla="*/ 0 h 319531"/>
                      <a:gd name="csX2" fmla="*/ 97409 w 97409"/>
                      <a:gd name="csY2" fmla="*/ 319532 h 319531"/>
                      <a:gd name="csX3" fmla="*/ 0 w 97409"/>
                      <a:gd name="csY3" fmla="*/ 319532 h 3195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19531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19532"/>
                        </a:lnTo>
                        <a:lnTo>
                          <a:pt x="0" y="319532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5" name="Freeform 1294">
                    <a:extLst>
                      <a:ext uri="{FF2B5EF4-FFF2-40B4-BE49-F238E27FC236}">
                        <a16:creationId xmlns:a16="http://schemas.microsoft.com/office/drawing/2014/main" id="{442396F8-A3CA-1726-41E6-CFFF4DD792B5}"/>
                      </a:ext>
                    </a:extLst>
                  </p:cNvPr>
                  <p:cNvSpPr/>
                  <p:nvPr/>
                </p:nvSpPr>
                <p:spPr>
                  <a:xfrm>
                    <a:off x="2044359" y="587971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6" name="Freeform 1295">
                    <a:extLst>
                      <a:ext uri="{FF2B5EF4-FFF2-40B4-BE49-F238E27FC236}">
                        <a16:creationId xmlns:a16="http://schemas.microsoft.com/office/drawing/2014/main" id="{4D299155-85D9-2472-475B-D5C7A700623D}"/>
                      </a:ext>
                    </a:extLst>
                  </p:cNvPr>
                  <p:cNvSpPr/>
                  <p:nvPr/>
                </p:nvSpPr>
                <p:spPr>
                  <a:xfrm>
                    <a:off x="2076743" y="5879714"/>
                    <a:ext cx="12700" cy="66166"/>
                  </a:xfrm>
                  <a:custGeom>
                    <a:avLst/>
                    <a:gdLst>
                      <a:gd name="csX0" fmla="*/ 0 w 12700"/>
                      <a:gd name="csY0" fmla="*/ 0 h 66166"/>
                      <a:gd name="csX1" fmla="*/ 0 w 12700"/>
                      <a:gd name="csY1" fmla="*/ 66167 h 661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6166">
                        <a:moveTo>
                          <a:pt x="0" y="0"/>
                        </a:moveTo>
                        <a:lnTo>
                          <a:pt x="0" y="6616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7" name="Freeform 1296">
                    <a:extLst>
                      <a:ext uri="{FF2B5EF4-FFF2-40B4-BE49-F238E27FC236}">
                        <a16:creationId xmlns:a16="http://schemas.microsoft.com/office/drawing/2014/main" id="{CFD2A457-1492-6580-9D56-DA3FBB00F1B5}"/>
                      </a:ext>
                    </a:extLst>
                  </p:cNvPr>
                  <p:cNvSpPr/>
                  <p:nvPr/>
                </p:nvSpPr>
                <p:spPr>
                  <a:xfrm>
                    <a:off x="2044359" y="5945881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8" name="Freeform 1297">
                    <a:extLst>
                      <a:ext uri="{FF2B5EF4-FFF2-40B4-BE49-F238E27FC236}">
                        <a16:creationId xmlns:a16="http://schemas.microsoft.com/office/drawing/2014/main" id="{FA02B6C5-91DE-1E14-33D8-FFC2D0663C09}"/>
                      </a:ext>
                    </a:extLst>
                  </p:cNvPr>
                  <p:cNvSpPr/>
                  <p:nvPr/>
                </p:nvSpPr>
                <p:spPr>
                  <a:xfrm>
                    <a:off x="2206664" y="5933053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299" name="Freeform 1298">
                    <a:extLst>
                      <a:ext uri="{FF2B5EF4-FFF2-40B4-BE49-F238E27FC236}">
                        <a16:creationId xmlns:a16="http://schemas.microsoft.com/office/drawing/2014/main" id="{29ED65E8-346F-E560-3721-2D5B61B70DC4}"/>
                      </a:ext>
                    </a:extLst>
                  </p:cNvPr>
                  <p:cNvSpPr/>
                  <p:nvPr/>
                </p:nvSpPr>
                <p:spPr>
                  <a:xfrm>
                    <a:off x="2239049" y="5933053"/>
                    <a:ext cx="12700" cy="98552"/>
                  </a:xfrm>
                  <a:custGeom>
                    <a:avLst/>
                    <a:gdLst>
                      <a:gd name="csX0" fmla="*/ 0 w 12700"/>
                      <a:gd name="csY0" fmla="*/ 0 h 98552"/>
                      <a:gd name="csX1" fmla="*/ 0 w 12700"/>
                      <a:gd name="csY1" fmla="*/ 98552 h 985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98552">
                        <a:moveTo>
                          <a:pt x="0" y="0"/>
                        </a:moveTo>
                        <a:lnTo>
                          <a:pt x="0" y="98552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0" name="Freeform 1299">
                    <a:extLst>
                      <a:ext uri="{FF2B5EF4-FFF2-40B4-BE49-F238E27FC236}">
                        <a16:creationId xmlns:a16="http://schemas.microsoft.com/office/drawing/2014/main" id="{A1B8CF95-09ED-4E75-6220-7F28A3DFA113}"/>
                      </a:ext>
                    </a:extLst>
                  </p:cNvPr>
                  <p:cNvSpPr/>
                  <p:nvPr/>
                </p:nvSpPr>
                <p:spPr>
                  <a:xfrm>
                    <a:off x="2206664" y="6031606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1" name="Freeform 1300">
                    <a:extLst>
                      <a:ext uri="{FF2B5EF4-FFF2-40B4-BE49-F238E27FC236}">
                        <a16:creationId xmlns:a16="http://schemas.microsoft.com/office/drawing/2014/main" id="{06D6C615-8E7D-9BB8-C755-BCE52707E6B8}"/>
                      </a:ext>
                    </a:extLst>
                  </p:cNvPr>
                  <p:cNvSpPr/>
                  <p:nvPr/>
                </p:nvSpPr>
                <p:spPr>
                  <a:xfrm>
                    <a:off x="2368970" y="5923402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2" name="Freeform 1301">
                    <a:extLst>
                      <a:ext uri="{FF2B5EF4-FFF2-40B4-BE49-F238E27FC236}">
                        <a16:creationId xmlns:a16="http://schemas.microsoft.com/office/drawing/2014/main" id="{13EA0401-6E16-AF11-5682-03E4C5CDEC7A}"/>
                      </a:ext>
                    </a:extLst>
                  </p:cNvPr>
                  <p:cNvSpPr/>
                  <p:nvPr/>
                </p:nvSpPr>
                <p:spPr>
                  <a:xfrm>
                    <a:off x="2401356" y="5923402"/>
                    <a:ext cx="12700" cy="120904"/>
                  </a:xfrm>
                  <a:custGeom>
                    <a:avLst/>
                    <a:gdLst>
                      <a:gd name="csX0" fmla="*/ 0 w 12700"/>
                      <a:gd name="csY0" fmla="*/ 0 h 120904"/>
                      <a:gd name="csX1" fmla="*/ 0 w 12700"/>
                      <a:gd name="csY1" fmla="*/ 120904 h 1209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20904">
                        <a:moveTo>
                          <a:pt x="0" y="0"/>
                        </a:moveTo>
                        <a:lnTo>
                          <a:pt x="0" y="12090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3" name="Freeform 1302">
                    <a:extLst>
                      <a:ext uri="{FF2B5EF4-FFF2-40B4-BE49-F238E27FC236}">
                        <a16:creationId xmlns:a16="http://schemas.microsoft.com/office/drawing/2014/main" id="{1687EA20-4345-F39B-11F6-AC5242CAA0B2}"/>
                      </a:ext>
                    </a:extLst>
                  </p:cNvPr>
                  <p:cNvSpPr/>
                  <p:nvPr/>
                </p:nvSpPr>
                <p:spPr>
                  <a:xfrm>
                    <a:off x="2368970" y="6044306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4" name="Freeform 1303">
                    <a:extLst>
                      <a:ext uri="{FF2B5EF4-FFF2-40B4-BE49-F238E27FC236}">
                        <a16:creationId xmlns:a16="http://schemas.microsoft.com/office/drawing/2014/main" id="{65D477B6-FCD0-7A5A-D2AD-B2812731BF05}"/>
                      </a:ext>
                    </a:extLst>
                  </p:cNvPr>
                  <p:cNvSpPr/>
                  <p:nvPr/>
                </p:nvSpPr>
                <p:spPr>
                  <a:xfrm>
                    <a:off x="2693583" y="5878189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5" name="Freeform 1304">
                    <a:extLst>
                      <a:ext uri="{FF2B5EF4-FFF2-40B4-BE49-F238E27FC236}">
                        <a16:creationId xmlns:a16="http://schemas.microsoft.com/office/drawing/2014/main" id="{79D3DDD1-C9B4-9863-2879-A462D524046C}"/>
                      </a:ext>
                    </a:extLst>
                  </p:cNvPr>
                  <p:cNvSpPr/>
                  <p:nvPr/>
                </p:nvSpPr>
                <p:spPr>
                  <a:xfrm>
                    <a:off x="2725967" y="5878189"/>
                    <a:ext cx="12700" cy="29337"/>
                  </a:xfrm>
                  <a:custGeom>
                    <a:avLst/>
                    <a:gdLst>
                      <a:gd name="csX0" fmla="*/ 0 w 12700"/>
                      <a:gd name="csY0" fmla="*/ 0 h 29337"/>
                      <a:gd name="csX1" fmla="*/ 0 w 12700"/>
                      <a:gd name="csY1" fmla="*/ 29337 h 293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9337">
                        <a:moveTo>
                          <a:pt x="0" y="0"/>
                        </a:moveTo>
                        <a:lnTo>
                          <a:pt x="0" y="2933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6" name="Freeform 1305">
                    <a:extLst>
                      <a:ext uri="{FF2B5EF4-FFF2-40B4-BE49-F238E27FC236}">
                        <a16:creationId xmlns:a16="http://schemas.microsoft.com/office/drawing/2014/main" id="{0B9A8794-70A1-1648-B538-4559E730E5F3}"/>
                      </a:ext>
                    </a:extLst>
                  </p:cNvPr>
                  <p:cNvSpPr/>
                  <p:nvPr/>
                </p:nvSpPr>
                <p:spPr>
                  <a:xfrm>
                    <a:off x="2693583" y="590752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7" name="Freeform 1306">
                    <a:extLst>
                      <a:ext uri="{FF2B5EF4-FFF2-40B4-BE49-F238E27FC236}">
                        <a16:creationId xmlns:a16="http://schemas.microsoft.com/office/drawing/2014/main" id="{FDA33D2C-A581-9AC5-7F67-C15827BB87D0}"/>
                      </a:ext>
                    </a:extLst>
                  </p:cNvPr>
                  <p:cNvSpPr/>
                  <p:nvPr/>
                </p:nvSpPr>
                <p:spPr>
                  <a:xfrm>
                    <a:off x="2396784" y="6026145"/>
                    <a:ext cx="36068" cy="36067"/>
                  </a:xfrm>
                  <a:custGeom>
                    <a:avLst/>
                    <a:gdLst>
                      <a:gd name="csX0" fmla="*/ 36068 w 36068"/>
                      <a:gd name="csY0" fmla="*/ 18034 h 36067"/>
                      <a:gd name="csX1" fmla="*/ 18034 w 36068"/>
                      <a:gd name="csY1" fmla="*/ 36068 h 36067"/>
                      <a:gd name="csX2" fmla="*/ 0 w 36068"/>
                      <a:gd name="csY2" fmla="*/ 18034 h 36067"/>
                      <a:gd name="csX3" fmla="*/ 18034 w 36068"/>
                      <a:gd name="csY3" fmla="*/ 0 h 36067"/>
                      <a:gd name="csX4" fmla="*/ 36068 w 36068"/>
                      <a:gd name="csY4" fmla="*/ 18034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7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8" name="Freeform 1307">
                    <a:extLst>
                      <a:ext uri="{FF2B5EF4-FFF2-40B4-BE49-F238E27FC236}">
                        <a16:creationId xmlns:a16="http://schemas.microsoft.com/office/drawing/2014/main" id="{86484203-8ED3-DA0B-CF25-706A21F81C70}"/>
                      </a:ext>
                    </a:extLst>
                  </p:cNvPr>
                  <p:cNvSpPr/>
                  <p:nvPr/>
                </p:nvSpPr>
                <p:spPr>
                  <a:xfrm>
                    <a:off x="2235240" y="594321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09" name="Freeform 1308">
                    <a:extLst>
                      <a:ext uri="{FF2B5EF4-FFF2-40B4-BE49-F238E27FC236}">
                        <a16:creationId xmlns:a16="http://schemas.microsoft.com/office/drawing/2014/main" id="{822245F9-DC38-0D6F-23AE-8F4F0FBE12C9}"/>
                      </a:ext>
                    </a:extLst>
                  </p:cNvPr>
                  <p:cNvSpPr/>
                  <p:nvPr/>
                </p:nvSpPr>
                <p:spPr>
                  <a:xfrm>
                    <a:off x="2214158" y="594219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0" name="Freeform 1309">
                    <a:extLst>
                      <a:ext uri="{FF2B5EF4-FFF2-40B4-BE49-F238E27FC236}">
                        <a16:creationId xmlns:a16="http://schemas.microsoft.com/office/drawing/2014/main" id="{85E476B4-97D6-9DC1-A09A-99EF4B7FC118}"/>
                      </a:ext>
                    </a:extLst>
                  </p:cNvPr>
                  <p:cNvSpPr/>
                  <p:nvPr/>
                </p:nvSpPr>
                <p:spPr>
                  <a:xfrm>
                    <a:off x="2718729" y="593343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1" name="Freeform 1310">
                    <a:extLst>
                      <a:ext uri="{FF2B5EF4-FFF2-40B4-BE49-F238E27FC236}">
                        <a16:creationId xmlns:a16="http://schemas.microsoft.com/office/drawing/2014/main" id="{04662354-567A-F54F-BBFF-AC539C5E59D9}"/>
                      </a:ext>
                    </a:extLst>
                  </p:cNvPr>
                  <p:cNvSpPr/>
                  <p:nvPr/>
                </p:nvSpPr>
                <p:spPr>
                  <a:xfrm>
                    <a:off x="2063282" y="600087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2" name="Freeform 1311">
                    <a:extLst>
                      <a:ext uri="{FF2B5EF4-FFF2-40B4-BE49-F238E27FC236}">
                        <a16:creationId xmlns:a16="http://schemas.microsoft.com/office/drawing/2014/main" id="{C33165A1-1A86-2460-5F46-B0DE3766729D}"/>
                      </a:ext>
                    </a:extLst>
                  </p:cNvPr>
                  <p:cNvSpPr/>
                  <p:nvPr/>
                </p:nvSpPr>
                <p:spPr>
                  <a:xfrm>
                    <a:off x="2708569" y="587996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3" name="Freeform 1312">
                    <a:extLst>
                      <a:ext uri="{FF2B5EF4-FFF2-40B4-BE49-F238E27FC236}">
                        <a16:creationId xmlns:a16="http://schemas.microsoft.com/office/drawing/2014/main" id="{1254CC80-5EF1-ADE2-EA8E-8EEAB15AE5D8}"/>
                      </a:ext>
                    </a:extLst>
                  </p:cNvPr>
                  <p:cNvSpPr/>
                  <p:nvPr/>
                </p:nvSpPr>
                <p:spPr>
                  <a:xfrm>
                    <a:off x="2066457" y="587336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4" name="Freeform 1313">
                    <a:extLst>
                      <a:ext uri="{FF2B5EF4-FFF2-40B4-BE49-F238E27FC236}">
                        <a16:creationId xmlns:a16="http://schemas.microsoft.com/office/drawing/2014/main" id="{0CF1E884-39CB-017E-8E5A-3610160FAB73}"/>
                      </a:ext>
                    </a:extLst>
                  </p:cNvPr>
                  <p:cNvSpPr/>
                  <p:nvPr/>
                </p:nvSpPr>
                <p:spPr>
                  <a:xfrm>
                    <a:off x="2696123" y="585113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5" name="Freeform 1314">
                    <a:extLst>
                      <a:ext uri="{FF2B5EF4-FFF2-40B4-BE49-F238E27FC236}">
                        <a16:creationId xmlns:a16="http://schemas.microsoft.com/office/drawing/2014/main" id="{EF69D632-1E7E-91D9-5917-4FB288BFB933}"/>
                      </a:ext>
                    </a:extLst>
                  </p:cNvPr>
                  <p:cNvSpPr/>
                  <p:nvPr/>
                </p:nvSpPr>
                <p:spPr>
                  <a:xfrm>
                    <a:off x="2063790" y="577138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6" name="Freeform 1315">
                    <a:extLst>
                      <a:ext uri="{FF2B5EF4-FFF2-40B4-BE49-F238E27FC236}">
                        <a16:creationId xmlns:a16="http://schemas.microsoft.com/office/drawing/2014/main" id="{285B9D3C-D371-4596-CC26-08B5D3827D93}"/>
                      </a:ext>
                    </a:extLst>
                  </p:cNvPr>
                  <p:cNvSpPr/>
                  <p:nvPr/>
                </p:nvSpPr>
                <p:spPr>
                  <a:xfrm>
                    <a:off x="2714665" y="584758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7" name="Freeform 1316">
                    <a:extLst>
                      <a:ext uri="{FF2B5EF4-FFF2-40B4-BE49-F238E27FC236}">
                        <a16:creationId xmlns:a16="http://schemas.microsoft.com/office/drawing/2014/main" id="{D25A3DD7-F8ED-06BE-FE4A-534EC9566E67}"/>
                      </a:ext>
                    </a:extLst>
                  </p:cNvPr>
                  <p:cNvSpPr/>
                  <p:nvPr/>
                </p:nvSpPr>
                <p:spPr>
                  <a:xfrm>
                    <a:off x="2057313" y="588835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8" name="Freeform 1317">
                    <a:extLst>
                      <a:ext uri="{FF2B5EF4-FFF2-40B4-BE49-F238E27FC236}">
                        <a16:creationId xmlns:a16="http://schemas.microsoft.com/office/drawing/2014/main" id="{E4C6284E-852B-7E24-0900-48A530B3C291}"/>
                      </a:ext>
                    </a:extLst>
                  </p:cNvPr>
                  <p:cNvSpPr/>
                  <p:nvPr/>
                </p:nvSpPr>
                <p:spPr>
                  <a:xfrm>
                    <a:off x="2715046" y="589647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19" name="Freeform 1318">
                    <a:extLst>
                      <a:ext uri="{FF2B5EF4-FFF2-40B4-BE49-F238E27FC236}">
                        <a16:creationId xmlns:a16="http://schemas.microsoft.com/office/drawing/2014/main" id="{BE4C7FD0-CFD4-59A0-18DC-D753EF26C535}"/>
                      </a:ext>
                    </a:extLst>
                  </p:cNvPr>
                  <p:cNvSpPr/>
                  <p:nvPr/>
                </p:nvSpPr>
                <p:spPr>
                  <a:xfrm>
                    <a:off x="2072807" y="596683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0" name="Freeform 1319">
                    <a:extLst>
                      <a:ext uri="{FF2B5EF4-FFF2-40B4-BE49-F238E27FC236}">
                        <a16:creationId xmlns:a16="http://schemas.microsoft.com/office/drawing/2014/main" id="{B3A215DE-F4A5-D98B-B810-0B08BAE6ADED}"/>
                      </a:ext>
                    </a:extLst>
                  </p:cNvPr>
                  <p:cNvSpPr/>
                  <p:nvPr/>
                </p:nvSpPr>
                <p:spPr>
                  <a:xfrm>
                    <a:off x="2213142" y="601408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1" name="Freeform 1320">
                    <a:extLst>
                      <a:ext uri="{FF2B5EF4-FFF2-40B4-BE49-F238E27FC236}">
                        <a16:creationId xmlns:a16="http://schemas.microsoft.com/office/drawing/2014/main" id="{2785C22D-158B-AD33-22A4-BB87350F5B40}"/>
                      </a:ext>
                    </a:extLst>
                  </p:cNvPr>
                  <p:cNvSpPr/>
                  <p:nvPr/>
                </p:nvSpPr>
                <p:spPr>
                  <a:xfrm>
                    <a:off x="2706791" y="584009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2" name="Freeform 1321">
                    <a:extLst>
                      <a:ext uri="{FF2B5EF4-FFF2-40B4-BE49-F238E27FC236}">
                        <a16:creationId xmlns:a16="http://schemas.microsoft.com/office/drawing/2014/main" id="{EBEC59F0-4246-E675-015E-1F2C9379E70D}"/>
                      </a:ext>
                    </a:extLst>
                  </p:cNvPr>
                  <p:cNvSpPr/>
                  <p:nvPr/>
                </p:nvSpPr>
                <p:spPr>
                  <a:xfrm>
                    <a:off x="2073061" y="586790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3" name="Freeform 1322">
                    <a:extLst>
                      <a:ext uri="{FF2B5EF4-FFF2-40B4-BE49-F238E27FC236}">
                        <a16:creationId xmlns:a16="http://schemas.microsoft.com/office/drawing/2014/main" id="{55DA2A86-6BCD-7AC7-888F-1130BCF39326}"/>
                      </a:ext>
                    </a:extLst>
                  </p:cNvPr>
                  <p:cNvSpPr/>
                  <p:nvPr/>
                </p:nvSpPr>
                <p:spPr>
                  <a:xfrm>
                    <a:off x="2398816" y="59052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4" name="Freeform 1323">
                    <a:extLst>
                      <a:ext uri="{FF2B5EF4-FFF2-40B4-BE49-F238E27FC236}">
                        <a16:creationId xmlns:a16="http://schemas.microsoft.com/office/drawing/2014/main" id="{82669E1C-4917-D17F-9A67-ECA165063C01}"/>
                      </a:ext>
                    </a:extLst>
                  </p:cNvPr>
                  <p:cNvSpPr/>
                  <p:nvPr/>
                </p:nvSpPr>
                <p:spPr>
                  <a:xfrm>
                    <a:off x="2208570" y="574280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5" name="Freeform 1324">
                    <a:extLst>
                      <a:ext uri="{FF2B5EF4-FFF2-40B4-BE49-F238E27FC236}">
                        <a16:creationId xmlns:a16="http://schemas.microsoft.com/office/drawing/2014/main" id="{960D0805-AD73-2974-0A9C-99EF3CF3EAE9}"/>
                      </a:ext>
                    </a:extLst>
                  </p:cNvPr>
                  <p:cNvSpPr/>
                  <p:nvPr/>
                </p:nvSpPr>
                <p:spPr>
                  <a:xfrm>
                    <a:off x="2220254" y="617410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6" name="Freeform 1325">
                    <a:extLst>
                      <a:ext uri="{FF2B5EF4-FFF2-40B4-BE49-F238E27FC236}">
                        <a16:creationId xmlns:a16="http://schemas.microsoft.com/office/drawing/2014/main" id="{765987F1-24E1-C4A3-B997-ECDB02AA8C89}"/>
                      </a:ext>
                    </a:extLst>
                  </p:cNvPr>
                  <p:cNvSpPr/>
                  <p:nvPr/>
                </p:nvSpPr>
                <p:spPr>
                  <a:xfrm>
                    <a:off x="2547660" y="596632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7" name="Freeform 1326">
                    <a:extLst>
                      <a:ext uri="{FF2B5EF4-FFF2-40B4-BE49-F238E27FC236}">
                        <a16:creationId xmlns:a16="http://schemas.microsoft.com/office/drawing/2014/main" id="{8370107E-5D5D-6F48-D817-C27CBC40B47B}"/>
                      </a:ext>
                    </a:extLst>
                  </p:cNvPr>
                  <p:cNvSpPr/>
                  <p:nvPr/>
                </p:nvSpPr>
                <p:spPr>
                  <a:xfrm>
                    <a:off x="2234224" y="6019795"/>
                    <a:ext cx="36068" cy="36067"/>
                  </a:xfrm>
                  <a:custGeom>
                    <a:avLst/>
                    <a:gdLst>
                      <a:gd name="csX0" fmla="*/ 36068 w 36068"/>
                      <a:gd name="csY0" fmla="*/ 18034 h 36067"/>
                      <a:gd name="csX1" fmla="*/ 18034 w 36068"/>
                      <a:gd name="csY1" fmla="*/ 36068 h 36067"/>
                      <a:gd name="csX2" fmla="*/ 0 w 36068"/>
                      <a:gd name="csY2" fmla="*/ 18034 h 36067"/>
                      <a:gd name="csX3" fmla="*/ 18034 w 36068"/>
                      <a:gd name="csY3" fmla="*/ 0 h 36067"/>
                      <a:gd name="csX4" fmla="*/ 36068 w 36068"/>
                      <a:gd name="csY4" fmla="*/ 18034 h 36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7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8" name="Freeform 1327">
                    <a:extLst>
                      <a:ext uri="{FF2B5EF4-FFF2-40B4-BE49-F238E27FC236}">
                        <a16:creationId xmlns:a16="http://schemas.microsoft.com/office/drawing/2014/main" id="{3407AD3B-366D-8E2E-ECB7-C4302EEAC9F9}"/>
                      </a:ext>
                    </a:extLst>
                  </p:cNvPr>
                  <p:cNvSpPr/>
                  <p:nvPr/>
                </p:nvSpPr>
                <p:spPr>
                  <a:xfrm>
                    <a:off x="2209332" y="591400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29" name="TextBox 1328">
                    <a:extLst>
                      <a:ext uri="{FF2B5EF4-FFF2-40B4-BE49-F238E27FC236}">
                        <a16:creationId xmlns:a16="http://schemas.microsoft.com/office/drawing/2014/main" id="{9738B17F-9944-9D35-1000-67B7EFCF2AD5}"/>
                      </a:ext>
                    </a:extLst>
                  </p:cNvPr>
                  <p:cNvSpPr txBox="1"/>
                  <p:nvPr/>
                </p:nvSpPr>
                <p:spPr>
                  <a:xfrm>
                    <a:off x="2012186" y="5542871"/>
                    <a:ext cx="275168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</a:t>
                    </a:r>
                  </a:p>
                </p:txBody>
              </p:sp>
              <p:sp>
                <p:nvSpPr>
                  <p:cNvPr id="1330" name="Freeform 1329">
                    <a:extLst>
                      <a:ext uri="{FF2B5EF4-FFF2-40B4-BE49-F238E27FC236}">
                        <a16:creationId xmlns:a16="http://schemas.microsoft.com/office/drawing/2014/main" id="{361B505D-E52F-C34F-81BE-C868614E1536}"/>
                      </a:ext>
                    </a:extLst>
                  </p:cNvPr>
                  <p:cNvSpPr/>
                  <p:nvPr/>
                </p:nvSpPr>
                <p:spPr>
                  <a:xfrm>
                    <a:off x="2076744" y="5715757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31" name="TextBox 1330">
                    <a:extLst>
                      <a:ext uri="{FF2B5EF4-FFF2-40B4-BE49-F238E27FC236}">
                        <a16:creationId xmlns:a16="http://schemas.microsoft.com/office/drawing/2014/main" id="{32CC2C91-3076-39BA-3AC4-0B65BECF94CC}"/>
                      </a:ext>
                    </a:extLst>
                  </p:cNvPr>
                  <p:cNvSpPr txBox="1"/>
                  <p:nvPr/>
                </p:nvSpPr>
                <p:spPr>
                  <a:xfrm>
                    <a:off x="2313186" y="5542871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332" name="Freeform 1331">
                    <a:extLst>
                      <a:ext uri="{FF2B5EF4-FFF2-40B4-BE49-F238E27FC236}">
                        <a16:creationId xmlns:a16="http://schemas.microsoft.com/office/drawing/2014/main" id="{88B05FF6-C05D-B160-2782-ADD994EB1F31}"/>
                      </a:ext>
                    </a:extLst>
                  </p:cNvPr>
                  <p:cNvSpPr/>
                  <p:nvPr/>
                </p:nvSpPr>
                <p:spPr>
                  <a:xfrm>
                    <a:off x="2255306" y="5715757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33" name="TextBox 1332">
                    <a:extLst>
                      <a:ext uri="{FF2B5EF4-FFF2-40B4-BE49-F238E27FC236}">
                        <a16:creationId xmlns:a16="http://schemas.microsoft.com/office/drawing/2014/main" id="{2342C947-B94A-4708-20CA-26B3D36A6413}"/>
                      </a:ext>
                    </a:extLst>
                  </p:cNvPr>
                  <p:cNvSpPr txBox="1"/>
                  <p:nvPr/>
                </p:nvSpPr>
                <p:spPr>
                  <a:xfrm>
                    <a:off x="2170467" y="5471545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0.848</a:t>
                    </a:r>
                  </a:p>
                </p:txBody>
              </p:sp>
              <p:sp>
                <p:nvSpPr>
                  <p:cNvPr id="1334" name="Freeform 1333">
                    <a:extLst>
                      <a:ext uri="{FF2B5EF4-FFF2-40B4-BE49-F238E27FC236}">
                        <a16:creationId xmlns:a16="http://schemas.microsoft.com/office/drawing/2014/main" id="{4E61624A-C66E-B5B9-B19A-04F2285534B5}"/>
                      </a:ext>
                    </a:extLst>
                  </p:cNvPr>
                  <p:cNvSpPr/>
                  <p:nvPr/>
                </p:nvSpPr>
                <p:spPr>
                  <a:xfrm>
                    <a:off x="2076744" y="5602854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335" name="Graphic 603">
                  <a:extLst>
                    <a:ext uri="{FF2B5EF4-FFF2-40B4-BE49-F238E27FC236}">
                      <a16:creationId xmlns:a16="http://schemas.microsoft.com/office/drawing/2014/main" id="{B108F19A-C12C-CBF4-4532-E7CA166BF8E6}"/>
                    </a:ext>
                  </a:extLst>
                </p:cNvPr>
                <p:cNvGrpSpPr/>
                <p:nvPr/>
              </p:nvGrpSpPr>
              <p:grpSpPr>
                <a:xfrm>
                  <a:off x="1663599" y="5232907"/>
                  <a:ext cx="1191469" cy="1196086"/>
                  <a:chOff x="1663599" y="5232907"/>
                  <a:chExt cx="1191469" cy="1196086"/>
                </a:xfrm>
              </p:grpSpPr>
              <p:sp>
                <p:nvSpPr>
                  <p:cNvPr id="1336" name="Freeform 1335">
                    <a:extLst>
                      <a:ext uri="{FF2B5EF4-FFF2-40B4-BE49-F238E27FC236}">
                        <a16:creationId xmlns:a16="http://schemas.microsoft.com/office/drawing/2014/main" id="{C5776549-2D90-EF32-E204-0AAE1B80CA15}"/>
                      </a:ext>
                    </a:extLst>
                  </p:cNvPr>
                  <p:cNvSpPr/>
                  <p:nvPr/>
                </p:nvSpPr>
                <p:spPr>
                  <a:xfrm>
                    <a:off x="1979335" y="5535163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37" name="TextBox 1336">
                    <a:extLst>
                      <a:ext uri="{FF2B5EF4-FFF2-40B4-BE49-F238E27FC236}">
                        <a16:creationId xmlns:a16="http://schemas.microsoft.com/office/drawing/2014/main" id="{3CDF7E6D-622A-523C-04BB-3C55A98EF44E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610543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338" name="TextBox 1337">
                    <a:extLst>
                      <a:ext uri="{FF2B5EF4-FFF2-40B4-BE49-F238E27FC236}">
                        <a16:creationId xmlns:a16="http://schemas.microsoft.com/office/drawing/2014/main" id="{89D36C12-0A29-A9AA-C8C7-B925C5522C99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593919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1%</a:t>
                    </a:r>
                  </a:p>
                </p:txBody>
              </p:sp>
              <p:sp>
                <p:nvSpPr>
                  <p:cNvPr id="1339" name="TextBox 1338">
                    <a:extLst>
                      <a:ext uri="{FF2B5EF4-FFF2-40B4-BE49-F238E27FC236}">
                        <a16:creationId xmlns:a16="http://schemas.microsoft.com/office/drawing/2014/main" id="{BD50723E-E30B-EDF6-B683-4FBBAF0F427F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577282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2%</a:t>
                    </a:r>
                  </a:p>
                </p:txBody>
              </p:sp>
              <p:sp>
                <p:nvSpPr>
                  <p:cNvPr id="1340" name="TextBox 1339">
                    <a:extLst>
                      <a:ext uri="{FF2B5EF4-FFF2-40B4-BE49-F238E27FC236}">
                        <a16:creationId xmlns:a16="http://schemas.microsoft.com/office/drawing/2014/main" id="{F3A14016-4E5B-249C-18CC-7B98F2369D3B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5606582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3%</a:t>
                    </a:r>
                  </a:p>
                </p:txBody>
              </p:sp>
              <p:sp>
                <p:nvSpPr>
                  <p:cNvPr id="1341" name="TextBox 1340">
                    <a:extLst>
                      <a:ext uri="{FF2B5EF4-FFF2-40B4-BE49-F238E27FC236}">
                        <a16:creationId xmlns:a16="http://schemas.microsoft.com/office/drawing/2014/main" id="{D2D96C2E-9496-E055-AFB0-D838A4CA9D5B}"/>
                      </a:ext>
                    </a:extLst>
                  </p:cNvPr>
                  <p:cNvSpPr txBox="1"/>
                  <p:nvPr/>
                </p:nvSpPr>
                <p:spPr>
                  <a:xfrm>
                    <a:off x="1663599" y="5440339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4%</a:t>
                    </a:r>
                  </a:p>
                </p:txBody>
              </p:sp>
              <p:sp>
                <p:nvSpPr>
                  <p:cNvPr id="1342" name="Freeform 1341">
                    <a:extLst>
                      <a:ext uri="{FF2B5EF4-FFF2-40B4-BE49-F238E27FC236}">
                        <a16:creationId xmlns:a16="http://schemas.microsoft.com/office/drawing/2014/main" id="{B9AD8D5D-31D6-4D48-6514-A9D122559937}"/>
                      </a:ext>
                    </a:extLst>
                  </p:cNvPr>
                  <p:cNvSpPr/>
                  <p:nvPr/>
                </p:nvSpPr>
                <p:spPr>
                  <a:xfrm>
                    <a:off x="1944536" y="62123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3" name="Freeform 1342">
                    <a:extLst>
                      <a:ext uri="{FF2B5EF4-FFF2-40B4-BE49-F238E27FC236}">
                        <a16:creationId xmlns:a16="http://schemas.microsoft.com/office/drawing/2014/main" id="{1193E236-8259-68CE-D482-5A5A5F6F5551}"/>
                      </a:ext>
                    </a:extLst>
                  </p:cNvPr>
                  <p:cNvSpPr/>
                  <p:nvPr/>
                </p:nvSpPr>
                <p:spPr>
                  <a:xfrm>
                    <a:off x="1944536" y="6046083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4" name="Freeform 1343">
                    <a:extLst>
                      <a:ext uri="{FF2B5EF4-FFF2-40B4-BE49-F238E27FC236}">
                        <a16:creationId xmlns:a16="http://schemas.microsoft.com/office/drawing/2014/main" id="{386578BE-FB55-F818-D51C-6377EC9CED32}"/>
                      </a:ext>
                    </a:extLst>
                  </p:cNvPr>
                  <p:cNvSpPr/>
                  <p:nvPr/>
                </p:nvSpPr>
                <p:spPr>
                  <a:xfrm>
                    <a:off x="1944536" y="5879714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5" name="Freeform 1344">
                    <a:extLst>
                      <a:ext uri="{FF2B5EF4-FFF2-40B4-BE49-F238E27FC236}">
                        <a16:creationId xmlns:a16="http://schemas.microsoft.com/office/drawing/2014/main" id="{3E18665B-0802-222E-E29C-59A24B7D30F5}"/>
                      </a:ext>
                    </a:extLst>
                  </p:cNvPr>
                  <p:cNvSpPr/>
                  <p:nvPr/>
                </p:nvSpPr>
                <p:spPr>
                  <a:xfrm>
                    <a:off x="1944536" y="5713471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6" name="Freeform 1345">
                    <a:extLst>
                      <a:ext uri="{FF2B5EF4-FFF2-40B4-BE49-F238E27FC236}">
                        <a16:creationId xmlns:a16="http://schemas.microsoft.com/office/drawing/2014/main" id="{88528B4B-F9CF-1121-BC25-C2D5D8C2CD7E}"/>
                      </a:ext>
                    </a:extLst>
                  </p:cNvPr>
                  <p:cNvSpPr/>
                  <p:nvPr/>
                </p:nvSpPr>
                <p:spPr>
                  <a:xfrm>
                    <a:off x="1944536" y="55472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7" name="Freeform 1346">
                    <a:extLst>
                      <a:ext uri="{FF2B5EF4-FFF2-40B4-BE49-F238E27FC236}">
                        <a16:creationId xmlns:a16="http://schemas.microsoft.com/office/drawing/2014/main" id="{03DED58A-CD66-36D5-2385-70C9FCC5AE39}"/>
                      </a:ext>
                    </a:extLst>
                  </p:cNvPr>
                  <p:cNvSpPr/>
                  <p:nvPr/>
                </p:nvSpPr>
                <p:spPr>
                  <a:xfrm>
                    <a:off x="1979335" y="6212327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8" name="Freeform 1347">
                    <a:extLst>
                      <a:ext uri="{FF2B5EF4-FFF2-40B4-BE49-F238E27FC236}">
                        <a16:creationId xmlns:a16="http://schemas.microsoft.com/office/drawing/2014/main" id="{DDD183C2-9FCA-4833-4177-358F9173DB05}"/>
                      </a:ext>
                    </a:extLst>
                  </p:cNvPr>
                  <p:cNvSpPr/>
                  <p:nvPr/>
                </p:nvSpPr>
                <p:spPr>
                  <a:xfrm>
                    <a:off x="2076743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49" name="Freeform 1348">
                    <a:extLst>
                      <a:ext uri="{FF2B5EF4-FFF2-40B4-BE49-F238E27FC236}">
                        <a16:creationId xmlns:a16="http://schemas.microsoft.com/office/drawing/2014/main" id="{C98E0B05-8751-3F8D-ED62-B36AE602D32B}"/>
                      </a:ext>
                    </a:extLst>
                  </p:cNvPr>
                  <p:cNvSpPr/>
                  <p:nvPr/>
                </p:nvSpPr>
                <p:spPr>
                  <a:xfrm>
                    <a:off x="2239049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50" name="Freeform 1349">
                    <a:extLst>
                      <a:ext uri="{FF2B5EF4-FFF2-40B4-BE49-F238E27FC236}">
                        <a16:creationId xmlns:a16="http://schemas.microsoft.com/office/drawing/2014/main" id="{D5D41269-3D4F-4E3D-2830-F155842FD089}"/>
                      </a:ext>
                    </a:extLst>
                  </p:cNvPr>
                  <p:cNvSpPr/>
                  <p:nvPr/>
                </p:nvSpPr>
                <p:spPr>
                  <a:xfrm>
                    <a:off x="2401356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51" name="Freeform 1350">
                    <a:extLst>
                      <a:ext uri="{FF2B5EF4-FFF2-40B4-BE49-F238E27FC236}">
                        <a16:creationId xmlns:a16="http://schemas.microsoft.com/office/drawing/2014/main" id="{6047B0CD-6567-FE6B-FEEF-6768D36988B5}"/>
                      </a:ext>
                    </a:extLst>
                  </p:cNvPr>
                  <p:cNvSpPr/>
                  <p:nvPr/>
                </p:nvSpPr>
                <p:spPr>
                  <a:xfrm>
                    <a:off x="2563661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52" name="Freeform 1351">
                    <a:extLst>
                      <a:ext uri="{FF2B5EF4-FFF2-40B4-BE49-F238E27FC236}">
                        <a16:creationId xmlns:a16="http://schemas.microsoft.com/office/drawing/2014/main" id="{3F979F28-0483-29DE-4188-4FEC190F28DB}"/>
                      </a:ext>
                    </a:extLst>
                  </p:cNvPr>
                  <p:cNvSpPr/>
                  <p:nvPr/>
                </p:nvSpPr>
                <p:spPr>
                  <a:xfrm>
                    <a:off x="2725967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53" name="TextBox 1352">
                    <a:extLst>
                      <a:ext uri="{FF2B5EF4-FFF2-40B4-BE49-F238E27FC236}">
                        <a16:creationId xmlns:a16="http://schemas.microsoft.com/office/drawing/2014/main" id="{9CE1B3FA-39DA-CE1E-F6D4-F245A169ABC5}"/>
                      </a:ext>
                    </a:extLst>
                  </p:cNvPr>
                  <p:cNvSpPr txBox="1"/>
                  <p:nvPr/>
                </p:nvSpPr>
                <p:spPr>
                  <a:xfrm>
                    <a:off x="1936615" y="6208181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354" name="TextBox 1353">
                    <a:extLst>
                      <a:ext uri="{FF2B5EF4-FFF2-40B4-BE49-F238E27FC236}">
                        <a16:creationId xmlns:a16="http://schemas.microsoft.com/office/drawing/2014/main" id="{F6B4890F-0384-2AA2-7E84-5EB85B3229BA}"/>
                      </a:ext>
                    </a:extLst>
                  </p:cNvPr>
                  <p:cNvSpPr txBox="1"/>
                  <p:nvPr/>
                </p:nvSpPr>
                <p:spPr>
                  <a:xfrm>
                    <a:off x="2126912" y="6208181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355" name="TextBox 1354">
                    <a:extLst>
                      <a:ext uri="{FF2B5EF4-FFF2-40B4-BE49-F238E27FC236}">
                        <a16:creationId xmlns:a16="http://schemas.microsoft.com/office/drawing/2014/main" id="{2F413A31-AAE0-4C21-F809-EB65718B4059}"/>
                      </a:ext>
                    </a:extLst>
                  </p:cNvPr>
                  <p:cNvSpPr txBox="1"/>
                  <p:nvPr/>
                </p:nvSpPr>
                <p:spPr>
                  <a:xfrm>
                    <a:off x="2260378" y="6208181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356" name="TextBox 1355">
                    <a:extLst>
                      <a:ext uri="{FF2B5EF4-FFF2-40B4-BE49-F238E27FC236}">
                        <a16:creationId xmlns:a16="http://schemas.microsoft.com/office/drawing/2014/main" id="{D4A10527-8281-9EB1-3978-8A4E44EE5DCE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37" y="6208181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357" name="TextBox 1356">
                    <a:extLst>
                      <a:ext uri="{FF2B5EF4-FFF2-40B4-BE49-F238E27FC236}">
                        <a16:creationId xmlns:a16="http://schemas.microsoft.com/office/drawing/2014/main" id="{C09C3D43-FD62-39C8-85BE-DD1F60FEB9C6}"/>
                      </a:ext>
                    </a:extLst>
                  </p:cNvPr>
                  <p:cNvSpPr txBox="1"/>
                  <p:nvPr/>
                </p:nvSpPr>
                <p:spPr>
                  <a:xfrm>
                    <a:off x="2596865" y="6208181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360" name="TextBox 1359">
                    <a:extLst>
                      <a:ext uri="{FF2B5EF4-FFF2-40B4-BE49-F238E27FC236}">
                        <a16:creationId xmlns:a16="http://schemas.microsoft.com/office/drawing/2014/main" id="{8AA0FD99-FC7B-AA2F-161D-0D29A105F86D}"/>
                      </a:ext>
                    </a:extLst>
                  </p:cNvPr>
                  <p:cNvSpPr txBox="1"/>
                  <p:nvPr/>
                </p:nvSpPr>
                <p:spPr>
                  <a:xfrm>
                    <a:off x="1882781" y="5232907"/>
                    <a:ext cx="957147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19_Di_GABA</a:t>
                    </a:r>
                  </a:p>
                </p:txBody>
              </p:sp>
            </p:grpSp>
          </p:grpSp>
          <p:grpSp>
            <p:nvGrpSpPr>
              <p:cNvPr id="1361" name="Graphic 605">
                <a:extLst>
                  <a:ext uri="{FF2B5EF4-FFF2-40B4-BE49-F238E27FC236}">
                    <a16:creationId xmlns:a16="http://schemas.microsoft.com/office/drawing/2014/main" id="{B8AE9215-1AB9-3031-7D57-2096FDACA211}"/>
                  </a:ext>
                </a:extLst>
              </p:cNvPr>
              <p:cNvGrpSpPr/>
              <p:nvPr/>
            </p:nvGrpSpPr>
            <p:grpSpPr>
              <a:xfrm>
                <a:off x="4487889" y="3143882"/>
                <a:ext cx="1191469" cy="1196086"/>
                <a:chOff x="3035199" y="5232907"/>
                <a:chExt cx="1191469" cy="1196086"/>
              </a:xfrm>
            </p:grpSpPr>
            <p:grpSp>
              <p:nvGrpSpPr>
                <p:cNvPr id="1364" name="Graphic 605">
                  <a:extLst>
                    <a:ext uri="{FF2B5EF4-FFF2-40B4-BE49-F238E27FC236}">
                      <a16:creationId xmlns:a16="http://schemas.microsoft.com/office/drawing/2014/main" id="{B828E48E-5777-5474-FAD7-9BA885A2AF66}"/>
                    </a:ext>
                  </a:extLst>
                </p:cNvPr>
                <p:cNvGrpSpPr/>
                <p:nvPr/>
              </p:nvGrpSpPr>
              <p:grpSpPr>
                <a:xfrm>
                  <a:off x="3290481" y="5429968"/>
                  <a:ext cx="904495" cy="782486"/>
                  <a:chOff x="3290481" y="5429968"/>
                  <a:chExt cx="904495" cy="782486"/>
                </a:xfrm>
              </p:grpSpPr>
              <p:sp>
                <p:nvSpPr>
                  <p:cNvPr id="1365" name="Freeform 1364">
                    <a:extLst>
                      <a:ext uri="{FF2B5EF4-FFF2-40B4-BE49-F238E27FC236}">
                        <a16:creationId xmlns:a16="http://schemas.microsoft.com/office/drawing/2014/main" id="{F024502F-921B-4999-8DBB-8FEE8DAE210B}"/>
                      </a:ext>
                    </a:extLst>
                  </p:cNvPr>
                  <p:cNvSpPr/>
                  <p:nvPr/>
                </p:nvSpPr>
                <p:spPr>
                  <a:xfrm>
                    <a:off x="3350935" y="5535163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66" name="Freeform 1365">
                    <a:extLst>
                      <a:ext uri="{FF2B5EF4-FFF2-40B4-BE49-F238E27FC236}">
                        <a16:creationId xmlns:a16="http://schemas.microsoft.com/office/drawing/2014/main" id="{36671CB1-8595-B537-92C7-16F281A77C4F}"/>
                      </a:ext>
                    </a:extLst>
                  </p:cNvPr>
                  <p:cNvSpPr/>
                  <p:nvPr/>
                </p:nvSpPr>
                <p:spPr>
                  <a:xfrm>
                    <a:off x="3399703" y="5889239"/>
                    <a:ext cx="97409" cy="323088"/>
                  </a:xfrm>
                  <a:custGeom>
                    <a:avLst/>
                    <a:gdLst>
                      <a:gd name="csX0" fmla="*/ 0 w 97409"/>
                      <a:gd name="csY0" fmla="*/ 0 h 323088"/>
                      <a:gd name="csX1" fmla="*/ 97409 w 97409"/>
                      <a:gd name="csY1" fmla="*/ 0 h 323088"/>
                      <a:gd name="csX2" fmla="*/ 97409 w 97409"/>
                      <a:gd name="csY2" fmla="*/ 323088 h 323088"/>
                      <a:gd name="csX3" fmla="*/ 0 w 97409"/>
                      <a:gd name="csY3" fmla="*/ 323088 h 3230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23088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23088"/>
                        </a:lnTo>
                        <a:lnTo>
                          <a:pt x="0" y="323088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67" name="Freeform 1366">
                    <a:extLst>
                      <a:ext uri="{FF2B5EF4-FFF2-40B4-BE49-F238E27FC236}">
                        <a16:creationId xmlns:a16="http://schemas.microsoft.com/office/drawing/2014/main" id="{56392027-AF28-AB7E-B5EF-8590E1E01410}"/>
                      </a:ext>
                    </a:extLst>
                  </p:cNvPr>
                  <p:cNvSpPr/>
                  <p:nvPr/>
                </p:nvSpPr>
                <p:spPr>
                  <a:xfrm>
                    <a:off x="3562009" y="5856473"/>
                    <a:ext cx="97409" cy="355854"/>
                  </a:xfrm>
                  <a:custGeom>
                    <a:avLst/>
                    <a:gdLst>
                      <a:gd name="csX0" fmla="*/ 0 w 97409"/>
                      <a:gd name="csY0" fmla="*/ 0 h 355854"/>
                      <a:gd name="csX1" fmla="*/ 97409 w 97409"/>
                      <a:gd name="csY1" fmla="*/ 0 h 355854"/>
                      <a:gd name="csX2" fmla="*/ 97409 w 97409"/>
                      <a:gd name="csY2" fmla="*/ 355854 h 355854"/>
                      <a:gd name="csX3" fmla="*/ 0 w 97409"/>
                      <a:gd name="csY3" fmla="*/ 355854 h 35585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55854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55854"/>
                        </a:lnTo>
                        <a:lnTo>
                          <a:pt x="0" y="355854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68" name="Freeform 1367">
                    <a:extLst>
                      <a:ext uri="{FF2B5EF4-FFF2-40B4-BE49-F238E27FC236}">
                        <a16:creationId xmlns:a16="http://schemas.microsoft.com/office/drawing/2014/main" id="{50D8FBAD-A003-E0C0-8751-BA57F6EBC489}"/>
                      </a:ext>
                    </a:extLst>
                  </p:cNvPr>
                  <p:cNvSpPr/>
                  <p:nvPr/>
                </p:nvSpPr>
                <p:spPr>
                  <a:xfrm>
                    <a:off x="3724315" y="5974964"/>
                    <a:ext cx="97409" cy="237362"/>
                  </a:xfrm>
                  <a:custGeom>
                    <a:avLst/>
                    <a:gdLst>
                      <a:gd name="csX0" fmla="*/ 0 w 97409"/>
                      <a:gd name="csY0" fmla="*/ 0 h 237362"/>
                      <a:gd name="csX1" fmla="*/ 97409 w 97409"/>
                      <a:gd name="csY1" fmla="*/ 0 h 237362"/>
                      <a:gd name="csX2" fmla="*/ 97409 w 97409"/>
                      <a:gd name="csY2" fmla="*/ 237363 h 237362"/>
                      <a:gd name="csX3" fmla="*/ 0 w 97409"/>
                      <a:gd name="csY3" fmla="*/ 237363 h 23736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37362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37363"/>
                        </a:lnTo>
                        <a:lnTo>
                          <a:pt x="0" y="237363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69" name="Freeform 1368">
                    <a:extLst>
                      <a:ext uri="{FF2B5EF4-FFF2-40B4-BE49-F238E27FC236}">
                        <a16:creationId xmlns:a16="http://schemas.microsoft.com/office/drawing/2014/main" id="{B5855366-237C-7158-A039-677C9B991A5D}"/>
                      </a:ext>
                    </a:extLst>
                  </p:cNvPr>
                  <p:cNvSpPr/>
                  <p:nvPr/>
                </p:nvSpPr>
                <p:spPr>
                  <a:xfrm>
                    <a:off x="3886621" y="5825739"/>
                    <a:ext cx="97409" cy="386715"/>
                  </a:xfrm>
                  <a:custGeom>
                    <a:avLst/>
                    <a:gdLst>
                      <a:gd name="csX0" fmla="*/ 0 w 97409"/>
                      <a:gd name="csY0" fmla="*/ 0 h 386715"/>
                      <a:gd name="csX1" fmla="*/ 97409 w 97409"/>
                      <a:gd name="csY1" fmla="*/ 0 h 386715"/>
                      <a:gd name="csX2" fmla="*/ 97409 w 97409"/>
                      <a:gd name="csY2" fmla="*/ 386715 h 386715"/>
                      <a:gd name="csX3" fmla="*/ 0 w 97409"/>
                      <a:gd name="csY3" fmla="*/ 386715 h 3867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386715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386715"/>
                        </a:lnTo>
                        <a:lnTo>
                          <a:pt x="0" y="386715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0" name="Freeform 1369">
                    <a:extLst>
                      <a:ext uri="{FF2B5EF4-FFF2-40B4-BE49-F238E27FC236}">
                        <a16:creationId xmlns:a16="http://schemas.microsoft.com/office/drawing/2014/main" id="{84EA4B19-50CA-09D2-CB89-324DBC84B552}"/>
                      </a:ext>
                    </a:extLst>
                  </p:cNvPr>
                  <p:cNvSpPr/>
                  <p:nvPr/>
                </p:nvSpPr>
                <p:spPr>
                  <a:xfrm>
                    <a:off x="4048927" y="5978012"/>
                    <a:ext cx="97409" cy="234441"/>
                  </a:xfrm>
                  <a:custGeom>
                    <a:avLst/>
                    <a:gdLst>
                      <a:gd name="csX0" fmla="*/ 0 w 97409"/>
                      <a:gd name="csY0" fmla="*/ 0 h 234441"/>
                      <a:gd name="csX1" fmla="*/ 97409 w 97409"/>
                      <a:gd name="csY1" fmla="*/ 0 h 234441"/>
                      <a:gd name="csX2" fmla="*/ 97409 w 97409"/>
                      <a:gd name="csY2" fmla="*/ 234442 h 234441"/>
                      <a:gd name="csX3" fmla="*/ 0 w 97409"/>
                      <a:gd name="csY3" fmla="*/ 234442 h 23444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34441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34442"/>
                        </a:lnTo>
                        <a:lnTo>
                          <a:pt x="0" y="234442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1" name="Freeform 1370">
                    <a:extLst>
                      <a:ext uri="{FF2B5EF4-FFF2-40B4-BE49-F238E27FC236}">
                        <a16:creationId xmlns:a16="http://schemas.microsoft.com/office/drawing/2014/main" id="{85C471E8-4010-B36E-F6AB-BA5D38627DDF}"/>
                      </a:ext>
                    </a:extLst>
                  </p:cNvPr>
                  <p:cNvSpPr/>
                  <p:nvPr/>
                </p:nvSpPr>
                <p:spPr>
                  <a:xfrm>
                    <a:off x="3415959" y="5854060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2" name="Freeform 1371">
                    <a:extLst>
                      <a:ext uri="{FF2B5EF4-FFF2-40B4-BE49-F238E27FC236}">
                        <a16:creationId xmlns:a16="http://schemas.microsoft.com/office/drawing/2014/main" id="{90C3B5A2-DC6C-E778-9C12-7A133CB75575}"/>
                      </a:ext>
                    </a:extLst>
                  </p:cNvPr>
                  <p:cNvSpPr/>
                  <p:nvPr/>
                </p:nvSpPr>
                <p:spPr>
                  <a:xfrm>
                    <a:off x="3448343" y="5854060"/>
                    <a:ext cx="12700" cy="70484"/>
                  </a:xfrm>
                  <a:custGeom>
                    <a:avLst/>
                    <a:gdLst>
                      <a:gd name="csX0" fmla="*/ 0 w 12700"/>
                      <a:gd name="csY0" fmla="*/ 0 h 70484"/>
                      <a:gd name="csX1" fmla="*/ 0 w 12700"/>
                      <a:gd name="csY1" fmla="*/ 70485 h 7048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0484">
                        <a:moveTo>
                          <a:pt x="0" y="0"/>
                        </a:moveTo>
                        <a:lnTo>
                          <a:pt x="0" y="70485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3" name="Freeform 1372">
                    <a:extLst>
                      <a:ext uri="{FF2B5EF4-FFF2-40B4-BE49-F238E27FC236}">
                        <a16:creationId xmlns:a16="http://schemas.microsoft.com/office/drawing/2014/main" id="{0D18D617-2A6D-F252-99AF-4FE4B1C792F2}"/>
                      </a:ext>
                    </a:extLst>
                  </p:cNvPr>
                  <p:cNvSpPr/>
                  <p:nvPr/>
                </p:nvSpPr>
                <p:spPr>
                  <a:xfrm>
                    <a:off x="3415959" y="592454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4" name="Freeform 1373">
                    <a:extLst>
                      <a:ext uri="{FF2B5EF4-FFF2-40B4-BE49-F238E27FC236}">
                        <a16:creationId xmlns:a16="http://schemas.microsoft.com/office/drawing/2014/main" id="{3E4844C4-941E-0C11-F9DB-532444777AE5}"/>
                      </a:ext>
                    </a:extLst>
                  </p:cNvPr>
                  <p:cNvSpPr/>
                  <p:nvPr/>
                </p:nvSpPr>
                <p:spPr>
                  <a:xfrm>
                    <a:off x="3578264" y="582154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5" name="Freeform 1374">
                    <a:extLst>
                      <a:ext uri="{FF2B5EF4-FFF2-40B4-BE49-F238E27FC236}">
                        <a16:creationId xmlns:a16="http://schemas.microsoft.com/office/drawing/2014/main" id="{91D596C0-43B2-210F-402F-819BD866DCB3}"/>
                      </a:ext>
                    </a:extLst>
                  </p:cNvPr>
                  <p:cNvSpPr/>
                  <p:nvPr/>
                </p:nvSpPr>
                <p:spPr>
                  <a:xfrm>
                    <a:off x="3610649" y="5821547"/>
                    <a:ext cx="12700" cy="69850"/>
                  </a:xfrm>
                  <a:custGeom>
                    <a:avLst/>
                    <a:gdLst>
                      <a:gd name="csX0" fmla="*/ 0 w 12700"/>
                      <a:gd name="csY0" fmla="*/ 0 h 69850"/>
                      <a:gd name="csX1" fmla="*/ 0 w 12700"/>
                      <a:gd name="csY1" fmla="*/ 69850 h 698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9850">
                        <a:moveTo>
                          <a:pt x="0" y="0"/>
                        </a:moveTo>
                        <a:lnTo>
                          <a:pt x="0" y="6985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6" name="Freeform 1375">
                    <a:extLst>
                      <a:ext uri="{FF2B5EF4-FFF2-40B4-BE49-F238E27FC236}">
                        <a16:creationId xmlns:a16="http://schemas.microsoft.com/office/drawing/2014/main" id="{EBA95784-09DD-3A56-6322-7A87963AAD8E}"/>
                      </a:ext>
                    </a:extLst>
                  </p:cNvPr>
                  <p:cNvSpPr/>
                  <p:nvPr/>
                </p:nvSpPr>
                <p:spPr>
                  <a:xfrm>
                    <a:off x="3578264" y="589139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7" name="Freeform 1376">
                    <a:extLst>
                      <a:ext uri="{FF2B5EF4-FFF2-40B4-BE49-F238E27FC236}">
                        <a16:creationId xmlns:a16="http://schemas.microsoft.com/office/drawing/2014/main" id="{AB9DFE0D-E354-28AA-A699-FCD25570896D}"/>
                      </a:ext>
                    </a:extLst>
                  </p:cNvPr>
                  <p:cNvSpPr/>
                  <p:nvPr/>
                </p:nvSpPr>
                <p:spPr>
                  <a:xfrm>
                    <a:off x="3740570" y="596264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8" name="Freeform 1377">
                    <a:extLst>
                      <a:ext uri="{FF2B5EF4-FFF2-40B4-BE49-F238E27FC236}">
                        <a16:creationId xmlns:a16="http://schemas.microsoft.com/office/drawing/2014/main" id="{FA6E456D-0925-3485-9463-232568C73888}"/>
                      </a:ext>
                    </a:extLst>
                  </p:cNvPr>
                  <p:cNvSpPr/>
                  <p:nvPr/>
                </p:nvSpPr>
                <p:spPr>
                  <a:xfrm>
                    <a:off x="3772956" y="5962645"/>
                    <a:ext cx="12700" cy="24637"/>
                  </a:xfrm>
                  <a:custGeom>
                    <a:avLst/>
                    <a:gdLst>
                      <a:gd name="csX0" fmla="*/ 0 w 12700"/>
                      <a:gd name="csY0" fmla="*/ 0 h 24637"/>
                      <a:gd name="csX1" fmla="*/ 0 w 12700"/>
                      <a:gd name="csY1" fmla="*/ 24638 h 24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4637">
                        <a:moveTo>
                          <a:pt x="0" y="0"/>
                        </a:moveTo>
                        <a:lnTo>
                          <a:pt x="0" y="24638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79" name="Freeform 1378">
                    <a:extLst>
                      <a:ext uri="{FF2B5EF4-FFF2-40B4-BE49-F238E27FC236}">
                        <a16:creationId xmlns:a16="http://schemas.microsoft.com/office/drawing/2014/main" id="{C81EB720-695C-1620-C254-0AED5317848F}"/>
                      </a:ext>
                    </a:extLst>
                  </p:cNvPr>
                  <p:cNvSpPr/>
                  <p:nvPr/>
                </p:nvSpPr>
                <p:spPr>
                  <a:xfrm>
                    <a:off x="3740570" y="5987282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0" name="Freeform 1379">
                    <a:extLst>
                      <a:ext uri="{FF2B5EF4-FFF2-40B4-BE49-F238E27FC236}">
                        <a16:creationId xmlns:a16="http://schemas.microsoft.com/office/drawing/2014/main" id="{5287C392-DAF5-46A3-0E87-5FB9C719EFA9}"/>
                      </a:ext>
                    </a:extLst>
                  </p:cNvPr>
                  <p:cNvSpPr/>
                  <p:nvPr/>
                </p:nvSpPr>
                <p:spPr>
                  <a:xfrm>
                    <a:off x="4065183" y="5934958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1" name="Freeform 1380">
                    <a:extLst>
                      <a:ext uri="{FF2B5EF4-FFF2-40B4-BE49-F238E27FC236}">
                        <a16:creationId xmlns:a16="http://schemas.microsoft.com/office/drawing/2014/main" id="{A0D84A24-7487-E9B9-AC56-74773B26C619}"/>
                      </a:ext>
                    </a:extLst>
                  </p:cNvPr>
                  <p:cNvSpPr/>
                  <p:nvPr/>
                </p:nvSpPr>
                <p:spPr>
                  <a:xfrm>
                    <a:off x="4097567" y="5934958"/>
                    <a:ext cx="12700" cy="85979"/>
                  </a:xfrm>
                  <a:custGeom>
                    <a:avLst/>
                    <a:gdLst>
                      <a:gd name="csX0" fmla="*/ 0 w 12700"/>
                      <a:gd name="csY0" fmla="*/ 0 h 85979"/>
                      <a:gd name="csX1" fmla="*/ 0 w 12700"/>
                      <a:gd name="csY1" fmla="*/ 85979 h 8597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85979">
                        <a:moveTo>
                          <a:pt x="0" y="0"/>
                        </a:moveTo>
                        <a:lnTo>
                          <a:pt x="0" y="85979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2" name="Freeform 1381">
                    <a:extLst>
                      <a:ext uri="{FF2B5EF4-FFF2-40B4-BE49-F238E27FC236}">
                        <a16:creationId xmlns:a16="http://schemas.microsoft.com/office/drawing/2014/main" id="{A31F9D48-D7CF-2B1B-4631-5FEA656E220D}"/>
                      </a:ext>
                    </a:extLst>
                  </p:cNvPr>
                  <p:cNvSpPr/>
                  <p:nvPr/>
                </p:nvSpPr>
                <p:spPr>
                  <a:xfrm>
                    <a:off x="4065183" y="6020938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3" name="Freeform 1382">
                    <a:extLst>
                      <a:ext uri="{FF2B5EF4-FFF2-40B4-BE49-F238E27FC236}">
                        <a16:creationId xmlns:a16="http://schemas.microsoft.com/office/drawing/2014/main" id="{2BF9E8A5-8A51-1231-CB67-795FE499B68A}"/>
                      </a:ext>
                    </a:extLst>
                  </p:cNvPr>
                  <p:cNvSpPr/>
                  <p:nvPr/>
                </p:nvSpPr>
                <p:spPr>
                  <a:xfrm>
                    <a:off x="3768384" y="59684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4" name="Freeform 1383">
                    <a:extLst>
                      <a:ext uri="{FF2B5EF4-FFF2-40B4-BE49-F238E27FC236}">
                        <a16:creationId xmlns:a16="http://schemas.microsoft.com/office/drawing/2014/main" id="{6622EE14-2E5F-0614-DA59-75E27E5C930C}"/>
                      </a:ext>
                    </a:extLst>
                  </p:cNvPr>
                  <p:cNvSpPr/>
                  <p:nvPr/>
                </p:nvSpPr>
                <p:spPr>
                  <a:xfrm>
                    <a:off x="3606840" y="597267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5" name="Freeform 1384">
                    <a:extLst>
                      <a:ext uri="{FF2B5EF4-FFF2-40B4-BE49-F238E27FC236}">
                        <a16:creationId xmlns:a16="http://schemas.microsoft.com/office/drawing/2014/main" id="{64EDCB10-EB14-5AAF-3A73-4E6DC3488560}"/>
                      </a:ext>
                    </a:extLst>
                  </p:cNvPr>
                  <p:cNvSpPr/>
                  <p:nvPr/>
                </p:nvSpPr>
                <p:spPr>
                  <a:xfrm>
                    <a:off x="3585758" y="57655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6" name="Freeform 1385">
                    <a:extLst>
                      <a:ext uri="{FF2B5EF4-FFF2-40B4-BE49-F238E27FC236}">
                        <a16:creationId xmlns:a16="http://schemas.microsoft.com/office/drawing/2014/main" id="{0C4EA924-C03F-B443-9656-D2F44E6313E2}"/>
                      </a:ext>
                    </a:extLst>
                  </p:cNvPr>
                  <p:cNvSpPr/>
                  <p:nvPr/>
                </p:nvSpPr>
                <p:spPr>
                  <a:xfrm>
                    <a:off x="3441105" y="583399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7" name="Freeform 1386">
                    <a:extLst>
                      <a:ext uri="{FF2B5EF4-FFF2-40B4-BE49-F238E27FC236}">
                        <a16:creationId xmlns:a16="http://schemas.microsoft.com/office/drawing/2014/main" id="{8CAF3098-EF5F-D3B7-E0BB-EB372CFF65C0}"/>
                      </a:ext>
                    </a:extLst>
                  </p:cNvPr>
                  <p:cNvSpPr/>
                  <p:nvPr/>
                </p:nvSpPr>
                <p:spPr>
                  <a:xfrm>
                    <a:off x="3434882" y="598233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8" name="Freeform 1387">
                    <a:extLst>
                      <a:ext uri="{FF2B5EF4-FFF2-40B4-BE49-F238E27FC236}">
                        <a16:creationId xmlns:a16="http://schemas.microsoft.com/office/drawing/2014/main" id="{38A23152-F404-6EE4-1409-BADF78C9C85E}"/>
                      </a:ext>
                    </a:extLst>
                  </p:cNvPr>
                  <p:cNvSpPr/>
                  <p:nvPr/>
                </p:nvSpPr>
                <p:spPr>
                  <a:xfrm>
                    <a:off x="4080169" y="60517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89" name="Freeform 1388">
                    <a:extLst>
                      <a:ext uri="{FF2B5EF4-FFF2-40B4-BE49-F238E27FC236}">
                        <a16:creationId xmlns:a16="http://schemas.microsoft.com/office/drawing/2014/main" id="{179DB6F1-0A22-E123-C828-83E51AE1CE81}"/>
                      </a:ext>
                    </a:extLst>
                  </p:cNvPr>
                  <p:cNvSpPr/>
                  <p:nvPr/>
                </p:nvSpPr>
                <p:spPr>
                  <a:xfrm>
                    <a:off x="3438057" y="584936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0" name="Freeform 1389">
                    <a:extLst>
                      <a:ext uri="{FF2B5EF4-FFF2-40B4-BE49-F238E27FC236}">
                        <a16:creationId xmlns:a16="http://schemas.microsoft.com/office/drawing/2014/main" id="{6C39F429-E657-270C-A295-95DDD35A71EF}"/>
                      </a:ext>
                    </a:extLst>
                  </p:cNvPr>
                  <p:cNvSpPr/>
                  <p:nvPr/>
                </p:nvSpPr>
                <p:spPr>
                  <a:xfrm>
                    <a:off x="4067723" y="601242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1" name="Freeform 1390">
                    <a:extLst>
                      <a:ext uri="{FF2B5EF4-FFF2-40B4-BE49-F238E27FC236}">
                        <a16:creationId xmlns:a16="http://schemas.microsoft.com/office/drawing/2014/main" id="{CB350532-2D5F-E18E-FD63-314E940C32A4}"/>
                      </a:ext>
                    </a:extLst>
                  </p:cNvPr>
                  <p:cNvSpPr/>
                  <p:nvPr/>
                </p:nvSpPr>
                <p:spPr>
                  <a:xfrm>
                    <a:off x="3435390" y="579665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2" name="Freeform 1391">
                    <a:extLst>
                      <a:ext uri="{FF2B5EF4-FFF2-40B4-BE49-F238E27FC236}">
                        <a16:creationId xmlns:a16="http://schemas.microsoft.com/office/drawing/2014/main" id="{CABB92C5-D3CE-6E73-3170-124496D45134}"/>
                      </a:ext>
                    </a:extLst>
                  </p:cNvPr>
                  <p:cNvSpPr/>
                  <p:nvPr/>
                </p:nvSpPr>
                <p:spPr>
                  <a:xfrm>
                    <a:off x="4086265" y="589978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3" name="Freeform 1392">
                    <a:extLst>
                      <a:ext uri="{FF2B5EF4-FFF2-40B4-BE49-F238E27FC236}">
                        <a16:creationId xmlns:a16="http://schemas.microsoft.com/office/drawing/2014/main" id="{0FE006BF-7E54-826F-A8CC-AB412B3B9314}"/>
                      </a:ext>
                    </a:extLst>
                  </p:cNvPr>
                  <p:cNvSpPr/>
                  <p:nvPr/>
                </p:nvSpPr>
                <p:spPr>
                  <a:xfrm>
                    <a:off x="3428913" y="578878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4" name="Freeform 1393">
                    <a:extLst>
                      <a:ext uri="{FF2B5EF4-FFF2-40B4-BE49-F238E27FC236}">
                        <a16:creationId xmlns:a16="http://schemas.microsoft.com/office/drawing/2014/main" id="{4E1E1836-E266-E713-17F6-2DCC33688915}"/>
                      </a:ext>
                    </a:extLst>
                  </p:cNvPr>
                  <p:cNvSpPr/>
                  <p:nvPr/>
                </p:nvSpPr>
                <p:spPr>
                  <a:xfrm>
                    <a:off x="3599728" y="574217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5" name="Freeform 1394">
                    <a:extLst>
                      <a:ext uri="{FF2B5EF4-FFF2-40B4-BE49-F238E27FC236}">
                        <a16:creationId xmlns:a16="http://schemas.microsoft.com/office/drawing/2014/main" id="{B53F7238-D7AA-A209-3374-6C76701B4F94}"/>
                      </a:ext>
                    </a:extLst>
                  </p:cNvPr>
                  <p:cNvSpPr/>
                  <p:nvPr/>
                </p:nvSpPr>
                <p:spPr>
                  <a:xfrm>
                    <a:off x="4093631" y="587438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6" name="Freeform 1395">
                    <a:extLst>
                      <a:ext uri="{FF2B5EF4-FFF2-40B4-BE49-F238E27FC236}">
                        <a16:creationId xmlns:a16="http://schemas.microsoft.com/office/drawing/2014/main" id="{594A9CC0-B2F8-B58F-0978-CA92BF6C4291}"/>
                      </a:ext>
                    </a:extLst>
                  </p:cNvPr>
                  <p:cNvSpPr/>
                  <p:nvPr/>
                </p:nvSpPr>
                <p:spPr>
                  <a:xfrm>
                    <a:off x="3422436" y="59755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7" name="Freeform 1396">
                    <a:extLst>
                      <a:ext uri="{FF2B5EF4-FFF2-40B4-BE49-F238E27FC236}">
                        <a16:creationId xmlns:a16="http://schemas.microsoft.com/office/drawing/2014/main" id="{A39B80C7-5A6E-AC96-ADF2-1A6574C63BC8}"/>
                      </a:ext>
                    </a:extLst>
                  </p:cNvPr>
                  <p:cNvSpPr/>
                  <p:nvPr/>
                </p:nvSpPr>
                <p:spPr>
                  <a:xfrm>
                    <a:off x="3753779" y="594562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8" name="Freeform 1397">
                    <a:extLst>
                      <a:ext uri="{FF2B5EF4-FFF2-40B4-BE49-F238E27FC236}">
                        <a16:creationId xmlns:a16="http://schemas.microsoft.com/office/drawing/2014/main" id="{C0955943-6B54-E4B1-7F55-E43A7BC91CD1}"/>
                      </a:ext>
                    </a:extLst>
                  </p:cNvPr>
                  <p:cNvSpPr/>
                  <p:nvPr/>
                </p:nvSpPr>
                <p:spPr>
                  <a:xfrm>
                    <a:off x="3606967" y="586180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399" name="Freeform 1398">
                    <a:extLst>
                      <a:ext uri="{FF2B5EF4-FFF2-40B4-BE49-F238E27FC236}">
                        <a16:creationId xmlns:a16="http://schemas.microsoft.com/office/drawing/2014/main" id="{DA86DA81-8492-2C8B-FFC0-2FDA55897915}"/>
                      </a:ext>
                    </a:extLst>
                  </p:cNvPr>
                  <p:cNvSpPr/>
                  <p:nvPr/>
                </p:nvSpPr>
                <p:spPr>
                  <a:xfrm>
                    <a:off x="3608110" y="577125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0" name="Freeform 1399">
                    <a:extLst>
                      <a:ext uri="{FF2B5EF4-FFF2-40B4-BE49-F238E27FC236}">
                        <a16:creationId xmlns:a16="http://schemas.microsoft.com/office/drawing/2014/main" id="{E505E608-146C-73E2-934B-81178275D013}"/>
                      </a:ext>
                    </a:extLst>
                  </p:cNvPr>
                  <p:cNvSpPr/>
                  <p:nvPr/>
                </p:nvSpPr>
                <p:spPr>
                  <a:xfrm>
                    <a:off x="3904782" y="580821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1" name="Freeform 1400">
                    <a:extLst>
                      <a:ext uri="{FF2B5EF4-FFF2-40B4-BE49-F238E27FC236}">
                        <a16:creationId xmlns:a16="http://schemas.microsoft.com/office/drawing/2014/main" id="{E3802C97-6CF3-92C9-81F3-976663AC958F}"/>
                      </a:ext>
                    </a:extLst>
                  </p:cNvPr>
                  <p:cNvSpPr/>
                  <p:nvPr/>
                </p:nvSpPr>
                <p:spPr>
                  <a:xfrm>
                    <a:off x="3591854" y="595019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2" name="Freeform 1401">
                    <a:extLst>
                      <a:ext uri="{FF2B5EF4-FFF2-40B4-BE49-F238E27FC236}">
                        <a16:creationId xmlns:a16="http://schemas.microsoft.com/office/drawing/2014/main" id="{DC3C7C92-FDA7-2E7A-4BC0-9945254C08F4}"/>
                      </a:ext>
                    </a:extLst>
                  </p:cNvPr>
                  <p:cNvSpPr/>
                  <p:nvPr/>
                </p:nvSpPr>
                <p:spPr>
                  <a:xfrm>
                    <a:off x="3594648" y="580389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3" name="TextBox 1402">
                    <a:extLst>
                      <a:ext uri="{FF2B5EF4-FFF2-40B4-BE49-F238E27FC236}">
                        <a16:creationId xmlns:a16="http://schemas.microsoft.com/office/drawing/2014/main" id="{97A86CA1-7284-354F-F8D4-A430A15FCBEF}"/>
                      </a:ext>
                    </a:extLst>
                  </p:cNvPr>
                  <p:cNvSpPr txBox="1"/>
                  <p:nvPr/>
                </p:nvSpPr>
                <p:spPr>
                  <a:xfrm>
                    <a:off x="3290481" y="5587681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0.634</a:t>
                    </a:r>
                  </a:p>
                </p:txBody>
              </p:sp>
              <p:sp>
                <p:nvSpPr>
                  <p:cNvPr id="1404" name="Freeform 1403">
                    <a:extLst>
                      <a:ext uri="{FF2B5EF4-FFF2-40B4-BE49-F238E27FC236}">
                        <a16:creationId xmlns:a16="http://schemas.microsoft.com/office/drawing/2014/main" id="{264481D5-22B7-B34E-DF28-345F42B9E068}"/>
                      </a:ext>
                    </a:extLst>
                  </p:cNvPr>
                  <p:cNvSpPr/>
                  <p:nvPr/>
                </p:nvSpPr>
                <p:spPr>
                  <a:xfrm>
                    <a:off x="3448344" y="5715757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5" name="TextBox 1404">
                    <a:extLst>
                      <a:ext uri="{FF2B5EF4-FFF2-40B4-BE49-F238E27FC236}">
                        <a16:creationId xmlns:a16="http://schemas.microsoft.com/office/drawing/2014/main" id="{F8BA99A1-F030-18D3-1644-3E200C146C63}"/>
                      </a:ext>
                    </a:extLst>
                  </p:cNvPr>
                  <p:cNvSpPr txBox="1"/>
                  <p:nvPr/>
                </p:nvSpPr>
                <p:spPr>
                  <a:xfrm>
                    <a:off x="3684785" y="5542871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406" name="Freeform 1405">
                    <a:extLst>
                      <a:ext uri="{FF2B5EF4-FFF2-40B4-BE49-F238E27FC236}">
                        <a16:creationId xmlns:a16="http://schemas.microsoft.com/office/drawing/2014/main" id="{AA42070C-AE08-AD54-2831-3659B6F36FB3}"/>
                      </a:ext>
                    </a:extLst>
                  </p:cNvPr>
                  <p:cNvSpPr/>
                  <p:nvPr/>
                </p:nvSpPr>
                <p:spPr>
                  <a:xfrm>
                    <a:off x="3626906" y="5715757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07" name="TextBox 1406">
                    <a:extLst>
                      <a:ext uri="{FF2B5EF4-FFF2-40B4-BE49-F238E27FC236}">
                        <a16:creationId xmlns:a16="http://schemas.microsoft.com/office/drawing/2014/main" id="{60DA0676-8712-489E-AF4D-075D9C63E70B}"/>
                      </a:ext>
                    </a:extLst>
                  </p:cNvPr>
                  <p:cNvSpPr txBox="1"/>
                  <p:nvPr/>
                </p:nvSpPr>
                <p:spPr>
                  <a:xfrm>
                    <a:off x="3595505" y="5429968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408" name="Freeform 1407">
                    <a:extLst>
                      <a:ext uri="{FF2B5EF4-FFF2-40B4-BE49-F238E27FC236}">
                        <a16:creationId xmlns:a16="http://schemas.microsoft.com/office/drawing/2014/main" id="{56C36F8E-BFBC-7EC2-7B78-4DC77EBC0139}"/>
                      </a:ext>
                    </a:extLst>
                  </p:cNvPr>
                  <p:cNvSpPr/>
                  <p:nvPr/>
                </p:nvSpPr>
                <p:spPr>
                  <a:xfrm>
                    <a:off x="3448344" y="5602854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409" name="Graphic 605">
                  <a:extLst>
                    <a:ext uri="{FF2B5EF4-FFF2-40B4-BE49-F238E27FC236}">
                      <a16:creationId xmlns:a16="http://schemas.microsoft.com/office/drawing/2014/main" id="{439DACCC-5890-8174-5806-23348DF7225A}"/>
                    </a:ext>
                  </a:extLst>
                </p:cNvPr>
                <p:cNvGrpSpPr/>
                <p:nvPr/>
              </p:nvGrpSpPr>
              <p:grpSpPr>
                <a:xfrm>
                  <a:off x="3035199" y="5232907"/>
                  <a:ext cx="1191469" cy="1196086"/>
                  <a:chOff x="3035199" y="5232907"/>
                  <a:chExt cx="1191469" cy="1196086"/>
                </a:xfrm>
              </p:grpSpPr>
              <p:sp>
                <p:nvSpPr>
                  <p:cNvPr id="1410" name="Freeform 1409">
                    <a:extLst>
                      <a:ext uri="{FF2B5EF4-FFF2-40B4-BE49-F238E27FC236}">
                        <a16:creationId xmlns:a16="http://schemas.microsoft.com/office/drawing/2014/main" id="{C02F9CB4-E1E1-EB6F-A997-48FC47D3EBEC}"/>
                      </a:ext>
                    </a:extLst>
                  </p:cNvPr>
                  <p:cNvSpPr/>
                  <p:nvPr/>
                </p:nvSpPr>
                <p:spPr>
                  <a:xfrm>
                    <a:off x="3350935" y="5535163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1" name="TextBox 1410">
                    <a:extLst>
                      <a:ext uri="{FF2B5EF4-FFF2-40B4-BE49-F238E27FC236}">
                        <a16:creationId xmlns:a16="http://schemas.microsoft.com/office/drawing/2014/main" id="{D7FC630C-B4C7-6173-273F-D5A290B1B34A}"/>
                      </a:ext>
                    </a:extLst>
                  </p:cNvPr>
                  <p:cNvSpPr txBox="1"/>
                  <p:nvPr/>
                </p:nvSpPr>
                <p:spPr>
                  <a:xfrm>
                    <a:off x="3035199" y="610543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412" name="TextBox 1411">
                    <a:extLst>
                      <a:ext uri="{FF2B5EF4-FFF2-40B4-BE49-F238E27FC236}">
                        <a16:creationId xmlns:a16="http://schemas.microsoft.com/office/drawing/2014/main" id="{D464D2E7-D4D2-49F5-1534-1ED44F7EFB3D}"/>
                      </a:ext>
                    </a:extLst>
                  </p:cNvPr>
                  <p:cNvSpPr txBox="1"/>
                  <p:nvPr/>
                </p:nvSpPr>
                <p:spPr>
                  <a:xfrm>
                    <a:off x="3035199" y="5873917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1%</a:t>
                    </a:r>
                  </a:p>
                </p:txBody>
              </p:sp>
              <p:sp>
                <p:nvSpPr>
                  <p:cNvPr id="1413" name="TextBox 1412">
                    <a:extLst>
                      <a:ext uri="{FF2B5EF4-FFF2-40B4-BE49-F238E27FC236}">
                        <a16:creationId xmlns:a16="http://schemas.microsoft.com/office/drawing/2014/main" id="{875EA033-D31B-CCBA-1F5A-038672639DD4}"/>
                      </a:ext>
                    </a:extLst>
                  </p:cNvPr>
                  <p:cNvSpPr txBox="1"/>
                  <p:nvPr/>
                </p:nvSpPr>
                <p:spPr>
                  <a:xfrm>
                    <a:off x="3035199" y="5642269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2%</a:t>
                    </a:r>
                  </a:p>
                </p:txBody>
              </p:sp>
              <p:sp>
                <p:nvSpPr>
                  <p:cNvPr id="1414" name="Freeform 1413">
                    <a:extLst>
                      <a:ext uri="{FF2B5EF4-FFF2-40B4-BE49-F238E27FC236}">
                        <a16:creationId xmlns:a16="http://schemas.microsoft.com/office/drawing/2014/main" id="{26B6280A-5044-8E06-3405-780658C304E0}"/>
                      </a:ext>
                    </a:extLst>
                  </p:cNvPr>
                  <p:cNvSpPr/>
                  <p:nvPr/>
                </p:nvSpPr>
                <p:spPr>
                  <a:xfrm>
                    <a:off x="3316136" y="62123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5" name="Freeform 1414">
                    <a:extLst>
                      <a:ext uri="{FF2B5EF4-FFF2-40B4-BE49-F238E27FC236}">
                        <a16:creationId xmlns:a16="http://schemas.microsoft.com/office/drawing/2014/main" id="{9020887F-5218-CF9B-A78B-76034BF3EE3D}"/>
                      </a:ext>
                    </a:extLst>
                  </p:cNvPr>
                  <p:cNvSpPr/>
                  <p:nvPr/>
                </p:nvSpPr>
                <p:spPr>
                  <a:xfrm>
                    <a:off x="3316136" y="5980806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6" name="Freeform 1415">
                    <a:extLst>
                      <a:ext uri="{FF2B5EF4-FFF2-40B4-BE49-F238E27FC236}">
                        <a16:creationId xmlns:a16="http://schemas.microsoft.com/office/drawing/2014/main" id="{71A7D985-BC4F-5E0F-9515-370BB19CC871}"/>
                      </a:ext>
                    </a:extLst>
                  </p:cNvPr>
                  <p:cNvSpPr/>
                  <p:nvPr/>
                </p:nvSpPr>
                <p:spPr>
                  <a:xfrm>
                    <a:off x="3316136" y="574915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7" name="Freeform 1416">
                    <a:extLst>
                      <a:ext uri="{FF2B5EF4-FFF2-40B4-BE49-F238E27FC236}">
                        <a16:creationId xmlns:a16="http://schemas.microsoft.com/office/drawing/2014/main" id="{1B60713E-31CD-D399-FCB4-D9F1F3B2DF22}"/>
                      </a:ext>
                    </a:extLst>
                  </p:cNvPr>
                  <p:cNvSpPr/>
                  <p:nvPr/>
                </p:nvSpPr>
                <p:spPr>
                  <a:xfrm>
                    <a:off x="3350935" y="6212327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8" name="Freeform 1417">
                    <a:extLst>
                      <a:ext uri="{FF2B5EF4-FFF2-40B4-BE49-F238E27FC236}">
                        <a16:creationId xmlns:a16="http://schemas.microsoft.com/office/drawing/2014/main" id="{2C78D5FE-5EE1-CEF4-762E-17EDD9DA72F4}"/>
                      </a:ext>
                    </a:extLst>
                  </p:cNvPr>
                  <p:cNvSpPr/>
                  <p:nvPr/>
                </p:nvSpPr>
                <p:spPr>
                  <a:xfrm>
                    <a:off x="3448343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19" name="Freeform 1418">
                    <a:extLst>
                      <a:ext uri="{FF2B5EF4-FFF2-40B4-BE49-F238E27FC236}">
                        <a16:creationId xmlns:a16="http://schemas.microsoft.com/office/drawing/2014/main" id="{28E46260-9F56-B354-8A44-D4EF81845231}"/>
                      </a:ext>
                    </a:extLst>
                  </p:cNvPr>
                  <p:cNvSpPr/>
                  <p:nvPr/>
                </p:nvSpPr>
                <p:spPr>
                  <a:xfrm>
                    <a:off x="3610649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20" name="Freeform 1419">
                    <a:extLst>
                      <a:ext uri="{FF2B5EF4-FFF2-40B4-BE49-F238E27FC236}">
                        <a16:creationId xmlns:a16="http://schemas.microsoft.com/office/drawing/2014/main" id="{072DF886-A254-B0C8-60B0-40F94CA041E7}"/>
                      </a:ext>
                    </a:extLst>
                  </p:cNvPr>
                  <p:cNvSpPr/>
                  <p:nvPr/>
                </p:nvSpPr>
                <p:spPr>
                  <a:xfrm>
                    <a:off x="3772956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21" name="Freeform 1420">
                    <a:extLst>
                      <a:ext uri="{FF2B5EF4-FFF2-40B4-BE49-F238E27FC236}">
                        <a16:creationId xmlns:a16="http://schemas.microsoft.com/office/drawing/2014/main" id="{7C16008C-B1C1-7FF1-EBD3-66A03A45CD98}"/>
                      </a:ext>
                    </a:extLst>
                  </p:cNvPr>
                  <p:cNvSpPr/>
                  <p:nvPr/>
                </p:nvSpPr>
                <p:spPr>
                  <a:xfrm>
                    <a:off x="3935261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22" name="Freeform 1421">
                    <a:extLst>
                      <a:ext uri="{FF2B5EF4-FFF2-40B4-BE49-F238E27FC236}">
                        <a16:creationId xmlns:a16="http://schemas.microsoft.com/office/drawing/2014/main" id="{3ED27116-EE76-896E-DB2B-1024D8A46807}"/>
                      </a:ext>
                    </a:extLst>
                  </p:cNvPr>
                  <p:cNvSpPr/>
                  <p:nvPr/>
                </p:nvSpPr>
                <p:spPr>
                  <a:xfrm>
                    <a:off x="4097567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23" name="TextBox 1422">
                    <a:extLst>
                      <a:ext uri="{FF2B5EF4-FFF2-40B4-BE49-F238E27FC236}">
                        <a16:creationId xmlns:a16="http://schemas.microsoft.com/office/drawing/2014/main" id="{2AC4C1C7-F7CD-F5CC-E96B-823F9B970DB1}"/>
                      </a:ext>
                    </a:extLst>
                  </p:cNvPr>
                  <p:cNvSpPr txBox="1"/>
                  <p:nvPr/>
                </p:nvSpPr>
                <p:spPr>
                  <a:xfrm>
                    <a:off x="3308215" y="6208181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424" name="TextBox 1423">
                    <a:extLst>
                      <a:ext uri="{FF2B5EF4-FFF2-40B4-BE49-F238E27FC236}">
                        <a16:creationId xmlns:a16="http://schemas.microsoft.com/office/drawing/2014/main" id="{FE9D8573-3E0D-1E3B-F9F6-60E5C2E23AF3}"/>
                      </a:ext>
                    </a:extLst>
                  </p:cNvPr>
                  <p:cNvSpPr txBox="1"/>
                  <p:nvPr/>
                </p:nvSpPr>
                <p:spPr>
                  <a:xfrm>
                    <a:off x="3498512" y="6208181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425" name="TextBox 1424">
                    <a:extLst>
                      <a:ext uri="{FF2B5EF4-FFF2-40B4-BE49-F238E27FC236}">
                        <a16:creationId xmlns:a16="http://schemas.microsoft.com/office/drawing/2014/main" id="{E4F09B32-673D-0AC0-B3F6-423CB846DD24}"/>
                      </a:ext>
                    </a:extLst>
                  </p:cNvPr>
                  <p:cNvSpPr txBox="1"/>
                  <p:nvPr/>
                </p:nvSpPr>
                <p:spPr>
                  <a:xfrm>
                    <a:off x="3631978" y="6208181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426" name="TextBox 1425">
                    <a:extLst>
                      <a:ext uri="{FF2B5EF4-FFF2-40B4-BE49-F238E27FC236}">
                        <a16:creationId xmlns:a16="http://schemas.microsoft.com/office/drawing/2014/main" id="{2910F622-518D-74B7-C95A-A28F1BCBADB8}"/>
                      </a:ext>
                    </a:extLst>
                  </p:cNvPr>
                  <p:cNvSpPr txBox="1"/>
                  <p:nvPr/>
                </p:nvSpPr>
                <p:spPr>
                  <a:xfrm>
                    <a:off x="3768837" y="6208181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427" name="TextBox 1426">
                    <a:extLst>
                      <a:ext uri="{FF2B5EF4-FFF2-40B4-BE49-F238E27FC236}">
                        <a16:creationId xmlns:a16="http://schemas.microsoft.com/office/drawing/2014/main" id="{92F9D4EB-38BA-F3E9-1AC0-CDA37A15CC27}"/>
                      </a:ext>
                    </a:extLst>
                  </p:cNvPr>
                  <p:cNvSpPr txBox="1"/>
                  <p:nvPr/>
                </p:nvSpPr>
                <p:spPr>
                  <a:xfrm>
                    <a:off x="3968465" y="6208181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430" name="TextBox 1429">
                    <a:extLst>
                      <a:ext uri="{FF2B5EF4-FFF2-40B4-BE49-F238E27FC236}">
                        <a16:creationId xmlns:a16="http://schemas.microsoft.com/office/drawing/2014/main" id="{35B21C04-5ACB-E4B7-4677-1984AE7861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3759" y="5232907"/>
                    <a:ext cx="838394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22_Di_Glut</a:t>
                    </a:r>
                  </a:p>
                </p:txBody>
              </p:sp>
            </p:grpSp>
          </p:grpSp>
          <p:grpSp>
            <p:nvGrpSpPr>
              <p:cNvPr id="1431" name="Graphic 607">
                <a:extLst>
                  <a:ext uri="{FF2B5EF4-FFF2-40B4-BE49-F238E27FC236}">
                    <a16:creationId xmlns:a16="http://schemas.microsoft.com/office/drawing/2014/main" id="{D0AA6259-74D3-08A8-477F-0C1E67B7019E}"/>
                  </a:ext>
                </a:extLst>
              </p:cNvPr>
              <p:cNvGrpSpPr/>
              <p:nvPr/>
            </p:nvGrpSpPr>
            <p:grpSpPr>
              <a:xfrm>
                <a:off x="5591389" y="3143882"/>
                <a:ext cx="1258608" cy="1196086"/>
                <a:chOff x="4241260" y="5232907"/>
                <a:chExt cx="1258608" cy="1196086"/>
              </a:xfrm>
            </p:grpSpPr>
            <p:grpSp>
              <p:nvGrpSpPr>
                <p:cNvPr id="1434" name="Graphic 607">
                  <a:extLst>
                    <a:ext uri="{FF2B5EF4-FFF2-40B4-BE49-F238E27FC236}">
                      <a16:creationId xmlns:a16="http://schemas.microsoft.com/office/drawing/2014/main" id="{5A07107B-BA6E-9595-A830-D615C3E5E2B3}"/>
                    </a:ext>
                  </a:extLst>
                </p:cNvPr>
                <p:cNvGrpSpPr/>
                <p:nvPr/>
              </p:nvGrpSpPr>
              <p:grpSpPr>
                <a:xfrm>
                  <a:off x="4496542" y="5429968"/>
                  <a:ext cx="904495" cy="782486"/>
                  <a:chOff x="4496542" y="5429968"/>
                  <a:chExt cx="904495" cy="782486"/>
                </a:xfrm>
              </p:grpSpPr>
              <p:sp>
                <p:nvSpPr>
                  <p:cNvPr id="1435" name="Freeform 1434">
                    <a:extLst>
                      <a:ext uri="{FF2B5EF4-FFF2-40B4-BE49-F238E27FC236}">
                        <a16:creationId xmlns:a16="http://schemas.microsoft.com/office/drawing/2014/main" id="{3C8B1A29-9C39-597E-6041-CBB850CDE940}"/>
                      </a:ext>
                    </a:extLst>
                  </p:cNvPr>
                  <p:cNvSpPr/>
                  <p:nvPr/>
                </p:nvSpPr>
                <p:spPr>
                  <a:xfrm>
                    <a:off x="4556996" y="5535163"/>
                    <a:ext cx="844041" cy="677290"/>
                  </a:xfrm>
                  <a:custGeom>
                    <a:avLst/>
                    <a:gdLst>
                      <a:gd name="csX0" fmla="*/ 0 w 844041"/>
                      <a:gd name="csY0" fmla="*/ 0 h 677290"/>
                      <a:gd name="csX1" fmla="*/ 844042 w 844041"/>
                      <a:gd name="csY1" fmla="*/ 0 h 677290"/>
                      <a:gd name="csX2" fmla="*/ 844042 w 844041"/>
                      <a:gd name="csY2" fmla="*/ 677291 h 677290"/>
                      <a:gd name="csX3" fmla="*/ 0 w 844041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844041" h="677290">
                        <a:moveTo>
                          <a:pt x="0" y="0"/>
                        </a:moveTo>
                        <a:lnTo>
                          <a:pt x="844042" y="0"/>
                        </a:lnTo>
                        <a:lnTo>
                          <a:pt x="844042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36" name="Freeform 1435">
                    <a:extLst>
                      <a:ext uri="{FF2B5EF4-FFF2-40B4-BE49-F238E27FC236}">
                        <a16:creationId xmlns:a16="http://schemas.microsoft.com/office/drawing/2014/main" id="{2AB5C0FC-EDA8-D0D5-C04F-A8EF3C67944D}"/>
                      </a:ext>
                    </a:extLst>
                  </p:cNvPr>
                  <p:cNvSpPr/>
                  <p:nvPr/>
                </p:nvSpPr>
                <p:spPr>
                  <a:xfrm>
                    <a:off x="4605764" y="5972424"/>
                    <a:ext cx="97409" cy="239903"/>
                  </a:xfrm>
                  <a:custGeom>
                    <a:avLst/>
                    <a:gdLst>
                      <a:gd name="csX0" fmla="*/ 0 w 97409"/>
                      <a:gd name="csY0" fmla="*/ 0 h 239903"/>
                      <a:gd name="csX1" fmla="*/ 97409 w 97409"/>
                      <a:gd name="csY1" fmla="*/ 0 h 239903"/>
                      <a:gd name="csX2" fmla="*/ 97409 w 97409"/>
                      <a:gd name="csY2" fmla="*/ 239903 h 239903"/>
                      <a:gd name="csX3" fmla="*/ 0 w 97409"/>
                      <a:gd name="csY3" fmla="*/ 239903 h 23990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39903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39903"/>
                        </a:lnTo>
                        <a:lnTo>
                          <a:pt x="0" y="239903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37" name="Freeform 1436">
                    <a:extLst>
                      <a:ext uri="{FF2B5EF4-FFF2-40B4-BE49-F238E27FC236}">
                        <a16:creationId xmlns:a16="http://schemas.microsoft.com/office/drawing/2014/main" id="{8F5EBE71-E8EB-6955-A0D6-0B2BF61FBC65}"/>
                      </a:ext>
                    </a:extLst>
                  </p:cNvPr>
                  <p:cNvSpPr/>
                  <p:nvPr/>
                </p:nvSpPr>
                <p:spPr>
                  <a:xfrm>
                    <a:off x="4768070" y="5939912"/>
                    <a:ext cx="97409" cy="272415"/>
                  </a:xfrm>
                  <a:custGeom>
                    <a:avLst/>
                    <a:gdLst>
                      <a:gd name="csX0" fmla="*/ 0 w 97409"/>
                      <a:gd name="csY0" fmla="*/ 0 h 272415"/>
                      <a:gd name="csX1" fmla="*/ 97409 w 97409"/>
                      <a:gd name="csY1" fmla="*/ 0 h 272415"/>
                      <a:gd name="csX2" fmla="*/ 97409 w 97409"/>
                      <a:gd name="csY2" fmla="*/ 272415 h 272415"/>
                      <a:gd name="csX3" fmla="*/ 0 w 97409"/>
                      <a:gd name="csY3" fmla="*/ 272415 h 2724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72415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72415"/>
                        </a:lnTo>
                        <a:lnTo>
                          <a:pt x="0" y="272415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38" name="Freeform 1437">
                    <a:extLst>
                      <a:ext uri="{FF2B5EF4-FFF2-40B4-BE49-F238E27FC236}">
                        <a16:creationId xmlns:a16="http://schemas.microsoft.com/office/drawing/2014/main" id="{807E5E36-D57E-8AB2-50FB-3C7B05CED5AE}"/>
                      </a:ext>
                    </a:extLst>
                  </p:cNvPr>
                  <p:cNvSpPr/>
                  <p:nvPr/>
                </p:nvSpPr>
                <p:spPr>
                  <a:xfrm>
                    <a:off x="4930376" y="6026780"/>
                    <a:ext cx="97409" cy="185674"/>
                  </a:xfrm>
                  <a:custGeom>
                    <a:avLst/>
                    <a:gdLst>
                      <a:gd name="csX0" fmla="*/ 0 w 97409"/>
                      <a:gd name="csY0" fmla="*/ 0 h 185674"/>
                      <a:gd name="csX1" fmla="*/ 97409 w 97409"/>
                      <a:gd name="csY1" fmla="*/ 0 h 185674"/>
                      <a:gd name="csX2" fmla="*/ 97409 w 97409"/>
                      <a:gd name="csY2" fmla="*/ 185674 h 185674"/>
                      <a:gd name="csX3" fmla="*/ 0 w 97409"/>
                      <a:gd name="csY3" fmla="*/ 185674 h 18567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185674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185674"/>
                        </a:lnTo>
                        <a:lnTo>
                          <a:pt x="0" y="185674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39" name="Freeform 1438">
                    <a:extLst>
                      <a:ext uri="{FF2B5EF4-FFF2-40B4-BE49-F238E27FC236}">
                        <a16:creationId xmlns:a16="http://schemas.microsoft.com/office/drawing/2014/main" id="{3850314B-45E5-3BED-A4B3-1285D3017E47}"/>
                      </a:ext>
                    </a:extLst>
                  </p:cNvPr>
                  <p:cNvSpPr/>
                  <p:nvPr/>
                </p:nvSpPr>
                <p:spPr>
                  <a:xfrm>
                    <a:off x="5092682" y="5964296"/>
                    <a:ext cx="97409" cy="248031"/>
                  </a:xfrm>
                  <a:custGeom>
                    <a:avLst/>
                    <a:gdLst>
                      <a:gd name="csX0" fmla="*/ 0 w 97409"/>
                      <a:gd name="csY0" fmla="*/ 0 h 248031"/>
                      <a:gd name="csX1" fmla="*/ 97409 w 97409"/>
                      <a:gd name="csY1" fmla="*/ 0 h 248031"/>
                      <a:gd name="csX2" fmla="*/ 97409 w 97409"/>
                      <a:gd name="csY2" fmla="*/ 248031 h 248031"/>
                      <a:gd name="csX3" fmla="*/ 0 w 97409"/>
                      <a:gd name="csY3" fmla="*/ 248031 h 2480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248031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248031"/>
                        </a:lnTo>
                        <a:lnTo>
                          <a:pt x="0" y="248031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0" name="Freeform 1439">
                    <a:extLst>
                      <a:ext uri="{FF2B5EF4-FFF2-40B4-BE49-F238E27FC236}">
                        <a16:creationId xmlns:a16="http://schemas.microsoft.com/office/drawing/2014/main" id="{78F69D1D-0451-A52D-817C-6F764F13CF00}"/>
                      </a:ext>
                    </a:extLst>
                  </p:cNvPr>
                  <p:cNvSpPr/>
                  <p:nvPr/>
                </p:nvSpPr>
                <p:spPr>
                  <a:xfrm>
                    <a:off x="5254988" y="6081517"/>
                    <a:ext cx="97409" cy="130937"/>
                  </a:xfrm>
                  <a:custGeom>
                    <a:avLst/>
                    <a:gdLst>
                      <a:gd name="csX0" fmla="*/ 0 w 97409"/>
                      <a:gd name="csY0" fmla="*/ 0 h 130937"/>
                      <a:gd name="csX1" fmla="*/ 97409 w 97409"/>
                      <a:gd name="csY1" fmla="*/ 0 h 130937"/>
                      <a:gd name="csX2" fmla="*/ 97409 w 97409"/>
                      <a:gd name="csY2" fmla="*/ 130937 h 130937"/>
                      <a:gd name="csX3" fmla="*/ 0 w 97409"/>
                      <a:gd name="csY3" fmla="*/ 130937 h 1309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7409" h="130937">
                        <a:moveTo>
                          <a:pt x="0" y="0"/>
                        </a:moveTo>
                        <a:lnTo>
                          <a:pt x="97409" y="0"/>
                        </a:lnTo>
                        <a:lnTo>
                          <a:pt x="97409" y="130937"/>
                        </a:lnTo>
                        <a:lnTo>
                          <a:pt x="0" y="130937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1" name="Freeform 1440">
                    <a:extLst>
                      <a:ext uri="{FF2B5EF4-FFF2-40B4-BE49-F238E27FC236}">
                        <a16:creationId xmlns:a16="http://schemas.microsoft.com/office/drawing/2014/main" id="{6D5058D2-95BD-C8F5-46C9-45840DCCAC8B}"/>
                      </a:ext>
                    </a:extLst>
                  </p:cNvPr>
                  <p:cNvSpPr/>
                  <p:nvPr/>
                </p:nvSpPr>
                <p:spPr>
                  <a:xfrm>
                    <a:off x="4622020" y="594956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2" name="Freeform 1441">
                    <a:extLst>
                      <a:ext uri="{FF2B5EF4-FFF2-40B4-BE49-F238E27FC236}">
                        <a16:creationId xmlns:a16="http://schemas.microsoft.com/office/drawing/2014/main" id="{733B997E-7484-D809-439B-6A3F0887FE3B}"/>
                      </a:ext>
                    </a:extLst>
                  </p:cNvPr>
                  <p:cNvSpPr/>
                  <p:nvPr/>
                </p:nvSpPr>
                <p:spPr>
                  <a:xfrm>
                    <a:off x="4654404" y="5949564"/>
                    <a:ext cx="12700" cy="45846"/>
                  </a:xfrm>
                  <a:custGeom>
                    <a:avLst/>
                    <a:gdLst>
                      <a:gd name="csX0" fmla="*/ 0 w 12700"/>
                      <a:gd name="csY0" fmla="*/ 0 h 45846"/>
                      <a:gd name="csX1" fmla="*/ 0 w 12700"/>
                      <a:gd name="csY1" fmla="*/ 45847 h 458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45846">
                        <a:moveTo>
                          <a:pt x="0" y="0"/>
                        </a:moveTo>
                        <a:lnTo>
                          <a:pt x="0" y="4584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3" name="Freeform 1442">
                    <a:extLst>
                      <a:ext uri="{FF2B5EF4-FFF2-40B4-BE49-F238E27FC236}">
                        <a16:creationId xmlns:a16="http://schemas.microsoft.com/office/drawing/2014/main" id="{6217CABB-0BAD-2CF8-90EE-105A6525D25D}"/>
                      </a:ext>
                    </a:extLst>
                  </p:cNvPr>
                  <p:cNvSpPr/>
                  <p:nvPr/>
                </p:nvSpPr>
                <p:spPr>
                  <a:xfrm>
                    <a:off x="4622020" y="5995410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4" name="Freeform 1443">
                    <a:extLst>
                      <a:ext uri="{FF2B5EF4-FFF2-40B4-BE49-F238E27FC236}">
                        <a16:creationId xmlns:a16="http://schemas.microsoft.com/office/drawing/2014/main" id="{AFFCCD32-6E46-3ED0-2670-5DA9BBFB0768}"/>
                      </a:ext>
                    </a:extLst>
                  </p:cNvPr>
                  <p:cNvSpPr/>
                  <p:nvPr/>
                </p:nvSpPr>
                <p:spPr>
                  <a:xfrm>
                    <a:off x="4784325" y="5894318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5" name="Freeform 1444">
                    <a:extLst>
                      <a:ext uri="{FF2B5EF4-FFF2-40B4-BE49-F238E27FC236}">
                        <a16:creationId xmlns:a16="http://schemas.microsoft.com/office/drawing/2014/main" id="{6F66F5F8-16F3-4B62-1443-9238223FD060}"/>
                      </a:ext>
                    </a:extLst>
                  </p:cNvPr>
                  <p:cNvSpPr/>
                  <p:nvPr/>
                </p:nvSpPr>
                <p:spPr>
                  <a:xfrm>
                    <a:off x="4816710" y="5894318"/>
                    <a:ext cx="12700" cy="91186"/>
                  </a:xfrm>
                  <a:custGeom>
                    <a:avLst/>
                    <a:gdLst>
                      <a:gd name="csX0" fmla="*/ 0 w 12700"/>
                      <a:gd name="csY0" fmla="*/ 0 h 91186"/>
                      <a:gd name="csX1" fmla="*/ 0 w 12700"/>
                      <a:gd name="csY1" fmla="*/ 91186 h 9118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91186">
                        <a:moveTo>
                          <a:pt x="0" y="0"/>
                        </a:moveTo>
                        <a:lnTo>
                          <a:pt x="0" y="91186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6" name="Freeform 1445">
                    <a:extLst>
                      <a:ext uri="{FF2B5EF4-FFF2-40B4-BE49-F238E27FC236}">
                        <a16:creationId xmlns:a16="http://schemas.microsoft.com/office/drawing/2014/main" id="{20BE1836-E13F-AF12-26E6-06BE068A6EBA}"/>
                      </a:ext>
                    </a:extLst>
                  </p:cNvPr>
                  <p:cNvSpPr/>
                  <p:nvPr/>
                </p:nvSpPr>
                <p:spPr>
                  <a:xfrm>
                    <a:off x="4784325" y="5985504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7" name="Freeform 1446">
                    <a:extLst>
                      <a:ext uri="{FF2B5EF4-FFF2-40B4-BE49-F238E27FC236}">
                        <a16:creationId xmlns:a16="http://schemas.microsoft.com/office/drawing/2014/main" id="{F8567F1C-E75B-7046-9E4C-7DD5188F342E}"/>
                      </a:ext>
                    </a:extLst>
                  </p:cNvPr>
                  <p:cNvSpPr/>
                  <p:nvPr/>
                </p:nvSpPr>
                <p:spPr>
                  <a:xfrm>
                    <a:off x="4946631" y="5951850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8" name="Freeform 1447">
                    <a:extLst>
                      <a:ext uri="{FF2B5EF4-FFF2-40B4-BE49-F238E27FC236}">
                        <a16:creationId xmlns:a16="http://schemas.microsoft.com/office/drawing/2014/main" id="{A2FD3A1E-475E-B667-2D5D-525EA957DC1C}"/>
                      </a:ext>
                    </a:extLst>
                  </p:cNvPr>
                  <p:cNvSpPr/>
                  <p:nvPr/>
                </p:nvSpPr>
                <p:spPr>
                  <a:xfrm>
                    <a:off x="4979017" y="5951850"/>
                    <a:ext cx="12700" cy="149732"/>
                  </a:xfrm>
                  <a:custGeom>
                    <a:avLst/>
                    <a:gdLst>
                      <a:gd name="csX0" fmla="*/ 0 w 12700"/>
                      <a:gd name="csY0" fmla="*/ 0 h 149732"/>
                      <a:gd name="csX1" fmla="*/ 0 w 12700"/>
                      <a:gd name="csY1" fmla="*/ 149733 h 1497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49732">
                        <a:moveTo>
                          <a:pt x="0" y="0"/>
                        </a:moveTo>
                        <a:lnTo>
                          <a:pt x="0" y="149733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49" name="Freeform 1448">
                    <a:extLst>
                      <a:ext uri="{FF2B5EF4-FFF2-40B4-BE49-F238E27FC236}">
                        <a16:creationId xmlns:a16="http://schemas.microsoft.com/office/drawing/2014/main" id="{C32E15CA-E534-D5D4-767B-AE22B8D9BA43}"/>
                      </a:ext>
                    </a:extLst>
                  </p:cNvPr>
                  <p:cNvSpPr/>
                  <p:nvPr/>
                </p:nvSpPr>
                <p:spPr>
                  <a:xfrm>
                    <a:off x="4946631" y="6101582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0" name="Freeform 1449">
                    <a:extLst>
                      <a:ext uri="{FF2B5EF4-FFF2-40B4-BE49-F238E27FC236}">
                        <a16:creationId xmlns:a16="http://schemas.microsoft.com/office/drawing/2014/main" id="{4FC0D168-579F-054C-D694-1DA283C5704D}"/>
                      </a:ext>
                    </a:extLst>
                  </p:cNvPr>
                  <p:cNvSpPr/>
                  <p:nvPr/>
                </p:nvSpPr>
                <p:spPr>
                  <a:xfrm>
                    <a:off x="5271244" y="6045575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1" name="Freeform 1450">
                    <a:extLst>
                      <a:ext uri="{FF2B5EF4-FFF2-40B4-BE49-F238E27FC236}">
                        <a16:creationId xmlns:a16="http://schemas.microsoft.com/office/drawing/2014/main" id="{E4C4DA40-6B65-636D-2C20-24CEFB8E974C}"/>
                      </a:ext>
                    </a:extLst>
                  </p:cNvPr>
                  <p:cNvSpPr/>
                  <p:nvPr/>
                </p:nvSpPr>
                <p:spPr>
                  <a:xfrm>
                    <a:off x="5303628" y="6045575"/>
                    <a:ext cx="12700" cy="71881"/>
                  </a:xfrm>
                  <a:custGeom>
                    <a:avLst/>
                    <a:gdLst>
                      <a:gd name="csX0" fmla="*/ 0 w 12700"/>
                      <a:gd name="csY0" fmla="*/ 0 h 71881"/>
                      <a:gd name="csX1" fmla="*/ 0 w 12700"/>
                      <a:gd name="csY1" fmla="*/ 71882 h 718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1881">
                        <a:moveTo>
                          <a:pt x="0" y="0"/>
                        </a:moveTo>
                        <a:lnTo>
                          <a:pt x="0" y="71882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2" name="Freeform 1451">
                    <a:extLst>
                      <a:ext uri="{FF2B5EF4-FFF2-40B4-BE49-F238E27FC236}">
                        <a16:creationId xmlns:a16="http://schemas.microsoft.com/office/drawing/2014/main" id="{AA604765-9E0C-F3D5-74EB-4BC59E6A0A72}"/>
                      </a:ext>
                    </a:extLst>
                  </p:cNvPr>
                  <p:cNvSpPr/>
                  <p:nvPr/>
                </p:nvSpPr>
                <p:spPr>
                  <a:xfrm>
                    <a:off x="5271244" y="6117457"/>
                    <a:ext cx="64897" cy="12700"/>
                  </a:xfrm>
                  <a:custGeom>
                    <a:avLst/>
                    <a:gdLst>
                      <a:gd name="csX0" fmla="*/ 0 w 64897"/>
                      <a:gd name="csY0" fmla="*/ 0 h 12700"/>
                      <a:gd name="csX1" fmla="*/ 64897 w 648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897" h="12700">
                        <a:moveTo>
                          <a:pt x="0" y="0"/>
                        </a:moveTo>
                        <a:lnTo>
                          <a:pt x="64897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3" name="Freeform 1452">
                    <a:extLst>
                      <a:ext uri="{FF2B5EF4-FFF2-40B4-BE49-F238E27FC236}">
                        <a16:creationId xmlns:a16="http://schemas.microsoft.com/office/drawing/2014/main" id="{3FBE9748-FF10-A1E3-EFC5-0472D0E6EFF1}"/>
                      </a:ext>
                    </a:extLst>
                  </p:cNvPr>
                  <p:cNvSpPr/>
                  <p:nvPr/>
                </p:nvSpPr>
                <p:spPr>
                  <a:xfrm>
                    <a:off x="4974445" y="593318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4" name="Freeform 1453">
                    <a:extLst>
                      <a:ext uri="{FF2B5EF4-FFF2-40B4-BE49-F238E27FC236}">
                        <a16:creationId xmlns:a16="http://schemas.microsoft.com/office/drawing/2014/main" id="{12A8F1C5-4D7B-4BC7-9E43-A406D9F4027D}"/>
                      </a:ext>
                    </a:extLst>
                  </p:cNvPr>
                  <p:cNvSpPr/>
                  <p:nvPr/>
                </p:nvSpPr>
                <p:spPr>
                  <a:xfrm>
                    <a:off x="4812901" y="613041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5" name="Freeform 1454">
                    <a:extLst>
                      <a:ext uri="{FF2B5EF4-FFF2-40B4-BE49-F238E27FC236}">
                        <a16:creationId xmlns:a16="http://schemas.microsoft.com/office/drawing/2014/main" id="{1092FF5E-A0C6-D58E-DE3C-ABC425714E6F}"/>
                      </a:ext>
                    </a:extLst>
                  </p:cNvPr>
                  <p:cNvSpPr/>
                  <p:nvPr/>
                </p:nvSpPr>
                <p:spPr>
                  <a:xfrm>
                    <a:off x="4791819" y="59814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6" name="Freeform 1455">
                    <a:extLst>
                      <a:ext uri="{FF2B5EF4-FFF2-40B4-BE49-F238E27FC236}">
                        <a16:creationId xmlns:a16="http://schemas.microsoft.com/office/drawing/2014/main" id="{AB4D1E11-4946-7925-C7D0-773F33B4EFEA}"/>
                      </a:ext>
                    </a:extLst>
                  </p:cNvPr>
                  <p:cNvSpPr/>
                  <p:nvPr/>
                </p:nvSpPr>
                <p:spPr>
                  <a:xfrm>
                    <a:off x="5296390" y="616648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7" name="Freeform 1456">
                    <a:extLst>
                      <a:ext uri="{FF2B5EF4-FFF2-40B4-BE49-F238E27FC236}">
                        <a16:creationId xmlns:a16="http://schemas.microsoft.com/office/drawing/2014/main" id="{538ACD88-7AB5-4416-E546-A549C5C9BBA1}"/>
                      </a:ext>
                    </a:extLst>
                  </p:cNvPr>
                  <p:cNvSpPr/>
                  <p:nvPr/>
                </p:nvSpPr>
                <p:spPr>
                  <a:xfrm>
                    <a:off x="4640943" y="597026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8" name="Freeform 1457">
                    <a:extLst>
                      <a:ext uri="{FF2B5EF4-FFF2-40B4-BE49-F238E27FC236}">
                        <a16:creationId xmlns:a16="http://schemas.microsoft.com/office/drawing/2014/main" id="{5447AE58-B3E6-2D5E-A920-A5C7441A8AD1}"/>
                      </a:ext>
                    </a:extLst>
                  </p:cNvPr>
                  <p:cNvSpPr/>
                  <p:nvPr/>
                </p:nvSpPr>
                <p:spPr>
                  <a:xfrm>
                    <a:off x="5286230" y="615886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59" name="Freeform 1458">
                    <a:extLst>
                      <a:ext uri="{FF2B5EF4-FFF2-40B4-BE49-F238E27FC236}">
                        <a16:creationId xmlns:a16="http://schemas.microsoft.com/office/drawing/2014/main" id="{18A03BCD-C94E-5D79-9816-207664AE9D31}"/>
                      </a:ext>
                    </a:extLst>
                  </p:cNvPr>
                  <p:cNvSpPr/>
                  <p:nvPr/>
                </p:nvSpPr>
                <p:spPr>
                  <a:xfrm>
                    <a:off x="4644118" y="587577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0" name="Freeform 1459">
                    <a:extLst>
                      <a:ext uri="{FF2B5EF4-FFF2-40B4-BE49-F238E27FC236}">
                        <a16:creationId xmlns:a16="http://schemas.microsoft.com/office/drawing/2014/main" id="{E602CA94-0248-0FBD-512C-6C5A4CF03D24}"/>
                      </a:ext>
                    </a:extLst>
                  </p:cNvPr>
                  <p:cNvSpPr/>
                  <p:nvPr/>
                </p:nvSpPr>
                <p:spPr>
                  <a:xfrm>
                    <a:off x="5273784" y="605167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1" name="Freeform 1460">
                    <a:extLst>
                      <a:ext uri="{FF2B5EF4-FFF2-40B4-BE49-F238E27FC236}">
                        <a16:creationId xmlns:a16="http://schemas.microsoft.com/office/drawing/2014/main" id="{BEEAE3D6-D391-B80B-0A5D-2EBD349EEDEA}"/>
                      </a:ext>
                    </a:extLst>
                  </p:cNvPr>
                  <p:cNvSpPr/>
                  <p:nvPr/>
                </p:nvSpPr>
                <p:spPr>
                  <a:xfrm>
                    <a:off x="4641451" y="603198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2" name="Freeform 1461">
                    <a:extLst>
                      <a:ext uri="{FF2B5EF4-FFF2-40B4-BE49-F238E27FC236}">
                        <a16:creationId xmlns:a16="http://schemas.microsoft.com/office/drawing/2014/main" id="{44DE7D8C-2FFE-7707-50F6-825EDEF2BA51}"/>
                      </a:ext>
                    </a:extLst>
                  </p:cNvPr>
                  <p:cNvSpPr/>
                  <p:nvPr/>
                </p:nvSpPr>
                <p:spPr>
                  <a:xfrm>
                    <a:off x="5292326" y="593800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3" name="Freeform 1462">
                    <a:extLst>
                      <a:ext uri="{FF2B5EF4-FFF2-40B4-BE49-F238E27FC236}">
                        <a16:creationId xmlns:a16="http://schemas.microsoft.com/office/drawing/2014/main" id="{B1EDD8BA-1132-B3D5-4C6A-D1B50D2CD5A1}"/>
                      </a:ext>
                    </a:extLst>
                  </p:cNvPr>
                  <p:cNvSpPr/>
                  <p:nvPr/>
                </p:nvSpPr>
                <p:spPr>
                  <a:xfrm>
                    <a:off x="4634974" y="599591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4" name="Freeform 1463">
                    <a:extLst>
                      <a:ext uri="{FF2B5EF4-FFF2-40B4-BE49-F238E27FC236}">
                        <a16:creationId xmlns:a16="http://schemas.microsoft.com/office/drawing/2014/main" id="{8BB0C2F6-86D1-FEC0-6F66-47A17E1E17D9}"/>
                      </a:ext>
                    </a:extLst>
                  </p:cNvPr>
                  <p:cNvSpPr/>
                  <p:nvPr/>
                </p:nvSpPr>
                <p:spPr>
                  <a:xfrm>
                    <a:off x="5292707" y="605611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5" name="Freeform 1464">
                    <a:extLst>
                      <a:ext uri="{FF2B5EF4-FFF2-40B4-BE49-F238E27FC236}">
                        <a16:creationId xmlns:a16="http://schemas.microsoft.com/office/drawing/2014/main" id="{B4EF3D0F-0784-0296-B39E-DF1B730352FF}"/>
                      </a:ext>
                    </a:extLst>
                  </p:cNvPr>
                  <p:cNvSpPr/>
                  <p:nvPr/>
                </p:nvSpPr>
                <p:spPr>
                  <a:xfrm>
                    <a:off x="4650468" y="593140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6" name="Freeform 1465">
                    <a:extLst>
                      <a:ext uri="{FF2B5EF4-FFF2-40B4-BE49-F238E27FC236}">
                        <a16:creationId xmlns:a16="http://schemas.microsoft.com/office/drawing/2014/main" id="{C5ABED4B-834B-96A0-A14A-197AD253BBCA}"/>
                      </a:ext>
                    </a:extLst>
                  </p:cNvPr>
                  <p:cNvSpPr/>
                  <p:nvPr/>
                </p:nvSpPr>
                <p:spPr>
                  <a:xfrm>
                    <a:off x="4790803" y="587692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7" name="Freeform 1466">
                    <a:extLst>
                      <a:ext uri="{FF2B5EF4-FFF2-40B4-BE49-F238E27FC236}">
                        <a16:creationId xmlns:a16="http://schemas.microsoft.com/office/drawing/2014/main" id="{66B0BE7C-8C67-5EFF-91FF-127391858138}"/>
                      </a:ext>
                    </a:extLst>
                  </p:cNvPr>
                  <p:cNvSpPr/>
                  <p:nvPr/>
                </p:nvSpPr>
                <p:spPr>
                  <a:xfrm>
                    <a:off x="5284452" y="600861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8" name="Freeform 1467">
                    <a:extLst>
                      <a:ext uri="{FF2B5EF4-FFF2-40B4-BE49-F238E27FC236}">
                        <a16:creationId xmlns:a16="http://schemas.microsoft.com/office/drawing/2014/main" id="{AE628859-0758-AC0E-A524-6253C05EE055}"/>
                      </a:ext>
                    </a:extLst>
                  </p:cNvPr>
                  <p:cNvSpPr/>
                  <p:nvPr/>
                </p:nvSpPr>
                <p:spPr>
                  <a:xfrm>
                    <a:off x="4650722" y="592238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69" name="Freeform 1468">
                    <a:extLst>
                      <a:ext uri="{FF2B5EF4-FFF2-40B4-BE49-F238E27FC236}">
                        <a16:creationId xmlns:a16="http://schemas.microsoft.com/office/drawing/2014/main" id="{19E28D0A-F674-8A1C-9F6C-27708011F1C3}"/>
                      </a:ext>
                    </a:extLst>
                  </p:cNvPr>
                  <p:cNvSpPr/>
                  <p:nvPr/>
                </p:nvSpPr>
                <p:spPr>
                  <a:xfrm>
                    <a:off x="4976477" y="608304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0" name="Freeform 1469">
                    <a:extLst>
                      <a:ext uri="{FF2B5EF4-FFF2-40B4-BE49-F238E27FC236}">
                        <a16:creationId xmlns:a16="http://schemas.microsoft.com/office/drawing/2014/main" id="{C7CDBE4A-B91C-4E39-4F9F-57CC8E36C45F}"/>
                      </a:ext>
                    </a:extLst>
                  </p:cNvPr>
                  <p:cNvSpPr/>
                  <p:nvPr/>
                </p:nvSpPr>
                <p:spPr>
                  <a:xfrm>
                    <a:off x="4786231" y="596759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1" name="Freeform 1470">
                    <a:extLst>
                      <a:ext uri="{FF2B5EF4-FFF2-40B4-BE49-F238E27FC236}">
                        <a16:creationId xmlns:a16="http://schemas.microsoft.com/office/drawing/2014/main" id="{777E6845-7DF4-A454-CB61-2BDCEAC7BEB8}"/>
                      </a:ext>
                    </a:extLst>
                  </p:cNvPr>
                  <p:cNvSpPr/>
                  <p:nvPr/>
                </p:nvSpPr>
                <p:spPr>
                  <a:xfrm>
                    <a:off x="4797915" y="574293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2" name="Freeform 1471">
                    <a:extLst>
                      <a:ext uri="{FF2B5EF4-FFF2-40B4-BE49-F238E27FC236}">
                        <a16:creationId xmlns:a16="http://schemas.microsoft.com/office/drawing/2014/main" id="{94BE10F1-2F6D-08F9-2719-76EE0654C98F}"/>
                      </a:ext>
                    </a:extLst>
                  </p:cNvPr>
                  <p:cNvSpPr/>
                  <p:nvPr/>
                </p:nvSpPr>
                <p:spPr>
                  <a:xfrm>
                    <a:off x="5125321" y="594638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3" name="Freeform 1472">
                    <a:extLst>
                      <a:ext uri="{FF2B5EF4-FFF2-40B4-BE49-F238E27FC236}">
                        <a16:creationId xmlns:a16="http://schemas.microsoft.com/office/drawing/2014/main" id="{35EDAF06-0926-0E37-D6A4-6C4BA9737A20}"/>
                      </a:ext>
                    </a:extLst>
                  </p:cNvPr>
                  <p:cNvSpPr/>
                  <p:nvPr/>
                </p:nvSpPr>
                <p:spPr>
                  <a:xfrm>
                    <a:off x="4811885" y="587120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4" name="Freeform 1473">
                    <a:extLst>
                      <a:ext uri="{FF2B5EF4-FFF2-40B4-BE49-F238E27FC236}">
                        <a16:creationId xmlns:a16="http://schemas.microsoft.com/office/drawing/2014/main" id="{D32DCC27-7F7F-452A-A6FC-181044875A6D}"/>
                      </a:ext>
                    </a:extLst>
                  </p:cNvPr>
                  <p:cNvSpPr/>
                  <p:nvPr/>
                </p:nvSpPr>
                <p:spPr>
                  <a:xfrm>
                    <a:off x="4786993" y="588225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5" name="TextBox 1474">
                    <a:extLst>
                      <a:ext uri="{FF2B5EF4-FFF2-40B4-BE49-F238E27FC236}">
                        <a16:creationId xmlns:a16="http://schemas.microsoft.com/office/drawing/2014/main" id="{59B4A0CE-6A7D-9886-1A58-B0BCB509F83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542" y="5585354"/>
                    <a:ext cx="461778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0.389</a:t>
                    </a:r>
                  </a:p>
                </p:txBody>
              </p:sp>
              <p:sp>
                <p:nvSpPr>
                  <p:cNvPr id="1476" name="Freeform 1475">
                    <a:extLst>
                      <a:ext uri="{FF2B5EF4-FFF2-40B4-BE49-F238E27FC236}">
                        <a16:creationId xmlns:a16="http://schemas.microsoft.com/office/drawing/2014/main" id="{6BFC67C4-8F18-A778-4780-A6460FF401A7}"/>
                      </a:ext>
                    </a:extLst>
                  </p:cNvPr>
                  <p:cNvSpPr/>
                  <p:nvPr/>
                </p:nvSpPr>
                <p:spPr>
                  <a:xfrm>
                    <a:off x="4654405" y="5715757"/>
                    <a:ext cx="146050" cy="12700"/>
                  </a:xfrm>
                  <a:custGeom>
                    <a:avLst/>
                    <a:gdLst>
                      <a:gd name="csX0" fmla="*/ 0 w 146050"/>
                      <a:gd name="csY0" fmla="*/ 0 h 12700"/>
                      <a:gd name="csX1" fmla="*/ 146050 w 14605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46050" h="12700">
                        <a:moveTo>
                          <a:pt x="0" y="0"/>
                        </a:moveTo>
                        <a:lnTo>
                          <a:pt x="146050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7" name="TextBox 1476">
                    <a:extLst>
                      <a:ext uri="{FF2B5EF4-FFF2-40B4-BE49-F238E27FC236}">
                        <a16:creationId xmlns:a16="http://schemas.microsoft.com/office/drawing/2014/main" id="{3812921E-7683-7547-CF4D-3C934F5A1780}"/>
                      </a:ext>
                    </a:extLst>
                  </p:cNvPr>
                  <p:cNvSpPr txBox="1"/>
                  <p:nvPr/>
                </p:nvSpPr>
                <p:spPr>
                  <a:xfrm>
                    <a:off x="4850980" y="5542871"/>
                    <a:ext cx="434635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1478" name="Freeform 1477">
                    <a:extLst>
                      <a:ext uri="{FF2B5EF4-FFF2-40B4-BE49-F238E27FC236}">
                        <a16:creationId xmlns:a16="http://schemas.microsoft.com/office/drawing/2014/main" id="{D2A37F03-34BC-5385-5B2E-B952D0A12663}"/>
                      </a:ext>
                    </a:extLst>
                  </p:cNvPr>
                  <p:cNvSpPr/>
                  <p:nvPr/>
                </p:nvSpPr>
                <p:spPr>
                  <a:xfrm>
                    <a:off x="4832967" y="5715757"/>
                    <a:ext cx="470661" cy="12700"/>
                  </a:xfrm>
                  <a:custGeom>
                    <a:avLst/>
                    <a:gdLst>
                      <a:gd name="csX0" fmla="*/ 0 w 470661"/>
                      <a:gd name="csY0" fmla="*/ 0 h 12700"/>
                      <a:gd name="csX1" fmla="*/ 470662 w 47066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70661" h="12700">
                        <a:moveTo>
                          <a:pt x="0" y="0"/>
                        </a:moveTo>
                        <a:lnTo>
                          <a:pt x="47066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79" name="TextBox 1478">
                    <a:extLst>
                      <a:ext uri="{FF2B5EF4-FFF2-40B4-BE49-F238E27FC236}">
                        <a16:creationId xmlns:a16="http://schemas.microsoft.com/office/drawing/2014/main" id="{6D6AD2DE-9195-7606-6869-96B5439BABEC}"/>
                      </a:ext>
                    </a:extLst>
                  </p:cNvPr>
                  <p:cNvSpPr txBox="1"/>
                  <p:nvPr/>
                </p:nvSpPr>
                <p:spPr>
                  <a:xfrm>
                    <a:off x="4801566" y="5429968"/>
                    <a:ext cx="354901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1480" name="Freeform 1479">
                    <a:extLst>
                      <a:ext uri="{FF2B5EF4-FFF2-40B4-BE49-F238E27FC236}">
                        <a16:creationId xmlns:a16="http://schemas.microsoft.com/office/drawing/2014/main" id="{1E652332-6D2E-8A76-232C-1B72DAF50FB9}"/>
                      </a:ext>
                    </a:extLst>
                  </p:cNvPr>
                  <p:cNvSpPr/>
                  <p:nvPr/>
                </p:nvSpPr>
                <p:spPr>
                  <a:xfrm>
                    <a:off x="4654405" y="5602854"/>
                    <a:ext cx="649224" cy="12700"/>
                  </a:xfrm>
                  <a:custGeom>
                    <a:avLst/>
                    <a:gdLst>
                      <a:gd name="csX0" fmla="*/ 0 w 649224"/>
                      <a:gd name="csY0" fmla="*/ 0 h 12700"/>
                      <a:gd name="csX1" fmla="*/ 649224 w 64922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49224" h="12700">
                        <a:moveTo>
                          <a:pt x="0" y="0"/>
                        </a:moveTo>
                        <a:lnTo>
                          <a:pt x="649224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1481" name="Graphic 607">
                  <a:extLst>
                    <a:ext uri="{FF2B5EF4-FFF2-40B4-BE49-F238E27FC236}">
                      <a16:creationId xmlns:a16="http://schemas.microsoft.com/office/drawing/2014/main" id="{706CEF02-28A8-CFDC-0F02-425F11793D01}"/>
                    </a:ext>
                  </a:extLst>
                </p:cNvPr>
                <p:cNvGrpSpPr/>
                <p:nvPr/>
              </p:nvGrpSpPr>
              <p:grpSpPr>
                <a:xfrm>
                  <a:off x="4241260" y="5232907"/>
                  <a:ext cx="1258608" cy="1196086"/>
                  <a:chOff x="4241260" y="5232907"/>
                  <a:chExt cx="1258608" cy="1196086"/>
                </a:xfrm>
              </p:grpSpPr>
              <p:sp>
                <p:nvSpPr>
                  <p:cNvPr id="1482" name="Freeform 1481">
                    <a:extLst>
                      <a:ext uri="{FF2B5EF4-FFF2-40B4-BE49-F238E27FC236}">
                        <a16:creationId xmlns:a16="http://schemas.microsoft.com/office/drawing/2014/main" id="{CDE56341-CA9C-1679-D472-813E73E2F5B8}"/>
                      </a:ext>
                    </a:extLst>
                  </p:cNvPr>
                  <p:cNvSpPr/>
                  <p:nvPr/>
                </p:nvSpPr>
                <p:spPr>
                  <a:xfrm>
                    <a:off x="4556996" y="5535163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83" name="TextBox 1482">
                    <a:extLst>
                      <a:ext uri="{FF2B5EF4-FFF2-40B4-BE49-F238E27FC236}">
                        <a16:creationId xmlns:a16="http://schemas.microsoft.com/office/drawing/2014/main" id="{C6E1C758-B506-5869-224A-C4CCA9248D11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6105438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1484" name="TextBox 1483">
                    <a:extLst>
                      <a:ext uri="{FF2B5EF4-FFF2-40B4-BE49-F238E27FC236}">
                        <a16:creationId xmlns:a16="http://schemas.microsoft.com/office/drawing/2014/main" id="{2BB56397-958C-7D6A-3411-BB1EFDF9142E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587442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1%</a:t>
                    </a:r>
                  </a:p>
                </p:txBody>
              </p:sp>
              <p:sp>
                <p:nvSpPr>
                  <p:cNvPr id="1485" name="TextBox 1484">
                    <a:extLst>
                      <a:ext uri="{FF2B5EF4-FFF2-40B4-BE49-F238E27FC236}">
                        <a16:creationId xmlns:a16="http://schemas.microsoft.com/office/drawing/2014/main" id="{B7ED3B0A-5B1C-BDF7-A997-067972416484}"/>
                      </a:ext>
                    </a:extLst>
                  </p:cNvPr>
                  <p:cNvSpPr txBox="1"/>
                  <p:nvPr/>
                </p:nvSpPr>
                <p:spPr>
                  <a:xfrm>
                    <a:off x="4241260" y="5643285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2%</a:t>
                    </a:r>
                  </a:p>
                </p:txBody>
              </p:sp>
              <p:sp>
                <p:nvSpPr>
                  <p:cNvPr id="1486" name="Freeform 1485">
                    <a:extLst>
                      <a:ext uri="{FF2B5EF4-FFF2-40B4-BE49-F238E27FC236}">
                        <a16:creationId xmlns:a16="http://schemas.microsoft.com/office/drawing/2014/main" id="{B3E187EA-527A-A680-697F-E02C8D949D5F}"/>
                      </a:ext>
                    </a:extLst>
                  </p:cNvPr>
                  <p:cNvSpPr/>
                  <p:nvPr/>
                </p:nvSpPr>
                <p:spPr>
                  <a:xfrm>
                    <a:off x="4522197" y="6212327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87" name="Freeform 1486">
                    <a:extLst>
                      <a:ext uri="{FF2B5EF4-FFF2-40B4-BE49-F238E27FC236}">
                        <a16:creationId xmlns:a16="http://schemas.microsoft.com/office/drawing/2014/main" id="{3C7E365F-45E0-3937-D44C-F50F0CAB44A1}"/>
                      </a:ext>
                    </a:extLst>
                  </p:cNvPr>
                  <p:cNvSpPr/>
                  <p:nvPr/>
                </p:nvSpPr>
                <p:spPr>
                  <a:xfrm>
                    <a:off x="4522197" y="5981314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88" name="Freeform 1487">
                    <a:extLst>
                      <a:ext uri="{FF2B5EF4-FFF2-40B4-BE49-F238E27FC236}">
                        <a16:creationId xmlns:a16="http://schemas.microsoft.com/office/drawing/2014/main" id="{DE516377-49D2-5273-F2FE-766AE08B07BC}"/>
                      </a:ext>
                    </a:extLst>
                  </p:cNvPr>
                  <p:cNvSpPr/>
                  <p:nvPr/>
                </p:nvSpPr>
                <p:spPr>
                  <a:xfrm>
                    <a:off x="4522197" y="5750174"/>
                    <a:ext cx="34798" cy="12700"/>
                  </a:xfrm>
                  <a:custGeom>
                    <a:avLst/>
                    <a:gdLst>
                      <a:gd name="csX0" fmla="*/ 0 w 34798"/>
                      <a:gd name="csY0" fmla="*/ 0 h 12700"/>
                      <a:gd name="csX1" fmla="*/ 34798 w 347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8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89" name="Freeform 1488">
                    <a:extLst>
                      <a:ext uri="{FF2B5EF4-FFF2-40B4-BE49-F238E27FC236}">
                        <a16:creationId xmlns:a16="http://schemas.microsoft.com/office/drawing/2014/main" id="{3B46A044-1C77-7FD1-F6E9-F23D3F1CFDEB}"/>
                      </a:ext>
                    </a:extLst>
                  </p:cNvPr>
                  <p:cNvSpPr/>
                  <p:nvPr/>
                </p:nvSpPr>
                <p:spPr>
                  <a:xfrm>
                    <a:off x="4556996" y="6212327"/>
                    <a:ext cx="844041" cy="12700"/>
                  </a:xfrm>
                  <a:custGeom>
                    <a:avLst/>
                    <a:gdLst>
                      <a:gd name="csX0" fmla="*/ 0 w 844041"/>
                      <a:gd name="csY0" fmla="*/ 0 h 12700"/>
                      <a:gd name="csX1" fmla="*/ 844042 w 84404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44041" h="12700">
                        <a:moveTo>
                          <a:pt x="0" y="0"/>
                        </a:moveTo>
                        <a:lnTo>
                          <a:pt x="84404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0" name="Freeform 1489">
                    <a:extLst>
                      <a:ext uri="{FF2B5EF4-FFF2-40B4-BE49-F238E27FC236}">
                        <a16:creationId xmlns:a16="http://schemas.microsoft.com/office/drawing/2014/main" id="{0D529508-F470-E817-DCDA-DF1BF61CB098}"/>
                      </a:ext>
                    </a:extLst>
                  </p:cNvPr>
                  <p:cNvSpPr/>
                  <p:nvPr/>
                </p:nvSpPr>
                <p:spPr>
                  <a:xfrm>
                    <a:off x="4654404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1" name="Freeform 1490">
                    <a:extLst>
                      <a:ext uri="{FF2B5EF4-FFF2-40B4-BE49-F238E27FC236}">
                        <a16:creationId xmlns:a16="http://schemas.microsoft.com/office/drawing/2014/main" id="{2607289F-64BB-7717-719B-560BFF20B4EE}"/>
                      </a:ext>
                    </a:extLst>
                  </p:cNvPr>
                  <p:cNvSpPr/>
                  <p:nvPr/>
                </p:nvSpPr>
                <p:spPr>
                  <a:xfrm>
                    <a:off x="4816710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2" name="Freeform 1491">
                    <a:extLst>
                      <a:ext uri="{FF2B5EF4-FFF2-40B4-BE49-F238E27FC236}">
                        <a16:creationId xmlns:a16="http://schemas.microsoft.com/office/drawing/2014/main" id="{187BEB97-1BFB-F889-3D36-8FE49E8040FC}"/>
                      </a:ext>
                    </a:extLst>
                  </p:cNvPr>
                  <p:cNvSpPr/>
                  <p:nvPr/>
                </p:nvSpPr>
                <p:spPr>
                  <a:xfrm>
                    <a:off x="4979017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3" name="Freeform 1492">
                    <a:extLst>
                      <a:ext uri="{FF2B5EF4-FFF2-40B4-BE49-F238E27FC236}">
                        <a16:creationId xmlns:a16="http://schemas.microsoft.com/office/drawing/2014/main" id="{91CB7CB1-1E2B-7DF9-1E5E-ADC7830EAF22}"/>
                      </a:ext>
                    </a:extLst>
                  </p:cNvPr>
                  <p:cNvSpPr/>
                  <p:nvPr/>
                </p:nvSpPr>
                <p:spPr>
                  <a:xfrm>
                    <a:off x="5141322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4" name="Freeform 1493">
                    <a:extLst>
                      <a:ext uri="{FF2B5EF4-FFF2-40B4-BE49-F238E27FC236}">
                        <a16:creationId xmlns:a16="http://schemas.microsoft.com/office/drawing/2014/main" id="{01C86A39-70A2-D579-48E8-16C552940FE9}"/>
                      </a:ext>
                    </a:extLst>
                  </p:cNvPr>
                  <p:cNvSpPr/>
                  <p:nvPr/>
                </p:nvSpPr>
                <p:spPr>
                  <a:xfrm>
                    <a:off x="5303628" y="6212327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1495" name="TextBox 1494">
                    <a:extLst>
                      <a:ext uri="{FF2B5EF4-FFF2-40B4-BE49-F238E27FC236}">
                        <a16:creationId xmlns:a16="http://schemas.microsoft.com/office/drawing/2014/main" id="{118B15B2-4DF8-41B9-9708-4ABD622EA6B0}"/>
                      </a:ext>
                    </a:extLst>
                  </p:cNvPr>
                  <p:cNvSpPr txBox="1"/>
                  <p:nvPr/>
                </p:nvSpPr>
                <p:spPr>
                  <a:xfrm>
                    <a:off x="4514276" y="6208181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1496" name="TextBox 1495">
                    <a:extLst>
                      <a:ext uri="{FF2B5EF4-FFF2-40B4-BE49-F238E27FC236}">
                        <a16:creationId xmlns:a16="http://schemas.microsoft.com/office/drawing/2014/main" id="{56F4EE43-C7A4-80E7-EE85-B7D9222EC5DB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573" y="6208181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1497" name="TextBox 1496">
                    <a:extLst>
                      <a:ext uri="{FF2B5EF4-FFF2-40B4-BE49-F238E27FC236}">
                        <a16:creationId xmlns:a16="http://schemas.microsoft.com/office/drawing/2014/main" id="{DFF6CDFC-C9B4-B21D-4ECA-6CE8AF5DA480}"/>
                      </a:ext>
                    </a:extLst>
                  </p:cNvPr>
                  <p:cNvSpPr txBox="1"/>
                  <p:nvPr/>
                </p:nvSpPr>
                <p:spPr>
                  <a:xfrm>
                    <a:off x="4838039" y="6208181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1498" name="TextBox 1497">
                    <a:extLst>
                      <a:ext uri="{FF2B5EF4-FFF2-40B4-BE49-F238E27FC236}">
                        <a16:creationId xmlns:a16="http://schemas.microsoft.com/office/drawing/2014/main" id="{27B9451B-79C4-E09B-88E3-C9DAE7F4FB2B}"/>
                      </a:ext>
                    </a:extLst>
                  </p:cNvPr>
                  <p:cNvSpPr txBox="1"/>
                  <p:nvPr/>
                </p:nvSpPr>
                <p:spPr>
                  <a:xfrm>
                    <a:off x="4974898" y="6208181"/>
                    <a:ext cx="332848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1499" name="TextBox 1498">
                    <a:extLst>
                      <a:ext uri="{FF2B5EF4-FFF2-40B4-BE49-F238E27FC236}">
                        <a16:creationId xmlns:a16="http://schemas.microsoft.com/office/drawing/2014/main" id="{90E0C7EF-F004-FAB1-143D-8190710A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5174526" y="6208181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1502" name="TextBox 1501">
                    <a:extLst>
                      <a:ext uri="{FF2B5EF4-FFF2-40B4-BE49-F238E27FC236}">
                        <a16:creationId xmlns:a16="http://schemas.microsoft.com/office/drawing/2014/main" id="{78F23623-6A89-7DEE-4D8B-ED6BAAD397B0}"/>
                      </a:ext>
                    </a:extLst>
                  </p:cNvPr>
                  <p:cNvSpPr txBox="1"/>
                  <p:nvPr/>
                </p:nvSpPr>
                <p:spPr>
                  <a:xfrm>
                    <a:off x="4378165" y="5232907"/>
                    <a:ext cx="1121703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24_Vs-m_Mixed</a:t>
                    </a:r>
                  </a:p>
                </p:txBody>
              </p:sp>
            </p:grpSp>
          </p:grpSp>
          <p:sp>
            <p:nvSpPr>
              <p:cNvPr id="1503" name="TextBox 1502">
                <a:extLst>
                  <a:ext uri="{FF2B5EF4-FFF2-40B4-BE49-F238E27FC236}">
                    <a16:creationId xmlns:a16="http://schemas.microsoft.com/office/drawing/2014/main" id="{FFE72ADE-8205-8638-2D7E-0D477799E60E}"/>
                  </a:ext>
                </a:extLst>
              </p:cNvPr>
              <p:cNvSpPr txBox="1"/>
              <p:nvPr/>
            </p:nvSpPr>
            <p:spPr>
              <a:xfrm>
                <a:off x="35648" y="4291430"/>
                <a:ext cx="1670060" cy="259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9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1504" name="TextBox 1503">
                <a:extLst>
                  <a:ext uri="{FF2B5EF4-FFF2-40B4-BE49-F238E27FC236}">
                    <a16:creationId xmlns:a16="http://schemas.microsoft.com/office/drawing/2014/main" id="{75E80FF1-A338-16D9-ED7D-DB653E9C2821}"/>
                  </a:ext>
                </a:extLst>
              </p:cNvPr>
              <p:cNvSpPr txBox="1"/>
              <p:nvPr/>
            </p:nvSpPr>
            <p:spPr>
              <a:xfrm rot="16200000">
                <a:off x="-899466" y="3033979"/>
                <a:ext cx="1954927" cy="259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9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% of Cells</a:t>
                </a:r>
              </a:p>
            </p:txBody>
          </p:sp>
          <p:grpSp>
            <p:nvGrpSpPr>
              <p:cNvPr id="2363" name="Graphic 2361">
                <a:extLst>
                  <a:ext uri="{FF2B5EF4-FFF2-40B4-BE49-F238E27FC236}">
                    <a16:creationId xmlns:a16="http://schemas.microsoft.com/office/drawing/2014/main" id="{04106A85-8487-2465-5019-DBB1E2C2C61A}"/>
                  </a:ext>
                </a:extLst>
              </p:cNvPr>
              <p:cNvGrpSpPr/>
              <p:nvPr/>
            </p:nvGrpSpPr>
            <p:grpSpPr>
              <a:xfrm>
                <a:off x="1169633" y="2058218"/>
                <a:ext cx="1196523" cy="1196086"/>
                <a:chOff x="1222096" y="2123772"/>
                <a:chExt cx="1196523" cy="1196086"/>
              </a:xfrm>
            </p:grpSpPr>
            <p:grpSp>
              <p:nvGrpSpPr>
                <p:cNvPr id="2366" name="Graphic 2361">
                  <a:extLst>
                    <a:ext uri="{FF2B5EF4-FFF2-40B4-BE49-F238E27FC236}">
                      <a16:creationId xmlns:a16="http://schemas.microsoft.com/office/drawing/2014/main" id="{41B41F07-24E9-9CB2-D79A-C4B6C379C428}"/>
                    </a:ext>
                  </a:extLst>
                </p:cNvPr>
                <p:cNvGrpSpPr/>
                <p:nvPr/>
              </p:nvGrpSpPr>
              <p:grpSpPr>
                <a:xfrm>
                  <a:off x="1578286" y="2362410"/>
                  <a:ext cx="801530" cy="740908"/>
                  <a:chOff x="1578286" y="2362410"/>
                  <a:chExt cx="801530" cy="740908"/>
                </a:xfrm>
              </p:grpSpPr>
              <p:sp>
                <p:nvSpPr>
                  <p:cNvPr id="2367" name="Freeform 2366">
                    <a:extLst>
                      <a:ext uri="{FF2B5EF4-FFF2-40B4-BE49-F238E27FC236}">
                        <a16:creationId xmlns:a16="http://schemas.microsoft.com/office/drawing/2014/main" id="{7D2A2BD9-29FB-85C8-487F-B73399FD340F}"/>
                      </a:ext>
                    </a:extLst>
                  </p:cNvPr>
                  <p:cNvSpPr/>
                  <p:nvPr/>
                </p:nvSpPr>
                <p:spPr>
                  <a:xfrm>
                    <a:off x="1597877" y="2426028"/>
                    <a:ext cx="781939" cy="677290"/>
                  </a:xfrm>
                  <a:custGeom>
                    <a:avLst/>
                    <a:gdLst>
                      <a:gd name="csX0" fmla="*/ 0 w 781939"/>
                      <a:gd name="csY0" fmla="*/ 0 h 677290"/>
                      <a:gd name="csX1" fmla="*/ 781939 w 781939"/>
                      <a:gd name="csY1" fmla="*/ 0 h 677290"/>
                      <a:gd name="csX2" fmla="*/ 781939 w 781939"/>
                      <a:gd name="csY2" fmla="*/ 677291 h 677290"/>
                      <a:gd name="csX3" fmla="*/ 0 w 781939"/>
                      <a:gd name="csY3" fmla="*/ 677291 h 67729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781939" h="677290">
                        <a:moveTo>
                          <a:pt x="0" y="0"/>
                        </a:moveTo>
                        <a:lnTo>
                          <a:pt x="781939" y="0"/>
                        </a:lnTo>
                        <a:lnTo>
                          <a:pt x="781939" y="677291"/>
                        </a:lnTo>
                        <a:lnTo>
                          <a:pt x="0" y="677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3589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68" name="Freeform 2367">
                    <a:extLst>
                      <a:ext uri="{FF2B5EF4-FFF2-40B4-BE49-F238E27FC236}">
                        <a16:creationId xmlns:a16="http://schemas.microsoft.com/office/drawing/2014/main" id="{7F5CBE3F-0130-493F-4BD8-EAFE519E0C89}"/>
                      </a:ext>
                    </a:extLst>
                  </p:cNvPr>
                  <p:cNvSpPr/>
                  <p:nvPr/>
                </p:nvSpPr>
                <p:spPr>
                  <a:xfrm>
                    <a:off x="1642962" y="2846144"/>
                    <a:ext cx="90170" cy="257174"/>
                  </a:xfrm>
                  <a:custGeom>
                    <a:avLst/>
                    <a:gdLst>
                      <a:gd name="csX0" fmla="*/ 0 w 90170"/>
                      <a:gd name="csY0" fmla="*/ 0 h 257174"/>
                      <a:gd name="csX1" fmla="*/ 90170 w 90170"/>
                      <a:gd name="csY1" fmla="*/ 0 h 257174"/>
                      <a:gd name="csX2" fmla="*/ 90170 w 90170"/>
                      <a:gd name="csY2" fmla="*/ 257175 h 257174"/>
                      <a:gd name="csX3" fmla="*/ 0 w 90170"/>
                      <a:gd name="csY3" fmla="*/ 257175 h 25717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257174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57175"/>
                        </a:lnTo>
                        <a:lnTo>
                          <a:pt x="0" y="257175"/>
                        </a:lnTo>
                        <a:close/>
                      </a:path>
                    </a:pathLst>
                  </a:custGeom>
                  <a:solidFill>
                    <a:srgbClr val="1965B0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69" name="Freeform 2368">
                    <a:extLst>
                      <a:ext uri="{FF2B5EF4-FFF2-40B4-BE49-F238E27FC236}">
                        <a16:creationId xmlns:a16="http://schemas.microsoft.com/office/drawing/2014/main" id="{C702AD77-DD5A-4FAF-65A7-389D228750C4}"/>
                      </a:ext>
                    </a:extLst>
                  </p:cNvPr>
                  <p:cNvSpPr/>
                  <p:nvPr/>
                </p:nvSpPr>
                <p:spPr>
                  <a:xfrm>
                    <a:off x="1793330" y="2802075"/>
                    <a:ext cx="90170" cy="301117"/>
                  </a:xfrm>
                  <a:custGeom>
                    <a:avLst/>
                    <a:gdLst>
                      <a:gd name="csX0" fmla="*/ 0 w 90170"/>
                      <a:gd name="csY0" fmla="*/ 0 h 301117"/>
                      <a:gd name="csX1" fmla="*/ 90170 w 90170"/>
                      <a:gd name="csY1" fmla="*/ 0 h 301117"/>
                      <a:gd name="csX2" fmla="*/ 90170 w 90170"/>
                      <a:gd name="csY2" fmla="*/ 301117 h 301117"/>
                      <a:gd name="csX3" fmla="*/ 0 w 90170"/>
                      <a:gd name="csY3" fmla="*/ 301117 h 30111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70" h="301117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01117"/>
                        </a:lnTo>
                        <a:lnTo>
                          <a:pt x="0" y="301117"/>
                        </a:lnTo>
                        <a:close/>
                      </a:path>
                    </a:pathLst>
                  </a:custGeom>
                  <a:solidFill>
                    <a:srgbClr val="4EB265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0" name="Freeform 2369">
                    <a:extLst>
                      <a:ext uri="{FF2B5EF4-FFF2-40B4-BE49-F238E27FC236}">
                        <a16:creationId xmlns:a16="http://schemas.microsoft.com/office/drawing/2014/main" id="{2BF9A405-B786-EDF7-D95A-EEBED36686D7}"/>
                      </a:ext>
                    </a:extLst>
                  </p:cNvPr>
                  <p:cNvSpPr/>
                  <p:nvPr/>
                </p:nvSpPr>
                <p:spPr>
                  <a:xfrm>
                    <a:off x="1943698" y="2772484"/>
                    <a:ext cx="90169" cy="330708"/>
                  </a:xfrm>
                  <a:custGeom>
                    <a:avLst/>
                    <a:gdLst>
                      <a:gd name="csX0" fmla="*/ 0 w 90169"/>
                      <a:gd name="csY0" fmla="*/ 0 h 330708"/>
                      <a:gd name="csX1" fmla="*/ 90170 w 90169"/>
                      <a:gd name="csY1" fmla="*/ 0 h 330708"/>
                      <a:gd name="csX2" fmla="*/ 90170 w 90169"/>
                      <a:gd name="csY2" fmla="*/ 330708 h 330708"/>
                      <a:gd name="csX3" fmla="*/ 0 w 90169"/>
                      <a:gd name="csY3" fmla="*/ 330708 h 3307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330708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330708"/>
                        </a:lnTo>
                        <a:lnTo>
                          <a:pt x="0" y="330708"/>
                        </a:lnTo>
                        <a:close/>
                      </a:path>
                    </a:pathLst>
                  </a:custGeom>
                  <a:solidFill>
                    <a:srgbClr val="F7F056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1" name="Freeform 2370">
                    <a:extLst>
                      <a:ext uri="{FF2B5EF4-FFF2-40B4-BE49-F238E27FC236}">
                        <a16:creationId xmlns:a16="http://schemas.microsoft.com/office/drawing/2014/main" id="{DCCACCEE-757F-9C03-D5F9-31DB10DE6E73}"/>
                      </a:ext>
                    </a:extLst>
                  </p:cNvPr>
                  <p:cNvSpPr/>
                  <p:nvPr/>
                </p:nvSpPr>
                <p:spPr>
                  <a:xfrm>
                    <a:off x="2094066" y="2803472"/>
                    <a:ext cx="90169" cy="299846"/>
                  </a:xfrm>
                  <a:custGeom>
                    <a:avLst/>
                    <a:gdLst>
                      <a:gd name="csX0" fmla="*/ 0 w 90169"/>
                      <a:gd name="csY0" fmla="*/ 0 h 299846"/>
                      <a:gd name="csX1" fmla="*/ 90170 w 90169"/>
                      <a:gd name="csY1" fmla="*/ 0 h 299846"/>
                      <a:gd name="csX2" fmla="*/ 90170 w 90169"/>
                      <a:gd name="csY2" fmla="*/ 299847 h 299846"/>
                      <a:gd name="csX3" fmla="*/ 0 w 90169"/>
                      <a:gd name="csY3" fmla="*/ 299847 h 2998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99846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99847"/>
                        </a:lnTo>
                        <a:lnTo>
                          <a:pt x="0" y="299847"/>
                        </a:lnTo>
                        <a:close/>
                      </a:path>
                    </a:pathLst>
                  </a:custGeom>
                  <a:solidFill>
                    <a:srgbClr val="7BAFDE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2" name="Freeform 2371">
                    <a:extLst>
                      <a:ext uri="{FF2B5EF4-FFF2-40B4-BE49-F238E27FC236}">
                        <a16:creationId xmlns:a16="http://schemas.microsoft.com/office/drawing/2014/main" id="{9380F5E6-67C2-9BC4-812D-C0EA433CA109}"/>
                      </a:ext>
                    </a:extLst>
                  </p:cNvPr>
                  <p:cNvSpPr/>
                  <p:nvPr/>
                </p:nvSpPr>
                <p:spPr>
                  <a:xfrm>
                    <a:off x="2244434" y="2843985"/>
                    <a:ext cx="90169" cy="259206"/>
                  </a:xfrm>
                  <a:custGeom>
                    <a:avLst/>
                    <a:gdLst>
                      <a:gd name="csX0" fmla="*/ 0 w 90169"/>
                      <a:gd name="csY0" fmla="*/ 0 h 259206"/>
                      <a:gd name="csX1" fmla="*/ 90170 w 90169"/>
                      <a:gd name="csY1" fmla="*/ 0 h 259206"/>
                      <a:gd name="csX2" fmla="*/ 90170 w 90169"/>
                      <a:gd name="csY2" fmla="*/ 259207 h 259206"/>
                      <a:gd name="csX3" fmla="*/ 0 w 90169"/>
                      <a:gd name="csY3" fmla="*/ 259207 h 2592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90169" h="259206">
                        <a:moveTo>
                          <a:pt x="0" y="0"/>
                        </a:moveTo>
                        <a:lnTo>
                          <a:pt x="90170" y="0"/>
                        </a:lnTo>
                        <a:lnTo>
                          <a:pt x="90170" y="259207"/>
                        </a:lnTo>
                        <a:lnTo>
                          <a:pt x="0" y="259207"/>
                        </a:lnTo>
                        <a:close/>
                      </a:path>
                    </a:pathLst>
                  </a:custGeom>
                  <a:solidFill>
                    <a:srgbClr val="DC050C"/>
                  </a:solidFill>
                  <a:ln w="1358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3" name="Freeform 2372">
                    <a:extLst>
                      <a:ext uri="{FF2B5EF4-FFF2-40B4-BE49-F238E27FC236}">
                        <a16:creationId xmlns:a16="http://schemas.microsoft.com/office/drawing/2014/main" id="{28C07A1C-F167-2D6B-4495-A765EDA6EE1F}"/>
                      </a:ext>
                    </a:extLst>
                  </p:cNvPr>
                  <p:cNvSpPr/>
                  <p:nvPr/>
                </p:nvSpPr>
                <p:spPr>
                  <a:xfrm>
                    <a:off x="1657947" y="2833317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4" name="Freeform 2373">
                    <a:extLst>
                      <a:ext uri="{FF2B5EF4-FFF2-40B4-BE49-F238E27FC236}">
                        <a16:creationId xmlns:a16="http://schemas.microsoft.com/office/drawing/2014/main" id="{7454DB62-9C81-FD99-91F6-B2F5A7070030}"/>
                      </a:ext>
                    </a:extLst>
                  </p:cNvPr>
                  <p:cNvSpPr/>
                  <p:nvPr/>
                </p:nvSpPr>
                <p:spPr>
                  <a:xfrm>
                    <a:off x="1688047" y="2833317"/>
                    <a:ext cx="12700" cy="25526"/>
                  </a:xfrm>
                  <a:custGeom>
                    <a:avLst/>
                    <a:gdLst>
                      <a:gd name="csX0" fmla="*/ 0 w 12700"/>
                      <a:gd name="csY0" fmla="*/ 0 h 25526"/>
                      <a:gd name="csX1" fmla="*/ 0 w 12700"/>
                      <a:gd name="csY1" fmla="*/ 25527 h 2552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25526">
                        <a:moveTo>
                          <a:pt x="0" y="0"/>
                        </a:moveTo>
                        <a:lnTo>
                          <a:pt x="0" y="25527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5" name="Freeform 2374">
                    <a:extLst>
                      <a:ext uri="{FF2B5EF4-FFF2-40B4-BE49-F238E27FC236}">
                        <a16:creationId xmlns:a16="http://schemas.microsoft.com/office/drawing/2014/main" id="{EE72C1C3-9084-7C1B-1FCC-8CE22E0BBF65}"/>
                      </a:ext>
                    </a:extLst>
                  </p:cNvPr>
                  <p:cNvSpPr/>
                  <p:nvPr/>
                </p:nvSpPr>
                <p:spPr>
                  <a:xfrm>
                    <a:off x="1657947" y="2858843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6" name="Freeform 2375">
                    <a:extLst>
                      <a:ext uri="{FF2B5EF4-FFF2-40B4-BE49-F238E27FC236}">
                        <a16:creationId xmlns:a16="http://schemas.microsoft.com/office/drawing/2014/main" id="{A389F46A-BEB2-1475-8F85-AE1BA8C7C7B3}"/>
                      </a:ext>
                    </a:extLst>
                  </p:cNvPr>
                  <p:cNvSpPr/>
                  <p:nvPr/>
                </p:nvSpPr>
                <p:spPr>
                  <a:xfrm>
                    <a:off x="1808315" y="2767022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7" name="Freeform 2376">
                    <a:extLst>
                      <a:ext uri="{FF2B5EF4-FFF2-40B4-BE49-F238E27FC236}">
                        <a16:creationId xmlns:a16="http://schemas.microsoft.com/office/drawing/2014/main" id="{6B2E36BF-19C3-DA7F-2212-79615067908D}"/>
                      </a:ext>
                    </a:extLst>
                  </p:cNvPr>
                  <p:cNvSpPr/>
                  <p:nvPr/>
                </p:nvSpPr>
                <p:spPr>
                  <a:xfrm>
                    <a:off x="1838415" y="2767022"/>
                    <a:ext cx="12700" cy="70104"/>
                  </a:xfrm>
                  <a:custGeom>
                    <a:avLst/>
                    <a:gdLst>
                      <a:gd name="csX0" fmla="*/ 0 w 12700"/>
                      <a:gd name="csY0" fmla="*/ 0 h 70104"/>
                      <a:gd name="csX1" fmla="*/ 0 w 12700"/>
                      <a:gd name="csY1" fmla="*/ 70104 h 701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70104">
                        <a:moveTo>
                          <a:pt x="0" y="0"/>
                        </a:moveTo>
                        <a:lnTo>
                          <a:pt x="0" y="7010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8" name="Freeform 2377">
                    <a:extLst>
                      <a:ext uri="{FF2B5EF4-FFF2-40B4-BE49-F238E27FC236}">
                        <a16:creationId xmlns:a16="http://schemas.microsoft.com/office/drawing/2014/main" id="{4A2DF474-E257-55B4-0AB9-141C74BF648B}"/>
                      </a:ext>
                    </a:extLst>
                  </p:cNvPr>
                  <p:cNvSpPr/>
                  <p:nvPr/>
                </p:nvSpPr>
                <p:spPr>
                  <a:xfrm>
                    <a:off x="1808315" y="2837126"/>
                    <a:ext cx="60198" cy="12700"/>
                  </a:xfrm>
                  <a:custGeom>
                    <a:avLst/>
                    <a:gdLst>
                      <a:gd name="csX0" fmla="*/ 0 w 60198"/>
                      <a:gd name="csY0" fmla="*/ 0 h 12700"/>
                      <a:gd name="csX1" fmla="*/ 60198 w 6019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8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79" name="Freeform 2378">
                    <a:extLst>
                      <a:ext uri="{FF2B5EF4-FFF2-40B4-BE49-F238E27FC236}">
                        <a16:creationId xmlns:a16="http://schemas.microsoft.com/office/drawing/2014/main" id="{FFBE29DC-D477-222F-207E-E722197F2DEE}"/>
                      </a:ext>
                    </a:extLst>
                  </p:cNvPr>
                  <p:cNvSpPr/>
                  <p:nvPr/>
                </p:nvSpPr>
                <p:spPr>
                  <a:xfrm>
                    <a:off x="1958684" y="2765372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0" name="Freeform 2379">
                    <a:extLst>
                      <a:ext uri="{FF2B5EF4-FFF2-40B4-BE49-F238E27FC236}">
                        <a16:creationId xmlns:a16="http://schemas.microsoft.com/office/drawing/2014/main" id="{9FCB1600-ACAC-32AB-BEA2-E151EE20C374}"/>
                      </a:ext>
                    </a:extLst>
                  </p:cNvPr>
                  <p:cNvSpPr/>
                  <p:nvPr/>
                </p:nvSpPr>
                <p:spPr>
                  <a:xfrm>
                    <a:off x="1988782" y="2765372"/>
                    <a:ext cx="12700" cy="14223"/>
                  </a:xfrm>
                  <a:custGeom>
                    <a:avLst/>
                    <a:gdLst>
                      <a:gd name="csX0" fmla="*/ 0 w 12700"/>
                      <a:gd name="csY0" fmla="*/ 0 h 14223"/>
                      <a:gd name="csX1" fmla="*/ 0 w 12700"/>
                      <a:gd name="csY1" fmla="*/ 14224 h 1422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14223">
                        <a:moveTo>
                          <a:pt x="0" y="0"/>
                        </a:moveTo>
                        <a:lnTo>
                          <a:pt x="0" y="14224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1" name="Freeform 2380">
                    <a:extLst>
                      <a:ext uri="{FF2B5EF4-FFF2-40B4-BE49-F238E27FC236}">
                        <a16:creationId xmlns:a16="http://schemas.microsoft.com/office/drawing/2014/main" id="{EAB38A3C-80B0-E541-45D3-1848433DDA07}"/>
                      </a:ext>
                    </a:extLst>
                  </p:cNvPr>
                  <p:cNvSpPr/>
                  <p:nvPr/>
                </p:nvSpPr>
                <p:spPr>
                  <a:xfrm>
                    <a:off x="1958684" y="2779596"/>
                    <a:ext cx="60197" cy="12700"/>
                  </a:xfrm>
                  <a:custGeom>
                    <a:avLst/>
                    <a:gdLst>
                      <a:gd name="csX0" fmla="*/ 0 w 60197"/>
                      <a:gd name="csY0" fmla="*/ 0 h 12700"/>
                      <a:gd name="csX1" fmla="*/ 60198 w 601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97" h="12700">
                        <a:moveTo>
                          <a:pt x="0" y="0"/>
                        </a:moveTo>
                        <a:lnTo>
                          <a:pt x="601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2" name="Freeform 2381">
                    <a:extLst>
                      <a:ext uri="{FF2B5EF4-FFF2-40B4-BE49-F238E27FC236}">
                        <a16:creationId xmlns:a16="http://schemas.microsoft.com/office/drawing/2014/main" id="{579FDABC-0C03-7EFB-823C-849C9827BA80}"/>
                      </a:ext>
                    </a:extLst>
                  </p:cNvPr>
                  <p:cNvSpPr/>
                  <p:nvPr/>
                </p:nvSpPr>
                <p:spPr>
                  <a:xfrm>
                    <a:off x="2259420" y="2825189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3" name="Freeform 2382">
                    <a:extLst>
                      <a:ext uri="{FF2B5EF4-FFF2-40B4-BE49-F238E27FC236}">
                        <a16:creationId xmlns:a16="http://schemas.microsoft.com/office/drawing/2014/main" id="{6ACD39D4-EB67-1577-EB17-8E521B9CE01C}"/>
                      </a:ext>
                    </a:extLst>
                  </p:cNvPr>
                  <p:cNvSpPr/>
                  <p:nvPr/>
                </p:nvSpPr>
                <p:spPr>
                  <a:xfrm>
                    <a:off x="2289518" y="2825189"/>
                    <a:ext cx="12700" cy="37591"/>
                  </a:xfrm>
                  <a:custGeom>
                    <a:avLst/>
                    <a:gdLst>
                      <a:gd name="csX0" fmla="*/ 0 w 12700"/>
                      <a:gd name="csY0" fmla="*/ 0 h 37591"/>
                      <a:gd name="csX1" fmla="*/ 0 w 12700"/>
                      <a:gd name="csY1" fmla="*/ 37592 h 375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7591">
                        <a:moveTo>
                          <a:pt x="0" y="0"/>
                        </a:moveTo>
                        <a:lnTo>
                          <a:pt x="0" y="37592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4" name="Freeform 2383">
                    <a:extLst>
                      <a:ext uri="{FF2B5EF4-FFF2-40B4-BE49-F238E27FC236}">
                        <a16:creationId xmlns:a16="http://schemas.microsoft.com/office/drawing/2014/main" id="{159AC1AC-14F5-F53C-A3BD-212131DFBCC9}"/>
                      </a:ext>
                    </a:extLst>
                  </p:cNvPr>
                  <p:cNvSpPr/>
                  <p:nvPr/>
                </p:nvSpPr>
                <p:spPr>
                  <a:xfrm>
                    <a:off x="2259420" y="2862780"/>
                    <a:ext cx="60070" cy="12700"/>
                  </a:xfrm>
                  <a:custGeom>
                    <a:avLst/>
                    <a:gdLst>
                      <a:gd name="csX0" fmla="*/ 0 w 60070"/>
                      <a:gd name="csY0" fmla="*/ 0 h 12700"/>
                      <a:gd name="csX1" fmla="*/ 60071 w 60070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070" h="12700">
                        <a:moveTo>
                          <a:pt x="0" y="0"/>
                        </a:moveTo>
                        <a:lnTo>
                          <a:pt x="60071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5" name="Freeform 2384">
                    <a:extLst>
                      <a:ext uri="{FF2B5EF4-FFF2-40B4-BE49-F238E27FC236}">
                        <a16:creationId xmlns:a16="http://schemas.microsoft.com/office/drawing/2014/main" id="{8B83B557-10A5-547C-A334-E05D657E1802}"/>
                      </a:ext>
                    </a:extLst>
                  </p:cNvPr>
                  <p:cNvSpPr/>
                  <p:nvPr/>
                </p:nvSpPr>
                <p:spPr>
                  <a:xfrm>
                    <a:off x="1983195" y="276156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6" name="Freeform 2385">
                    <a:extLst>
                      <a:ext uri="{FF2B5EF4-FFF2-40B4-BE49-F238E27FC236}">
                        <a16:creationId xmlns:a16="http://schemas.microsoft.com/office/drawing/2014/main" id="{D5582620-FEB6-64D3-AC6C-B80CE5795CBA}"/>
                      </a:ext>
                    </a:extLst>
                  </p:cNvPr>
                  <p:cNvSpPr/>
                  <p:nvPr/>
                </p:nvSpPr>
                <p:spPr>
                  <a:xfrm>
                    <a:off x="1833462" y="287535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7" name="Freeform 2386">
                    <a:extLst>
                      <a:ext uri="{FF2B5EF4-FFF2-40B4-BE49-F238E27FC236}">
                        <a16:creationId xmlns:a16="http://schemas.microsoft.com/office/drawing/2014/main" id="{26F2F45F-AD68-2E26-CE2F-4BF950836FF4}"/>
                      </a:ext>
                    </a:extLst>
                  </p:cNvPr>
                  <p:cNvSpPr/>
                  <p:nvPr/>
                </p:nvSpPr>
                <p:spPr>
                  <a:xfrm>
                    <a:off x="1813904" y="267113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8" name="Freeform 2387">
                    <a:extLst>
                      <a:ext uri="{FF2B5EF4-FFF2-40B4-BE49-F238E27FC236}">
                        <a16:creationId xmlns:a16="http://schemas.microsoft.com/office/drawing/2014/main" id="{DABFD395-EC3A-DC5A-6872-C6E78A651607}"/>
                      </a:ext>
                    </a:extLst>
                  </p:cNvPr>
                  <p:cNvSpPr/>
                  <p:nvPr/>
                </p:nvSpPr>
                <p:spPr>
                  <a:xfrm>
                    <a:off x="2281391" y="280906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89" name="Freeform 2388">
                    <a:extLst>
                      <a:ext uri="{FF2B5EF4-FFF2-40B4-BE49-F238E27FC236}">
                        <a16:creationId xmlns:a16="http://schemas.microsoft.com/office/drawing/2014/main" id="{0F309315-6BEE-66E6-05BD-D97F76777C39}"/>
                      </a:ext>
                    </a:extLst>
                  </p:cNvPr>
                  <p:cNvSpPr/>
                  <p:nvPr/>
                </p:nvSpPr>
                <p:spPr>
                  <a:xfrm>
                    <a:off x="1674204" y="286074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0" name="Freeform 2389">
                    <a:extLst>
                      <a:ext uri="{FF2B5EF4-FFF2-40B4-BE49-F238E27FC236}">
                        <a16:creationId xmlns:a16="http://schemas.microsoft.com/office/drawing/2014/main" id="{21967D36-EEFD-320B-B395-812F47FCC0D9}"/>
                      </a:ext>
                    </a:extLst>
                  </p:cNvPr>
                  <p:cNvSpPr/>
                  <p:nvPr/>
                </p:nvSpPr>
                <p:spPr>
                  <a:xfrm>
                    <a:off x="2271993" y="276143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1" name="Freeform 2390">
                    <a:extLst>
                      <a:ext uri="{FF2B5EF4-FFF2-40B4-BE49-F238E27FC236}">
                        <a16:creationId xmlns:a16="http://schemas.microsoft.com/office/drawing/2014/main" id="{38F7DC3A-58F0-5363-4AAC-495626854331}"/>
                      </a:ext>
                    </a:extLst>
                  </p:cNvPr>
                  <p:cNvSpPr/>
                  <p:nvPr/>
                </p:nvSpPr>
                <p:spPr>
                  <a:xfrm>
                    <a:off x="1677125" y="280893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2" name="Freeform 2391">
                    <a:extLst>
                      <a:ext uri="{FF2B5EF4-FFF2-40B4-BE49-F238E27FC236}">
                        <a16:creationId xmlns:a16="http://schemas.microsoft.com/office/drawing/2014/main" id="{5E8271F1-0EE4-C6EA-F0DB-23B50E7D1E14}"/>
                      </a:ext>
                    </a:extLst>
                  </p:cNvPr>
                  <p:cNvSpPr/>
                  <p:nvPr/>
                </p:nvSpPr>
                <p:spPr>
                  <a:xfrm>
                    <a:off x="2260436" y="2867607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3" name="Freeform 2392">
                    <a:extLst>
                      <a:ext uri="{FF2B5EF4-FFF2-40B4-BE49-F238E27FC236}">
                        <a16:creationId xmlns:a16="http://schemas.microsoft.com/office/drawing/2014/main" id="{4923D0D7-A404-EB5B-2100-E86FC87EFA95}"/>
                      </a:ext>
                    </a:extLst>
                  </p:cNvPr>
                  <p:cNvSpPr/>
                  <p:nvPr/>
                </p:nvSpPr>
                <p:spPr>
                  <a:xfrm>
                    <a:off x="1674712" y="2851986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4" name="Freeform 2393">
                    <a:extLst>
                      <a:ext uri="{FF2B5EF4-FFF2-40B4-BE49-F238E27FC236}">
                        <a16:creationId xmlns:a16="http://schemas.microsoft.com/office/drawing/2014/main" id="{025A89B0-C6C4-DA9B-384E-066347804561}"/>
                      </a:ext>
                    </a:extLst>
                  </p:cNvPr>
                  <p:cNvSpPr/>
                  <p:nvPr/>
                </p:nvSpPr>
                <p:spPr>
                  <a:xfrm>
                    <a:off x="2277581" y="284081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5" name="Freeform 2394">
                    <a:extLst>
                      <a:ext uri="{FF2B5EF4-FFF2-40B4-BE49-F238E27FC236}">
                        <a16:creationId xmlns:a16="http://schemas.microsoft.com/office/drawing/2014/main" id="{140D0E47-C7BD-EF3E-6C7D-898C42C97379}"/>
                      </a:ext>
                    </a:extLst>
                  </p:cNvPr>
                  <p:cNvSpPr/>
                  <p:nvPr/>
                </p:nvSpPr>
                <p:spPr>
                  <a:xfrm>
                    <a:off x="1668743" y="279966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6" name="Freeform 2395">
                    <a:extLst>
                      <a:ext uri="{FF2B5EF4-FFF2-40B4-BE49-F238E27FC236}">
                        <a16:creationId xmlns:a16="http://schemas.microsoft.com/office/drawing/2014/main" id="{48FC9D3B-B244-E228-8F0E-5CB110349AD0}"/>
                      </a:ext>
                    </a:extLst>
                  </p:cNvPr>
                  <p:cNvSpPr/>
                  <p:nvPr/>
                </p:nvSpPr>
                <p:spPr>
                  <a:xfrm>
                    <a:off x="2278089" y="288272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7" name="Freeform 2396">
                    <a:extLst>
                      <a:ext uri="{FF2B5EF4-FFF2-40B4-BE49-F238E27FC236}">
                        <a16:creationId xmlns:a16="http://schemas.microsoft.com/office/drawing/2014/main" id="{7C33A529-FBC6-9A8E-E416-1E448E08B835}"/>
                      </a:ext>
                    </a:extLst>
                  </p:cNvPr>
                  <p:cNvSpPr/>
                  <p:nvPr/>
                </p:nvSpPr>
                <p:spPr>
                  <a:xfrm>
                    <a:off x="1683094" y="27919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8" name="Freeform 2397">
                    <a:extLst>
                      <a:ext uri="{FF2B5EF4-FFF2-40B4-BE49-F238E27FC236}">
                        <a16:creationId xmlns:a16="http://schemas.microsoft.com/office/drawing/2014/main" id="{BFEE53F3-C29E-92F4-F909-F53CE5DF055A}"/>
                      </a:ext>
                    </a:extLst>
                  </p:cNvPr>
                  <p:cNvSpPr/>
                  <p:nvPr/>
                </p:nvSpPr>
                <p:spPr>
                  <a:xfrm>
                    <a:off x="1813015" y="2808552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399" name="Freeform 2398">
                    <a:extLst>
                      <a:ext uri="{FF2B5EF4-FFF2-40B4-BE49-F238E27FC236}">
                        <a16:creationId xmlns:a16="http://schemas.microsoft.com/office/drawing/2014/main" id="{41A0567C-596A-469F-7293-D134BBD8FB66}"/>
                      </a:ext>
                    </a:extLst>
                  </p:cNvPr>
                  <p:cNvSpPr/>
                  <p:nvPr/>
                </p:nvSpPr>
                <p:spPr>
                  <a:xfrm>
                    <a:off x="2270342" y="2794074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0" name="Freeform 2399">
                    <a:extLst>
                      <a:ext uri="{FF2B5EF4-FFF2-40B4-BE49-F238E27FC236}">
                        <a16:creationId xmlns:a16="http://schemas.microsoft.com/office/drawing/2014/main" id="{854BF34D-56BF-F7E7-F508-326EC9A74FE2}"/>
                      </a:ext>
                    </a:extLst>
                  </p:cNvPr>
                  <p:cNvSpPr/>
                  <p:nvPr/>
                </p:nvSpPr>
                <p:spPr>
                  <a:xfrm>
                    <a:off x="1683221" y="285541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1" name="Freeform 2400">
                    <a:extLst>
                      <a:ext uri="{FF2B5EF4-FFF2-40B4-BE49-F238E27FC236}">
                        <a16:creationId xmlns:a16="http://schemas.microsoft.com/office/drawing/2014/main" id="{99213D6C-528E-4D40-C369-18E7BF6C3A99}"/>
                      </a:ext>
                    </a:extLst>
                  </p:cNvPr>
                  <p:cNvSpPr/>
                  <p:nvPr/>
                </p:nvSpPr>
                <p:spPr>
                  <a:xfrm>
                    <a:off x="1985100" y="2747211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2" name="Freeform 2401">
                    <a:extLst>
                      <a:ext uri="{FF2B5EF4-FFF2-40B4-BE49-F238E27FC236}">
                        <a16:creationId xmlns:a16="http://schemas.microsoft.com/office/drawing/2014/main" id="{61C74386-AECA-B8EA-AA78-B7072EC4F275}"/>
                      </a:ext>
                    </a:extLst>
                  </p:cNvPr>
                  <p:cNvSpPr/>
                  <p:nvPr/>
                </p:nvSpPr>
                <p:spPr>
                  <a:xfrm>
                    <a:off x="1808824" y="2840429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3" name="Freeform 2402">
                    <a:extLst>
                      <a:ext uri="{FF2B5EF4-FFF2-40B4-BE49-F238E27FC236}">
                        <a16:creationId xmlns:a16="http://schemas.microsoft.com/office/drawing/2014/main" id="{050D7F7C-3522-62EA-46B4-06D5C645A138}"/>
                      </a:ext>
                    </a:extLst>
                  </p:cNvPr>
                  <p:cNvSpPr/>
                  <p:nvPr/>
                </p:nvSpPr>
                <p:spPr>
                  <a:xfrm>
                    <a:off x="1819619" y="2633673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4" name="Freeform 2403">
                    <a:extLst>
                      <a:ext uri="{FF2B5EF4-FFF2-40B4-BE49-F238E27FC236}">
                        <a16:creationId xmlns:a16="http://schemas.microsoft.com/office/drawing/2014/main" id="{F89A6569-73D9-05D2-1B91-DA57511DD832}"/>
                      </a:ext>
                    </a:extLst>
                  </p:cNvPr>
                  <p:cNvSpPr/>
                  <p:nvPr/>
                </p:nvSpPr>
                <p:spPr>
                  <a:xfrm>
                    <a:off x="2122895" y="2785438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5" name="Freeform 2404">
                    <a:extLst>
                      <a:ext uri="{FF2B5EF4-FFF2-40B4-BE49-F238E27FC236}">
                        <a16:creationId xmlns:a16="http://schemas.microsoft.com/office/drawing/2014/main" id="{6D4A1420-5105-9C15-1287-52585F943EAA}"/>
                      </a:ext>
                    </a:extLst>
                  </p:cNvPr>
                  <p:cNvSpPr/>
                  <p:nvPr/>
                </p:nvSpPr>
                <p:spPr>
                  <a:xfrm>
                    <a:off x="1832573" y="2831920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6" name="Freeform 2405">
                    <a:extLst>
                      <a:ext uri="{FF2B5EF4-FFF2-40B4-BE49-F238E27FC236}">
                        <a16:creationId xmlns:a16="http://schemas.microsoft.com/office/drawing/2014/main" id="{B11D9DA7-067C-546D-CF6C-1EAA39C46CB5}"/>
                      </a:ext>
                    </a:extLst>
                  </p:cNvPr>
                  <p:cNvSpPr/>
                  <p:nvPr/>
                </p:nvSpPr>
                <p:spPr>
                  <a:xfrm>
                    <a:off x="1809459" y="2827475"/>
                    <a:ext cx="36068" cy="36068"/>
                  </a:xfrm>
                  <a:custGeom>
                    <a:avLst/>
                    <a:gdLst>
                      <a:gd name="csX0" fmla="*/ 36068 w 36068"/>
                      <a:gd name="csY0" fmla="*/ 18034 h 36068"/>
                      <a:gd name="csX1" fmla="*/ 18034 w 36068"/>
                      <a:gd name="csY1" fmla="*/ 36068 h 36068"/>
                      <a:gd name="csX2" fmla="*/ 0 w 36068"/>
                      <a:gd name="csY2" fmla="*/ 18034 h 36068"/>
                      <a:gd name="csX3" fmla="*/ 18034 w 36068"/>
                      <a:gd name="csY3" fmla="*/ 0 h 36068"/>
                      <a:gd name="csX4" fmla="*/ 36068 w 36068"/>
                      <a:gd name="csY4" fmla="*/ 18034 h 360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068" h="36068">
                        <a:moveTo>
                          <a:pt x="36068" y="18034"/>
                        </a:moveTo>
                        <a:cubicBezTo>
                          <a:pt x="36068" y="27994"/>
                          <a:pt x="27994" y="36068"/>
                          <a:pt x="18034" y="36068"/>
                        </a:cubicBezTo>
                        <a:cubicBezTo>
                          <a:pt x="8074" y="36068"/>
                          <a:pt x="0" y="27994"/>
                          <a:pt x="0" y="18034"/>
                        </a:cubicBezTo>
                        <a:cubicBezTo>
                          <a:pt x="0" y="8074"/>
                          <a:pt x="8074" y="0"/>
                          <a:pt x="18034" y="0"/>
                        </a:cubicBezTo>
                        <a:cubicBezTo>
                          <a:pt x="27994" y="0"/>
                          <a:pt x="36068" y="8074"/>
                          <a:pt x="36068" y="18034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017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7" name="TextBox 2406">
                    <a:extLst>
                      <a:ext uri="{FF2B5EF4-FFF2-40B4-BE49-F238E27FC236}">
                        <a16:creationId xmlns:a16="http://schemas.microsoft.com/office/drawing/2014/main" id="{E2D69DE8-585A-2D26-3168-988F3B4C8A47}"/>
                      </a:ext>
                    </a:extLst>
                  </p:cNvPr>
                  <p:cNvSpPr txBox="1"/>
                  <p:nvPr/>
                </p:nvSpPr>
                <p:spPr>
                  <a:xfrm>
                    <a:off x="1578286" y="2433736"/>
                    <a:ext cx="354902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</a:t>
                    </a:r>
                  </a:p>
                </p:txBody>
              </p:sp>
              <p:sp>
                <p:nvSpPr>
                  <p:cNvPr id="2408" name="Freeform 2407">
                    <a:extLst>
                      <a:ext uri="{FF2B5EF4-FFF2-40B4-BE49-F238E27FC236}">
                        <a16:creationId xmlns:a16="http://schemas.microsoft.com/office/drawing/2014/main" id="{6201EE4B-59B3-35E8-DDC6-BD1F4652B2F1}"/>
                      </a:ext>
                    </a:extLst>
                  </p:cNvPr>
                  <p:cNvSpPr/>
                  <p:nvPr/>
                </p:nvSpPr>
                <p:spPr>
                  <a:xfrm>
                    <a:off x="1688047" y="2606622"/>
                    <a:ext cx="135254" cy="12700"/>
                  </a:xfrm>
                  <a:custGeom>
                    <a:avLst/>
                    <a:gdLst>
                      <a:gd name="csX0" fmla="*/ 0 w 135254"/>
                      <a:gd name="csY0" fmla="*/ 0 h 12700"/>
                      <a:gd name="csX1" fmla="*/ 135255 w 135254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35254" h="12700">
                        <a:moveTo>
                          <a:pt x="0" y="0"/>
                        </a:moveTo>
                        <a:lnTo>
                          <a:pt x="135255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09" name="TextBox 2408">
                    <a:extLst>
                      <a:ext uri="{FF2B5EF4-FFF2-40B4-BE49-F238E27FC236}">
                        <a16:creationId xmlns:a16="http://schemas.microsoft.com/office/drawing/2014/main" id="{B3E6765E-BF2D-7967-4BA3-1021565249BD}"/>
                      </a:ext>
                    </a:extLst>
                  </p:cNvPr>
                  <p:cNvSpPr txBox="1"/>
                  <p:nvPr/>
                </p:nvSpPr>
                <p:spPr>
                  <a:xfrm>
                    <a:off x="1854143" y="2433736"/>
                    <a:ext cx="434636" cy="3439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51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***</a:t>
                    </a:r>
                  </a:p>
                </p:txBody>
              </p:sp>
              <p:sp>
                <p:nvSpPr>
                  <p:cNvPr id="2410" name="Freeform 2409">
                    <a:extLst>
                      <a:ext uri="{FF2B5EF4-FFF2-40B4-BE49-F238E27FC236}">
                        <a16:creationId xmlns:a16="http://schemas.microsoft.com/office/drawing/2014/main" id="{82532361-A9AD-481C-963D-A1D01F2F938A}"/>
                      </a:ext>
                    </a:extLst>
                  </p:cNvPr>
                  <p:cNvSpPr/>
                  <p:nvPr/>
                </p:nvSpPr>
                <p:spPr>
                  <a:xfrm>
                    <a:off x="1853401" y="2606622"/>
                    <a:ext cx="436118" cy="12700"/>
                  </a:xfrm>
                  <a:custGeom>
                    <a:avLst/>
                    <a:gdLst>
                      <a:gd name="csX0" fmla="*/ 0 w 436118"/>
                      <a:gd name="csY0" fmla="*/ 0 h 12700"/>
                      <a:gd name="csX1" fmla="*/ 436118 w 436118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436118" h="12700">
                        <a:moveTo>
                          <a:pt x="0" y="0"/>
                        </a:moveTo>
                        <a:lnTo>
                          <a:pt x="436118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11" name="TextBox 2410">
                    <a:extLst>
                      <a:ext uri="{FF2B5EF4-FFF2-40B4-BE49-F238E27FC236}">
                        <a16:creationId xmlns:a16="http://schemas.microsoft.com/office/drawing/2014/main" id="{08ED18C7-5103-7BB3-B3BF-A8FE597F4C8D}"/>
                      </a:ext>
                    </a:extLst>
                  </p:cNvPr>
                  <p:cNvSpPr txBox="1"/>
                  <p:nvPr/>
                </p:nvSpPr>
                <p:spPr>
                  <a:xfrm>
                    <a:off x="1757893" y="2362410"/>
                    <a:ext cx="461779" cy="174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472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 = 0.907</a:t>
                    </a:r>
                  </a:p>
                </p:txBody>
              </p:sp>
              <p:sp>
                <p:nvSpPr>
                  <p:cNvPr id="2412" name="Freeform 2411">
                    <a:extLst>
                      <a:ext uri="{FF2B5EF4-FFF2-40B4-BE49-F238E27FC236}">
                        <a16:creationId xmlns:a16="http://schemas.microsoft.com/office/drawing/2014/main" id="{C36E3F29-F0B8-26C0-856A-CB7C1C813152}"/>
                      </a:ext>
                    </a:extLst>
                  </p:cNvPr>
                  <p:cNvSpPr/>
                  <p:nvPr/>
                </p:nvSpPr>
                <p:spPr>
                  <a:xfrm>
                    <a:off x="1688047" y="2493719"/>
                    <a:ext cx="601472" cy="12700"/>
                  </a:xfrm>
                  <a:custGeom>
                    <a:avLst/>
                    <a:gdLst>
                      <a:gd name="csX0" fmla="*/ 0 w 601472"/>
                      <a:gd name="csY0" fmla="*/ 0 h 12700"/>
                      <a:gd name="csX1" fmla="*/ 601472 w 601472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01472" h="12700">
                        <a:moveTo>
                          <a:pt x="0" y="0"/>
                        </a:moveTo>
                        <a:lnTo>
                          <a:pt x="601472" y="0"/>
                        </a:lnTo>
                      </a:path>
                    </a:pathLst>
                  </a:custGeom>
                  <a:ln w="13589" cap="rnd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</p:grpSp>
            <p:grpSp>
              <p:nvGrpSpPr>
                <p:cNvPr id="2413" name="Graphic 2361">
                  <a:extLst>
                    <a:ext uri="{FF2B5EF4-FFF2-40B4-BE49-F238E27FC236}">
                      <a16:creationId xmlns:a16="http://schemas.microsoft.com/office/drawing/2014/main" id="{307222F8-FCF4-4D45-CF8F-D7D2645903FB}"/>
                    </a:ext>
                  </a:extLst>
                </p:cNvPr>
                <p:cNvGrpSpPr/>
                <p:nvPr/>
              </p:nvGrpSpPr>
              <p:grpSpPr>
                <a:xfrm>
                  <a:off x="1222096" y="2123772"/>
                  <a:ext cx="1196523" cy="1196086"/>
                  <a:chOff x="1222096" y="2123772"/>
                  <a:chExt cx="1196523" cy="1196086"/>
                </a:xfrm>
              </p:grpSpPr>
              <p:sp>
                <p:nvSpPr>
                  <p:cNvPr id="2414" name="Freeform 2413">
                    <a:extLst>
                      <a:ext uri="{FF2B5EF4-FFF2-40B4-BE49-F238E27FC236}">
                        <a16:creationId xmlns:a16="http://schemas.microsoft.com/office/drawing/2014/main" id="{6A274FE0-1807-3557-0C3E-DD534027121F}"/>
                      </a:ext>
                    </a:extLst>
                  </p:cNvPr>
                  <p:cNvSpPr/>
                  <p:nvPr/>
                </p:nvSpPr>
                <p:spPr>
                  <a:xfrm>
                    <a:off x="1597876" y="2426028"/>
                    <a:ext cx="12700" cy="677163"/>
                  </a:xfrm>
                  <a:custGeom>
                    <a:avLst/>
                    <a:gdLst>
                      <a:gd name="csX0" fmla="*/ 0 w 12700"/>
                      <a:gd name="csY0" fmla="*/ 677164 h 677163"/>
                      <a:gd name="csX1" fmla="*/ 0 w 12700"/>
                      <a:gd name="csY1" fmla="*/ 0 h 6771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677163">
                        <a:moveTo>
                          <a:pt x="0" y="677164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15" name="TextBox 2414">
                    <a:extLst>
                      <a:ext uri="{FF2B5EF4-FFF2-40B4-BE49-F238E27FC236}">
                        <a16:creationId xmlns:a16="http://schemas.microsoft.com/office/drawing/2014/main" id="{917B9D9D-3831-2D0E-8030-F4A8BF792C6C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013" y="2996303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0%</a:t>
                    </a:r>
                  </a:p>
                </p:txBody>
              </p:sp>
              <p:sp>
                <p:nvSpPr>
                  <p:cNvPr id="2416" name="TextBox 2415">
                    <a:extLst>
                      <a:ext uri="{FF2B5EF4-FFF2-40B4-BE49-F238E27FC236}">
                        <a16:creationId xmlns:a16="http://schemas.microsoft.com/office/drawing/2014/main" id="{6D986CF8-37E5-1273-7956-91D6CD69A9B1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013" y="2863334"/>
                    <a:ext cx="34472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5%</a:t>
                    </a:r>
                  </a:p>
                </p:txBody>
              </p:sp>
              <p:sp>
                <p:nvSpPr>
                  <p:cNvPr id="2417" name="TextBox 2416">
                    <a:extLst>
                      <a:ext uri="{FF2B5EF4-FFF2-40B4-BE49-F238E27FC236}">
                        <a16:creationId xmlns:a16="http://schemas.microsoft.com/office/drawing/2014/main" id="{FC4E8FD1-F747-E036-75E8-252553FDB464}"/>
                      </a:ext>
                    </a:extLst>
                  </p:cNvPr>
                  <p:cNvSpPr txBox="1"/>
                  <p:nvPr/>
                </p:nvSpPr>
                <p:spPr>
                  <a:xfrm>
                    <a:off x="1222096" y="2730365"/>
                    <a:ext cx="402402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10%</a:t>
                    </a:r>
                  </a:p>
                </p:txBody>
              </p:sp>
              <p:sp>
                <p:nvSpPr>
                  <p:cNvPr id="2418" name="TextBox 2417">
                    <a:extLst>
                      <a:ext uri="{FF2B5EF4-FFF2-40B4-BE49-F238E27FC236}">
                        <a16:creationId xmlns:a16="http://schemas.microsoft.com/office/drawing/2014/main" id="{E963F722-76D3-737A-C5A2-9DE059C5CE67}"/>
                      </a:ext>
                    </a:extLst>
                  </p:cNvPr>
                  <p:cNvSpPr txBox="1"/>
                  <p:nvPr/>
                </p:nvSpPr>
                <p:spPr>
                  <a:xfrm>
                    <a:off x="1222096" y="2597269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15%</a:t>
                    </a:r>
                  </a:p>
                </p:txBody>
              </p:sp>
              <p:sp>
                <p:nvSpPr>
                  <p:cNvPr id="2419" name="TextBox 2418">
                    <a:extLst>
                      <a:ext uri="{FF2B5EF4-FFF2-40B4-BE49-F238E27FC236}">
                        <a16:creationId xmlns:a16="http://schemas.microsoft.com/office/drawing/2014/main" id="{B53E445D-0A7B-F17F-0251-EF9356483A51}"/>
                      </a:ext>
                    </a:extLst>
                  </p:cNvPr>
                  <p:cNvSpPr txBox="1"/>
                  <p:nvPr/>
                </p:nvSpPr>
                <p:spPr>
                  <a:xfrm>
                    <a:off x="1222096" y="2464300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20%</a:t>
                    </a:r>
                  </a:p>
                </p:txBody>
              </p:sp>
              <p:sp>
                <p:nvSpPr>
                  <p:cNvPr id="2420" name="TextBox 2419">
                    <a:extLst>
                      <a:ext uri="{FF2B5EF4-FFF2-40B4-BE49-F238E27FC236}">
                        <a16:creationId xmlns:a16="http://schemas.microsoft.com/office/drawing/2014/main" id="{09256882-4FC3-9847-AAE0-C88286251C61}"/>
                      </a:ext>
                    </a:extLst>
                  </p:cNvPr>
                  <p:cNvSpPr txBox="1"/>
                  <p:nvPr/>
                </p:nvSpPr>
                <p:spPr>
                  <a:xfrm>
                    <a:off x="1222096" y="2331331"/>
                    <a:ext cx="402401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25%</a:t>
                    </a:r>
                  </a:p>
                </p:txBody>
              </p:sp>
              <p:sp>
                <p:nvSpPr>
                  <p:cNvPr id="2421" name="Freeform 2420">
                    <a:extLst>
                      <a:ext uri="{FF2B5EF4-FFF2-40B4-BE49-F238E27FC236}">
                        <a16:creationId xmlns:a16="http://schemas.microsoft.com/office/drawing/2014/main" id="{ED3484A4-DA9A-DFE1-72A7-7A42D088E9FA}"/>
                      </a:ext>
                    </a:extLst>
                  </p:cNvPr>
                  <p:cNvSpPr/>
                  <p:nvPr/>
                </p:nvSpPr>
                <p:spPr>
                  <a:xfrm>
                    <a:off x="1563079" y="3103192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2" name="Freeform 2421">
                    <a:extLst>
                      <a:ext uri="{FF2B5EF4-FFF2-40B4-BE49-F238E27FC236}">
                        <a16:creationId xmlns:a16="http://schemas.microsoft.com/office/drawing/2014/main" id="{2441BE92-C73A-09D1-AF8A-DD882470B45D}"/>
                      </a:ext>
                    </a:extLst>
                  </p:cNvPr>
                  <p:cNvSpPr/>
                  <p:nvPr/>
                </p:nvSpPr>
                <p:spPr>
                  <a:xfrm>
                    <a:off x="1563079" y="2970222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3" name="Freeform 2422">
                    <a:extLst>
                      <a:ext uri="{FF2B5EF4-FFF2-40B4-BE49-F238E27FC236}">
                        <a16:creationId xmlns:a16="http://schemas.microsoft.com/office/drawing/2014/main" id="{E307E898-5DE2-2573-F1E0-FEC264AB4CF7}"/>
                      </a:ext>
                    </a:extLst>
                  </p:cNvPr>
                  <p:cNvSpPr/>
                  <p:nvPr/>
                </p:nvSpPr>
                <p:spPr>
                  <a:xfrm>
                    <a:off x="1563079" y="2837254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4" name="Freeform 2423">
                    <a:extLst>
                      <a:ext uri="{FF2B5EF4-FFF2-40B4-BE49-F238E27FC236}">
                        <a16:creationId xmlns:a16="http://schemas.microsoft.com/office/drawing/2014/main" id="{F82BC9C7-9630-833F-2E91-211B90B1794C}"/>
                      </a:ext>
                    </a:extLst>
                  </p:cNvPr>
                  <p:cNvSpPr/>
                  <p:nvPr/>
                </p:nvSpPr>
                <p:spPr>
                  <a:xfrm>
                    <a:off x="1563079" y="2704158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5" name="Freeform 2424">
                    <a:extLst>
                      <a:ext uri="{FF2B5EF4-FFF2-40B4-BE49-F238E27FC236}">
                        <a16:creationId xmlns:a16="http://schemas.microsoft.com/office/drawing/2014/main" id="{21153FCE-BD90-5A9A-E7BA-BF4A8E977E2C}"/>
                      </a:ext>
                    </a:extLst>
                  </p:cNvPr>
                  <p:cNvSpPr/>
                  <p:nvPr/>
                </p:nvSpPr>
                <p:spPr>
                  <a:xfrm>
                    <a:off x="1563079" y="2571189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6" name="Freeform 2425">
                    <a:extLst>
                      <a:ext uri="{FF2B5EF4-FFF2-40B4-BE49-F238E27FC236}">
                        <a16:creationId xmlns:a16="http://schemas.microsoft.com/office/drawing/2014/main" id="{6A3D6E6B-1858-E6FA-A227-67075AE77AC9}"/>
                      </a:ext>
                    </a:extLst>
                  </p:cNvPr>
                  <p:cNvSpPr/>
                  <p:nvPr/>
                </p:nvSpPr>
                <p:spPr>
                  <a:xfrm>
                    <a:off x="1563079" y="2438219"/>
                    <a:ext cx="34797" cy="12700"/>
                  </a:xfrm>
                  <a:custGeom>
                    <a:avLst/>
                    <a:gdLst>
                      <a:gd name="csX0" fmla="*/ 0 w 34797"/>
                      <a:gd name="csY0" fmla="*/ 0 h 12700"/>
                      <a:gd name="csX1" fmla="*/ 34798 w 34797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4797" h="12700">
                        <a:moveTo>
                          <a:pt x="0" y="0"/>
                        </a:moveTo>
                        <a:lnTo>
                          <a:pt x="34798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7" name="Freeform 2426">
                    <a:extLst>
                      <a:ext uri="{FF2B5EF4-FFF2-40B4-BE49-F238E27FC236}">
                        <a16:creationId xmlns:a16="http://schemas.microsoft.com/office/drawing/2014/main" id="{43DDB85B-1F7D-8618-06A7-8997E36AFEE2}"/>
                      </a:ext>
                    </a:extLst>
                  </p:cNvPr>
                  <p:cNvSpPr/>
                  <p:nvPr/>
                </p:nvSpPr>
                <p:spPr>
                  <a:xfrm>
                    <a:off x="1597876" y="3103192"/>
                    <a:ext cx="781811" cy="12700"/>
                  </a:xfrm>
                  <a:custGeom>
                    <a:avLst/>
                    <a:gdLst>
                      <a:gd name="csX0" fmla="*/ 0 w 781811"/>
                      <a:gd name="csY0" fmla="*/ 0 h 12700"/>
                      <a:gd name="csX1" fmla="*/ 781812 w 781811"/>
                      <a:gd name="csY1" fmla="*/ 0 h 127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81811" h="12700">
                        <a:moveTo>
                          <a:pt x="0" y="0"/>
                        </a:moveTo>
                        <a:lnTo>
                          <a:pt x="781812" y="0"/>
                        </a:lnTo>
                      </a:path>
                    </a:pathLst>
                  </a:custGeom>
                  <a:noFill/>
                  <a:ln w="13589" cap="sq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8" name="Freeform 2427">
                    <a:extLst>
                      <a:ext uri="{FF2B5EF4-FFF2-40B4-BE49-F238E27FC236}">
                        <a16:creationId xmlns:a16="http://schemas.microsoft.com/office/drawing/2014/main" id="{31A2F0A4-FCF2-5140-95CA-F9644A6F415E}"/>
                      </a:ext>
                    </a:extLst>
                  </p:cNvPr>
                  <p:cNvSpPr/>
                  <p:nvPr/>
                </p:nvSpPr>
                <p:spPr>
                  <a:xfrm>
                    <a:off x="1688047" y="3103192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29" name="Freeform 2428">
                    <a:extLst>
                      <a:ext uri="{FF2B5EF4-FFF2-40B4-BE49-F238E27FC236}">
                        <a16:creationId xmlns:a16="http://schemas.microsoft.com/office/drawing/2014/main" id="{3CE9EB78-A391-E807-9E39-D2DAB2099E34}"/>
                      </a:ext>
                    </a:extLst>
                  </p:cNvPr>
                  <p:cNvSpPr/>
                  <p:nvPr/>
                </p:nvSpPr>
                <p:spPr>
                  <a:xfrm>
                    <a:off x="1838415" y="3103192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30" name="Freeform 2429">
                    <a:extLst>
                      <a:ext uri="{FF2B5EF4-FFF2-40B4-BE49-F238E27FC236}">
                        <a16:creationId xmlns:a16="http://schemas.microsoft.com/office/drawing/2014/main" id="{5721F35F-2019-6078-FBA8-B7C4AAABE462}"/>
                      </a:ext>
                    </a:extLst>
                  </p:cNvPr>
                  <p:cNvSpPr/>
                  <p:nvPr/>
                </p:nvSpPr>
                <p:spPr>
                  <a:xfrm>
                    <a:off x="1988782" y="3103192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31" name="Freeform 2430">
                    <a:extLst>
                      <a:ext uri="{FF2B5EF4-FFF2-40B4-BE49-F238E27FC236}">
                        <a16:creationId xmlns:a16="http://schemas.microsoft.com/office/drawing/2014/main" id="{86B7D788-1C36-4F36-8A4B-3F32FCA552D8}"/>
                      </a:ext>
                    </a:extLst>
                  </p:cNvPr>
                  <p:cNvSpPr/>
                  <p:nvPr/>
                </p:nvSpPr>
                <p:spPr>
                  <a:xfrm>
                    <a:off x="2139151" y="3103192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32" name="Freeform 2431">
                    <a:extLst>
                      <a:ext uri="{FF2B5EF4-FFF2-40B4-BE49-F238E27FC236}">
                        <a16:creationId xmlns:a16="http://schemas.microsoft.com/office/drawing/2014/main" id="{79228802-9804-DE54-13D1-63C939C427E4}"/>
                      </a:ext>
                    </a:extLst>
                  </p:cNvPr>
                  <p:cNvSpPr/>
                  <p:nvPr/>
                </p:nvSpPr>
                <p:spPr>
                  <a:xfrm>
                    <a:off x="2289518" y="3103192"/>
                    <a:ext cx="12700" cy="34797"/>
                  </a:xfrm>
                  <a:custGeom>
                    <a:avLst/>
                    <a:gdLst>
                      <a:gd name="csX0" fmla="*/ 0 w 12700"/>
                      <a:gd name="csY0" fmla="*/ 34798 h 34797"/>
                      <a:gd name="csX1" fmla="*/ 0 w 12700"/>
                      <a:gd name="csY1" fmla="*/ 0 h 347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2700" h="34797">
                        <a:moveTo>
                          <a:pt x="0" y="34798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13589" cap="flat">
                    <a:solidFill>
                      <a:srgbClr val="000000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pPr algn="ctr"/>
                    <a:endParaRPr lang="en-US" sz="1890"/>
                  </a:p>
                </p:txBody>
              </p:sp>
              <p:sp>
                <p:nvSpPr>
                  <p:cNvPr id="2433" name="TextBox 2432">
                    <a:extLst>
                      <a:ext uri="{FF2B5EF4-FFF2-40B4-BE49-F238E27FC236}">
                        <a16:creationId xmlns:a16="http://schemas.microsoft.com/office/drawing/2014/main" id="{15545E66-9909-C6BE-36A2-B3E3DF294FAC}"/>
                      </a:ext>
                    </a:extLst>
                  </p:cNvPr>
                  <p:cNvSpPr txBox="1"/>
                  <p:nvPr/>
                </p:nvSpPr>
                <p:spPr>
                  <a:xfrm>
                    <a:off x="1547918" y="3099046"/>
                    <a:ext cx="280256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M</a:t>
                    </a:r>
                  </a:p>
                </p:txBody>
              </p:sp>
              <p:sp>
                <p:nvSpPr>
                  <p:cNvPr id="2434" name="TextBox 2433">
                    <a:extLst>
                      <a:ext uri="{FF2B5EF4-FFF2-40B4-BE49-F238E27FC236}">
                        <a16:creationId xmlns:a16="http://schemas.microsoft.com/office/drawing/2014/main" id="{B40E3DF5-1CDE-7EA6-74EA-0D745D894F75}"/>
                      </a:ext>
                    </a:extLst>
                  </p:cNvPr>
                  <p:cNvSpPr txBox="1"/>
                  <p:nvPr/>
                </p:nvSpPr>
                <p:spPr>
                  <a:xfrm>
                    <a:off x="1726278" y="3099046"/>
                    <a:ext cx="22427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</a:t>
                    </a:r>
                  </a:p>
                </p:txBody>
              </p:sp>
              <p:sp>
                <p:nvSpPr>
                  <p:cNvPr id="2435" name="TextBox 2434">
                    <a:extLst>
                      <a:ext uri="{FF2B5EF4-FFF2-40B4-BE49-F238E27FC236}">
                        <a16:creationId xmlns:a16="http://schemas.microsoft.com/office/drawing/2014/main" id="{BF9C31B0-D6BE-B08E-4E6C-487D5D4005AE}"/>
                      </a:ext>
                    </a:extLst>
                  </p:cNvPr>
                  <p:cNvSpPr txBox="1"/>
                  <p:nvPr/>
                </p:nvSpPr>
                <p:spPr>
                  <a:xfrm>
                    <a:off x="1847806" y="3099046"/>
                    <a:ext cx="281954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LI</a:t>
                    </a:r>
                  </a:p>
                </p:txBody>
              </p:sp>
              <p:sp>
                <p:nvSpPr>
                  <p:cNvPr id="2436" name="TextBox 2435">
                    <a:extLst>
                      <a:ext uri="{FF2B5EF4-FFF2-40B4-BE49-F238E27FC236}">
                        <a16:creationId xmlns:a16="http://schemas.microsoft.com/office/drawing/2014/main" id="{E5488C3A-EDC9-98A5-C209-DEAFB0398959}"/>
                      </a:ext>
                    </a:extLst>
                  </p:cNvPr>
                  <p:cNvSpPr txBox="1"/>
                  <p:nvPr/>
                </p:nvSpPr>
                <p:spPr>
                  <a:xfrm>
                    <a:off x="1972726" y="3099046"/>
                    <a:ext cx="332847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NF</a:t>
                    </a:r>
                  </a:p>
                </p:txBody>
              </p:sp>
              <p:sp>
                <p:nvSpPr>
                  <p:cNvPr id="2437" name="TextBox 2436">
                    <a:extLst>
                      <a:ext uri="{FF2B5EF4-FFF2-40B4-BE49-F238E27FC236}">
                        <a16:creationId xmlns:a16="http://schemas.microsoft.com/office/drawing/2014/main" id="{6C1EB88D-D8CB-5022-DE21-35512F1A99AB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416" y="3099046"/>
                    <a:ext cx="258203" cy="22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756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</a:t>
                    </a:r>
                  </a:p>
                </p:txBody>
              </p:sp>
              <p:sp>
                <p:nvSpPr>
                  <p:cNvPr id="2440" name="TextBox 2439">
                    <a:extLst>
                      <a:ext uri="{FF2B5EF4-FFF2-40B4-BE49-F238E27FC236}">
                        <a16:creationId xmlns:a16="http://schemas.microsoft.com/office/drawing/2014/main" id="{A4DE5621-763E-0FE2-60DD-6AB1C62D08A0}"/>
                      </a:ext>
                    </a:extLst>
                  </p:cNvPr>
                  <p:cNvSpPr txBox="1"/>
                  <p:nvPr/>
                </p:nvSpPr>
                <p:spPr>
                  <a:xfrm>
                    <a:off x="1620960" y="2123772"/>
                    <a:ext cx="624639" cy="25161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945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1_RGC</a:t>
                    </a:r>
                  </a:p>
                </p:txBody>
              </p:sp>
            </p:grpSp>
          </p:grpSp>
        </p:grpSp>
        <p:sp>
          <p:nvSpPr>
            <p:cNvPr id="2446" name="TextBox 2445">
              <a:extLst>
                <a:ext uri="{FF2B5EF4-FFF2-40B4-BE49-F238E27FC236}">
                  <a16:creationId xmlns:a16="http://schemas.microsoft.com/office/drawing/2014/main" id="{DC9F2256-BD25-56E2-DB51-F3166992B754}"/>
                </a:ext>
              </a:extLst>
            </p:cNvPr>
            <p:cNvSpPr txBox="1"/>
            <p:nvPr/>
          </p:nvSpPr>
          <p:spPr>
            <a:xfrm>
              <a:off x="-28726" y="1857736"/>
              <a:ext cx="6896537" cy="282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Cells</a:t>
              </a:r>
            </a:p>
          </p:txBody>
        </p:sp>
      </p:grpSp>
      <p:sp>
        <p:nvSpPr>
          <p:cNvPr id="2283" name="TextBox 2282">
            <a:extLst>
              <a:ext uri="{FF2B5EF4-FFF2-40B4-BE49-F238E27FC236}">
                <a16:creationId xmlns:a16="http://schemas.microsoft.com/office/drawing/2014/main" id="{530A5E55-4E7F-F3A5-676C-BC29B8346EA3}"/>
              </a:ext>
            </a:extLst>
          </p:cNvPr>
          <p:cNvSpPr txBox="1"/>
          <p:nvPr/>
        </p:nvSpPr>
        <p:spPr>
          <a:xfrm>
            <a:off x="-4629" y="5201341"/>
            <a:ext cx="1536965" cy="245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92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Phase</a:t>
            </a:r>
            <a:endParaRPr lang="en-US" sz="85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2284" name="TextBox 2283">
            <a:extLst>
              <a:ext uri="{FF2B5EF4-FFF2-40B4-BE49-F238E27FC236}">
                <a16:creationId xmlns:a16="http://schemas.microsoft.com/office/drawing/2014/main" id="{C3755884-2861-4D35-96D1-F126C09B4CF7}"/>
              </a:ext>
            </a:extLst>
          </p:cNvPr>
          <p:cNvSpPr txBox="1"/>
          <p:nvPr/>
        </p:nvSpPr>
        <p:spPr>
          <a:xfrm rot="16200000">
            <a:off x="-843575" y="4161604"/>
            <a:ext cx="1841721" cy="237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% of </a:t>
            </a:r>
            <a:r>
              <a:rPr lang="en-US" sz="945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Neurons</a:t>
            </a:r>
            <a:endParaRPr lang="en-US" sz="85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grpSp>
        <p:nvGrpSpPr>
          <p:cNvPr id="1534" name="Graphic 1511">
            <a:extLst>
              <a:ext uri="{FF2B5EF4-FFF2-40B4-BE49-F238E27FC236}">
                <a16:creationId xmlns:a16="http://schemas.microsoft.com/office/drawing/2014/main" id="{DC134E72-1C4C-1E61-052B-A25DE634EC7F}"/>
              </a:ext>
            </a:extLst>
          </p:cNvPr>
          <p:cNvGrpSpPr/>
          <p:nvPr/>
        </p:nvGrpSpPr>
        <p:grpSpPr>
          <a:xfrm>
            <a:off x="66817" y="3106657"/>
            <a:ext cx="1161882" cy="1130191"/>
            <a:chOff x="-22363" y="4652629"/>
            <a:chExt cx="1229625" cy="1196086"/>
          </a:xfrm>
        </p:grpSpPr>
        <p:grpSp>
          <p:nvGrpSpPr>
            <p:cNvPr id="1537" name="Graphic 1511">
              <a:extLst>
                <a:ext uri="{FF2B5EF4-FFF2-40B4-BE49-F238E27FC236}">
                  <a16:creationId xmlns:a16="http://schemas.microsoft.com/office/drawing/2014/main" id="{95EE0D77-346D-659C-8042-433BB855D11B}"/>
                </a:ext>
              </a:extLst>
            </p:cNvPr>
            <p:cNvGrpSpPr/>
            <p:nvPr/>
          </p:nvGrpSpPr>
          <p:grpSpPr>
            <a:xfrm>
              <a:off x="353418" y="4849690"/>
              <a:ext cx="781939" cy="782486"/>
              <a:chOff x="353418" y="4849690"/>
              <a:chExt cx="781939" cy="782486"/>
            </a:xfrm>
          </p:grpSpPr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C13209DD-F77C-FCE7-5883-67AB19CE5D13}"/>
                  </a:ext>
                </a:extLst>
              </p:cNvPr>
              <p:cNvSpPr/>
              <p:nvPr/>
            </p:nvSpPr>
            <p:spPr>
              <a:xfrm>
                <a:off x="353418" y="4954885"/>
                <a:ext cx="781939" cy="677290"/>
              </a:xfrm>
              <a:custGeom>
                <a:avLst/>
                <a:gdLst>
                  <a:gd name="csX0" fmla="*/ 0 w 781939"/>
                  <a:gd name="csY0" fmla="*/ 0 h 677290"/>
                  <a:gd name="csX1" fmla="*/ 781939 w 781939"/>
                  <a:gd name="csY1" fmla="*/ 0 h 677290"/>
                  <a:gd name="csX2" fmla="*/ 781939 w 781939"/>
                  <a:gd name="csY2" fmla="*/ 677291 h 677290"/>
                  <a:gd name="csX3" fmla="*/ 0 w 781939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81939" h="677290">
                    <a:moveTo>
                      <a:pt x="0" y="0"/>
                    </a:moveTo>
                    <a:lnTo>
                      <a:pt x="781939" y="0"/>
                    </a:lnTo>
                    <a:lnTo>
                      <a:pt x="781939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E0BA2FEA-3348-601B-FDFA-DC0F71412ED7}"/>
                  </a:ext>
                </a:extLst>
              </p:cNvPr>
              <p:cNvSpPr/>
              <p:nvPr/>
            </p:nvSpPr>
            <p:spPr>
              <a:xfrm>
                <a:off x="398503" y="5241397"/>
                <a:ext cx="90170" cy="390652"/>
              </a:xfrm>
              <a:custGeom>
                <a:avLst/>
                <a:gdLst>
                  <a:gd name="csX0" fmla="*/ 0 w 90170"/>
                  <a:gd name="csY0" fmla="*/ 0 h 390652"/>
                  <a:gd name="csX1" fmla="*/ 90170 w 90170"/>
                  <a:gd name="csY1" fmla="*/ 0 h 390652"/>
                  <a:gd name="csX2" fmla="*/ 90170 w 90170"/>
                  <a:gd name="csY2" fmla="*/ 390652 h 390652"/>
                  <a:gd name="csX3" fmla="*/ 0 w 90170"/>
                  <a:gd name="csY3" fmla="*/ 390652 h 3906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70" h="390652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90652"/>
                    </a:lnTo>
                    <a:lnTo>
                      <a:pt x="0" y="390652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165E3DAF-AA94-59E4-0291-B04E4A81C4C3}"/>
                  </a:ext>
                </a:extLst>
              </p:cNvPr>
              <p:cNvSpPr/>
              <p:nvPr/>
            </p:nvSpPr>
            <p:spPr>
              <a:xfrm>
                <a:off x="548871" y="5237841"/>
                <a:ext cx="90170" cy="394335"/>
              </a:xfrm>
              <a:custGeom>
                <a:avLst/>
                <a:gdLst>
                  <a:gd name="csX0" fmla="*/ 0 w 90170"/>
                  <a:gd name="csY0" fmla="*/ 0 h 394335"/>
                  <a:gd name="csX1" fmla="*/ 90170 w 90170"/>
                  <a:gd name="csY1" fmla="*/ 0 h 394335"/>
                  <a:gd name="csX2" fmla="*/ 90170 w 90170"/>
                  <a:gd name="csY2" fmla="*/ 394335 h 394335"/>
                  <a:gd name="csX3" fmla="*/ 0 w 90170"/>
                  <a:gd name="csY3" fmla="*/ 394335 h 3943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70" h="394335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94335"/>
                    </a:lnTo>
                    <a:lnTo>
                      <a:pt x="0" y="394335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EBC774B6-77ED-15A7-69E8-8E5D36012E31}"/>
                  </a:ext>
                </a:extLst>
              </p:cNvPr>
              <p:cNvSpPr/>
              <p:nvPr/>
            </p:nvSpPr>
            <p:spPr>
              <a:xfrm>
                <a:off x="699239" y="5322550"/>
                <a:ext cx="90169" cy="309498"/>
              </a:xfrm>
              <a:custGeom>
                <a:avLst/>
                <a:gdLst>
                  <a:gd name="csX0" fmla="*/ 0 w 90169"/>
                  <a:gd name="csY0" fmla="*/ 0 h 309498"/>
                  <a:gd name="csX1" fmla="*/ 90170 w 90169"/>
                  <a:gd name="csY1" fmla="*/ 0 h 309498"/>
                  <a:gd name="csX2" fmla="*/ 90170 w 90169"/>
                  <a:gd name="csY2" fmla="*/ 309499 h 309498"/>
                  <a:gd name="csX3" fmla="*/ 0 w 90169"/>
                  <a:gd name="csY3" fmla="*/ 309499 h 3094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309498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09499"/>
                    </a:lnTo>
                    <a:lnTo>
                      <a:pt x="0" y="309499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272154BD-EDB7-5BC5-2976-6284A8B79116}"/>
                  </a:ext>
                </a:extLst>
              </p:cNvPr>
              <p:cNvSpPr/>
              <p:nvPr/>
            </p:nvSpPr>
            <p:spPr>
              <a:xfrm>
                <a:off x="849607" y="5252446"/>
                <a:ext cx="90169" cy="379729"/>
              </a:xfrm>
              <a:custGeom>
                <a:avLst/>
                <a:gdLst>
                  <a:gd name="csX0" fmla="*/ 0 w 90169"/>
                  <a:gd name="csY0" fmla="*/ 0 h 379729"/>
                  <a:gd name="csX1" fmla="*/ 90170 w 90169"/>
                  <a:gd name="csY1" fmla="*/ 0 h 379729"/>
                  <a:gd name="csX2" fmla="*/ 90170 w 90169"/>
                  <a:gd name="csY2" fmla="*/ 379730 h 379729"/>
                  <a:gd name="csX3" fmla="*/ 0 w 90169"/>
                  <a:gd name="csY3" fmla="*/ 379730 h 3797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379729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79730"/>
                    </a:lnTo>
                    <a:lnTo>
                      <a:pt x="0" y="379730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FA7CF255-AF63-3667-1789-3CA2F73F8104}"/>
                  </a:ext>
                </a:extLst>
              </p:cNvPr>
              <p:cNvSpPr/>
              <p:nvPr/>
            </p:nvSpPr>
            <p:spPr>
              <a:xfrm>
                <a:off x="999975" y="5271750"/>
                <a:ext cx="90169" cy="360298"/>
              </a:xfrm>
              <a:custGeom>
                <a:avLst/>
                <a:gdLst>
                  <a:gd name="csX0" fmla="*/ 0 w 90169"/>
                  <a:gd name="csY0" fmla="*/ 0 h 360298"/>
                  <a:gd name="csX1" fmla="*/ 90170 w 90169"/>
                  <a:gd name="csY1" fmla="*/ 0 h 360298"/>
                  <a:gd name="csX2" fmla="*/ 90170 w 90169"/>
                  <a:gd name="csY2" fmla="*/ 360299 h 360298"/>
                  <a:gd name="csX3" fmla="*/ 0 w 90169"/>
                  <a:gd name="csY3" fmla="*/ 360299 h 3602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360298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60299"/>
                    </a:lnTo>
                    <a:lnTo>
                      <a:pt x="0" y="360299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793FA07B-3744-522F-F2F3-E9A63CED15FB}"/>
                  </a:ext>
                </a:extLst>
              </p:cNvPr>
              <p:cNvSpPr/>
              <p:nvPr/>
            </p:nvSpPr>
            <p:spPr>
              <a:xfrm>
                <a:off x="413488" y="5217393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C8A8A3E9-6D94-FE97-4789-E325F4A666B7}"/>
                  </a:ext>
                </a:extLst>
              </p:cNvPr>
              <p:cNvSpPr/>
              <p:nvPr/>
            </p:nvSpPr>
            <p:spPr>
              <a:xfrm>
                <a:off x="443588" y="5217393"/>
                <a:ext cx="12700" cy="47879"/>
              </a:xfrm>
              <a:custGeom>
                <a:avLst/>
                <a:gdLst>
                  <a:gd name="csX0" fmla="*/ 0 w 12700"/>
                  <a:gd name="csY0" fmla="*/ 0 h 47879"/>
                  <a:gd name="csX1" fmla="*/ 0 w 12700"/>
                  <a:gd name="csY1" fmla="*/ 47879 h 478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7879">
                    <a:moveTo>
                      <a:pt x="0" y="0"/>
                    </a:moveTo>
                    <a:lnTo>
                      <a:pt x="0" y="4787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AF366A05-8E27-E3D9-1F54-2C31599CCF83}"/>
                  </a:ext>
                </a:extLst>
              </p:cNvPr>
              <p:cNvSpPr/>
              <p:nvPr/>
            </p:nvSpPr>
            <p:spPr>
              <a:xfrm>
                <a:off x="413488" y="5265272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DCAC6F99-5529-BD97-16EE-A6DA193588F2}"/>
                  </a:ext>
                </a:extLst>
              </p:cNvPr>
              <p:cNvSpPr/>
              <p:nvPr/>
            </p:nvSpPr>
            <p:spPr>
              <a:xfrm>
                <a:off x="563856" y="5220568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B8685B87-7485-D316-6EC7-8943DB8D14BE}"/>
                  </a:ext>
                </a:extLst>
              </p:cNvPr>
              <p:cNvSpPr/>
              <p:nvPr/>
            </p:nvSpPr>
            <p:spPr>
              <a:xfrm>
                <a:off x="593956" y="5220568"/>
                <a:ext cx="12700" cy="34417"/>
              </a:xfrm>
              <a:custGeom>
                <a:avLst/>
                <a:gdLst>
                  <a:gd name="csX0" fmla="*/ 0 w 12700"/>
                  <a:gd name="csY0" fmla="*/ 0 h 34417"/>
                  <a:gd name="csX1" fmla="*/ 0 w 12700"/>
                  <a:gd name="csY1" fmla="*/ 34417 h 344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417">
                    <a:moveTo>
                      <a:pt x="0" y="0"/>
                    </a:moveTo>
                    <a:lnTo>
                      <a:pt x="0" y="3441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1D07A3DB-5756-63B1-AD9C-91D46951835D}"/>
                  </a:ext>
                </a:extLst>
              </p:cNvPr>
              <p:cNvSpPr/>
              <p:nvPr/>
            </p:nvSpPr>
            <p:spPr>
              <a:xfrm>
                <a:off x="563856" y="5254986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2C70AC13-29B0-8FBD-561D-4933F36BFDF6}"/>
                  </a:ext>
                </a:extLst>
              </p:cNvPr>
              <p:cNvSpPr/>
              <p:nvPr/>
            </p:nvSpPr>
            <p:spPr>
              <a:xfrm>
                <a:off x="714225" y="5319121"/>
                <a:ext cx="60197" cy="12700"/>
              </a:xfrm>
              <a:custGeom>
                <a:avLst/>
                <a:gdLst>
                  <a:gd name="csX0" fmla="*/ 0 w 60197"/>
                  <a:gd name="csY0" fmla="*/ 0 h 12700"/>
                  <a:gd name="csX1" fmla="*/ 60198 w 601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7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14A35F1F-90A0-6C40-2B2E-9D5DE4344310}"/>
                  </a:ext>
                </a:extLst>
              </p:cNvPr>
              <p:cNvSpPr/>
              <p:nvPr/>
            </p:nvSpPr>
            <p:spPr>
              <a:xfrm>
                <a:off x="744323" y="5319121"/>
                <a:ext cx="12700" cy="6984"/>
              </a:xfrm>
              <a:custGeom>
                <a:avLst/>
                <a:gdLst>
                  <a:gd name="csX0" fmla="*/ 0 w 12700"/>
                  <a:gd name="csY0" fmla="*/ 0 h 6984"/>
                  <a:gd name="csX1" fmla="*/ 0 w 12700"/>
                  <a:gd name="csY1" fmla="*/ 6985 h 69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984">
                    <a:moveTo>
                      <a:pt x="0" y="0"/>
                    </a:moveTo>
                    <a:lnTo>
                      <a:pt x="0" y="698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9371DEFF-969D-30E3-E117-F09C244D4535}"/>
                  </a:ext>
                </a:extLst>
              </p:cNvPr>
              <p:cNvSpPr/>
              <p:nvPr/>
            </p:nvSpPr>
            <p:spPr>
              <a:xfrm>
                <a:off x="714225" y="5326105"/>
                <a:ext cx="60197" cy="12700"/>
              </a:xfrm>
              <a:custGeom>
                <a:avLst/>
                <a:gdLst>
                  <a:gd name="csX0" fmla="*/ 0 w 60197"/>
                  <a:gd name="csY0" fmla="*/ 0 h 12700"/>
                  <a:gd name="csX1" fmla="*/ 60198 w 601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7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AEF4BDCB-D2E6-9CB0-AA3D-1FFA2C1E7BC0}"/>
                  </a:ext>
                </a:extLst>
              </p:cNvPr>
              <p:cNvSpPr/>
              <p:nvPr/>
            </p:nvSpPr>
            <p:spPr>
              <a:xfrm>
                <a:off x="1014961" y="5248128"/>
                <a:ext cx="60070" cy="12700"/>
              </a:xfrm>
              <a:custGeom>
                <a:avLst/>
                <a:gdLst>
                  <a:gd name="csX0" fmla="*/ 0 w 60070"/>
                  <a:gd name="csY0" fmla="*/ 0 h 12700"/>
                  <a:gd name="csX1" fmla="*/ 60071 w 6007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070" h="12700">
                    <a:moveTo>
                      <a:pt x="0" y="0"/>
                    </a:moveTo>
                    <a:lnTo>
                      <a:pt x="6007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93812E6F-A648-EA8E-A537-9BA4CEB5E7AA}"/>
                  </a:ext>
                </a:extLst>
              </p:cNvPr>
              <p:cNvSpPr/>
              <p:nvPr/>
            </p:nvSpPr>
            <p:spPr>
              <a:xfrm>
                <a:off x="1045059" y="5248128"/>
                <a:ext cx="12700" cy="47370"/>
              </a:xfrm>
              <a:custGeom>
                <a:avLst/>
                <a:gdLst>
                  <a:gd name="csX0" fmla="*/ 0 w 12700"/>
                  <a:gd name="csY0" fmla="*/ 0 h 47370"/>
                  <a:gd name="csX1" fmla="*/ 0 w 12700"/>
                  <a:gd name="csY1" fmla="*/ 47371 h 473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7370">
                    <a:moveTo>
                      <a:pt x="0" y="0"/>
                    </a:moveTo>
                    <a:lnTo>
                      <a:pt x="0" y="4737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E07B633F-E848-BEB9-3EFF-022D591726AB}"/>
                  </a:ext>
                </a:extLst>
              </p:cNvPr>
              <p:cNvSpPr/>
              <p:nvPr/>
            </p:nvSpPr>
            <p:spPr>
              <a:xfrm>
                <a:off x="1014961" y="5295499"/>
                <a:ext cx="60070" cy="12700"/>
              </a:xfrm>
              <a:custGeom>
                <a:avLst/>
                <a:gdLst>
                  <a:gd name="csX0" fmla="*/ 0 w 60070"/>
                  <a:gd name="csY0" fmla="*/ 0 h 12700"/>
                  <a:gd name="csX1" fmla="*/ 60071 w 6007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070" h="12700">
                    <a:moveTo>
                      <a:pt x="0" y="0"/>
                    </a:moveTo>
                    <a:lnTo>
                      <a:pt x="6007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73F35DD6-E5D9-5326-B8A8-9460901C95A8}"/>
                  </a:ext>
                </a:extLst>
              </p:cNvPr>
              <p:cNvSpPr/>
              <p:nvPr/>
            </p:nvSpPr>
            <p:spPr>
              <a:xfrm>
                <a:off x="738736" y="530769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58A08F34-7EDB-FD77-B8D4-674A64422791}"/>
                  </a:ext>
                </a:extLst>
              </p:cNvPr>
              <p:cNvSpPr/>
              <p:nvPr/>
            </p:nvSpPr>
            <p:spPr>
              <a:xfrm>
                <a:off x="589003" y="524901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043E7209-9249-D7C1-1127-AAC8BD456DB5}"/>
                  </a:ext>
                </a:extLst>
              </p:cNvPr>
              <p:cNvSpPr/>
              <p:nvPr/>
            </p:nvSpPr>
            <p:spPr>
              <a:xfrm>
                <a:off x="569445" y="521942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6718FDDB-5931-0AD3-28A9-F7267C3C4731}"/>
                  </a:ext>
                </a:extLst>
              </p:cNvPr>
              <p:cNvSpPr/>
              <p:nvPr/>
            </p:nvSpPr>
            <p:spPr>
              <a:xfrm>
                <a:off x="1036932" y="523669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5346C3A4-0551-FD98-500B-40BE9899C6E8}"/>
                  </a:ext>
                </a:extLst>
              </p:cNvPr>
              <p:cNvSpPr/>
              <p:nvPr/>
            </p:nvSpPr>
            <p:spPr>
              <a:xfrm>
                <a:off x="429745" y="516481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776CBD7D-E514-992C-7E72-D6DFDEEE5539}"/>
                  </a:ext>
                </a:extLst>
              </p:cNvPr>
              <p:cNvSpPr/>
              <p:nvPr/>
            </p:nvSpPr>
            <p:spPr>
              <a:xfrm>
                <a:off x="1027534" y="529537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951C86C1-7B3F-ABFF-C58A-4A10A6923C79}"/>
                  </a:ext>
                </a:extLst>
              </p:cNvPr>
              <p:cNvSpPr/>
              <p:nvPr/>
            </p:nvSpPr>
            <p:spPr>
              <a:xfrm>
                <a:off x="432666" y="533194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C889B17A-D96D-DD95-97D5-77587770DBF4}"/>
                  </a:ext>
                </a:extLst>
              </p:cNvPr>
              <p:cNvSpPr/>
              <p:nvPr/>
            </p:nvSpPr>
            <p:spPr>
              <a:xfrm>
                <a:off x="1015977" y="534820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07EDC0A6-AC43-B030-E2E2-FAC5DC357287}"/>
                  </a:ext>
                </a:extLst>
              </p:cNvPr>
              <p:cNvSpPr/>
              <p:nvPr/>
            </p:nvSpPr>
            <p:spPr>
              <a:xfrm>
                <a:off x="430253" y="520520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2C74439A-DE73-5516-10B8-E4EB29CCBFB7}"/>
                  </a:ext>
                </a:extLst>
              </p:cNvPr>
              <p:cNvSpPr/>
              <p:nvPr/>
            </p:nvSpPr>
            <p:spPr>
              <a:xfrm>
                <a:off x="1033122" y="523758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C8386E35-51ED-1055-D46E-B8C8F4F03A24}"/>
                  </a:ext>
                </a:extLst>
              </p:cNvPr>
              <p:cNvSpPr/>
              <p:nvPr/>
            </p:nvSpPr>
            <p:spPr>
              <a:xfrm>
                <a:off x="424284" y="522704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4BDEF527-495C-7E7C-44FB-435B71D653E2}"/>
                  </a:ext>
                </a:extLst>
              </p:cNvPr>
              <p:cNvSpPr/>
              <p:nvPr/>
            </p:nvSpPr>
            <p:spPr>
              <a:xfrm>
                <a:off x="1033630" y="521269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8F72A4CF-C3A8-0CF6-F8AB-4A311E9535F1}"/>
                  </a:ext>
                </a:extLst>
              </p:cNvPr>
              <p:cNvSpPr/>
              <p:nvPr/>
            </p:nvSpPr>
            <p:spPr>
              <a:xfrm>
                <a:off x="438635" y="51837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817E7091-0BCA-9883-A340-119A957AE086}"/>
                  </a:ext>
                </a:extLst>
              </p:cNvPr>
              <p:cNvSpPr/>
              <p:nvPr/>
            </p:nvSpPr>
            <p:spPr>
              <a:xfrm>
                <a:off x="568556" y="516240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1476D3AF-4852-66CF-937B-3C4445B0EA7D}"/>
                  </a:ext>
                </a:extLst>
              </p:cNvPr>
              <p:cNvSpPr/>
              <p:nvPr/>
            </p:nvSpPr>
            <p:spPr>
              <a:xfrm>
                <a:off x="1025883" y="519161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ECD20A35-430C-D3DF-2608-90A7563905BE}"/>
                  </a:ext>
                </a:extLst>
              </p:cNvPr>
              <p:cNvSpPr/>
              <p:nvPr/>
            </p:nvSpPr>
            <p:spPr>
              <a:xfrm>
                <a:off x="438762" y="52278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FC220E74-EE27-E2CC-C3D8-48E4AABB78A6}"/>
                  </a:ext>
                </a:extLst>
              </p:cNvPr>
              <p:cNvSpPr/>
              <p:nvPr/>
            </p:nvSpPr>
            <p:spPr>
              <a:xfrm>
                <a:off x="740641" y="530083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116AD421-B63A-9608-89D0-C9BB69382BC5}"/>
                  </a:ext>
                </a:extLst>
              </p:cNvPr>
              <p:cNvSpPr/>
              <p:nvPr/>
            </p:nvSpPr>
            <p:spPr>
              <a:xfrm>
                <a:off x="564365" y="517256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5A7A5544-04E1-F146-BF5B-A044FBAD74B3}"/>
                  </a:ext>
                </a:extLst>
              </p:cNvPr>
              <p:cNvSpPr/>
              <p:nvPr/>
            </p:nvSpPr>
            <p:spPr>
              <a:xfrm>
                <a:off x="575160" y="528127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0683FFC6-AE8A-5D00-237C-C5A45880B4E3}"/>
                  </a:ext>
                </a:extLst>
              </p:cNvPr>
              <p:cNvSpPr/>
              <p:nvPr/>
            </p:nvSpPr>
            <p:spPr>
              <a:xfrm>
                <a:off x="878436" y="523441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BE23275F-1AFA-8577-8D86-BF2D3BF4C02B}"/>
                  </a:ext>
                </a:extLst>
              </p:cNvPr>
              <p:cNvSpPr/>
              <p:nvPr/>
            </p:nvSpPr>
            <p:spPr>
              <a:xfrm>
                <a:off x="588114" y="526057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56DC75A1-E916-C0B9-FF93-CB3932780910}"/>
                  </a:ext>
                </a:extLst>
              </p:cNvPr>
              <p:cNvSpPr/>
              <p:nvPr/>
            </p:nvSpPr>
            <p:spPr>
              <a:xfrm>
                <a:off x="565000" y="519301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78" name="TextBox 1577">
                <a:extLst>
                  <a:ext uri="{FF2B5EF4-FFF2-40B4-BE49-F238E27FC236}">
                    <a16:creationId xmlns:a16="http://schemas.microsoft.com/office/drawing/2014/main" id="{E95EA1D3-C6FD-4513-976A-611150D00D1D}"/>
                  </a:ext>
                </a:extLst>
              </p:cNvPr>
              <p:cNvSpPr txBox="1"/>
              <p:nvPr/>
            </p:nvSpPr>
            <p:spPr>
              <a:xfrm>
                <a:off x="373694" y="4962593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1CAA5FD7-C2C5-ABC2-BC26-08344545FE77}"/>
                  </a:ext>
                </a:extLst>
              </p:cNvPr>
              <p:cNvSpPr/>
              <p:nvPr/>
            </p:nvSpPr>
            <p:spPr>
              <a:xfrm>
                <a:off x="443588" y="5135479"/>
                <a:ext cx="135254" cy="12700"/>
              </a:xfrm>
              <a:custGeom>
                <a:avLst/>
                <a:gdLst>
                  <a:gd name="csX0" fmla="*/ 0 w 135254"/>
                  <a:gd name="csY0" fmla="*/ 0 h 12700"/>
                  <a:gd name="csX1" fmla="*/ 135255 w 13525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254" h="12700">
                    <a:moveTo>
                      <a:pt x="0" y="0"/>
                    </a:moveTo>
                    <a:lnTo>
                      <a:pt x="13525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80" name="TextBox 1579">
                <a:extLst>
                  <a:ext uri="{FF2B5EF4-FFF2-40B4-BE49-F238E27FC236}">
                    <a16:creationId xmlns:a16="http://schemas.microsoft.com/office/drawing/2014/main" id="{A1E8C101-FB99-9D2A-D0F0-52E63F548C70}"/>
                  </a:ext>
                </a:extLst>
              </p:cNvPr>
              <p:cNvSpPr txBox="1"/>
              <p:nvPr/>
            </p:nvSpPr>
            <p:spPr>
              <a:xfrm>
                <a:off x="609683" y="4962593"/>
                <a:ext cx="434635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7B7AC169-7852-D351-2E6C-E62D6D5FA30E}"/>
                  </a:ext>
                </a:extLst>
              </p:cNvPr>
              <p:cNvSpPr/>
              <p:nvPr/>
            </p:nvSpPr>
            <p:spPr>
              <a:xfrm>
                <a:off x="608942" y="5135479"/>
                <a:ext cx="436118" cy="12700"/>
              </a:xfrm>
              <a:custGeom>
                <a:avLst/>
                <a:gdLst>
                  <a:gd name="csX0" fmla="*/ 0 w 436118"/>
                  <a:gd name="csY0" fmla="*/ 0 h 12700"/>
                  <a:gd name="csX1" fmla="*/ 436118 w 43611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6118" h="12700">
                    <a:moveTo>
                      <a:pt x="0" y="0"/>
                    </a:moveTo>
                    <a:lnTo>
                      <a:pt x="43611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82" name="TextBox 1581">
                <a:extLst>
                  <a:ext uri="{FF2B5EF4-FFF2-40B4-BE49-F238E27FC236}">
                    <a16:creationId xmlns:a16="http://schemas.microsoft.com/office/drawing/2014/main" id="{42F37124-A198-591E-E5CA-6EB8BAD0E5E6}"/>
                  </a:ext>
                </a:extLst>
              </p:cNvPr>
              <p:cNvSpPr txBox="1"/>
              <p:nvPr/>
            </p:nvSpPr>
            <p:spPr>
              <a:xfrm>
                <a:off x="606739" y="4849690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B9CD1933-D8FC-B30B-9647-4CAFA6E23377}"/>
                  </a:ext>
                </a:extLst>
              </p:cNvPr>
              <p:cNvSpPr/>
              <p:nvPr/>
            </p:nvSpPr>
            <p:spPr>
              <a:xfrm>
                <a:off x="443588" y="5022576"/>
                <a:ext cx="601472" cy="12700"/>
              </a:xfrm>
              <a:custGeom>
                <a:avLst/>
                <a:gdLst>
                  <a:gd name="csX0" fmla="*/ 0 w 601472"/>
                  <a:gd name="csY0" fmla="*/ 0 h 12700"/>
                  <a:gd name="csX1" fmla="*/ 601472 w 60147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472" h="12700">
                    <a:moveTo>
                      <a:pt x="0" y="0"/>
                    </a:moveTo>
                    <a:lnTo>
                      <a:pt x="60147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584" name="Graphic 1511">
              <a:extLst>
                <a:ext uri="{FF2B5EF4-FFF2-40B4-BE49-F238E27FC236}">
                  <a16:creationId xmlns:a16="http://schemas.microsoft.com/office/drawing/2014/main" id="{438AEDBF-3A45-F16C-7E0C-5C58CC88FA1D}"/>
                </a:ext>
              </a:extLst>
            </p:cNvPr>
            <p:cNvGrpSpPr/>
            <p:nvPr/>
          </p:nvGrpSpPr>
          <p:grpSpPr>
            <a:xfrm>
              <a:off x="-22363" y="4652629"/>
              <a:ext cx="1229625" cy="1196086"/>
              <a:chOff x="-22363" y="4652629"/>
              <a:chExt cx="1229625" cy="1196086"/>
            </a:xfrm>
          </p:grpSpPr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A98FB403-95E1-6BFE-CD8F-350D24F36F44}"/>
                  </a:ext>
                </a:extLst>
              </p:cNvPr>
              <p:cNvSpPr/>
              <p:nvPr/>
            </p:nvSpPr>
            <p:spPr>
              <a:xfrm>
                <a:off x="353417" y="4954885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86" name="TextBox 1585">
                <a:extLst>
                  <a:ext uri="{FF2B5EF4-FFF2-40B4-BE49-F238E27FC236}">
                    <a16:creationId xmlns:a16="http://schemas.microsoft.com/office/drawing/2014/main" id="{CC647FF7-F4E5-59D8-16C5-201BCCE569AF}"/>
                  </a:ext>
                </a:extLst>
              </p:cNvPr>
              <p:cNvSpPr txBox="1"/>
              <p:nvPr/>
            </p:nvSpPr>
            <p:spPr>
              <a:xfrm>
                <a:off x="37554" y="5525160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587" name="TextBox 1586">
                <a:extLst>
                  <a:ext uri="{FF2B5EF4-FFF2-40B4-BE49-F238E27FC236}">
                    <a16:creationId xmlns:a16="http://schemas.microsoft.com/office/drawing/2014/main" id="{AD4BB3D6-EB99-9D02-AA38-CE30000FF790}"/>
                  </a:ext>
                </a:extLst>
              </p:cNvPr>
              <p:cNvSpPr txBox="1"/>
              <p:nvPr/>
            </p:nvSpPr>
            <p:spPr>
              <a:xfrm>
                <a:off x="-22363" y="5334533"/>
                <a:ext cx="40240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10%</a:t>
                </a:r>
              </a:p>
            </p:txBody>
          </p:sp>
          <p:sp>
            <p:nvSpPr>
              <p:cNvPr id="1588" name="TextBox 1587">
                <a:extLst>
                  <a:ext uri="{FF2B5EF4-FFF2-40B4-BE49-F238E27FC236}">
                    <a16:creationId xmlns:a16="http://schemas.microsoft.com/office/drawing/2014/main" id="{4C1814AB-DF11-E5C8-67CB-FB49EBF214B0}"/>
                  </a:ext>
                </a:extLst>
              </p:cNvPr>
              <p:cNvSpPr txBox="1"/>
              <p:nvPr/>
            </p:nvSpPr>
            <p:spPr>
              <a:xfrm>
                <a:off x="-22363" y="5143906"/>
                <a:ext cx="402401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20%</a:t>
                </a:r>
              </a:p>
            </p:txBody>
          </p:sp>
          <p:sp>
            <p:nvSpPr>
              <p:cNvPr id="1589" name="TextBox 1588">
                <a:extLst>
                  <a:ext uri="{FF2B5EF4-FFF2-40B4-BE49-F238E27FC236}">
                    <a16:creationId xmlns:a16="http://schemas.microsoft.com/office/drawing/2014/main" id="{42FEFEF2-AB48-2513-0287-01ECA7150F20}"/>
                  </a:ext>
                </a:extLst>
              </p:cNvPr>
              <p:cNvSpPr txBox="1"/>
              <p:nvPr/>
            </p:nvSpPr>
            <p:spPr>
              <a:xfrm>
                <a:off x="-22363" y="4953279"/>
                <a:ext cx="402401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30%</a:t>
                </a: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D9E6E501-208B-4E76-E249-45F1B42DA158}"/>
                  </a:ext>
                </a:extLst>
              </p:cNvPr>
              <p:cNvSpPr/>
              <p:nvPr/>
            </p:nvSpPr>
            <p:spPr>
              <a:xfrm>
                <a:off x="318620" y="563204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F1626320-0A69-A89C-8A97-C258C14D02EF}"/>
                  </a:ext>
                </a:extLst>
              </p:cNvPr>
              <p:cNvSpPr/>
              <p:nvPr/>
            </p:nvSpPr>
            <p:spPr>
              <a:xfrm>
                <a:off x="318620" y="544142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F6C5073-2C77-49ED-2EA2-B5DAFA053C97}"/>
                  </a:ext>
                </a:extLst>
              </p:cNvPr>
              <p:cNvSpPr/>
              <p:nvPr/>
            </p:nvSpPr>
            <p:spPr>
              <a:xfrm>
                <a:off x="318620" y="525079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4D207172-62AA-97FA-6EEE-FDFD6D134266}"/>
                  </a:ext>
                </a:extLst>
              </p:cNvPr>
              <p:cNvSpPr/>
              <p:nvPr/>
            </p:nvSpPr>
            <p:spPr>
              <a:xfrm>
                <a:off x="318620" y="5060167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6360D8AA-C995-C34B-6EF8-C81710DBF028}"/>
                  </a:ext>
                </a:extLst>
              </p:cNvPr>
              <p:cNvSpPr/>
              <p:nvPr/>
            </p:nvSpPr>
            <p:spPr>
              <a:xfrm>
                <a:off x="353417" y="5632049"/>
                <a:ext cx="781811" cy="12700"/>
              </a:xfrm>
              <a:custGeom>
                <a:avLst/>
                <a:gdLst>
                  <a:gd name="csX0" fmla="*/ 0 w 781811"/>
                  <a:gd name="csY0" fmla="*/ 0 h 12700"/>
                  <a:gd name="csX1" fmla="*/ 781812 w 78181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81811" h="12700">
                    <a:moveTo>
                      <a:pt x="0" y="0"/>
                    </a:moveTo>
                    <a:lnTo>
                      <a:pt x="7818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38062309-3435-F5F5-4E34-0D13F3ACAD76}"/>
                  </a:ext>
                </a:extLst>
              </p:cNvPr>
              <p:cNvSpPr/>
              <p:nvPr/>
            </p:nvSpPr>
            <p:spPr>
              <a:xfrm>
                <a:off x="443588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1A55F521-C987-1D80-0D28-7B871DAB0847}"/>
                  </a:ext>
                </a:extLst>
              </p:cNvPr>
              <p:cNvSpPr/>
              <p:nvPr/>
            </p:nvSpPr>
            <p:spPr>
              <a:xfrm>
                <a:off x="593956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737CE0F0-B95D-A619-ACC2-AEA34E179DE6}"/>
                  </a:ext>
                </a:extLst>
              </p:cNvPr>
              <p:cNvSpPr/>
              <p:nvPr/>
            </p:nvSpPr>
            <p:spPr>
              <a:xfrm>
                <a:off x="744323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1DB2A51C-23C4-8F66-AB05-8A9E8DC6155B}"/>
                  </a:ext>
                </a:extLst>
              </p:cNvPr>
              <p:cNvSpPr/>
              <p:nvPr/>
            </p:nvSpPr>
            <p:spPr>
              <a:xfrm>
                <a:off x="894692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746B5067-0632-E44C-A8D1-5B7D9826223F}"/>
                  </a:ext>
                </a:extLst>
              </p:cNvPr>
              <p:cNvSpPr/>
              <p:nvPr/>
            </p:nvSpPr>
            <p:spPr>
              <a:xfrm>
                <a:off x="1045059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00" name="TextBox 1599">
                <a:extLst>
                  <a:ext uri="{FF2B5EF4-FFF2-40B4-BE49-F238E27FC236}">
                    <a16:creationId xmlns:a16="http://schemas.microsoft.com/office/drawing/2014/main" id="{63F776AA-95EA-A44B-5E77-45F7B4C90ED0}"/>
                  </a:ext>
                </a:extLst>
              </p:cNvPr>
              <p:cNvSpPr txBox="1"/>
              <p:nvPr/>
            </p:nvSpPr>
            <p:spPr>
              <a:xfrm>
                <a:off x="303459" y="5627903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601" name="TextBox 1600">
                <a:extLst>
                  <a:ext uri="{FF2B5EF4-FFF2-40B4-BE49-F238E27FC236}">
                    <a16:creationId xmlns:a16="http://schemas.microsoft.com/office/drawing/2014/main" id="{D95422F9-49AE-EE07-0F08-83A969C118A1}"/>
                  </a:ext>
                </a:extLst>
              </p:cNvPr>
              <p:cNvSpPr txBox="1"/>
              <p:nvPr/>
            </p:nvSpPr>
            <p:spPr>
              <a:xfrm>
                <a:off x="481819" y="5627903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602" name="TextBox 1601">
                <a:extLst>
                  <a:ext uri="{FF2B5EF4-FFF2-40B4-BE49-F238E27FC236}">
                    <a16:creationId xmlns:a16="http://schemas.microsoft.com/office/drawing/2014/main" id="{675E1644-8D02-8CF7-F0A7-4B5783CFF655}"/>
                  </a:ext>
                </a:extLst>
              </p:cNvPr>
              <p:cNvSpPr txBox="1"/>
              <p:nvPr/>
            </p:nvSpPr>
            <p:spPr>
              <a:xfrm>
                <a:off x="603347" y="5627903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603" name="TextBox 1602">
                <a:extLst>
                  <a:ext uri="{FF2B5EF4-FFF2-40B4-BE49-F238E27FC236}">
                    <a16:creationId xmlns:a16="http://schemas.microsoft.com/office/drawing/2014/main" id="{A22F93B6-96A0-9AC0-4F3F-68645F48F810}"/>
                  </a:ext>
                </a:extLst>
              </p:cNvPr>
              <p:cNvSpPr txBox="1"/>
              <p:nvPr/>
            </p:nvSpPr>
            <p:spPr>
              <a:xfrm>
                <a:off x="728267" y="5627903"/>
                <a:ext cx="33284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604" name="TextBox 1603">
                <a:extLst>
                  <a:ext uri="{FF2B5EF4-FFF2-40B4-BE49-F238E27FC236}">
                    <a16:creationId xmlns:a16="http://schemas.microsoft.com/office/drawing/2014/main" id="{C43FE9DA-FAA2-5AC8-3607-CAE12A453F7C}"/>
                  </a:ext>
                </a:extLst>
              </p:cNvPr>
              <p:cNvSpPr txBox="1"/>
              <p:nvPr/>
            </p:nvSpPr>
            <p:spPr>
              <a:xfrm>
                <a:off x="915957" y="5627903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607" name="TextBox 1606">
                <a:extLst>
                  <a:ext uri="{FF2B5EF4-FFF2-40B4-BE49-F238E27FC236}">
                    <a16:creationId xmlns:a16="http://schemas.microsoft.com/office/drawing/2014/main" id="{686DAC8C-BA36-AEE5-1B56-870D74257698}"/>
                  </a:ext>
                </a:extLst>
              </p:cNvPr>
              <p:cNvSpPr txBox="1"/>
              <p:nvPr/>
            </p:nvSpPr>
            <p:spPr>
              <a:xfrm>
                <a:off x="170381" y="4652629"/>
                <a:ext cx="1036881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0_Spall_Mixed</a:t>
                </a:r>
              </a:p>
            </p:txBody>
          </p:sp>
        </p:grpSp>
      </p:grpSp>
      <p:grpSp>
        <p:nvGrpSpPr>
          <p:cNvPr id="1608" name="Graphic 1513">
            <a:extLst>
              <a:ext uri="{FF2B5EF4-FFF2-40B4-BE49-F238E27FC236}">
                <a16:creationId xmlns:a16="http://schemas.microsoft.com/office/drawing/2014/main" id="{59CF7B64-5CC2-269B-1FF8-EDA089858EF5}"/>
              </a:ext>
            </a:extLst>
          </p:cNvPr>
          <p:cNvGrpSpPr/>
          <p:nvPr/>
        </p:nvGrpSpPr>
        <p:grpSpPr>
          <a:xfrm>
            <a:off x="1078666" y="3103309"/>
            <a:ext cx="1161077" cy="1130191"/>
            <a:chOff x="1349237" y="4652629"/>
            <a:chExt cx="1228774" cy="1196086"/>
          </a:xfrm>
        </p:grpSpPr>
        <p:grpSp>
          <p:nvGrpSpPr>
            <p:cNvPr id="1611" name="Graphic 1513">
              <a:extLst>
                <a:ext uri="{FF2B5EF4-FFF2-40B4-BE49-F238E27FC236}">
                  <a16:creationId xmlns:a16="http://schemas.microsoft.com/office/drawing/2014/main" id="{1BDDB1E1-6AF3-FFD2-4085-800509B8E5D8}"/>
                </a:ext>
              </a:extLst>
            </p:cNvPr>
            <p:cNvGrpSpPr/>
            <p:nvPr/>
          </p:nvGrpSpPr>
          <p:grpSpPr>
            <a:xfrm>
              <a:off x="1725018" y="4886095"/>
              <a:ext cx="781939" cy="746081"/>
              <a:chOff x="1725018" y="4886095"/>
              <a:chExt cx="781939" cy="746081"/>
            </a:xfrm>
          </p:grpSpPr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7FF481E1-030D-FAA0-3343-88FCF87FEFE9}"/>
                  </a:ext>
                </a:extLst>
              </p:cNvPr>
              <p:cNvSpPr/>
              <p:nvPr/>
            </p:nvSpPr>
            <p:spPr>
              <a:xfrm>
                <a:off x="1725018" y="4954885"/>
                <a:ext cx="781939" cy="677290"/>
              </a:xfrm>
              <a:custGeom>
                <a:avLst/>
                <a:gdLst>
                  <a:gd name="csX0" fmla="*/ 0 w 781939"/>
                  <a:gd name="csY0" fmla="*/ 0 h 677290"/>
                  <a:gd name="csX1" fmla="*/ 781939 w 781939"/>
                  <a:gd name="csY1" fmla="*/ 0 h 677290"/>
                  <a:gd name="csX2" fmla="*/ 781939 w 781939"/>
                  <a:gd name="csY2" fmla="*/ 677291 h 677290"/>
                  <a:gd name="csX3" fmla="*/ 0 w 781939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81939" h="677290">
                    <a:moveTo>
                      <a:pt x="0" y="0"/>
                    </a:moveTo>
                    <a:lnTo>
                      <a:pt x="781939" y="0"/>
                    </a:lnTo>
                    <a:lnTo>
                      <a:pt x="781939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7AFD4D07-A02E-6D2A-A647-C43EBC82B1EA}"/>
                  </a:ext>
                </a:extLst>
              </p:cNvPr>
              <p:cNvSpPr/>
              <p:nvPr/>
            </p:nvSpPr>
            <p:spPr>
              <a:xfrm>
                <a:off x="1770103" y="5328773"/>
                <a:ext cx="90170" cy="303276"/>
              </a:xfrm>
              <a:custGeom>
                <a:avLst/>
                <a:gdLst>
                  <a:gd name="csX0" fmla="*/ 0 w 90170"/>
                  <a:gd name="csY0" fmla="*/ 0 h 303276"/>
                  <a:gd name="csX1" fmla="*/ 90170 w 90170"/>
                  <a:gd name="csY1" fmla="*/ 0 h 303276"/>
                  <a:gd name="csX2" fmla="*/ 90170 w 90170"/>
                  <a:gd name="csY2" fmla="*/ 303276 h 303276"/>
                  <a:gd name="csX3" fmla="*/ 0 w 90170"/>
                  <a:gd name="csY3" fmla="*/ 303276 h 3032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70" h="303276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303276"/>
                    </a:lnTo>
                    <a:lnTo>
                      <a:pt x="0" y="303276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FC1C87F3-D420-0D37-F87D-A23FB78990F0}"/>
                  </a:ext>
                </a:extLst>
              </p:cNvPr>
              <p:cNvSpPr/>
              <p:nvPr/>
            </p:nvSpPr>
            <p:spPr>
              <a:xfrm>
                <a:off x="1920471" y="5376652"/>
                <a:ext cx="90170" cy="255397"/>
              </a:xfrm>
              <a:custGeom>
                <a:avLst/>
                <a:gdLst>
                  <a:gd name="csX0" fmla="*/ 0 w 90170"/>
                  <a:gd name="csY0" fmla="*/ 0 h 255397"/>
                  <a:gd name="csX1" fmla="*/ 90170 w 90170"/>
                  <a:gd name="csY1" fmla="*/ 0 h 255397"/>
                  <a:gd name="csX2" fmla="*/ 90170 w 90170"/>
                  <a:gd name="csY2" fmla="*/ 255397 h 255397"/>
                  <a:gd name="csX3" fmla="*/ 0 w 90170"/>
                  <a:gd name="csY3" fmla="*/ 255397 h 255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70" h="255397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255397"/>
                    </a:lnTo>
                    <a:lnTo>
                      <a:pt x="0" y="255397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6E198151-F99C-3F0A-CBFC-F0E91179C307}"/>
                  </a:ext>
                </a:extLst>
              </p:cNvPr>
              <p:cNvSpPr/>
              <p:nvPr/>
            </p:nvSpPr>
            <p:spPr>
              <a:xfrm>
                <a:off x="2070839" y="5430627"/>
                <a:ext cx="90169" cy="201549"/>
              </a:xfrm>
              <a:custGeom>
                <a:avLst/>
                <a:gdLst>
                  <a:gd name="csX0" fmla="*/ 0 w 90169"/>
                  <a:gd name="csY0" fmla="*/ 0 h 201549"/>
                  <a:gd name="csX1" fmla="*/ 90170 w 90169"/>
                  <a:gd name="csY1" fmla="*/ 0 h 201549"/>
                  <a:gd name="csX2" fmla="*/ 90170 w 90169"/>
                  <a:gd name="csY2" fmla="*/ 201549 h 201549"/>
                  <a:gd name="csX3" fmla="*/ 0 w 90169"/>
                  <a:gd name="csY3" fmla="*/ 201549 h 2015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201549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201549"/>
                    </a:lnTo>
                    <a:lnTo>
                      <a:pt x="0" y="201549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FE40F02B-1777-0133-BDEE-C2DA1131B602}"/>
                  </a:ext>
                </a:extLst>
              </p:cNvPr>
              <p:cNvSpPr/>
              <p:nvPr/>
            </p:nvSpPr>
            <p:spPr>
              <a:xfrm>
                <a:off x="2221207" y="5348458"/>
                <a:ext cx="90169" cy="283591"/>
              </a:xfrm>
              <a:custGeom>
                <a:avLst/>
                <a:gdLst>
                  <a:gd name="csX0" fmla="*/ 0 w 90169"/>
                  <a:gd name="csY0" fmla="*/ 0 h 283591"/>
                  <a:gd name="csX1" fmla="*/ 90170 w 90169"/>
                  <a:gd name="csY1" fmla="*/ 0 h 283591"/>
                  <a:gd name="csX2" fmla="*/ 90170 w 90169"/>
                  <a:gd name="csY2" fmla="*/ 283591 h 283591"/>
                  <a:gd name="csX3" fmla="*/ 0 w 90169"/>
                  <a:gd name="csY3" fmla="*/ 283591 h 2835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283591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283591"/>
                    </a:lnTo>
                    <a:lnTo>
                      <a:pt x="0" y="283591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E10207C7-C232-F92A-0732-9D5C580331C9}"/>
                  </a:ext>
                </a:extLst>
              </p:cNvPr>
              <p:cNvSpPr/>
              <p:nvPr/>
            </p:nvSpPr>
            <p:spPr>
              <a:xfrm>
                <a:off x="2371575" y="5345410"/>
                <a:ext cx="90169" cy="286765"/>
              </a:xfrm>
              <a:custGeom>
                <a:avLst/>
                <a:gdLst>
                  <a:gd name="csX0" fmla="*/ 0 w 90169"/>
                  <a:gd name="csY0" fmla="*/ 0 h 286765"/>
                  <a:gd name="csX1" fmla="*/ 90170 w 90169"/>
                  <a:gd name="csY1" fmla="*/ 0 h 286765"/>
                  <a:gd name="csX2" fmla="*/ 90170 w 90169"/>
                  <a:gd name="csY2" fmla="*/ 286766 h 286765"/>
                  <a:gd name="csX3" fmla="*/ 0 w 90169"/>
                  <a:gd name="csY3" fmla="*/ 286766 h 2867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0169" h="286765">
                    <a:moveTo>
                      <a:pt x="0" y="0"/>
                    </a:moveTo>
                    <a:lnTo>
                      <a:pt x="90170" y="0"/>
                    </a:lnTo>
                    <a:lnTo>
                      <a:pt x="90170" y="286766"/>
                    </a:lnTo>
                    <a:lnTo>
                      <a:pt x="0" y="286766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2EAC28FE-C431-B550-8F8A-17A33BB9B350}"/>
                  </a:ext>
                </a:extLst>
              </p:cNvPr>
              <p:cNvSpPr/>
              <p:nvPr/>
            </p:nvSpPr>
            <p:spPr>
              <a:xfrm>
                <a:off x="1785088" y="5297404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966200F7-CC13-86E7-96D9-4C50991F403C}"/>
                  </a:ext>
                </a:extLst>
              </p:cNvPr>
              <p:cNvSpPr/>
              <p:nvPr/>
            </p:nvSpPr>
            <p:spPr>
              <a:xfrm>
                <a:off x="1815188" y="5297404"/>
                <a:ext cx="12700" cy="62864"/>
              </a:xfrm>
              <a:custGeom>
                <a:avLst/>
                <a:gdLst>
                  <a:gd name="csX0" fmla="*/ 0 w 12700"/>
                  <a:gd name="csY0" fmla="*/ 0 h 62864"/>
                  <a:gd name="csX1" fmla="*/ 0 w 12700"/>
                  <a:gd name="csY1" fmla="*/ 62865 h 628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2864">
                    <a:moveTo>
                      <a:pt x="0" y="0"/>
                    </a:moveTo>
                    <a:lnTo>
                      <a:pt x="0" y="6286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ED2EF333-9498-1B04-5E3A-02ECC7641C6E}"/>
                  </a:ext>
                </a:extLst>
              </p:cNvPr>
              <p:cNvSpPr/>
              <p:nvPr/>
            </p:nvSpPr>
            <p:spPr>
              <a:xfrm>
                <a:off x="1785088" y="5360268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876F8E3B-60B9-FEF1-5521-22A56CB44988}"/>
                  </a:ext>
                </a:extLst>
              </p:cNvPr>
              <p:cNvSpPr/>
              <p:nvPr/>
            </p:nvSpPr>
            <p:spPr>
              <a:xfrm>
                <a:off x="1935456" y="5327883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89F9304C-5F53-FC29-0EA9-D86502F26F65}"/>
                  </a:ext>
                </a:extLst>
              </p:cNvPr>
              <p:cNvSpPr/>
              <p:nvPr/>
            </p:nvSpPr>
            <p:spPr>
              <a:xfrm>
                <a:off x="1965556" y="5327883"/>
                <a:ext cx="12700" cy="97663"/>
              </a:xfrm>
              <a:custGeom>
                <a:avLst/>
                <a:gdLst>
                  <a:gd name="csX0" fmla="*/ 0 w 12700"/>
                  <a:gd name="csY0" fmla="*/ 0 h 97663"/>
                  <a:gd name="csX1" fmla="*/ 0 w 12700"/>
                  <a:gd name="csY1" fmla="*/ 97663 h 97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7663">
                    <a:moveTo>
                      <a:pt x="0" y="0"/>
                    </a:moveTo>
                    <a:lnTo>
                      <a:pt x="0" y="9766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E7BEE36E-C60C-09FB-4028-AC7F38B0C247}"/>
                  </a:ext>
                </a:extLst>
              </p:cNvPr>
              <p:cNvSpPr/>
              <p:nvPr/>
            </p:nvSpPr>
            <p:spPr>
              <a:xfrm>
                <a:off x="1935456" y="5425547"/>
                <a:ext cx="60198" cy="12700"/>
              </a:xfrm>
              <a:custGeom>
                <a:avLst/>
                <a:gdLst>
                  <a:gd name="csX0" fmla="*/ 0 w 60198"/>
                  <a:gd name="csY0" fmla="*/ 0 h 12700"/>
                  <a:gd name="csX1" fmla="*/ 60198 w 601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8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038C8A00-1D1E-A060-88BE-40E41EBA0E47}"/>
                  </a:ext>
                </a:extLst>
              </p:cNvPr>
              <p:cNvSpPr/>
              <p:nvPr/>
            </p:nvSpPr>
            <p:spPr>
              <a:xfrm>
                <a:off x="2085825" y="5427960"/>
                <a:ext cx="60197" cy="12700"/>
              </a:xfrm>
              <a:custGeom>
                <a:avLst/>
                <a:gdLst>
                  <a:gd name="csX0" fmla="*/ 0 w 60197"/>
                  <a:gd name="csY0" fmla="*/ 0 h 12700"/>
                  <a:gd name="csX1" fmla="*/ 60198 w 601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7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2A030569-E25C-0DA7-D1DB-A051DB8BBC01}"/>
                  </a:ext>
                </a:extLst>
              </p:cNvPr>
              <p:cNvSpPr/>
              <p:nvPr/>
            </p:nvSpPr>
            <p:spPr>
              <a:xfrm>
                <a:off x="2115923" y="5427960"/>
                <a:ext cx="12700" cy="5206"/>
              </a:xfrm>
              <a:custGeom>
                <a:avLst/>
                <a:gdLst>
                  <a:gd name="csX0" fmla="*/ 0 w 12700"/>
                  <a:gd name="csY0" fmla="*/ 0 h 5206"/>
                  <a:gd name="csX1" fmla="*/ 0 w 12700"/>
                  <a:gd name="csY1" fmla="*/ 5207 h 52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206">
                    <a:moveTo>
                      <a:pt x="0" y="0"/>
                    </a:moveTo>
                    <a:lnTo>
                      <a:pt x="0" y="520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62D4AE05-F41C-6D90-5FFA-AAA6E6A2FF12}"/>
                  </a:ext>
                </a:extLst>
              </p:cNvPr>
              <p:cNvSpPr/>
              <p:nvPr/>
            </p:nvSpPr>
            <p:spPr>
              <a:xfrm>
                <a:off x="2085825" y="5433167"/>
                <a:ext cx="60197" cy="12700"/>
              </a:xfrm>
              <a:custGeom>
                <a:avLst/>
                <a:gdLst>
                  <a:gd name="csX0" fmla="*/ 0 w 60197"/>
                  <a:gd name="csY0" fmla="*/ 0 h 12700"/>
                  <a:gd name="csX1" fmla="*/ 60198 w 601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97" h="12700">
                    <a:moveTo>
                      <a:pt x="0" y="0"/>
                    </a:moveTo>
                    <a:lnTo>
                      <a:pt x="601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303C9128-2AAE-30D3-E5E8-2EEFD95E79EF}"/>
                  </a:ext>
                </a:extLst>
              </p:cNvPr>
              <p:cNvSpPr/>
              <p:nvPr/>
            </p:nvSpPr>
            <p:spPr>
              <a:xfrm>
                <a:off x="2386561" y="5306801"/>
                <a:ext cx="60070" cy="12700"/>
              </a:xfrm>
              <a:custGeom>
                <a:avLst/>
                <a:gdLst>
                  <a:gd name="csX0" fmla="*/ 0 w 60070"/>
                  <a:gd name="csY0" fmla="*/ 0 h 12700"/>
                  <a:gd name="csX1" fmla="*/ 60071 w 6007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070" h="12700">
                    <a:moveTo>
                      <a:pt x="0" y="0"/>
                    </a:moveTo>
                    <a:lnTo>
                      <a:pt x="6007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5F7F2A05-CEB3-92D6-65FB-7A57AA8DE3E6}"/>
                  </a:ext>
                </a:extLst>
              </p:cNvPr>
              <p:cNvSpPr/>
              <p:nvPr/>
            </p:nvSpPr>
            <p:spPr>
              <a:xfrm>
                <a:off x="2416659" y="5306801"/>
                <a:ext cx="12700" cy="77088"/>
              </a:xfrm>
              <a:custGeom>
                <a:avLst/>
                <a:gdLst>
                  <a:gd name="csX0" fmla="*/ 0 w 12700"/>
                  <a:gd name="csY0" fmla="*/ 0 h 77088"/>
                  <a:gd name="csX1" fmla="*/ 0 w 12700"/>
                  <a:gd name="csY1" fmla="*/ 77089 h 770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7088">
                    <a:moveTo>
                      <a:pt x="0" y="0"/>
                    </a:moveTo>
                    <a:lnTo>
                      <a:pt x="0" y="7708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2B5C3ECF-759D-E2AE-B201-155A0367375A}"/>
                  </a:ext>
                </a:extLst>
              </p:cNvPr>
              <p:cNvSpPr/>
              <p:nvPr/>
            </p:nvSpPr>
            <p:spPr>
              <a:xfrm>
                <a:off x="2386561" y="5383890"/>
                <a:ext cx="60070" cy="12700"/>
              </a:xfrm>
              <a:custGeom>
                <a:avLst/>
                <a:gdLst>
                  <a:gd name="csX0" fmla="*/ 0 w 60070"/>
                  <a:gd name="csY0" fmla="*/ 0 h 12700"/>
                  <a:gd name="csX1" fmla="*/ 60071 w 6007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070" h="12700">
                    <a:moveTo>
                      <a:pt x="0" y="0"/>
                    </a:moveTo>
                    <a:lnTo>
                      <a:pt x="60071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150DFB53-407D-82E6-6C10-9F6189F76EAB}"/>
                  </a:ext>
                </a:extLst>
              </p:cNvPr>
              <p:cNvSpPr/>
              <p:nvPr/>
            </p:nvSpPr>
            <p:spPr>
              <a:xfrm>
                <a:off x="2110336" y="541030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CE0F5C05-3EE4-E537-AFC1-A87D72DDA760}"/>
                  </a:ext>
                </a:extLst>
              </p:cNvPr>
              <p:cNvSpPr/>
              <p:nvPr/>
            </p:nvSpPr>
            <p:spPr>
              <a:xfrm>
                <a:off x="1960603" y="521929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2C1B717-D988-8CAB-EFC3-C9B883C69E38}"/>
                  </a:ext>
                </a:extLst>
              </p:cNvPr>
              <p:cNvSpPr/>
              <p:nvPr/>
            </p:nvSpPr>
            <p:spPr>
              <a:xfrm>
                <a:off x="1941045" y="543380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22F971DB-9CCE-D92B-E5C0-EA4EF650417B}"/>
                  </a:ext>
                </a:extLst>
              </p:cNvPr>
              <p:cNvSpPr/>
              <p:nvPr/>
            </p:nvSpPr>
            <p:spPr>
              <a:xfrm>
                <a:off x="2408532" y="541424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15B47AC5-2879-E31B-6818-81A4B47F3A77}"/>
                  </a:ext>
                </a:extLst>
              </p:cNvPr>
              <p:cNvSpPr/>
              <p:nvPr/>
            </p:nvSpPr>
            <p:spPr>
              <a:xfrm>
                <a:off x="1801345" y="53257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A693DBAE-22FA-6C3D-F626-FBE16F89FF87}"/>
                  </a:ext>
                </a:extLst>
              </p:cNvPr>
              <p:cNvSpPr/>
              <p:nvPr/>
            </p:nvSpPr>
            <p:spPr>
              <a:xfrm>
                <a:off x="2399134" y="537830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1FCE2F04-9D5F-F270-44E6-F637B0191686}"/>
                  </a:ext>
                </a:extLst>
              </p:cNvPr>
              <p:cNvSpPr/>
              <p:nvPr/>
            </p:nvSpPr>
            <p:spPr>
              <a:xfrm>
                <a:off x="1804266" y="532674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F1D4FE31-A1BB-0AFD-5A8E-84D4E015AF78}"/>
                  </a:ext>
                </a:extLst>
              </p:cNvPr>
              <p:cNvSpPr/>
              <p:nvPr/>
            </p:nvSpPr>
            <p:spPr>
              <a:xfrm>
                <a:off x="2387577" y="519085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B69BE122-CA13-BD7B-1C7F-5A52776DFE3F}"/>
                  </a:ext>
                </a:extLst>
              </p:cNvPr>
              <p:cNvSpPr/>
              <p:nvPr/>
            </p:nvSpPr>
            <p:spPr>
              <a:xfrm>
                <a:off x="1801853" y="530959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21F4B77E-37EF-4DCF-307F-D14C3AC2C0DC}"/>
                  </a:ext>
                </a:extLst>
              </p:cNvPr>
              <p:cNvSpPr/>
              <p:nvPr/>
            </p:nvSpPr>
            <p:spPr>
              <a:xfrm>
                <a:off x="2404722" y="530388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53A08859-1D8A-1EE5-D099-6D064DB014A3}"/>
                  </a:ext>
                </a:extLst>
              </p:cNvPr>
              <p:cNvSpPr/>
              <p:nvPr/>
            </p:nvSpPr>
            <p:spPr>
              <a:xfrm>
                <a:off x="1795884" y="53583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FA5EB3A3-C6F3-7D28-3D7C-BE45CFE37DF7}"/>
                  </a:ext>
                </a:extLst>
              </p:cNvPr>
              <p:cNvSpPr/>
              <p:nvPr/>
            </p:nvSpPr>
            <p:spPr>
              <a:xfrm>
                <a:off x="2405230" y="542567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E96C46C6-73E3-2604-3354-7A8D2C861359}"/>
                  </a:ext>
                </a:extLst>
              </p:cNvPr>
              <p:cNvSpPr/>
              <p:nvPr/>
            </p:nvSpPr>
            <p:spPr>
              <a:xfrm>
                <a:off x="1810235" y="53802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74857533-3E8C-E6BF-0D85-003DF51B3510}"/>
                  </a:ext>
                </a:extLst>
              </p:cNvPr>
              <p:cNvSpPr/>
              <p:nvPr/>
            </p:nvSpPr>
            <p:spPr>
              <a:xfrm>
                <a:off x="1940156" y="553235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66AA3E18-C92B-D40F-A828-E16F9DCA0B9E}"/>
                  </a:ext>
                </a:extLst>
              </p:cNvPr>
              <p:cNvSpPr/>
              <p:nvPr/>
            </p:nvSpPr>
            <p:spPr>
              <a:xfrm>
                <a:off x="2397483" y="525117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00C21586-B00F-2706-74D0-C2B339239FD6}"/>
                  </a:ext>
                </a:extLst>
              </p:cNvPr>
              <p:cNvSpPr/>
              <p:nvPr/>
            </p:nvSpPr>
            <p:spPr>
              <a:xfrm>
                <a:off x="1810362" y="516316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7454E78-6D6E-A552-88FD-299F5AA5E0A1}"/>
                  </a:ext>
                </a:extLst>
              </p:cNvPr>
              <p:cNvSpPr/>
              <p:nvPr/>
            </p:nvSpPr>
            <p:spPr>
              <a:xfrm>
                <a:off x="2112241" y="541551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EA47F908-1D56-FD18-AB5E-C12A76C57F65}"/>
                  </a:ext>
                </a:extLst>
              </p:cNvPr>
              <p:cNvSpPr/>
              <p:nvPr/>
            </p:nvSpPr>
            <p:spPr>
              <a:xfrm>
                <a:off x="1935965" y="523619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EB22BB9E-5E22-C124-8A54-172A0C4AFB5F}"/>
                  </a:ext>
                </a:extLst>
              </p:cNvPr>
              <p:cNvSpPr/>
              <p:nvPr/>
            </p:nvSpPr>
            <p:spPr>
              <a:xfrm>
                <a:off x="2247496" y="533029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CFAB2F34-D7F6-BC58-4FBC-815A187667CD}"/>
                  </a:ext>
                </a:extLst>
              </p:cNvPr>
              <p:cNvSpPr/>
              <p:nvPr/>
            </p:nvSpPr>
            <p:spPr>
              <a:xfrm>
                <a:off x="1949300" y="533664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2155D8B8-2138-8A4F-CE24-BB70AA1A5C35}"/>
                  </a:ext>
                </a:extLst>
              </p:cNvPr>
              <p:cNvSpPr/>
              <p:nvPr/>
            </p:nvSpPr>
            <p:spPr>
              <a:xfrm>
                <a:off x="1959714" y="53929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51" name="TextBox 1650">
                <a:extLst>
                  <a:ext uri="{FF2B5EF4-FFF2-40B4-BE49-F238E27FC236}">
                    <a16:creationId xmlns:a16="http://schemas.microsoft.com/office/drawing/2014/main" id="{A1FADC4E-9478-1D3A-E88F-DA5319FC8F1B}"/>
                  </a:ext>
                </a:extLst>
              </p:cNvPr>
              <p:cNvSpPr txBox="1"/>
              <p:nvPr/>
            </p:nvSpPr>
            <p:spPr>
              <a:xfrm>
                <a:off x="1745294" y="4962593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CEF0A359-16A3-0BE4-C432-DA29331EFFE8}"/>
                  </a:ext>
                </a:extLst>
              </p:cNvPr>
              <p:cNvSpPr/>
              <p:nvPr/>
            </p:nvSpPr>
            <p:spPr>
              <a:xfrm>
                <a:off x="1815188" y="5135479"/>
                <a:ext cx="135254" cy="12700"/>
              </a:xfrm>
              <a:custGeom>
                <a:avLst/>
                <a:gdLst>
                  <a:gd name="csX0" fmla="*/ 0 w 135254"/>
                  <a:gd name="csY0" fmla="*/ 0 h 12700"/>
                  <a:gd name="csX1" fmla="*/ 135255 w 13525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254" h="12700">
                    <a:moveTo>
                      <a:pt x="0" y="0"/>
                    </a:moveTo>
                    <a:lnTo>
                      <a:pt x="13525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53" name="TextBox 1652">
                <a:extLst>
                  <a:ext uri="{FF2B5EF4-FFF2-40B4-BE49-F238E27FC236}">
                    <a16:creationId xmlns:a16="http://schemas.microsoft.com/office/drawing/2014/main" id="{54F976B1-93A4-16E7-9A74-A97F1D57F49F}"/>
                  </a:ext>
                </a:extLst>
              </p:cNvPr>
              <p:cNvSpPr txBox="1"/>
              <p:nvPr/>
            </p:nvSpPr>
            <p:spPr>
              <a:xfrm>
                <a:off x="2021150" y="4962593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AA18E1E7-7F04-CDA1-248E-952D7009A977}"/>
                  </a:ext>
                </a:extLst>
              </p:cNvPr>
              <p:cNvSpPr/>
              <p:nvPr/>
            </p:nvSpPr>
            <p:spPr>
              <a:xfrm>
                <a:off x="1980542" y="5135479"/>
                <a:ext cx="436118" cy="12700"/>
              </a:xfrm>
              <a:custGeom>
                <a:avLst/>
                <a:gdLst>
                  <a:gd name="csX0" fmla="*/ 0 w 436118"/>
                  <a:gd name="csY0" fmla="*/ 0 h 12700"/>
                  <a:gd name="csX1" fmla="*/ 436118 w 43611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6118" h="12700">
                    <a:moveTo>
                      <a:pt x="0" y="0"/>
                    </a:moveTo>
                    <a:lnTo>
                      <a:pt x="436118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55" name="TextBox 1654">
                <a:extLst>
                  <a:ext uri="{FF2B5EF4-FFF2-40B4-BE49-F238E27FC236}">
                    <a16:creationId xmlns:a16="http://schemas.microsoft.com/office/drawing/2014/main" id="{092DACC6-5185-75DD-3E5E-68E6D185AECD}"/>
                  </a:ext>
                </a:extLst>
              </p:cNvPr>
              <p:cNvSpPr txBox="1"/>
              <p:nvPr/>
            </p:nvSpPr>
            <p:spPr>
              <a:xfrm>
                <a:off x="1902847" y="4886095"/>
                <a:ext cx="426152" cy="174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0.27</a:t>
                </a: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8F334AD3-F4F3-7B82-1A12-9D48A1EC5D14}"/>
                  </a:ext>
                </a:extLst>
              </p:cNvPr>
              <p:cNvSpPr/>
              <p:nvPr/>
            </p:nvSpPr>
            <p:spPr>
              <a:xfrm>
                <a:off x="1815188" y="5022576"/>
                <a:ext cx="601472" cy="12700"/>
              </a:xfrm>
              <a:custGeom>
                <a:avLst/>
                <a:gdLst>
                  <a:gd name="csX0" fmla="*/ 0 w 601472"/>
                  <a:gd name="csY0" fmla="*/ 0 h 12700"/>
                  <a:gd name="csX1" fmla="*/ 601472 w 60147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01472" h="12700">
                    <a:moveTo>
                      <a:pt x="0" y="0"/>
                    </a:moveTo>
                    <a:lnTo>
                      <a:pt x="60147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657" name="Graphic 1513">
              <a:extLst>
                <a:ext uri="{FF2B5EF4-FFF2-40B4-BE49-F238E27FC236}">
                  <a16:creationId xmlns:a16="http://schemas.microsoft.com/office/drawing/2014/main" id="{3AB3D92B-DA6B-2A95-88B1-151E16D3C7EB}"/>
                </a:ext>
              </a:extLst>
            </p:cNvPr>
            <p:cNvGrpSpPr/>
            <p:nvPr/>
          </p:nvGrpSpPr>
          <p:grpSpPr>
            <a:xfrm>
              <a:off x="1349237" y="4652629"/>
              <a:ext cx="1228774" cy="1196086"/>
              <a:chOff x="1349237" y="4652629"/>
              <a:chExt cx="1228774" cy="1196086"/>
            </a:xfrm>
          </p:grpSpPr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4D9A2121-C360-9515-AF0A-BCF4E5F6C6BA}"/>
                  </a:ext>
                </a:extLst>
              </p:cNvPr>
              <p:cNvSpPr/>
              <p:nvPr/>
            </p:nvSpPr>
            <p:spPr>
              <a:xfrm>
                <a:off x="1725017" y="4954885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59" name="TextBox 1658">
                <a:extLst>
                  <a:ext uri="{FF2B5EF4-FFF2-40B4-BE49-F238E27FC236}">
                    <a16:creationId xmlns:a16="http://schemas.microsoft.com/office/drawing/2014/main" id="{C03E1AB9-68E5-0AA7-0313-5FDC5AEBA066}"/>
                  </a:ext>
                </a:extLst>
              </p:cNvPr>
              <p:cNvSpPr txBox="1"/>
              <p:nvPr/>
            </p:nvSpPr>
            <p:spPr>
              <a:xfrm>
                <a:off x="1409154" y="5525160"/>
                <a:ext cx="344721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660" name="TextBox 1659">
                <a:extLst>
                  <a:ext uri="{FF2B5EF4-FFF2-40B4-BE49-F238E27FC236}">
                    <a16:creationId xmlns:a16="http://schemas.microsoft.com/office/drawing/2014/main" id="{20C9D510-BC3B-960C-AA50-5275B725C9D1}"/>
                  </a:ext>
                </a:extLst>
              </p:cNvPr>
              <p:cNvSpPr txBox="1"/>
              <p:nvPr/>
            </p:nvSpPr>
            <p:spPr>
              <a:xfrm>
                <a:off x="1409154" y="5277510"/>
                <a:ext cx="344721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5%</a:t>
                </a:r>
              </a:p>
            </p:txBody>
          </p:sp>
          <p:sp>
            <p:nvSpPr>
              <p:cNvPr id="1661" name="TextBox 1660">
                <a:extLst>
                  <a:ext uri="{FF2B5EF4-FFF2-40B4-BE49-F238E27FC236}">
                    <a16:creationId xmlns:a16="http://schemas.microsoft.com/office/drawing/2014/main" id="{EAE37AD7-9196-9CD2-3DA8-E16737EA3B1B}"/>
                  </a:ext>
                </a:extLst>
              </p:cNvPr>
              <p:cNvSpPr txBox="1"/>
              <p:nvPr/>
            </p:nvSpPr>
            <p:spPr>
              <a:xfrm>
                <a:off x="1349237" y="5029733"/>
                <a:ext cx="402401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10%</a:t>
                </a: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5EDD3467-49D1-539C-C6A7-5301D3C84F1A}"/>
                  </a:ext>
                </a:extLst>
              </p:cNvPr>
              <p:cNvSpPr/>
              <p:nvPr/>
            </p:nvSpPr>
            <p:spPr>
              <a:xfrm>
                <a:off x="1690220" y="563204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961E9F5C-7970-AC16-2292-A8B887B9A46A}"/>
                  </a:ext>
                </a:extLst>
              </p:cNvPr>
              <p:cNvSpPr/>
              <p:nvPr/>
            </p:nvSpPr>
            <p:spPr>
              <a:xfrm>
                <a:off x="1690220" y="5384399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5A7F2096-6A37-FB26-FEA7-CDA91F4E8CA4}"/>
                  </a:ext>
                </a:extLst>
              </p:cNvPr>
              <p:cNvSpPr/>
              <p:nvPr/>
            </p:nvSpPr>
            <p:spPr>
              <a:xfrm>
                <a:off x="1690220" y="5136622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9F08E451-48C0-2DED-3CDF-282A40FD64CB}"/>
                  </a:ext>
                </a:extLst>
              </p:cNvPr>
              <p:cNvSpPr/>
              <p:nvPr/>
            </p:nvSpPr>
            <p:spPr>
              <a:xfrm>
                <a:off x="1725017" y="5632049"/>
                <a:ext cx="781811" cy="12700"/>
              </a:xfrm>
              <a:custGeom>
                <a:avLst/>
                <a:gdLst>
                  <a:gd name="csX0" fmla="*/ 0 w 781811"/>
                  <a:gd name="csY0" fmla="*/ 0 h 12700"/>
                  <a:gd name="csX1" fmla="*/ 781812 w 78181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81811" h="12700">
                    <a:moveTo>
                      <a:pt x="0" y="0"/>
                    </a:moveTo>
                    <a:lnTo>
                      <a:pt x="7818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9E0670CA-C9DA-B394-0CA1-62EFF91A95A0}"/>
                  </a:ext>
                </a:extLst>
              </p:cNvPr>
              <p:cNvSpPr/>
              <p:nvPr/>
            </p:nvSpPr>
            <p:spPr>
              <a:xfrm>
                <a:off x="1815188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307DD1E9-4CFF-768B-60F9-960889DC5C88}"/>
                  </a:ext>
                </a:extLst>
              </p:cNvPr>
              <p:cNvSpPr/>
              <p:nvPr/>
            </p:nvSpPr>
            <p:spPr>
              <a:xfrm>
                <a:off x="1965556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17489558-1B81-EA75-0EE5-87E433571220}"/>
                  </a:ext>
                </a:extLst>
              </p:cNvPr>
              <p:cNvSpPr/>
              <p:nvPr/>
            </p:nvSpPr>
            <p:spPr>
              <a:xfrm>
                <a:off x="2115923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EAF37601-683E-2DDD-5D20-F1598E89AC65}"/>
                  </a:ext>
                </a:extLst>
              </p:cNvPr>
              <p:cNvSpPr/>
              <p:nvPr/>
            </p:nvSpPr>
            <p:spPr>
              <a:xfrm>
                <a:off x="2266292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31FB04A9-A3AB-A750-1945-BACE1A168CEC}"/>
                  </a:ext>
                </a:extLst>
              </p:cNvPr>
              <p:cNvSpPr/>
              <p:nvPr/>
            </p:nvSpPr>
            <p:spPr>
              <a:xfrm>
                <a:off x="2416659" y="5632049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71" name="TextBox 1670">
                <a:extLst>
                  <a:ext uri="{FF2B5EF4-FFF2-40B4-BE49-F238E27FC236}">
                    <a16:creationId xmlns:a16="http://schemas.microsoft.com/office/drawing/2014/main" id="{FEEA035F-CF22-7B15-97A9-0D2D537515EF}"/>
                  </a:ext>
                </a:extLst>
              </p:cNvPr>
              <p:cNvSpPr txBox="1"/>
              <p:nvPr/>
            </p:nvSpPr>
            <p:spPr>
              <a:xfrm>
                <a:off x="1675059" y="5627903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672" name="TextBox 1671">
                <a:extLst>
                  <a:ext uri="{FF2B5EF4-FFF2-40B4-BE49-F238E27FC236}">
                    <a16:creationId xmlns:a16="http://schemas.microsoft.com/office/drawing/2014/main" id="{683E4649-9792-B95F-A3C4-EC286396D219}"/>
                  </a:ext>
                </a:extLst>
              </p:cNvPr>
              <p:cNvSpPr txBox="1"/>
              <p:nvPr/>
            </p:nvSpPr>
            <p:spPr>
              <a:xfrm>
                <a:off x="1853419" y="5627903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673" name="TextBox 1672">
                <a:extLst>
                  <a:ext uri="{FF2B5EF4-FFF2-40B4-BE49-F238E27FC236}">
                    <a16:creationId xmlns:a16="http://schemas.microsoft.com/office/drawing/2014/main" id="{5EB68B6C-9C71-C71E-4086-0A14FF6F4225}"/>
                  </a:ext>
                </a:extLst>
              </p:cNvPr>
              <p:cNvSpPr txBox="1"/>
              <p:nvPr/>
            </p:nvSpPr>
            <p:spPr>
              <a:xfrm>
                <a:off x="1974947" y="5627903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674" name="TextBox 1673">
                <a:extLst>
                  <a:ext uri="{FF2B5EF4-FFF2-40B4-BE49-F238E27FC236}">
                    <a16:creationId xmlns:a16="http://schemas.microsoft.com/office/drawing/2014/main" id="{5DD634C5-3A8E-668A-8796-D2EC4111B524}"/>
                  </a:ext>
                </a:extLst>
              </p:cNvPr>
              <p:cNvSpPr txBox="1"/>
              <p:nvPr/>
            </p:nvSpPr>
            <p:spPr>
              <a:xfrm>
                <a:off x="2099867" y="5627903"/>
                <a:ext cx="33284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675" name="TextBox 1674">
                <a:extLst>
                  <a:ext uri="{FF2B5EF4-FFF2-40B4-BE49-F238E27FC236}">
                    <a16:creationId xmlns:a16="http://schemas.microsoft.com/office/drawing/2014/main" id="{58F4D455-068C-A7BC-0F56-58738BBE93D3}"/>
                  </a:ext>
                </a:extLst>
              </p:cNvPr>
              <p:cNvSpPr txBox="1"/>
              <p:nvPr/>
            </p:nvSpPr>
            <p:spPr>
              <a:xfrm>
                <a:off x="2287557" y="5627903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678" name="TextBox 1677">
                <a:extLst>
                  <a:ext uri="{FF2B5EF4-FFF2-40B4-BE49-F238E27FC236}">
                    <a16:creationId xmlns:a16="http://schemas.microsoft.com/office/drawing/2014/main" id="{1122E400-A08C-5ABE-E73B-C1B58E60E14F}"/>
                  </a:ext>
                </a:extLst>
              </p:cNvPr>
              <p:cNvSpPr txBox="1"/>
              <p:nvPr/>
            </p:nvSpPr>
            <p:spPr>
              <a:xfrm>
                <a:off x="1542827" y="4652629"/>
                <a:ext cx="1035184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4_TGN_GABA</a:t>
                </a:r>
              </a:p>
            </p:txBody>
          </p:sp>
        </p:grpSp>
      </p:grpSp>
      <p:grpSp>
        <p:nvGrpSpPr>
          <p:cNvPr id="1679" name="Graphic 1517">
            <a:extLst>
              <a:ext uri="{FF2B5EF4-FFF2-40B4-BE49-F238E27FC236}">
                <a16:creationId xmlns:a16="http://schemas.microsoft.com/office/drawing/2014/main" id="{138DD808-66F4-D316-EED6-3FBCF34A582D}"/>
              </a:ext>
            </a:extLst>
          </p:cNvPr>
          <p:cNvGrpSpPr/>
          <p:nvPr/>
        </p:nvGrpSpPr>
        <p:grpSpPr>
          <a:xfrm>
            <a:off x="2186724" y="3103309"/>
            <a:ext cx="1125828" cy="1130191"/>
            <a:chOff x="2465309" y="4661384"/>
            <a:chExt cx="1191469" cy="1196086"/>
          </a:xfrm>
        </p:grpSpPr>
        <p:grpSp>
          <p:nvGrpSpPr>
            <p:cNvPr id="1682" name="Graphic 1517">
              <a:extLst>
                <a:ext uri="{FF2B5EF4-FFF2-40B4-BE49-F238E27FC236}">
                  <a16:creationId xmlns:a16="http://schemas.microsoft.com/office/drawing/2014/main" id="{3EDB4C37-2A27-AC4C-F0ED-D6612293F67E}"/>
                </a:ext>
              </a:extLst>
            </p:cNvPr>
            <p:cNvGrpSpPr/>
            <p:nvPr/>
          </p:nvGrpSpPr>
          <p:grpSpPr>
            <a:xfrm>
              <a:off x="2720590" y="4858445"/>
              <a:ext cx="904496" cy="793408"/>
              <a:chOff x="2720590" y="4858445"/>
              <a:chExt cx="904496" cy="793408"/>
            </a:xfrm>
          </p:grpSpPr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DBC8C971-E58E-A527-52F6-BC66259A80A2}"/>
                  </a:ext>
                </a:extLst>
              </p:cNvPr>
              <p:cNvSpPr/>
              <p:nvPr/>
            </p:nvSpPr>
            <p:spPr>
              <a:xfrm>
                <a:off x="2781045" y="4963640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A770E688-6689-5193-D9DD-5F0C8B34AD99}"/>
                  </a:ext>
                </a:extLst>
              </p:cNvPr>
              <p:cNvSpPr/>
              <p:nvPr/>
            </p:nvSpPr>
            <p:spPr>
              <a:xfrm>
                <a:off x="2829813" y="5422618"/>
                <a:ext cx="97409" cy="218186"/>
              </a:xfrm>
              <a:custGeom>
                <a:avLst/>
                <a:gdLst>
                  <a:gd name="csX0" fmla="*/ 0 w 97409"/>
                  <a:gd name="csY0" fmla="*/ 0 h 218186"/>
                  <a:gd name="csX1" fmla="*/ 97409 w 97409"/>
                  <a:gd name="csY1" fmla="*/ 0 h 218186"/>
                  <a:gd name="csX2" fmla="*/ 97409 w 97409"/>
                  <a:gd name="csY2" fmla="*/ 218186 h 218186"/>
                  <a:gd name="csX3" fmla="*/ 0 w 97409"/>
                  <a:gd name="csY3" fmla="*/ 218186 h 2181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18186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18186"/>
                    </a:lnTo>
                    <a:lnTo>
                      <a:pt x="0" y="218186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0FBFD5C0-4B42-15C7-18B7-E10D546A8A03}"/>
                  </a:ext>
                </a:extLst>
              </p:cNvPr>
              <p:cNvSpPr/>
              <p:nvPr/>
            </p:nvSpPr>
            <p:spPr>
              <a:xfrm>
                <a:off x="2992119" y="5469735"/>
                <a:ext cx="97409" cy="171069"/>
              </a:xfrm>
              <a:custGeom>
                <a:avLst/>
                <a:gdLst>
                  <a:gd name="csX0" fmla="*/ 0 w 97409"/>
                  <a:gd name="csY0" fmla="*/ 0 h 171069"/>
                  <a:gd name="csX1" fmla="*/ 97409 w 97409"/>
                  <a:gd name="csY1" fmla="*/ 0 h 171069"/>
                  <a:gd name="csX2" fmla="*/ 97409 w 97409"/>
                  <a:gd name="csY2" fmla="*/ 171069 h 171069"/>
                  <a:gd name="csX3" fmla="*/ 0 w 97409"/>
                  <a:gd name="csY3" fmla="*/ 171069 h 1710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171069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171069"/>
                    </a:lnTo>
                    <a:lnTo>
                      <a:pt x="0" y="171069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7723B0AC-5D53-4511-C00C-021B6AF8AD26}"/>
                  </a:ext>
                </a:extLst>
              </p:cNvPr>
              <p:cNvSpPr/>
              <p:nvPr/>
            </p:nvSpPr>
            <p:spPr>
              <a:xfrm>
                <a:off x="3154425" y="5408140"/>
                <a:ext cx="97409" cy="232664"/>
              </a:xfrm>
              <a:custGeom>
                <a:avLst/>
                <a:gdLst>
                  <a:gd name="csX0" fmla="*/ 0 w 97409"/>
                  <a:gd name="csY0" fmla="*/ 0 h 232664"/>
                  <a:gd name="csX1" fmla="*/ 97409 w 97409"/>
                  <a:gd name="csY1" fmla="*/ 0 h 232664"/>
                  <a:gd name="csX2" fmla="*/ 97409 w 97409"/>
                  <a:gd name="csY2" fmla="*/ 232664 h 232664"/>
                  <a:gd name="csX3" fmla="*/ 0 w 97409"/>
                  <a:gd name="csY3" fmla="*/ 232664 h 2326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2664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2664"/>
                    </a:lnTo>
                    <a:lnTo>
                      <a:pt x="0" y="232664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EA7A90E6-4EFC-11D7-3AC3-E97C2DE3E821}"/>
                  </a:ext>
                </a:extLst>
              </p:cNvPr>
              <p:cNvSpPr/>
              <p:nvPr/>
            </p:nvSpPr>
            <p:spPr>
              <a:xfrm>
                <a:off x="3316731" y="5412458"/>
                <a:ext cx="97409" cy="228345"/>
              </a:xfrm>
              <a:custGeom>
                <a:avLst/>
                <a:gdLst>
                  <a:gd name="csX0" fmla="*/ 0 w 97409"/>
                  <a:gd name="csY0" fmla="*/ 0 h 228345"/>
                  <a:gd name="csX1" fmla="*/ 97409 w 97409"/>
                  <a:gd name="csY1" fmla="*/ 0 h 228345"/>
                  <a:gd name="csX2" fmla="*/ 97409 w 97409"/>
                  <a:gd name="csY2" fmla="*/ 228346 h 228345"/>
                  <a:gd name="csX3" fmla="*/ 0 w 97409"/>
                  <a:gd name="csY3" fmla="*/ 228346 h 2283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834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8346"/>
                    </a:lnTo>
                    <a:lnTo>
                      <a:pt x="0" y="228346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2096559A-01AB-6AB8-4218-40318365D9F5}"/>
                  </a:ext>
                </a:extLst>
              </p:cNvPr>
              <p:cNvSpPr/>
              <p:nvPr/>
            </p:nvSpPr>
            <p:spPr>
              <a:xfrm>
                <a:off x="3479037" y="5373977"/>
                <a:ext cx="97409" cy="266827"/>
              </a:xfrm>
              <a:custGeom>
                <a:avLst/>
                <a:gdLst>
                  <a:gd name="csX0" fmla="*/ 0 w 97409"/>
                  <a:gd name="csY0" fmla="*/ 0 h 266827"/>
                  <a:gd name="csX1" fmla="*/ 97409 w 97409"/>
                  <a:gd name="csY1" fmla="*/ 0 h 266827"/>
                  <a:gd name="csX2" fmla="*/ 97409 w 97409"/>
                  <a:gd name="csY2" fmla="*/ 266827 h 266827"/>
                  <a:gd name="csX3" fmla="*/ 0 w 97409"/>
                  <a:gd name="csY3" fmla="*/ 266827 h 2668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66827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66827"/>
                    </a:lnTo>
                    <a:lnTo>
                      <a:pt x="0" y="266827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9408AD04-A0DA-326A-3041-F41100DA064B}"/>
                  </a:ext>
                </a:extLst>
              </p:cNvPr>
              <p:cNvSpPr/>
              <p:nvPr/>
            </p:nvSpPr>
            <p:spPr>
              <a:xfrm>
                <a:off x="2846069" y="5390359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B3A0C51A-CA09-5859-382D-5434A90B86A5}"/>
                  </a:ext>
                </a:extLst>
              </p:cNvPr>
              <p:cNvSpPr/>
              <p:nvPr/>
            </p:nvSpPr>
            <p:spPr>
              <a:xfrm>
                <a:off x="2878453" y="5390359"/>
                <a:ext cx="12700" cy="64643"/>
              </a:xfrm>
              <a:custGeom>
                <a:avLst/>
                <a:gdLst>
                  <a:gd name="csX0" fmla="*/ 0 w 12700"/>
                  <a:gd name="csY0" fmla="*/ 0 h 64643"/>
                  <a:gd name="csX1" fmla="*/ 0 w 12700"/>
                  <a:gd name="csY1" fmla="*/ 64643 h 646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4643">
                    <a:moveTo>
                      <a:pt x="0" y="0"/>
                    </a:moveTo>
                    <a:lnTo>
                      <a:pt x="0" y="6464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B6F93A82-12AF-C92F-A008-FDFA09001CF3}"/>
                  </a:ext>
                </a:extLst>
              </p:cNvPr>
              <p:cNvSpPr/>
              <p:nvPr/>
            </p:nvSpPr>
            <p:spPr>
              <a:xfrm>
                <a:off x="2846069" y="545500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4047937C-DE0C-2A4E-D774-4F78B0FE5DB2}"/>
                  </a:ext>
                </a:extLst>
              </p:cNvPr>
              <p:cNvSpPr/>
              <p:nvPr/>
            </p:nvSpPr>
            <p:spPr>
              <a:xfrm>
                <a:off x="3008374" y="5437223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EF6EBDCE-8F5A-B8ED-40F2-4518F643E4A9}"/>
                  </a:ext>
                </a:extLst>
              </p:cNvPr>
              <p:cNvSpPr/>
              <p:nvPr/>
            </p:nvSpPr>
            <p:spPr>
              <a:xfrm>
                <a:off x="3040759" y="5437223"/>
                <a:ext cx="12700" cy="65023"/>
              </a:xfrm>
              <a:custGeom>
                <a:avLst/>
                <a:gdLst>
                  <a:gd name="csX0" fmla="*/ 0 w 12700"/>
                  <a:gd name="csY0" fmla="*/ 0 h 65023"/>
                  <a:gd name="csX1" fmla="*/ 0 w 12700"/>
                  <a:gd name="csY1" fmla="*/ 65024 h 650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5023">
                    <a:moveTo>
                      <a:pt x="0" y="0"/>
                    </a:moveTo>
                    <a:lnTo>
                      <a:pt x="0" y="6502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76DCEF35-A117-FC8F-544D-9A1EA34AF0C0}"/>
                  </a:ext>
                </a:extLst>
              </p:cNvPr>
              <p:cNvSpPr/>
              <p:nvPr/>
            </p:nvSpPr>
            <p:spPr>
              <a:xfrm>
                <a:off x="3008374" y="550224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FA8F2152-8BD9-8010-0B52-F275D85FC906}"/>
                  </a:ext>
                </a:extLst>
              </p:cNvPr>
              <p:cNvSpPr/>
              <p:nvPr/>
            </p:nvSpPr>
            <p:spPr>
              <a:xfrm>
                <a:off x="3170680" y="5317588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4FA0FB6D-369C-D3CB-4413-A3F5E0637D14}"/>
                  </a:ext>
                </a:extLst>
              </p:cNvPr>
              <p:cNvSpPr/>
              <p:nvPr/>
            </p:nvSpPr>
            <p:spPr>
              <a:xfrm>
                <a:off x="3203066" y="5317588"/>
                <a:ext cx="12700" cy="181229"/>
              </a:xfrm>
              <a:custGeom>
                <a:avLst/>
                <a:gdLst>
                  <a:gd name="csX0" fmla="*/ 0 w 12700"/>
                  <a:gd name="csY0" fmla="*/ 0 h 181229"/>
                  <a:gd name="csX1" fmla="*/ 0 w 12700"/>
                  <a:gd name="csY1" fmla="*/ 181229 h 1812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81229">
                    <a:moveTo>
                      <a:pt x="0" y="0"/>
                    </a:moveTo>
                    <a:lnTo>
                      <a:pt x="0" y="18122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BDE51971-B304-DB35-6044-8CB8FDCB7862}"/>
                  </a:ext>
                </a:extLst>
              </p:cNvPr>
              <p:cNvSpPr/>
              <p:nvPr/>
            </p:nvSpPr>
            <p:spPr>
              <a:xfrm>
                <a:off x="3170680" y="549881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1FAAED28-D88F-F34B-65DD-CBDF45C02857}"/>
                  </a:ext>
                </a:extLst>
              </p:cNvPr>
              <p:cNvSpPr/>
              <p:nvPr/>
            </p:nvSpPr>
            <p:spPr>
              <a:xfrm>
                <a:off x="3495293" y="531606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857D8A5E-1ADC-AF6D-DB3A-575E9380FE00}"/>
                  </a:ext>
                </a:extLst>
              </p:cNvPr>
              <p:cNvSpPr/>
              <p:nvPr/>
            </p:nvSpPr>
            <p:spPr>
              <a:xfrm>
                <a:off x="3527677" y="5316065"/>
                <a:ext cx="12700" cy="115951"/>
              </a:xfrm>
              <a:custGeom>
                <a:avLst/>
                <a:gdLst>
                  <a:gd name="csX0" fmla="*/ 0 w 12700"/>
                  <a:gd name="csY0" fmla="*/ 0 h 115951"/>
                  <a:gd name="csX1" fmla="*/ 0 w 12700"/>
                  <a:gd name="csY1" fmla="*/ 115951 h 1159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5951">
                    <a:moveTo>
                      <a:pt x="0" y="0"/>
                    </a:moveTo>
                    <a:lnTo>
                      <a:pt x="0" y="11595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3311B9BA-46C4-B2EA-8FE1-2050D7CE565A}"/>
                  </a:ext>
                </a:extLst>
              </p:cNvPr>
              <p:cNvSpPr/>
              <p:nvPr/>
            </p:nvSpPr>
            <p:spPr>
              <a:xfrm>
                <a:off x="3495293" y="543201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583B24B3-D511-6834-5B9C-735B469B5E92}"/>
                  </a:ext>
                </a:extLst>
              </p:cNvPr>
              <p:cNvSpPr/>
              <p:nvPr/>
            </p:nvSpPr>
            <p:spPr>
              <a:xfrm>
                <a:off x="3198494" y="548065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2" name="Freeform 1701">
                <a:extLst>
                  <a:ext uri="{FF2B5EF4-FFF2-40B4-BE49-F238E27FC236}">
                    <a16:creationId xmlns:a16="http://schemas.microsoft.com/office/drawing/2014/main" id="{B713550D-1508-C66F-3C72-24BED02B5CAA}"/>
                  </a:ext>
                </a:extLst>
              </p:cNvPr>
              <p:cNvSpPr/>
              <p:nvPr/>
            </p:nvSpPr>
            <p:spPr>
              <a:xfrm>
                <a:off x="3036950" y="538794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3" name="Freeform 1702">
                <a:extLst>
                  <a:ext uri="{FF2B5EF4-FFF2-40B4-BE49-F238E27FC236}">
                    <a16:creationId xmlns:a16="http://schemas.microsoft.com/office/drawing/2014/main" id="{71FCDDF2-996B-E9CD-8F7B-577D2E8A2CB9}"/>
                  </a:ext>
                </a:extLst>
              </p:cNvPr>
              <p:cNvSpPr/>
              <p:nvPr/>
            </p:nvSpPr>
            <p:spPr>
              <a:xfrm>
                <a:off x="3015868" y="541233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4" name="Freeform 1703">
                <a:extLst>
                  <a:ext uri="{FF2B5EF4-FFF2-40B4-BE49-F238E27FC236}">
                    <a16:creationId xmlns:a16="http://schemas.microsoft.com/office/drawing/2014/main" id="{C60B0F26-DBD4-EF01-05E0-7748A03E6BDD}"/>
                  </a:ext>
                </a:extLst>
              </p:cNvPr>
              <p:cNvSpPr/>
              <p:nvPr/>
            </p:nvSpPr>
            <p:spPr>
              <a:xfrm>
                <a:off x="3520439" y="546871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5" name="Freeform 1704">
                <a:extLst>
                  <a:ext uri="{FF2B5EF4-FFF2-40B4-BE49-F238E27FC236}">
                    <a16:creationId xmlns:a16="http://schemas.microsoft.com/office/drawing/2014/main" id="{CCA297C6-E185-0CC8-0B8E-0FA42FDD94B7}"/>
                  </a:ext>
                </a:extLst>
              </p:cNvPr>
              <p:cNvSpPr/>
              <p:nvPr/>
            </p:nvSpPr>
            <p:spPr>
              <a:xfrm>
                <a:off x="2864992" y="540902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6" name="Freeform 1705">
                <a:extLst>
                  <a:ext uri="{FF2B5EF4-FFF2-40B4-BE49-F238E27FC236}">
                    <a16:creationId xmlns:a16="http://schemas.microsoft.com/office/drawing/2014/main" id="{04E4ADC8-A4F4-AB03-36B6-3C416CD7BC14}"/>
                  </a:ext>
                </a:extLst>
              </p:cNvPr>
              <p:cNvSpPr/>
              <p:nvPr/>
            </p:nvSpPr>
            <p:spPr>
              <a:xfrm>
                <a:off x="3510279" y="550872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7" name="Freeform 1706">
                <a:extLst>
                  <a:ext uri="{FF2B5EF4-FFF2-40B4-BE49-F238E27FC236}">
                    <a16:creationId xmlns:a16="http://schemas.microsoft.com/office/drawing/2014/main" id="{DD49B491-B28E-4F0C-D8E7-824F5B2F0835}"/>
                  </a:ext>
                </a:extLst>
              </p:cNvPr>
              <p:cNvSpPr/>
              <p:nvPr/>
            </p:nvSpPr>
            <p:spPr>
              <a:xfrm>
                <a:off x="2868167" y="53135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8" name="Freeform 1707">
                <a:extLst>
                  <a:ext uri="{FF2B5EF4-FFF2-40B4-BE49-F238E27FC236}">
                    <a16:creationId xmlns:a16="http://schemas.microsoft.com/office/drawing/2014/main" id="{353EB548-4C27-C7BD-E256-6B466EA692E2}"/>
                  </a:ext>
                </a:extLst>
              </p:cNvPr>
              <p:cNvSpPr/>
              <p:nvPr/>
            </p:nvSpPr>
            <p:spPr>
              <a:xfrm>
                <a:off x="3497833" y="51712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09" name="Freeform 1708">
                <a:extLst>
                  <a:ext uri="{FF2B5EF4-FFF2-40B4-BE49-F238E27FC236}">
                    <a16:creationId xmlns:a16="http://schemas.microsoft.com/office/drawing/2014/main" id="{E6CCA944-2FB1-58A3-4B4D-10EF02928981}"/>
                  </a:ext>
                </a:extLst>
              </p:cNvPr>
              <p:cNvSpPr/>
              <p:nvPr/>
            </p:nvSpPr>
            <p:spPr>
              <a:xfrm>
                <a:off x="2865500" y="538616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0" name="Freeform 1709">
                <a:extLst>
                  <a:ext uri="{FF2B5EF4-FFF2-40B4-BE49-F238E27FC236}">
                    <a16:creationId xmlns:a16="http://schemas.microsoft.com/office/drawing/2014/main" id="{A1004357-3B96-6463-FC05-C0534B07BCB3}"/>
                  </a:ext>
                </a:extLst>
              </p:cNvPr>
              <p:cNvSpPr/>
              <p:nvPr/>
            </p:nvSpPr>
            <p:spPr>
              <a:xfrm>
                <a:off x="3516375" y="519185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1" name="Freeform 1710">
                <a:extLst>
                  <a:ext uri="{FF2B5EF4-FFF2-40B4-BE49-F238E27FC236}">
                    <a16:creationId xmlns:a16="http://schemas.microsoft.com/office/drawing/2014/main" id="{100756D0-9A15-DA2F-E161-9697357EFF59}"/>
                  </a:ext>
                </a:extLst>
              </p:cNvPr>
              <p:cNvSpPr/>
              <p:nvPr/>
            </p:nvSpPr>
            <p:spPr>
              <a:xfrm>
                <a:off x="2859023" y="54128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2" name="Freeform 1711">
                <a:extLst>
                  <a:ext uri="{FF2B5EF4-FFF2-40B4-BE49-F238E27FC236}">
                    <a16:creationId xmlns:a16="http://schemas.microsoft.com/office/drawing/2014/main" id="{9E485262-6E33-6DEC-4192-F06730410467}"/>
                  </a:ext>
                </a:extLst>
              </p:cNvPr>
              <p:cNvSpPr/>
              <p:nvPr/>
            </p:nvSpPr>
            <p:spPr>
              <a:xfrm>
                <a:off x="3516756" y="540623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3" name="Freeform 1712">
                <a:extLst>
                  <a:ext uri="{FF2B5EF4-FFF2-40B4-BE49-F238E27FC236}">
                    <a16:creationId xmlns:a16="http://schemas.microsoft.com/office/drawing/2014/main" id="{D73C6DBE-8049-8551-9EFC-5BA472C8F553}"/>
                  </a:ext>
                </a:extLst>
              </p:cNvPr>
              <p:cNvSpPr/>
              <p:nvPr/>
            </p:nvSpPr>
            <p:spPr>
              <a:xfrm>
                <a:off x="2874517" y="554784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4" name="Freeform 1713">
                <a:extLst>
                  <a:ext uri="{FF2B5EF4-FFF2-40B4-BE49-F238E27FC236}">
                    <a16:creationId xmlns:a16="http://schemas.microsoft.com/office/drawing/2014/main" id="{F5663DB2-8613-E4A6-2476-BE50034C77EF}"/>
                  </a:ext>
                </a:extLst>
              </p:cNvPr>
              <p:cNvSpPr/>
              <p:nvPr/>
            </p:nvSpPr>
            <p:spPr>
              <a:xfrm>
                <a:off x="3014852" y="552637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5" name="Freeform 1714">
                <a:extLst>
                  <a:ext uri="{FF2B5EF4-FFF2-40B4-BE49-F238E27FC236}">
                    <a16:creationId xmlns:a16="http://schemas.microsoft.com/office/drawing/2014/main" id="{70CA14C0-6FE2-CB8F-D1F4-43DCB89636A2}"/>
                  </a:ext>
                </a:extLst>
              </p:cNvPr>
              <p:cNvSpPr/>
              <p:nvPr/>
            </p:nvSpPr>
            <p:spPr>
              <a:xfrm>
                <a:off x="3508501" y="538896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6" name="Freeform 1715">
                <a:extLst>
                  <a:ext uri="{FF2B5EF4-FFF2-40B4-BE49-F238E27FC236}">
                    <a16:creationId xmlns:a16="http://schemas.microsoft.com/office/drawing/2014/main" id="{38CC86C5-7789-5FB9-A952-AA5274BC9D25}"/>
                  </a:ext>
                </a:extLst>
              </p:cNvPr>
              <p:cNvSpPr/>
              <p:nvPr/>
            </p:nvSpPr>
            <p:spPr>
              <a:xfrm>
                <a:off x="2874771" y="535848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7" name="Freeform 1716">
                <a:extLst>
                  <a:ext uri="{FF2B5EF4-FFF2-40B4-BE49-F238E27FC236}">
                    <a16:creationId xmlns:a16="http://schemas.microsoft.com/office/drawing/2014/main" id="{4FC1A167-48D2-D331-769F-E8708F9FF4B7}"/>
                  </a:ext>
                </a:extLst>
              </p:cNvPr>
              <p:cNvSpPr/>
              <p:nvPr/>
            </p:nvSpPr>
            <p:spPr>
              <a:xfrm>
                <a:off x="3200526" y="529942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8" name="Freeform 1717">
                <a:extLst>
                  <a:ext uri="{FF2B5EF4-FFF2-40B4-BE49-F238E27FC236}">
                    <a16:creationId xmlns:a16="http://schemas.microsoft.com/office/drawing/2014/main" id="{0661F4BE-D79E-BF0E-59E5-EE1460AC55C2}"/>
                  </a:ext>
                </a:extLst>
              </p:cNvPr>
              <p:cNvSpPr/>
              <p:nvPr/>
            </p:nvSpPr>
            <p:spPr>
              <a:xfrm>
                <a:off x="3010280" y="539531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19" name="Freeform 1718">
                <a:extLst>
                  <a:ext uri="{FF2B5EF4-FFF2-40B4-BE49-F238E27FC236}">
                    <a16:creationId xmlns:a16="http://schemas.microsoft.com/office/drawing/2014/main" id="{8B556D3B-9647-8485-8017-3201DDE712A3}"/>
                  </a:ext>
                </a:extLst>
              </p:cNvPr>
              <p:cNvSpPr/>
              <p:nvPr/>
            </p:nvSpPr>
            <p:spPr>
              <a:xfrm>
                <a:off x="3021964" y="56157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0" name="Freeform 1719">
                <a:extLst>
                  <a:ext uri="{FF2B5EF4-FFF2-40B4-BE49-F238E27FC236}">
                    <a16:creationId xmlns:a16="http://schemas.microsoft.com/office/drawing/2014/main" id="{0E634B6B-699F-F316-5061-661B22C00E27}"/>
                  </a:ext>
                </a:extLst>
              </p:cNvPr>
              <p:cNvSpPr/>
              <p:nvPr/>
            </p:nvSpPr>
            <p:spPr>
              <a:xfrm>
                <a:off x="3349370" y="539442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1" name="Freeform 1720">
                <a:extLst>
                  <a:ext uri="{FF2B5EF4-FFF2-40B4-BE49-F238E27FC236}">
                    <a16:creationId xmlns:a16="http://schemas.microsoft.com/office/drawing/2014/main" id="{705852F2-DBC6-E241-11CE-3E0C0120DB93}"/>
                  </a:ext>
                </a:extLst>
              </p:cNvPr>
              <p:cNvSpPr/>
              <p:nvPr/>
            </p:nvSpPr>
            <p:spPr>
              <a:xfrm>
                <a:off x="3035934" y="541156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2" name="Freeform 1721">
                <a:extLst>
                  <a:ext uri="{FF2B5EF4-FFF2-40B4-BE49-F238E27FC236}">
                    <a16:creationId xmlns:a16="http://schemas.microsoft.com/office/drawing/2014/main" id="{3E1770CF-B35F-3552-460E-4AD065A7CDD5}"/>
                  </a:ext>
                </a:extLst>
              </p:cNvPr>
              <p:cNvSpPr/>
              <p:nvPr/>
            </p:nvSpPr>
            <p:spPr>
              <a:xfrm>
                <a:off x="3011042" y="54125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99A799E3-56BB-7C29-7D18-0B5BADFF0B06}"/>
                  </a:ext>
                </a:extLst>
              </p:cNvPr>
              <p:cNvSpPr txBox="1"/>
              <p:nvPr/>
            </p:nvSpPr>
            <p:spPr>
              <a:xfrm>
                <a:off x="2720590" y="5026238"/>
                <a:ext cx="461778" cy="174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0.096</a:t>
                </a:r>
              </a:p>
            </p:txBody>
          </p:sp>
          <p:sp>
            <p:nvSpPr>
              <p:cNvPr id="1724" name="Freeform 1723">
                <a:extLst>
                  <a:ext uri="{FF2B5EF4-FFF2-40B4-BE49-F238E27FC236}">
                    <a16:creationId xmlns:a16="http://schemas.microsoft.com/office/drawing/2014/main" id="{84DB117D-B64B-00DC-37E6-101FFCCD07DA}"/>
                  </a:ext>
                </a:extLst>
              </p:cNvPr>
              <p:cNvSpPr/>
              <p:nvPr/>
            </p:nvSpPr>
            <p:spPr>
              <a:xfrm>
                <a:off x="2878454" y="5144234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C2FE27A3-5328-C27D-818A-E852597EF37A}"/>
                  </a:ext>
                </a:extLst>
              </p:cNvPr>
              <p:cNvSpPr txBox="1"/>
              <p:nvPr/>
            </p:nvSpPr>
            <p:spPr>
              <a:xfrm>
                <a:off x="3075029" y="4971348"/>
                <a:ext cx="434635" cy="34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726" name="Freeform 1725">
                <a:extLst>
                  <a:ext uri="{FF2B5EF4-FFF2-40B4-BE49-F238E27FC236}">
                    <a16:creationId xmlns:a16="http://schemas.microsoft.com/office/drawing/2014/main" id="{9BBBE675-D933-0152-0ABB-16A40BE462D0}"/>
                  </a:ext>
                </a:extLst>
              </p:cNvPr>
              <p:cNvSpPr/>
              <p:nvPr/>
            </p:nvSpPr>
            <p:spPr>
              <a:xfrm>
                <a:off x="3057016" y="5144234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935690D9-7C77-F287-3A3C-11E10C687869}"/>
                  </a:ext>
                </a:extLst>
              </p:cNvPr>
              <p:cNvSpPr txBox="1"/>
              <p:nvPr/>
            </p:nvSpPr>
            <p:spPr>
              <a:xfrm>
                <a:off x="2985748" y="4858445"/>
                <a:ext cx="434635" cy="34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728" name="Freeform 1727">
                <a:extLst>
                  <a:ext uri="{FF2B5EF4-FFF2-40B4-BE49-F238E27FC236}">
                    <a16:creationId xmlns:a16="http://schemas.microsoft.com/office/drawing/2014/main" id="{BEEB48F0-319F-88AD-4CF8-609BF4B6E13C}"/>
                  </a:ext>
                </a:extLst>
              </p:cNvPr>
              <p:cNvSpPr/>
              <p:nvPr/>
            </p:nvSpPr>
            <p:spPr>
              <a:xfrm>
                <a:off x="2878454" y="5031331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729" name="Graphic 1517">
              <a:extLst>
                <a:ext uri="{FF2B5EF4-FFF2-40B4-BE49-F238E27FC236}">
                  <a16:creationId xmlns:a16="http://schemas.microsoft.com/office/drawing/2014/main" id="{A28F061A-BEB6-0A82-2749-B6CB5187AAFF}"/>
                </a:ext>
              </a:extLst>
            </p:cNvPr>
            <p:cNvGrpSpPr/>
            <p:nvPr/>
          </p:nvGrpSpPr>
          <p:grpSpPr>
            <a:xfrm>
              <a:off x="2465309" y="4661384"/>
              <a:ext cx="1191469" cy="1196086"/>
              <a:chOff x="2465309" y="4661384"/>
              <a:chExt cx="1191469" cy="1196086"/>
            </a:xfrm>
          </p:grpSpPr>
          <p:sp>
            <p:nvSpPr>
              <p:cNvPr id="1730" name="Freeform 1729">
                <a:extLst>
                  <a:ext uri="{FF2B5EF4-FFF2-40B4-BE49-F238E27FC236}">
                    <a16:creationId xmlns:a16="http://schemas.microsoft.com/office/drawing/2014/main" id="{4042EC1E-1ACD-3892-D0BB-2B0BB4B5FCD3}"/>
                  </a:ext>
                </a:extLst>
              </p:cNvPr>
              <p:cNvSpPr/>
              <p:nvPr/>
            </p:nvSpPr>
            <p:spPr>
              <a:xfrm>
                <a:off x="2781045" y="4963640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796F53BE-A331-BD0B-B846-B8A4607FDB62}"/>
                  </a:ext>
                </a:extLst>
              </p:cNvPr>
              <p:cNvSpPr txBox="1"/>
              <p:nvPr/>
            </p:nvSpPr>
            <p:spPr>
              <a:xfrm>
                <a:off x="2465309" y="5533915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9749FD8D-5EC3-B9D8-2A2A-3F3C911B9A4B}"/>
                  </a:ext>
                </a:extLst>
              </p:cNvPr>
              <p:cNvSpPr txBox="1"/>
              <p:nvPr/>
            </p:nvSpPr>
            <p:spPr>
              <a:xfrm>
                <a:off x="2465309" y="5359925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3%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7BE75E7D-A6BA-8287-7B91-91560ED77FD1}"/>
                  </a:ext>
                </a:extLst>
              </p:cNvPr>
              <p:cNvSpPr txBox="1"/>
              <p:nvPr/>
            </p:nvSpPr>
            <p:spPr>
              <a:xfrm>
                <a:off x="2465309" y="518580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6%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E2A88B7B-5EBF-E933-25B0-A692EBC1C6CF}"/>
                  </a:ext>
                </a:extLst>
              </p:cNvPr>
              <p:cNvSpPr txBox="1"/>
              <p:nvPr/>
            </p:nvSpPr>
            <p:spPr>
              <a:xfrm>
                <a:off x="2465309" y="501181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9%</a:t>
                </a:r>
              </a:p>
            </p:txBody>
          </p:sp>
          <p:sp>
            <p:nvSpPr>
              <p:cNvPr id="1735" name="Freeform 1734">
                <a:extLst>
                  <a:ext uri="{FF2B5EF4-FFF2-40B4-BE49-F238E27FC236}">
                    <a16:creationId xmlns:a16="http://schemas.microsoft.com/office/drawing/2014/main" id="{1895F7C1-C606-4FEA-1B64-58B8FF110B67}"/>
                  </a:ext>
                </a:extLst>
              </p:cNvPr>
              <p:cNvSpPr/>
              <p:nvPr/>
            </p:nvSpPr>
            <p:spPr>
              <a:xfrm>
                <a:off x="2746246" y="564080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36" name="Freeform 1735">
                <a:extLst>
                  <a:ext uri="{FF2B5EF4-FFF2-40B4-BE49-F238E27FC236}">
                    <a16:creationId xmlns:a16="http://schemas.microsoft.com/office/drawing/2014/main" id="{F9E5FDB5-E969-8C86-4DB0-3903E3B32C28}"/>
                  </a:ext>
                </a:extLst>
              </p:cNvPr>
              <p:cNvSpPr/>
              <p:nvPr/>
            </p:nvSpPr>
            <p:spPr>
              <a:xfrm>
                <a:off x="2746246" y="5466813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37" name="Freeform 1736">
                <a:extLst>
                  <a:ext uri="{FF2B5EF4-FFF2-40B4-BE49-F238E27FC236}">
                    <a16:creationId xmlns:a16="http://schemas.microsoft.com/office/drawing/2014/main" id="{93DEAB46-F7A3-F000-45F5-37D792C68888}"/>
                  </a:ext>
                </a:extLst>
              </p:cNvPr>
              <p:cNvSpPr/>
              <p:nvPr/>
            </p:nvSpPr>
            <p:spPr>
              <a:xfrm>
                <a:off x="2746246" y="529269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38" name="Freeform 1737">
                <a:extLst>
                  <a:ext uri="{FF2B5EF4-FFF2-40B4-BE49-F238E27FC236}">
                    <a16:creationId xmlns:a16="http://schemas.microsoft.com/office/drawing/2014/main" id="{46F8B51A-2A09-2858-BF81-494E1B7598E0}"/>
                  </a:ext>
                </a:extLst>
              </p:cNvPr>
              <p:cNvSpPr/>
              <p:nvPr/>
            </p:nvSpPr>
            <p:spPr>
              <a:xfrm>
                <a:off x="2746246" y="5118706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39" name="Freeform 1738">
                <a:extLst>
                  <a:ext uri="{FF2B5EF4-FFF2-40B4-BE49-F238E27FC236}">
                    <a16:creationId xmlns:a16="http://schemas.microsoft.com/office/drawing/2014/main" id="{E5F4F01A-B5EA-EB9F-0EB0-250A7C7B6E12}"/>
                  </a:ext>
                </a:extLst>
              </p:cNvPr>
              <p:cNvSpPr/>
              <p:nvPr/>
            </p:nvSpPr>
            <p:spPr>
              <a:xfrm>
                <a:off x="2781045" y="5640804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0" name="Freeform 1739">
                <a:extLst>
                  <a:ext uri="{FF2B5EF4-FFF2-40B4-BE49-F238E27FC236}">
                    <a16:creationId xmlns:a16="http://schemas.microsoft.com/office/drawing/2014/main" id="{D421F0EC-0D90-0861-5F96-D81A41FFEF8F}"/>
                  </a:ext>
                </a:extLst>
              </p:cNvPr>
              <p:cNvSpPr/>
              <p:nvPr/>
            </p:nvSpPr>
            <p:spPr>
              <a:xfrm>
                <a:off x="2878453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1" name="Freeform 1740">
                <a:extLst>
                  <a:ext uri="{FF2B5EF4-FFF2-40B4-BE49-F238E27FC236}">
                    <a16:creationId xmlns:a16="http://schemas.microsoft.com/office/drawing/2014/main" id="{B72B9822-607B-81A9-F135-97A25A70FABB}"/>
                  </a:ext>
                </a:extLst>
              </p:cNvPr>
              <p:cNvSpPr/>
              <p:nvPr/>
            </p:nvSpPr>
            <p:spPr>
              <a:xfrm>
                <a:off x="3040759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2" name="Freeform 1741">
                <a:extLst>
                  <a:ext uri="{FF2B5EF4-FFF2-40B4-BE49-F238E27FC236}">
                    <a16:creationId xmlns:a16="http://schemas.microsoft.com/office/drawing/2014/main" id="{BE17D3F7-0B96-CD60-FDD3-F14F5D87BA6A}"/>
                  </a:ext>
                </a:extLst>
              </p:cNvPr>
              <p:cNvSpPr/>
              <p:nvPr/>
            </p:nvSpPr>
            <p:spPr>
              <a:xfrm>
                <a:off x="3203066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3" name="Freeform 1742">
                <a:extLst>
                  <a:ext uri="{FF2B5EF4-FFF2-40B4-BE49-F238E27FC236}">
                    <a16:creationId xmlns:a16="http://schemas.microsoft.com/office/drawing/2014/main" id="{1EA74023-ED74-C2E0-A7B5-B60A65AB60FE}"/>
                  </a:ext>
                </a:extLst>
              </p:cNvPr>
              <p:cNvSpPr/>
              <p:nvPr/>
            </p:nvSpPr>
            <p:spPr>
              <a:xfrm>
                <a:off x="3365371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4" name="Freeform 1743">
                <a:extLst>
                  <a:ext uri="{FF2B5EF4-FFF2-40B4-BE49-F238E27FC236}">
                    <a16:creationId xmlns:a16="http://schemas.microsoft.com/office/drawing/2014/main" id="{94697DB9-B998-7EC9-0AE0-D59AED47F324}"/>
                  </a:ext>
                </a:extLst>
              </p:cNvPr>
              <p:cNvSpPr/>
              <p:nvPr/>
            </p:nvSpPr>
            <p:spPr>
              <a:xfrm>
                <a:off x="3527677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45" name="TextBox 1744">
                <a:extLst>
                  <a:ext uri="{FF2B5EF4-FFF2-40B4-BE49-F238E27FC236}">
                    <a16:creationId xmlns:a16="http://schemas.microsoft.com/office/drawing/2014/main" id="{06C5461C-1C0B-580B-8DD5-241AF43402B5}"/>
                  </a:ext>
                </a:extLst>
              </p:cNvPr>
              <p:cNvSpPr txBox="1"/>
              <p:nvPr/>
            </p:nvSpPr>
            <p:spPr>
              <a:xfrm>
                <a:off x="2738325" y="5636658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746" name="TextBox 1745">
                <a:extLst>
                  <a:ext uri="{FF2B5EF4-FFF2-40B4-BE49-F238E27FC236}">
                    <a16:creationId xmlns:a16="http://schemas.microsoft.com/office/drawing/2014/main" id="{770C804B-C589-B130-5AB4-6D88C2D589A0}"/>
                  </a:ext>
                </a:extLst>
              </p:cNvPr>
              <p:cNvSpPr txBox="1"/>
              <p:nvPr/>
            </p:nvSpPr>
            <p:spPr>
              <a:xfrm>
                <a:off x="2928623" y="5636658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747" name="TextBox 1746">
                <a:extLst>
                  <a:ext uri="{FF2B5EF4-FFF2-40B4-BE49-F238E27FC236}">
                    <a16:creationId xmlns:a16="http://schemas.microsoft.com/office/drawing/2014/main" id="{0991FFE3-B7D2-806E-9992-3CC079DFD727}"/>
                  </a:ext>
                </a:extLst>
              </p:cNvPr>
              <p:cNvSpPr txBox="1"/>
              <p:nvPr/>
            </p:nvSpPr>
            <p:spPr>
              <a:xfrm>
                <a:off x="3062088" y="5636658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748" name="TextBox 1747">
                <a:extLst>
                  <a:ext uri="{FF2B5EF4-FFF2-40B4-BE49-F238E27FC236}">
                    <a16:creationId xmlns:a16="http://schemas.microsoft.com/office/drawing/2014/main" id="{AA48F51D-054E-D258-9ED5-9EF6BBCA7091}"/>
                  </a:ext>
                </a:extLst>
              </p:cNvPr>
              <p:cNvSpPr txBox="1"/>
              <p:nvPr/>
            </p:nvSpPr>
            <p:spPr>
              <a:xfrm>
                <a:off x="3198947" y="5636658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749" name="TextBox 1748">
                <a:extLst>
                  <a:ext uri="{FF2B5EF4-FFF2-40B4-BE49-F238E27FC236}">
                    <a16:creationId xmlns:a16="http://schemas.microsoft.com/office/drawing/2014/main" id="{F8ADDE8C-96DB-631D-DDE2-938E66DDC2AC}"/>
                  </a:ext>
                </a:extLst>
              </p:cNvPr>
              <p:cNvSpPr txBox="1"/>
              <p:nvPr/>
            </p:nvSpPr>
            <p:spPr>
              <a:xfrm>
                <a:off x="3398575" y="5636658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752" name="TextBox 1751">
                <a:extLst>
                  <a:ext uri="{FF2B5EF4-FFF2-40B4-BE49-F238E27FC236}">
                    <a16:creationId xmlns:a16="http://schemas.microsoft.com/office/drawing/2014/main" id="{7BDF12A9-2ED5-64C3-F778-8EA302EDB90B}"/>
                  </a:ext>
                </a:extLst>
              </p:cNvPr>
              <p:cNvSpPr txBox="1"/>
              <p:nvPr/>
            </p:nvSpPr>
            <p:spPr>
              <a:xfrm>
                <a:off x="2774436" y="4661384"/>
                <a:ext cx="858752" cy="251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7_Pall_Glut</a:t>
                </a:r>
              </a:p>
            </p:txBody>
          </p:sp>
        </p:grpSp>
      </p:grpSp>
      <p:grpSp>
        <p:nvGrpSpPr>
          <p:cNvPr id="1753" name="Graphic 1519">
            <a:extLst>
              <a:ext uri="{FF2B5EF4-FFF2-40B4-BE49-F238E27FC236}">
                <a16:creationId xmlns:a16="http://schemas.microsoft.com/office/drawing/2014/main" id="{4A1F5D78-7840-7B72-09E3-9D73722A6DF9}"/>
              </a:ext>
            </a:extLst>
          </p:cNvPr>
          <p:cNvGrpSpPr/>
          <p:nvPr/>
        </p:nvGrpSpPr>
        <p:grpSpPr>
          <a:xfrm>
            <a:off x="3239066" y="3103309"/>
            <a:ext cx="1137633" cy="1130191"/>
            <a:chOff x="3842323" y="4661384"/>
            <a:chExt cx="1203962" cy="1196086"/>
          </a:xfrm>
        </p:grpSpPr>
        <p:grpSp>
          <p:nvGrpSpPr>
            <p:cNvPr id="1756" name="Graphic 1519">
              <a:extLst>
                <a:ext uri="{FF2B5EF4-FFF2-40B4-BE49-F238E27FC236}">
                  <a16:creationId xmlns:a16="http://schemas.microsoft.com/office/drawing/2014/main" id="{A8AE4002-8481-209F-2088-8F9FA856D10E}"/>
                </a:ext>
              </a:extLst>
            </p:cNvPr>
            <p:cNvGrpSpPr/>
            <p:nvPr/>
          </p:nvGrpSpPr>
          <p:grpSpPr>
            <a:xfrm>
              <a:off x="4222346" y="4858445"/>
              <a:ext cx="774341" cy="782485"/>
              <a:chOff x="4222346" y="4858445"/>
              <a:chExt cx="774341" cy="782485"/>
            </a:xfrm>
          </p:grpSpPr>
          <p:sp>
            <p:nvSpPr>
              <p:cNvPr id="1757" name="Freeform 1756">
                <a:extLst>
                  <a:ext uri="{FF2B5EF4-FFF2-40B4-BE49-F238E27FC236}">
                    <a16:creationId xmlns:a16="http://schemas.microsoft.com/office/drawing/2014/main" id="{E139C3DC-E6CD-9CCF-73D0-5F26C00EF1F1}"/>
                  </a:ext>
                </a:extLst>
              </p:cNvPr>
              <p:cNvSpPr/>
              <p:nvPr/>
            </p:nvSpPr>
            <p:spPr>
              <a:xfrm>
                <a:off x="4307839" y="4963640"/>
                <a:ext cx="688848" cy="677290"/>
              </a:xfrm>
              <a:custGeom>
                <a:avLst/>
                <a:gdLst>
                  <a:gd name="csX0" fmla="*/ 0 w 688848"/>
                  <a:gd name="csY0" fmla="*/ 0 h 677290"/>
                  <a:gd name="csX1" fmla="*/ 688848 w 688848"/>
                  <a:gd name="csY1" fmla="*/ 0 h 677290"/>
                  <a:gd name="csX2" fmla="*/ 688848 w 688848"/>
                  <a:gd name="csY2" fmla="*/ 677291 h 677290"/>
                  <a:gd name="csX3" fmla="*/ 0 w 688848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88848" h="677290">
                    <a:moveTo>
                      <a:pt x="0" y="0"/>
                    </a:moveTo>
                    <a:lnTo>
                      <a:pt x="688848" y="0"/>
                    </a:lnTo>
                    <a:lnTo>
                      <a:pt x="688848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58" name="Freeform 1757">
                <a:extLst>
                  <a:ext uri="{FF2B5EF4-FFF2-40B4-BE49-F238E27FC236}">
                    <a16:creationId xmlns:a16="http://schemas.microsoft.com/office/drawing/2014/main" id="{FFC5DFC9-0945-7E66-AC65-E5B0108EDF54}"/>
                  </a:ext>
                </a:extLst>
              </p:cNvPr>
              <p:cNvSpPr/>
              <p:nvPr/>
            </p:nvSpPr>
            <p:spPr>
              <a:xfrm>
                <a:off x="4347590" y="5397472"/>
                <a:ext cx="79501" cy="243331"/>
              </a:xfrm>
              <a:custGeom>
                <a:avLst/>
                <a:gdLst>
                  <a:gd name="csX0" fmla="*/ 0 w 79501"/>
                  <a:gd name="csY0" fmla="*/ 0 h 243331"/>
                  <a:gd name="csX1" fmla="*/ 79502 w 79501"/>
                  <a:gd name="csY1" fmla="*/ 0 h 243331"/>
                  <a:gd name="csX2" fmla="*/ 79502 w 79501"/>
                  <a:gd name="csY2" fmla="*/ 243332 h 243331"/>
                  <a:gd name="csX3" fmla="*/ 0 w 79501"/>
                  <a:gd name="csY3" fmla="*/ 243332 h 243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9501" h="243331">
                    <a:moveTo>
                      <a:pt x="0" y="0"/>
                    </a:moveTo>
                    <a:lnTo>
                      <a:pt x="79502" y="0"/>
                    </a:lnTo>
                    <a:lnTo>
                      <a:pt x="79502" y="243332"/>
                    </a:lnTo>
                    <a:lnTo>
                      <a:pt x="0" y="243332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59" name="Freeform 1758">
                <a:extLst>
                  <a:ext uri="{FF2B5EF4-FFF2-40B4-BE49-F238E27FC236}">
                    <a16:creationId xmlns:a16="http://schemas.microsoft.com/office/drawing/2014/main" id="{DF068BB1-EE72-02A0-DFBF-59C23C8E32FC}"/>
                  </a:ext>
                </a:extLst>
              </p:cNvPr>
              <p:cNvSpPr/>
              <p:nvPr/>
            </p:nvSpPr>
            <p:spPr>
              <a:xfrm>
                <a:off x="4480051" y="5427317"/>
                <a:ext cx="79502" cy="213613"/>
              </a:xfrm>
              <a:custGeom>
                <a:avLst/>
                <a:gdLst>
                  <a:gd name="csX0" fmla="*/ 0 w 79502"/>
                  <a:gd name="csY0" fmla="*/ 0 h 213613"/>
                  <a:gd name="csX1" fmla="*/ 79502 w 79502"/>
                  <a:gd name="csY1" fmla="*/ 0 h 213613"/>
                  <a:gd name="csX2" fmla="*/ 79502 w 79502"/>
                  <a:gd name="csY2" fmla="*/ 213614 h 213613"/>
                  <a:gd name="csX3" fmla="*/ 0 w 79502"/>
                  <a:gd name="csY3" fmla="*/ 213614 h 2136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9502" h="213613">
                    <a:moveTo>
                      <a:pt x="0" y="0"/>
                    </a:moveTo>
                    <a:lnTo>
                      <a:pt x="79502" y="0"/>
                    </a:lnTo>
                    <a:lnTo>
                      <a:pt x="79502" y="213614"/>
                    </a:lnTo>
                    <a:lnTo>
                      <a:pt x="0" y="213614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0" name="Freeform 1759">
                <a:extLst>
                  <a:ext uri="{FF2B5EF4-FFF2-40B4-BE49-F238E27FC236}">
                    <a16:creationId xmlns:a16="http://schemas.microsoft.com/office/drawing/2014/main" id="{B77D132E-7B47-E691-87D3-050E5ED6D17E}"/>
                  </a:ext>
                </a:extLst>
              </p:cNvPr>
              <p:cNvSpPr/>
              <p:nvPr/>
            </p:nvSpPr>
            <p:spPr>
              <a:xfrm>
                <a:off x="4612512" y="5376644"/>
                <a:ext cx="79502" cy="264159"/>
              </a:xfrm>
              <a:custGeom>
                <a:avLst/>
                <a:gdLst>
                  <a:gd name="csX0" fmla="*/ 0 w 79502"/>
                  <a:gd name="csY0" fmla="*/ 0 h 264159"/>
                  <a:gd name="csX1" fmla="*/ 79502 w 79502"/>
                  <a:gd name="csY1" fmla="*/ 0 h 264159"/>
                  <a:gd name="csX2" fmla="*/ 79502 w 79502"/>
                  <a:gd name="csY2" fmla="*/ 264160 h 264159"/>
                  <a:gd name="csX3" fmla="*/ 0 w 79502"/>
                  <a:gd name="csY3" fmla="*/ 264160 h 2641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9502" h="264159">
                    <a:moveTo>
                      <a:pt x="0" y="0"/>
                    </a:moveTo>
                    <a:lnTo>
                      <a:pt x="79502" y="0"/>
                    </a:lnTo>
                    <a:lnTo>
                      <a:pt x="79502" y="264160"/>
                    </a:lnTo>
                    <a:lnTo>
                      <a:pt x="0" y="26416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1" name="Freeform 1760">
                <a:extLst>
                  <a:ext uri="{FF2B5EF4-FFF2-40B4-BE49-F238E27FC236}">
                    <a16:creationId xmlns:a16="http://schemas.microsoft.com/office/drawing/2014/main" id="{186AD665-667B-CB6D-A20E-82005D9EC6D6}"/>
                  </a:ext>
                </a:extLst>
              </p:cNvPr>
              <p:cNvSpPr/>
              <p:nvPr/>
            </p:nvSpPr>
            <p:spPr>
              <a:xfrm>
                <a:off x="4744973" y="5360134"/>
                <a:ext cx="79502" cy="280796"/>
              </a:xfrm>
              <a:custGeom>
                <a:avLst/>
                <a:gdLst>
                  <a:gd name="csX0" fmla="*/ 0 w 79502"/>
                  <a:gd name="csY0" fmla="*/ 0 h 280796"/>
                  <a:gd name="csX1" fmla="*/ 79502 w 79502"/>
                  <a:gd name="csY1" fmla="*/ 0 h 280796"/>
                  <a:gd name="csX2" fmla="*/ 79502 w 79502"/>
                  <a:gd name="csY2" fmla="*/ 280797 h 280796"/>
                  <a:gd name="csX3" fmla="*/ 0 w 79502"/>
                  <a:gd name="csY3" fmla="*/ 280797 h 2807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9502" h="280796">
                    <a:moveTo>
                      <a:pt x="0" y="0"/>
                    </a:moveTo>
                    <a:lnTo>
                      <a:pt x="79502" y="0"/>
                    </a:lnTo>
                    <a:lnTo>
                      <a:pt x="79502" y="280797"/>
                    </a:lnTo>
                    <a:lnTo>
                      <a:pt x="0" y="280797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2" name="Freeform 1761">
                <a:extLst>
                  <a:ext uri="{FF2B5EF4-FFF2-40B4-BE49-F238E27FC236}">
                    <a16:creationId xmlns:a16="http://schemas.microsoft.com/office/drawing/2014/main" id="{9274B0BC-C857-4D25-B512-9E54D7712370}"/>
                  </a:ext>
                </a:extLst>
              </p:cNvPr>
              <p:cNvSpPr/>
              <p:nvPr/>
            </p:nvSpPr>
            <p:spPr>
              <a:xfrm>
                <a:off x="4877434" y="5480149"/>
                <a:ext cx="79502" cy="160654"/>
              </a:xfrm>
              <a:custGeom>
                <a:avLst/>
                <a:gdLst>
                  <a:gd name="csX0" fmla="*/ 0 w 79502"/>
                  <a:gd name="csY0" fmla="*/ 0 h 160654"/>
                  <a:gd name="csX1" fmla="*/ 79502 w 79502"/>
                  <a:gd name="csY1" fmla="*/ 0 h 160654"/>
                  <a:gd name="csX2" fmla="*/ 79502 w 79502"/>
                  <a:gd name="csY2" fmla="*/ 160655 h 160654"/>
                  <a:gd name="csX3" fmla="*/ 0 w 79502"/>
                  <a:gd name="csY3" fmla="*/ 160655 h 1606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9502" h="160654">
                    <a:moveTo>
                      <a:pt x="0" y="0"/>
                    </a:moveTo>
                    <a:lnTo>
                      <a:pt x="79502" y="0"/>
                    </a:lnTo>
                    <a:lnTo>
                      <a:pt x="79502" y="160655"/>
                    </a:lnTo>
                    <a:lnTo>
                      <a:pt x="0" y="160655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3" name="Freeform 1762">
                <a:extLst>
                  <a:ext uri="{FF2B5EF4-FFF2-40B4-BE49-F238E27FC236}">
                    <a16:creationId xmlns:a16="http://schemas.microsoft.com/office/drawing/2014/main" id="{813EDBE6-F4CB-AD62-474C-3C8C8C092F85}"/>
                  </a:ext>
                </a:extLst>
              </p:cNvPr>
              <p:cNvSpPr/>
              <p:nvPr/>
            </p:nvSpPr>
            <p:spPr>
              <a:xfrm>
                <a:off x="4360924" y="5361530"/>
                <a:ext cx="52959" cy="12700"/>
              </a:xfrm>
              <a:custGeom>
                <a:avLst/>
                <a:gdLst>
                  <a:gd name="csX0" fmla="*/ 0 w 52959"/>
                  <a:gd name="csY0" fmla="*/ 0 h 12700"/>
                  <a:gd name="csX1" fmla="*/ 52959 w 5295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9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4" name="Freeform 1763">
                <a:extLst>
                  <a:ext uri="{FF2B5EF4-FFF2-40B4-BE49-F238E27FC236}">
                    <a16:creationId xmlns:a16="http://schemas.microsoft.com/office/drawing/2014/main" id="{212838A6-C1A1-B8EB-AED1-359A435D471B}"/>
                  </a:ext>
                </a:extLst>
              </p:cNvPr>
              <p:cNvSpPr/>
              <p:nvPr/>
            </p:nvSpPr>
            <p:spPr>
              <a:xfrm>
                <a:off x="4387341" y="5361530"/>
                <a:ext cx="12700" cy="72009"/>
              </a:xfrm>
              <a:custGeom>
                <a:avLst/>
                <a:gdLst>
                  <a:gd name="csX0" fmla="*/ 0 w 12700"/>
                  <a:gd name="csY0" fmla="*/ 0 h 72009"/>
                  <a:gd name="csX1" fmla="*/ 0 w 12700"/>
                  <a:gd name="csY1" fmla="*/ 72009 h 720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2009">
                    <a:moveTo>
                      <a:pt x="0" y="0"/>
                    </a:moveTo>
                    <a:lnTo>
                      <a:pt x="0" y="7200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5" name="Freeform 1764">
                <a:extLst>
                  <a:ext uri="{FF2B5EF4-FFF2-40B4-BE49-F238E27FC236}">
                    <a16:creationId xmlns:a16="http://schemas.microsoft.com/office/drawing/2014/main" id="{1F90379F-86B8-D0AA-8C02-16BD6CF9F27C}"/>
                  </a:ext>
                </a:extLst>
              </p:cNvPr>
              <p:cNvSpPr/>
              <p:nvPr/>
            </p:nvSpPr>
            <p:spPr>
              <a:xfrm>
                <a:off x="4360924" y="5433540"/>
                <a:ext cx="52959" cy="12700"/>
              </a:xfrm>
              <a:custGeom>
                <a:avLst/>
                <a:gdLst>
                  <a:gd name="csX0" fmla="*/ 0 w 52959"/>
                  <a:gd name="csY0" fmla="*/ 0 h 12700"/>
                  <a:gd name="csX1" fmla="*/ 52959 w 5295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9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6" name="Freeform 1765">
                <a:extLst>
                  <a:ext uri="{FF2B5EF4-FFF2-40B4-BE49-F238E27FC236}">
                    <a16:creationId xmlns:a16="http://schemas.microsoft.com/office/drawing/2014/main" id="{4C88CDA3-9D98-582A-C957-DFBDA784A26B}"/>
                  </a:ext>
                </a:extLst>
              </p:cNvPr>
              <p:cNvSpPr/>
              <p:nvPr/>
            </p:nvSpPr>
            <p:spPr>
              <a:xfrm>
                <a:off x="4493385" y="5409791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7" name="Freeform 1766">
                <a:extLst>
                  <a:ext uri="{FF2B5EF4-FFF2-40B4-BE49-F238E27FC236}">
                    <a16:creationId xmlns:a16="http://schemas.microsoft.com/office/drawing/2014/main" id="{7BFF1E25-4ADD-EC41-A094-2F58A6A78135}"/>
                  </a:ext>
                </a:extLst>
              </p:cNvPr>
              <p:cNvSpPr/>
              <p:nvPr/>
            </p:nvSpPr>
            <p:spPr>
              <a:xfrm>
                <a:off x="4519802" y="5409791"/>
                <a:ext cx="12700" cy="34925"/>
              </a:xfrm>
              <a:custGeom>
                <a:avLst/>
                <a:gdLst>
                  <a:gd name="csX0" fmla="*/ 0 w 12700"/>
                  <a:gd name="csY0" fmla="*/ 0 h 34925"/>
                  <a:gd name="csX1" fmla="*/ 0 w 12700"/>
                  <a:gd name="csY1" fmla="*/ 34925 h 34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8" name="Freeform 1767">
                <a:extLst>
                  <a:ext uri="{FF2B5EF4-FFF2-40B4-BE49-F238E27FC236}">
                    <a16:creationId xmlns:a16="http://schemas.microsoft.com/office/drawing/2014/main" id="{BC78A070-5627-8A2E-6AB4-C5A560B6B1BB}"/>
                  </a:ext>
                </a:extLst>
              </p:cNvPr>
              <p:cNvSpPr/>
              <p:nvPr/>
            </p:nvSpPr>
            <p:spPr>
              <a:xfrm>
                <a:off x="4493385" y="5444716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69" name="Freeform 1768">
                <a:extLst>
                  <a:ext uri="{FF2B5EF4-FFF2-40B4-BE49-F238E27FC236}">
                    <a16:creationId xmlns:a16="http://schemas.microsoft.com/office/drawing/2014/main" id="{DDD444A8-A302-1548-7418-89DEB4090E9D}"/>
                  </a:ext>
                </a:extLst>
              </p:cNvPr>
              <p:cNvSpPr/>
              <p:nvPr/>
            </p:nvSpPr>
            <p:spPr>
              <a:xfrm>
                <a:off x="4625846" y="5189319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0" name="Freeform 1769">
                <a:extLst>
                  <a:ext uri="{FF2B5EF4-FFF2-40B4-BE49-F238E27FC236}">
                    <a16:creationId xmlns:a16="http://schemas.microsoft.com/office/drawing/2014/main" id="{DE12C2A3-ACB8-53BD-AE0E-2408FCA5FCAC}"/>
                  </a:ext>
                </a:extLst>
              </p:cNvPr>
              <p:cNvSpPr/>
              <p:nvPr/>
            </p:nvSpPr>
            <p:spPr>
              <a:xfrm>
                <a:off x="4652263" y="5189319"/>
                <a:ext cx="12700" cy="374649"/>
              </a:xfrm>
              <a:custGeom>
                <a:avLst/>
                <a:gdLst>
                  <a:gd name="csX0" fmla="*/ 0 w 12700"/>
                  <a:gd name="csY0" fmla="*/ 0 h 374649"/>
                  <a:gd name="csX1" fmla="*/ 0 w 12700"/>
                  <a:gd name="csY1" fmla="*/ 374650 h 3746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74649">
                    <a:moveTo>
                      <a:pt x="0" y="0"/>
                    </a:moveTo>
                    <a:lnTo>
                      <a:pt x="0" y="37465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1" name="Freeform 1770">
                <a:extLst>
                  <a:ext uri="{FF2B5EF4-FFF2-40B4-BE49-F238E27FC236}">
                    <a16:creationId xmlns:a16="http://schemas.microsoft.com/office/drawing/2014/main" id="{DD1A42F5-5DB9-0461-02AD-1F11B4843056}"/>
                  </a:ext>
                </a:extLst>
              </p:cNvPr>
              <p:cNvSpPr/>
              <p:nvPr/>
            </p:nvSpPr>
            <p:spPr>
              <a:xfrm>
                <a:off x="4625846" y="5563968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2" name="Freeform 1771">
                <a:extLst>
                  <a:ext uri="{FF2B5EF4-FFF2-40B4-BE49-F238E27FC236}">
                    <a16:creationId xmlns:a16="http://schemas.microsoft.com/office/drawing/2014/main" id="{4A037E60-E386-B90C-76D7-61028737F0CC}"/>
                  </a:ext>
                </a:extLst>
              </p:cNvPr>
              <p:cNvSpPr/>
              <p:nvPr/>
            </p:nvSpPr>
            <p:spPr>
              <a:xfrm>
                <a:off x="4890769" y="5462115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3" name="Freeform 1772">
                <a:extLst>
                  <a:ext uri="{FF2B5EF4-FFF2-40B4-BE49-F238E27FC236}">
                    <a16:creationId xmlns:a16="http://schemas.microsoft.com/office/drawing/2014/main" id="{61F349DB-CAAD-B465-8502-D80C316EDA8A}"/>
                  </a:ext>
                </a:extLst>
              </p:cNvPr>
              <p:cNvSpPr/>
              <p:nvPr/>
            </p:nvSpPr>
            <p:spPr>
              <a:xfrm>
                <a:off x="4917185" y="5462115"/>
                <a:ext cx="12700" cy="36067"/>
              </a:xfrm>
              <a:custGeom>
                <a:avLst/>
                <a:gdLst>
                  <a:gd name="csX0" fmla="*/ 0 w 12700"/>
                  <a:gd name="csY0" fmla="*/ 0 h 36067"/>
                  <a:gd name="csX1" fmla="*/ 0 w 12700"/>
                  <a:gd name="csY1" fmla="*/ 36068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6067">
                    <a:moveTo>
                      <a:pt x="0" y="0"/>
                    </a:moveTo>
                    <a:lnTo>
                      <a:pt x="0" y="3606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4" name="Freeform 1773">
                <a:extLst>
                  <a:ext uri="{FF2B5EF4-FFF2-40B4-BE49-F238E27FC236}">
                    <a16:creationId xmlns:a16="http://schemas.microsoft.com/office/drawing/2014/main" id="{F1487C3B-58DC-307E-9D63-C549B8C15BDB}"/>
                  </a:ext>
                </a:extLst>
              </p:cNvPr>
              <p:cNvSpPr/>
              <p:nvPr/>
            </p:nvSpPr>
            <p:spPr>
              <a:xfrm>
                <a:off x="4890769" y="5498182"/>
                <a:ext cx="52958" cy="12700"/>
              </a:xfrm>
              <a:custGeom>
                <a:avLst/>
                <a:gdLst>
                  <a:gd name="csX0" fmla="*/ 0 w 52958"/>
                  <a:gd name="csY0" fmla="*/ 0 h 12700"/>
                  <a:gd name="csX1" fmla="*/ 52959 w 5295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58" h="12700">
                    <a:moveTo>
                      <a:pt x="0" y="0"/>
                    </a:moveTo>
                    <a:lnTo>
                      <a:pt x="52959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5" name="Freeform 1774">
                <a:extLst>
                  <a:ext uri="{FF2B5EF4-FFF2-40B4-BE49-F238E27FC236}">
                    <a16:creationId xmlns:a16="http://schemas.microsoft.com/office/drawing/2014/main" id="{2362CF8C-7471-76CD-0DFB-92B65EC30EEA}"/>
                  </a:ext>
                </a:extLst>
              </p:cNvPr>
              <p:cNvSpPr/>
              <p:nvPr/>
            </p:nvSpPr>
            <p:spPr>
              <a:xfrm>
                <a:off x="4645278" y="517052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6" name="Freeform 1775">
                <a:extLst>
                  <a:ext uri="{FF2B5EF4-FFF2-40B4-BE49-F238E27FC236}">
                    <a16:creationId xmlns:a16="http://schemas.microsoft.com/office/drawing/2014/main" id="{FA05739A-D925-BEED-82FF-3602DB8F19AD}"/>
                  </a:ext>
                </a:extLst>
              </p:cNvPr>
              <p:cNvSpPr/>
              <p:nvPr/>
            </p:nvSpPr>
            <p:spPr>
              <a:xfrm>
                <a:off x="4513325" y="5458559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7" name="Freeform 1776">
                <a:extLst>
                  <a:ext uri="{FF2B5EF4-FFF2-40B4-BE49-F238E27FC236}">
                    <a16:creationId xmlns:a16="http://schemas.microsoft.com/office/drawing/2014/main" id="{7CAA570C-6C3B-8FBE-89D7-DA754C7580D6}"/>
                  </a:ext>
                </a:extLst>
              </p:cNvPr>
              <p:cNvSpPr/>
              <p:nvPr/>
            </p:nvSpPr>
            <p:spPr>
              <a:xfrm>
                <a:off x="4496180" y="541372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8" name="Freeform 1777">
                <a:extLst>
                  <a:ext uri="{FF2B5EF4-FFF2-40B4-BE49-F238E27FC236}">
                    <a16:creationId xmlns:a16="http://schemas.microsoft.com/office/drawing/2014/main" id="{C348EBE4-F842-57E2-9C8D-F2F6BB49EF83}"/>
                  </a:ext>
                </a:extLst>
              </p:cNvPr>
              <p:cNvSpPr/>
              <p:nvPr/>
            </p:nvSpPr>
            <p:spPr>
              <a:xfrm>
                <a:off x="4907914" y="548992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79" name="Freeform 1778">
                <a:extLst>
                  <a:ext uri="{FF2B5EF4-FFF2-40B4-BE49-F238E27FC236}">
                    <a16:creationId xmlns:a16="http://schemas.microsoft.com/office/drawing/2014/main" id="{6F4846FE-679C-4ECC-E27C-87FAC7FD7D55}"/>
                  </a:ext>
                </a:extLst>
              </p:cNvPr>
              <p:cNvSpPr/>
              <p:nvPr/>
            </p:nvSpPr>
            <p:spPr>
              <a:xfrm>
                <a:off x="4373117" y="533829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0" name="Freeform 1779">
                <a:extLst>
                  <a:ext uri="{FF2B5EF4-FFF2-40B4-BE49-F238E27FC236}">
                    <a16:creationId xmlns:a16="http://schemas.microsoft.com/office/drawing/2014/main" id="{47F0E6F8-5032-D048-6F81-8CDBA9E493B8}"/>
                  </a:ext>
                </a:extLst>
              </p:cNvPr>
              <p:cNvSpPr/>
              <p:nvPr/>
            </p:nvSpPr>
            <p:spPr>
              <a:xfrm>
                <a:off x="4899659" y="542338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1" name="Freeform 1780">
                <a:extLst>
                  <a:ext uri="{FF2B5EF4-FFF2-40B4-BE49-F238E27FC236}">
                    <a16:creationId xmlns:a16="http://schemas.microsoft.com/office/drawing/2014/main" id="{FB95BE13-8CBE-AED5-AAF8-A524FBEABAB4}"/>
                  </a:ext>
                </a:extLst>
              </p:cNvPr>
              <p:cNvSpPr/>
              <p:nvPr/>
            </p:nvSpPr>
            <p:spPr>
              <a:xfrm>
                <a:off x="4375657" y="542617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2" name="Freeform 1781">
                <a:extLst>
                  <a:ext uri="{FF2B5EF4-FFF2-40B4-BE49-F238E27FC236}">
                    <a16:creationId xmlns:a16="http://schemas.microsoft.com/office/drawing/2014/main" id="{D0B7480B-D456-0F1E-5C27-837C7710F616}"/>
                  </a:ext>
                </a:extLst>
              </p:cNvPr>
              <p:cNvSpPr/>
              <p:nvPr/>
            </p:nvSpPr>
            <p:spPr>
              <a:xfrm>
                <a:off x="4889499" y="540534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3" name="Freeform 1782">
                <a:extLst>
                  <a:ext uri="{FF2B5EF4-FFF2-40B4-BE49-F238E27FC236}">
                    <a16:creationId xmlns:a16="http://schemas.microsoft.com/office/drawing/2014/main" id="{AB729524-AC82-C50B-D2F6-90E192064F8C}"/>
                  </a:ext>
                </a:extLst>
              </p:cNvPr>
              <p:cNvSpPr/>
              <p:nvPr/>
            </p:nvSpPr>
            <p:spPr>
              <a:xfrm>
                <a:off x="4373498" y="540267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4" name="Freeform 1783">
                <a:extLst>
                  <a:ext uri="{FF2B5EF4-FFF2-40B4-BE49-F238E27FC236}">
                    <a16:creationId xmlns:a16="http://schemas.microsoft.com/office/drawing/2014/main" id="{040759C7-32A5-08D5-93CB-CB9EA2628858}"/>
                  </a:ext>
                </a:extLst>
              </p:cNvPr>
              <p:cNvSpPr/>
              <p:nvPr/>
            </p:nvSpPr>
            <p:spPr>
              <a:xfrm>
                <a:off x="4904612" y="552675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5" name="Freeform 1784">
                <a:extLst>
                  <a:ext uri="{FF2B5EF4-FFF2-40B4-BE49-F238E27FC236}">
                    <a16:creationId xmlns:a16="http://schemas.microsoft.com/office/drawing/2014/main" id="{0E540869-E51D-DE85-F509-FCE2EDB4F70F}"/>
                  </a:ext>
                </a:extLst>
              </p:cNvPr>
              <p:cNvSpPr/>
              <p:nvPr/>
            </p:nvSpPr>
            <p:spPr>
              <a:xfrm>
                <a:off x="4368164" y="547672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6" name="Freeform 1785">
                <a:extLst>
                  <a:ext uri="{FF2B5EF4-FFF2-40B4-BE49-F238E27FC236}">
                    <a16:creationId xmlns:a16="http://schemas.microsoft.com/office/drawing/2014/main" id="{53BB8D39-D517-3958-89B5-8D8F62CADF58}"/>
                  </a:ext>
                </a:extLst>
              </p:cNvPr>
              <p:cNvSpPr/>
              <p:nvPr/>
            </p:nvSpPr>
            <p:spPr>
              <a:xfrm>
                <a:off x="4904993" y="545373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7" name="Freeform 1786">
                <a:extLst>
                  <a:ext uri="{FF2B5EF4-FFF2-40B4-BE49-F238E27FC236}">
                    <a16:creationId xmlns:a16="http://schemas.microsoft.com/office/drawing/2014/main" id="{8FE6EE95-4E91-4A45-566D-DC193994A857}"/>
                  </a:ext>
                </a:extLst>
              </p:cNvPr>
              <p:cNvSpPr/>
              <p:nvPr/>
            </p:nvSpPr>
            <p:spPr>
              <a:xfrm>
                <a:off x="4380864" y="540979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8" name="Freeform 1787">
                <a:extLst>
                  <a:ext uri="{FF2B5EF4-FFF2-40B4-BE49-F238E27FC236}">
                    <a16:creationId xmlns:a16="http://schemas.microsoft.com/office/drawing/2014/main" id="{3831279C-B12D-7699-70E0-97D05AA7478F}"/>
                  </a:ext>
                </a:extLst>
              </p:cNvPr>
              <p:cNvSpPr/>
              <p:nvPr/>
            </p:nvSpPr>
            <p:spPr>
              <a:xfrm>
                <a:off x="4495291" y="5450050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89" name="Freeform 1788">
                <a:extLst>
                  <a:ext uri="{FF2B5EF4-FFF2-40B4-BE49-F238E27FC236}">
                    <a16:creationId xmlns:a16="http://schemas.microsoft.com/office/drawing/2014/main" id="{9F85EBE6-BECF-BE6F-C6F0-74323FAEB1C0}"/>
                  </a:ext>
                </a:extLst>
              </p:cNvPr>
              <p:cNvSpPr/>
              <p:nvPr/>
            </p:nvSpPr>
            <p:spPr>
              <a:xfrm>
                <a:off x="4898135" y="547214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0" name="Freeform 1789">
                <a:extLst>
                  <a:ext uri="{FF2B5EF4-FFF2-40B4-BE49-F238E27FC236}">
                    <a16:creationId xmlns:a16="http://schemas.microsoft.com/office/drawing/2014/main" id="{1746811A-4956-87C7-4C04-F22BDD1A5A72}"/>
                  </a:ext>
                </a:extLst>
              </p:cNvPr>
              <p:cNvSpPr/>
              <p:nvPr/>
            </p:nvSpPr>
            <p:spPr>
              <a:xfrm>
                <a:off x="4380991" y="52246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1" name="Freeform 1790">
                <a:extLst>
                  <a:ext uri="{FF2B5EF4-FFF2-40B4-BE49-F238E27FC236}">
                    <a16:creationId xmlns:a16="http://schemas.microsoft.com/office/drawing/2014/main" id="{F9727EA2-5966-85B7-6F7B-35CAFDA199B9}"/>
                  </a:ext>
                </a:extLst>
              </p:cNvPr>
              <p:cNvSpPr/>
              <p:nvPr/>
            </p:nvSpPr>
            <p:spPr>
              <a:xfrm>
                <a:off x="4646929" y="554517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2" name="Freeform 1791">
                <a:extLst>
                  <a:ext uri="{FF2B5EF4-FFF2-40B4-BE49-F238E27FC236}">
                    <a16:creationId xmlns:a16="http://schemas.microsoft.com/office/drawing/2014/main" id="{87A7EA1D-6104-11BD-3331-B7F402715993}"/>
                  </a:ext>
                </a:extLst>
              </p:cNvPr>
              <p:cNvSpPr/>
              <p:nvPr/>
            </p:nvSpPr>
            <p:spPr>
              <a:xfrm>
                <a:off x="4491608" y="544281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3" name="Freeform 1792">
                <a:extLst>
                  <a:ext uri="{FF2B5EF4-FFF2-40B4-BE49-F238E27FC236}">
                    <a16:creationId xmlns:a16="http://schemas.microsoft.com/office/drawing/2014/main" id="{5637C58C-CC90-7B7D-1A8F-5C0ED02E4C59}"/>
                  </a:ext>
                </a:extLst>
              </p:cNvPr>
              <p:cNvSpPr/>
              <p:nvPr/>
            </p:nvSpPr>
            <p:spPr>
              <a:xfrm>
                <a:off x="4501133" y="539163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4" name="Freeform 1793">
                <a:extLst>
                  <a:ext uri="{FF2B5EF4-FFF2-40B4-BE49-F238E27FC236}">
                    <a16:creationId xmlns:a16="http://schemas.microsoft.com/office/drawing/2014/main" id="{6A384924-9245-FE94-5467-AFD42F4F5E2A}"/>
                  </a:ext>
                </a:extLst>
              </p:cNvPr>
              <p:cNvSpPr/>
              <p:nvPr/>
            </p:nvSpPr>
            <p:spPr>
              <a:xfrm>
                <a:off x="4768341" y="534222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5" name="Freeform 1794">
                <a:extLst>
                  <a:ext uri="{FF2B5EF4-FFF2-40B4-BE49-F238E27FC236}">
                    <a16:creationId xmlns:a16="http://schemas.microsoft.com/office/drawing/2014/main" id="{1B8A5333-7745-65E1-12A7-1EDEB3B9D157}"/>
                  </a:ext>
                </a:extLst>
              </p:cNvPr>
              <p:cNvSpPr/>
              <p:nvPr/>
            </p:nvSpPr>
            <p:spPr>
              <a:xfrm>
                <a:off x="4512436" y="533244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6" name="Freeform 1795">
                <a:extLst>
                  <a:ext uri="{FF2B5EF4-FFF2-40B4-BE49-F238E27FC236}">
                    <a16:creationId xmlns:a16="http://schemas.microsoft.com/office/drawing/2014/main" id="{38910F5A-E8D2-7E15-0732-0B5D55317F1D}"/>
                  </a:ext>
                </a:extLst>
              </p:cNvPr>
              <p:cNvSpPr/>
              <p:nvPr/>
            </p:nvSpPr>
            <p:spPr>
              <a:xfrm>
                <a:off x="4492243" y="53747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7" name="TextBox 1796">
                <a:extLst>
                  <a:ext uri="{FF2B5EF4-FFF2-40B4-BE49-F238E27FC236}">
                    <a16:creationId xmlns:a16="http://schemas.microsoft.com/office/drawing/2014/main" id="{3E255ABF-9466-E99F-F43D-ABB0B5FD39FB}"/>
                  </a:ext>
                </a:extLst>
              </p:cNvPr>
              <p:cNvSpPr txBox="1"/>
              <p:nvPr/>
            </p:nvSpPr>
            <p:spPr>
              <a:xfrm>
                <a:off x="4222346" y="5007627"/>
                <a:ext cx="461779" cy="174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0.439</a:t>
                </a:r>
              </a:p>
            </p:txBody>
          </p:sp>
          <p:sp>
            <p:nvSpPr>
              <p:cNvPr id="1798" name="Freeform 1797">
                <a:extLst>
                  <a:ext uri="{FF2B5EF4-FFF2-40B4-BE49-F238E27FC236}">
                    <a16:creationId xmlns:a16="http://schemas.microsoft.com/office/drawing/2014/main" id="{617C93FC-6B4D-9983-5BC9-B47ACAA8FE41}"/>
                  </a:ext>
                </a:extLst>
              </p:cNvPr>
              <p:cNvSpPr/>
              <p:nvPr/>
            </p:nvSpPr>
            <p:spPr>
              <a:xfrm>
                <a:off x="4387341" y="5144234"/>
                <a:ext cx="119253" cy="12700"/>
              </a:xfrm>
              <a:custGeom>
                <a:avLst/>
                <a:gdLst>
                  <a:gd name="csX0" fmla="*/ 0 w 119253"/>
                  <a:gd name="csY0" fmla="*/ 0 h 12700"/>
                  <a:gd name="csX1" fmla="*/ 119253 w 11925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9253" h="12700">
                    <a:moveTo>
                      <a:pt x="0" y="0"/>
                    </a:moveTo>
                    <a:lnTo>
                      <a:pt x="11925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799" name="TextBox 1798">
                <a:extLst>
                  <a:ext uri="{FF2B5EF4-FFF2-40B4-BE49-F238E27FC236}">
                    <a16:creationId xmlns:a16="http://schemas.microsoft.com/office/drawing/2014/main" id="{BCB4E49A-CAEF-7A77-65A8-D408F63763BE}"/>
                  </a:ext>
                </a:extLst>
              </p:cNvPr>
              <p:cNvSpPr txBox="1"/>
              <p:nvPr/>
            </p:nvSpPr>
            <p:spPr>
              <a:xfrm>
                <a:off x="4547710" y="4971348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800" name="Freeform 1799">
                <a:extLst>
                  <a:ext uri="{FF2B5EF4-FFF2-40B4-BE49-F238E27FC236}">
                    <a16:creationId xmlns:a16="http://schemas.microsoft.com/office/drawing/2014/main" id="{603DDE4A-AC0A-7C45-0833-BE843320C074}"/>
                  </a:ext>
                </a:extLst>
              </p:cNvPr>
              <p:cNvSpPr/>
              <p:nvPr/>
            </p:nvSpPr>
            <p:spPr>
              <a:xfrm>
                <a:off x="4533010" y="5144234"/>
                <a:ext cx="384175" cy="12700"/>
              </a:xfrm>
              <a:custGeom>
                <a:avLst/>
                <a:gdLst>
                  <a:gd name="csX0" fmla="*/ 0 w 384175"/>
                  <a:gd name="csY0" fmla="*/ 0 h 12700"/>
                  <a:gd name="csX1" fmla="*/ 384175 w 38417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84175" h="12700">
                    <a:moveTo>
                      <a:pt x="0" y="0"/>
                    </a:moveTo>
                    <a:lnTo>
                      <a:pt x="38417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01" name="TextBox 1800">
                <a:extLst>
                  <a:ext uri="{FF2B5EF4-FFF2-40B4-BE49-F238E27FC236}">
                    <a16:creationId xmlns:a16="http://schemas.microsoft.com/office/drawing/2014/main" id="{BA152112-B637-6E7C-2B07-1E4EF69650F0}"/>
                  </a:ext>
                </a:extLst>
              </p:cNvPr>
              <p:cNvSpPr txBox="1"/>
              <p:nvPr/>
            </p:nvSpPr>
            <p:spPr>
              <a:xfrm>
                <a:off x="4434945" y="4858445"/>
                <a:ext cx="434635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802" name="Freeform 1801">
                <a:extLst>
                  <a:ext uri="{FF2B5EF4-FFF2-40B4-BE49-F238E27FC236}">
                    <a16:creationId xmlns:a16="http://schemas.microsoft.com/office/drawing/2014/main" id="{F01A1CA7-9587-0501-75FE-591BA862FEBC}"/>
                  </a:ext>
                </a:extLst>
              </p:cNvPr>
              <p:cNvSpPr/>
              <p:nvPr/>
            </p:nvSpPr>
            <p:spPr>
              <a:xfrm>
                <a:off x="4387341" y="5031331"/>
                <a:ext cx="529844" cy="12700"/>
              </a:xfrm>
              <a:custGeom>
                <a:avLst/>
                <a:gdLst>
                  <a:gd name="csX0" fmla="*/ 0 w 529844"/>
                  <a:gd name="csY0" fmla="*/ 0 h 12700"/>
                  <a:gd name="csX1" fmla="*/ 529844 w 52984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29844" h="12700">
                    <a:moveTo>
                      <a:pt x="0" y="0"/>
                    </a:moveTo>
                    <a:lnTo>
                      <a:pt x="52984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803" name="Graphic 1519">
              <a:extLst>
                <a:ext uri="{FF2B5EF4-FFF2-40B4-BE49-F238E27FC236}">
                  <a16:creationId xmlns:a16="http://schemas.microsoft.com/office/drawing/2014/main" id="{911C75B1-4503-4D35-1761-C2BE15C5365E}"/>
                </a:ext>
              </a:extLst>
            </p:cNvPr>
            <p:cNvGrpSpPr/>
            <p:nvPr/>
          </p:nvGrpSpPr>
          <p:grpSpPr>
            <a:xfrm>
              <a:off x="3842323" y="4661384"/>
              <a:ext cx="1203962" cy="1196086"/>
              <a:chOff x="3842323" y="4661384"/>
              <a:chExt cx="1203962" cy="1196086"/>
            </a:xfrm>
          </p:grpSpPr>
          <p:sp>
            <p:nvSpPr>
              <p:cNvPr id="1804" name="Freeform 1803">
                <a:extLst>
                  <a:ext uri="{FF2B5EF4-FFF2-40B4-BE49-F238E27FC236}">
                    <a16:creationId xmlns:a16="http://schemas.microsoft.com/office/drawing/2014/main" id="{EFDC0DC5-2634-AB68-ADEB-67A3BBA8E398}"/>
                  </a:ext>
                </a:extLst>
              </p:cNvPr>
              <p:cNvSpPr/>
              <p:nvPr/>
            </p:nvSpPr>
            <p:spPr>
              <a:xfrm>
                <a:off x="4307838" y="4963640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05" name="TextBox 1804">
                <a:extLst>
                  <a:ext uri="{FF2B5EF4-FFF2-40B4-BE49-F238E27FC236}">
                    <a16:creationId xmlns:a16="http://schemas.microsoft.com/office/drawing/2014/main" id="{5D4480C3-999B-79F2-778B-ED4A75D45CE6}"/>
                  </a:ext>
                </a:extLst>
              </p:cNvPr>
              <p:cNvSpPr txBox="1"/>
              <p:nvPr/>
            </p:nvSpPr>
            <p:spPr>
              <a:xfrm>
                <a:off x="3902239" y="5533915"/>
                <a:ext cx="43124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0.0%</a:t>
                </a:r>
              </a:p>
            </p:txBody>
          </p:sp>
          <p:sp>
            <p:nvSpPr>
              <p:cNvPr id="1806" name="TextBox 1805">
                <a:extLst>
                  <a:ext uri="{FF2B5EF4-FFF2-40B4-BE49-F238E27FC236}">
                    <a16:creationId xmlns:a16="http://schemas.microsoft.com/office/drawing/2014/main" id="{5FDB3FF4-59FF-683C-AB10-7DFB20CE3F23}"/>
                  </a:ext>
                </a:extLst>
              </p:cNvPr>
              <p:cNvSpPr txBox="1"/>
              <p:nvPr/>
            </p:nvSpPr>
            <p:spPr>
              <a:xfrm>
                <a:off x="3902239" y="5381134"/>
                <a:ext cx="43124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2.5%</a:t>
                </a:r>
              </a:p>
            </p:txBody>
          </p:sp>
          <p:sp>
            <p:nvSpPr>
              <p:cNvPr id="1807" name="TextBox 1806">
                <a:extLst>
                  <a:ext uri="{FF2B5EF4-FFF2-40B4-BE49-F238E27FC236}">
                    <a16:creationId xmlns:a16="http://schemas.microsoft.com/office/drawing/2014/main" id="{9B4CDA16-D368-EA75-BA7E-52C7B96CADE0}"/>
                  </a:ext>
                </a:extLst>
              </p:cNvPr>
              <p:cNvSpPr txBox="1"/>
              <p:nvPr/>
            </p:nvSpPr>
            <p:spPr>
              <a:xfrm>
                <a:off x="3902239" y="5228226"/>
                <a:ext cx="43124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5.0%</a:t>
                </a:r>
              </a:p>
            </p:txBody>
          </p:sp>
          <p:sp>
            <p:nvSpPr>
              <p:cNvPr id="1808" name="TextBox 1807">
                <a:extLst>
                  <a:ext uri="{FF2B5EF4-FFF2-40B4-BE49-F238E27FC236}">
                    <a16:creationId xmlns:a16="http://schemas.microsoft.com/office/drawing/2014/main" id="{62F648AE-AC83-9FB6-4ECA-E3F6D0C3142D}"/>
                  </a:ext>
                </a:extLst>
              </p:cNvPr>
              <p:cNvSpPr txBox="1"/>
              <p:nvPr/>
            </p:nvSpPr>
            <p:spPr>
              <a:xfrm>
                <a:off x="3902239" y="5075445"/>
                <a:ext cx="43124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7.5%</a:t>
                </a:r>
              </a:p>
            </p:txBody>
          </p:sp>
          <p:sp>
            <p:nvSpPr>
              <p:cNvPr id="1809" name="TextBox 1808">
                <a:extLst>
                  <a:ext uri="{FF2B5EF4-FFF2-40B4-BE49-F238E27FC236}">
                    <a16:creationId xmlns:a16="http://schemas.microsoft.com/office/drawing/2014/main" id="{253CFE92-EB0B-0FBB-D110-37868634D0B3}"/>
                  </a:ext>
                </a:extLst>
              </p:cNvPr>
              <p:cNvSpPr txBox="1"/>
              <p:nvPr/>
            </p:nvSpPr>
            <p:spPr>
              <a:xfrm>
                <a:off x="3842323" y="4922537"/>
                <a:ext cx="4889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10.0%</a:t>
                </a:r>
              </a:p>
            </p:txBody>
          </p:sp>
          <p:sp>
            <p:nvSpPr>
              <p:cNvPr id="1810" name="Freeform 1809">
                <a:extLst>
                  <a:ext uri="{FF2B5EF4-FFF2-40B4-BE49-F238E27FC236}">
                    <a16:creationId xmlns:a16="http://schemas.microsoft.com/office/drawing/2014/main" id="{8D46817C-205F-9CC9-5221-6DB563E68F7D}"/>
                  </a:ext>
                </a:extLst>
              </p:cNvPr>
              <p:cNvSpPr/>
              <p:nvPr/>
            </p:nvSpPr>
            <p:spPr>
              <a:xfrm>
                <a:off x="4273041" y="564080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1" name="Freeform 1810">
                <a:extLst>
                  <a:ext uri="{FF2B5EF4-FFF2-40B4-BE49-F238E27FC236}">
                    <a16:creationId xmlns:a16="http://schemas.microsoft.com/office/drawing/2014/main" id="{05A9F74D-FBAE-B53A-0AB9-DC4D5A2F7823}"/>
                  </a:ext>
                </a:extLst>
              </p:cNvPr>
              <p:cNvSpPr/>
              <p:nvPr/>
            </p:nvSpPr>
            <p:spPr>
              <a:xfrm>
                <a:off x="4273041" y="5488023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2" name="Freeform 1811">
                <a:extLst>
                  <a:ext uri="{FF2B5EF4-FFF2-40B4-BE49-F238E27FC236}">
                    <a16:creationId xmlns:a16="http://schemas.microsoft.com/office/drawing/2014/main" id="{7279B3CC-A52A-897B-EC66-D90943131841}"/>
                  </a:ext>
                </a:extLst>
              </p:cNvPr>
              <p:cNvSpPr/>
              <p:nvPr/>
            </p:nvSpPr>
            <p:spPr>
              <a:xfrm>
                <a:off x="4273041" y="5335115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3" name="Freeform 1812">
                <a:extLst>
                  <a:ext uri="{FF2B5EF4-FFF2-40B4-BE49-F238E27FC236}">
                    <a16:creationId xmlns:a16="http://schemas.microsoft.com/office/drawing/2014/main" id="{B14C9938-DA65-A606-9802-D904228231A3}"/>
                  </a:ext>
                </a:extLst>
              </p:cNvPr>
              <p:cNvSpPr/>
              <p:nvPr/>
            </p:nvSpPr>
            <p:spPr>
              <a:xfrm>
                <a:off x="4273041" y="5182334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4" name="Freeform 1813">
                <a:extLst>
                  <a:ext uri="{FF2B5EF4-FFF2-40B4-BE49-F238E27FC236}">
                    <a16:creationId xmlns:a16="http://schemas.microsoft.com/office/drawing/2014/main" id="{E65EE974-B614-33A9-EC00-7049830AB25E}"/>
                  </a:ext>
                </a:extLst>
              </p:cNvPr>
              <p:cNvSpPr/>
              <p:nvPr/>
            </p:nvSpPr>
            <p:spPr>
              <a:xfrm>
                <a:off x="4273041" y="5029426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5" name="Freeform 1814">
                <a:extLst>
                  <a:ext uri="{FF2B5EF4-FFF2-40B4-BE49-F238E27FC236}">
                    <a16:creationId xmlns:a16="http://schemas.microsoft.com/office/drawing/2014/main" id="{825D2BF2-3B0A-F7B4-CD1C-DD045AE23BFC}"/>
                  </a:ext>
                </a:extLst>
              </p:cNvPr>
              <p:cNvSpPr/>
              <p:nvPr/>
            </p:nvSpPr>
            <p:spPr>
              <a:xfrm>
                <a:off x="4307838" y="5640804"/>
                <a:ext cx="688847" cy="12700"/>
              </a:xfrm>
              <a:custGeom>
                <a:avLst/>
                <a:gdLst>
                  <a:gd name="csX0" fmla="*/ 0 w 688847"/>
                  <a:gd name="csY0" fmla="*/ 0 h 12700"/>
                  <a:gd name="csX1" fmla="*/ 688848 w 68884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88847" h="12700">
                    <a:moveTo>
                      <a:pt x="0" y="0"/>
                    </a:moveTo>
                    <a:lnTo>
                      <a:pt x="688848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6" name="Freeform 1815">
                <a:extLst>
                  <a:ext uri="{FF2B5EF4-FFF2-40B4-BE49-F238E27FC236}">
                    <a16:creationId xmlns:a16="http://schemas.microsoft.com/office/drawing/2014/main" id="{C0C3A1DF-7DE6-D74B-E354-9DF980E67E01}"/>
                  </a:ext>
                </a:extLst>
              </p:cNvPr>
              <p:cNvSpPr/>
              <p:nvPr/>
            </p:nvSpPr>
            <p:spPr>
              <a:xfrm>
                <a:off x="4387341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7" name="Freeform 1816">
                <a:extLst>
                  <a:ext uri="{FF2B5EF4-FFF2-40B4-BE49-F238E27FC236}">
                    <a16:creationId xmlns:a16="http://schemas.microsoft.com/office/drawing/2014/main" id="{2C24CA1B-6D69-A213-1524-8A2C386188B5}"/>
                  </a:ext>
                </a:extLst>
              </p:cNvPr>
              <p:cNvSpPr/>
              <p:nvPr/>
            </p:nvSpPr>
            <p:spPr>
              <a:xfrm>
                <a:off x="4519802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8" name="Freeform 1817">
                <a:extLst>
                  <a:ext uri="{FF2B5EF4-FFF2-40B4-BE49-F238E27FC236}">
                    <a16:creationId xmlns:a16="http://schemas.microsoft.com/office/drawing/2014/main" id="{80582E69-1CF4-D752-3C6A-905C648CA976}"/>
                  </a:ext>
                </a:extLst>
              </p:cNvPr>
              <p:cNvSpPr/>
              <p:nvPr/>
            </p:nvSpPr>
            <p:spPr>
              <a:xfrm>
                <a:off x="4652263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19" name="Freeform 1818">
                <a:extLst>
                  <a:ext uri="{FF2B5EF4-FFF2-40B4-BE49-F238E27FC236}">
                    <a16:creationId xmlns:a16="http://schemas.microsoft.com/office/drawing/2014/main" id="{133E1297-CB0A-8E00-D274-1B518373D408}"/>
                  </a:ext>
                </a:extLst>
              </p:cNvPr>
              <p:cNvSpPr/>
              <p:nvPr/>
            </p:nvSpPr>
            <p:spPr>
              <a:xfrm>
                <a:off x="4784724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20" name="Freeform 1819">
                <a:extLst>
                  <a:ext uri="{FF2B5EF4-FFF2-40B4-BE49-F238E27FC236}">
                    <a16:creationId xmlns:a16="http://schemas.microsoft.com/office/drawing/2014/main" id="{4397EE35-6CBF-A8C9-B39A-E5365BEFE5C1}"/>
                  </a:ext>
                </a:extLst>
              </p:cNvPr>
              <p:cNvSpPr/>
              <p:nvPr/>
            </p:nvSpPr>
            <p:spPr>
              <a:xfrm>
                <a:off x="4917185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21" name="TextBox 1820">
                <a:extLst>
                  <a:ext uri="{FF2B5EF4-FFF2-40B4-BE49-F238E27FC236}">
                    <a16:creationId xmlns:a16="http://schemas.microsoft.com/office/drawing/2014/main" id="{DB9ADB83-96E3-16BD-7BA2-2D86D517A20D}"/>
                  </a:ext>
                </a:extLst>
              </p:cNvPr>
              <p:cNvSpPr txBox="1"/>
              <p:nvPr/>
            </p:nvSpPr>
            <p:spPr>
              <a:xfrm>
                <a:off x="4247212" y="5636658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822" name="TextBox 1821">
                <a:extLst>
                  <a:ext uri="{FF2B5EF4-FFF2-40B4-BE49-F238E27FC236}">
                    <a16:creationId xmlns:a16="http://schemas.microsoft.com/office/drawing/2014/main" id="{DC45822B-91A9-9E75-FC01-AA2F5301410A}"/>
                  </a:ext>
                </a:extLst>
              </p:cNvPr>
              <p:cNvSpPr txBox="1"/>
              <p:nvPr/>
            </p:nvSpPr>
            <p:spPr>
              <a:xfrm>
                <a:off x="4407665" y="5636658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823" name="TextBox 1822">
                <a:extLst>
                  <a:ext uri="{FF2B5EF4-FFF2-40B4-BE49-F238E27FC236}">
                    <a16:creationId xmlns:a16="http://schemas.microsoft.com/office/drawing/2014/main" id="{5A665A4B-499B-9727-4E66-7A60852EAAF0}"/>
                  </a:ext>
                </a:extLst>
              </p:cNvPr>
              <p:cNvSpPr txBox="1"/>
              <p:nvPr/>
            </p:nvSpPr>
            <p:spPr>
              <a:xfrm>
                <a:off x="4511286" y="5636658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824" name="TextBox 1823">
                <a:extLst>
                  <a:ext uri="{FF2B5EF4-FFF2-40B4-BE49-F238E27FC236}">
                    <a16:creationId xmlns:a16="http://schemas.microsoft.com/office/drawing/2014/main" id="{05D6A347-C5FB-B80C-92B1-09F8F7A8E530}"/>
                  </a:ext>
                </a:extLst>
              </p:cNvPr>
              <p:cNvSpPr txBox="1"/>
              <p:nvPr/>
            </p:nvSpPr>
            <p:spPr>
              <a:xfrm>
                <a:off x="4618300" y="5636658"/>
                <a:ext cx="332847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825" name="TextBox 1824">
                <a:extLst>
                  <a:ext uri="{FF2B5EF4-FFF2-40B4-BE49-F238E27FC236}">
                    <a16:creationId xmlns:a16="http://schemas.microsoft.com/office/drawing/2014/main" id="{FB582E0A-43D9-B6DC-0C8A-533691B24D4D}"/>
                  </a:ext>
                </a:extLst>
              </p:cNvPr>
              <p:cNvSpPr txBox="1"/>
              <p:nvPr/>
            </p:nvSpPr>
            <p:spPr>
              <a:xfrm>
                <a:off x="4788082" y="5636658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828" name="TextBox 1827">
                <a:extLst>
                  <a:ext uri="{FF2B5EF4-FFF2-40B4-BE49-F238E27FC236}">
                    <a16:creationId xmlns:a16="http://schemas.microsoft.com/office/drawing/2014/main" id="{1559FDD1-C8C0-00A3-ED51-68C2A6878FB7}"/>
                  </a:ext>
                </a:extLst>
              </p:cNvPr>
              <p:cNvSpPr txBox="1"/>
              <p:nvPr/>
            </p:nvSpPr>
            <p:spPr>
              <a:xfrm>
                <a:off x="4316371" y="4661384"/>
                <a:ext cx="680622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9_Mixed</a:t>
                </a:r>
              </a:p>
            </p:txBody>
          </p:sp>
        </p:grpSp>
      </p:grpSp>
      <p:grpSp>
        <p:nvGrpSpPr>
          <p:cNvPr id="1829" name="Graphic 1521">
            <a:extLst>
              <a:ext uri="{FF2B5EF4-FFF2-40B4-BE49-F238E27FC236}">
                <a16:creationId xmlns:a16="http://schemas.microsoft.com/office/drawing/2014/main" id="{F0D71716-223A-1565-4656-28387F523603}"/>
              </a:ext>
            </a:extLst>
          </p:cNvPr>
          <p:cNvGrpSpPr/>
          <p:nvPr/>
        </p:nvGrpSpPr>
        <p:grpSpPr>
          <a:xfrm>
            <a:off x="4316057" y="3103309"/>
            <a:ext cx="1203385" cy="1130191"/>
            <a:chOff x="5242269" y="4661384"/>
            <a:chExt cx="1273547" cy="1196086"/>
          </a:xfrm>
        </p:grpSpPr>
        <p:grpSp>
          <p:nvGrpSpPr>
            <p:cNvPr id="1832" name="Graphic 1521">
              <a:extLst>
                <a:ext uri="{FF2B5EF4-FFF2-40B4-BE49-F238E27FC236}">
                  <a16:creationId xmlns:a16="http://schemas.microsoft.com/office/drawing/2014/main" id="{785189C7-C9DD-90D6-3885-251B6447D81D}"/>
                </a:ext>
              </a:extLst>
            </p:cNvPr>
            <p:cNvGrpSpPr/>
            <p:nvPr/>
          </p:nvGrpSpPr>
          <p:grpSpPr>
            <a:xfrm>
              <a:off x="5550987" y="4858445"/>
              <a:ext cx="802419" cy="782486"/>
              <a:chOff x="5550987" y="4858445"/>
              <a:chExt cx="802419" cy="782486"/>
            </a:xfrm>
          </p:grpSpPr>
          <p:sp>
            <p:nvSpPr>
              <p:cNvPr id="1834" name="Freeform 1833">
                <a:extLst>
                  <a:ext uri="{FF2B5EF4-FFF2-40B4-BE49-F238E27FC236}">
                    <a16:creationId xmlns:a16="http://schemas.microsoft.com/office/drawing/2014/main" id="{84E5523C-D19D-E70A-CF4B-E148179644F9}"/>
                  </a:ext>
                </a:extLst>
              </p:cNvPr>
              <p:cNvSpPr/>
              <p:nvPr/>
            </p:nvSpPr>
            <p:spPr>
              <a:xfrm>
                <a:off x="5606773" y="5439890"/>
                <a:ext cx="97409" cy="201041"/>
              </a:xfrm>
              <a:custGeom>
                <a:avLst/>
                <a:gdLst>
                  <a:gd name="csX0" fmla="*/ 0 w 97409"/>
                  <a:gd name="csY0" fmla="*/ 0 h 201041"/>
                  <a:gd name="csX1" fmla="*/ 97409 w 97409"/>
                  <a:gd name="csY1" fmla="*/ 0 h 201041"/>
                  <a:gd name="csX2" fmla="*/ 97409 w 97409"/>
                  <a:gd name="csY2" fmla="*/ 201041 h 201041"/>
                  <a:gd name="csX3" fmla="*/ 0 w 97409"/>
                  <a:gd name="csY3" fmla="*/ 201041 h 2010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0104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01041"/>
                    </a:lnTo>
                    <a:lnTo>
                      <a:pt x="0" y="201041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35" name="Freeform 1834">
                <a:extLst>
                  <a:ext uri="{FF2B5EF4-FFF2-40B4-BE49-F238E27FC236}">
                    <a16:creationId xmlns:a16="http://schemas.microsoft.com/office/drawing/2014/main" id="{CDEF3C91-72AF-949F-B5E2-70303FC9582D}"/>
                  </a:ext>
                </a:extLst>
              </p:cNvPr>
              <p:cNvSpPr/>
              <p:nvPr/>
            </p:nvSpPr>
            <p:spPr>
              <a:xfrm>
                <a:off x="5769079" y="5373469"/>
                <a:ext cx="97409" cy="267462"/>
              </a:xfrm>
              <a:custGeom>
                <a:avLst/>
                <a:gdLst>
                  <a:gd name="csX0" fmla="*/ 0 w 97409"/>
                  <a:gd name="csY0" fmla="*/ 0 h 267462"/>
                  <a:gd name="csX1" fmla="*/ 97409 w 97409"/>
                  <a:gd name="csY1" fmla="*/ 0 h 267462"/>
                  <a:gd name="csX2" fmla="*/ 97409 w 97409"/>
                  <a:gd name="csY2" fmla="*/ 267462 h 267462"/>
                  <a:gd name="csX3" fmla="*/ 0 w 97409"/>
                  <a:gd name="csY3" fmla="*/ 267462 h 2674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6746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67462"/>
                    </a:lnTo>
                    <a:lnTo>
                      <a:pt x="0" y="267462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36" name="Freeform 1835">
                <a:extLst>
                  <a:ext uri="{FF2B5EF4-FFF2-40B4-BE49-F238E27FC236}">
                    <a16:creationId xmlns:a16="http://schemas.microsoft.com/office/drawing/2014/main" id="{57F0E21D-47CB-7CE4-389B-22FF9230C7C5}"/>
                  </a:ext>
                </a:extLst>
              </p:cNvPr>
              <p:cNvSpPr/>
              <p:nvPr/>
            </p:nvSpPr>
            <p:spPr>
              <a:xfrm>
                <a:off x="5931385" y="5435191"/>
                <a:ext cx="97409" cy="205612"/>
              </a:xfrm>
              <a:custGeom>
                <a:avLst/>
                <a:gdLst>
                  <a:gd name="csX0" fmla="*/ 0 w 97409"/>
                  <a:gd name="csY0" fmla="*/ 0 h 205612"/>
                  <a:gd name="csX1" fmla="*/ 97409 w 97409"/>
                  <a:gd name="csY1" fmla="*/ 0 h 205612"/>
                  <a:gd name="csX2" fmla="*/ 97409 w 97409"/>
                  <a:gd name="csY2" fmla="*/ 205613 h 205612"/>
                  <a:gd name="csX3" fmla="*/ 0 w 97409"/>
                  <a:gd name="csY3" fmla="*/ 205613 h 2056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0561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05613"/>
                    </a:lnTo>
                    <a:lnTo>
                      <a:pt x="0" y="205613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37" name="Freeform 1836">
                <a:extLst>
                  <a:ext uri="{FF2B5EF4-FFF2-40B4-BE49-F238E27FC236}">
                    <a16:creationId xmlns:a16="http://schemas.microsoft.com/office/drawing/2014/main" id="{C46B362A-9F5B-A59A-C90B-DAF47F83E65D}"/>
                  </a:ext>
                </a:extLst>
              </p:cNvPr>
              <p:cNvSpPr/>
              <p:nvPr/>
            </p:nvSpPr>
            <p:spPr>
              <a:xfrm>
                <a:off x="6093691" y="5521043"/>
                <a:ext cx="97409" cy="119761"/>
              </a:xfrm>
              <a:custGeom>
                <a:avLst/>
                <a:gdLst>
                  <a:gd name="csX0" fmla="*/ 0 w 97409"/>
                  <a:gd name="csY0" fmla="*/ 0 h 119761"/>
                  <a:gd name="csX1" fmla="*/ 97409 w 97409"/>
                  <a:gd name="csY1" fmla="*/ 0 h 119761"/>
                  <a:gd name="csX2" fmla="*/ 97409 w 97409"/>
                  <a:gd name="csY2" fmla="*/ 119761 h 119761"/>
                  <a:gd name="csX3" fmla="*/ 0 w 97409"/>
                  <a:gd name="csY3" fmla="*/ 119761 h 1197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11976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119761"/>
                    </a:lnTo>
                    <a:lnTo>
                      <a:pt x="0" y="119761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38" name="Freeform 1837">
                <a:extLst>
                  <a:ext uri="{FF2B5EF4-FFF2-40B4-BE49-F238E27FC236}">
                    <a16:creationId xmlns:a16="http://schemas.microsoft.com/office/drawing/2014/main" id="{C08429BD-2DD3-486B-B050-77F34C1C1A52}"/>
                  </a:ext>
                </a:extLst>
              </p:cNvPr>
              <p:cNvSpPr/>
              <p:nvPr/>
            </p:nvSpPr>
            <p:spPr>
              <a:xfrm>
                <a:off x="6255997" y="5395059"/>
                <a:ext cx="97409" cy="245745"/>
              </a:xfrm>
              <a:custGeom>
                <a:avLst/>
                <a:gdLst>
                  <a:gd name="csX0" fmla="*/ 0 w 97409"/>
                  <a:gd name="csY0" fmla="*/ 0 h 245745"/>
                  <a:gd name="csX1" fmla="*/ 97409 w 97409"/>
                  <a:gd name="csY1" fmla="*/ 0 h 245745"/>
                  <a:gd name="csX2" fmla="*/ 97409 w 97409"/>
                  <a:gd name="csY2" fmla="*/ 245745 h 245745"/>
                  <a:gd name="csX3" fmla="*/ 0 w 97409"/>
                  <a:gd name="csY3" fmla="*/ 245745 h 2457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4574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45745"/>
                    </a:lnTo>
                    <a:lnTo>
                      <a:pt x="0" y="245745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39" name="Freeform 1838">
                <a:extLst>
                  <a:ext uri="{FF2B5EF4-FFF2-40B4-BE49-F238E27FC236}">
                    <a16:creationId xmlns:a16="http://schemas.microsoft.com/office/drawing/2014/main" id="{1F12DD1D-8E73-3F0A-7D7C-360799D459F1}"/>
                  </a:ext>
                </a:extLst>
              </p:cNvPr>
              <p:cNvSpPr/>
              <p:nvPr/>
            </p:nvSpPr>
            <p:spPr>
              <a:xfrm>
                <a:off x="5623029" y="5414744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0" name="Freeform 1839">
                <a:extLst>
                  <a:ext uri="{FF2B5EF4-FFF2-40B4-BE49-F238E27FC236}">
                    <a16:creationId xmlns:a16="http://schemas.microsoft.com/office/drawing/2014/main" id="{0DBECB75-DB62-5100-31CA-F4499DA258A4}"/>
                  </a:ext>
                </a:extLst>
              </p:cNvPr>
              <p:cNvSpPr/>
              <p:nvPr/>
            </p:nvSpPr>
            <p:spPr>
              <a:xfrm>
                <a:off x="5655413" y="5414744"/>
                <a:ext cx="12700" cy="50165"/>
              </a:xfrm>
              <a:custGeom>
                <a:avLst/>
                <a:gdLst>
                  <a:gd name="csX0" fmla="*/ 0 w 12700"/>
                  <a:gd name="csY0" fmla="*/ 0 h 50165"/>
                  <a:gd name="csX1" fmla="*/ 0 w 12700"/>
                  <a:gd name="csY1" fmla="*/ 50165 h 501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0165">
                    <a:moveTo>
                      <a:pt x="0" y="0"/>
                    </a:moveTo>
                    <a:lnTo>
                      <a:pt x="0" y="5016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1" name="Freeform 1840">
                <a:extLst>
                  <a:ext uri="{FF2B5EF4-FFF2-40B4-BE49-F238E27FC236}">
                    <a16:creationId xmlns:a16="http://schemas.microsoft.com/office/drawing/2014/main" id="{C4036351-4D43-9463-6590-FC817B2BB5E5}"/>
                  </a:ext>
                </a:extLst>
              </p:cNvPr>
              <p:cNvSpPr/>
              <p:nvPr/>
            </p:nvSpPr>
            <p:spPr>
              <a:xfrm>
                <a:off x="5623029" y="5464909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2" name="Freeform 1841">
                <a:extLst>
                  <a:ext uri="{FF2B5EF4-FFF2-40B4-BE49-F238E27FC236}">
                    <a16:creationId xmlns:a16="http://schemas.microsoft.com/office/drawing/2014/main" id="{8B71DA70-126D-5C5B-93D2-2230A098D0B2}"/>
                  </a:ext>
                </a:extLst>
              </p:cNvPr>
              <p:cNvSpPr/>
              <p:nvPr/>
            </p:nvSpPr>
            <p:spPr>
              <a:xfrm>
                <a:off x="5785334" y="5317970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3" name="Freeform 1842">
                <a:extLst>
                  <a:ext uri="{FF2B5EF4-FFF2-40B4-BE49-F238E27FC236}">
                    <a16:creationId xmlns:a16="http://schemas.microsoft.com/office/drawing/2014/main" id="{889D44A8-E09B-C184-3F1F-E63BD4AE5A36}"/>
                  </a:ext>
                </a:extLst>
              </p:cNvPr>
              <p:cNvSpPr/>
              <p:nvPr/>
            </p:nvSpPr>
            <p:spPr>
              <a:xfrm>
                <a:off x="5817719" y="5317970"/>
                <a:ext cx="12700" cy="110870"/>
              </a:xfrm>
              <a:custGeom>
                <a:avLst/>
                <a:gdLst>
                  <a:gd name="csX0" fmla="*/ 0 w 12700"/>
                  <a:gd name="csY0" fmla="*/ 0 h 110870"/>
                  <a:gd name="csX1" fmla="*/ 0 w 12700"/>
                  <a:gd name="csY1" fmla="*/ 110871 h 1108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0870">
                    <a:moveTo>
                      <a:pt x="0" y="0"/>
                    </a:moveTo>
                    <a:lnTo>
                      <a:pt x="0" y="11087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4" name="Freeform 1843">
                <a:extLst>
                  <a:ext uri="{FF2B5EF4-FFF2-40B4-BE49-F238E27FC236}">
                    <a16:creationId xmlns:a16="http://schemas.microsoft.com/office/drawing/2014/main" id="{38E0831A-82CE-58D0-F8AA-C70422F2D98B}"/>
                  </a:ext>
                </a:extLst>
              </p:cNvPr>
              <p:cNvSpPr/>
              <p:nvPr/>
            </p:nvSpPr>
            <p:spPr>
              <a:xfrm>
                <a:off x="5785334" y="542884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5" name="Freeform 1844">
                <a:extLst>
                  <a:ext uri="{FF2B5EF4-FFF2-40B4-BE49-F238E27FC236}">
                    <a16:creationId xmlns:a16="http://schemas.microsoft.com/office/drawing/2014/main" id="{2A4A92EE-AB28-7352-5149-01518CF81780}"/>
                  </a:ext>
                </a:extLst>
              </p:cNvPr>
              <p:cNvSpPr/>
              <p:nvPr/>
            </p:nvSpPr>
            <p:spPr>
              <a:xfrm>
                <a:off x="5947640" y="5363309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6" name="Freeform 1845">
                <a:extLst>
                  <a:ext uri="{FF2B5EF4-FFF2-40B4-BE49-F238E27FC236}">
                    <a16:creationId xmlns:a16="http://schemas.microsoft.com/office/drawing/2014/main" id="{3B36F406-5D5F-E973-4AB9-5623CADB163D}"/>
                  </a:ext>
                </a:extLst>
              </p:cNvPr>
              <p:cNvSpPr/>
              <p:nvPr/>
            </p:nvSpPr>
            <p:spPr>
              <a:xfrm>
                <a:off x="5980026" y="5363309"/>
                <a:ext cx="12700" cy="143891"/>
              </a:xfrm>
              <a:custGeom>
                <a:avLst/>
                <a:gdLst>
                  <a:gd name="csX0" fmla="*/ 0 w 12700"/>
                  <a:gd name="csY0" fmla="*/ 0 h 143891"/>
                  <a:gd name="csX1" fmla="*/ 0 w 12700"/>
                  <a:gd name="csY1" fmla="*/ 143891 h 143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3891">
                    <a:moveTo>
                      <a:pt x="0" y="0"/>
                    </a:moveTo>
                    <a:lnTo>
                      <a:pt x="0" y="14389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7" name="Freeform 1846">
                <a:extLst>
                  <a:ext uri="{FF2B5EF4-FFF2-40B4-BE49-F238E27FC236}">
                    <a16:creationId xmlns:a16="http://schemas.microsoft.com/office/drawing/2014/main" id="{083A899E-1083-DE04-6657-7E3EEBA1A0A4}"/>
                  </a:ext>
                </a:extLst>
              </p:cNvPr>
              <p:cNvSpPr/>
              <p:nvPr/>
            </p:nvSpPr>
            <p:spPr>
              <a:xfrm>
                <a:off x="5947640" y="5507200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8" name="Freeform 1847">
                <a:extLst>
                  <a:ext uri="{FF2B5EF4-FFF2-40B4-BE49-F238E27FC236}">
                    <a16:creationId xmlns:a16="http://schemas.microsoft.com/office/drawing/2014/main" id="{4DCD0989-8407-96B8-A2D1-082BCCE1BAC1}"/>
                  </a:ext>
                </a:extLst>
              </p:cNvPr>
              <p:cNvSpPr/>
              <p:nvPr/>
            </p:nvSpPr>
            <p:spPr>
              <a:xfrm>
                <a:off x="6272253" y="536064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49" name="Freeform 1848">
                <a:extLst>
                  <a:ext uri="{FF2B5EF4-FFF2-40B4-BE49-F238E27FC236}">
                    <a16:creationId xmlns:a16="http://schemas.microsoft.com/office/drawing/2014/main" id="{4E4A30AA-F7A9-781B-C2FE-1A34382813F5}"/>
                  </a:ext>
                </a:extLst>
              </p:cNvPr>
              <p:cNvSpPr/>
              <p:nvPr/>
            </p:nvSpPr>
            <p:spPr>
              <a:xfrm>
                <a:off x="6304637" y="5360641"/>
                <a:ext cx="12700" cy="68961"/>
              </a:xfrm>
              <a:custGeom>
                <a:avLst/>
                <a:gdLst>
                  <a:gd name="csX0" fmla="*/ 0 w 12700"/>
                  <a:gd name="csY0" fmla="*/ 0 h 68961"/>
                  <a:gd name="csX1" fmla="*/ 0 w 12700"/>
                  <a:gd name="csY1" fmla="*/ 68961 h 689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8961">
                    <a:moveTo>
                      <a:pt x="0" y="0"/>
                    </a:moveTo>
                    <a:lnTo>
                      <a:pt x="0" y="6896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0" name="Freeform 1849">
                <a:extLst>
                  <a:ext uri="{FF2B5EF4-FFF2-40B4-BE49-F238E27FC236}">
                    <a16:creationId xmlns:a16="http://schemas.microsoft.com/office/drawing/2014/main" id="{DDD811C7-B5D1-C259-DB20-1367E5BE1C15}"/>
                  </a:ext>
                </a:extLst>
              </p:cNvPr>
              <p:cNvSpPr/>
              <p:nvPr/>
            </p:nvSpPr>
            <p:spPr>
              <a:xfrm>
                <a:off x="6272253" y="542960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1" name="Freeform 1850">
                <a:extLst>
                  <a:ext uri="{FF2B5EF4-FFF2-40B4-BE49-F238E27FC236}">
                    <a16:creationId xmlns:a16="http://schemas.microsoft.com/office/drawing/2014/main" id="{DB571E5F-7F5E-7554-07BD-1B30DC81BC0F}"/>
                  </a:ext>
                </a:extLst>
              </p:cNvPr>
              <p:cNvSpPr/>
              <p:nvPr/>
            </p:nvSpPr>
            <p:spPr>
              <a:xfrm>
                <a:off x="5975454" y="534451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2" name="Freeform 1851">
                <a:extLst>
                  <a:ext uri="{FF2B5EF4-FFF2-40B4-BE49-F238E27FC236}">
                    <a16:creationId xmlns:a16="http://schemas.microsoft.com/office/drawing/2014/main" id="{5B5B7DE2-9B3B-0EDF-B71A-AD04D28C81BE}"/>
                  </a:ext>
                </a:extLst>
              </p:cNvPr>
              <p:cNvSpPr/>
              <p:nvPr/>
            </p:nvSpPr>
            <p:spPr>
              <a:xfrm>
                <a:off x="5813910" y="517065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3" name="Freeform 1852">
                <a:extLst>
                  <a:ext uri="{FF2B5EF4-FFF2-40B4-BE49-F238E27FC236}">
                    <a16:creationId xmlns:a16="http://schemas.microsoft.com/office/drawing/2014/main" id="{5DF385BA-8B3A-D1EE-F7A3-894418065421}"/>
                  </a:ext>
                </a:extLst>
              </p:cNvPr>
              <p:cNvSpPr/>
              <p:nvPr/>
            </p:nvSpPr>
            <p:spPr>
              <a:xfrm>
                <a:off x="5792828" y="53363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4" name="Freeform 1853">
                <a:extLst>
                  <a:ext uri="{FF2B5EF4-FFF2-40B4-BE49-F238E27FC236}">
                    <a16:creationId xmlns:a16="http://schemas.microsoft.com/office/drawing/2014/main" id="{52009226-FD09-FA13-DFD0-6212BA62DDEB}"/>
                  </a:ext>
                </a:extLst>
              </p:cNvPr>
              <p:cNvSpPr/>
              <p:nvPr/>
            </p:nvSpPr>
            <p:spPr>
              <a:xfrm>
                <a:off x="6297399" y="532647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5" name="Freeform 1854">
                <a:extLst>
                  <a:ext uri="{FF2B5EF4-FFF2-40B4-BE49-F238E27FC236}">
                    <a16:creationId xmlns:a16="http://schemas.microsoft.com/office/drawing/2014/main" id="{873E0CCD-547A-20B4-48AC-9A82EF3FABA0}"/>
                  </a:ext>
                </a:extLst>
              </p:cNvPr>
              <p:cNvSpPr/>
              <p:nvPr/>
            </p:nvSpPr>
            <p:spPr>
              <a:xfrm>
                <a:off x="5641952" y="5460718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6" name="Freeform 1855">
                <a:extLst>
                  <a:ext uri="{FF2B5EF4-FFF2-40B4-BE49-F238E27FC236}">
                    <a16:creationId xmlns:a16="http://schemas.microsoft.com/office/drawing/2014/main" id="{8B119923-FD3F-8F1A-4AAB-462A9E7B55BB}"/>
                  </a:ext>
                </a:extLst>
              </p:cNvPr>
              <p:cNvSpPr/>
              <p:nvPr/>
            </p:nvSpPr>
            <p:spPr>
              <a:xfrm>
                <a:off x="6287239" y="523427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7" name="Freeform 1856">
                <a:extLst>
                  <a:ext uri="{FF2B5EF4-FFF2-40B4-BE49-F238E27FC236}">
                    <a16:creationId xmlns:a16="http://schemas.microsoft.com/office/drawing/2014/main" id="{E00A8A28-02F7-6170-1C3F-B9BE34779D78}"/>
                  </a:ext>
                </a:extLst>
              </p:cNvPr>
              <p:cNvSpPr/>
              <p:nvPr/>
            </p:nvSpPr>
            <p:spPr>
              <a:xfrm>
                <a:off x="5645127" y="531530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8" name="Freeform 1857">
                <a:extLst>
                  <a:ext uri="{FF2B5EF4-FFF2-40B4-BE49-F238E27FC236}">
                    <a16:creationId xmlns:a16="http://schemas.microsoft.com/office/drawing/2014/main" id="{1D818AD8-3AE9-737A-87A7-10FE5FE89247}"/>
                  </a:ext>
                </a:extLst>
              </p:cNvPr>
              <p:cNvSpPr/>
              <p:nvPr/>
            </p:nvSpPr>
            <p:spPr>
              <a:xfrm>
                <a:off x="6274793" y="541233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59" name="Freeform 1858">
                <a:extLst>
                  <a:ext uri="{FF2B5EF4-FFF2-40B4-BE49-F238E27FC236}">
                    <a16:creationId xmlns:a16="http://schemas.microsoft.com/office/drawing/2014/main" id="{DAFB3F2B-DEE2-33A7-6E22-E36B0D2B1D43}"/>
                  </a:ext>
                </a:extLst>
              </p:cNvPr>
              <p:cNvSpPr/>
              <p:nvPr/>
            </p:nvSpPr>
            <p:spPr>
              <a:xfrm>
                <a:off x="5642460" y="543163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0" name="Freeform 1859">
                <a:extLst>
                  <a:ext uri="{FF2B5EF4-FFF2-40B4-BE49-F238E27FC236}">
                    <a16:creationId xmlns:a16="http://schemas.microsoft.com/office/drawing/2014/main" id="{49082517-F454-D422-A7DF-F9FBE8BD3B27}"/>
                  </a:ext>
                </a:extLst>
              </p:cNvPr>
              <p:cNvSpPr/>
              <p:nvPr/>
            </p:nvSpPr>
            <p:spPr>
              <a:xfrm>
                <a:off x="6293335" y="547697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1" name="Freeform 1860">
                <a:extLst>
                  <a:ext uri="{FF2B5EF4-FFF2-40B4-BE49-F238E27FC236}">
                    <a16:creationId xmlns:a16="http://schemas.microsoft.com/office/drawing/2014/main" id="{9ECD52F6-8E78-F352-6EDC-50784F3EF6B4}"/>
                  </a:ext>
                </a:extLst>
              </p:cNvPr>
              <p:cNvSpPr/>
              <p:nvPr/>
            </p:nvSpPr>
            <p:spPr>
              <a:xfrm>
                <a:off x="5635983" y="54382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2" name="Freeform 1861">
                <a:extLst>
                  <a:ext uri="{FF2B5EF4-FFF2-40B4-BE49-F238E27FC236}">
                    <a16:creationId xmlns:a16="http://schemas.microsoft.com/office/drawing/2014/main" id="{89006B67-3453-94F6-B49F-1862C7B7349D}"/>
                  </a:ext>
                </a:extLst>
              </p:cNvPr>
              <p:cNvSpPr/>
              <p:nvPr/>
            </p:nvSpPr>
            <p:spPr>
              <a:xfrm>
                <a:off x="6293716" y="54061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3" name="Freeform 1862">
                <a:extLst>
                  <a:ext uri="{FF2B5EF4-FFF2-40B4-BE49-F238E27FC236}">
                    <a16:creationId xmlns:a16="http://schemas.microsoft.com/office/drawing/2014/main" id="{D413B450-2621-1A68-C8AC-2D305B033A5B}"/>
                  </a:ext>
                </a:extLst>
              </p:cNvPr>
              <p:cNvSpPr/>
              <p:nvPr/>
            </p:nvSpPr>
            <p:spPr>
              <a:xfrm>
                <a:off x="5651477" y="539455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4" name="Freeform 1863">
                <a:extLst>
                  <a:ext uri="{FF2B5EF4-FFF2-40B4-BE49-F238E27FC236}">
                    <a16:creationId xmlns:a16="http://schemas.microsoft.com/office/drawing/2014/main" id="{AE375291-3778-AB0E-3D4C-0E856FA3BA26}"/>
                  </a:ext>
                </a:extLst>
              </p:cNvPr>
              <p:cNvSpPr/>
              <p:nvPr/>
            </p:nvSpPr>
            <p:spPr>
              <a:xfrm>
                <a:off x="5791812" y="533232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5" name="Freeform 1864">
                <a:extLst>
                  <a:ext uri="{FF2B5EF4-FFF2-40B4-BE49-F238E27FC236}">
                    <a16:creationId xmlns:a16="http://schemas.microsoft.com/office/drawing/2014/main" id="{6FC53D46-936C-7C95-4D5F-DBE08B45290D}"/>
                  </a:ext>
                </a:extLst>
              </p:cNvPr>
              <p:cNvSpPr/>
              <p:nvPr/>
            </p:nvSpPr>
            <p:spPr>
              <a:xfrm>
                <a:off x="6285461" y="540509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6" name="Freeform 1865">
                <a:extLst>
                  <a:ext uri="{FF2B5EF4-FFF2-40B4-BE49-F238E27FC236}">
                    <a16:creationId xmlns:a16="http://schemas.microsoft.com/office/drawing/2014/main" id="{AC81BF75-B241-E65C-22E1-9E5CB07CBDA7}"/>
                  </a:ext>
                </a:extLst>
              </p:cNvPr>
              <p:cNvSpPr/>
              <p:nvPr/>
            </p:nvSpPr>
            <p:spPr>
              <a:xfrm>
                <a:off x="5651731" y="549183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7" name="Freeform 1866">
                <a:extLst>
                  <a:ext uri="{FF2B5EF4-FFF2-40B4-BE49-F238E27FC236}">
                    <a16:creationId xmlns:a16="http://schemas.microsoft.com/office/drawing/2014/main" id="{8C0D1493-BAE1-CF09-BB47-87BD920524D3}"/>
                  </a:ext>
                </a:extLst>
              </p:cNvPr>
              <p:cNvSpPr/>
              <p:nvPr/>
            </p:nvSpPr>
            <p:spPr>
              <a:xfrm>
                <a:off x="5977486" y="548853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8" name="Freeform 1867">
                <a:extLst>
                  <a:ext uri="{FF2B5EF4-FFF2-40B4-BE49-F238E27FC236}">
                    <a16:creationId xmlns:a16="http://schemas.microsoft.com/office/drawing/2014/main" id="{91F4A0CA-F079-3D5A-E013-7B17A45F7E94}"/>
                  </a:ext>
                </a:extLst>
              </p:cNvPr>
              <p:cNvSpPr/>
              <p:nvPr/>
            </p:nvSpPr>
            <p:spPr>
              <a:xfrm>
                <a:off x="5787240" y="553844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69" name="Freeform 1868">
                <a:extLst>
                  <a:ext uri="{FF2B5EF4-FFF2-40B4-BE49-F238E27FC236}">
                    <a16:creationId xmlns:a16="http://schemas.microsoft.com/office/drawing/2014/main" id="{0FBEF916-FCCB-0316-C5B9-65170597F991}"/>
                  </a:ext>
                </a:extLst>
              </p:cNvPr>
              <p:cNvSpPr/>
              <p:nvPr/>
            </p:nvSpPr>
            <p:spPr>
              <a:xfrm>
                <a:off x="5798924" y="517344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0" name="Freeform 1869">
                <a:extLst>
                  <a:ext uri="{FF2B5EF4-FFF2-40B4-BE49-F238E27FC236}">
                    <a16:creationId xmlns:a16="http://schemas.microsoft.com/office/drawing/2014/main" id="{1D147EF6-531B-DFAD-58B5-3912C3BE0C68}"/>
                  </a:ext>
                </a:extLst>
              </p:cNvPr>
              <p:cNvSpPr/>
              <p:nvPr/>
            </p:nvSpPr>
            <p:spPr>
              <a:xfrm>
                <a:off x="6126330" y="550313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1" name="Freeform 1870">
                <a:extLst>
                  <a:ext uri="{FF2B5EF4-FFF2-40B4-BE49-F238E27FC236}">
                    <a16:creationId xmlns:a16="http://schemas.microsoft.com/office/drawing/2014/main" id="{EAD9D52F-3F1C-5713-1131-7542086E2D09}"/>
                  </a:ext>
                </a:extLst>
              </p:cNvPr>
              <p:cNvSpPr/>
              <p:nvPr/>
            </p:nvSpPr>
            <p:spPr>
              <a:xfrm>
                <a:off x="5812894" y="543595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2" name="Freeform 1871">
                <a:extLst>
                  <a:ext uri="{FF2B5EF4-FFF2-40B4-BE49-F238E27FC236}">
                    <a16:creationId xmlns:a16="http://schemas.microsoft.com/office/drawing/2014/main" id="{319605C7-04ED-8D9A-BE80-E4A77902C0F0}"/>
                  </a:ext>
                </a:extLst>
              </p:cNvPr>
              <p:cNvSpPr/>
              <p:nvPr/>
            </p:nvSpPr>
            <p:spPr>
              <a:xfrm>
                <a:off x="5788002" y="549983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3" name="TextBox 1872">
                <a:extLst>
                  <a:ext uri="{FF2B5EF4-FFF2-40B4-BE49-F238E27FC236}">
                    <a16:creationId xmlns:a16="http://schemas.microsoft.com/office/drawing/2014/main" id="{85519274-206A-93CB-6615-CDD582F492D2}"/>
                  </a:ext>
                </a:extLst>
              </p:cNvPr>
              <p:cNvSpPr txBox="1"/>
              <p:nvPr/>
            </p:nvSpPr>
            <p:spPr>
              <a:xfrm>
                <a:off x="5550987" y="4971348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874" name="Freeform 1873">
                <a:extLst>
                  <a:ext uri="{FF2B5EF4-FFF2-40B4-BE49-F238E27FC236}">
                    <a16:creationId xmlns:a16="http://schemas.microsoft.com/office/drawing/2014/main" id="{6534BCBF-5107-E661-571B-B4F3083863CA}"/>
                  </a:ext>
                </a:extLst>
              </p:cNvPr>
              <p:cNvSpPr/>
              <p:nvPr/>
            </p:nvSpPr>
            <p:spPr>
              <a:xfrm>
                <a:off x="5655414" y="5144234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5" name="TextBox 1874">
                <a:extLst>
                  <a:ext uri="{FF2B5EF4-FFF2-40B4-BE49-F238E27FC236}">
                    <a16:creationId xmlns:a16="http://schemas.microsoft.com/office/drawing/2014/main" id="{4E272BB4-FCDE-70B6-0F4D-FC0B43B89729}"/>
                  </a:ext>
                </a:extLst>
              </p:cNvPr>
              <p:cNvSpPr txBox="1"/>
              <p:nvPr/>
            </p:nvSpPr>
            <p:spPr>
              <a:xfrm>
                <a:off x="5838417" y="5007627"/>
                <a:ext cx="461778" cy="174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0.327</a:t>
                </a:r>
              </a:p>
            </p:txBody>
          </p:sp>
          <p:sp>
            <p:nvSpPr>
              <p:cNvPr id="1876" name="Freeform 1875">
                <a:extLst>
                  <a:ext uri="{FF2B5EF4-FFF2-40B4-BE49-F238E27FC236}">
                    <a16:creationId xmlns:a16="http://schemas.microsoft.com/office/drawing/2014/main" id="{703235B5-7766-55DF-BAE0-C52C263C19CC}"/>
                  </a:ext>
                </a:extLst>
              </p:cNvPr>
              <p:cNvSpPr/>
              <p:nvPr/>
            </p:nvSpPr>
            <p:spPr>
              <a:xfrm>
                <a:off x="5833976" y="5144234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77" name="TextBox 1876">
                <a:extLst>
                  <a:ext uri="{FF2B5EF4-FFF2-40B4-BE49-F238E27FC236}">
                    <a16:creationId xmlns:a16="http://schemas.microsoft.com/office/drawing/2014/main" id="{90981342-FA9F-E00C-CB7A-53E4C4FDB74C}"/>
                  </a:ext>
                </a:extLst>
              </p:cNvPr>
              <p:cNvSpPr txBox="1"/>
              <p:nvPr/>
            </p:nvSpPr>
            <p:spPr>
              <a:xfrm>
                <a:off x="5842442" y="4858445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1878" name="Freeform 1877">
                <a:extLst>
                  <a:ext uri="{FF2B5EF4-FFF2-40B4-BE49-F238E27FC236}">
                    <a16:creationId xmlns:a16="http://schemas.microsoft.com/office/drawing/2014/main" id="{B0E706D4-D07A-D51E-2441-CA3BCC12806F}"/>
                  </a:ext>
                </a:extLst>
              </p:cNvPr>
              <p:cNvSpPr/>
              <p:nvPr/>
            </p:nvSpPr>
            <p:spPr>
              <a:xfrm>
                <a:off x="5655414" y="5031331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879" name="Graphic 1521">
              <a:extLst>
                <a:ext uri="{FF2B5EF4-FFF2-40B4-BE49-F238E27FC236}">
                  <a16:creationId xmlns:a16="http://schemas.microsoft.com/office/drawing/2014/main" id="{209B4C44-2250-91D6-EE50-BF5B9225F528}"/>
                </a:ext>
              </a:extLst>
            </p:cNvPr>
            <p:cNvGrpSpPr/>
            <p:nvPr/>
          </p:nvGrpSpPr>
          <p:grpSpPr>
            <a:xfrm>
              <a:off x="5242269" y="4661384"/>
              <a:ext cx="1273547" cy="1196086"/>
              <a:chOff x="5242269" y="4661384"/>
              <a:chExt cx="1273547" cy="1196086"/>
            </a:xfrm>
          </p:grpSpPr>
          <p:sp>
            <p:nvSpPr>
              <p:cNvPr id="1880" name="Freeform 1879">
                <a:extLst>
                  <a:ext uri="{FF2B5EF4-FFF2-40B4-BE49-F238E27FC236}">
                    <a16:creationId xmlns:a16="http://schemas.microsoft.com/office/drawing/2014/main" id="{269AD178-F46F-B9E5-F9FA-BFC1100C0D4D}"/>
                  </a:ext>
                </a:extLst>
              </p:cNvPr>
              <p:cNvSpPr/>
              <p:nvPr/>
            </p:nvSpPr>
            <p:spPr>
              <a:xfrm>
                <a:off x="5558005" y="4963640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81" name="TextBox 1880">
                <a:extLst>
                  <a:ext uri="{FF2B5EF4-FFF2-40B4-BE49-F238E27FC236}">
                    <a16:creationId xmlns:a16="http://schemas.microsoft.com/office/drawing/2014/main" id="{F371C063-0D8E-4CB1-B7B3-7C2467CCC9DB}"/>
                  </a:ext>
                </a:extLst>
              </p:cNvPr>
              <p:cNvSpPr txBox="1"/>
              <p:nvPr/>
            </p:nvSpPr>
            <p:spPr>
              <a:xfrm>
                <a:off x="5242269" y="5533915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882" name="TextBox 1881">
                <a:extLst>
                  <a:ext uri="{FF2B5EF4-FFF2-40B4-BE49-F238E27FC236}">
                    <a16:creationId xmlns:a16="http://schemas.microsoft.com/office/drawing/2014/main" id="{FF172FE2-F77E-1139-6635-C48C9E2079A2}"/>
                  </a:ext>
                </a:extLst>
              </p:cNvPr>
              <p:cNvSpPr txBox="1"/>
              <p:nvPr/>
            </p:nvSpPr>
            <p:spPr>
              <a:xfrm>
                <a:off x="5242269" y="5422409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1883" name="TextBox 1882">
                <a:extLst>
                  <a:ext uri="{FF2B5EF4-FFF2-40B4-BE49-F238E27FC236}">
                    <a16:creationId xmlns:a16="http://schemas.microsoft.com/office/drawing/2014/main" id="{2B242D04-46D8-19D9-983B-130AD81B5B1A}"/>
                  </a:ext>
                </a:extLst>
              </p:cNvPr>
              <p:cNvSpPr txBox="1"/>
              <p:nvPr/>
            </p:nvSpPr>
            <p:spPr>
              <a:xfrm>
                <a:off x="5242269" y="5310776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1884" name="TextBox 1883">
                <a:extLst>
                  <a:ext uri="{FF2B5EF4-FFF2-40B4-BE49-F238E27FC236}">
                    <a16:creationId xmlns:a16="http://schemas.microsoft.com/office/drawing/2014/main" id="{028CE330-EFD1-A0F1-1DA2-965A124B468C}"/>
                  </a:ext>
                </a:extLst>
              </p:cNvPr>
              <p:cNvSpPr txBox="1"/>
              <p:nvPr/>
            </p:nvSpPr>
            <p:spPr>
              <a:xfrm>
                <a:off x="5242269" y="5199270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3%</a:t>
                </a:r>
              </a:p>
            </p:txBody>
          </p:sp>
          <p:sp>
            <p:nvSpPr>
              <p:cNvPr id="1885" name="TextBox 1884">
                <a:extLst>
                  <a:ext uri="{FF2B5EF4-FFF2-40B4-BE49-F238E27FC236}">
                    <a16:creationId xmlns:a16="http://schemas.microsoft.com/office/drawing/2014/main" id="{01CAE2A4-04F9-0DE5-8C12-07F5C3F5AF21}"/>
                  </a:ext>
                </a:extLst>
              </p:cNvPr>
              <p:cNvSpPr txBox="1"/>
              <p:nvPr/>
            </p:nvSpPr>
            <p:spPr>
              <a:xfrm>
                <a:off x="5242269" y="508763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4%</a:t>
                </a:r>
              </a:p>
            </p:txBody>
          </p:sp>
          <p:sp>
            <p:nvSpPr>
              <p:cNvPr id="1886" name="TextBox 1885">
                <a:extLst>
                  <a:ext uri="{FF2B5EF4-FFF2-40B4-BE49-F238E27FC236}">
                    <a16:creationId xmlns:a16="http://schemas.microsoft.com/office/drawing/2014/main" id="{C6DEBE66-A20C-3A2D-7AE7-BD4AF7A2306A}"/>
                  </a:ext>
                </a:extLst>
              </p:cNvPr>
              <p:cNvSpPr txBox="1"/>
              <p:nvPr/>
            </p:nvSpPr>
            <p:spPr>
              <a:xfrm>
                <a:off x="5242269" y="4976131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5%</a:t>
                </a:r>
              </a:p>
            </p:txBody>
          </p:sp>
          <p:sp>
            <p:nvSpPr>
              <p:cNvPr id="1887" name="TextBox 1886">
                <a:extLst>
                  <a:ext uri="{FF2B5EF4-FFF2-40B4-BE49-F238E27FC236}">
                    <a16:creationId xmlns:a16="http://schemas.microsoft.com/office/drawing/2014/main" id="{750FA2B1-EF24-A68C-19FF-E8274E1C4675}"/>
                  </a:ext>
                </a:extLst>
              </p:cNvPr>
              <p:cNvSpPr txBox="1"/>
              <p:nvPr/>
            </p:nvSpPr>
            <p:spPr>
              <a:xfrm>
                <a:off x="5242269" y="486449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6%</a:t>
                </a:r>
              </a:p>
            </p:txBody>
          </p:sp>
          <p:sp>
            <p:nvSpPr>
              <p:cNvPr id="1888" name="Freeform 1887">
                <a:extLst>
                  <a:ext uri="{FF2B5EF4-FFF2-40B4-BE49-F238E27FC236}">
                    <a16:creationId xmlns:a16="http://schemas.microsoft.com/office/drawing/2014/main" id="{3D4A7584-DD5A-6A3A-39AD-EBBDD4D060C3}"/>
                  </a:ext>
                </a:extLst>
              </p:cNvPr>
              <p:cNvSpPr/>
              <p:nvPr/>
            </p:nvSpPr>
            <p:spPr>
              <a:xfrm>
                <a:off x="5523206" y="564080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89" name="Freeform 1888">
                <a:extLst>
                  <a:ext uri="{FF2B5EF4-FFF2-40B4-BE49-F238E27FC236}">
                    <a16:creationId xmlns:a16="http://schemas.microsoft.com/office/drawing/2014/main" id="{A8249142-37F4-A80E-086A-DC07C5C01747}"/>
                  </a:ext>
                </a:extLst>
              </p:cNvPr>
              <p:cNvSpPr/>
              <p:nvPr/>
            </p:nvSpPr>
            <p:spPr>
              <a:xfrm>
                <a:off x="5523206" y="552929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0" name="Freeform 1889">
                <a:extLst>
                  <a:ext uri="{FF2B5EF4-FFF2-40B4-BE49-F238E27FC236}">
                    <a16:creationId xmlns:a16="http://schemas.microsoft.com/office/drawing/2014/main" id="{81D56649-3469-2E0F-0445-7CA739C4F64A}"/>
                  </a:ext>
                </a:extLst>
              </p:cNvPr>
              <p:cNvSpPr/>
              <p:nvPr/>
            </p:nvSpPr>
            <p:spPr>
              <a:xfrm>
                <a:off x="5523206" y="5417665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1" name="Freeform 1890">
                <a:extLst>
                  <a:ext uri="{FF2B5EF4-FFF2-40B4-BE49-F238E27FC236}">
                    <a16:creationId xmlns:a16="http://schemas.microsoft.com/office/drawing/2014/main" id="{41D77F0A-4B98-715B-A0FC-5471106960B4}"/>
                  </a:ext>
                </a:extLst>
              </p:cNvPr>
              <p:cNvSpPr/>
              <p:nvPr/>
            </p:nvSpPr>
            <p:spPr>
              <a:xfrm>
                <a:off x="5523206" y="5306159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2" name="Freeform 1891">
                <a:extLst>
                  <a:ext uri="{FF2B5EF4-FFF2-40B4-BE49-F238E27FC236}">
                    <a16:creationId xmlns:a16="http://schemas.microsoft.com/office/drawing/2014/main" id="{A3E8CF19-4AAE-B45F-E352-1DF8E98CACAA}"/>
                  </a:ext>
                </a:extLst>
              </p:cNvPr>
              <p:cNvSpPr/>
              <p:nvPr/>
            </p:nvSpPr>
            <p:spPr>
              <a:xfrm>
                <a:off x="5523206" y="5194526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3" name="Freeform 1892">
                <a:extLst>
                  <a:ext uri="{FF2B5EF4-FFF2-40B4-BE49-F238E27FC236}">
                    <a16:creationId xmlns:a16="http://schemas.microsoft.com/office/drawing/2014/main" id="{4C5F181C-29B4-18E8-FCCD-2492CF36C0A8}"/>
                  </a:ext>
                </a:extLst>
              </p:cNvPr>
              <p:cNvSpPr/>
              <p:nvPr/>
            </p:nvSpPr>
            <p:spPr>
              <a:xfrm>
                <a:off x="5523206" y="508302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4" name="Freeform 1893">
                <a:extLst>
                  <a:ext uri="{FF2B5EF4-FFF2-40B4-BE49-F238E27FC236}">
                    <a16:creationId xmlns:a16="http://schemas.microsoft.com/office/drawing/2014/main" id="{2B5C6C21-5325-CF37-CD28-EEB73F685138}"/>
                  </a:ext>
                </a:extLst>
              </p:cNvPr>
              <p:cNvSpPr/>
              <p:nvPr/>
            </p:nvSpPr>
            <p:spPr>
              <a:xfrm>
                <a:off x="5523206" y="497138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5" name="Freeform 1894">
                <a:extLst>
                  <a:ext uri="{FF2B5EF4-FFF2-40B4-BE49-F238E27FC236}">
                    <a16:creationId xmlns:a16="http://schemas.microsoft.com/office/drawing/2014/main" id="{6DC55D93-7595-798A-F2E0-9F2846679BED}"/>
                  </a:ext>
                </a:extLst>
              </p:cNvPr>
              <p:cNvSpPr/>
              <p:nvPr/>
            </p:nvSpPr>
            <p:spPr>
              <a:xfrm>
                <a:off x="5558005" y="5640804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6" name="Freeform 1895">
                <a:extLst>
                  <a:ext uri="{FF2B5EF4-FFF2-40B4-BE49-F238E27FC236}">
                    <a16:creationId xmlns:a16="http://schemas.microsoft.com/office/drawing/2014/main" id="{CB337EA2-7BB0-088D-A26A-F28400938BBF}"/>
                  </a:ext>
                </a:extLst>
              </p:cNvPr>
              <p:cNvSpPr/>
              <p:nvPr/>
            </p:nvSpPr>
            <p:spPr>
              <a:xfrm>
                <a:off x="5655413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7" name="Freeform 1896">
                <a:extLst>
                  <a:ext uri="{FF2B5EF4-FFF2-40B4-BE49-F238E27FC236}">
                    <a16:creationId xmlns:a16="http://schemas.microsoft.com/office/drawing/2014/main" id="{69D82CA6-8D0A-0DA0-C035-630AF4CF6136}"/>
                  </a:ext>
                </a:extLst>
              </p:cNvPr>
              <p:cNvSpPr/>
              <p:nvPr/>
            </p:nvSpPr>
            <p:spPr>
              <a:xfrm>
                <a:off x="5817719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8" name="Freeform 1897">
                <a:extLst>
                  <a:ext uri="{FF2B5EF4-FFF2-40B4-BE49-F238E27FC236}">
                    <a16:creationId xmlns:a16="http://schemas.microsoft.com/office/drawing/2014/main" id="{7F286A0A-E113-D85D-E1F9-86B586A07821}"/>
                  </a:ext>
                </a:extLst>
              </p:cNvPr>
              <p:cNvSpPr/>
              <p:nvPr/>
            </p:nvSpPr>
            <p:spPr>
              <a:xfrm>
                <a:off x="5980026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899" name="Freeform 1898">
                <a:extLst>
                  <a:ext uri="{FF2B5EF4-FFF2-40B4-BE49-F238E27FC236}">
                    <a16:creationId xmlns:a16="http://schemas.microsoft.com/office/drawing/2014/main" id="{72A369AF-5613-2167-FAA4-ED3D1FA16225}"/>
                  </a:ext>
                </a:extLst>
              </p:cNvPr>
              <p:cNvSpPr/>
              <p:nvPr/>
            </p:nvSpPr>
            <p:spPr>
              <a:xfrm>
                <a:off x="6142331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00" name="Freeform 1899">
                <a:extLst>
                  <a:ext uri="{FF2B5EF4-FFF2-40B4-BE49-F238E27FC236}">
                    <a16:creationId xmlns:a16="http://schemas.microsoft.com/office/drawing/2014/main" id="{AE91F892-2993-CAE4-E660-EAA13ECFE806}"/>
                  </a:ext>
                </a:extLst>
              </p:cNvPr>
              <p:cNvSpPr/>
              <p:nvPr/>
            </p:nvSpPr>
            <p:spPr>
              <a:xfrm>
                <a:off x="6304637" y="564080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01" name="TextBox 1900">
                <a:extLst>
                  <a:ext uri="{FF2B5EF4-FFF2-40B4-BE49-F238E27FC236}">
                    <a16:creationId xmlns:a16="http://schemas.microsoft.com/office/drawing/2014/main" id="{24268DA1-03ED-5CB2-274D-6888F2FAB0F8}"/>
                  </a:ext>
                </a:extLst>
              </p:cNvPr>
              <p:cNvSpPr txBox="1"/>
              <p:nvPr/>
            </p:nvSpPr>
            <p:spPr>
              <a:xfrm>
                <a:off x="5515285" y="5636658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902" name="TextBox 1901">
                <a:extLst>
                  <a:ext uri="{FF2B5EF4-FFF2-40B4-BE49-F238E27FC236}">
                    <a16:creationId xmlns:a16="http://schemas.microsoft.com/office/drawing/2014/main" id="{E7F643A9-EA42-3735-EC3D-C86FC021E131}"/>
                  </a:ext>
                </a:extLst>
              </p:cNvPr>
              <p:cNvSpPr txBox="1"/>
              <p:nvPr/>
            </p:nvSpPr>
            <p:spPr>
              <a:xfrm>
                <a:off x="5705583" y="5636658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903" name="TextBox 1902">
                <a:extLst>
                  <a:ext uri="{FF2B5EF4-FFF2-40B4-BE49-F238E27FC236}">
                    <a16:creationId xmlns:a16="http://schemas.microsoft.com/office/drawing/2014/main" id="{F2FBB865-7EF6-3704-B12D-E3BDF748AAB8}"/>
                  </a:ext>
                </a:extLst>
              </p:cNvPr>
              <p:cNvSpPr txBox="1"/>
              <p:nvPr/>
            </p:nvSpPr>
            <p:spPr>
              <a:xfrm>
                <a:off x="5839048" y="5636658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904" name="TextBox 1903">
                <a:extLst>
                  <a:ext uri="{FF2B5EF4-FFF2-40B4-BE49-F238E27FC236}">
                    <a16:creationId xmlns:a16="http://schemas.microsoft.com/office/drawing/2014/main" id="{D3297F0D-68C2-35E5-45FF-A3060AC113FF}"/>
                  </a:ext>
                </a:extLst>
              </p:cNvPr>
              <p:cNvSpPr txBox="1"/>
              <p:nvPr/>
            </p:nvSpPr>
            <p:spPr>
              <a:xfrm>
                <a:off x="5975907" y="5636658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905" name="TextBox 1904">
                <a:extLst>
                  <a:ext uri="{FF2B5EF4-FFF2-40B4-BE49-F238E27FC236}">
                    <a16:creationId xmlns:a16="http://schemas.microsoft.com/office/drawing/2014/main" id="{B8648AAB-618A-8164-DF86-8EE586485105}"/>
                  </a:ext>
                </a:extLst>
              </p:cNvPr>
              <p:cNvSpPr txBox="1"/>
              <p:nvPr/>
            </p:nvSpPr>
            <p:spPr>
              <a:xfrm>
                <a:off x="6175535" y="5636658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908" name="TextBox 1907">
                <a:extLst>
                  <a:ext uri="{FF2B5EF4-FFF2-40B4-BE49-F238E27FC236}">
                    <a16:creationId xmlns:a16="http://schemas.microsoft.com/office/drawing/2014/main" id="{B149538E-1BF4-9168-D995-8D2170DF6AE2}"/>
                  </a:ext>
                </a:extLst>
              </p:cNvPr>
              <p:cNvSpPr txBox="1"/>
              <p:nvPr/>
            </p:nvSpPr>
            <p:spPr>
              <a:xfrm>
                <a:off x="5431435" y="4661384"/>
                <a:ext cx="1084381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14_Vsst_GABA</a:t>
                </a:r>
              </a:p>
            </p:txBody>
          </p:sp>
        </p:grpSp>
      </p:grpSp>
      <p:grpSp>
        <p:nvGrpSpPr>
          <p:cNvPr id="1909" name="Graphic 1523">
            <a:extLst>
              <a:ext uri="{FF2B5EF4-FFF2-40B4-BE49-F238E27FC236}">
                <a16:creationId xmlns:a16="http://schemas.microsoft.com/office/drawing/2014/main" id="{58F6A78C-F7A3-7897-725D-E77E42888CF2}"/>
              </a:ext>
            </a:extLst>
          </p:cNvPr>
          <p:cNvGrpSpPr/>
          <p:nvPr/>
        </p:nvGrpSpPr>
        <p:grpSpPr>
          <a:xfrm>
            <a:off x="71593" y="4129879"/>
            <a:ext cx="1125828" cy="1130191"/>
            <a:chOff x="-24548" y="5982950"/>
            <a:chExt cx="1191469" cy="1196086"/>
          </a:xfrm>
        </p:grpSpPr>
        <p:grpSp>
          <p:nvGrpSpPr>
            <p:cNvPr id="1912" name="Graphic 1523">
              <a:extLst>
                <a:ext uri="{FF2B5EF4-FFF2-40B4-BE49-F238E27FC236}">
                  <a16:creationId xmlns:a16="http://schemas.microsoft.com/office/drawing/2014/main" id="{E275BC57-E38A-C292-3D29-7B446E7A8334}"/>
                </a:ext>
              </a:extLst>
            </p:cNvPr>
            <p:cNvGrpSpPr/>
            <p:nvPr/>
          </p:nvGrpSpPr>
          <p:grpSpPr>
            <a:xfrm>
              <a:off x="284170" y="6202268"/>
              <a:ext cx="851059" cy="760229"/>
              <a:chOff x="284170" y="6202268"/>
              <a:chExt cx="851059" cy="760229"/>
            </a:xfrm>
          </p:grpSpPr>
          <p:sp>
            <p:nvSpPr>
              <p:cNvPr id="1913" name="Freeform 1912">
                <a:extLst>
                  <a:ext uri="{FF2B5EF4-FFF2-40B4-BE49-F238E27FC236}">
                    <a16:creationId xmlns:a16="http://schemas.microsoft.com/office/drawing/2014/main" id="{76B3FAE1-59F9-FD48-DC36-34235C8B7DCA}"/>
                  </a:ext>
                </a:extLst>
              </p:cNvPr>
              <p:cNvSpPr/>
              <p:nvPr/>
            </p:nvSpPr>
            <p:spPr>
              <a:xfrm>
                <a:off x="291188" y="6285206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4" name="Freeform 1913">
                <a:extLst>
                  <a:ext uri="{FF2B5EF4-FFF2-40B4-BE49-F238E27FC236}">
                    <a16:creationId xmlns:a16="http://schemas.microsoft.com/office/drawing/2014/main" id="{7B1B5361-43AE-CCBA-2EA5-61EDB441725F}"/>
                  </a:ext>
                </a:extLst>
              </p:cNvPr>
              <p:cNvSpPr/>
              <p:nvPr/>
            </p:nvSpPr>
            <p:spPr>
              <a:xfrm>
                <a:off x="339956" y="6729325"/>
                <a:ext cx="97409" cy="233045"/>
              </a:xfrm>
              <a:custGeom>
                <a:avLst/>
                <a:gdLst>
                  <a:gd name="csX0" fmla="*/ 0 w 97409"/>
                  <a:gd name="csY0" fmla="*/ 0 h 233045"/>
                  <a:gd name="csX1" fmla="*/ 97409 w 97409"/>
                  <a:gd name="csY1" fmla="*/ 0 h 233045"/>
                  <a:gd name="csX2" fmla="*/ 97409 w 97409"/>
                  <a:gd name="csY2" fmla="*/ 233045 h 233045"/>
                  <a:gd name="csX3" fmla="*/ 0 w 97409"/>
                  <a:gd name="csY3" fmla="*/ 233045 h 2330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304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3045"/>
                    </a:lnTo>
                    <a:lnTo>
                      <a:pt x="0" y="233045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5" name="Freeform 1914">
                <a:extLst>
                  <a:ext uri="{FF2B5EF4-FFF2-40B4-BE49-F238E27FC236}">
                    <a16:creationId xmlns:a16="http://schemas.microsoft.com/office/drawing/2014/main" id="{6A74EF1C-293D-667F-3F83-A86B03070563}"/>
                  </a:ext>
                </a:extLst>
              </p:cNvPr>
              <p:cNvSpPr/>
              <p:nvPr/>
            </p:nvSpPr>
            <p:spPr>
              <a:xfrm>
                <a:off x="502262" y="6668365"/>
                <a:ext cx="97409" cy="294132"/>
              </a:xfrm>
              <a:custGeom>
                <a:avLst/>
                <a:gdLst>
                  <a:gd name="csX0" fmla="*/ 0 w 97409"/>
                  <a:gd name="csY0" fmla="*/ 0 h 294132"/>
                  <a:gd name="csX1" fmla="*/ 97409 w 97409"/>
                  <a:gd name="csY1" fmla="*/ 0 h 294132"/>
                  <a:gd name="csX2" fmla="*/ 97409 w 97409"/>
                  <a:gd name="csY2" fmla="*/ 294132 h 294132"/>
                  <a:gd name="csX3" fmla="*/ 0 w 97409"/>
                  <a:gd name="csY3" fmla="*/ 294132 h 2941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9413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94132"/>
                    </a:lnTo>
                    <a:lnTo>
                      <a:pt x="0" y="294132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6" name="Freeform 1915">
                <a:extLst>
                  <a:ext uri="{FF2B5EF4-FFF2-40B4-BE49-F238E27FC236}">
                    <a16:creationId xmlns:a16="http://schemas.microsoft.com/office/drawing/2014/main" id="{676FECB3-8203-B4BB-842B-ABBB560603C0}"/>
                  </a:ext>
                </a:extLst>
              </p:cNvPr>
              <p:cNvSpPr/>
              <p:nvPr/>
            </p:nvSpPr>
            <p:spPr>
              <a:xfrm>
                <a:off x="664567" y="6735548"/>
                <a:ext cx="97409" cy="226822"/>
              </a:xfrm>
              <a:custGeom>
                <a:avLst/>
                <a:gdLst>
                  <a:gd name="csX0" fmla="*/ 0 w 97409"/>
                  <a:gd name="csY0" fmla="*/ 0 h 226822"/>
                  <a:gd name="csX1" fmla="*/ 97409 w 97409"/>
                  <a:gd name="csY1" fmla="*/ 0 h 226822"/>
                  <a:gd name="csX2" fmla="*/ 97409 w 97409"/>
                  <a:gd name="csY2" fmla="*/ 226822 h 226822"/>
                  <a:gd name="csX3" fmla="*/ 0 w 97409"/>
                  <a:gd name="csY3" fmla="*/ 226822 h 2268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682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6822"/>
                    </a:lnTo>
                    <a:lnTo>
                      <a:pt x="0" y="226822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7" name="Freeform 1916">
                <a:extLst>
                  <a:ext uri="{FF2B5EF4-FFF2-40B4-BE49-F238E27FC236}">
                    <a16:creationId xmlns:a16="http://schemas.microsoft.com/office/drawing/2014/main" id="{F5C660BA-2FE8-3C2C-F356-B05F4D60D5D3}"/>
                  </a:ext>
                </a:extLst>
              </p:cNvPr>
              <p:cNvSpPr/>
              <p:nvPr/>
            </p:nvSpPr>
            <p:spPr>
              <a:xfrm>
                <a:off x="826873" y="6716498"/>
                <a:ext cx="97409" cy="245872"/>
              </a:xfrm>
              <a:custGeom>
                <a:avLst/>
                <a:gdLst>
                  <a:gd name="csX0" fmla="*/ 0 w 97409"/>
                  <a:gd name="csY0" fmla="*/ 0 h 245872"/>
                  <a:gd name="csX1" fmla="*/ 97409 w 97409"/>
                  <a:gd name="csY1" fmla="*/ 0 h 245872"/>
                  <a:gd name="csX2" fmla="*/ 97409 w 97409"/>
                  <a:gd name="csY2" fmla="*/ 245872 h 245872"/>
                  <a:gd name="csX3" fmla="*/ 0 w 97409"/>
                  <a:gd name="csY3" fmla="*/ 245872 h 2458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4587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45872"/>
                    </a:lnTo>
                    <a:lnTo>
                      <a:pt x="0" y="245872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8" name="Freeform 1917">
                <a:extLst>
                  <a:ext uri="{FF2B5EF4-FFF2-40B4-BE49-F238E27FC236}">
                    <a16:creationId xmlns:a16="http://schemas.microsoft.com/office/drawing/2014/main" id="{4A2A5C3D-0DD0-314A-F8D7-E3E348BE4115}"/>
                  </a:ext>
                </a:extLst>
              </p:cNvPr>
              <p:cNvSpPr/>
              <p:nvPr/>
            </p:nvSpPr>
            <p:spPr>
              <a:xfrm>
                <a:off x="989180" y="6698591"/>
                <a:ext cx="97409" cy="263779"/>
              </a:xfrm>
              <a:custGeom>
                <a:avLst/>
                <a:gdLst>
                  <a:gd name="csX0" fmla="*/ 0 w 97409"/>
                  <a:gd name="csY0" fmla="*/ 0 h 263779"/>
                  <a:gd name="csX1" fmla="*/ 97409 w 97409"/>
                  <a:gd name="csY1" fmla="*/ 0 h 263779"/>
                  <a:gd name="csX2" fmla="*/ 97409 w 97409"/>
                  <a:gd name="csY2" fmla="*/ 263779 h 263779"/>
                  <a:gd name="csX3" fmla="*/ 0 w 97409"/>
                  <a:gd name="csY3" fmla="*/ 263779 h 2637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63779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63779"/>
                    </a:lnTo>
                    <a:lnTo>
                      <a:pt x="0" y="263779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19" name="Freeform 1918">
                <a:extLst>
                  <a:ext uri="{FF2B5EF4-FFF2-40B4-BE49-F238E27FC236}">
                    <a16:creationId xmlns:a16="http://schemas.microsoft.com/office/drawing/2014/main" id="{D3386169-5230-2920-0400-B1339BB9584B}"/>
                  </a:ext>
                </a:extLst>
              </p:cNvPr>
              <p:cNvSpPr/>
              <p:nvPr/>
            </p:nvSpPr>
            <p:spPr>
              <a:xfrm>
                <a:off x="356212" y="670684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0" name="Freeform 1919">
                <a:extLst>
                  <a:ext uri="{FF2B5EF4-FFF2-40B4-BE49-F238E27FC236}">
                    <a16:creationId xmlns:a16="http://schemas.microsoft.com/office/drawing/2014/main" id="{0043F171-D908-6080-72F4-B2D24E7916C5}"/>
                  </a:ext>
                </a:extLst>
              </p:cNvPr>
              <p:cNvSpPr/>
              <p:nvPr/>
            </p:nvSpPr>
            <p:spPr>
              <a:xfrm>
                <a:off x="388596" y="6706846"/>
                <a:ext cx="12700" cy="45084"/>
              </a:xfrm>
              <a:custGeom>
                <a:avLst/>
                <a:gdLst>
                  <a:gd name="csX0" fmla="*/ 0 w 12700"/>
                  <a:gd name="csY0" fmla="*/ 0 h 45084"/>
                  <a:gd name="csX1" fmla="*/ 0 w 12700"/>
                  <a:gd name="csY1" fmla="*/ 45085 h 450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5084">
                    <a:moveTo>
                      <a:pt x="0" y="0"/>
                    </a:moveTo>
                    <a:lnTo>
                      <a:pt x="0" y="4508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1" name="Freeform 1920">
                <a:extLst>
                  <a:ext uri="{FF2B5EF4-FFF2-40B4-BE49-F238E27FC236}">
                    <a16:creationId xmlns:a16="http://schemas.microsoft.com/office/drawing/2014/main" id="{6C233EC0-6206-B5E2-B97C-23A99F266B0B}"/>
                  </a:ext>
                </a:extLst>
              </p:cNvPr>
              <p:cNvSpPr/>
              <p:nvPr/>
            </p:nvSpPr>
            <p:spPr>
              <a:xfrm>
                <a:off x="356212" y="675193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2" name="Freeform 1921">
                <a:extLst>
                  <a:ext uri="{FF2B5EF4-FFF2-40B4-BE49-F238E27FC236}">
                    <a16:creationId xmlns:a16="http://schemas.microsoft.com/office/drawing/2014/main" id="{685DB0CA-BEC5-9645-42BB-FDA87D8E5777}"/>
                  </a:ext>
                </a:extLst>
              </p:cNvPr>
              <p:cNvSpPr/>
              <p:nvPr/>
            </p:nvSpPr>
            <p:spPr>
              <a:xfrm>
                <a:off x="518517" y="6632043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3" name="Freeform 1922">
                <a:extLst>
                  <a:ext uri="{FF2B5EF4-FFF2-40B4-BE49-F238E27FC236}">
                    <a16:creationId xmlns:a16="http://schemas.microsoft.com/office/drawing/2014/main" id="{79B4A922-8393-A75E-4871-AC34DEB28D59}"/>
                  </a:ext>
                </a:extLst>
              </p:cNvPr>
              <p:cNvSpPr/>
              <p:nvPr/>
            </p:nvSpPr>
            <p:spPr>
              <a:xfrm>
                <a:off x="550902" y="6632043"/>
                <a:ext cx="12700" cy="72643"/>
              </a:xfrm>
              <a:custGeom>
                <a:avLst/>
                <a:gdLst>
                  <a:gd name="csX0" fmla="*/ 0 w 12700"/>
                  <a:gd name="csY0" fmla="*/ 0 h 72643"/>
                  <a:gd name="csX1" fmla="*/ 0 w 12700"/>
                  <a:gd name="csY1" fmla="*/ 72644 h 726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2643">
                    <a:moveTo>
                      <a:pt x="0" y="0"/>
                    </a:moveTo>
                    <a:lnTo>
                      <a:pt x="0" y="7264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4" name="Freeform 1923">
                <a:extLst>
                  <a:ext uri="{FF2B5EF4-FFF2-40B4-BE49-F238E27FC236}">
                    <a16:creationId xmlns:a16="http://schemas.microsoft.com/office/drawing/2014/main" id="{C52F691C-A54D-827F-0D30-EA2304D54E62}"/>
                  </a:ext>
                </a:extLst>
              </p:cNvPr>
              <p:cNvSpPr/>
              <p:nvPr/>
            </p:nvSpPr>
            <p:spPr>
              <a:xfrm>
                <a:off x="518517" y="670468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5" name="Freeform 1924">
                <a:extLst>
                  <a:ext uri="{FF2B5EF4-FFF2-40B4-BE49-F238E27FC236}">
                    <a16:creationId xmlns:a16="http://schemas.microsoft.com/office/drawing/2014/main" id="{DF70FD5F-25A6-BC75-2D2B-7EEF327103A4}"/>
                  </a:ext>
                </a:extLst>
              </p:cNvPr>
              <p:cNvSpPr/>
              <p:nvPr/>
            </p:nvSpPr>
            <p:spPr>
              <a:xfrm>
                <a:off x="680823" y="665223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6" name="Freeform 1925">
                <a:extLst>
                  <a:ext uri="{FF2B5EF4-FFF2-40B4-BE49-F238E27FC236}">
                    <a16:creationId xmlns:a16="http://schemas.microsoft.com/office/drawing/2014/main" id="{1BD2F4F7-6505-16C2-F4E4-2D0378EDAF1B}"/>
                  </a:ext>
                </a:extLst>
              </p:cNvPr>
              <p:cNvSpPr/>
              <p:nvPr/>
            </p:nvSpPr>
            <p:spPr>
              <a:xfrm>
                <a:off x="713209" y="6652236"/>
                <a:ext cx="12700" cy="166750"/>
              </a:xfrm>
              <a:custGeom>
                <a:avLst/>
                <a:gdLst>
                  <a:gd name="csX0" fmla="*/ 0 w 12700"/>
                  <a:gd name="csY0" fmla="*/ 0 h 166750"/>
                  <a:gd name="csX1" fmla="*/ 0 w 12700"/>
                  <a:gd name="csY1" fmla="*/ 166751 h 1667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66750">
                    <a:moveTo>
                      <a:pt x="0" y="0"/>
                    </a:moveTo>
                    <a:lnTo>
                      <a:pt x="0" y="166751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7" name="Freeform 1926">
                <a:extLst>
                  <a:ext uri="{FF2B5EF4-FFF2-40B4-BE49-F238E27FC236}">
                    <a16:creationId xmlns:a16="http://schemas.microsoft.com/office/drawing/2014/main" id="{CD88A9E2-9BD2-E9DE-93FC-262A74507F43}"/>
                  </a:ext>
                </a:extLst>
              </p:cNvPr>
              <p:cNvSpPr/>
              <p:nvPr/>
            </p:nvSpPr>
            <p:spPr>
              <a:xfrm>
                <a:off x="680823" y="681898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8" name="Freeform 1927">
                <a:extLst>
                  <a:ext uri="{FF2B5EF4-FFF2-40B4-BE49-F238E27FC236}">
                    <a16:creationId xmlns:a16="http://schemas.microsoft.com/office/drawing/2014/main" id="{502C28BA-2B47-DCB5-3752-7C5861932737}"/>
                  </a:ext>
                </a:extLst>
              </p:cNvPr>
              <p:cNvSpPr/>
              <p:nvPr/>
            </p:nvSpPr>
            <p:spPr>
              <a:xfrm>
                <a:off x="1005436" y="6661888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29" name="Freeform 1928">
                <a:extLst>
                  <a:ext uri="{FF2B5EF4-FFF2-40B4-BE49-F238E27FC236}">
                    <a16:creationId xmlns:a16="http://schemas.microsoft.com/office/drawing/2014/main" id="{4DC4A269-52C3-F8EA-4DAB-B7C27E5BBA23}"/>
                  </a:ext>
                </a:extLst>
              </p:cNvPr>
              <p:cNvSpPr/>
              <p:nvPr/>
            </p:nvSpPr>
            <p:spPr>
              <a:xfrm>
                <a:off x="1037820" y="6661888"/>
                <a:ext cx="12700" cy="73279"/>
              </a:xfrm>
              <a:custGeom>
                <a:avLst/>
                <a:gdLst>
                  <a:gd name="csX0" fmla="*/ 0 w 12700"/>
                  <a:gd name="csY0" fmla="*/ 0 h 73279"/>
                  <a:gd name="csX1" fmla="*/ 0 w 12700"/>
                  <a:gd name="csY1" fmla="*/ 73279 h 732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3279">
                    <a:moveTo>
                      <a:pt x="0" y="0"/>
                    </a:moveTo>
                    <a:lnTo>
                      <a:pt x="0" y="7327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0" name="Freeform 1929">
                <a:extLst>
                  <a:ext uri="{FF2B5EF4-FFF2-40B4-BE49-F238E27FC236}">
                    <a16:creationId xmlns:a16="http://schemas.microsoft.com/office/drawing/2014/main" id="{C446F140-6D80-96E8-DE13-0EFC0461FCFB}"/>
                  </a:ext>
                </a:extLst>
              </p:cNvPr>
              <p:cNvSpPr/>
              <p:nvPr/>
            </p:nvSpPr>
            <p:spPr>
              <a:xfrm>
                <a:off x="1005436" y="673516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1" name="Freeform 1930">
                <a:extLst>
                  <a:ext uri="{FF2B5EF4-FFF2-40B4-BE49-F238E27FC236}">
                    <a16:creationId xmlns:a16="http://schemas.microsoft.com/office/drawing/2014/main" id="{20BFFDEE-FA4A-B069-0ACF-901FB1258130}"/>
                  </a:ext>
                </a:extLst>
              </p:cNvPr>
              <p:cNvSpPr/>
              <p:nvPr/>
            </p:nvSpPr>
            <p:spPr>
              <a:xfrm>
                <a:off x="708636" y="663394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2" name="Freeform 1931">
                <a:extLst>
                  <a:ext uri="{FF2B5EF4-FFF2-40B4-BE49-F238E27FC236}">
                    <a16:creationId xmlns:a16="http://schemas.microsoft.com/office/drawing/2014/main" id="{18EEDFC2-740F-89FE-8E2B-C8EDA56916FE}"/>
                  </a:ext>
                </a:extLst>
              </p:cNvPr>
              <p:cNvSpPr/>
              <p:nvPr/>
            </p:nvSpPr>
            <p:spPr>
              <a:xfrm>
                <a:off x="547093" y="669782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3" name="Freeform 1932">
                <a:extLst>
                  <a:ext uri="{FF2B5EF4-FFF2-40B4-BE49-F238E27FC236}">
                    <a16:creationId xmlns:a16="http://schemas.microsoft.com/office/drawing/2014/main" id="{877270FD-A74E-AF7D-33AA-9ADFB1EA8CBE}"/>
                  </a:ext>
                </a:extLst>
              </p:cNvPr>
              <p:cNvSpPr/>
              <p:nvPr/>
            </p:nvSpPr>
            <p:spPr>
              <a:xfrm>
                <a:off x="526011" y="673389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4" name="Freeform 1933">
                <a:extLst>
                  <a:ext uri="{FF2B5EF4-FFF2-40B4-BE49-F238E27FC236}">
                    <a16:creationId xmlns:a16="http://schemas.microsoft.com/office/drawing/2014/main" id="{3A6740EB-CCA7-1541-257A-C2B3A1AA7973}"/>
                  </a:ext>
                </a:extLst>
              </p:cNvPr>
              <p:cNvSpPr/>
              <p:nvPr/>
            </p:nvSpPr>
            <p:spPr>
              <a:xfrm>
                <a:off x="1030582" y="6775807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5" name="Freeform 1934">
                <a:extLst>
                  <a:ext uri="{FF2B5EF4-FFF2-40B4-BE49-F238E27FC236}">
                    <a16:creationId xmlns:a16="http://schemas.microsoft.com/office/drawing/2014/main" id="{C03FB86D-6129-04A3-B0F0-A9C5C671E4AE}"/>
                  </a:ext>
                </a:extLst>
              </p:cNvPr>
              <p:cNvSpPr/>
              <p:nvPr/>
            </p:nvSpPr>
            <p:spPr>
              <a:xfrm>
                <a:off x="375135" y="66476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6" name="Freeform 1935">
                <a:extLst>
                  <a:ext uri="{FF2B5EF4-FFF2-40B4-BE49-F238E27FC236}">
                    <a16:creationId xmlns:a16="http://schemas.microsoft.com/office/drawing/2014/main" id="{61559DF5-3C6B-448C-CB31-4B6AA3CCFB90}"/>
                  </a:ext>
                </a:extLst>
              </p:cNvPr>
              <p:cNvSpPr/>
              <p:nvPr/>
            </p:nvSpPr>
            <p:spPr>
              <a:xfrm>
                <a:off x="1020422" y="67330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7" name="Freeform 1936">
                <a:extLst>
                  <a:ext uri="{FF2B5EF4-FFF2-40B4-BE49-F238E27FC236}">
                    <a16:creationId xmlns:a16="http://schemas.microsoft.com/office/drawing/2014/main" id="{1EE84AD8-1FC8-EAF0-A935-92C281B71E32}"/>
                  </a:ext>
                </a:extLst>
              </p:cNvPr>
              <p:cNvSpPr/>
              <p:nvPr/>
            </p:nvSpPr>
            <p:spPr>
              <a:xfrm>
                <a:off x="378310" y="672424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8" name="Freeform 1937">
                <a:extLst>
                  <a:ext uri="{FF2B5EF4-FFF2-40B4-BE49-F238E27FC236}">
                    <a16:creationId xmlns:a16="http://schemas.microsoft.com/office/drawing/2014/main" id="{244034BE-59A1-27A0-1065-6461698FFF64}"/>
                  </a:ext>
                </a:extLst>
              </p:cNvPr>
              <p:cNvSpPr/>
              <p:nvPr/>
            </p:nvSpPr>
            <p:spPr>
              <a:xfrm>
                <a:off x="1007976" y="6770981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39" name="Freeform 1938">
                <a:extLst>
                  <a:ext uri="{FF2B5EF4-FFF2-40B4-BE49-F238E27FC236}">
                    <a16:creationId xmlns:a16="http://schemas.microsoft.com/office/drawing/2014/main" id="{308C9881-7EFC-F315-61DC-E4D7E25C6359}"/>
                  </a:ext>
                </a:extLst>
              </p:cNvPr>
              <p:cNvSpPr/>
              <p:nvPr/>
            </p:nvSpPr>
            <p:spPr>
              <a:xfrm>
                <a:off x="375643" y="664677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0" name="Freeform 1939">
                <a:extLst>
                  <a:ext uri="{FF2B5EF4-FFF2-40B4-BE49-F238E27FC236}">
                    <a16:creationId xmlns:a16="http://schemas.microsoft.com/office/drawing/2014/main" id="{47EF2933-4CED-3EE9-5361-7334F7E471A2}"/>
                  </a:ext>
                </a:extLst>
              </p:cNvPr>
              <p:cNvSpPr/>
              <p:nvPr/>
            </p:nvSpPr>
            <p:spPr>
              <a:xfrm>
                <a:off x="1026518" y="657159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1" name="Freeform 1940">
                <a:extLst>
                  <a:ext uri="{FF2B5EF4-FFF2-40B4-BE49-F238E27FC236}">
                    <a16:creationId xmlns:a16="http://schemas.microsoft.com/office/drawing/2014/main" id="{E9C19B67-DA96-EBA6-525D-4A1F8CE8C2C1}"/>
                  </a:ext>
                </a:extLst>
              </p:cNvPr>
              <p:cNvSpPr/>
              <p:nvPr/>
            </p:nvSpPr>
            <p:spPr>
              <a:xfrm>
                <a:off x="369166" y="6781141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2" name="Freeform 1941">
                <a:extLst>
                  <a:ext uri="{FF2B5EF4-FFF2-40B4-BE49-F238E27FC236}">
                    <a16:creationId xmlns:a16="http://schemas.microsoft.com/office/drawing/2014/main" id="{3FA79D2B-610A-18B4-CBBB-95B4A058C7B2}"/>
                  </a:ext>
                </a:extLst>
              </p:cNvPr>
              <p:cNvSpPr/>
              <p:nvPr/>
            </p:nvSpPr>
            <p:spPr>
              <a:xfrm>
                <a:off x="1026899" y="661667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3" name="Freeform 1942">
                <a:extLst>
                  <a:ext uri="{FF2B5EF4-FFF2-40B4-BE49-F238E27FC236}">
                    <a16:creationId xmlns:a16="http://schemas.microsoft.com/office/drawing/2014/main" id="{230AD81E-F929-DA67-D260-2047CF3452BD}"/>
                  </a:ext>
                </a:extLst>
              </p:cNvPr>
              <p:cNvSpPr/>
              <p:nvPr/>
            </p:nvSpPr>
            <p:spPr>
              <a:xfrm>
                <a:off x="384660" y="671192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4" name="Freeform 1943">
                <a:extLst>
                  <a:ext uri="{FF2B5EF4-FFF2-40B4-BE49-F238E27FC236}">
                    <a16:creationId xmlns:a16="http://schemas.microsoft.com/office/drawing/2014/main" id="{5B386E5C-742D-D69B-2A7E-D9F3C67C56FA}"/>
                  </a:ext>
                </a:extLst>
              </p:cNvPr>
              <p:cNvSpPr/>
              <p:nvPr/>
            </p:nvSpPr>
            <p:spPr>
              <a:xfrm>
                <a:off x="524995" y="659851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5" name="Freeform 1944">
                <a:extLst>
                  <a:ext uri="{FF2B5EF4-FFF2-40B4-BE49-F238E27FC236}">
                    <a16:creationId xmlns:a16="http://schemas.microsoft.com/office/drawing/2014/main" id="{7B60C89C-2B5A-145C-832F-16EAFED484BA}"/>
                  </a:ext>
                </a:extLst>
              </p:cNvPr>
              <p:cNvSpPr/>
              <p:nvPr/>
            </p:nvSpPr>
            <p:spPr>
              <a:xfrm>
                <a:off x="1018644" y="66150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6" name="Freeform 1945">
                <a:extLst>
                  <a:ext uri="{FF2B5EF4-FFF2-40B4-BE49-F238E27FC236}">
                    <a16:creationId xmlns:a16="http://schemas.microsoft.com/office/drawing/2014/main" id="{DD851329-AC99-6630-0338-61B71D390C4A}"/>
                  </a:ext>
                </a:extLst>
              </p:cNvPr>
              <p:cNvSpPr/>
              <p:nvPr/>
            </p:nvSpPr>
            <p:spPr>
              <a:xfrm>
                <a:off x="384914" y="675637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7" name="Freeform 1946">
                <a:extLst>
                  <a:ext uri="{FF2B5EF4-FFF2-40B4-BE49-F238E27FC236}">
                    <a16:creationId xmlns:a16="http://schemas.microsoft.com/office/drawing/2014/main" id="{0FCA0538-7BDE-653B-593A-EEF1B66FF46C}"/>
                  </a:ext>
                </a:extLst>
              </p:cNvPr>
              <p:cNvSpPr/>
              <p:nvPr/>
            </p:nvSpPr>
            <p:spPr>
              <a:xfrm>
                <a:off x="710669" y="680069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8" name="Freeform 1947">
                <a:extLst>
                  <a:ext uri="{FF2B5EF4-FFF2-40B4-BE49-F238E27FC236}">
                    <a16:creationId xmlns:a16="http://schemas.microsoft.com/office/drawing/2014/main" id="{921C5857-CC39-2A3A-65B1-E0B12E5978F1}"/>
                  </a:ext>
                </a:extLst>
              </p:cNvPr>
              <p:cNvSpPr/>
              <p:nvPr/>
            </p:nvSpPr>
            <p:spPr>
              <a:xfrm>
                <a:off x="520423" y="649285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49" name="Freeform 1948">
                <a:extLst>
                  <a:ext uri="{FF2B5EF4-FFF2-40B4-BE49-F238E27FC236}">
                    <a16:creationId xmlns:a16="http://schemas.microsoft.com/office/drawing/2014/main" id="{60C2B5DB-0825-6478-282A-68CD0C83EF88}"/>
                  </a:ext>
                </a:extLst>
              </p:cNvPr>
              <p:cNvSpPr/>
              <p:nvPr/>
            </p:nvSpPr>
            <p:spPr>
              <a:xfrm>
                <a:off x="532107" y="678203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0" name="Freeform 1949">
                <a:extLst>
                  <a:ext uri="{FF2B5EF4-FFF2-40B4-BE49-F238E27FC236}">
                    <a16:creationId xmlns:a16="http://schemas.microsoft.com/office/drawing/2014/main" id="{86FA6B73-5437-B042-EA72-D8A0D74692E2}"/>
                  </a:ext>
                </a:extLst>
              </p:cNvPr>
              <p:cNvSpPr/>
              <p:nvPr/>
            </p:nvSpPr>
            <p:spPr>
              <a:xfrm>
                <a:off x="859513" y="66984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1" name="Freeform 1950">
                <a:extLst>
                  <a:ext uri="{FF2B5EF4-FFF2-40B4-BE49-F238E27FC236}">
                    <a16:creationId xmlns:a16="http://schemas.microsoft.com/office/drawing/2014/main" id="{C0FF864B-0FDF-6781-C26C-FBF683E5B174}"/>
                  </a:ext>
                </a:extLst>
              </p:cNvPr>
              <p:cNvSpPr/>
              <p:nvPr/>
            </p:nvSpPr>
            <p:spPr>
              <a:xfrm>
                <a:off x="546077" y="66277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2" name="Freeform 1951">
                <a:extLst>
                  <a:ext uri="{FF2B5EF4-FFF2-40B4-BE49-F238E27FC236}">
                    <a16:creationId xmlns:a16="http://schemas.microsoft.com/office/drawing/2014/main" id="{3BC2FBA7-B026-EE17-EFBE-4611F062E9AC}"/>
                  </a:ext>
                </a:extLst>
              </p:cNvPr>
              <p:cNvSpPr/>
              <p:nvPr/>
            </p:nvSpPr>
            <p:spPr>
              <a:xfrm>
                <a:off x="521185" y="661921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3" name="TextBox 1952">
                <a:extLst>
                  <a:ext uri="{FF2B5EF4-FFF2-40B4-BE49-F238E27FC236}">
                    <a16:creationId xmlns:a16="http://schemas.microsoft.com/office/drawing/2014/main" id="{1D5DD2C3-4D34-7FE1-5491-2A07CD3C3ADD}"/>
                  </a:ext>
                </a:extLst>
              </p:cNvPr>
              <p:cNvSpPr txBox="1"/>
              <p:nvPr/>
            </p:nvSpPr>
            <p:spPr>
              <a:xfrm>
                <a:off x="284170" y="6292914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954" name="Freeform 1953">
                <a:extLst>
                  <a:ext uri="{FF2B5EF4-FFF2-40B4-BE49-F238E27FC236}">
                    <a16:creationId xmlns:a16="http://schemas.microsoft.com/office/drawing/2014/main" id="{C271F8A0-9526-17D8-0730-2C10E9947706}"/>
                  </a:ext>
                </a:extLst>
              </p:cNvPr>
              <p:cNvSpPr/>
              <p:nvPr/>
            </p:nvSpPr>
            <p:spPr>
              <a:xfrm>
                <a:off x="388597" y="6465800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5" name="TextBox 1954">
                <a:extLst>
                  <a:ext uri="{FF2B5EF4-FFF2-40B4-BE49-F238E27FC236}">
                    <a16:creationId xmlns:a16="http://schemas.microsoft.com/office/drawing/2014/main" id="{E203B980-9F16-03F5-37E9-558E953C022A}"/>
                  </a:ext>
                </a:extLst>
              </p:cNvPr>
              <p:cNvSpPr txBox="1"/>
              <p:nvPr/>
            </p:nvSpPr>
            <p:spPr>
              <a:xfrm>
                <a:off x="571600" y="6315045"/>
                <a:ext cx="461779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0.086</a:t>
                </a:r>
              </a:p>
            </p:txBody>
          </p:sp>
          <p:sp>
            <p:nvSpPr>
              <p:cNvPr id="1956" name="Freeform 1955">
                <a:extLst>
                  <a:ext uri="{FF2B5EF4-FFF2-40B4-BE49-F238E27FC236}">
                    <a16:creationId xmlns:a16="http://schemas.microsoft.com/office/drawing/2014/main" id="{CFF557DA-8DB7-835C-7462-1955B3583433}"/>
                  </a:ext>
                </a:extLst>
              </p:cNvPr>
              <p:cNvSpPr/>
              <p:nvPr/>
            </p:nvSpPr>
            <p:spPr>
              <a:xfrm>
                <a:off x="567159" y="6465800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57" name="TextBox 1956">
                <a:extLst>
                  <a:ext uri="{FF2B5EF4-FFF2-40B4-BE49-F238E27FC236}">
                    <a16:creationId xmlns:a16="http://schemas.microsoft.com/office/drawing/2014/main" id="{A23F60D7-BD0A-7B18-EF22-7C178278BE70}"/>
                  </a:ext>
                </a:extLst>
              </p:cNvPr>
              <p:cNvSpPr txBox="1"/>
              <p:nvPr/>
            </p:nvSpPr>
            <p:spPr>
              <a:xfrm>
                <a:off x="482320" y="6202268"/>
                <a:ext cx="461779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0.272</a:t>
                </a:r>
              </a:p>
            </p:txBody>
          </p:sp>
          <p:sp>
            <p:nvSpPr>
              <p:cNvPr id="1958" name="Freeform 1957">
                <a:extLst>
                  <a:ext uri="{FF2B5EF4-FFF2-40B4-BE49-F238E27FC236}">
                    <a16:creationId xmlns:a16="http://schemas.microsoft.com/office/drawing/2014/main" id="{D37217F8-96E5-B274-2153-5175DA737200}"/>
                  </a:ext>
                </a:extLst>
              </p:cNvPr>
              <p:cNvSpPr/>
              <p:nvPr/>
            </p:nvSpPr>
            <p:spPr>
              <a:xfrm>
                <a:off x="388597" y="6352897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1959" name="Graphic 1523">
              <a:extLst>
                <a:ext uri="{FF2B5EF4-FFF2-40B4-BE49-F238E27FC236}">
                  <a16:creationId xmlns:a16="http://schemas.microsoft.com/office/drawing/2014/main" id="{F075087F-D4AA-C0DC-2D15-808DB2518066}"/>
                </a:ext>
              </a:extLst>
            </p:cNvPr>
            <p:cNvGrpSpPr/>
            <p:nvPr/>
          </p:nvGrpSpPr>
          <p:grpSpPr>
            <a:xfrm>
              <a:off x="-24548" y="5982950"/>
              <a:ext cx="1191469" cy="1196086"/>
              <a:chOff x="-24548" y="5982950"/>
              <a:chExt cx="1191469" cy="1196086"/>
            </a:xfrm>
          </p:grpSpPr>
          <p:sp>
            <p:nvSpPr>
              <p:cNvPr id="1960" name="Freeform 1959">
                <a:extLst>
                  <a:ext uri="{FF2B5EF4-FFF2-40B4-BE49-F238E27FC236}">
                    <a16:creationId xmlns:a16="http://schemas.microsoft.com/office/drawing/2014/main" id="{41B06147-7019-3335-1A4E-5238C2F3742B}"/>
                  </a:ext>
                </a:extLst>
              </p:cNvPr>
              <p:cNvSpPr/>
              <p:nvPr/>
            </p:nvSpPr>
            <p:spPr>
              <a:xfrm>
                <a:off x="291188" y="6285206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61" name="TextBox 1960">
                <a:extLst>
                  <a:ext uri="{FF2B5EF4-FFF2-40B4-BE49-F238E27FC236}">
                    <a16:creationId xmlns:a16="http://schemas.microsoft.com/office/drawing/2014/main" id="{AF3961D1-7766-F82F-77C8-8E08CC3966F9}"/>
                  </a:ext>
                </a:extLst>
              </p:cNvPr>
              <p:cNvSpPr txBox="1"/>
              <p:nvPr/>
            </p:nvSpPr>
            <p:spPr>
              <a:xfrm>
                <a:off x="-24548" y="6855481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962" name="TextBox 1961">
                <a:extLst>
                  <a:ext uri="{FF2B5EF4-FFF2-40B4-BE49-F238E27FC236}">
                    <a16:creationId xmlns:a16="http://schemas.microsoft.com/office/drawing/2014/main" id="{9156EBA0-3EF4-ABA1-625D-8933E38DC8C8}"/>
                  </a:ext>
                </a:extLst>
              </p:cNvPr>
              <p:cNvSpPr txBox="1"/>
              <p:nvPr/>
            </p:nvSpPr>
            <p:spPr>
              <a:xfrm>
                <a:off x="-24548" y="6722512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1963" name="TextBox 1962">
                <a:extLst>
                  <a:ext uri="{FF2B5EF4-FFF2-40B4-BE49-F238E27FC236}">
                    <a16:creationId xmlns:a16="http://schemas.microsoft.com/office/drawing/2014/main" id="{5DA515FB-4DEC-F8F4-017A-0E2D262FDC8A}"/>
                  </a:ext>
                </a:extLst>
              </p:cNvPr>
              <p:cNvSpPr txBox="1"/>
              <p:nvPr/>
            </p:nvSpPr>
            <p:spPr>
              <a:xfrm>
                <a:off x="-24548" y="6589416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1964" name="TextBox 1963">
                <a:extLst>
                  <a:ext uri="{FF2B5EF4-FFF2-40B4-BE49-F238E27FC236}">
                    <a16:creationId xmlns:a16="http://schemas.microsoft.com/office/drawing/2014/main" id="{FD8150CD-1FAB-6F98-669A-6DC1B454D3C4}"/>
                  </a:ext>
                </a:extLst>
              </p:cNvPr>
              <p:cNvSpPr txBox="1"/>
              <p:nvPr/>
            </p:nvSpPr>
            <p:spPr>
              <a:xfrm>
                <a:off x="-24548" y="6456447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3%</a:t>
                </a:r>
              </a:p>
            </p:txBody>
          </p:sp>
          <p:sp>
            <p:nvSpPr>
              <p:cNvPr id="1965" name="TextBox 1964">
                <a:extLst>
                  <a:ext uri="{FF2B5EF4-FFF2-40B4-BE49-F238E27FC236}">
                    <a16:creationId xmlns:a16="http://schemas.microsoft.com/office/drawing/2014/main" id="{CD8BA221-E7FB-1D50-4257-67B5B0F6EB8C}"/>
                  </a:ext>
                </a:extLst>
              </p:cNvPr>
              <p:cNvSpPr txBox="1"/>
              <p:nvPr/>
            </p:nvSpPr>
            <p:spPr>
              <a:xfrm>
                <a:off x="-24548" y="6323351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4%</a:t>
                </a:r>
              </a:p>
            </p:txBody>
          </p:sp>
          <p:sp>
            <p:nvSpPr>
              <p:cNvPr id="1966" name="TextBox 1965">
                <a:extLst>
                  <a:ext uri="{FF2B5EF4-FFF2-40B4-BE49-F238E27FC236}">
                    <a16:creationId xmlns:a16="http://schemas.microsoft.com/office/drawing/2014/main" id="{F7D908B6-5038-AA70-670E-A7CFEF11C5E8}"/>
                  </a:ext>
                </a:extLst>
              </p:cNvPr>
              <p:cNvSpPr txBox="1"/>
              <p:nvPr/>
            </p:nvSpPr>
            <p:spPr>
              <a:xfrm>
                <a:off x="-24548" y="6190382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5%</a:t>
                </a:r>
              </a:p>
            </p:txBody>
          </p:sp>
          <p:sp>
            <p:nvSpPr>
              <p:cNvPr id="1967" name="Freeform 1966">
                <a:extLst>
                  <a:ext uri="{FF2B5EF4-FFF2-40B4-BE49-F238E27FC236}">
                    <a16:creationId xmlns:a16="http://schemas.microsoft.com/office/drawing/2014/main" id="{46188F3D-D86C-FC06-26DD-B20A83AB4F60}"/>
                  </a:ext>
                </a:extLst>
              </p:cNvPr>
              <p:cNvSpPr/>
              <p:nvPr/>
            </p:nvSpPr>
            <p:spPr>
              <a:xfrm>
                <a:off x="256389" y="696237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68" name="Freeform 1967">
                <a:extLst>
                  <a:ext uri="{FF2B5EF4-FFF2-40B4-BE49-F238E27FC236}">
                    <a16:creationId xmlns:a16="http://schemas.microsoft.com/office/drawing/2014/main" id="{9D65D9AE-5896-7FBB-B63B-4442F080053B}"/>
                  </a:ext>
                </a:extLst>
              </p:cNvPr>
              <p:cNvSpPr/>
              <p:nvPr/>
            </p:nvSpPr>
            <p:spPr>
              <a:xfrm>
                <a:off x="256389" y="682940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69" name="Freeform 1968">
                <a:extLst>
                  <a:ext uri="{FF2B5EF4-FFF2-40B4-BE49-F238E27FC236}">
                    <a16:creationId xmlns:a16="http://schemas.microsoft.com/office/drawing/2014/main" id="{A07C7F19-8C08-D53E-1BB5-BE7E76B026BB}"/>
                  </a:ext>
                </a:extLst>
              </p:cNvPr>
              <p:cNvSpPr/>
              <p:nvPr/>
            </p:nvSpPr>
            <p:spPr>
              <a:xfrm>
                <a:off x="256389" y="669630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0" name="Freeform 1969">
                <a:extLst>
                  <a:ext uri="{FF2B5EF4-FFF2-40B4-BE49-F238E27FC236}">
                    <a16:creationId xmlns:a16="http://schemas.microsoft.com/office/drawing/2014/main" id="{F2D2DF7A-50BD-851B-1E4F-DD09521CA0B9}"/>
                  </a:ext>
                </a:extLst>
              </p:cNvPr>
              <p:cNvSpPr/>
              <p:nvPr/>
            </p:nvSpPr>
            <p:spPr>
              <a:xfrm>
                <a:off x="256389" y="6563336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1" name="Freeform 1970">
                <a:extLst>
                  <a:ext uri="{FF2B5EF4-FFF2-40B4-BE49-F238E27FC236}">
                    <a16:creationId xmlns:a16="http://schemas.microsoft.com/office/drawing/2014/main" id="{C474ACF8-2132-C143-159D-FB4D31398044}"/>
                  </a:ext>
                </a:extLst>
              </p:cNvPr>
              <p:cNvSpPr/>
              <p:nvPr/>
            </p:nvSpPr>
            <p:spPr>
              <a:xfrm>
                <a:off x="256389" y="6430239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2" name="Freeform 1971">
                <a:extLst>
                  <a:ext uri="{FF2B5EF4-FFF2-40B4-BE49-F238E27FC236}">
                    <a16:creationId xmlns:a16="http://schemas.microsoft.com/office/drawing/2014/main" id="{81853BD7-C9A4-26DA-65FB-E27CD54D7A29}"/>
                  </a:ext>
                </a:extLst>
              </p:cNvPr>
              <p:cNvSpPr/>
              <p:nvPr/>
            </p:nvSpPr>
            <p:spPr>
              <a:xfrm>
                <a:off x="256389" y="629727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3" name="Freeform 1972">
                <a:extLst>
                  <a:ext uri="{FF2B5EF4-FFF2-40B4-BE49-F238E27FC236}">
                    <a16:creationId xmlns:a16="http://schemas.microsoft.com/office/drawing/2014/main" id="{4AA2E4DB-F2E4-2D86-EC46-A40B86FDE4DD}"/>
                  </a:ext>
                </a:extLst>
              </p:cNvPr>
              <p:cNvSpPr/>
              <p:nvPr/>
            </p:nvSpPr>
            <p:spPr>
              <a:xfrm>
                <a:off x="291188" y="6962370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4" name="Freeform 1973">
                <a:extLst>
                  <a:ext uri="{FF2B5EF4-FFF2-40B4-BE49-F238E27FC236}">
                    <a16:creationId xmlns:a16="http://schemas.microsoft.com/office/drawing/2014/main" id="{344F61D0-CADC-3443-CA0D-CF6B08071E77}"/>
                  </a:ext>
                </a:extLst>
              </p:cNvPr>
              <p:cNvSpPr/>
              <p:nvPr/>
            </p:nvSpPr>
            <p:spPr>
              <a:xfrm>
                <a:off x="388596" y="696237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5" name="Freeform 1974">
                <a:extLst>
                  <a:ext uri="{FF2B5EF4-FFF2-40B4-BE49-F238E27FC236}">
                    <a16:creationId xmlns:a16="http://schemas.microsoft.com/office/drawing/2014/main" id="{C1E60B7A-062A-CE36-1B98-40EF72BA543F}"/>
                  </a:ext>
                </a:extLst>
              </p:cNvPr>
              <p:cNvSpPr/>
              <p:nvPr/>
            </p:nvSpPr>
            <p:spPr>
              <a:xfrm>
                <a:off x="550902" y="696237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6" name="Freeform 1975">
                <a:extLst>
                  <a:ext uri="{FF2B5EF4-FFF2-40B4-BE49-F238E27FC236}">
                    <a16:creationId xmlns:a16="http://schemas.microsoft.com/office/drawing/2014/main" id="{B1718F88-1682-F236-8277-77DB2AEF860C}"/>
                  </a:ext>
                </a:extLst>
              </p:cNvPr>
              <p:cNvSpPr/>
              <p:nvPr/>
            </p:nvSpPr>
            <p:spPr>
              <a:xfrm>
                <a:off x="713209" y="696237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7" name="Freeform 1976">
                <a:extLst>
                  <a:ext uri="{FF2B5EF4-FFF2-40B4-BE49-F238E27FC236}">
                    <a16:creationId xmlns:a16="http://schemas.microsoft.com/office/drawing/2014/main" id="{0C2EA0BB-45EF-D655-3C29-C7643D64F517}"/>
                  </a:ext>
                </a:extLst>
              </p:cNvPr>
              <p:cNvSpPr/>
              <p:nvPr/>
            </p:nvSpPr>
            <p:spPr>
              <a:xfrm>
                <a:off x="875514" y="696237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8" name="Freeform 1977">
                <a:extLst>
                  <a:ext uri="{FF2B5EF4-FFF2-40B4-BE49-F238E27FC236}">
                    <a16:creationId xmlns:a16="http://schemas.microsoft.com/office/drawing/2014/main" id="{836C7F6B-DF4B-2270-675F-EC4C2B29ED67}"/>
                  </a:ext>
                </a:extLst>
              </p:cNvPr>
              <p:cNvSpPr/>
              <p:nvPr/>
            </p:nvSpPr>
            <p:spPr>
              <a:xfrm>
                <a:off x="1037820" y="6962370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79" name="TextBox 1978">
                <a:extLst>
                  <a:ext uri="{FF2B5EF4-FFF2-40B4-BE49-F238E27FC236}">
                    <a16:creationId xmlns:a16="http://schemas.microsoft.com/office/drawing/2014/main" id="{0B3898FA-97A5-E081-B966-6DFF71D32786}"/>
                  </a:ext>
                </a:extLst>
              </p:cNvPr>
              <p:cNvSpPr txBox="1"/>
              <p:nvPr/>
            </p:nvSpPr>
            <p:spPr>
              <a:xfrm>
                <a:off x="248468" y="6958224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980" name="TextBox 1979">
                <a:extLst>
                  <a:ext uri="{FF2B5EF4-FFF2-40B4-BE49-F238E27FC236}">
                    <a16:creationId xmlns:a16="http://schemas.microsoft.com/office/drawing/2014/main" id="{05C6C3E2-D3B2-CAC1-EBBF-8B769690A648}"/>
                  </a:ext>
                </a:extLst>
              </p:cNvPr>
              <p:cNvSpPr txBox="1"/>
              <p:nvPr/>
            </p:nvSpPr>
            <p:spPr>
              <a:xfrm>
                <a:off x="438766" y="6958224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981" name="TextBox 1980">
                <a:extLst>
                  <a:ext uri="{FF2B5EF4-FFF2-40B4-BE49-F238E27FC236}">
                    <a16:creationId xmlns:a16="http://schemas.microsoft.com/office/drawing/2014/main" id="{E28599FE-FD00-1851-B180-4BEC64C0087E}"/>
                  </a:ext>
                </a:extLst>
              </p:cNvPr>
              <p:cNvSpPr txBox="1"/>
              <p:nvPr/>
            </p:nvSpPr>
            <p:spPr>
              <a:xfrm>
                <a:off x="572231" y="6958224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982" name="TextBox 1981">
                <a:extLst>
                  <a:ext uri="{FF2B5EF4-FFF2-40B4-BE49-F238E27FC236}">
                    <a16:creationId xmlns:a16="http://schemas.microsoft.com/office/drawing/2014/main" id="{279421F2-8F7B-E5F0-7218-E9D0DE205F7A}"/>
                  </a:ext>
                </a:extLst>
              </p:cNvPr>
              <p:cNvSpPr txBox="1"/>
              <p:nvPr/>
            </p:nvSpPr>
            <p:spPr>
              <a:xfrm>
                <a:off x="709090" y="6958224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983" name="TextBox 1982">
                <a:extLst>
                  <a:ext uri="{FF2B5EF4-FFF2-40B4-BE49-F238E27FC236}">
                    <a16:creationId xmlns:a16="http://schemas.microsoft.com/office/drawing/2014/main" id="{7EE5A65A-6CD0-AE76-A0D6-D437D2E17EA8}"/>
                  </a:ext>
                </a:extLst>
              </p:cNvPr>
              <p:cNvSpPr txBox="1"/>
              <p:nvPr/>
            </p:nvSpPr>
            <p:spPr>
              <a:xfrm>
                <a:off x="908718" y="6958224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986" name="TextBox 1985">
                <a:extLst>
                  <a:ext uri="{FF2B5EF4-FFF2-40B4-BE49-F238E27FC236}">
                    <a16:creationId xmlns:a16="http://schemas.microsoft.com/office/drawing/2014/main" id="{27759683-2676-F5EC-8BD0-677022CC9C43}"/>
                  </a:ext>
                </a:extLst>
              </p:cNvPr>
              <p:cNvSpPr txBox="1"/>
              <p:nvPr/>
            </p:nvSpPr>
            <p:spPr>
              <a:xfrm>
                <a:off x="383468" y="5982950"/>
                <a:ext cx="644996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17_Glut</a:t>
                </a:r>
              </a:p>
            </p:txBody>
          </p:sp>
        </p:grpSp>
      </p:grpSp>
      <p:grpSp>
        <p:nvGrpSpPr>
          <p:cNvPr id="1987" name="Graphic 1525">
            <a:extLst>
              <a:ext uri="{FF2B5EF4-FFF2-40B4-BE49-F238E27FC236}">
                <a16:creationId xmlns:a16="http://schemas.microsoft.com/office/drawing/2014/main" id="{E61D9795-E4E2-0538-0253-5A7A04E96F25}"/>
              </a:ext>
            </a:extLst>
          </p:cNvPr>
          <p:cNvGrpSpPr/>
          <p:nvPr/>
        </p:nvGrpSpPr>
        <p:grpSpPr>
          <a:xfrm>
            <a:off x="1136775" y="4129879"/>
            <a:ext cx="1125828" cy="1130191"/>
            <a:chOff x="1347052" y="5867797"/>
            <a:chExt cx="1191469" cy="1196086"/>
          </a:xfrm>
        </p:grpSpPr>
        <p:grpSp>
          <p:nvGrpSpPr>
            <p:cNvPr id="1990" name="Graphic 1525">
              <a:extLst>
                <a:ext uri="{FF2B5EF4-FFF2-40B4-BE49-F238E27FC236}">
                  <a16:creationId xmlns:a16="http://schemas.microsoft.com/office/drawing/2014/main" id="{40D7A146-E8B3-0A84-1D35-2D18EBEA50B1}"/>
                </a:ext>
              </a:extLst>
            </p:cNvPr>
            <p:cNvGrpSpPr/>
            <p:nvPr/>
          </p:nvGrpSpPr>
          <p:grpSpPr>
            <a:xfrm>
              <a:off x="1662788" y="6064858"/>
              <a:ext cx="844041" cy="784772"/>
              <a:chOff x="1662788" y="6064858"/>
              <a:chExt cx="844041" cy="784772"/>
            </a:xfrm>
          </p:grpSpPr>
          <p:sp>
            <p:nvSpPr>
              <p:cNvPr id="1991" name="Freeform 1990">
                <a:extLst>
                  <a:ext uri="{FF2B5EF4-FFF2-40B4-BE49-F238E27FC236}">
                    <a16:creationId xmlns:a16="http://schemas.microsoft.com/office/drawing/2014/main" id="{6A6620C3-5712-2900-D2C5-9ECA9D4B16A6}"/>
                  </a:ext>
                </a:extLst>
              </p:cNvPr>
              <p:cNvSpPr/>
              <p:nvPr/>
            </p:nvSpPr>
            <p:spPr>
              <a:xfrm>
                <a:off x="1662788" y="6170053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2" name="Freeform 1991">
                <a:extLst>
                  <a:ext uri="{FF2B5EF4-FFF2-40B4-BE49-F238E27FC236}">
                    <a16:creationId xmlns:a16="http://schemas.microsoft.com/office/drawing/2014/main" id="{1AD7E3A7-F2E0-FD75-85C0-21FE0EB4F5A7}"/>
                  </a:ext>
                </a:extLst>
              </p:cNvPr>
              <p:cNvSpPr/>
              <p:nvPr/>
            </p:nvSpPr>
            <p:spPr>
              <a:xfrm>
                <a:off x="1711556" y="6630047"/>
                <a:ext cx="97409" cy="217296"/>
              </a:xfrm>
              <a:custGeom>
                <a:avLst/>
                <a:gdLst>
                  <a:gd name="csX0" fmla="*/ 0 w 97409"/>
                  <a:gd name="csY0" fmla="*/ 0 h 217296"/>
                  <a:gd name="csX1" fmla="*/ 97409 w 97409"/>
                  <a:gd name="csY1" fmla="*/ 0 h 217296"/>
                  <a:gd name="csX2" fmla="*/ 97409 w 97409"/>
                  <a:gd name="csY2" fmla="*/ 217297 h 217296"/>
                  <a:gd name="csX3" fmla="*/ 0 w 97409"/>
                  <a:gd name="csY3" fmla="*/ 217297 h 2172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17296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17297"/>
                    </a:lnTo>
                    <a:lnTo>
                      <a:pt x="0" y="217297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3" name="Freeform 1992">
                <a:extLst>
                  <a:ext uri="{FF2B5EF4-FFF2-40B4-BE49-F238E27FC236}">
                    <a16:creationId xmlns:a16="http://schemas.microsoft.com/office/drawing/2014/main" id="{5003EEB5-6699-EED2-D436-F4CFF702C8AD}"/>
                  </a:ext>
                </a:extLst>
              </p:cNvPr>
              <p:cNvSpPr/>
              <p:nvPr/>
            </p:nvSpPr>
            <p:spPr>
              <a:xfrm>
                <a:off x="1873862" y="6617601"/>
                <a:ext cx="97409" cy="229615"/>
              </a:xfrm>
              <a:custGeom>
                <a:avLst/>
                <a:gdLst>
                  <a:gd name="csX0" fmla="*/ 0 w 97409"/>
                  <a:gd name="csY0" fmla="*/ 0 h 229615"/>
                  <a:gd name="csX1" fmla="*/ 97409 w 97409"/>
                  <a:gd name="csY1" fmla="*/ 0 h 229615"/>
                  <a:gd name="csX2" fmla="*/ 97409 w 97409"/>
                  <a:gd name="csY2" fmla="*/ 229616 h 229615"/>
                  <a:gd name="csX3" fmla="*/ 0 w 97409"/>
                  <a:gd name="csY3" fmla="*/ 229616 h 2296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961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9616"/>
                    </a:lnTo>
                    <a:lnTo>
                      <a:pt x="0" y="229616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4" name="Freeform 1993">
                <a:extLst>
                  <a:ext uri="{FF2B5EF4-FFF2-40B4-BE49-F238E27FC236}">
                    <a16:creationId xmlns:a16="http://schemas.microsoft.com/office/drawing/2014/main" id="{D980ADA8-CEBC-823E-8A5E-6764A9394DE8}"/>
                  </a:ext>
                </a:extLst>
              </p:cNvPr>
              <p:cNvSpPr/>
              <p:nvPr/>
            </p:nvSpPr>
            <p:spPr>
              <a:xfrm>
                <a:off x="2036168" y="6659638"/>
                <a:ext cx="97409" cy="187579"/>
              </a:xfrm>
              <a:custGeom>
                <a:avLst/>
                <a:gdLst>
                  <a:gd name="csX0" fmla="*/ 0 w 97409"/>
                  <a:gd name="csY0" fmla="*/ 0 h 187579"/>
                  <a:gd name="csX1" fmla="*/ 97409 w 97409"/>
                  <a:gd name="csY1" fmla="*/ 0 h 187579"/>
                  <a:gd name="csX2" fmla="*/ 97409 w 97409"/>
                  <a:gd name="csY2" fmla="*/ 187579 h 187579"/>
                  <a:gd name="csX3" fmla="*/ 0 w 97409"/>
                  <a:gd name="csY3" fmla="*/ 187579 h 1875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187579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187579"/>
                    </a:lnTo>
                    <a:lnTo>
                      <a:pt x="0" y="187579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5" name="Freeform 1994">
                <a:extLst>
                  <a:ext uri="{FF2B5EF4-FFF2-40B4-BE49-F238E27FC236}">
                    <a16:creationId xmlns:a16="http://schemas.microsoft.com/office/drawing/2014/main" id="{13D03C72-704F-26E9-7CB2-C7EEB151E684}"/>
                  </a:ext>
                </a:extLst>
              </p:cNvPr>
              <p:cNvSpPr/>
              <p:nvPr/>
            </p:nvSpPr>
            <p:spPr>
              <a:xfrm>
                <a:off x="2198474" y="6569722"/>
                <a:ext cx="97409" cy="277621"/>
              </a:xfrm>
              <a:custGeom>
                <a:avLst/>
                <a:gdLst>
                  <a:gd name="csX0" fmla="*/ 0 w 97409"/>
                  <a:gd name="csY0" fmla="*/ 0 h 277621"/>
                  <a:gd name="csX1" fmla="*/ 97409 w 97409"/>
                  <a:gd name="csY1" fmla="*/ 0 h 277621"/>
                  <a:gd name="csX2" fmla="*/ 97409 w 97409"/>
                  <a:gd name="csY2" fmla="*/ 277622 h 277621"/>
                  <a:gd name="csX3" fmla="*/ 0 w 97409"/>
                  <a:gd name="csY3" fmla="*/ 277622 h 277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7762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77622"/>
                    </a:lnTo>
                    <a:lnTo>
                      <a:pt x="0" y="277622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6" name="Freeform 1995">
                <a:extLst>
                  <a:ext uri="{FF2B5EF4-FFF2-40B4-BE49-F238E27FC236}">
                    <a16:creationId xmlns:a16="http://schemas.microsoft.com/office/drawing/2014/main" id="{9B5959C5-A073-1717-72A7-27CB5F968890}"/>
                  </a:ext>
                </a:extLst>
              </p:cNvPr>
              <p:cNvSpPr/>
              <p:nvPr/>
            </p:nvSpPr>
            <p:spPr>
              <a:xfrm>
                <a:off x="2360780" y="6610997"/>
                <a:ext cx="97409" cy="236346"/>
              </a:xfrm>
              <a:custGeom>
                <a:avLst/>
                <a:gdLst>
                  <a:gd name="csX0" fmla="*/ 0 w 97409"/>
                  <a:gd name="csY0" fmla="*/ 0 h 236346"/>
                  <a:gd name="csX1" fmla="*/ 97409 w 97409"/>
                  <a:gd name="csY1" fmla="*/ 0 h 236346"/>
                  <a:gd name="csX2" fmla="*/ 97409 w 97409"/>
                  <a:gd name="csY2" fmla="*/ 236347 h 236346"/>
                  <a:gd name="csX3" fmla="*/ 0 w 97409"/>
                  <a:gd name="csY3" fmla="*/ 236347 h 2363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6346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6347"/>
                    </a:lnTo>
                    <a:lnTo>
                      <a:pt x="0" y="236347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7" name="Freeform 1996">
                <a:extLst>
                  <a:ext uri="{FF2B5EF4-FFF2-40B4-BE49-F238E27FC236}">
                    <a16:creationId xmlns:a16="http://schemas.microsoft.com/office/drawing/2014/main" id="{BC67F5D0-5B04-4188-FCB2-92C86B5DB98D}"/>
                  </a:ext>
                </a:extLst>
              </p:cNvPr>
              <p:cNvSpPr/>
              <p:nvPr/>
            </p:nvSpPr>
            <p:spPr>
              <a:xfrm>
                <a:off x="1727812" y="657061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8" name="Freeform 1997">
                <a:extLst>
                  <a:ext uri="{FF2B5EF4-FFF2-40B4-BE49-F238E27FC236}">
                    <a16:creationId xmlns:a16="http://schemas.microsoft.com/office/drawing/2014/main" id="{C82600AD-388A-9856-B79F-2FBA044BEB77}"/>
                  </a:ext>
                </a:extLst>
              </p:cNvPr>
              <p:cNvSpPr/>
              <p:nvPr/>
            </p:nvSpPr>
            <p:spPr>
              <a:xfrm>
                <a:off x="1760196" y="6570611"/>
                <a:ext cx="12700" cy="118744"/>
              </a:xfrm>
              <a:custGeom>
                <a:avLst/>
                <a:gdLst>
                  <a:gd name="csX0" fmla="*/ 0 w 12700"/>
                  <a:gd name="csY0" fmla="*/ 0 h 118744"/>
                  <a:gd name="csX1" fmla="*/ 0 w 12700"/>
                  <a:gd name="csY1" fmla="*/ 118745 h 1187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18744">
                    <a:moveTo>
                      <a:pt x="0" y="0"/>
                    </a:moveTo>
                    <a:lnTo>
                      <a:pt x="0" y="11874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1999" name="Freeform 1998">
                <a:extLst>
                  <a:ext uri="{FF2B5EF4-FFF2-40B4-BE49-F238E27FC236}">
                    <a16:creationId xmlns:a16="http://schemas.microsoft.com/office/drawing/2014/main" id="{D897AF06-B3E3-FCCC-9C60-7F47082F70E2}"/>
                  </a:ext>
                </a:extLst>
              </p:cNvPr>
              <p:cNvSpPr/>
              <p:nvPr/>
            </p:nvSpPr>
            <p:spPr>
              <a:xfrm>
                <a:off x="1727812" y="668935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0" name="Freeform 1999">
                <a:extLst>
                  <a:ext uri="{FF2B5EF4-FFF2-40B4-BE49-F238E27FC236}">
                    <a16:creationId xmlns:a16="http://schemas.microsoft.com/office/drawing/2014/main" id="{4575F749-EB90-4AC4-7DED-660D2C9FB130}"/>
                  </a:ext>
                </a:extLst>
              </p:cNvPr>
              <p:cNvSpPr/>
              <p:nvPr/>
            </p:nvSpPr>
            <p:spPr>
              <a:xfrm>
                <a:off x="1890117" y="657543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1" name="Freeform 2000">
                <a:extLst>
                  <a:ext uri="{FF2B5EF4-FFF2-40B4-BE49-F238E27FC236}">
                    <a16:creationId xmlns:a16="http://schemas.microsoft.com/office/drawing/2014/main" id="{C5CB7D6B-AB21-CD84-BB79-D18BBE4B7487}"/>
                  </a:ext>
                </a:extLst>
              </p:cNvPr>
              <p:cNvSpPr/>
              <p:nvPr/>
            </p:nvSpPr>
            <p:spPr>
              <a:xfrm>
                <a:off x="1922502" y="6575436"/>
                <a:ext cx="12700" cy="84455"/>
              </a:xfrm>
              <a:custGeom>
                <a:avLst/>
                <a:gdLst>
                  <a:gd name="csX0" fmla="*/ 0 w 12700"/>
                  <a:gd name="csY0" fmla="*/ 0 h 84455"/>
                  <a:gd name="csX1" fmla="*/ 0 w 12700"/>
                  <a:gd name="csY1" fmla="*/ 84455 h 84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4455">
                    <a:moveTo>
                      <a:pt x="0" y="0"/>
                    </a:moveTo>
                    <a:lnTo>
                      <a:pt x="0" y="8445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2" name="Freeform 2001">
                <a:extLst>
                  <a:ext uri="{FF2B5EF4-FFF2-40B4-BE49-F238E27FC236}">
                    <a16:creationId xmlns:a16="http://schemas.microsoft.com/office/drawing/2014/main" id="{FD1EF752-5EFE-9B85-C439-DD19B24C4E11}"/>
                  </a:ext>
                </a:extLst>
              </p:cNvPr>
              <p:cNvSpPr/>
              <p:nvPr/>
            </p:nvSpPr>
            <p:spPr>
              <a:xfrm>
                <a:off x="1890117" y="665989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3" name="Freeform 2002">
                <a:extLst>
                  <a:ext uri="{FF2B5EF4-FFF2-40B4-BE49-F238E27FC236}">
                    <a16:creationId xmlns:a16="http://schemas.microsoft.com/office/drawing/2014/main" id="{61DFAB08-8D3A-C5C1-53C3-F8AF4E848BFF}"/>
                  </a:ext>
                </a:extLst>
              </p:cNvPr>
              <p:cNvSpPr/>
              <p:nvPr/>
            </p:nvSpPr>
            <p:spPr>
              <a:xfrm>
                <a:off x="2052423" y="659601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4" name="Freeform 2003">
                <a:extLst>
                  <a:ext uri="{FF2B5EF4-FFF2-40B4-BE49-F238E27FC236}">
                    <a16:creationId xmlns:a16="http://schemas.microsoft.com/office/drawing/2014/main" id="{CD08E0B8-34EA-1EA7-305B-BCA9A67E2CE8}"/>
                  </a:ext>
                </a:extLst>
              </p:cNvPr>
              <p:cNvSpPr/>
              <p:nvPr/>
            </p:nvSpPr>
            <p:spPr>
              <a:xfrm>
                <a:off x="2084809" y="6596011"/>
                <a:ext cx="12700" cy="127253"/>
              </a:xfrm>
              <a:custGeom>
                <a:avLst/>
                <a:gdLst>
                  <a:gd name="csX0" fmla="*/ 0 w 12700"/>
                  <a:gd name="csY0" fmla="*/ 0 h 127253"/>
                  <a:gd name="csX1" fmla="*/ 0 w 12700"/>
                  <a:gd name="csY1" fmla="*/ 127254 h 1272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27253">
                    <a:moveTo>
                      <a:pt x="0" y="0"/>
                    </a:moveTo>
                    <a:lnTo>
                      <a:pt x="0" y="12725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5" name="Freeform 2004">
                <a:extLst>
                  <a:ext uri="{FF2B5EF4-FFF2-40B4-BE49-F238E27FC236}">
                    <a16:creationId xmlns:a16="http://schemas.microsoft.com/office/drawing/2014/main" id="{8B03F3EA-0503-C2AC-4F5E-3883FB34C59A}"/>
                  </a:ext>
                </a:extLst>
              </p:cNvPr>
              <p:cNvSpPr/>
              <p:nvPr/>
            </p:nvSpPr>
            <p:spPr>
              <a:xfrm>
                <a:off x="2052423" y="6723264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6" name="Freeform 2005">
                <a:extLst>
                  <a:ext uri="{FF2B5EF4-FFF2-40B4-BE49-F238E27FC236}">
                    <a16:creationId xmlns:a16="http://schemas.microsoft.com/office/drawing/2014/main" id="{E70A5D42-C43D-245A-1B17-02DEF812E242}"/>
                  </a:ext>
                </a:extLst>
              </p:cNvPr>
              <p:cNvSpPr/>
              <p:nvPr/>
            </p:nvSpPr>
            <p:spPr>
              <a:xfrm>
                <a:off x="2377036" y="6577976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7" name="Freeform 2006">
                <a:extLst>
                  <a:ext uri="{FF2B5EF4-FFF2-40B4-BE49-F238E27FC236}">
                    <a16:creationId xmlns:a16="http://schemas.microsoft.com/office/drawing/2014/main" id="{626EE231-F5A8-008E-51FC-7E5A746C4FC0}"/>
                  </a:ext>
                </a:extLst>
              </p:cNvPr>
              <p:cNvSpPr/>
              <p:nvPr/>
            </p:nvSpPr>
            <p:spPr>
              <a:xfrm>
                <a:off x="2409420" y="6577976"/>
                <a:ext cx="12700" cy="65913"/>
              </a:xfrm>
              <a:custGeom>
                <a:avLst/>
                <a:gdLst>
                  <a:gd name="csX0" fmla="*/ 0 w 12700"/>
                  <a:gd name="csY0" fmla="*/ 0 h 65913"/>
                  <a:gd name="csX1" fmla="*/ 0 w 12700"/>
                  <a:gd name="csY1" fmla="*/ 65913 h 65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5913">
                    <a:moveTo>
                      <a:pt x="0" y="0"/>
                    </a:moveTo>
                    <a:lnTo>
                      <a:pt x="0" y="6591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8" name="Freeform 2007">
                <a:extLst>
                  <a:ext uri="{FF2B5EF4-FFF2-40B4-BE49-F238E27FC236}">
                    <a16:creationId xmlns:a16="http://schemas.microsoft.com/office/drawing/2014/main" id="{C37DB0F7-382D-CDBF-21E8-0C1D68575632}"/>
                  </a:ext>
                </a:extLst>
              </p:cNvPr>
              <p:cNvSpPr/>
              <p:nvPr/>
            </p:nvSpPr>
            <p:spPr>
              <a:xfrm>
                <a:off x="2377036" y="6643890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09" name="Freeform 2008">
                <a:extLst>
                  <a:ext uri="{FF2B5EF4-FFF2-40B4-BE49-F238E27FC236}">
                    <a16:creationId xmlns:a16="http://schemas.microsoft.com/office/drawing/2014/main" id="{218FC0FA-247C-FBAC-8214-B6FF951E69A6}"/>
                  </a:ext>
                </a:extLst>
              </p:cNvPr>
              <p:cNvSpPr/>
              <p:nvPr/>
            </p:nvSpPr>
            <p:spPr>
              <a:xfrm>
                <a:off x="2080237" y="657746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0" name="Freeform 2009">
                <a:extLst>
                  <a:ext uri="{FF2B5EF4-FFF2-40B4-BE49-F238E27FC236}">
                    <a16:creationId xmlns:a16="http://schemas.microsoft.com/office/drawing/2014/main" id="{C94E14A1-E834-751A-BC53-D2EC25E7A9B3}"/>
                  </a:ext>
                </a:extLst>
              </p:cNvPr>
              <p:cNvSpPr/>
              <p:nvPr/>
            </p:nvSpPr>
            <p:spPr>
              <a:xfrm>
                <a:off x="1918693" y="645631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1" name="Freeform 2010">
                <a:extLst>
                  <a:ext uri="{FF2B5EF4-FFF2-40B4-BE49-F238E27FC236}">
                    <a16:creationId xmlns:a16="http://schemas.microsoft.com/office/drawing/2014/main" id="{EB598442-D1CA-1340-6123-AE02193FB293}"/>
                  </a:ext>
                </a:extLst>
              </p:cNvPr>
              <p:cNvSpPr/>
              <p:nvPr/>
            </p:nvSpPr>
            <p:spPr>
              <a:xfrm>
                <a:off x="1897611" y="659931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2" name="Freeform 2011">
                <a:extLst>
                  <a:ext uri="{FF2B5EF4-FFF2-40B4-BE49-F238E27FC236}">
                    <a16:creationId xmlns:a16="http://schemas.microsoft.com/office/drawing/2014/main" id="{807F1BC5-2DB8-7E59-5EC0-F56AB4EB6E04}"/>
                  </a:ext>
                </a:extLst>
              </p:cNvPr>
              <p:cNvSpPr/>
              <p:nvPr/>
            </p:nvSpPr>
            <p:spPr>
              <a:xfrm>
                <a:off x="2402182" y="657175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3" name="Freeform 2012">
                <a:extLst>
                  <a:ext uri="{FF2B5EF4-FFF2-40B4-BE49-F238E27FC236}">
                    <a16:creationId xmlns:a16="http://schemas.microsoft.com/office/drawing/2014/main" id="{2995A0ED-4B42-5D75-DD56-940B18A27034}"/>
                  </a:ext>
                </a:extLst>
              </p:cNvPr>
              <p:cNvSpPr/>
              <p:nvPr/>
            </p:nvSpPr>
            <p:spPr>
              <a:xfrm>
                <a:off x="1746735" y="637782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4" name="Freeform 2013">
                <a:extLst>
                  <a:ext uri="{FF2B5EF4-FFF2-40B4-BE49-F238E27FC236}">
                    <a16:creationId xmlns:a16="http://schemas.microsoft.com/office/drawing/2014/main" id="{2E719938-287F-777D-7AB5-3B49ECF5898F}"/>
                  </a:ext>
                </a:extLst>
              </p:cNvPr>
              <p:cNvSpPr/>
              <p:nvPr/>
            </p:nvSpPr>
            <p:spPr>
              <a:xfrm>
                <a:off x="2392022" y="67311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5" name="Freeform 2014">
                <a:extLst>
                  <a:ext uri="{FF2B5EF4-FFF2-40B4-BE49-F238E27FC236}">
                    <a16:creationId xmlns:a16="http://schemas.microsoft.com/office/drawing/2014/main" id="{4808D10B-6607-FC2E-DD22-D863D32C7E0F}"/>
                  </a:ext>
                </a:extLst>
              </p:cNvPr>
              <p:cNvSpPr/>
              <p:nvPr/>
            </p:nvSpPr>
            <p:spPr>
              <a:xfrm>
                <a:off x="1749910" y="676987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6" name="Freeform 2015">
                <a:extLst>
                  <a:ext uri="{FF2B5EF4-FFF2-40B4-BE49-F238E27FC236}">
                    <a16:creationId xmlns:a16="http://schemas.microsoft.com/office/drawing/2014/main" id="{0ABCF908-A715-1D8D-E698-BB66C445EBC0}"/>
                  </a:ext>
                </a:extLst>
              </p:cNvPr>
              <p:cNvSpPr/>
              <p:nvPr/>
            </p:nvSpPr>
            <p:spPr>
              <a:xfrm>
                <a:off x="2379576" y="648260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7" name="Freeform 2016">
                <a:extLst>
                  <a:ext uri="{FF2B5EF4-FFF2-40B4-BE49-F238E27FC236}">
                    <a16:creationId xmlns:a16="http://schemas.microsoft.com/office/drawing/2014/main" id="{B93150B2-2398-5292-8D34-3A6FACD4596D}"/>
                  </a:ext>
                </a:extLst>
              </p:cNvPr>
              <p:cNvSpPr/>
              <p:nvPr/>
            </p:nvSpPr>
            <p:spPr>
              <a:xfrm>
                <a:off x="1747243" y="675526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8" name="Freeform 2017">
                <a:extLst>
                  <a:ext uri="{FF2B5EF4-FFF2-40B4-BE49-F238E27FC236}">
                    <a16:creationId xmlns:a16="http://schemas.microsoft.com/office/drawing/2014/main" id="{51729C84-3986-4A30-90DB-62A58ACA9C42}"/>
                  </a:ext>
                </a:extLst>
              </p:cNvPr>
              <p:cNvSpPr/>
              <p:nvPr/>
            </p:nvSpPr>
            <p:spPr>
              <a:xfrm>
                <a:off x="2398118" y="656781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19" name="Freeform 2018">
                <a:extLst>
                  <a:ext uri="{FF2B5EF4-FFF2-40B4-BE49-F238E27FC236}">
                    <a16:creationId xmlns:a16="http://schemas.microsoft.com/office/drawing/2014/main" id="{B22C0647-E19A-B169-47B6-4B5751186B37}"/>
                  </a:ext>
                </a:extLst>
              </p:cNvPr>
              <p:cNvSpPr/>
              <p:nvPr/>
            </p:nvSpPr>
            <p:spPr>
              <a:xfrm>
                <a:off x="1740766" y="659131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0" name="Freeform 2019">
                <a:extLst>
                  <a:ext uri="{FF2B5EF4-FFF2-40B4-BE49-F238E27FC236}">
                    <a16:creationId xmlns:a16="http://schemas.microsoft.com/office/drawing/2014/main" id="{355A0C67-CB51-6D3F-06A1-BE35A2F9A64C}"/>
                  </a:ext>
                </a:extLst>
              </p:cNvPr>
              <p:cNvSpPr/>
              <p:nvPr/>
            </p:nvSpPr>
            <p:spPr>
              <a:xfrm>
                <a:off x="2398499" y="659740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1" name="Freeform 2020">
                <a:extLst>
                  <a:ext uri="{FF2B5EF4-FFF2-40B4-BE49-F238E27FC236}">
                    <a16:creationId xmlns:a16="http://schemas.microsoft.com/office/drawing/2014/main" id="{86383731-3DF4-8642-0FE6-1BB4C9191E6C}"/>
                  </a:ext>
                </a:extLst>
              </p:cNvPr>
              <p:cNvSpPr/>
              <p:nvPr/>
            </p:nvSpPr>
            <p:spPr>
              <a:xfrm>
                <a:off x="1756260" y="663309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2" name="Freeform 2021">
                <a:extLst>
                  <a:ext uri="{FF2B5EF4-FFF2-40B4-BE49-F238E27FC236}">
                    <a16:creationId xmlns:a16="http://schemas.microsoft.com/office/drawing/2014/main" id="{68949950-F36B-32D5-0CC1-03575F7830A8}"/>
                  </a:ext>
                </a:extLst>
              </p:cNvPr>
              <p:cNvSpPr/>
              <p:nvPr/>
            </p:nvSpPr>
            <p:spPr>
              <a:xfrm>
                <a:off x="1896595" y="664223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3" name="Freeform 2022">
                <a:extLst>
                  <a:ext uri="{FF2B5EF4-FFF2-40B4-BE49-F238E27FC236}">
                    <a16:creationId xmlns:a16="http://schemas.microsoft.com/office/drawing/2014/main" id="{A293DD16-713D-E835-D87C-476733490D25}"/>
                  </a:ext>
                </a:extLst>
              </p:cNvPr>
              <p:cNvSpPr/>
              <p:nvPr/>
            </p:nvSpPr>
            <p:spPr>
              <a:xfrm>
                <a:off x="2390244" y="660629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4" name="Freeform 2023">
                <a:extLst>
                  <a:ext uri="{FF2B5EF4-FFF2-40B4-BE49-F238E27FC236}">
                    <a16:creationId xmlns:a16="http://schemas.microsoft.com/office/drawing/2014/main" id="{B7FC3011-7A7D-2D11-03D8-6C5082A1F356}"/>
                  </a:ext>
                </a:extLst>
              </p:cNvPr>
              <p:cNvSpPr/>
              <p:nvPr/>
            </p:nvSpPr>
            <p:spPr>
              <a:xfrm>
                <a:off x="1756514" y="654508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5" name="Freeform 2024">
                <a:extLst>
                  <a:ext uri="{FF2B5EF4-FFF2-40B4-BE49-F238E27FC236}">
                    <a16:creationId xmlns:a16="http://schemas.microsoft.com/office/drawing/2014/main" id="{3585EA4C-FD29-6990-7271-7157D428CCF0}"/>
                  </a:ext>
                </a:extLst>
              </p:cNvPr>
              <p:cNvSpPr/>
              <p:nvPr/>
            </p:nvSpPr>
            <p:spPr>
              <a:xfrm>
                <a:off x="2082269" y="670485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6" name="Freeform 2025">
                <a:extLst>
                  <a:ext uri="{FF2B5EF4-FFF2-40B4-BE49-F238E27FC236}">
                    <a16:creationId xmlns:a16="http://schemas.microsoft.com/office/drawing/2014/main" id="{AD0892FA-3D1B-EF25-BFA9-B59CC6FEB79E}"/>
                  </a:ext>
                </a:extLst>
              </p:cNvPr>
              <p:cNvSpPr/>
              <p:nvPr/>
            </p:nvSpPr>
            <p:spPr>
              <a:xfrm>
                <a:off x="1892023" y="653657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7" name="Freeform 2026">
                <a:extLst>
                  <a:ext uri="{FF2B5EF4-FFF2-40B4-BE49-F238E27FC236}">
                    <a16:creationId xmlns:a16="http://schemas.microsoft.com/office/drawing/2014/main" id="{900F8FBA-0170-1C78-5348-5FA7D661F441}"/>
                  </a:ext>
                </a:extLst>
              </p:cNvPr>
              <p:cNvSpPr/>
              <p:nvPr/>
            </p:nvSpPr>
            <p:spPr>
              <a:xfrm>
                <a:off x="1903707" y="681356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8" name="Freeform 2027">
                <a:extLst>
                  <a:ext uri="{FF2B5EF4-FFF2-40B4-BE49-F238E27FC236}">
                    <a16:creationId xmlns:a16="http://schemas.microsoft.com/office/drawing/2014/main" id="{9ED939AA-DC59-C262-B7C5-B9F2B4D77A5A}"/>
                  </a:ext>
                </a:extLst>
              </p:cNvPr>
              <p:cNvSpPr/>
              <p:nvPr/>
            </p:nvSpPr>
            <p:spPr>
              <a:xfrm>
                <a:off x="2231113" y="655168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29" name="Freeform 2028">
                <a:extLst>
                  <a:ext uri="{FF2B5EF4-FFF2-40B4-BE49-F238E27FC236}">
                    <a16:creationId xmlns:a16="http://schemas.microsoft.com/office/drawing/2014/main" id="{2D2E5506-CBDE-E166-236B-9CDDFDC71EE4}"/>
                  </a:ext>
                </a:extLst>
              </p:cNvPr>
              <p:cNvSpPr/>
              <p:nvPr/>
            </p:nvSpPr>
            <p:spPr>
              <a:xfrm>
                <a:off x="1917677" y="660325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30" name="Freeform 2029">
                <a:extLst>
                  <a:ext uri="{FF2B5EF4-FFF2-40B4-BE49-F238E27FC236}">
                    <a16:creationId xmlns:a16="http://schemas.microsoft.com/office/drawing/2014/main" id="{EF91BE71-0E38-77FB-E6DD-28F4727D48C4}"/>
                  </a:ext>
                </a:extLst>
              </p:cNvPr>
              <p:cNvSpPr/>
              <p:nvPr/>
            </p:nvSpPr>
            <p:spPr>
              <a:xfrm>
                <a:off x="1892785" y="654559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31" name="TextBox 2030">
                <a:extLst>
                  <a:ext uri="{FF2B5EF4-FFF2-40B4-BE49-F238E27FC236}">
                    <a16:creationId xmlns:a16="http://schemas.microsoft.com/office/drawing/2014/main" id="{ADD75DF5-7808-9C71-40D6-BF9A550B57AC}"/>
                  </a:ext>
                </a:extLst>
              </p:cNvPr>
              <p:cNvSpPr txBox="1"/>
              <p:nvPr/>
            </p:nvSpPr>
            <p:spPr>
              <a:xfrm>
                <a:off x="1695638" y="6177761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2032" name="Freeform 2031">
                <a:extLst>
                  <a:ext uri="{FF2B5EF4-FFF2-40B4-BE49-F238E27FC236}">
                    <a16:creationId xmlns:a16="http://schemas.microsoft.com/office/drawing/2014/main" id="{B14857F5-BD2F-EA62-BDBE-D10C3A158BAF}"/>
                  </a:ext>
                </a:extLst>
              </p:cNvPr>
              <p:cNvSpPr/>
              <p:nvPr/>
            </p:nvSpPr>
            <p:spPr>
              <a:xfrm>
                <a:off x="1760197" y="6350647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33" name="TextBox 2032">
                <a:extLst>
                  <a:ext uri="{FF2B5EF4-FFF2-40B4-BE49-F238E27FC236}">
                    <a16:creationId xmlns:a16="http://schemas.microsoft.com/office/drawing/2014/main" id="{1E35AB5A-62BA-19AC-4F08-A5ED8A0D0A83}"/>
                  </a:ext>
                </a:extLst>
              </p:cNvPr>
              <p:cNvSpPr txBox="1"/>
              <p:nvPr/>
            </p:nvSpPr>
            <p:spPr>
              <a:xfrm>
                <a:off x="1943199" y="6204933"/>
                <a:ext cx="461778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0.715</a:t>
                </a:r>
              </a:p>
            </p:txBody>
          </p:sp>
          <p:sp>
            <p:nvSpPr>
              <p:cNvPr id="2034" name="Freeform 2033">
                <a:extLst>
                  <a:ext uri="{FF2B5EF4-FFF2-40B4-BE49-F238E27FC236}">
                    <a16:creationId xmlns:a16="http://schemas.microsoft.com/office/drawing/2014/main" id="{56C8C0E5-282A-408E-F9DE-D1F824A7AC39}"/>
                  </a:ext>
                </a:extLst>
              </p:cNvPr>
              <p:cNvSpPr/>
              <p:nvPr/>
            </p:nvSpPr>
            <p:spPr>
              <a:xfrm>
                <a:off x="1938759" y="6350647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35" name="TextBox 2034">
                <a:extLst>
                  <a:ext uri="{FF2B5EF4-FFF2-40B4-BE49-F238E27FC236}">
                    <a16:creationId xmlns:a16="http://schemas.microsoft.com/office/drawing/2014/main" id="{39D7FCC9-DAC6-A60E-F45C-1A29847311E6}"/>
                  </a:ext>
                </a:extLst>
              </p:cNvPr>
              <p:cNvSpPr txBox="1"/>
              <p:nvPr/>
            </p:nvSpPr>
            <p:spPr>
              <a:xfrm>
                <a:off x="1907358" y="6064858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036" name="Freeform 2035">
                <a:extLst>
                  <a:ext uri="{FF2B5EF4-FFF2-40B4-BE49-F238E27FC236}">
                    <a16:creationId xmlns:a16="http://schemas.microsoft.com/office/drawing/2014/main" id="{9DB9E91A-2594-C2E8-CEBA-0642D85CB7E1}"/>
                  </a:ext>
                </a:extLst>
              </p:cNvPr>
              <p:cNvSpPr/>
              <p:nvPr/>
            </p:nvSpPr>
            <p:spPr>
              <a:xfrm>
                <a:off x="1760197" y="6237744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2037" name="Graphic 1525">
              <a:extLst>
                <a:ext uri="{FF2B5EF4-FFF2-40B4-BE49-F238E27FC236}">
                  <a16:creationId xmlns:a16="http://schemas.microsoft.com/office/drawing/2014/main" id="{DB7DD11B-A343-9B4A-ABE1-3A5C14B73786}"/>
                </a:ext>
              </a:extLst>
            </p:cNvPr>
            <p:cNvGrpSpPr/>
            <p:nvPr/>
          </p:nvGrpSpPr>
          <p:grpSpPr>
            <a:xfrm>
              <a:off x="1347052" y="5867797"/>
              <a:ext cx="1191469" cy="1196086"/>
              <a:chOff x="1347052" y="5867797"/>
              <a:chExt cx="1191469" cy="1196086"/>
            </a:xfrm>
          </p:grpSpPr>
          <p:sp>
            <p:nvSpPr>
              <p:cNvPr id="2038" name="Freeform 2037">
                <a:extLst>
                  <a:ext uri="{FF2B5EF4-FFF2-40B4-BE49-F238E27FC236}">
                    <a16:creationId xmlns:a16="http://schemas.microsoft.com/office/drawing/2014/main" id="{813B8D29-B2E8-DB2C-21BD-CD05149A8E5C}"/>
                  </a:ext>
                </a:extLst>
              </p:cNvPr>
              <p:cNvSpPr/>
              <p:nvPr/>
            </p:nvSpPr>
            <p:spPr>
              <a:xfrm>
                <a:off x="1662788" y="6170053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39" name="TextBox 2038">
                <a:extLst>
                  <a:ext uri="{FF2B5EF4-FFF2-40B4-BE49-F238E27FC236}">
                    <a16:creationId xmlns:a16="http://schemas.microsoft.com/office/drawing/2014/main" id="{997E33BE-5A8E-7B4B-1216-E638F6C2B2B2}"/>
                  </a:ext>
                </a:extLst>
              </p:cNvPr>
              <p:cNvSpPr txBox="1"/>
              <p:nvPr/>
            </p:nvSpPr>
            <p:spPr>
              <a:xfrm>
                <a:off x="1347052" y="674032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2040" name="TextBox 2039">
                <a:extLst>
                  <a:ext uri="{FF2B5EF4-FFF2-40B4-BE49-F238E27FC236}">
                    <a16:creationId xmlns:a16="http://schemas.microsoft.com/office/drawing/2014/main" id="{0D02BB5D-FE76-BCFA-155D-A9B872449D44}"/>
                  </a:ext>
                </a:extLst>
              </p:cNvPr>
              <p:cNvSpPr txBox="1"/>
              <p:nvPr/>
            </p:nvSpPr>
            <p:spPr>
              <a:xfrm>
                <a:off x="1347052" y="6611042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2041" name="TextBox 2040">
                <a:extLst>
                  <a:ext uri="{FF2B5EF4-FFF2-40B4-BE49-F238E27FC236}">
                    <a16:creationId xmlns:a16="http://schemas.microsoft.com/office/drawing/2014/main" id="{3C225A3F-16E9-E92B-40F9-6D97CFE27294}"/>
                  </a:ext>
                </a:extLst>
              </p:cNvPr>
              <p:cNvSpPr txBox="1"/>
              <p:nvPr/>
            </p:nvSpPr>
            <p:spPr>
              <a:xfrm>
                <a:off x="1347052" y="6481756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2042" name="TextBox 2041">
                <a:extLst>
                  <a:ext uri="{FF2B5EF4-FFF2-40B4-BE49-F238E27FC236}">
                    <a16:creationId xmlns:a16="http://schemas.microsoft.com/office/drawing/2014/main" id="{BB2A99F9-2FBC-4A1E-5025-2E10D3E89264}"/>
                  </a:ext>
                </a:extLst>
              </p:cNvPr>
              <p:cNvSpPr txBox="1"/>
              <p:nvPr/>
            </p:nvSpPr>
            <p:spPr>
              <a:xfrm>
                <a:off x="1347052" y="6352470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3%</a:t>
                </a:r>
              </a:p>
            </p:txBody>
          </p:sp>
          <p:sp>
            <p:nvSpPr>
              <p:cNvPr id="2043" name="TextBox 2042">
                <a:extLst>
                  <a:ext uri="{FF2B5EF4-FFF2-40B4-BE49-F238E27FC236}">
                    <a16:creationId xmlns:a16="http://schemas.microsoft.com/office/drawing/2014/main" id="{F2FD26B8-5EBA-564D-C04F-12CBA121F9FD}"/>
                  </a:ext>
                </a:extLst>
              </p:cNvPr>
              <p:cNvSpPr txBox="1"/>
              <p:nvPr/>
            </p:nvSpPr>
            <p:spPr>
              <a:xfrm>
                <a:off x="1347052" y="6223184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4%</a:t>
                </a:r>
              </a:p>
            </p:txBody>
          </p:sp>
          <p:sp>
            <p:nvSpPr>
              <p:cNvPr id="2044" name="TextBox 2043">
                <a:extLst>
                  <a:ext uri="{FF2B5EF4-FFF2-40B4-BE49-F238E27FC236}">
                    <a16:creationId xmlns:a16="http://schemas.microsoft.com/office/drawing/2014/main" id="{B262E5C5-190C-AF42-A820-8B161A3F2DC2}"/>
                  </a:ext>
                </a:extLst>
              </p:cNvPr>
              <p:cNvSpPr txBox="1"/>
              <p:nvPr/>
            </p:nvSpPr>
            <p:spPr>
              <a:xfrm>
                <a:off x="1347052" y="609389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5%</a:t>
                </a:r>
              </a:p>
            </p:txBody>
          </p:sp>
          <p:sp>
            <p:nvSpPr>
              <p:cNvPr id="2045" name="Freeform 2044">
                <a:extLst>
                  <a:ext uri="{FF2B5EF4-FFF2-40B4-BE49-F238E27FC236}">
                    <a16:creationId xmlns:a16="http://schemas.microsoft.com/office/drawing/2014/main" id="{EC5C1D41-5952-B250-AFDA-42168313DB38}"/>
                  </a:ext>
                </a:extLst>
              </p:cNvPr>
              <p:cNvSpPr/>
              <p:nvPr/>
            </p:nvSpPr>
            <p:spPr>
              <a:xfrm>
                <a:off x="1627989" y="684721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46" name="Freeform 2045">
                <a:extLst>
                  <a:ext uri="{FF2B5EF4-FFF2-40B4-BE49-F238E27FC236}">
                    <a16:creationId xmlns:a16="http://schemas.microsoft.com/office/drawing/2014/main" id="{A95FD713-FB9A-5AC0-1EEB-E280454CE0F0}"/>
                  </a:ext>
                </a:extLst>
              </p:cNvPr>
              <p:cNvSpPr/>
              <p:nvPr/>
            </p:nvSpPr>
            <p:spPr>
              <a:xfrm>
                <a:off x="1627989" y="6717930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47" name="Freeform 2046">
                <a:extLst>
                  <a:ext uri="{FF2B5EF4-FFF2-40B4-BE49-F238E27FC236}">
                    <a16:creationId xmlns:a16="http://schemas.microsoft.com/office/drawing/2014/main" id="{EF343BD2-4EF3-6C59-1018-0D130BB73676}"/>
                  </a:ext>
                </a:extLst>
              </p:cNvPr>
              <p:cNvSpPr/>
              <p:nvPr/>
            </p:nvSpPr>
            <p:spPr>
              <a:xfrm>
                <a:off x="1627989" y="658864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48" name="Freeform 2047">
                <a:extLst>
                  <a:ext uri="{FF2B5EF4-FFF2-40B4-BE49-F238E27FC236}">
                    <a16:creationId xmlns:a16="http://schemas.microsoft.com/office/drawing/2014/main" id="{51E4EE80-6968-96CE-85B5-E216CC1AA232}"/>
                  </a:ext>
                </a:extLst>
              </p:cNvPr>
              <p:cNvSpPr/>
              <p:nvPr/>
            </p:nvSpPr>
            <p:spPr>
              <a:xfrm>
                <a:off x="1627989" y="645935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49" name="Freeform 2048">
                <a:extLst>
                  <a:ext uri="{FF2B5EF4-FFF2-40B4-BE49-F238E27FC236}">
                    <a16:creationId xmlns:a16="http://schemas.microsoft.com/office/drawing/2014/main" id="{E259F9C4-1D01-9E0A-11AA-8B94F3D5CEAA}"/>
                  </a:ext>
                </a:extLst>
              </p:cNvPr>
              <p:cNvSpPr/>
              <p:nvPr/>
            </p:nvSpPr>
            <p:spPr>
              <a:xfrm>
                <a:off x="1627989" y="6330072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0" name="Freeform 2049">
                <a:extLst>
                  <a:ext uri="{FF2B5EF4-FFF2-40B4-BE49-F238E27FC236}">
                    <a16:creationId xmlns:a16="http://schemas.microsoft.com/office/drawing/2014/main" id="{974B98E9-1987-FE50-46CE-6791D58ED847}"/>
                  </a:ext>
                </a:extLst>
              </p:cNvPr>
              <p:cNvSpPr/>
              <p:nvPr/>
            </p:nvSpPr>
            <p:spPr>
              <a:xfrm>
                <a:off x="1627989" y="620078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1" name="Freeform 2050">
                <a:extLst>
                  <a:ext uri="{FF2B5EF4-FFF2-40B4-BE49-F238E27FC236}">
                    <a16:creationId xmlns:a16="http://schemas.microsoft.com/office/drawing/2014/main" id="{803189E7-E0FE-7770-C5B4-C3B4111A45BB}"/>
                  </a:ext>
                </a:extLst>
              </p:cNvPr>
              <p:cNvSpPr/>
              <p:nvPr/>
            </p:nvSpPr>
            <p:spPr>
              <a:xfrm>
                <a:off x="1662788" y="6847217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2" name="Freeform 2051">
                <a:extLst>
                  <a:ext uri="{FF2B5EF4-FFF2-40B4-BE49-F238E27FC236}">
                    <a16:creationId xmlns:a16="http://schemas.microsoft.com/office/drawing/2014/main" id="{6BA06F68-A5EB-1E4B-5B6D-D3EF4B90AC5A}"/>
                  </a:ext>
                </a:extLst>
              </p:cNvPr>
              <p:cNvSpPr/>
              <p:nvPr/>
            </p:nvSpPr>
            <p:spPr>
              <a:xfrm>
                <a:off x="1760196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3" name="Freeform 2052">
                <a:extLst>
                  <a:ext uri="{FF2B5EF4-FFF2-40B4-BE49-F238E27FC236}">
                    <a16:creationId xmlns:a16="http://schemas.microsoft.com/office/drawing/2014/main" id="{26E57BC7-CAD9-FDAC-44D2-C784E00DE534}"/>
                  </a:ext>
                </a:extLst>
              </p:cNvPr>
              <p:cNvSpPr/>
              <p:nvPr/>
            </p:nvSpPr>
            <p:spPr>
              <a:xfrm>
                <a:off x="1922502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4" name="Freeform 2053">
                <a:extLst>
                  <a:ext uri="{FF2B5EF4-FFF2-40B4-BE49-F238E27FC236}">
                    <a16:creationId xmlns:a16="http://schemas.microsoft.com/office/drawing/2014/main" id="{0CCFE070-F3B7-9012-E209-F599306B636D}"/>
                  </a:ext>
                </a:extLst>
              </p:cNvPr>
              <p:cNvSpPr/>
              <p:nvPr/>
            </p:nvSpPr>
            <p:spPr>
              <a:xfrm>
                <a:off x="2084809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5" name="Freeform 2054">
                <a:extLst>
                  <a:ext uri="{FF2B5EF4-FFF2-40B4-BE49-F238E27FC236}">
                    <a16:creationId xmlns:a16="http://schemas.microsoft.com/office/drawing/2014/main" id="{5E12077F-16C4-F7C9-BAA4-417B9D3F8D19}"/>
                  </a:ext>
                </a:extLst>
              </p:cNvPr>
              <p:cNvSpPr/>
              <p:nvPr/>
            </p:nvSpPr>
            <p:spPr>
              <a:xfrm>
                <a:off x="2247114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6" name="Freeform 2055">
                <a:extLst>
                  <a:ext uri="{FF2B5EF4-FFF2-40B4-BE49-F238E27FC236}">
                    <a16:creationId xmlns:a16="http://schemas.microsoft.com/office/drawing/2014/main" id="{D8D60E2F-A809-B989-8DFF-64071A0CD378}"/>
                  </a:ext>
                </a:extLst>
              </p:cNvPr>
              <p:cNvSpPr/>
              <p:nvPr/>
            </p:nvSpPr>
            <p:spPr>
              <a:xfrm>
                <a:off x="2409420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57" name="TextBox 2056">
                <a:extLst>
                  <a:ext uri="{FF2B5EF4-FFF2-40B4-BE49-F238E27FC236}">
                    <a16:creationId xmlns:a16="http://schemas.microsoft.com/office/drawing/2014/main" id="{1371E4A2-0BF0-E845-9B8F-70781709761F}"/>
                  </a:ext>
                </a:extLst>
              </p:cNvPr>
              <p:cNvSpPr txBox="1"/>
              <p:nvPr/>
            </p:nvSpPr>
            <p:spPr>
              <a:xfrm>
                <a:off x="1620068" y="6843071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058" name="TextBox 2057">
                <a:extLst>
                  <a:ext uri="{FF2B5EF4-FFF2-40B4-BE49-F238E27FC236}">
                    <a16:creationId xmlns:a16="http://schemas.microsoft.com/office/drawing/2014/main" id="{419147BC-0A40-FA8E-B5AB-72AB8BF6FC52}"/>
                  </a:ext>
                </a:extLst>
              </p:cNvPr>
              <p:cNvSpPr txBox="1"/>
              <p:nvPr/>
            </p:nvSpPr>
            <p:spPr>
              <a:xfrm>
                <a:off x="1810366" y="6843071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059" name="TextBox 2058">
                <a:extLst>
                  <a:ext uri="{FF2B5EF4-FFF2-40B4-BE49-F238E27FC236}">
                    <a16:creationId xmlns:a16="http://schemas.microsoft.com/office/drawing/2014/main" id="{6BA26ED0-9176-8CF2-7C33-2CB29B0736EC}"/>
                  </a:ext>
                </a:extLst>
              </p:cNvPr>
              <p:cNvSpPr txBox="1"/>
              <p:nvPr/>
            </p:nvSpPr>
            <p:spPr>
              <a:xfrm>
                <a:off x="1943831" y="6843071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060" name="TextBox 2059">
                <a:extLst>
                  <a:ext uri="{FF2B5EF4-FFF2-40B4-BE49-F238E27FC236}">
                    <a16:creationId xmlns:a16="http://schemas.microsoft.com/office/drawing/2014/main" id="{42AFA916-5875-A204-CB40-CFE0D2A20B8D}"/>
                  </a:ext>
                </a:extLst>
              </p:cNvPr>
              <p:cNvSpPr txBox="1"/>
              <p:nvPr/>
            </p:nvSpPr>
            <p:spPr>
              <a:xfrm>
                <a:off x="2080690" y="6843071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061" name="TextBox 2060">
                <a:extLst>
                  <a:ext uri="{FF2B5EF4-FFF2-40B4-BE49-F238E27FC236}">
                    <a16:creationId xmlns:a16="http://schemas.microsoft.com/office/drawing/2014/main" id="{2A4C6ECB-5085-A626-D403-19C2E9F0494A}"/>
                  </a:ext>
                </a:extLst>
              </p:cNvPr>
              <p:cNvSpPr txBox="1"/>
              <p:nvPr/>
            </p:nvSpPr>
            <p:spPr>
              <a:xfrm>
                <a:off x="2280318" y="6843071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064" name="TextBox 2063">
                <a:extLst>
                  <a:ext uri="{FF2B5EF4-FFF2-40B4-BE49-F238E27FC236}">
                    <a16:creationId xmlns:a16="http://schemas.microsoft.com/office/drawing/2014/main" id="{D0E65648-1F70-1782-C9AD-CDAE7ADC889A}"/>
                  </a:ext>
                </a:extLst>
              </p:cNvPr>
              <p:cNvSpPr txBox="1"/>
              <p:nvPr/>
            </p:nvSpPr>
            <p:spPr>
              <a:xfrm>
                <a:off x="1769352" y="5867797"/>
                <a:ext cx="644996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18_Glut</a:t>
                </a:r>
              </a:p>
            </p:txBody>
          </p:sp>
        </p:grpSp>
      </p:grpSp>
      <p:grpSp>
        <p:nvGrpSpPr>
          <p:cNvPr id="2065" name="Graphic 1527">
            <a:extLst>
              <a:ext uri="{FF2B5EF4-FFF2-40B4-BE49-F238E27FC236}">
                <a16:creationId xmlns:a16="http://schemas.microsoft.com/office/drawing/2014/main" id="{8DD090C0-876A-D4CD-42C7-50F93D341A91}"/>
              </a:ext>
            </a:extLst>
          </p:cNvPr>
          <p:cNvGrpSpPr/>
          <p:nvPr/>
        </p:nvGrpSpPr>
        <p:grpSpPr>
          <a:xfrm>
            <a:off x="2201554" y="4129879"/>
            <a:ext cx="1130572" cy="1130191"/>
            <a:chOff x="2846223" y="5742088"/>
            <a:chExt cx="1196490" cy="1196086"/>
          </a:xfrm>
        </p:grpSpPr>
        <p:grpSp>
          <p:nvGrpSpPr>
            <p:cNvPr id="2068" name="Graphic 1527">
              <a:extLst>
                <a:ext uri="{FF2B5EF4-FFF2-40B4-BE49-F238E27FC236}">
                  <a16:creationId xmlns:a16="http://schemas.microsoft.com/office/drawing/2014/main" id="{6956A527-7A40-2F15-1DE6-B5CCD91CBD0D}"/>
                </a:ext>
              </a:extLst>
            </p:cNvPr>
            <p:cNvGrpSpPr/>
            <p:nvPr/>
          </p:nvGrpSpPr>
          <p:grpSpPr>
            <a:xfrm>
              <a:off x="3101505" y="5980726"/>
              <a:ext cx="904495" cy="740908"/>
              <a:chOff x="3101505" y="5980726"/>
              <a:chExt cx="904495" cy="740908"/>
            </a:xfrm>
          </p:grpSpPr>
          <p:sp>
            <p:nvSpPr>
              <p:cNvPr id="2069" name="Freeform 2068">
                <a:extLst>
                  <a:ext uri="{FF2B5EF4-FFF2-40B4-BE49-F238E27FC236}">
                    <a16:creationId xmlns:a16="http://schemas.microsoft.com/office/drawing/2014/main" id="{99AE987B-B995-E185-B4A5-0764AD614363}"/>
                  </a:ext>
                </a:extLst>
              </p:cNvPr>
              <p:cNvSpPr/>
              <p:nvPr/>
            </p:nvSpPr>
            <p:spPr>
              <a:xfrm>
                <a:off x="3161959" y="6044344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0" name="Freeform 2069">
                <a:extLst>
                  <a:ext uri="{FF2B5EF4-FFF2-40B4-BE49-F238E27FC236}">
                    <a16:creationId xmlns:a16="http://schemas.microsoft.com/office/drawing/2014/main" id="{D500D985-B32E-0C8C-BA5F-ED1BA686B3F0}"/>
                  </a:ext>
                </a:extLst>
              </p:cNvPr>
              <p:cNvSpPr/>
              <p:nvPr/>
            </p:nvSpPr>
            <p:spPr>
              <a:xfrm>
                <a:off x="3210727" y="6421915"/>
                <a:ext cx="97409" cy="299593"/>
              </a:xfrm>
              <a:custGeom>
                <a:avLst/>
                <a:gdLst>
                  <a:gd name="csX0" fmla="*/ 0 w 97409"/>
                  <a:gd name="csY0" fmla="*/ 0 h 299593"/>
                  <a:gd name="csX1" fmla="*/ 97409 w 97409"/>
                  <a:gd name="csY1" fmla="*/ 0 h 299593"/>
                  <a:gd name="csX2" fmla="*/ 97409 w 97409"/>
                  <a:gd name="csY2" fmla="*/ 299593 h 299593"/>
                  <a:gd name="csX3" fmla="*/ 0 w 97409"/>
                  <a:gd name="csY3" fmla="*/ 299593 h 2995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99593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99593"/>
                    </a:lnTo>
                    <a:lnTo>
                      <a:pt x="0" y="299593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1" name="Freeform 2070">
                <a:extLst>
                  <a:ext uri="{FF2B5EF4-FFF2-40B4-BE49-F238E27FC236}">
                    <a16:creationId xmlns:a16="http://schemas.microsoft.com/office/drawing/2014/main" id="{A8516A42-2827-AE05-17C6-9A4557519B8D}"/>
                  </a:ext>
                </a:extLst>
              </p:cNvPr>
              <p:cNvSpPr/>
              <p:nvPr/>
            </p:nvSpPr>
            <p:spPr>
              <a:xfrm>
                <a:off x="3373033" y="6491511"/>
                <a:ext cx="97409" cy="229997"/>
              </a:xfrm>
              <a:custGeom>
                <a:avLst/>
                <a:gdLst>
                  <a:gd name="csX0" fmla="*/ 0 w 97409"/>
                  <a:gd name="csY0" fmla="*/ 0 h 229997"/>
                  <a:gd name="csX1" fmla="*/ 97409 w 97409"/>
                  <a:gd name="csY1" fmla="*/ 0 h 229997"/>
                  <a:gd name="csX2" fmla="*/ 97409 w 97409"/>
                  <a:gd name="csY2" fmla="*/ 229997 h 229997"/>
                  <a:gd name="csX3" fmla="*/ 0 w 97409"/>
                  <a:gd name="csY3" fmla="*/ 229997 h 229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9997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9997"/>
                    </a:lnTo>
                    <a:lnTo>
                      <a:pt x="0" y="229997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2" name="Freeform 2071">
                <a:extLst>
                  <a:ext uri="{FF2B5EF4-FFF2-40B4-BE49-F238E27FC236}">
                    <a16:creationId xmlns:a16="http://schemas.microsoft.com/office/drawing/2014/main" id="{0BFDC48C-91B0-1424-0B35-84EA39D899E7}"/>
                  </a:ext>
                </a:extLst>
              </p:cNvPr>
              <p:cNvSpPr/>
              <p:nvPr/>
            </p:nvSpPr>
            <p:spPr>
              <a:xfrm>
                <a:off x="3535339" y="6493035"/>
                <a:ext cx="97409" cy="228473"/>
              </a:xfrm>
              <a:custGeom>
                <a:avLst/>
                <a:gdLst>
                  <a:gd name="csX0" fmla="*/ 0 w 97409"/>
                  <a:gd name="csY0" fmla="*/ 0 h 228473"/>
                  <a:gd name="csX1" fmla="*/ 97409 w 97409"/>
                  <a:gd name="csY1" fmla="*/ 0 h 228473"/>
                  <a:gd name="csX2" fmla="*/ 97409 w 97409"/>
                  <a:gd name="csY2" fmla="*/ 228473 h 228473"/>
                  <a:gd name="csX3" fmla="*/ 0 w 97409"/>
                  <a:gd name="csY3" fmla="*/ 228473 h 2284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8473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8473"/>
                    </a:lnTo>
                    <a:lnTo>
                      <a:pt x="0" y="228473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3" name="Freeform 2072">
                <a:extLst>
                  <a:ext uri="{FF2B5EF4-FFF2-40B4-BE49-F238E27FC236}">
                    <a16:creationId xmlns:a16="http://schemas.microsoft.com/office/drawing/2014/main" id="{850D9C7C-306C-1DEE-7E9B-AF3812A78245}"/>
                  </a:ext>
                </a:extLst>
              </p:cNvPr>
              <p:cNvSpPr/>
              <p:nvPr/>
            </p:nvSpPr>
            <p:spPr>
              <a:xfrm>
                <a:off x="3697645" y="6493416"/>
                <a:ext cx="97409" cy="228092"/>
              </a:xfrm>
              <a:custGeom>
                <a:avLst/>
                <a:gdLst>
                  <a:gd name="csX0" fmla="*/ 0 w 97409"/>
                  <a:gd name="csY0" fmla="*/ 0 h 228092"/>
                  <a:gd name="csX1" fmla="*/ 97409 w 97409"/>
                  <a:gd name="csY1" fmla="*/ 0 h 228092"/>
                  <a:gd name="csX2" fmla="*/ 97409 w 97409"/>
                  <a:gd name="csY2" fmla="*/ 228092 h 228092"/>
                  <a:gd name="csX3" fmla="*/ 0 w 97409"/>
                  <a:gd name="csY3" fmla="*/ 228092 h 2280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2809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28092"/>
                    </a:lnTo>
                    <a:lnTo>
                      <a:pt x="0" y="228092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4" name="Freeform 2073">
                <a:extLst>
                  <a:ext uri="{FF2B5EF4-FFF2-40B4-BE49-F238E27FC236}">
                    <a16:creationId xmlns:a16="http://schemas.microsoft.com/office/drawing/2014/main" id="{534A1532-002D-14BA-EF60-5B26DA5B090C}"/>
                  </a:ext>
                </a:extLst>
              </p:cNvPr>
              <p:cNvSpPr/>
              <p:nvPr/>
            </p:nvSpPr>
            <p:spPr>
              <a:xfrm>
                <a:off x="3859951" y="6401976"/>
                <a:ext cx="97409" cy="319531"/>
              </a:xfrm>
              <a:custGeom>
                <a:avLst/>
                <a:gdLst>
                  <a:gd name="csX0" fmla="*/ 0 w 97409"/>
                  <a:gd name="csY0" fmla="*/ 0 h 319531"/>
                  <a:gd name="csX1" fmla="*/ 97409 w 97409"/>
                  <a:gd name="csY1" fmla="*/ 0 h 319531"/>
                  <a:gd name="csX2" fmla="*/ 97409 w 97409"/>
                  <a:gd name="csY2" fmla="*/ 319532 h 319531"/>
                  <a:gd name="csX3" fmla="*/ 0 w 97409"/>
                  <a:gd name="csY3" fmla="*/ 319532 h 319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31953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319532"/>
                    </a:lnTo>
                    <a:lnTo>
                      <a:pt x="0" y="319532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5" name="Freeform 2074">
                <a:extLst>
                  <a:ext uri="{FF2B5EF4-FFF2-40B4-BE49-F238E27FC236}">
                    <a16:creationId xmlns:a16="http://schemas.microsoft.com/office/drawing/2014/main" id="{3B2A0585-E5C2-F7F3-AB98-19E81C7F602A}"/>
                  </a:ext>
                </a:extLst>
              </p:cNvPr>
              <p:cNvSpPr/>
              <p:nvPr/>
            </p:nvSpPr>
            <p:spPr>
              <a:xfrm>
                <a:off x="3226983" y="638889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6" name="Freeform 2075">
                <a:extLst>
                  <a:ext uri="{FF2B5EF4-FFF2-40B4-BE49-F238E27FC236}">
                    <a16:creationId xmlns:a16="http://schemas.microsoft.com/office/drawing/2014/main" id="{E963A18A-FBE3-A27D-C2A7-37D69F0B886B}"/>
                  </a:ext>
                </a:extLst>
              </p:cNvPr>
              <p:cNvSpPr/>
              <p:nvPr/>
            </p:nvSpPr>
            <p:spPr>
              <a:xfrm>
                <a:off x="3259367" y="6388895"/>
                <a:ext cx="12700" cy="66166"/>
              </a:xfrm>
              <a:custGeom>
                <a:avLst/>
                <a:gdLst>
                  <a:gd name="csX0" fmla="*/ 0 w 12700"/>
                  <a:gd name="csY0" fmla="*/ 0 h 66166"/>
                  <a:gd name="csX1" fmla="*/ 0 w 12700"/>
                  <a:gd name="csY1" fmla="*/ 66167 h 661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6166">
                    <a:moveTo>
                      <a:pt x="0" y="0"/>
                    </a:moveTo>
                    <a:lnTo>
                      <a:pt x="0" y="6616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7" name="Freeform 2076">
                <a:extLst>
                  <a:ext uri="{FF2B5EF4-FFF2-40B4-BE49-F238E27FC236}">
                    <a16:creationId xmlns:a16="http://schemas.microsoft.com/office/drawing/2014/main" id="{DC57FD8F-A8C2-B125-2FB9-8FC9AB7B4932}"/>
                  </a:ext>
                </a:extLst>
              </p:cNvPr>
              <p:cNvSpPr/>
              <p:nvPr/>
            </p:nvSpPr>
            <p:spPr>
              <a:xfrm>
                <a:off x="3226983" y="645506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8" name="Freeform 2077">
                <a:extLst>
                  <a:ext uri="{FF2B5EF4-FFF2-40B4-BE49-F238E27FC236}">
                    <a16:creationId xmlns:a16="http://schemas.microsoft.com/office/drawing/2014/main" id="{B36F4F2F-96CA-A49B-8A50-5D1BB4B21E17}"/>
                  </a:ext>
                </a:extLst>
              </p:cNvPr>
              <p:cNvSpPr/>
              <p:nvPr/>
            </p:nvSpPr>
            <p:spPr>
              <a:xfrm>
                <a:off x="3389288" y="6442234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79" name="Freeform 2078">
                <a:extLst>
                  <a:ext uri="{FF2B5EF4-FFF2-40B4-BE49-F238E27FC236}">
                    <a16:creationId xmlns:a16="http://schemas.microsoft.com/office/drawing/2014/main" id="{9A1D8621-66F7-84EA-9052-BA327AD8EC7E}"/>
                  </a:ext>
                </a:extLst>
              </p:cNvPr>
              <p:cNvSpPr/>
              <p:nvPr/>
            </p:nvSpPr>
            <p:spPr>
              <a:xfrm>
                <a:off x="3421673" y="6442234"/>
                <a:ext cx="12700" cy="98552"/>
              </a:xfrm>
              <a:custGeom>
                <a:avLst/>
                <a:gdLst>
                  <a:gd name="csX0" fmla="*/ 0 w 12700"/>
                  <a:gd name="csY0" fmla="*/ 0 h 98552"/>
                  <a:gd name="csX1" fmla="*/ 0 w 12700"/>
                  <a:gd name="csY1" fmla="*/ 98552 h 985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8552">
                    <a:moveTo>
                      <a:pt x="0" y="0"/>
                    </a:moveTo>
                    <a:lnTo>
                      <a:pt x="0" y="98552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0" name="Freeform 2079">
                <a:extLst>
                  <a:ext uri="{FF2B5EF4-FFF2-40B4-BE49-F238E27FC236}">
                    <a16:creationId xmlns:a16="http://schemas.microsoft.com/office/drawing/2014/main" id="{492CA0AA-7225-CAD9-7E6A-E584FDADC9C8}"/>
                  </a:ext>
                </a:extLst>
              </p:cNvPr>
              <p:cNvSpPr/>
              <p:nvPr/>
            </p:nvSpPr>
            <p:spPr>
              <a:xfrm>
                <a:off x="3389288" y="654078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1" name="Freeform 2080">
                <a:extLst>
                  <a:ext uri="{FF2B5EF4-FFF2-40B4-BE49-F238E27FC236}">
                    <a16:creationId xmlns:a16="http://schemas.microsoft.com/office/drawing/2014/main" id="{457DF8D4-8794-E6EC-AA51-2B56AA22B189}"/>
                  </a:ext>
                </a:extLst>
              </p:cNvPr>
              <p:cNvSpPr/>
              <p:nvPr/>
            </p:nvSpPr>
            <p:spPr>
              <a:xfrm>
                <a:off x="3551594" y="6432583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2" name="Freeform 2081">
                <a:extLst>
                  <a:ext uri="{FF2B5EF4-FFF2-40B4-BE49-F238E27FC236}">
                    <a16:creationId xmlns:a16="http://schemas.microsoft.com/office/drawing/2014/main" id="{EA6332DE-2931-AA15-A832-58241E20AF58}"/>
                  </a:ext>
                </a:extLst>
              </p:cNvPr>
              <p:cNvSpPr/>
              <p:nvPr/>
            </p:nvSpPr>
            <p:spPr>
              <a:xfrm>
                <a:off x="3583980" y="6432583"/>
                <a:ext cx="12700" cy="120904"/>
              </a:xfrm>
              <a:custGeom>
                <a:avLst/>
                <a:gdLst>
                  <a:gd name="csX0" fmla="*/ 0 w 12700"/>
                  <a:gd name="csY0" fmla="*/ 0 h 120904"/>
                  <a:gd name="csX1" fmla="*/ 0 w 12700"/>
                  <a:gd name="csY1" fmla="*/ 120904 h 1209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20904">
                    <a:moveTo>
                      <a:pt x="0" y="0"/>
                    </a:moveTo>
                    <a:lnTo>
                      <a:pt x="0" y="12090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3" name="Freeform 2082">
                <a:extLst>
                  <a:ext uri="{FF2B5EF4-FFF2-40B4-BE49-F238E27FC236}">
                    <a16:creationId xmlns:a16="http://schemas.microsoft.com/office/drawing/2014/main" id="{32C6B2BE-6868-51B8-070D-DF26E61EE9D4}"/>
                  </a:ext>
                </a:extLst>
              </p:cNvPr>
              <p:cNvSpPr/>
              <p:nvPr/>
            </p:nvSpPr>
            <p:spPr>
              <a:xfrm>
                <a:off x="3551594" y="655348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4" name="Freeform 2083">
                <a:extLst>
                  <a:ext uri="{FF2B5EF4-FFF2-40B4-BE49-F238E27FC236}">
                    <a16:creationId xmlns:a16="http://schemas.microsoft.com/office/drawing/2014/main" id="{0EEEA6E0-6E29-F504-BB78-3A6D16AEE41E}"/>
                  </a:ext>
                </a:extLst>
              </p:cNvPr>
              <p:cNvSpPr/>
              <p:nvPr/>
            </p:nvSpPr>
            <p:spPr>
              <a:xfrm>
                <a:off x="3876207" y="6387370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5" name="Freeform 2084">
                <a:extLst>
                  <a:ext uri="{FF2B5EF4-FFF2-40B4-BE49-F238E27FC236}">
                    <a16:creationId xmlns:a16="http://schemas.microsoft.com/office/drawing/2014/main" id="{5951AF4B-862F-8F1E-E8FD-3697B113FA19}"/>
                  </a:ext>
                </a:extLst>
              </p:cNvPr>
              <p:cNvSpPr/>
              <p:nvPr/>
            </p:nvSpPr>
            <p:spPr>
              <a:xfrm>
                <a:off x="3908591" y="6387370"/>
                <a:ext cx="12700" cy="29337"/>
              </a:xfrm>
              <a:custGeom>
                <a:avLst/>
                <a:gdLst>
                  <a:gd name="csX0" fmla="*/ 0 w 12700"/>
                  <a:gd name="csY0" fmla="*/ 0 h 29337"/>
                  <a:gd name="csX1" fmla="*/ 0 w 12700"/>
                  <a:gd name="csY1" fmla="*/ 29337 h 293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9337">
                    <a:moveTo>
                      <a:pt x="0" y="0"/>
                    </a:moveTo>
                    <a:lnTo>
                      <a:pt x="0" y="2933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6" name="Freeform 2085">
                <a:extLst>
                  <a:ext uri="{FF2B5EF4-FFF2-40B4-BE49-F238E27FC236}">
                    <a16:creationId xmlns:a16="http://schemas.microsoft.com/office/drawing/2014/main" id="{15E5444B-109B-7524-D1B8-04B92573F255}"/>
                  </a:ext>
                </a:extLst>
              </p:cNvPr>
              <p:cNvSpPr/>
              <p:nvPr/>
            </p:nvSpPr>
            <p:spPr>
              <a:xfrm>
                <a:off x="3876207" y="6416708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7" name="Freeform 2086">
                <a:extLst>
                  <a:ext uri="{FF2B5EF4-FFF2-40B4-BE49-F238E27FC236}">
                    <a16:creationId xmlns:a16="http://schemas.microsoft.com/office/drawing/2014/main" id="{47AF88AE-1DA4-3FC3-7972-356F7301D133}"/>
                  </a:ext>
                </a:extLst>
              </p:cNvPr>
              <p:cNvSpPr/>
              <p:nvPr/>
            </p:nvSpPr>
            <p:spPr>
              <a:xfrm>
                <a:off x="3579408" y="6535326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8" name="Freeform 2087">
                <a:extLst>
                  <a:ext uri="{FF2B5EF4-FFF2-40B4-BE49-F238E27FC236}">
                    <a16:creationId xmlns:a16="http://schemas.microsoft.com/office/drawing/2014/main" id="{62FEC949-FFC1-7F6E-DEA6-44DC725CD5CC}"/>
                  </a:ext>
                </a:extLst>
              </p:cNvPr>
              <p:cNvSpPr/>
              <p:nvPr/>
            </p:nvSpPr>
            <p:spPr>
              <a:xfrm>
                <a:off x="3417864" y="645239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89" name="Freeform 2088">
                <a:extLst>
                  <a:ext uri="{FF2B5EF4-FFF2-40B4-BE49-F238E27FC236}">
                    <a16:creationId xmlns:a16="http://schemas.microsoft.com/office/drawing/2014/main" id="{37EEC3E3-DB8C-69BD-F1AA-D85066D82E01}"/>
                  </a:ext>
                </a:extLst>
              </p:cNvPr>
              <p:cNvSpPr/>
              <p:nvPr/>
            </p:nvSpPr>
            <p:spPr>
              <a:xfrm>
                <a:off x="3396782" y="645137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0" name="Freeform 2089">
                <a:extLst>
                  <a:ext uri="{FF2B5EF4-FFF2-40B4-BE49-F238E27FC236}">
                    <a16:creationId xmlns:a16="http://schemas.microsoft.com/office/drawing/2014/main" id="{E98927DD-6919-6F75-E1F2-542D585DD811}"/>
                  </a:ext>
                </a:extLst>
              </p:cNvPr>
              <p:cNvSpPr/>
              <p:nvPr/>
            </p:nvSpPr>
            <p:spPr>
              <a:xfrm>
                <a:off x="3901353" y="644261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1" name="Freeform 2090">
                <a:extLst>
                  <a:ext uri="{FF2B5EF4-FFF2-40B4-BE49-F238E27FC236}">
                    <a16:creationId xmlns:a16="http://schemas.microsoft.com/office/drawing/2014/main" id="{D789D2A1-C307-78C8-9793-3D9E48B56206}"/>
                  </a:ext>
                </a:extLst>
              </p:cNvPr>
              <p:cNvSpPr/>
              <p:nvPr/>
            </p:nvSpPr>
            <p:spPr>
              <a:xfrm>
                <a:off x="3245906" y="651005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2" name="Freeform 2091">
                <a:extLst>
                  <a:ext uri="{FF2B5EF4-FFF2-40B4-BE49-F238E27FC236}">
                    <a16:creationId xmlns:a16="http://schemas.microsoft.com/office/drawing/2014/main" id="{2067E879-ED93-F604-A87F-D3DCE9B5D596}"/>
                  </a:ext>
                </a:extLst>
              </p:cNvPr>
              <p:cNvSpPr/>
              <p:nvPr/>
            </p:nvSpPr>
            <p:spPr>
              <a:xfrm>
                <a:off x="3891193" y="638914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3" name="Freeform 2092">
                <a:extLst>
                  <a:ext uri="{FF2B5EF4-FFF2-40B4-BE49-F238E27FC236}">
                    <a16:creationId xmlns:a16="http://schemas.microsoft.com/office/drawing/2014/main" id="{14C49541-21D7-E2A9-F0B7-D6FF507D9BF0}"/>
                  </a:ext>
                </a:extLst>
              </p:cNvPr>
              <p:cNvSpPr/>
              <p:nvPr/>
            </p:nvSpPr>
            <p:spPr>
              <a:xfrm>
                <a:off x="3249081" y="638254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4" name="Freeform 2093">
                <a:extLst>
                  <a:ext uri="{FF2B5EF4-FFF2-40B4-BE49-F238E27FC236}">
                    <a16:creationId xmlns:a16="http://schemas.microsoft.com/office/drawing/2014/main" id="{E8D40AA0-4969-8B4E-0034-C6267DACABDC}"/>
                  </a:ext>
                </a:extLst>
              </p:cNvPr>
              <p:cNvSpPr/>
              <p:nvPr/>
            </p:nvSpPr>
            <p:spPr>
              <a:xfrm>
                <a:off x="3878747" y="636032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5" name="Freeform 2094">
                <a:extLst>
                  <a:ext uri="{FF2B5EF4-FFF2-40B4-BE49-F238E27FC236}">
                    <a16:creationId xmlns:a16="http://schemas.microsoft.com/office/drawing/2014/main" id="{B22D43C0-470F-A217-A094-0CB0E2175811}"/>
                  </a:ext>
                </a:extLst>
              </p:cNvPr>
              <p:cNvSpPr/>
              <p:nvPr/>
            </p:nvSpPr>
            <p:spPr>
              <a:xfrm>
                <a:off x="3246414" y="62805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6" name="Freeform 2095">
                <a:extLst>
                  <a:ext uri="{FF2B5EF4-FFF2-40B4-BE49-F238E27FC236}">
                    <a16:creationId xmlns:a16="http://schemas.microsoft.com/office/drawing/2014/main" id="{D51A8421-552F-2DAB-2F18-6A665503EBCC}"/>
                  </a:ext>
                </a:extLst>
              </p:cNvPr>
              <p:cNvSpPr/>
              <p:nvPr/>
            </p:nvSpPr>
            <p:spPr>
              <a:xfrm>
                <a:off x="3897289" y="63567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7" name="Freeform 2096">
                <a:extLst>
                  <a:ext uri="{FF2B5EF4-FFF2-40B4-BE49-F238E27FC236}">
                    <a16:creationId xmlns:a16="http://schemas.microsoft.com/office/drawing/2014/main" id="{C535511E-CBE5-0370-68C5-ADCFDE04BAC3}"/>
                  </a:ext>
                </a:extLst>
              </p:cNvPr>
              <p:cNvSpPr/>
              <p:nvPr/>
            </p:nvSpPr>
            <p:spPr>
              <a:xfrm>
                <a:off x="3239937" y="639753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8" name="Freeform 2097">
                <a:extLst>
                  <a:ext uri="{FF2B5EF4-FFF2-40B4-BE49-F238E27FC236}">
                    <a16:creationId xmlns:a16="http://schemas.microsoft.com/office/drawing/2014/main" id="{115A2D44-C708-588D-8E1D-209F8C765D43}"/>
                  </a:ext>
                </a:extLst>
              </p:cNvPr>
              <p:cNvSpPr/>
              <p:nvPr/>
            </p:nvSpPr>
            <p:spPr>
              <a:xfrm>
                <a:off x="3897670" y="640565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099" name="Freeform 2098">
                <a:extLst>
                  <a:ext uri="{FF2B5EF4-FFF2-40B4-BE49-F238E27FC236}">
                    <a16:creationId xmlns:a16="http://schemas.microsoft.com/office/drawing/2014/main" id="{611103B0-E99B-D47D-CADD-C59A80AAC700}"/>
                  </a:ext>
                </a:extLst>
              </p:cNvPr>
              <p:cNvSpPr/>
              <p:nvPr/>
            </p:nvSpPr>
            <p:spPr>
              <a:xfrm>
                <a:off x="3255431" y="647601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0" name="Freeform 2099">
                <a:extLst>
                  <a:ext uri="{FF2B5EF4-FFF2-40B4-BE49-F238E27FC236}">
                    <a16:creationId xmlns:a16="http://schemas.microsoft.com/office/drawing/2014/main" id="{0A5F39E9-30CA-0888-60E1-3C35B8064237}"/>
                  </a:ext>
                </a:extLst>
              </p:cNvPr>
              <p:cNvSpPr/>
              <p:nvPr/>
            </p:nvSpPr>
            <p:spPr>
              <a:xfrm>
                <a:off x="3395766" y="652326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1" name="Freeform 2100">
                <a:extLst>
                  <a:ext uri="{FF2B5EF4-FFF2-40B4-BE49-F238E27FC236}">
                    <a16:creationId xmlns:a16="http://schemas.microsoft.com/office/drawing/2014/main" id="{CE74DF98-9523-CF40-F1DD-2A8211B74F2C}"/>
                  </a:ext>
                </a:extLst>
              </p:cNvPr>
              <p:cNvSpPr/>
              <p:nvPr/>
            </p:nvSpPr>
            <p:spPr>
              <a:xfrm>
                <a:off x="3889415" y="634927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2" name="Freeform 2101">
                <a:extLst>
                  <a:ext uri="{FF2B5EF4-FFF2-40B4-BE49-F238E27FC236}">
                    <a16:creationId xmlns:a16="http://schemas.microsoft.com/office/drawing/2014/main" id="{5A558C40-E8D4-8C92-38CA-270ED37856D2}"/>
                  </a:ext>
                </a:extLst>
              </p:cNvPr>
              <p:cNvSpPr/>
              <p:nvPr/>
            </p:nvSpPr>
            <p:spPr>
              <a:xfrm>
                <a:off x="3255685" y="637708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3" name="Freeform 2102">
                <a:extLst>
                  <a:ext uri="{FF2B5EF4-FFF2-40B4-BE49-F238E27FC236}">
                    <a16:creationId xmlns:a16="http://schemas.microsoft.com/office/drawing/2014/main" id="{2F0E578B-9436-0C05-5B98-F565EDAD818E}"/>
                  </a:ext>
                </a:extLst>
              </p:cNvPr>
              <p:cNvSpPr/>
              <p:nvPr/>
            </p:nvSpPr>
            <p:spPr>
              <a:xfrm>
                <a:off x="3581440" y="641442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4" name="Freeform 2103">
                <a:extLst>
                  <a:ext uri="{FF2B5EF4-FFF2-40B4-BE49-F238E27FC236}">
                    <a16:creationId xmlns:a16="http://schemas.microsoft.com/office/drawing/2014/main" id="{4F0DB024-5A73-3027-B8CA-CA4398D1C773}"/>
                  </a:ext>
                </a:extLst>
              </p:cNvPr>
              <p:cNvSpPr/>
              <p:nvPr/>
            </p:nvSpPr>
            <p:spPr>
              <a:xfrm>
                <a:off x="3391194" y="625198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5" name="Freeform 2104">
                <a:extLst>
                  <a:ext uri="{FF2B5EF4-FFF2-40B4-BE49-F238E27FC236}">
                    <a16:creationId xmlns:a16="http://schemas.microsoft.com/office/drawing/2014/main" id="{A181135C-ED37-3568-1A2A-632BE538416B}"/>
                  </a:ext>
                </a:extLst>
              </p:cNvPr>
              <p:cNvSpPr/>
              <p:nvPr/>
            </p:nvSpPr>
            <p:spPr>
              <a:xfrm>
                <a:off x="3402878" y="668328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6" name="Freeform 2105">
                <a:extLst>
                  <a:ext uri="{FF2B5EF4-FFF2-40B4-BE49-F238E27FC236}">
                    <a16:creationId xmlns:a16="http://schemas.microsoft.com/office/drawing/2014/main" id="{F9F8F402-20A9-2307-0A97-8A824122D5B5}"/>
                  </a:ext>
                </a:extLst>
              </p:cNvPr>
              <p:cNvSpPr/>
              <p:nvPr/>
            </p:nvSpPr>
            <p:spPr>
              <a:xfrm>
                <a:off x="3730284" y="647550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7" name="Freeform 2106">
                <a:extLst>
                  <a:ext uri="{FF2B5EF4-FFF2-40B4-BE49-F238E27FC236}">
                    <a16:creationId xmlns:a16="http://schemas.microsoft.com/office/drawing/2014/main" id="{B245AD05-03AF-1883-7C78-43C4F1C92AAF}"/>
                  </a:ext>
                </a:extLst>
              </p:cNvPr>
              <p:cNvSpPr/>
              <p:nvPr/>
            </p:nvSpPr>
            <p:spPr>
              <a:xfrm>
                <a:off x="3416848" y="6528976"/>
                <a:ext cx="36068" cy="36067"/>
              </a:xfrm>
              <a:custGeom>
                <a:avLst/>
                <a:gdLst>
                  <a:gd name="csX0" fmla="*/ 36068 w 36068"/>
                  <a:gd name="csY0" fmla="*/ 18034 h 36067"/>
                  <a:gd name="csX1" fmla="*/ 18034 w 36068"/>
                  <a:gd name="csY1" fmla="*/ 36068 h 36067"/>
                  <a:gd name="csX2" fmla="*/ 0 w 36068"/>
                  <a:gd name="csY2" fmla="*/ 18034 h 36067"/>
                  <a:gd name="csX3" fmla="*/ 18034 w 36068"/>
                  <a:gd name="csY3" fmla="*/ 0 h 36067"/>
                  <a:gd name="csX4" fmla="*/ 36068 w 36068"/>
                  <a:gd name="csY4" fmla="*/ 18034 h 360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7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8" name="Freeform 2107">
                <a:extLst>
                  <a:ext uri="{FF2B5EF4-FFF2-40B4-BE49-F238E27FC236}">
                    <a16:creationId xmlns:a16="http://schemas.microsoft.com/office/drawing/2014/main" id="{40B38BC9-11B9-F0B6-244B-3CC73E3F046F}"/>
                  </a:ext>
                </a:extLst>
              </p:cNvPr>
              <p:cNvSpPr/>
              <p:nvPr/>
            </p:nvSpPr>
            <p:spPr>
              <a:xfrm>
                <a:off x="3391956" y="64231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09" name="TextBox 2108">
                <a:extLst>
                  <a:ext uri="{FF2B5EF4-FFF2-40B4-BE49-F238E27FC236}">
                    <a16:creationId xmlns:a16="http://schemas.microsoft.com/office/drawing/2014/main" id="{0F6421D9-B11A-A620-590B-77FBD5525729}"/>
                  </a:ext>
                </a:extLst>
              </p:cNvPr>
              <p:cNvSpPr txBox="1"/>
              <p:nvPr/>
            </p:nvSpPr>
            <p:spPr>
              <a:xfrm>
                <a:off x="3101505" y="6091820"/>
                <a:ext cx="461779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0.053</a:t>
                </a:r>
              </a:p>
            </p:txBody>
          </p:sp>
          <p:sp>
            <p:nvSpPr>
              <p:cNvPr id="2110" name="Freeform 2109">
                <a:extLst>
                  <a:ext uri="{FF2B5EF4-FFF2-40B4-BE49-F238E27FC236}">
                    <a16:creationId xmlns:a16="http://schemas.microsoft.com/office/drawing/2014/main" id="{35199C97-D57D-F310-9C66-09D8DBED556A}"/>
                  </a:ext>
                </a:extLst>
              </p:cNvPr>
              <p:cNvSpPr/>
              <p:nvPr/>
            </p:nvSpPr>
            <p:spPr>
              <a:xfrm>
                <a:off x="3259368" y="6224938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11" name="TextBox 2110">
                <a:extLst>
                  <a:ext uri="{FF2B5EF4-FFF2-40B4-BE49-F238E27FC236}">
                    <a16:creationId xmlns:a16="http://schemas.microsoft.com/office/drawing/2014/main" id="{E8A5024B-D20A-0A73-BBCD-B0F0503CC46C}"/>
                  </a:ext>
                </a:extLst>
              </p:cNvPr>
              <p:cNvSpPr txBox="1"/>
              <p:nvPr/>
            </p:nvSpPr>
            <p:spPr>
              <a:xfrm>
                <a:off x="3495809" y="6052052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112" name="Freeform 2111">
                <a:extLst>
                  <a:ext uri="{FF2B5EF4-FFF2-40B4-BE49-F238E27FC236}">
                    <a16:creationId xmlns:a16="http://schemas.microsoft.com/office/drawing/2014/main" id="{B424951D-6299-F91B-C751-148CCD68A998}"/>
                  </a:ext>
                </a:extLst>
              </p:cNvPr>
              <p:cNvSpPr/>
              <p:nvPr/>
            </p:nvSpPr>
            <p:spPr>
              <a:xfrm>
                <a:off x="3437930" y="6224938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13" name="TextBox 2112">
                <a:extLst>
                  <a:ext uri="{FF2B5EF4-FFF2-40B4-BE49-F238E27FC236}">
                    <a16:creationId xmlns:a16="http://schemas.microsoft.com/office/drawing/2014/main" id="{D0AE6401-4B18-0163-EE85-8028C32AE0F7}"/>
                  </a:ext>
                </a:extLst>
              </p:cNvPr>
              <p:cNvSpPr txBox="1"/>
              <p:nvPr/>
            </p:nvSpPr>
            <p:spPr>
              <a:xfrm>
                <a:off x="3353091" y="5980726"/>
                <a:ext cx="461779" cy="174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2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0.515</a:t>
                </a:r>
              </a:p>
            </p:txBody>
          </p:sp>
          <p:sp>
            <p:nvSpPr>
              <p:cNvPr id="2114" name="Freeform 2113">
                <a:extLst>
                  <a:ext uri="{FF2B5EF4-FFF2-40B4-BE49-F238E27FC236}">
                    <a16:creationId xmlns:a16="http://schemas.microsoft.com/office/drawing/2014/main" id="{D22B6E30-6F53-762C-23C3-9CAD29CC125F}"/>
                  </a:ext>
                </a:extLst>
              </p:cNvPr>
              <p:cNvSpPr/>
              <p:nvPr/>
            </p:nvSpPr>
            <p:spPr>
              <a:xfrm>
                <a:off x="3259368" y="6112035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2115" name="Graphic 1527">
              <a:extLst>
                <a:ext uri="{FF2B5EF4-FFF2-40B4-BE49-F238E27FC236}">
                  <a16:creationId xmlns:a16="http://schemas.microsoft.com/office/drawing/2014/main" id="{E9205718-4376-5C1B-81F1-E026864F5A7C}"/>
                </a:ext>
              </a:extLst>
            </p:cNvPr>
            <p:cNvGrpSpPr/>
            <p:nvPr/>
          </p:nvGrpSpPr>
          <p:grpSpPr>
            <a:xfrm>
              <a:off x="2846223" y="5742088"/>
              <a:ext cx="1196490" cy="1196086"/>
              <a:chOff x="2846223" y="5742088"/>
              <a:chExt cx="1196490" cy="1196086"/>
            </a:xfrm>
          </p:grpSpPr>
          <p:sp>
            <p:nvSpPr>
              <p:cNvPr id="2116" name="Freeform 2115">
                <a:extLst>
                  <a:ext uri="{FF2B5EF4-FFF2-40B4-BE49-F238E27FC236}">
                    <a16:creationId xmlns:a16="http://schemas.microsoft.com/office/drawing/2014/main" id="{8873792B-5FC3-D13E-32BF-E680B5034645}"/>
                  </a:ext>
                </a:extLst>
              </p:cNvPr>
              <p:cNvSpPr/>
              <p:nvPr/>
            </p:nvSpPr>
            <p:spPr>
              <a:xfrm>
                <a:off x="3161959" y="6044344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17" name="TextBox 2116">
                <a:extLst>
                  <a:ext uri="{FF2B5EF4-FFF2-40B4-BE49-F238E27FC236}">
                    <a16:creationId xmlns:a16="http://schemas.microsoft.com/office/drawing/2014/main" id="{4B349445-F1C2-A8D8-8773-4D6FC78E9ADB}"/>
                  </a:ext>
                </a:extLst>
              </p:cNvPr>
              <p:cNvSpPr txBox="1"/>
              <p:nvPr/>
            </p:nvSpPr>
            <p:spPr>
              <a:xfrm>
                <a:off x="2846223" y="6614619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2118" name="TextBox 2117">
                <a:extLst>
                  <a:ext uri="{FF2B5EF4-FFF2-40B4-BE49-F238E27FC236}">
                    <a16:creationId xmlns:a16="http://schemas.microsoft.com/office/drawing/2014/main" id="{DE000BDB-2161-0A34-E035-C47F4878B436}"/>
                  </a:ext>
                </a:extLst>
              </p:cNvPr>
              <p:cNvSpPr txBox="1"/>
              <p:nvPr/>
            </p:nvSpPr>
            <p:spPr>
              <a:xfrm>
                <a:off x="2846223" y="6448376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2119" name="TextBox 2118">
                <a:extLst>
                  <a:ext uri="{FF2B5EF4-FFF2-40B4-BE49-F238E27FC236}">
                    <a16:creationId xmlns:a16="http://schemas.microsoft.com/office/drawing/2014/main" id="{4E1439A3-1499-A6A7-DCF7-14B67E2ACF83}"/>
                  </a:ext>
                </a:extLst>
              </p:cNvPr>
              <p:cNvSpPr txBox="1"/>
              <p:nvPr/>
            </p:nvSpPr>
            <p:spPr>
              <a:xfrm>
                <a:off x="2846223" y="6282006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2120" name="TextBox 2119">
                <a:extLst>
                  <a:ext uri="{FF2B5EF4-FFF2-40B4-BE49-F238E27FC236}">
                    <a16:creationId xmlns:a16="http://schemas.microsoft.com/office/drawing/2014/main" id="{F433D50D-56EA-8912-B312-FABFB5B82DA9}"/>
                  </a:ext>
                </a:extLst>
              </p:cNvPr>
              <p:cNvSpPr txBox="1"/>
              <p:nvPr/>
            </p:nvSpPr>
            <p:spPr>
              <a:xfrm>
                <a:off x="2846223" y="6115763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3%</a:t>
                </a:r>
              </a:p>
            </p:txBody>
          </p:sp>
          <p:sp>
            <p:nvSpPr>
              <p:cNvPr id="2121" name="TextBox 2120">
                <a:extLst>
                  <a:ext uri="{FF2B5EF4-FFF2-40B4-BE49-F238E27FC236}">
                    <a16:creationId xmlns:a16="http://schemas.microsoft.com/office/drawing/2014/main" id="{B3A243A0-9E3A-6851-D855-EFBD184B5CCD}"/>
                  </a:ext>
                </a:extLst>
              </p:cNvPr>
              <p:cNvSpPr txBox="1"/>
              <p:nvPr/>
            </p:nvSpPr>
            <p:spPr>
              <a:xfrm>
                <a:off x="2846223" y="5949520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4%</a:t>
                </a:r>
              </a:p>
            </p:txBody>
          </p:sp>
          <p:sp>
            <p:nvSpPr>
              <p:cNvPr id="2122" name="Freeform 2121">
                <a:extLst>
                  <a:ext uri="{FF2B5EF4-FFF2-40B4-BE49-F238E27FC236}">
                    <a16:creationId xmlns:a16="http://schemas.microsoft.com/office/drawing/2014/main" id="{0E24981C-BF06-B8FE-A2F3-68881C32D838}"/>
                  </a:ext>
                </a:extLst>
              </p:cNvPr>
              <p:cNvSpPr/>
              <p:nvPr/>
            </p:nvSpPr>
            <p:spPr>
              <a:xfrm>
                <a:off x="3127160" y="672150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3" name="Freeform 2122">
                <a:extLst>
                  <a:ext uri="{FF2B5EF4-FFF2-40B4-BE49-F238E27FC236}">
                    <a16:creationId xmlns:a16="http://schemas.microsoft.com/office/drawing/2014/main" id="{CABFADEA-956C-EDF5-3B32-D8860AFDE723}"/>
                  </a:ext>
                </a:extLst>
              </p:cNvPr>
              <p:cNvSpPr/>
              <p:nvPr/>
            </p:nvSpPr>
            <p:spPr>
              <a:xfrm>
                <a:off x="3127160" y="655526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4" name="Freeform 2123">
                <a:extLst>
                  <a:ext uri="{FF2B5EF4-FFF2-40B4-BE49-F238E27FC236}">
                    <a16:creationId xmlns:a16="http://schemas.microsoft.com/office/drawing/2014/main" id="{4B2CA791-7FBA-9D17-B518-9B3D35C0FB96}"/>
                  </a:ext>
                </a:extLst>
              </p:cNvPr>
              <p:cNvSpPr/>
              <p:nvPr/>
            </p:nvSpPr>
            <p:spPr>
              <a:xfrm>
                <a:off x="3127160" y="6388895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5" name="Freeform 2124">
                <a:extLst>
                  <a:ext uri="{FF2B5EF4-FFF2-40B4-BE49-F238E27FC236}">
                    <a16:creationId xmlns:a16="http://schemas.microsoft.com/office/drawing/2014/main" id="{B24BE6C4-23E1-0FA1-501D-44EC28573921}"/>
                  </a:ext>
                </a:extLst>
              </p:cNvPr>
              <p:cNvSpPr/>
              <p:nvPr/>
            </p:nvSpPr>
            <p:spPr>
              <a:xfrm>
                <a:off x="3127160" y="6222652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6" name="Freeform 2125">
                <a:extLst>
                  <a:ext uri="{FF2B5EF4-FFF2-40B4-BE49-F238E27FC236}">
                    <a16:creationId xmlns:a16="http://schemas.microsoft.com/office/drawing/2014/main" id="{077673A5-F439-4B57-A0F2-C2E1C5FEEF1C}"/>
                  </a:ext>
                </a:extLst>
              </p:cNvPr>
              <p:cNvSpPr/>
              <p:nvPr/>
            </p:nvSpPr>
            <p:spPr>
              <a:xfrm>
                <a:off x="3127160" y="605640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7" name="Freeform 2126">
                <a:extLst>
                  <a:ext uri="{FF2B5EF4-FFF2-40B4-BE49-F238E27FC236}">
                    <a16:creationId xmlns:a16="http://schemas.microsoft.com/office/drawing/2014/main" id="{BE82DB0F-AEC6-A6FA-9721-9A33545E516E}"/>
                  </a:ext>
                </a:extLst>
              </p:cNvPr>
              <p:cNvSpPr/>
              <p:nvPr/>
            </p:nvSpPr>
            <p:spPr>
              <a:xfrm>
                <a:off x="3161959" y="6721508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8" name="Freeform 2127">
                <a:extLst>
                  <a:ext uri="{FF2B5EF4-FFF2-40B4-BE49-F238E27FC236}">
                    <a16:creationId xmlns:a16="http://schemas.microsoft.com/office/drawing/2014/main" id="{12292E18-12E3-B29E-1DDE-5516D8BF5C70}"/>
                  </a:ext>
                </a:extLst>
              </p:cNvPr>
              <p:cNvSpPr/>
              <p:nvPr/>
            </p:nvSpPr>
            <p:spPr>
              <a:xfrm>
                <a:off x="3259367" y="672150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29" name="Freeform 2128">
                <a:extLst>
                  <a:ext uri="{FF2B5EF4-FFF2-40B4-BE49-F238E27FC236}">
                    <a16:creationId xmlns:a16="http://schemas.microsoft.com/office/drawing/2014/main" id="{F27764AF-EA73-EB6E-97AC-091B57110B64}"/>
                  </a:ext>
                </a:extLst>
              </p:cNvPr>
              <p:cNvSpPr/>
              <p:nvPr/>
            </p:nvSpPr>
            <p:spPr>
              <a:xfrm>
                <a:off x="3421673" y="672150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30" name="Freeform 2129">
                <a:extLst>
                  <a:ext uri="{FF2B5EF4-FFF2-40B4-BE49-F238E27FC236}">
                    <a16:creationId xmlns:a16="http://schemas.microsoft.com/office/drawing/2014/main" id="{985F72D6-5FCD-4CE6-C001-D4DD0D569A26}"/>
                  </a:ext>
                </a:extLst>
              </p:cNvPr>
              <p:cNvSpPr/>
              <p:nvPr/>
            </p:nvSpPr>
            <p:spPr>
              <a:xfrm>
                <a:off x="3583980" y="672150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31" name="Freeform 2130">
                <a:extLst>
                  <a:ext uri="{FF2B5EF4-FFF2-40B4-BE49-F238E27FC236}">
                    <a16:creationId xmlns:a16="http://schemas.microsoft.com/office/drawing/2014/main" id="{BD50923A-1EAD-A0C8-36D7-9A764059FFA2}"/>
                  </a:ext>
                </a:extLst>
              </p:cNvPr>
              <p:cNvSpPr/>
              <p:nvPr/>
            </p:nvSpPr>
            <p:spPr>
              <a:xfrm>
                <a:off x="3746285" y="672150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32" name="Freeform 2131">
                <a:extLst>
                  <a:ext uri="{FF2B5EF4-FFF2-40B4-BE49-F238E27FC236}">
                    <a16:creationId xmlns:a16="http://schemas.microsoft.com/office/drawing/2014/main" id="{DB538834-76B4-0CD6-8884-224CD1431EAD}"/>
                  </a:ext>
                </a:extLst>
              </p:cNvPr>
              <p:cNvSpPr/>
              <p:nvPr/>
            </p:nvSpPr>
            <p:spPr>
              <a:xfrm>
                <a:off x="3908591" y="672150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33" name="TextBox 2132">
                <a:extLst>
                  <a:ext uri="{FF2B5EF4-FFF2-40B4-BE49-F238E27FC236}">
                    <a16:creationId xmlns:a16="http://schemas.microsoft.com/office/drawing/2014/main" id="{A1176673-A7F8-A382-5C38-1AC5EF0C590C}"/>
                  </a:ext>
                </a:extLst>
              </p:cNvPr>
              <p:cNvSpPr txBox="1"/>
              <p:nvPr/>
            </p:nvSpPr>
            <p:spPr>
              <a:xfrm>
                <a:off x="3119239" y="6717362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134" name="TextBox 2133">
                <a:extLst>
                  <a:ext uri="{FF2B5EF4-FFF2-40B4-BE49-F238E27FC236}">
                    <a16:creationId xmlns:a16="http://schemas.microsoft.com/office/drawing/2014/main" id="{67FE08D6-11E2-2022-4809-BB97FC70927A}"/>
                  </a:ext>
                </a:extLst>
              </p:cNvPr>
              <p:cNvSpPr txBox="1"/>
              <p:nvPr/>
            </p:nvSpPr>
            <p:spPr>
              <a:xfrm>
                <a:off x="3309537" y="6717362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135" name="TextBox 2134">
                <a:extLst>
                  <a:ext uri="{FF2B5EF4-FFF2-40B4-BE49-F238E27FC236}">
                    <a16:creationId xmlns:a16="http://schemas.microsoft.com/office/drawing/2014/main" id="{74298140-B1CE-5EF5-AA93-8CF7C1DC42C3}"/>
                  </a:ext>
                </a:extLst>
              </p:cNvPr>
              <p:cNvSpPr txBox="1"/>
              <p:nvPr/>
            </p:nvSpPr>
            <p:spPr>
              <a:xfrm>
                <a:off x="3443002" y="6717362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136" name="TextBox 2135">
                <a:extLst>
                  <a:ext uri="{FF2B5EF4-FFF2-40B4-BE49-F238E27FC236}">
                    <a16:creationId xmlns:a16="http://schemas.microsoft.com/office/drawing/2014/main" id="{D23425F9-7138-0919-B873-B5726AD1CCE9}"/>
                  </a:ext>
                </a:extLst>
              </p:cNvPr>
              <p:cNvSpPr txBox="1"/>
              <p:nvPr/>
            </p:nvSpPr>
            <p:spPr>
              <a:xfrm>
                <a:off x="3579861" y="6717362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137" name="TextBox 2136">
                <a:extLst>
                  <a:ext uri="{FF2B5EF4-FFF2-40B4-BE49-F238E27FC236}">
                    <a16:creationId xmlns:a16="http://schemas.microsoft.com/office/drawing/2014/main" id="{A40162CF-4515-E78B-F55D-288125C3647A}"/>
                  </a:ext>
                </a:extLst>
              </p:cNvPr>
              <p:cNvSpPr txBox="1"/>
              <p:nvPr/>
            </p:nvSpPr>
            <p:spPr>
              <a:xfrm>
                <a:off x="3779489" y="6717362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140" name="TextBox 2139">
                <a:extLst>
                  <a:ext uri="{FF2B5EF4-FFF2-40B4-BE49-F238E27FC236}">
                    <a16:creationId xmlns:a16="http://schemas.microsoft.com/office/drawing/2014/main" id="{F1527389-5ACA-82D4-5847-570C799944DA}"/>
                  </a:ext>
                </a:extLst>
              </p:cNvPr>
              <p:cNvSpPr txBox="1"/>
              <p:nvPr/>
            </p:nvSpPr>
            <p:spPr>
              <a:xfrm>
                <a:off x="3085566" y="5742088"/>
                <a:ext cx="957147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19_Di_GABA</a:t>
                </a:r>
              </a:p>
            </p:txBody>
          </p:sp>
        </p:grpSp>
      </p:grpSp>
      <p:grpSp>
        <p:nvGrpSpPr>
          <p:cNvPr id="2141" name="Graphic 1529">
            <a:extLst>
              <a:ext uri="{FF2B5EF4-FFF2-40B4-BE49-F238E27FC236}">
                <a16:creationId xmlns:a16="http://schemas.microsoft.com/office/drawing/2014/main" id="{6F6A2338-1A73-7A52-4EB5-CCF17FCF65A2}"/>
              </a:ext>
            </a:extLst>
          </p:cNvPr>
          <p:cNvGrpSpPr/>
          <p:nvPr/>
        </p:nvGrpSpPr>
        <p:grpSpPr>
          <a:xfrm>
            <a:off x="3266224" y="4129879"/>
            <a:ext cx="1125828" cy="1130191"/>
            <a:chOff x="4303126" y="5867797"/>
            <a:chExt cx="1191469" cy="1196086"/>
          </a:xfrm>
        </p:grpSpPr>
        <p:grpSp>
          <p:nvGrpSpPr>
            <p:cNvPr id="2144" name="Graphic 1529">
              <a:extLst>
                <a:ext uri="{FF2B5EF4-FFF2-40B4-BE49-F238E27FC236}">
                  <a16:creationId xmlns:a16="http://schemas.microsoft.com/office/drawing/2014/main" id="{B5ECD009-9CDE-D112-C866-FE721341C957}"/>
                </a:ext>
              </a:extLst>
            </p:cNvPr>
            <p:cNvGrpSpPr/>
            <p:nvPr/>
          </p:nvGrpSpPr>
          <p:grpSpPr>
            <a:xfrm>
              <a:off x="4568489" y="6064858"/>
              <a:ext cx="894414" cy="782486"/>
              <a:chOff x="4568489" y="6064858"/>
              <a:chExt cx="894414" cy="782486"/>
            </a:xfrm>
          </p:grpSpPr>
          <p:sp>
            <p:nvSpPr>
              <p:cNvPr id="2145" name="Freeform 2144">
                <a:extLst>
                  <a:ext uri="{FF2B5EF4-FFF2-40B4-BE49-F238E27FC236}">
                    <a16:creationId xmlns:a16="http://schemas.microsoft.com/office/drawing/2014/main" id="{A7B18C44-2B9E-88BD-860E-92AE0E4BDAE9}"/>
                  </a:ext>
                </a:extLst>
              </p:cNvPr>
              <p:cNvSpPr/>
              <p:nvPr/>
            </p:nvSpPr>
            <p:spPr>
              <a:xfrm>
                <a:off x="4618862" y="6170053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46" name="Freeform 2145">
                <a:extLst>
                  <a:ext uri="{FF2B5EF4-FFF2-40B4-BE49-F238E27FC236}">
                    <a16:creationId xmlns:a16="http://schemas.microsoft.com/office/drawing/2014/main" id="{AC6DF7A2-A746-62A1-5AC6-62C0DE97B769}"/>
                  </a:ext>
                </a:extLst>
              </p:cNvPr>
              <p:cNvSpPr/>
              <p:nvPr/>
            </p:nvSpPr>
            <p:spPr>
              <a:xfrm>
                <a:off x="4667630" y="6524129"/>
                <a:ext cx="97409" cy="323088"/>
              </a:xfrm>
              <a:custGeom>
                <a:avLst/>
                <a:gdLst>
                  <a:gd name="csX0" fmla="*/ 0 w 97409"/>
                  <a:gd name="csY0" fmla="*/ 0 h 323088"/>
                  <a:gd name="csX1" fmla="*/ 97409 w 97409"/>
                  <a:gd name="csY1" fmla="*/ 0 h 323088"/>
                  <a:gd name="csX2" fmla="*/ 97409 w 97409"/>
                  <a:gd name="csY2" fmla="*/ 323088 h 323088"/>
                  <a:gd name="csX3" fmla="*/ 0 w 97409"/>
                  <a:gd name="csY3" fmla="*/ 323088 h 3230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323088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323088"/>
                    </a:lnTo>
                    <a:lnTo>
                      <a:pt x="0" y="323088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47" name="Freeform 2146">
                <a:extLst>
                  <a:ext uri="{FF2B5EF4-FFF2-40B4-BE49-F238E27FC236}">
                    <a16:creationId xmlns:a16="http://schemas.microsoft.com/office/drawing/2014/main" id="{65F4EDF5-784B-751A-AEC6-0D1A18C13059}"/>
                  </a:ext>
                </a:extLst>
              </p:cNvPr>
              <p:cNvSpPr/>
              <p:nvPr/>
            </p:nvSpPr>
            <p:spPr>
              <a:xfrm>
                <a:off x="4829936" y="6491363"/>
                <a:ext cx="97409" cy="355854"/>
              </a:xfrm>
              <a:custGeom>
                <a:avLst/>
                <a:gdLst>
                  <a:gd name="csX0" fmla="*/ 0 w 97409"/>
                  <a:gd name="csY0" fmla="*/ 0 h 355854"/>
                  <a:gd name="csX1" fmla="*/ 97409 w 97409"/>
                  <a:gd name="csY1" fmla="*/ 0 h 355854"/>
                  <a:gd name="csX2" fmla="*/ 97409 w 97409"/>
                  <a:gd name="csY2" fmla="*/ 355854 h 355854"/>
                  <a:gd name="csX3" fmla="*/ 0 w 97409"/>
                  <a:gd name="csY3" fmla="*/ 355854 h 355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355854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355854"/>
                    </a:lnTo>
                    <a:lnTo>
                      <a:pt x="0" y="355854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48" name="Freeform 2147">
                <a:extLst>
                  <a:ext uri="{FF2B5EF4-FFF2-40B4-BE49-F238E27FC236}">
                    <a16:creationId xmlns:a16="http://schemas.microsoft.com/office/drawing/2014/main" id="{377492CF-7015-1ECA-CB80-4D42473FA81C}"/>
                  </a:ext>
                </a:extLst>
              </p:cNvPr>
              <p:cNvSpPr/>
              <p:nvPr/>
            </p:nvSpPr>
            <p:spPr>
              <a:xfrm>
                <a:off x="4992242" y="6609854"/>
                <a:ext cx="97409" cy="237362"/>
              </a:xfrm>
              <a:custGeom>
                <a:avLst/>
                <a:gdLst>
                  <a:gd name="csX0" fmla="*/ 0 w 97409"/>
                  <a:gd name="csY0" fmla="*/ 0 h 237362"/>
                  <a:gd name="csX1" fmla="*/ 97409 w 97409"/>
                  <a:gd name="csY1" fmla="*/ 0 h 237362"/>
                  <a:gd name="csX2" fmla="*/ 97409 w 97409"/>
                  <a:gd name="csY2" fmla="*/ 237363 h 237362"/>
                  <a:gd name="csX3" fmla="*/ 0 w 97409"/>
                  <a:gd name="csY3" fmla="*/ 237363 h 2373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7362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7363"/>
                    </a:lnTo>
                    <a:lnTo>
                      <a:pt x="0" y="237363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49" name="Freeform 2148">
                <a:extLst>
                  <a:ext uri="{FF2B5EF4-FFF2-40B4-BE49-F238E27FC236}">
                    <a16:creationId xmlns:a16="http://schemas.microsoft.com/office/drawing/2014/main" id="{E23DDBB0-C08B-3077-347F-D6D5FAD6FAAA}"/>
                  </a:ext>
                </a:extLst>
              </p:cNvPr>
              <p:cNvSpPr/>
              <p:nvPr/>
            </p:nvSpPr>
            <p:spPr>
              <a:xfrm>
                <a:off x="5154548" y="6460629"/>
                <a:ext cx="97409" cy="386715"/>
              </a:xfrm>
              <a:custGeom>
                <a:avLst/>
                <a:gdLst>
                  <a:gd name="csX0" fmla="*/ 0 w 97409"/>
                  <a:gd name="csY0" fmla="*/ 0 h 386715"/>
                  <a:gd name="csX1" fmla="*/ 97409 w 97409"/>
                  <a:gd name="csY1" fmla="*/ 0 h 386715"/>
                  <a:gd name="csX2" fmla="*/ 97409 w 97409"/>
                  <a:gd name="csY2" fmla="*/ 386715 h 386715"/>
                  <a:gd name="csX3" fmla="*/ 0 w 97409"/>
                  <a:gd name="csY3" fmla="*/ 386715 h 3867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38671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386715"/>
                    </a:lnTo>
                    <a:lnTo>
                      <a:pt x="0" y="386715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0" name="Freeform 2149">
                <a:extLst>
                  <a:ext uri="{FF2B5EF4-FFF2-40B4-BE49-F238E27FC236}">
                    <a16:creationId xmlns:a16="http://schemas.microsoft.com/office/drawing/2014/main" id="{D4162DF0-DF74-1BC6-985E-FBC011388B7E}"/>
                  </a:ext>
                </a:extLst>
              </p:cNvPr>
              <p:cNvSpPr/>
              <p:nvPr/>
            </p:nvSpPr>
            <p:spPr>
              <a:xfrm>
                <a:off x="5316854" y="6612902"/>
                <a:ext cx="97409" cy="234441"/>
              </a:xfrm>
              <a:custGeom>
                <a:avLst/>
                <a:gdLst>
                  <a:gd name="csX0" fmla="*/ 0 w 97409"/>
                  <a:gd name="csY0" fmla="*/ 0 h 234441"/>
                  <a:gd name="csX1" fmla="*/ 97409 w 97409"/>
                  <a:gd name="csY1" fmla="*/ 0 h 234441"/>
                  <a:gd name="csX2" fmla="*/ 97409 w 97409"/>
                  <a:gd name="csY2" fmla="*/ 234442 h 234441"/>
                  <a:gd name="csX3" fmla="*/ 0 w 97409"/>
                  <a:gd name="csY3" fmla="*/ 234442 h 234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444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4442"/>
                    </a:lnTo>
                    <a:lnTo>
                      <a:pt x="0" y="234442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1" name="Freeform 2150">
                <a:extLst>
                  <a:ext uri="{FF2B5EF4-FFF2-40B4-BE49-F238E27FC236}">
                    <a16:creationId xmlns:a16="http://schemas.microsoft.com/office/drawing/2014/main" id="{6395D2C7-F56D-4245-4010-1F536743564E}"/>
                  </a:ext>
                </a:extLst>
              </p:cNvPr>
              <p:cNvSpPr/>
              <p:nvPr/>
            </p:nvSpPr>
            <p:spPr>
              <a:xfrm>
                <a:off x="4683886" y="6488950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2" name="Freeform 2151">
                <a:extLst>
                  <a:ext uri="{FF2B5EF4-FFF2-40B4-BE49-F238E27FC236}">
                    <a16:creationId xmlns:a16="http://schemas.microsoft.com/office/drawing/2014/main" id="{DDC57DAB-09D8-9839-9D5F-B4E904DC54E6}"/>
                  </a:ext>
                </a:extLst>
              </p:cNvPr>
              <p:cNvSpPr/>
              <p:nvPr/>
            </p:nvSpPr>
            <p:spPr>
              <a:xfrm>
                <a:off x="4716270" y="6488950"/>
                <a:ext cx="12700" cy="70484"/>
              </a:xfrm>
              <a:custGeom>
                <a:avLst/>
                <a:gdLst>
                  <a:gd name="csX0" fmla="*/ 0 w 12700"/>
                  <a:gd name="csY0" fmla="*/ 0 h 70484"/>
                  <a:gd name="csX1" fmla="*/ 0 w 12700"/>
                  <a:gd name="csY1" fmla="*/ 70485 h 704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0484">
                    <a:moveTo>
                      <a:pt x="0" y="0"/>
                    </a:moveTo>
                    <a:lnTo>
                      <a:pt x="0" y="70485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3" name="Freeform 2152">
                <a:extLst>
                  <a:ext uri="{FF2B5EF4-FFF2-40B4-BE49-F238E27FC236}">
                    <a16:creationId xmlns:a16="http://schemas.microsoft.com/office/drawing/2014/main" id="{00257A1C-E423-155F-2CB9-5CC1AEF7AB64}"/>
                  </a:ext>
                </a:extLst>
              </p:cNvPr>
              <p:cNvSpPr/>
              <p:nvPr/>
            </p:nvSpPr>
            <p:spPr>
              <a:xfrm>
                <a:off x="4683886" y="655943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4" name="Freeform 2153">
                <a:extLst>
                  <a:ext uri="{FF2B5EF4-FFF2-40B4-BE49-F238E27FC236}">
                    <a16:creationId xmlns:a16="http://schemas.microsoft.com/office/drawing/2014/main" id="{5BDAB2FA-0F7A-9489-4DA2-216EC5E0C439}"/>
                  </a:ext>
                </a:extLst>
              </p:cNvPr>
              <p:cNvSpPr/>
              <p:nvPr/>
            </p:nvSpPr>
            <p:spPr>
              <a:xfrm>
                <a:off x="4846191" y="645643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5" name="Freeform 2154">
                <a:extLst>
                  <a:ext uri="{FF2B5EF4-FFF2-40B4-BE49-F238E27FC236}">
                    <a16:creationId xmlns:a16="http://schemas.microsoft.com/office/drawing/2014/main" id="{36B5C71A-9B7E-9FF9-16B5-DEE8CE84332E}"/>
                  </a:ext>
                </a:extLst>
              </p:cNvPr>
              <p:cNvSpPr/>
              <p:nvPr/>
            </p:nvSpPr>
            <p:spPr>
              <a:xfrm>
                <a:off x="4878576" y="6456437"/>
                <a:ext cx="12700" cy="69850"/>
              </a:xfrm>
              <a:custGeom>
                <a:avLst/>
                <a:gdLst>
                  <a:gd name="csX0" fmla="*/ 0 w 12700"/>
                  <a:gd name="csY0" fmla="*/ 0 h 69850"/>
                  <a:gd name="csX1" fmla="*/ 0 w 12700"/>
                  <a:gd name="csY1" fmla="*/ 69850 h 69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9850">
                    <a:moveTo>
                      <a:pt x="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6" name="Freeform 2155">
                <a:extLst>
                  <a:ext uri="{FF2B5EF4-FFF2-40B4-BE49-F238E27FC236}">
                    <a16:creationId xmlns:a16="http://schemas.microsoft.com/office/drawing/2014/main" id="{93108DD7-8F4F-F8FF-6F91-7DF1A58C638B}"/>
                  </a:ext>
                </a:extLst>
              </p:cNvPr>
              <p:cNvSpPr/>
              <p:nvPr/>
            </p:nvSpPr>
            <p:spPr>
              <a:xfrm>
                <a:off x="4846191" y="652628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7" name="Freeform 2156">
                <a:extLst>
                  <a:ext uri="{FF2B5EF4-FFF2-40B4-BE49-F238E27FC236}">
                    <a16:creationId xmlns:a16="http://schemas.microsoft.com/office/drawing/2014/main" id="{13382A3A-F201-18D3-A836-6B66B102230C}"/>
                  </a:ext>
                </a:extLst>
              </p:cNvPr>
              <p:cNvSpPr/>
              <p:nvPr/>
            </p:nvSpPr>
            <p:spPr>
              <a:xfrm>
                <a:off x="5008497" y="659753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8" name="Freeform 2157">
                <a:extLst>
                  <a:ext uri="{FF2B5EF4-FFF2-40B4-BE49-F238E27FC236}">
                    <a16:creationId xmlns:a16="http://schemas.microsoft.com/office/drawing/2014/main" id="{7F72F90D-5EA3-15B0-8F40-5F0B438C8E91}"/>
                  </a:ext>
                </a:extLst>
              </p:cNvPr>
              <p:cNvSpPr/>
              <p:nvPr/>
            </p:nvSpPr>
            <p:spPr>
              <a:xfrm>
                <a:off x="5040883" y="6597535"/>
                <a:ext cx="12700" cy="24637"/>
              </a:xfrm>
              <a:custGeom>
                <a:avLst/>
                <a:gdLst>
                  <a:gd name="csX0" fmla="*/ 0 w 12700"/>
                  <a:gd name="csY0" fmla="*/ 0 h 24637"/>
                  <a:gd name="csX1" fmla="*/ 0 w 12700"/>
                  <a:gd name="csY1" fmla="*/ 24638 h 246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4637">
                    <a:moveTo>
                      <a:pt x="0" y="0"/>
                    </a:moveTo>
                    <a:lnTo>
                      <a:pt x="0" y="24638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59" name="Freeform 2158">
                <a:extLst>
                  <a:ext uri="{FF2B5EF4-FFF2-40B4-BE49-F238E27FC236}">
                    <a16:creationId xmlns:a16="http://schemas.microsoft.com/office/drawing/2014/main" id="{BB9B6425-0F08-704C-42E7-6598DCDD1DA1}"/>
                  </a:ext>
                </a:extLst>
              </p:cNvPr>
              <p:cNvSpPr/>
              <p:nvPr/>
            </p:nvSpPr>
            <p:spPr>
              <a:xfrm>
                <a:off x="5008497" y="662217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0" name="Freeform 2159">
                <a:extLst>
                  <a:ext uri="{FF2B5EF4-FFF2-40B4-BE49-F238E27FC236}">
                    <a16:creationId xmlns:a16="http://schemas.microsoft.com/office/drawing/2014/main" id="{A145BCEC-5DCC-18C6-0D02-820721C814BD}"/>
                  </a:ext>
                </a:extLst>
              </p:cNvPr>
              <p:cNvSpPr/>
              <p:nvPr/>
            </p:nvSpPr>
            <p:spPr>
              <a:xfrm>
                <a:off x="5333110" y="6569848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1" name="Freeform 2160">
                <a:extLst>
                  <a:ext uri="{FF2B5EF4-FFF2-40B4-BE49-F238E27FC236}">
                    <a16:creationId xmlns:a16="http://schemas.microsoft.com/office/drawing/2014/main" id="{7FB5B5F8-2AA7-BB7F-8927-7BADFFC97A45}"/>
                  </a:ext>
                </a:extLst>
              </p:cNvPr>
              <p:cNvSpPr/>
              <p:nvPr/>
            </p:nvSpPr>
            <p:spPr>
              <a:xfrm>
                <a:off x="5365494" y="6569848"/>
                <a:ext cx="12700" cy="85979"/>
              </a:xfrm>
              <a:custGeom>
                <a:avLst/>
                <a:gdLst>
                  <a:gd name="csX0" fmla="*/ 0 w 12700"/>
                  <a:gd name="csY0" fmla="*/ 0 h 85979"/>
                  <a:gd name="csX1" fmla="*/ 0 w 12700"/>
                  <a:gd name="csY1" fmla="*/ 85979 h 859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5979">
                    <a:moveTo>
                      <a:pt x="0" y="0"/>
                    </a:moveTo>
                    <a:lnTo>
                      <a:pt x="0" y="8597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2" name="Freeform 2161">
                <a:extLst>
                  <a:ext uri="{FF2B5EF4-FFF2-40B4-BE49-F238E27FC236}">
                    <a16:creationId xmlns:a16="http://schemas.microsoft.com/office/drawing/2014/main" id="{D1651141-C1D8-AEFE-7C9A-6F0621E98E0C}"/>
                  </a:ext>
                </a:extLst>
              </p:cNvPr>
              <p:cNvSpPr/>
              <p:nvPr/>
            </p:nvSpPr>
            <p:spPr>
              <a:xfrm>
                <a:off x="5333110" y="6655828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3" name="Freeform 2162">
                <a:extLst>
                  <a:ext uri="{FF2B5EF4-FFF2-40B4-BE49-F238E27FC236}">
                    <a16:creationId xmlns:a16="http://schemas.microsoft.com/office/drawing/2014/main" id="{DFE512D8-D118-3C9D-D368-5F5F979C81B5}"/>
                  </a:ext>
                </a:extLst>
              </p:cNvPr>
              <p:cNvSpPr/>
              <p:nvPr/>
            </p:nvSpPr>
            <p:spPr>
              <a:xfrm>
                <a:off x="5036311" y="660337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4" name="Freeform 2163">
                <a:extLst>
                  <a:ext uri="{FF2B5EF4-FFF2-40B4-BE49-F238E27FC236}">
                    <a16:creationId xmlns:a16="http://schemas.microsoft.com/office/drawing/2014/main" id="{EDD99370-D208-B333-B724-EBEE5ACB19A8}"/>
                  </a:ext>
                </a:extLst>
              </p:cNvPr>
              <p:cNvSpPr/>
              <p:nvPr/>
            </p:nvSpPr>
            <p:spPr>
              <a:xfrm>
                <a:off x="4874767" y="660756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5" name="Freeform 2164">
                <a:extLst>
                  <a:ext uri="{FF2B5EF4-FFF2-40B4-BE49-F238E27FC236}">
                    <a16:creationId xmlns:a16="http://schemas.microsoft.com/office/drawing/2014/main" id="{24FCD10E-F38A-85E8-C73B-150815EED468}"/>
                  </a:ext>
                </a:extLst>
              </p:cNvPr>
              <p:cNvSpPr/>
              <p:nvPr/>
            </p:nvSpPr>
            <p:spPr>
              <a:xfrm>
                <a:off x="4853685" y="640043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6" name="Freeform 2165">
                <a:extLst>
                  <a:ext uri="{FF2B5EF4-FFF2-40B4-BE49-F238E27FC236}">
                    <a16:creationId xmlns:a16="http://schemas.microsoft.com/office/drawing/2014/main" id="{5093F76B-55EA-FB0F-C699-5BB21654FFEC}"/>
                  </a:ext>
                </a:extLst>
              </p:cNvPr>
              <p:cNvSpPr/>
              <p:nvPr/>
            </p:nvSpPr>
            <p:spPr>
              <a:xfrm>
                <a:off x="4709032" y="646888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7" name="Freeform 2166">
                <a:extLst>
                  <a:ext uri="{FF2B5EF4-FFF2-40B4-BE49-F238E27FC236}">
                    <a16:creationId xmlns:a16="http://schemas.microsoft.com/office/drawing/2014/main" id="{1748F318-FAC1-DCE9-9B02-FEE23D434AA7}"/>
                  </a:ext>
                </a:extLst>
              </p:cNvPr>
              <p:cNvSpPr/>
              <p:nvPr/>
            </p:nvSpPr>
            <p:spPr>
              <a:xfrm>
                <a:off x="4702809" y="661722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8" name="Freeform 2167">
                <a:extLst>
                  <a:ext uri="{FF2B5EF4-FFF2-40B4-BE49-F238E27FC236}">
                    <a16:creationId xmlns:a16="http://schemas.microsoft.com/office/drawing/2014/main" id="{C5A7251F-FD84-1587-7F26-4324AFFB296E}"/>
                  </a:ext>
                </a:extLst>
              </p:cNvPr>
              <p:cNvSpPr/>
              <p:nvPr/>
            </p:nvSpPr>
            <p:spPr>
              <a:xfrm>
                <a:off x="5348096" y="668668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69" name="Freeform 2168">
                <a:extLst>
                  <a:ext uri="{FF2B5EF4-FFF2-40B4-BE49-F238E27FC236}">
                    <a16:creationId xmlns:a16="http://schemas.microsoft.com/office/drawing/2014/main" id="{E44B33A6-C466-57A1-9437-D0A9A11AE0BD}"/>
                  </a:ext>
                </a:extLst>
              </p:cNvPr>
              <p:cNvSpPr/>
              <p:nvPr/>
            </p:nvSpPr>
            <p:spPr>
              <a:xfrm>
                <a:off x="4705984" y="648425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0" name="Freeform 2169">
                <a:extLst>
                  <a:ext uri="{FF2B5EF4-FFF2-40B4-BE49-F238E27FC236}">
                    <a16:creationId xmlns:a16="http://schemas.microsoft.com/office/drawing/2014/main" id="{BD06B001-E97D-393C-A099-2DA0C146C9A1}"/>
                  </a:ext>
                </a:extLst>
              </p:cNvPr>
              <p:cNvSpPr/>
              <p:nvPr/>
            </p:nvSpPr>
            <p:spPr>
              <a:xfrm>
                <a:off x="5335650" y="664731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1" name="Freeform 2170">
                <a:extLst>
                  <a:ext uri="{FF2B5EF4-FFF2-40B4-BE49-F238E27FC236}">
                    <a16:creationId xmlns:a16="http://schemas.microsoft.com/office/drawing/2014/main" id="{27727A2C-6766-A28D-82C8-B8963EEEBF92}"/>
                  </a:ext>
                </a:extLst>
              </p:cNvPr>
              <p:cNvSpPr/>
              <p:nvPr/>
            </p:nvSpPr>
            <p:spPr>
              <a:xfrm>
                <a:off x="4703317" y="643154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2" name="Freeform 2171">
                <a:extLst>
                  <a:ext uri="{FF2B5EF4-FFF2-40B4-BE49-F238E27FC236}">
                    <a16:creationId xmlns:a16="http://schemas.microsoft.com/office/drawing/2014/main" id="{50D9C36A-75DF-F146-9884-BB7E1439F593}"/>
                  </a:ext>
                </a:extLst>
              </p:cNvPr>
              <p:cNvSpPr/>
              <p:nvPr/>
            </p:nvSpPr>
            <p:spPr>
              <a:xfrm>
                <a:off x="5354192" y="653467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3" name="Freeform 2172">
                <a:extLst>
                  <a:ext uri="{FF2B5EF4-FFF2-40B4-BE49-F238E27FC236}">
                    <a16:creationId xmlns:a16="http://schemas.microsoft.com/office/drawing/2014/main" id="{B893514A-42B9-714A-6649-B1E7D1CFD978}"/>
                  </a:ext>
                </a:extLst>
              </p:cNvPr>
              <p:cNvSpPr/>
              <p:nvPr/>
            </p:nvSpPr>
            <p:spPr>
              <a:xfrm>
                <a:off x="4696840" y="642367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4" name="Freeform 2173">
                <a:extLst>
                  <a:ext uri="{FF2B5EF4-FFF2-40B4-BE49-F238E27FC236}">
                    <a16:creationId xmlns:a16="http://schemas.microsoft.com/office/drawing/2014/main" id="{E063F7AD-A362-73E0-A81D-CEBF4A31861C}"/>
                  </a:ext>
                </a:extLst>
              </p:cNvPr>
              <p:cNvSpPr/>
              <p:nvPr/>
            </p:nvSpPr>
            <p:spPr>
              <a:xfrm>
                <a:off x="4867655" y="637706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5" name="Freeform 2174">
                <a:extLst>
                  <a:ext uri="{FF2B5EF4-FFF2-40B4-BE49-F238E27FC236}">
                    <a16:creationId xmlns:a16="http://schemas.microsoft.com/office/drawing/2014/main" id="{53EE8F62-584F-CE5B-77AF-70E75855952C}"/>
                  </a:ext>
                </a:extLst>
              </p:cNvPr>
              <p:cNvSpPr/>
              <p:nvPr/>
            </p:nvSpPr>
            <p:spPr>
              <a:xfrm>
                <a:off x="5361558" y="650927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6" name="Freeform 2175">
                <a:extLst>
                  <a:ext uri="{FF2B5EF4-FFF2-40B4-BE49-F238E27FC236}">
                    <a16:creationId xmlns:a16="http://schemas.microsoft.com/office/drawing/2014/main" id="{7863310F-A438-CBE1-D54A-EEFED2110268}"/>
                  </a:ext>
                </a:extLst>
              </p:cNvPr>
              <p:cNvSpPr/>
              <p:nvPr/>
            </p:nvSpPr>
            <p:spPr>
              <a:xfrm>
                <a:off x="4690363" y="661048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7" name="Freeform 2176">
                <a:extLst>
                  <a:ext uri="{FF2B5EF4-FFF2-40B4-BE49-F238E27FC236}">
                    <a16:creationId xmlns:a16="http://schemas.microsoft.com/office/drawing/2014/main" id="{D465E954-B4E0-1C60-E359-A31822696C50}"/>
                  </a:ext>
                </a:extLst>
              </p:cNvPr>
              <p:cNvSpPr/>
              <p:nvPr/>
            </p:nvSpPr>
            <p:spPr>
              <a:xfrm>
                <a:off x="5021706" y="658051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8" name="Freeform 2177">
                <a:extLst>
                  <a:ext uri="{FF2B5EF4-FFF2-40B4-BE49-F238E27FC236}">
                    <a16:creationId xmlns:a16="http://schemas.microsoft.com/office/drawing/2014/main" id="{7A14BECD-5EA6-1E34-9F9B-A0A008667CAA}"/>
                  </a:ext>
                </a:extLst>
              </p:cNvPr>
              <p:cNvSpPr/>
              <p:nvPr/>
            </p:nvSpPr>
            <p:spPr>
              <a:xfrm>
                <a:off x="4874894" y="649669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79" name="Freeform 2178">
                <a:extLst>
                  <a:ext uri="{FF2B5EF4-FFF2-40B4-BE49-F238E27FC236}">
                    <a16:creationId xmlns:a16="http://schemas.microsoft.com/office/drawing/2014/main" id="{D693593E-A2A3-DA2E-CA1F-392F382F6F23}"/>
                  </a:ext>
                </a:extLst>
              </p:cNvPr>
              <p:cNvSpPr/>
              <p:nvPr/>
            </p:nvSpPr>
            <p:spPr>
              <a:xfrm>
                <a:off x="4876037" y="640614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0" name="Freeform 2179">
                <a:extLst>
                  <a:ext uri="{FF2B5EF4-FFF2-40B4-BE49-F238E27FC236}">
                    <a16:creationId xmlns:a16="http://schemas.microsoft.com/office/drawing/2014/main" id="{B6CCC719-5D97-42C0-572F-3C7E7F1F0A51}"/>
                  </a:ext>
                </a:extLst>
              </p:cNvPr>
              <p:cNvSpPr/>
              <p:nvPr/>
            </p:nvSpPr>
            <p:spPr>
              <a:xfrm>
                <a:off x="5172709" y="644310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1" name="Freeform 2180">
                <a:extLst>
                  <a:ext uri="{FF2B5EF4-FFF2-40B4-BE49-F238E27FC236}">
                    <a16:creationId xmlns:a16="http://schemas.microsoft.com/office/drawing/2014/main" id="{D4820D49-81B1-30F5-6492-903051D54D64}"/>
                  </a:ext>
                </a:extLst>
              </p:cNvPr>
              <p:cNvSpPr/>
              <p:nvPr/>
            </p:nvSpPr>
            <p:spPr>
              <a:xfrm>
                <a:off x="4859781" y="658508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2" name="Freeform 2181">
                <a:extLst>
                  <a:ext uri="{FF2B5EF4-FFF2-40B4-BE49-F238E27FC236}">
                    <a16:creationId xmlns:a16="http://schemas.microsoft.com/office/drawing/2014/main" id="{782032DF-44F0-0881-9E2E-9AA0DA62817D}"/>
                  </a:ext>
                </a:extLst>
              </p:cNvPr>
              <p:cNvSpPr/>
              <p:nvPr/>
            </p:nvSpPr>
            <p:spPr>
              <a:xfrm>
                <a:off x="4862575" y="643878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3" name="TextBox 2182">
                <a:extLst>
                  <a:ext uri="{FF2B5EF4-FFF2-40B4-BE49-F238E27FC236}">
                    <a16:creationId xmlns:a16="http://schemas.microsoft.com/office/drawing/2014/main" id="{B2041BCC-10D8-EA6B-995A-AA862B305AD9}"/>
                  </a:ext>
                </a:extLst>
              </p:cNvPr>
              <p:cNvSpPr txBox="1"/>
              <p:nvPr/>
            </p:nvSpPr>
            <p:spPr>
              <a:xfrm>
                <a:off x="4568489" y="6202407"/>
                <a:ext cx="461778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0.378</a:t>
                </a:r>
              </a:p>
            </p:txBody>
          </p:sp>
          <p:sp>
            <p:nvSpPr>
              <p:cNvPr id="2184" name="Freeform 2183">
                <a:extLst>
                  <a:ext uri="{FF2B5EF4-FFF2-40B4-BE49-F238E27FC236}">
                    <a16:creationId xmlns:a16="http://schemas.microsoft.com/office/drawing/2014/main" id="{39894C03-2315-623C-7655-CA4D3BD2AF88}"/>
                  </a:ext>
                </a:extLst>
              </p:cNvPr>
              <p:cNvSpPr/>
              <p:nvPr/>
            </p:nvSpPr>
            <p:spPr>
              <a:xfrm>
                <a:off x="4716271" y="6350647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5" name="TextBox 2184">
                <a:extLst>
                  <a:ext uri="{FF2B5EF4-FFF2-40B4-BE49-F238E27FC236}">
                    <a16:creationId xmlns:a16="http://schemas.microsoft.com/office/drawing/2014/main" id="{2C619AB9-1AE6-F896-8061-649DE17D15B4}"/>
                  </a:ext>
                </a:extLst>
              </p:cNvPr>
              <p:cNvSpPr txBox="1"/>
              <p:nvPr/>
            </p:nvSpPr>
            <p:spPr>
              <a:xfrm>
                <a:off x="4952712" y="6177761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186" name="Freeform 2185">
                <a:extLst>
                  <a:ext uri="{FF2B5EF4-FFF2-40B4-BE49-F238E27FC236}">
                    <a16:creationId xmlns:a16="http://schemas.microsoft.com/office/drawing/2014/main" id="{0583D4B8-3677-E23E-96B0-C4A1B8F27B91}"/>
                  </a:ext>
                </a:extLst>
              </p:cNvPr>
              <p:cNvSpPr/>
              <p:nvPr/>
            </p:nvSpPr>
            <p:spPr>
              <a:xfrm>
                <a:off x="4894833" y="6350647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87" name="TextBox 2186">
                <a:extLst>
                  <a:ext uri="{FF2B5EF4-FFF2-40B4-BE49-F238E27FC236}">
                    <a16:creationId xmlns:a16="http://schemas.microsoft.com/office/drawing/2014/main" id="{B9B42ABF-EFFF-E38F-6E78-23564A78E5BE}"/>
                  </a:ext>
                </a:extLst>
              </p:cNvPr>
              <p:cNvSpPr txBox="1"/>
              <p:nvPr/>
            </p:nvSpPr>
            <p:spPr>
              <a:xfrm>
                <a:off x="4903298" y="6064858"/>
                <a:ext cx="275168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</a:t>
                </a:r>
              </a:p>
            </p:txBody>
          </p:sp>
          <p:sp>
            <p:nvSpPr>
              <p:cNvPr id="2188" name="Freeform 2187">
                <a:extLst>
                  <a:ext uri="{FF2B5EF4-FFF2-40B4-BE49-F238E27FC236}">
                    <a16:creationId xmlns:a16="http://schemas.microsoft.com/office/drawing/2014/main" id="{83119B91-23C9-5699-88A2-CFE005E8D654}"/>
                  </a:ext>
                </a:extLst>
              </p:cNvPr>
              <p:cNvSpPr/>
              <p:nvPr/>
            </p:nvSpPr>
            <p:spPr>
              <a:xfrm>
                <a:off x="4716271" y="6237744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2189" name="Graphic 1529">
              <a:extLst>
                <a:ext uri="{FF2B5EF4-FFF2-40B4-BE49-F238E27FC236}">
                  <a16:creationId xmlns:a16="http://schemas.microsoft.com/office/drawing/2014/main" id="{E40DA6E8-591B-4795-8B82-D5F197DD8818}"/>
                </a:ext>
              </a:extLst>
            </p:cNvPr>
            <p:cNvGrpSpPr/>
            <p:nvPr/>
          </p:nvGrpSpPr>
          <p:grpSpPr>
            <a:xfrm>
              <a:off x="4303126" y="5867797"/>
              <a:ext cx="1191469" cy="1196086"/>
              <a:chOff x="4303126" y="5867797"/>
              <a:chExt cx="1191469" cy="1196086"/>
            </a:xfrm>
          </p:grpSpPr>
          <p:sp>
            <p:nvSpPr>
              <p:cNvPr id="2190" name="Freeform 2189">
                <a:extLst>
                  <a:ext uri="{FF2B5EF4-FFF2-40B4-BE49-F238E27FC236}">
                    <a16:creationId xmlns:a16="http://schemas.microsoft.com/office/drawing/2014/main" id="{0FAED2F7-C2BD-9173-31CE-27A1B8C8B7EF}"/>
                  </a:ext>
                </a:extLst>
              </p:cNvPr>
              <p:cNvSpPr/>
              <p:nvPr/>
            </p:nvSpPr>
            <p:spPr>
              <a:xfrm>
                <a:off x="4618862" y="6170053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1" name="TextBox 2190">
                <a:extLst>
                  <a:ext uri="{FF2B5EF4-FFF2-40B4-BE49-F238E27FC236}">
                    <a16:creationId xmlns:a16="http://schemas.microsoft.com/office/drawing/2014/main" id="{AB27BBF3-3261-AB9B-A464-0C56E5A25921}"/>
                  </a:ext>
                </a:extLst>
              </p:cNvPr>
              <p:cNvSpPr txBox="1"/>
              <p:nvPr/>
            </p:nvSpPr>
            <p:spPr>
              <a:xfrm>
                <a:off x="4303126" y="6740328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2192" name="TextBox 2191">
                <a:extLst>
                  <a:ext uri="{FF2B5EF4-FFF2-40B4-BE49-F238E27FC236}">
                    <a16:creationId xmlns:a16="http://schemas.microsoft.com/office/drawing/2014/main" id="{74B365B9-F1A0-0D04-2538-283CD728EFDD}"/>
                  </a:ext>
                </a:extLst>
              </p:cNvPr>
              <p:cNvSpPr txBox="1"/>
              <p:nvPr/>
            </p:nvSpPr>
            <p:spPr>
              <a:xfrm>
                <a:off x="4303126" y="6508807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2193" name="TextBox 2192">
                <a:extLst>
                  <a:ext uri="{FF2B5EF4-FFF2-40B4-BE49-F238E27FC236}">
                    <a16:creationId xmlns:a16="http://schemas.microsoft.com/office/drawing/2014/main" id="{6083624B-B235-9377-DC8B-4508954B5E44}"/>
                  </a:ext>
                </a:extLst>
              </p:cNvPr>
              <p:cNvSpPr txBox="1"/>
              <p:nvPr/>
            </p:nvSpPr>
            <p:spPr>
              <a:xfrm>
                <a:off x="4303126" y="6277159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2194" name="Freeform 2193">
                <a:extLst>
                  <a:ext uri="{FF2B5EF4-FFF2-40B4-BE49-F238E27FC236}">
                    <a16:creationId xmlns:a16="http://schemas.microsoft.com/office/drawing/2014/main" id="{ECA521C6-25F3-0438-C64B-14CA63B96B5E}"/>
                  </a:ext>
                </a:extLst>
              </p:cNvPr>
              <p:cNvSpPr/>
              <p:nvPr/>
            </p:nvSpPr>
            <p:spPr>
              <a:xfrm>
                <a:off x="4584063" y="684721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5" name="Freeform 2194">
                <a:extLst>
                  <a:ext uri="{FF2B5EF4-FFF2-40B4-BE49-F238E27FC236}">
                    <a16:creationId xmlns:a16="http://schemas.microsoft.com/office/drawing/2014/main" id="{AA60B0AA-7749-70B3-02CE-9F2DA10D2218}"/>
                  </a:ext>
                </a:extLst>
              </p:cNvPr>
              <p:cNvSpPr/>
              <p:nvPr/>
            </p:nvSpPr>
            <p:spPr>
              <a:xfrm>
                <a:off x="4584063" y="6615696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6" name="Freeform 2195">
                <a:extLst>
                  <a:ext uri="{FF2B5EF4-FFF2-40B4-BE49-F238E27FC236}">
                    <a16:creationId xmlns:a16="http://schemas.microsoft.com/office/drawing/2014/main" id="{8C130B42-89A1-27AA-1213-3E652423C677}"/>
                  </a:ext>
                </a:extLst>
              </p:cNvPr>
              <p:cNvSpPr/>
              <p:nvPr/>
            </p:nvSpPr>
            <p:spPr>
              <a:xfrm>
                <a:off x="4584063" y="638404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7" name="Freeform 2196">
                <a:extLst>
                  <a:ext uri="{FF2B5EF4-FFF2-40B4-BE49-F238E27FC236}">
                    <a16:creationId xmlns:a16="http://schemas.microsoft.com/office/drawing/2014/main" id="{19785075-36A9-DB43-F4BA-E438208113EF}"/>
                  </a:ext>
                </a:extLst>
              </p:cNvPr>
              <p:cNvSpPr/>
              <p:nvPr/>
            </p:nvSpPr>
            <p:spPr>
              <a:xfrm>
                <a:off x="4618862" y="6847217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8" name="Freeform 2197">
                <a:extLst>
                  <a:ext uri="{FF2B5EF4-FFF2-40B4-BE49-F238E27FC236}">
                    <a16:creationId xmlns:a16="http://schemas.microsoft.com/office/drawing/2014/main" id="{0E1FD00C-8CE3-10A2-6A3C-7394CDCCCDEB}"/>
                  </a:ext>
                </a:extLst>
              </p:cNvPr>
              <p:cNvSpPr/>
              <p:nvPr/>
            </p:nvSpPr>
            <p:spPr>
              <a:xfrm>
                <a:off x="4716270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199" name="Freeform 2198">
                <a:extLst>
                  <a:ext uri="{FF2B5EF4-FFF2-40B4-BE49-F238E27FC236}">
                    <a16:creationId xmlns:a16="http://schemas.microsoft.com/office/drawing/2014/main" id="{05B1CEBB-AABB-6EAD-EFA3-BFC517EF3F8A}"/>
                  </a:ext>
                </a:extLst>
              </p:cNvPr>
              <p:cNvSpPr/>
              <p:nvPr/>
            </p:nvSpPr>
            <p:spPr>
              <a:xfrm>
                <a:off x="4878576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00" name="Freeform 2199">
                <a:extLst>
                  <a:ext uri="{FF2B5EF4-FFF2-40B4-BE49-F238E27FC236}">
                    <a16:creationId xmlns:a16="http://schemas.microsoft.com/office/drawing/2014/main" id="{FD239109-E9F1-951E-4E1B-8DB7FB72345A}"/>
                  </a:ext>
                </a:extLst>
              </p:cNvPr>
              <p:cNvSpPr/>
              <p:nvPr/>
            </p:nvSpPr>
            <p:spPr>
              <a:xfrm>
                <a:off x="5040883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01" name="Freeform 2200">
                <a:extLst>
                  <a:ext uri="{FF2B5EF4-FFF2-40B4-BE49-F238E27FC236}">
                    <a16:creationId xmlns:a16="http://schemas.microsoft.com/office/drawing/2014/main" id="{B5668E5F-0D11-9775-F74B-35DDFB62A17C}"/>
                  </a:ext>
                </a:extLst>
              </p:cNvPr>
              <p:cNvSpPr/>
              <p:nvPr/>
            </p:nvSpPr>
            <p:spPr>
              <a:xfrm>
                <a:off x="5203188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02" name="Freeform 2201">
                <a:extLst>
                  <a:ext uri="{FF2B5EF4-FFF2-40B4-BE49-F238E27FC236}">
                    <a16:creationId xmlns:a16="http://schemas.microsoft.com/office/drawing/2014/main" id="{CB7B09C9-9AE9-388F-8220-2F93766BB31C}"/>
                  </a:ext>
                </a:extLst>
              </p:cNvPr>
              <p:cNvSpPr/>
              <p:nvPr/>
            </p:nvSpPr>
            <p:spPr>
              <a:xfrm>
                <a:off x="5365494" y="684721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03" name="TextBox 2202">
                <a:extLst>
                  <a:ext uri="{FF2B5EF4-FFF2-40B4-BE49-F238E27FC236}">
                    <a16:creationId xmlns:a16="http://schemas.microsoft.com/office/drawing/2014/main" id="{C0214791-03E9-CCB6-E32D-B6EA251D2850}"/>
                  </a:ext>
                </a:extLst>
              </p:cNvPr>
              <p:cNvSpPr txBox="1"/>
              <p:nvPr/>
            </p:nvSpPr>
            <p:spPr>
              <a:xfrm>
                <a:off x="4576142" y="6843071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204" name="TextBox 2203">
                <a:extLst>
                  <a:ext uri="{FF2B5EF4-FFF2-40B4-BE49-F238E27FC236}">
                    <a16:creationId xmlns:a16="http://schemas.microsoft.com/office/drawing/2014/main" id="{4B1D3ED2-4A5A-2EE3-0196-4C17334F56C4}"/>
                  </a:ext>
                </a:extLst>
              </p:cNvPr>
              <p:cNvSpPr txBox="1"/>
              <p:nvPr/>
            </p:nvSpPr>
            <p:spPr>
              <a:xfrm>
                <a:off x="4766440" y="6843071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205" name="TextBox 2204">
                <a:extLst>
                  <a:ext uri="{FF2B5EF4-FFF2-40B4-BE49-F238E27FC236}">
                    <a16:creationId xmlns:a16="http://schemas.microsoft.com/office/drawing/2014/main" id="{17DEB9DB-2BB4-34AF-5823-CD928D0F587B}"/>
                  </a:ext>
                </a:extLst>
              </p:cNvPr>
              <p:cNvSpPr txBox="1"/>
              <p:nvPr/>
            </p:nvSpPr>
            <p:spPr>
              <a:xfrm>
                <a:off x="4899905" y="6843071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206" name="TextBox 2205">
                <a:extLst>
                  <a:ext uri="{FF2B5EF4-FFF2-40B4-BE49-F238E27FC236}">
                    <a16:creationId xmlns:a16="http://schemas.microsoft.com/office/drawing/2014/main" id="{8BFFE3D8-CAC9-F6A4-33CB-D95832B4D76A}"/>
                  </a:ext>
                </a:extLst>
              </p:cNvPr>
              <p:cNvSpPr txBox="1"/>
              <p:nvPr/>
            </p:nvSpPr>
            <p:spPr>
              <a:xfrm>
                <a:off x="5036764" y="6843071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207" name="TextBox 2206">
                <a:extLst>
                  <a:ext uri="{FF2B5EF4-FFF2-40B4-BE49-F238E27FC236}">
                    <a16:creationId xmlns:a16="http://schemas.microsoft.com/office/drawing/2014/main" id="{43371857-BEA9-B999-467B-845BCDED70E0}"/>
                  </a:ext>
                </a:extLst>
              </p:cNvPr>
              <p:cNvSpPr txBox="1"/>
              <p:nvPr/>
            </p:nvSpPr>
            <p:spPr>
              <a:xfrm>
                <a:off x="5236392" y="6843071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210" name="TextBox 2209">
                <a:extLst>
                  <a:ext uri="{FF2B5EF4-FFF2-40B4-BE49-F238E27FC236}">
                    <a16:creationId xmlns:a16="http://schemas.microsoft.com/office/drawing/2014/main" id="{7347B253-89FE-21E7-0D49-38CF5F7BD554}"/>
                  </a:ext>
                </a:extLst>
              </p:cNvPr>
              <p:cNvSpPr txBox="1"/>
              <p:nvPr/>
            </p:nvSpPr>
            <p:spPr>
              <a:xfrm>
                <a:off x="4615288" y="5867797"/>
                <a:ext cx="838394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22_Di_Glut</a:t>
                </a:r>
              </a:p>
            </p:txBody>
          </p:sp>
        </p:grpSp>
      </p:grpSp>
      <p:grpSp>
        <p:nvGrpSpPr>
          <p:cNvPr id="2211" name="Graphic 1531">
            <a:extLst>
              <a:ext uri="{FF2B5EF4-FFF2-40B4-BE49-F238E27FC236}">
                <a16:creationId xmlns:a16="http://schemas.microsoft.com/office/drawing/2014/main" id="{4D41370B-1B66-DC6A-5285-F4E829CA4F0B}"/>
              </a:ext>
            </a:extLst>
          </p:cNvPr>
          <p:cNvGrpSpPr/>
          <p:nvPr/>
        </p:nvGrpSpPr>
        <p:grpSpPr>
          <a:xfrm>
            <a:off x="4331414" y="4129879"/>
            <a:ext cx="1240072" cy="1130191"/>
            <a:chOff x="5640966" y="6007654"/>
            <a:chExt cx="1312372" cy="1196086"/>
          </a:xfrm>
        </p:grpSpPr>
        <p:grpSp>
          <p:nvGrpSpPr>
            <p:cNvPr id="2214" name="Graphic 1531">
              <a:extLst>
                <a:ext uri="{FF2B5EF4-FFF2-40B4-BE49-F238E27FC236}">
                  <a16:creationId xmlns:a16="http://schemas.microsoft.com/office/drawing/2014/main" id="{2E8CC517-3DA9-6463-B068-BD333F4DCD97}"/>
                </a:ext>
              </a:extLst>
            </p:cNvPr>
            <p:cNvGrpSpPr/>
            <p:nvPr/>
          </p:nvGrpSpPr>
          <p:grpSpPr>
            <a:xfrm>
              <a:off x="5906329" y="6204715"/>
              <a:ext cx="894414" cy="782486"/>
              <a:chOff x="5906329" y="6204715"/>
              <a:chExt cx="894414" cy="782486"/>
            </a:xfrm>
          </p:grpSpPr>
          <p:sp>
            <p:nvSpPr>
              <p:cNvPr id="2215" name="Freeform 2214">
                <a:extLst>
                  <a:ext uri="{FF2B5EF4-FFF2-40B4-BE49-F238E27FC236}">
                    <a16:creationId xmlns:a16="http://schemas.microsoft.com/office/drawing/2014/main" id="{03255BE1-CAAE-FA13-2CDD-EE69B12CB510}"/>
                  </a:ext>
                </a:extLst>
              </p:cNvPr>
              <p:cNvSpPr/>
              <p:nvPr/>
            </p:nvSpPr>
            <p:spPr>
              <a:xfrm>
                <a:off x="5956702" y="6309910"/>
                <a:ext cx="844041" cy="677290"/>
              </a:xfrm>
              <a:custGeom>
                <a:avLst/>
                <a:gdLst>
                  <a:gd name="csX0" fmla="*/ 0 w 844041"/>
                  <a:gd name="csY0" fmla="*/ 0 h 677290"/>
                  <a:gd name="csX1" fmla="*/ 844042 w 844041"/>
                  <a:gd name="csY1" fmla="*/ 0 h 677290"/>
                  <a:gd name="csX2" fmla="*/ 844042 w 844041"/>
                  <a:gd name="csY2" fmla="*/ 677291 h 677290"/>
                  <a:gd name="csX3" fmla="*/ 0 w 844041"/>
                  <a:gd name="csY3" fmla="*/ 677291 h 677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844041" h="677290">
                    <a:moveTo>
                      <a:pt x="0" y="0"/>
                    </a:moveTo>
                    <a:lnTo>
                      <a:pt x="844042" y="0"/>
                    </a:lnTo>
                    <a:lnTo>
                      <a:pt x="844042" y="677291"/>
                    </a:lnTo>
                    <a:lnTo>
                      <a:pt x="0" y="677291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16" name="Freeform 2215">
                <a:extLst>
                  <a:ext uri="{FF2B5EF4-FFF2-40B4-BE49-F238E27FC236}">
                    <a16:creationId xmlns:a16="http://schemas.microsoft.com/office/drawing/2014/main" id="{68939DBD-8E20-31A8-4CC9-491D4011CBE5}"/>
                  </a:ext>
                </a:extLst>
              </p:cNvPr>
              <p:cNvSpPr/>
              <p:nvPr/>
            </p:nvSpPr>
            <p:spPr>
              <a:xfrm>
                <a:off x="6005470" y="6747171"/>
                <a:ext cx="97409" cy="239903"/>
              </a:xfrm>
              <a:custGeom>
                <a:avLst/>
                <a:gdLst>
                  <a:gd name="csX0" fmla="*/ 0 w 97409"/>
                  <a:gd name="csY0" fmla="*/ 0 h 239903"/>
                  <a:gd name="csX1" fmla="*/ 97409 w 97409"/>
                  <a:gd name="csY1" fmla="*/ 0 h 239903"/>
                  <a:gd name="csX2" fmla="*/ 97409 w 97409"/>
                  <a:gd name="csY2" fmla="*/ 239903 h 239903"/>
                  <a:gd name="csX3" fmla="*/ 0 w 97409"/>
                  <a:gd name="csY3" fmla="*/ 239903 h 2399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39903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39903"/>
                    </a:lnTo>
                    <a:lnTo>
                      <a:pt x="0" y="239903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17" name="Freeform 2216">
                <a:extLst>
                  <a:ext uri="{FF2B5EF4-FFF2-40B4-BE49-F238E27FC236}">
                    <a16:creationId xmlns:a16="http://schemas.microsoft.com/office/drawing/2014/main" id="{7A274A66-480B-5243-1C57-C9DF5508D3A2}"/>
                  </a:ext>
                </a:extLst>
              </p:cNvPr>
              <p:cNvSpPr/>
              <p:nvPr/>
            </p:nvSpPr>
            <p:spPr>
              <a:xfrm>
                <a:off x="6167776" y="6714659"/>
                <a:ext cx="97409" cy="272415"/>
              </a:xfrm>
              <a:custGeom>
                <a:avLst/>
                <a:gdLst>
                  <a:gd name="csX0" fmla="*/ 0 w 97409"/>
                  <a:gd name="csY0" fmla="*/ 0 h 272415"/>
                  <a:gd name="csX1" fmla="*/ 97409 w 97409"/>
                  <a:gd name="csY1" fmla="*/ 0 h 272415"/>
                  <a:gd name="csX2" fmla="*/ 97409 w 97409"/>
                  <a:gd name="csY2" fmla="*/ 272415 h 272415"/>
                  <a:gd name="csX3" fmla="*/ 0 w 97409"/>
                  <a:gd name="csY3" fmla="*/ 272415 h 2724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72415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72415"/>
                    </a:lnTo>
                    <a:lnTo>
                      <a:pt x="0" y="272415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18" name="Freeform 2217">
                <a:extLst>
                  <a:ext uri="{FF2B5EF4-FFF2-40B4-BE49-F238E27FC236}">
                    <a16:creationId xmlns:a16="http://schemas.microsoft.com/office/drawing/2014/main" id="{A223B399-B2BA-A48C-E506-4572EDF29B6A}"/>
                  </a:ext>
                </a:extLst>
              </p:cNvPr>
              <p:cNvSpPr/>
              <p:nvPr/>
            </p:nvSpPr>
            <p:spPr>
              <a:xfrm>
                <a:off x="6330082" y="6801527"/>
                <a:ext cx="97409" cy="185674"/>
              </a:xfrm>
              <a:custGeom>
                <a:avLst/>
                <a:gdLst>
                  <a:gd name="csX0" fmla="*/ 0 w 97409"/>
                  <a:gd name="csY0" fmla="*/ 0 h 185674"/>
                  <a:gd name="csX1" fmla="*/ 97409 w 97409"/>
                  <a:gd name="csY1" fmla="*/ 0 h 185674"/>
                  <a:gd name="csX2" fmla="*/ 97409 w 97409"/>
                  <a:gd name="csY2" fmla="*/ 185674 h 185674"/>
                  <a:gd name="csX3" fmla="*/ 0 w 97409"/>
                  <a:gd name="csY3" fmla="*/ 185674 h 1856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185674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185674"/>
                    </a:lnTo>
                    <a:lnTo>
                      <a:pt x="0" y="185674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19" name="Freeform 2218">
                <a:extLst>
                  <a:ext uri="{FF2B5EF4-FFF2-40B4-BE49-F238E27FC236}">
                    <a16:creationId xmlns:a16="http://schemas.microsoft.com/office/drawing/2014/main" id="{42EA7688-90DD-B7CD-0B8E-32BC5933E334}"/>
                  </a:ext>
                </a:extLst>
              </p:cNvPr>
              <p:cNvSpPr/>
              <p:nvPr/>
            </p:nvSpPr>
            <p:spPr>
              <a:xfrm>
                <a:off x="6492388" y="6739043"/>
                <a:ext cx="97409" cy="248031"/>
              </a:xfrm>
              <a:custGeom>
                <a:avLst/>
                <a:gdLst>
                  <a:gd name="csX0" fmla="*/ 0 w 97409"/>
                  <a:gd name="csY0" fmla="*/ 0 h 248031"/>
                  <a:gd name="csX1" fmla="*/ 97409 w 97409"/>
                  <a:gd name="csY1" fmla="*/ 0 h 248031"/>
                  <a:gd name="csX2" fmla="*/ 97409 w 97409"/>
                  <a:gd name="csY2" fmla="*/ 248031 h 248031"/>
                  <a:gd name="csX3" fmla="*/ 0 w 97409"/>
                  <a:gd name="csY3" fmla="*/ 248031 h 2480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248031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248031"/>
                    </a:lnTo>
                    <a:lnTo>
                      <a:pt x="0" y="248031"/>
                    </a:lnTo>
                    <a:close/>
                  </a:path>
                </a:pathLst>
              </a:cu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0" name="Freeform 2219">
                <a:extLst>
                  <a:ext uri="{FF2B5EF4-FFF2-40B4-BE49-F238E27FC236}">
                    <a16:creationId xmlns:a16="http://schemas.microsoft.com/office/drawing/2014/main" id="{16598DDF-54AF-C325-1CCE-ED891CFBB64E}"/>
                  </a:ext>
                </a:extLst>
              </p:cNvPr>
              <p:cNvSpPr/>
              <p:nvPr/>
            </p:nvSpPr>
            <p:spPr>
              <a:xfrm>
                <a:off x="6654694" y="6856264"/>
                <a:ext cx="97409" cy="130937"/>
              </a:xfrm>
              <a:custGeom>
                <a:avLst/>
                <a:gdLst>
                  <a:gd name="csX0" fmla="*/ 0 w 97409"/>
                  <a:gd name="csY0" fmla="*/ 0 h 130937"/>
                  <a:gd name="csX1" fmla="*/ 97409 w 97409"/>
                  <a:gd name="csY1" fmla="*/ 0 h 130937"/>
                  <a:gd name="csX2" fmla="*/ 97409 w 97409"/>
                  <a:gd name="csY2" fmla="*/ 130937 h 130937"/>
                  <a:gd name="csX3" fmla="*/ 0 w 97409"/>
                  <a:gd name="csY3" fmla="*/ 130937 h 1309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7409" h="130937">
                    <a:moveTo>
                      <a:pt x="0" y="0"/>
                    </a:moveTo>
                    <a:lnTo>
                      <a:pt x="97409" y="0"/>
                    </a:lnTo>
                    <a:lnTo>
                      <a:pt x="97409" y="130937"/>
                    </a:lnTo>
                    <a:lnTo>
                      <a:pt x="0" y="130937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1" name="Freeform 2220">
                <a:extLst>
                  <a:ext uri="{FF2B5EF4-FFF2-40B4-BE49-F238E27FC236}">
                    <a16:creationId xmlns:a16="http://schemas.microsoft.com/office/drawing/2014/main" id="{6CABC339-3D9D-929A-0084-6531E64B9CD9}"/>
                  </a:ext>
                </a:extLst>
              </p:cNvPr>
              <p:cNvSpPr/>
              <p:nvPr/>
            </p:nvSpPr>
            <p:spPr>
              <a:xfrm>
                <a:off x="6021726" y="672431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2" name="Freeform 2221">
                <a:extLst>
                  <a:ext uri="{FF2B5EF4-FFF2-40B4-BE49-F238E27FC236}">
                    <a16:creationId xmlns:a16="http://schemas.microsoft.com/office/drawing/2014/main" id="{3D37211C-F0FD-6670-4C19-70EAD95C08F7}"/>
                  </a:ext>
                </a:extLst>
              </p:cNvPr>
              <p:cNvSpPr/>
              <p:nvPr/>
            </p:nvSpPr>
            <p:spPr>
              <a:xfrm>
                <a:off x="6054110" y="6724311"/>
                <a:ext cx="12700" cy="45846"/>
              </a:xfrm>
              <a:custGeom>
                <a:avLst/>
                <a:gdLst>
                  <a:gd name="csX0" fmla="*/ 0 w 12700"/>
                  <a:gd name="csY0" fmla="*/ 0 h 45846"/>
                  <a:gd name="csX1" fmla="*/ 0 w 12700"/>
                  <a:gd name="csY1" fmla="*/ 45847 h 458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45846">
                    <a:moveTo>
                      <a:pt x="0" y="0"/>
                    </a:moveTo>
                    <a:lnTo>
                      <a:pt x="0" y="45847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3" name="Freeform 2222">
                <a:extLst>
                  <a:ext uri="{FF2B5EF4-FFF2-40B4-BE49-F238E27FC236}">
                    <a16:creationId xmlns:a16="http://schemas.microsoft.com/office/drawing/2014/main" id="{07141C49-7897-E299-69AE-8D3C36046459}"/>
                  </a:ext>
                </a:extLst>
              </p:cNvPr>
              <p:cNvSpPr/>
              <p:nvPr/>
            </p:nvSpPr>
            <p:spPr>
              <a:xfrm>
                <a:off x="6021726" y="677015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4" name="Freeform 2223">
                <a:extLst>
                  <a:ext uri="{FF2B5EF4-FFF2-40B4-BE49-F238E27FC236}">
                    <a16:creationId xmlns:a16="http://schemas.microsoft.com/office/drawing/2014/main" id="{68373108-A580-60C7-AA74-0E6C1FC534EA}"/>
                  </a:ext>
                </a:extLst>
              </p:cNvPr>
              <p:cNvSpPr/>
              <p:nvPr/>
            </p:nvSpPr>
            <p:spPr>
              <a:xfrm>
                <a:off x="6184031" y="6669065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5" name="Freeform 2224">
                <a:extLst>
                  <a:ext uri="{FF2B5EF4-FFF2-40B4-BE49-F238E27FC236}">
                    <a16:creationId xmlns:a16="http://schemas.microsoft.com/office/drawing/2014/main" id="{3DF3B5C5-4CDC-D62A-540B-9DCB723798E8}"/>
                  </a:ext>
                </a:extLst>
              </p:cNvPr>
              <p:cNvSpPr/>
              <p:nvPr/>
            </p:nvSpPr>
            <p:spPr>
              <a:xfrm>
                <a:off x="6216416" y="6669065"/>
                <a:ext cx="12700" cy="91186"/>
              </a:xfrm>
              <a:custGeom>
                <a:avLst/>
                <a:gdLst>
                  <a:gd name="csX0" fmla="*/ 0 w 12700"/>
                  <a:gd name="csY0" fmla="*/ 0 h 91186"/>
                  <a:gd name="csX1" fmla="*/ 0 w 12700"/>
                  <a:gd name="csY1" fmla="*/ 91186 h 911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1186">
                    <a:moveTo>
                      <a:pt x="0" y="0"/>
                    </a:moveTo>
                    <a:lnTo>
                      <a:pt x="0" y="91186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6" name="Freeform 2225">
                <a:extLst>
                  <a:ext uri="{FF2B5EF4-FFF2-40B4-BE49-F238E27FC236}">
                    <a16:creationId xmlns:a16="http://schemas.microsoft.com/office/drawing/2014/main" id="{1D28B3BC-DCFB-60C4-4F02-48C7FB603625}"/>
                  </a:ext>
                </a:extLst>
              </p:cNvPr>
              <p:cNvSpPr/>
              <p:nvPr/>
            </p:nvSpPr>
            <p:spPr>
              <a:xfrm>
                <a:off x="6184031" y="6760251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7" name="Freeform 2226">
                <a:extLst>
                  <a:ext uri="{FF2B5EF4-FFF2-40B4-BE49-F238E27FC236}">
                    <a16:creationId xmlns:a16="http://schemas.microsoft.com/office/drawing/2014/main" id="{B3E09846-B836-F731-5DA6-157A95D61EBE}"/>
                  </a:ext>
                </a:extLst>
              </p:cNvPr>
              <p:cNvSpPr/>
              <p:nvPr/>
            </p:nvSpPr>
            <p:spPr>
              <a:xfrm>
                <a:off x="6346337" y="6726597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8" name="Freeform 2227">
                <a:extLst>
                  <a:ext uri="{FF2B5EF4-FFF2-40B4-BE49-F238E27FC236}">
                    <a16:creationId xmlns:a16="http://schemas.microsoft.com/office/drawing/2014/main" id="{DEDE5100-C91E-90E1-0DF1-FD1702931AF5}"/>
                  </a:ext>
                </a:extLst>
              </p:cNvPr>
              <p:cNvSpPr/>
              <p:nvPr/>
            </p:nvSpPr>
            <p:spPr>
              <a:xfrm>
                <a:off x="6378723" y="6726597"/>
                <a:ext cx="12700" cy="149732"/>
              </a:xfrm>
              <a:custGeom>
                <a:avLst/>
                <a:gdLst>
                  <a:gd name="csX0" fmla="*/ 0 w 12700"/>
                  <a:gd name="csY0" fmla="*/ 0 h 149732"/>
                  <a:gd name="csX1" fmla="*/ 0 w 12700"/>
                  <a:gd name="csY1" fmla="*/ 149733 h 149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49732">
                    <a:moveTo>
                      <a:pt x="0" y="0"/>
                    </a:moveTo>
                    <a:lnTo>
                      <a:pt x="0" y="149733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29" name="Freeform 2228">
                <a:extLst>
                  <a:ext uri="{FF2B5EF4-FFF2-40B4-BE49-F238E27FC236}">
                    <a16:creationId xmlns:a16="http://schemas.microsoft.com/office/drawing/2014/main" id="{00202F7E-0C16-016C-A767-5E2C8C4A94EA}"/>
                  </a:ext>
                </a:extLst>
              </p:cNvPr>
              <p:cNvSpPr/>
              <p:nvPr/>
            </p:nvSpPr>
            <p:spPr>
              <a:xfrm>
                <a:off x="6346337" y="6876329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0" name="Freeform 2229">
                <a:extLst>
                  <a:ext uri="{FF2B5EF4-FFF2-40B4-BE49-F238E27FC236}">
                    <a16:creationId xmlns:a16="http://schemas.microsoft.com/office/drawing/2014/main" id="{99F0AED5-EB6C-9BD4-985B-BF67739268AE}"/>
                  </a:ext>
                </a:extLst>
              </p:cNvPr>
              <p:cNvSpPr/>
              <p:nvPr/>
            </p:nvSpPr>
            <p:spPr>
              <a:xfrm>
                <a:off x="6670950" y="6820322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1" name="Freeform 2230">
                <a:extLst>
                  <a:ext uri="{FF2B5EF4-FFF2-40B4-BE49-F238E27FC236}">
                    <a16:creationId xmlns:a16="http://schemas.microsoft.com/office/drawing/2014/main" id="{3B713BFC-5801-CEB0-7317-A38DD3E30D75}"/>
                  </a:ext>
                </a:extLst>
              </p:cNvPr>
              <p:cNvSpPr/>
              <p:nvPr/>
            </p:nvSpPr>
            <p:spPr>
              <a:xfrm>
                <a:off x="6703334" y="6820322"/>
                <a:ext cx="12700" cy="71881"/>
              </a:xfrm>
              <a:custGeom>
                <a:avLst/>
                <a:gdLst>
                  <a:gd name="csX0" fmla="*/ 0 w 12700"/>
                  <a:gd name="csY0" fmla="*/ 0 h 71881"/>
                  <a:gd name="csX1" fmla="*/ 0 w 12700"/>
                  <a:gd name="csY1" fmla="*/ 71882 h 718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1881">
                    <a:moveTo>
                      <a:pt x="0" y="0"/>
                    </a:moveTo>
                    <a:lnTo>
                      <a:pt x="0" y="71882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2" name="Freeform 2231">
                <a:extLst>
                  <a:ext uri="{FF2B5EF4-FFF2-40B4-BE49-F238E27FC236}">
                    <a16:creationId xmlns:a16="http://schemas.microsoft.com/office/drawing/2014/main" id="{B93A4F13-CCD9-1557-7EEB-5648D0F4E04D}"/>
                  </a:ext>
                </a:extLst>
              </p:cNvPr>
              <p:cNvSpPr/>
              <p:nvPr/>
            </p:nvSpPr>
            <p:spPr>
              <a:xfrm>
                <a:off x="6670950" y="6892204"/>
                <a:ext cx="64897" cy="12700"/>
              </a:xfrm>
              <a:custGeom>
                <a:avLst/>
                <a:gdLst>
                  <a:gd name="csX0" fmla="*/ 0 w 64897"/>
                  <a:gd name="csY0" fmla="*/ 0 h 12700"/>
                  <a:gd name="csX1" fmla="*/ 64897 w 648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897" h="12700">
                    <a:moveTo>
                      <a:pt x="0" y="0"/>
                    </a:moveTo>
                    <a:lnTo>
                      <a:pt x="6489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3" name="Freeform 2232">
                <a:extLst>
                  <a:ext uri="{FF2B5EF4-FFF2-40B4-BE49-F238E27FC236}">
                    <a16:creationId xmlns:a16="http://schemas.microsoft.com/office/drawing/2014/main" id="{19117945-D3D6-19FF-F563-B1C2D28E9A75}"/>
                  </a:ext>
                </a:extLst>
              </p:cNvPr>
              <p:cNvSpPr/>
              <p:nvPr/>
            </p:nvSpPr>
            <p:spPr>
              <a:xfrm>
                <a:off x="6374151" y="670792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4" name="Freeform 2233">
                <a:extLst>
                  <a:ext uri="{FF2B5EF4-FFF2-40B4-BE49-F238E27FC236}">
                    <a16:creationId xmlns:a16="http://schemas.microsoft.com/office/drawing/2014/main" id="{4DF3F0CD-332E-A6A0-0028-3FC400913539}"/>
                  </a:ext>
                </a:extLst>
              </p:cNvPr>
              <p:cNvSpPr/>
              <p:nvPr/>
            </p:nvSpPr>
            <p:spPr>
              <a:xfrm>
                <a:off x="6212607" y="690515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5" name="Freeform 2234">
                <a:extLst>
                  <a:ext uri="{FF2B5EF4-FFF2-40B4-BE49-F238E27FC236}">
                    <a16:creationId xmlns:a16="http://schemas.microsoft.com/office/drawing/2014/main" id="{8F9F6003-620E-091F-0DAC-819FD1BEFC5F}"/>
                  </a:ext>
                </a:extLst>
              </p:cNvPr>
              <p:cNvSpPr/>
              <p:nvPr/>
            </p:nvSpPr>
            <p:spPr>
              <a:xfrm>
                <a:off x="6191525" y="675618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6" name="Freeform 2235">
                <a:extLst>
                  <a:ext uri="{FF2B5EF4-FFF2-40B4-BE49-F238E27FC236}">
                    <a16:creationId xmlns:a16="http://schemas.microsoft.com/office/drawing/2014/main" id="{62FF8F4F-5B6A-E585-B44A-45AF8EEDA1E4}"/>
                  </a:ext>
                </a:extLst>
              </p:cNvPr>
              <p:cNvSpPr/>
              <p:nvPr/>
            </p:nvSpPr>
            <p:spPr>
              <a:xfrm>
                <a:off x="6696096" y="694122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7" name="Freeform 2236">
                <a:extLst>
                  <a:ext uri="{FF2B5EF4-FFF2-40B4-BE49-F238E27FC236}">
                    <a16:creationId xmlns:a16="http://schemas.microsoft.com/office/drawing/2014/main" id="{A75B5485-3BD7-2FDA-835B-1F97E17C32F9}"/>
                  </a:ext>
                </a:extLst>
              </p:cNvPr>
              <p:cNvSpPr/>
              <p:nvPr/>
            </p:nvSpPr>
            <p:spPr>
              <a:xfrm>
                <a:off x="6040649" y="674501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8" name="Freeform 2237">
                <a:extLst>
                  <a:ext uri="{FF2B5EF4-FFF2-40B4-BE49-F238E27FC236}">
                    <a16:creationId xmlns:a16="http://schemas.microsoft.com/office/drawing/2014/main" id="{C3AC5E65-D6E7-2AAD-32C6-ED80A88A0774}"/>
                  </a:ext>
                </a:extLst>
              </p:cNvPr>
              <p:cNvSpPr/>
              <p:nvPr/>
            </p:nvSpPr>
            <p:spPr>
              <a:xfrm>
                <a:off x="6685936" y="693360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39" name="Freeform 2238">
                <a:extLst>
                  <a:ext uri="{FF2B5EF4-FFF2-40B4-BE49-F238E27FC236}">
                    <a16:creationId xmlns:a16="http://schemas.microsoft.com/office/drawing/2014/main" id="{1A13B642-C270-1CC3-0B85-6AFB16A6548A}"/>
                  </a:ext>
                </a:extLst>
              </p:cNvPr>
              <p:cNvSpPr/>
              <p:nvPr/>
            </p:nvSpPr>
            <p:spPr>
              <a:xfrm>
                <a:off x="6043824" y="665052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0" name="Freeform 2239">
                <a:extLst>
                  <a:ext uri="{FF2B5EF4-FFF2-40B4-BE49-F238E27FC236}">
                    <a16:creationId xmlns:a16="http://schemas.microsoft.com/office/drawing/2014/main" id="{79EBE5A6-0647-8305-1BDF-2783A749C475}"/>
                  </a:ext>
                </a:extLst>
              </p:cNvPr>
              <p:cNvSpPr/>
              <p:nvPr/>
            </p:nvSpPr>
            <p:spPr>
              <a:xfrm>
                <a:off x="6673490" y="6826419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1" name="Freeform 2240">
                <a:extLst>
                  <a:ext uri="{FF2B5EF4-FFF2-40B4-BE49-F238E27FC236}">
                    <a16:creationId xmlns:a16="http://schemas.microsoft.com/office/drawing/2014/main" id="{5B090297-9638-99B2-AD19-96FF67398C09}"/>
                  </a:ext>
                </a:extLst>
              </p:cNvPr>
              <p:cNvSpPr/>
              <p:nvPr/>
            </p:nvSpPr>
            <p:spPr>
              <a:xfrm>
                <a:off x="6041157" y="680673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2" name="Freeform 2241">
                <a:extLst>
                  <a:ext uri="{FF2B5EF4-FFF2-40B4-BE49-F238E27FC236}">
                    <a16:creationId xmlns:a16="http://schemas.microsoft.com/office/drawing/2014/main" id="{000A6379-E456-57A6-59A6-0F33715EDDBB}"/>
                  </a:ext>
                </a:extLst>
              </p:cNvPr>
              <p:cNvSpPr/>
              <p:nvPr/>
            </p:nvSpPr>
            <p:spPr>
              <a:xfrm>
                <a:off x="6692032" y="671275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3" name="Freeform 2242">
                <a:extLst>
                  <a:ext uri="{FF2B5EF4-FFF2-40B4-BE49-F238E27FC236}">
                    <a16:creationId xmlns:a16="http://schemas.microsoft.com/office/drawing/2014/main" id="{F67C019A-7C76-D019-F564-F2726590DEF4}"/>
                  </a:ext>
                </a:extLst>
              </p:cNvPr>
              <p:cNvSpPr/>
              <p:nvPr/>
            </p:nvSpPr>
            <p:spPr>
              <a:xfrm>
                <a:off x="6034680" y="677066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4" name="Freeform 2243">
                <a:extLst>
                  <a:ext uri="{FF2B5EF4-FFF2-40B4-BE49-F238E27FC236}">
                    <a16:creationId xmlns:a16="http://schemas.microsoft.com/office/drawing/2014/main" id="{45BE5E4E-09BC-7F31-94EC-4885BC5AFE4E}"/>
                  </a:ext>
                </a:extLst>
              </p:cNvPr>
              <p:cNvSpPr/>
              <p:nvPr/>
            </p:nvSpPr>
            <p:spPr>
              <a:xfrm>
                <a:off x="6692413" y="6830864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5" name="Freeform 2244">
                <a:extLst>
                  <a:ext uri="{FF2B5EF4-FFF2-40B4-BE49-F238E27FC236}">
                    <a16:creationId xmlns:a16="http://schemas.microsoft.com/office/drawing/2014/main" id="{2A078553-48BB-21B1-87F9-33E0157BF775}"/>
                  </a:ext>
                </a:extLst>
              </p:cNvPr>
              <p:cNvSpPr/>
              <p:nvPr/>
            </p:nvSpPr>
            <p:spPr>
              <a:xfrm>
                <a:off x="6050174" y="6706150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6" name="Freeform 2245">
                <a:extLst>
                  <a:ext uri="{FF2B5EF4-FFF2-40B4-BE49-F238E27FC236}">
                    <a16:creationId xmlns:a16="http://schemas.microsoft.com/office/drawing/2014/main" id="{3AF619CC-5A1D-6C53-6983-B7DBB9F948D1}"/>
                  </a:ext>
                </a:extLst>
              </p:cNvPr>
              <p:cNvSpPr/>
              <p:nvPr/>
            </p:nvSpPr>
            <p:spPr>
              <a:xfrm>
                <a:off x="6190509" y="6651667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7" name="Freeform 2246">
                <a:extLst>
                  <a:ext uri="{FF2B5EF4-FFF2-40B4-BE49-F238E27FC236}">
                    <a16:creationId xmlns:a16="http://schemas.microsoft.com/office/drawing/2014/main" id="{030213F0-6AEA-DA97-90D6-5F98FBA7CD5F}"/>
                  </a:ext>
                </a:extLst>
              </p:cNvPr>
              <p:cNvSpPr/>
              <p:nvPr/>
            </p:nvSpPr>
            <p:spPr>
              <a:xfrm>
                <a:off x="6684158" y="678336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8" name="Freeform 2247">
                <a:extLst>
                  <a:ext uri="{FF2B5EF4-FFF2-40B4-BE49-F238E27FC236}">
                    <a16:creationId xmlns:a16="http://schemas.microsoft.com/office/drawing/2014/main" id="{36F88308-36D3-D0CF-C0B0-94A22E0A84D7}"/>
                  </a:ext>
                </a:extLst>
              </p:cNvPr>
              <p:cNvSpPr/>
              <p:nvPr/>
            </p:nvSpPr>
            <p:spPr>
              <a:xfrm>
                <a:off x="6050428" y="6697133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49" name="Freeform 2248">
                <a:extLst>
                  <a:ext uri="{FF2B5EF4-FFF2-40B4-BE49-F238E27FC236}">
                    <a16:creationId xmlns:a16="http://schemas.microsoft.com/office/drawing/2014/main" id="{0CBA7407-CC35-6F09-5388-AC0B0D2704D7}"/>
                  </a:ext>
                </a:extLst>
              </p:cNvPr>
              <p:cNvSpPr/>
              <p:nvPr/>
            </p:nvSpPr>
            <p:spPr>
              <a:xfrm>
                <a:off x="6376183" y="6857788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0" name="Freeform 2249">
                <a:extLst>
                  <a:ext uri="{FF2B5EF4-FFF2-40B4-BE49-F238E27FC236}">
                    <a16:creationId xmlns:a16="http://schemas.microsoft.com/office/drawing/2014/main" id="{8125FC63-5407-0A90-373E-470805BC51C9}"/>
                  </a:ext>
                </a:extLst>
              </p:cNvPr>
              <p:cNvSpPr/>
              <p:nvPr/>
            </p:nvSpPr>
            <p:spPr>
              <a:xfrm>
                <a:off x="6185937" y="6742345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1" name="Freeform 2250">
                <a:extLst>
                  <a:ext uri="{FF2B5EF4-FFF2-40B4-BE49-F238E27FC236}">
                    <a16:creationId xmlns:a16="http://schemas.microsoft.com/office/drawing/2014/main" id="{59DF9D02-7B7C-E6C4-735A-F3BCD82243A1}"/>
                  </a:ext>
                </a:extLst>
              </p:cNvPr>
              <p:cNvSpPr/>
              <p:nvPr/>
            </p:nvSpPr>
            <p:spPr>
              <a:xfrm>
                <a:off x="6197621" y="651768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2" name="Freeform 2251">
                <a:extLst>
                  <a:ext uri="{FF2B5EF4-FFF2-40B4-BE49-F238E27FC236}">
                    <a16:creationId xmlns:a16="http://schemas.microsoft.com/office/drawing/2014/main" id="{362E5995-13F0-82A6-6A9A-63D78C27AF25}"/>
                  </a:ext>
                </a:extLst>
              </p:cNvPr>
              <p:cNvSpPr/>
              <p:nvPr/>
            </p:nvSpPr>
            <p:spPr>
              <a:xfrm>
                <a:off x="6525027" y="6721136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3" name="Freeform 2252">
                <a:extLst>
                  <a:ext uri="{FF2B5EF4-FFF2-40B4-BE49-F238E27FC236}">
                    <a16:creationId xmlns:a16="http://schemas.microsoft.com/office/drawing/2014/main" id="{C8597979-6464-696A-5FE6-BC628DBB3B04}"/>
                  </a:ext>
                </a:extLst>
              </p:cNvPr>
              <p:cNvSpPr/>
              <p:nvPr/>
            </p:nvSpPr>
            <p:spPr>
              <a:xfrm>
                <a:off x="6211591" y="6645952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4" name="Freeform 2253">
                <a:extLst>
                  <a:ext uri="{FF2B5EF4-FFF2-40B4-BE49-F238E27FC236}">
                    <a16:creationId xmlns:a16="http://schemas.microsoft.com/office/drawing/2014/main" id="{82D06DA9-D88B-23D3-4690-11E2E9811432}"/>
                  </a:ext>
                </a:extLst>
              </p:cNvPr>
              <p:cNvSpPr/>
              <p:nvPr/>
            </p:nvSpPr>
            <p:spPr>
              <a:xfrm>
                <a:off x="6186699" y="6657001"/>
                <a:ext cx="36068" cy="36068"/>
              </a:xfrm>
              <a:custGeom>
                <a:avLst/>
                <a:gdLst>
                  <a:gd name="csX0" fmla="*/ 36068 w 36068"/>
                  <a:gd name="csY0" fmla="*/ 18034 h 36068"/>
                  <a:gd name="csX1" fmla="*/ 18034 w 36068"/>
                  <a:gd name="csY1" fmla="*/ 36068 h 36068"/>
                  <a:gd name="csX2" fmla="*/ 0 w 36068"/>
                  <a:gd name="csY2" fmla="*/ 18034 h 36068"/>
                  <a:gd name="csX3" fmla="*/ 18034 w 36068"/>
                  <a:gd name="csY3" fmla="*/ 0 h 36068"/>
                  <a:gd name="csX4" fmla="*/ 36068 w 36068"/>
                  <a:gd name="csY4" fmla="*/ 18034 h 36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068" h="36068">
                    <a:moveTo>
                      <a:pt x="36068" y="18034"/>
                    </a:moveTo>
                    <a:cubicBezTo>
                      <a:pt x="36068" y="27994"/>
                      <a:pt x="27994" y="36068"/>
                      <a:pt x="18034" y="36068"/>
                    </a:cubicBezTo>
                    <a:cubicBezTo>
                      <a:pt x="8074" y="36068"/>
                      <a:pt x="0" y="27994"/>
                      <a:pt x="0" y="18034"/>
                    </a:cubicBezTo>
                    <a:cubicBezTo>
                      <a:pt x="0" y="8074"/>
                      <a:pt x="8074" y="0"/>
                      <a:pt x="18034" y="0"/>
                    </a:cubicBezTo>
                    <a:cubicBezTo>
                      <a:pt x="27994" y="0"/>
                      <a:pt x="36068" y="8074"/>
                      <a:pt x="36068" y="1803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5" name="TextBox 2254">
                <a:extLst>
                  <a:ext uri="{FF2B5EF4-FFF2-40B4-BE49-F238E27FC236}">
                    <a16:creationId xmlns:a16="http://schemas.microsoft.com/office/drawing/2014/main" id="{C47D24F0-330A-E869-FF6F-02F8E4B4BC8B}"/>
                  </a:ext>
                </a:extLst>
              </p:cNvPr>
              <p:cNvSpPr txBox="1"/>
              <p:nvPr/>
            </p:nvSpPr>
            <p:spPr>
              <a:xfrm>
                <a:off x="5906329" y="6347305"/>
                <a:ext cx="461778" cy="1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7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0.229</a:t>
                </a:r>
              </a:p>
            </p:txBody>
          </p:sp>
          <p:sp>
            <p:nvSpPr>
              <p:cNvPr id="2256" name="Freeform 2255">
                <a:extLst>
                  <a:ext uri="{FF2B5EF4-FFF2-40B4-BE49-F238E27FC236}">
                    <a16:creationId xmlns:a16="http://schemas.microsoft.com/office/drawing/2014/main" id="{463B9D07-3608-0BC5-D00C-CE59E7653147}"/>
                  </a:ext>
                </a:extLst>
              </p:cNvPr>
              <p:cNvSpPr/>
              <p:nvPr/>
            </p:nvSpPr>
            <p:spPr>
              <a:xfrm>
                <a:off x="6054111" y="6490504"/>
                <a:ext cx="146050" cy="12700"/>
              </a:xfrm>
              <a:custGeom>
                <a:avLst/>
                <a:gdLst>
                  <a:gd name="csX0" fmla="*/ 0 w 146050"/>
                  <a:gd name="csY0" fmla="*/ 0 h 12700"/>
                  <a:gd name="csX1" fmla="*/ 146050 w 1460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46050" h="12700">
                    <a:moveTo>
                      <a:pt x="0" y="0"/>
                    </a:moveTo>
                    <a:lnTo>
                      <a:pt x="14605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7" name="TextBox 2256">
                <a:extLst>
                  <a:ext uri="{FF2B5EF4-FFF2-40B4-BE49-F238E27FC236}">
                    <a16:creationId xmlns:a16="http://schemas.microsoft.com/office/drawing/2014/main" id="{E2C4668D-BD53-2655-A6F9-C9B17C581306}"/>
                  </a:ext>
                </a:extLst>
              </p:cNvPr>
              <p:cNvSpPr txBox="1"/>
              <p:nvPr/>
            </p:nvSpPr>
            <p:spPr>
              <a:xfrm>
                <a:off x="6250686" y="6317618"/>
                <a:ext cx="434635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2258" name="Freeform 2257">
                <a:extLst>
                  <a:ext uri="{FF2B5EF4-FFF2-40B4-BE49-F238E27FC236}">
                    <a16:creationId xmlns:a16="http://schemas.microsoft.com/office/drawing/2014/main" id="{188C476F-18D2-6C82-0127-BEA917D18481}"/>
                  </a:ext>
                </a:extLst>
              </p:cNvPr>
              <p:cNvSpPr/>
              <p:nvPr/>
            </p:nvSpPr>
            <p:spPr>
              <a:xfrm>
                <a:off x="6232673" y="6490504"/>
                <a:ext cx="470661" cy="12700"/>
              </a:xfrm>
              <a:custGeom>
                <a:avLst/>
                <a:gdLst>
                  <a:gd name="csX0" fmla="*/ 0 w 470661"/>
                  <a:gd name="csY0" fmla="*/ 0 h 12700"/>
                  <a:gd name="csX1" fmla="*/ 470662 w 47066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70661" h="12700">
                    <a:moveTo>
                      <a:pt x="0" y="0"/>
                    </a:moveTo>
                    <a:lnTo>
                      <a:pt x="470662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59" name="TextBox 2258">
                <a:extLst>
                  <a:ext uri="{FF2B5EF4-FFF2-40B4-BE49-F238E27FC236}">
                    <a16:creationId xmlns:a16="http://schemas.microsoft.com/office/drawing/2014/main" id="{DC48A275-B950-A4C9-0C9F-7879F2A6901C}"/>
                  </a:ext>
                </a:extLst>
              </p:cNvPr>
              <p:cNvSpPr txBox="1"/>
              <p:nvPr/>
            </p:nvSpPr>
            <p:spPr>
              <a:xfrm>
                <a:off x="6201272" y="6204715"/>
                <a:ext cx="354901" cy="343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51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2260" name="Freeform 2259">
                <a:extLst>
                  <a:ext uri="{FF2B5EF4-FFF2-40B4-BE49-F238E27FC236}">
                    <a16:creationId xmlns:a16="http://schemas.microsoft.com/office/drawing/2014/main" id="{4536A86D-A40A-F209-5777-C48C373E3A54}"/>
                  </a:ext>
                </a:extLst>
              </p:cNvPr>
              <p:cNvSpPr/>
              <p:nvPr/>
            </p:nvSpPr>
            <p:spPr>
              <a:xfrm>
                <a:off x="6054111" y="6377601"/>
                <a:ext cx="649224" cy="12700"/>
              </a:xfrm>
              <a:custGeom>
                <a:avLst/>
                <a:gdLst>
                  <a:gd name="csX0" fmla="*/ 0 w 649224"/>
                  <a:gd name="csY0" fmla="*/ 0 h 12700"/>
                  <a:gd name="csX1" fmla="*/ 649224 w 64922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9224" h="12700">
                    <a:moveTo>
                      <a:pt x="0" y="0"/>
                    </a:moveTo>
                    <a:lnTo>
                      <a:pt x="64922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</p:grpSp>
        <p:grpSp>
          <p:nvGrpSpPr>
            <p:cNvPr id="2261" name="Graphic 1531">
              <a:extLst>
                <a:ext uri="{FF2B5EF4-FFF2-40B4-BE49-F238E27FC236}">
                  <a16:creationId xmlns:a16="http://schemas.microsoft.com/office/drawing/2014/main" id="{4186ED6E-2C70-DA71-1985-E53734C5875A}"/>
                </a:ext>
              </a:extLst>
            </p:cNvPr>
            <p:cNvGrpSpPr/>
            <p:nvPr/>
          </p:nvGrpSpPr>
          <p:grpSpPr>
            <a:xfrm>
              <a:off x="5640966" y="6007654"/>
              <a:ext cx="1312372" cy="1196086"/>
              <a:chOff x="5640966" y="6007654"/>
              <a:chExt cx="1312372" cy="1196086"/>
            </a:xfrm>
          </p:grpSpPr>
          <p:sp>
            <p:nvSpPr>
              <p:cNvPr id="2262" name="Freeform 2261">
                <a:extLst>
                  <a:ext uri="{FF2B5EF4-FFF2-40B4-BE49-F238E27FC236}">
                    <a16:creationId xmlns:a16="http://schemas.microsoft.com/office/drawing/2014/main" id="{E2A1C153-3F3B-BED3-1BE0-96A71DB24C74}"/>
                  </a:ext>
                </a:extLst>
              </p:cNvPr>
              <p:cNvSpPr/>
              <p:nvPr/>
            </p:nvSpPr>
            <p:spPr>
              <a:xfrm>
                <a:off x="5956702" y="6309910"/>
                <a:ext cx="12700" cy="677163"/>
              </a:xfrm>
              <a:custGeom>
                <a:avLst/>
                <a:gdLst>
                  <a:gd name="csX0" fmla="*/ 0 w 12700"/>
                  <a:gd name="csY0" fmla="*/ 677164 h 677163"/>
                  <a:gd name="csX1" fmla="*/ 0 w 12700"/>
                  <a:gd name="csY1" fmla="*/ 0 h 67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677163">
                    <a:moveTo>
                      <a:pt x="0" y="67716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63" name="TextBox 2262">
                <a:extLst>
                  <a:ext uri="{FF2B5EF4-FFF2-40B4-BE49-F238E27FC236}">
                    <a16:creationId xmlns:a16="http://schemas.microsoft.com/office/drawing/2014/main" id="{023D5344-1D0E-8C48-C1F2-3E97834538B3}"/>
                  </a:ext>
                </a:extLst>
              </p:cNvPr>
              <p:cNvSpPr txBox="1"/>
              <p:nvPr/>
            </p:nvSpPr>
            <p:spPr>
              <a:xfrm>
                <a:off x="5640966" y="6880185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2264" name="TextBox 2263">
                <a:extLst>
                  <a:ext uri="{FF2B5EF4-FFF2-40B4-BE49-F238E27FC236}">
                    <a16:creationId xmlns:a16="http://schemas.microsoft.com/office/drawing/2014/main" id="{61368523-7B94-77F4-C471-967009AA2F9D}"/>
                  </a:ext>
                </a:extLst>
              </p:cNvPr>
              <p:cNvSpPr txBox="1"/>
              <p:nvPr/>
            </p:nvSpPr>
            <p:spPr>
              <a:xfrm>
                <a:off x="5640966" y="6649172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1%</a:t>
                </a:r>
              </a:p>
            </p:txBody>
          </p:sp>
          <p:sp>
            <p:nvSpPr>
              <p:cNvPr id="2265" name="TextBox 2264">
                <a:extLst>
                  <a:ext uri="{FF2B5EF4-FFF2-40B4-BE49-F238E27FC236}">
                    <a16:creationId xmlns:a16="http://schemas.microsoft.com/office/drawing/2014/main" id="{B2A43F0D-DB39-8945-476B-952FDAD03562}"/>
                  </a:ext>
                </a:extLst>
              </p:cNvPr>
              <p:cNvSpPr txBox="1"/>
              <p:nvPr/>
            </p:nvSpPr>
            <p:spPr>
              <a:xfrm>
                <a:off x="5640966" y="6418032"/>
                <a:ext cx="344722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2%</a:t>
                </a:r>
              </a:p>
            </p:txBody>
          </p:sp>
          <p:sp>
            <p:nvSpPr>
              <p:cNvPr id="2266" name="Freeform 2265">
                <a:extLst>
                  <a:ext uri="{FF2B5EF4-FFF2-40B4-BE49-F238E27FC236}">
                    <a16:creationId xmlns:a16="http://schemas.microsoft.com/office/drawing/2014/main" id="{9D21944E-BB48-4BB8-DC41-312A0B0D2CC8}"/>
                  </a:ext>
                </a:extLst>
              </p:cNvPr>
              <p:cNvSpPr/>
              <p:nvPr/>
            </p:nvSpPr>
            <p:spPr>
              <a:xfrm>
                <a:off x="5921903" y="698707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67" name="Freeform 2266">
                <a:extLst>
                  <a:ext uri="{FF2B5EF4-FFF2-40B4-BE49-F238E27FC236}">
                    <a16:creationId xmlns:a16="http://schemas.microsoft.com/office/drawing/2014/main" id="{86933597-2203-A8F1-C443-30E4158940DB}"/>
                  </a:ext>
                </a:extLst>
              </p:cNvPr>
              <p:cNvSpPr/>
              <p:nvPr/>
            </p:nvSpPr>
            <p:spPr>
              <a:xfrm>
                <a:off x="5921903" y="6756061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68" name="Freeform 2267">
                <a:extLst>
                  <a:ext uri="{FF2B5EF4-FFF2-40B4-BE49-F238E27FC236}">
                    <a16:creationId xmlns:a16="http://schemas.microsoft.com/office/drawing/2014/main" id="{CB0DF07A-BD10-B469-467F-BFB7F735C4F1}"/>
                  </a:ext>
                </a:extLst>
              </p:cNvPr>
              <p:cNvSpPr/>
              <p:nvPr/>
            </p:nvSpPr>
            <p:spPr>
              <a:xfrm>
                <a:off x="5921903" y="6524921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69" name="Freeform 2268">
                <a:extLst>
                  <a:ext uri="{FF2B5EF4-FFF2-40B4-BE49-F238E27FC236}">
                    <a16:creationId xmlns:a16="http://schemas.microsoft.com/office/drawing/2014/main" id="{BA1AA596-1B7D-84F8-CD76-9C0928613D85}"/>
                  </a:ext>
                </a:extLst>
              </p:cNvPr>
              <p:cNvSpPr/>
              <p:nvPr/>
            </p:nvSpPr>
            <p:spPr>
              <a:xfrm>
                <a:off x="5956702" y="6987074"/>
                <a:ext cx="844041" cy="12700"/>
              </a:xfrm>
              <a:custGeom>
                <a:avLst/>
                <a:gdLst>
                  <a:gd name="csX0" fmla="*/ 0 w 844041"/>
                  <a:gd name="csY0" fmla="*/ 0 h 12700"/>
                  <a:gd name="csX1" fmla="*/ 844042 w 8440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44041" h="12700">
                    <a:moveTo>
                      <a:pt x="0" y="0"/>
                    </a:moveTo>
                    <a:lnTo>
                      <a:pt x="84404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0" name="Freeform 2269">
                <a:extLst>
                  <a:ext uri="{FF2B5EF4-FFF2-40B4-BE49-F238E27FC236}">
                    <a16:creationId xmlns:a16="http://schemas.microsoft.com/office/drawing/2014/main" id="{492E0182-0737-C07E-00F1-9D49806CE078}"/>
                  </a:ext>
                </a:extLst>
              </p:cNvPr>
              <p:cNvSpPr/>
              <p:nvPr/>
            </p:nvSpPr>
            <p:spPr>
              <a:xfrm>
                <a:off x="6054110" y="698707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1" name="Freeform 2270">
                <a:extLst>
                  <a:ext uri="{FF2B5EF4-FFF2-40B4-BE49-F238E27FC236}">
                    <a16:creationId xmlns:a16="http://schemas.microsoft.com/office/drawing/2014/main" id="{2778B864-0B04-63D4-CC27-3F5C26FA8A76}"/>
                  </a:ext>
                </a:extLst>
              </p:cNvPr>
              <p:cNvSpPr/>
              <p:nvPr/>
            </p:nvSpPr>
            <p:spPr>
              <a:xfrm>
                <a:off x="6216416" y="698707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2" name="Freeform 2271">
                <a:extLst>
                  <a:ext uri="{FF2B5EF4-FFF2-40B4-BE49-F238E27FC236}">
                    <a16:creationId xmlns:a16="http://schemas.microsoft.com/office/drawing/2014/main" id="{50E8B56F-1821-CA44-02CC-4DE2E01603B0}"/>
                  </a:ext>
                </a:extLst>
              </p:cNvPr>
              <p:cNvSpPr/>
              <p:nvPr/>
            </p:nvSpPr>
            <p:spPr>
              <a:xfrm>
                <a:off x="6378723" y="698707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3" name="Freeform 2272">
                <a:extLst>
                  <a:ext uri="{FF2B5EF4-FFF2-40B4-BE49-F238E27FC236}">
                    <a16:creationId xmlns:a16="http://schemas.microsoft.com/office/drawing/2014/main" id="{EEE0EA8D-973D-E547-45A3-9549439FA00A}"/>
                  </a:ext>
                </a:extLst>
              </p:cNvPr>
              <p:cNvSpPr/>
              <p:nvPr/>
            </p:nvSpPr>
            <p:spPr>
              <a:xfrm>
                <a:off x="6541028" y="698707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4" name="Freeform 2273">
                <a:extLst>
                  <a:ext uri="{FF2B5EF4-FFF2-40B4-BE49-F238E27FC236}">
                    <a16:creationId xmlns:a16="http://schemas.microsoft.com/office/drawing/2014/main" id="{729B0DC1-0D51-65CE-DC63-009056859DB0}"/>
                  </a:ext>
                </a:extLst>
              </p:cNvPr>
              <p:cNvSpPr/>
              <p:nvPr/>
            </p:nvSpPr>
            <p:spPr>
              <a:xfrm>
                <a:off x="6703334" y="6987074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890"/>
              </a:p>
            </p:txBody>
          </p:sp>
          <p:sp>
            <p:nvSpPr>
              <p:cNvPr id="2275" name="TextBox 2274">
                <a:extLst>
                  <a:ext uri="{FF2B5EF4-FFF2-40B4-BE49-F238E27FC236}">
                    <a16:creationId xmlns:a16="http://schemas.microsoft.com/office/drawing/2014/main" id="{14A8D340-E80F-222F-1FDC-DF2E1AD27903}"/>
                  </a:ext>
                </a:extLst>
              </p:cNvPr>
              <p:cNvSpPr txBox="1"/>
              <p:nvPr/>
            </p:nvSpPr>
            <p:spPr>
              <a:xfrm>
                <a:off x="5913982" y="6982928"/>
                <a:ext cx="280256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2276" name="TextBox 2275">
                <a:extLst>
                  <a:ext uri="{FF2B5EF4-FFF2-40B4-BE49-F238E27FC236}">
                    <a16:creationId xmlns:a16="http://schemas.microsoft.com/office/drawing/2014/main" id="{0541389D-B244-A863-1689-C15056C1549B}"/>
                  </a:ext>
                </a:extLst>
              </p:cNvPr>
              <p:cNvSpPr txBox="1"/>
              <p:nvPr/>
            </p:nvSpPr>
            <p:spPr>
              <a:xfrm>
                <a:off x="6104280" y="6982928"/>
                <a:ext cx="22427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2277" name="TextBox 2276">
                <a:extLst>
                  <a:ext uri="{FF2B5EF4-FFF2-40B4-BE49-F238E27FC236}">
                    <a16:creationId xmlns:a16="http://schemas.microsoft.com/office/drawing/2014/main" id="{174F197C-D01F-CFAE-757F-5D74BAFD8455}"/>
                  </a:ext>
                </a:extLst>
              </p:cNvPr>
              <p:cNvSpPr txBox="1"/>
              <p:nvPr/>
            </p:nvSpPr>
            <p:spPr>
              <a:xfrm>
                <a:off x="6237745" y="6982928"/>
                <a:ext cx="281954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2278" name="TextBox 2277">
                <a:extLst>
                  <a:ext uri="{FF2B5EF4-FFF2-40B4-BE49-F238E27FC236}">
                    <a16:creationId xmlns:a16="http://schemas.microsoft.com/office/drawing/2014/main" id="{EEE72757-6F2B-7A57-EE6D-6BF080198D0A}"/>
                  </a:ext>
                </a:extLst>
              </p:cNvPr>
              <p:cNvSpPr txBox="1"/>
              <p:nvPr/>
            </p:nvSpPr>
            <p:spPr>
              <a:xfrm>
                <a:off x="6374604" y="6982928"/>
                <a:ext cx="332848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2279" name="TextBox 2278">
                <a:extLst>
                  <a:ext uri="{FF2B5EF4-FFF2-40B4-BE49-F238E27FC236}">
                    <a16:creationId xmlns:a16="http://schemas.microsoft.com/office/drawing/2014/main" id="{29448229-6F32-2DDF-67C7-B7BFE8E29E80}"/>
                  </a:ext>
                </a:extLst>
              </p:cNvPr>
              <p:cNvSpPr txBox="1"/>
              <p:nvPr/>
            </p:nvSpPr>
            <p:spPr>
              <a:xfrm>
                <a:off x="6574232" y="6982928"/>
                <a:ext cx="258203" cy="2208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2282" name="TextBox 2281">
                <a:extLst>
                  <a:ext uri="{FF2B5EF4-FFF2-40B4-BE49-F238E27FC236}">
                    <a16:creationId xmlns:a16="http://schemas.microsoft.com/office/drawing/2014/main" id="{428CBB56-D548-5204-3EC6-42FC2199A208}"/>
                  </a:ext>
                </a:extLst>
              </p:cNvPr>
              <p:cNvSpPr txBox="1"/>
              <p:nvPr/>
            </p:nvSpPr>
            <p:spPr>
              <a:xfrm>
                <a:off x="5831634" y="6007654"/>
                <a:ext cx="1121704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45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24_Vs-m_Mixed</a:t>
                </a:r>
              </a:p>
            </p:txBody>
          </p:sp>
        </p:grpSp>
      </p:grpSp>
      <p:sp>
        <p:nvSpPr>
          <p:cNvPr id="2447" name="TextBox 2446">
            <a:extLst>
              <a:ext uri="{FF2B5EF4-FFF2-40B4-BE49-F238E27FC236}">
                <a16:creationId xmlns:a16="http://schemas.microsoft.com/office/drawing/2014/main" id="{DE8B6C09-F0BB-7290-E72F-66A7AAA46D98}"/>
              </a:ext>
            </a:extLst>
          </p:cNvPr>
          <p:cNvSpPr txBox="1"/>
          <p:nvPr/>
        </p:nvSpPr>
        <p:spPr>
          <a:xfrm>
            <a:off x="-913" y="2908481"/>
            <a:ext cx="6516588" cy="26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34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Neurons</a:t>
            </a:r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D7936FCA-ED50-C9FE-989E-8C3BEE4E332F}"/>
              </a:ext>
            </a:extLst>
          </p:cNvPr>
          <p:cNvSpPr txBox="1"/>
          <p:nvPr/>
        </p:nvSpPr>
        <p:spPr>
          <a:xfrm>
            <a:off x="-23519" y="273852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2" name="TextBox 2451">
            <a:extLst>
              <a:ext uri="{FF2B5EF4-FFF2-40B4-BE49-F238E27FC236}">
                <a16:creationId xmlns:a16="http://schemas.microsoft.com/office/drawing/2014/main" id="{891CFFAF-7B6F-A37D-C5E7-607514AF317D}"/>
              </a:ext>
            </a:extLst>
          </p:cNvPr>
          <p:cNvSpPr txBox="1"/>
          <p:nvPr/>
        </p:nvSpPr>
        <p:spPr>
          <a:xfrm>
            <a:off x="18074" y="2908482"/>
            <a:ext cx="282036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97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1E6CF9-BF28-360C-1ED3-5508FE52ADB0}"/>
              </a:ext>
            </a:extLst>
          </p:cNvPr>
          <p:cNvSpPr/>
          <p:nvPr/>
        </p:nvSpPr>
        <p:spPr>
          <a:xfrm>
            <a:off x="-193890" y="-51389"/>
            <a:ext cx="6400800" cy="2514600"/>
          </a:xfrm>
          <a:prstGeom prst="rect">
            <a:avLst/>
          </a:prstGeom>
          <a:noFill/>
          <a:ln w="12700" cap="rnd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5892" name="Group 5891">
            <a:extLst>
              <a:ext uri="{FF2B5EF4-FFF2-40B4-BE49-F238E27FC236}">
                <a16:creationId xmlns:a16="http://schemas.microsoft.com/office/drawing/2014/main" id="{D9FA3945-DEE9-741A-47E2-695AD89C7F3B}"/>
              </a:ext>
            </a:extLst>
          </p:cNvPr>
          <p:cNvGrpSpPr/>
          <p:nvPr/>
        </p:nvGrpSpPr>
        <p:grpSpPr>
          <a:xfrm>
            <a:off x="4657866" y="2332171"/>
            <a:ext cx="1312008" cy="943281"/>
            <a:chOff x="4321111" y="493421"/>
            <a:chExt cx="1312008" cy="943281"/>
          </a:xfrm>
        </p:grpSpPr>
        <p:sp>
          <p:nvSpPr>
            <p:cNvPr id="5893" name="TextBox 5892">
              <a:extLst>
                <a:ext uri="{FF2B5EF4-FFF2-40B4-BE49-F238E27FC236}">
                  <a16:creationId xmlns:a16="http://schemas.microsoft.com/office/drawing/2014/main" id="{CB0A63E5-DD5D-EE87-8478-D2D17AB76E52}"/>
                </a:ext>
              </a:extLst>
            </p:cNvPr>
            <p:cNvSpPr txBox="1"/>
            <p:nvPr/>
          </p:nvSpPr>
          <p:spPr>
            <a:xfrm>
              <a:off x="4321111" y="493421"/>
              <a:ext cx="120086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b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Label</a:t>
              </a:r>
            </a:p>
          </p:txBody>
        </p:sp>
        <p:sp>
          <p:nvSpPr>
            <p:cNvPr id="5894" name="Rectangle 5893">
              <a:extLst>
                <a:ext uri="{FF2B5EF4-FFF2-40B4-BE49-F238E27FC236}">
                  <a16:creationId xmlns:a16="http://schemas.microsoft.com/office/drawing/2014/main" id="{61A0BB23-49BA-C972-D9FD-D0F28105A74F}"/>
                </a:ext>
              </a:extLst>
            </p:cNvPr>
            <p:cNvSpPr/>
            <p:nvPr/>
          </p:nvSpPr>
          <p:spPr>
            <a:xfrm>
              <a:off x="4412551" y="699577"/>
              <a:ext cx="181990" cy="181990"/>
            </a:xfrm>
            <a:prstGeom prst="rect">
              <a:avLst/>
            </a:prstGeom>
            <a:solidFill>
              <a:srgbClr val="7BAFDE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endParaRPr lang="en-US" sz="2000" dirty="0"/>
            </a:p>
          </p:txBody>
        </p:sp>
        <p:sp>
          <p:nvSpPr>
            <p:cNvPr id="5895" name="Rectangle 5894">
              <a:extLst>
                <a:ext uri="{FF2B5EF4-FFF2-40B4-BE49-F238E27FC236}">
                  <a16:creationId xmlns:a16="http://schemas.microsoft.com/office/drawing/2014/main" id="{BC30CF17-72F9-81D7-43B9-52D879AD8D7A}"/>
                </a:ext>
              </a:extLst>
            </p:cNvPr>
            <p:cNvSpPr/>
            <p:nvPr/>
          </p:nvSpPr>
          <p:spPr>
            <a:xfrm>
              <a:off x="4412551" y="881568"/>
              <a:ext cx="181990" cy="181990"/>
            </a:xfrm>
            <a:prstGeom prst="rect">
              <a:avLst/>
            </a:prstGeom>
            <a:solidFill>
              <a:srgbClr val="1965B0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endParaRPr lang="en-US" sz="2000"/>
            </a:p>
          </p:txBody>
        </p:sp>
        <p:sp>
          <p:nvSpPr>
            <p:cNvPr id="5896" name="Rectangle 5895">
              <a:extLst>
                <a:ext uri="{FF2B5EF4-FFF2-40B4-BE49-F238E27FC236}">
                  <a16:creationId xmlns:a16="http://schemas.microsoft.com/office/drawing/2014/main" id="{8F436CBF-6024-0E6A-5505-3A6552F5D8EA}"/>
                </a:ext>
              </a:extLst>
            </p:cNvPr>
            <p:cNvSpPr/>
            <p:nvPr/>
          </p:nvSpPr>
          <p:spPr>
            <a:xfrm>
              <a:off x="4412551" y="1063559"/>
              <a:ext cx="181990" cy="181991"/>
            </a:xfrm>
            <a:prstGeom prst="rect">
              <a:avLst/>
            </a:prstGeom>
            <a:solidFill>
              <a:schemeClr val="tx1"/>
            </a:solidFill>
            <a:ln w="9525" cap="rnd">
              <a:noFill/>
              <a:prstDash val="solid"/>
              <a:round/>
            </a:ln>
          </p:spPr>
          <p:txBody>
            <a:bodyPr/>
            <a:lstStyle/>
            <a:p>
              <a:endParaRPr lang="en-US" sz="2000"/>
            </a:p>
          </p:txBody>
        </p:sp>
        <p:sp>
          <p:nvSpPr>
            <p:cNvPr id="5897" name="Rectangle 5896">
              <a:extLst>
                <a:ext uri="{FF2B5EF4-FFF2-40B4-BE49-F238E27FC236}">
                  <a16:creationId xmlns:a16="http://schemas.microsoft.com/office/drawing/2014/main" id="{0D931227-5CD6-A553-5909-ECF416D52143}"/>
                </a:ext>
              </a:extLst>
            </p:cNvPr>
            <p:cNvSpPr/>
            <p:nvPr/>
          </p:nvSpPr>
          <p:spPr>
            <a:xfrm>
              <a:off x="4416925" y="1241777"/>
              <a:ext cx="174850" cy="174850"/>
            </a:xfrm>
            <a:prstGeom prst="rect">
              <a:avLst/>
            </a:prstGeom>
            <a:noFill/>
            <a:ln w="9525" cap="rnd">
              <a:solidFill>
                <a:schemeClr val="tx1"/>
              </a:solidFill>
              <a:prstDash val="solid"/>
              <a:round/>
            </a:ln>
          </p:spPr>
          <p:txBody>
            <a:bodyPr/>
            <a:lstStyle/>
            <a:p>
              <a:endParaRPr lang="en-US" sz="2000"/>
            </a:p>
          </p:txBody>
        </p:sp>
        <p:sp>
          <p:nvSpPr>
            <p:cNvPr id="5898" name="TextBox 5897">
              <a:extLst>
                <a:ext uri="{FF2B5EF4-FFF2-40B4-BE49-F238E27FC236}">
                  <a16:creationId xmlns:a16="http://schemas.microsoft.com/office/drawing/2014/main" id="{538121E4-A1DD-2570-2F9D-156CC2929F01}"/>
                </a:ext>
              </a:extLst>
            </p:cNvPr>
            <p:cNvSpPr txBox="1"/>
            <p:nvPr/>
          </p:nvSpPr>
          <p:spPr>
            <a:xfrm>
              <a:off x="4539550" y="675412"/>
              <a:ext cx="6783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Late Down</a:t>
              </a:r>
            </a:p>
          </p:txBody>
        </p:sp>
        <p:sp>
          <p:nvSpPr>
            <p:cNvPr id="5899" name="TextBox 5898">
              <a:extLst>
                <a:ext uri="{FF2B5EF4-FFF2-40B4-BE49-F238E27FC236}">
                  <a16:creationId xmlns:a16="http://schemas.microsoft.com/office/drawing/2014/main" id="{B9D6CC71-9675-4C3F-4BB1-E2E2A845C206}"/>
                </a:ext>
              </a:extLst>
            </p:cNvPr>
            <p:cNvSpPr txBox="1"/>
            <p:nvPr/>
          </p:nvSpPr>
          <p:spPr>
            <a:xfrm>
              <a:off x="4539550" y="857276"/>
              <a:ext cx="54694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Late Up</a:t>
              </a:r>
            </a:p>
          </p:txBody>
        </p:sp>
        <p:sp>
          <p:nvSpPr>
            <p:cNvPr id="5900" name="TextBox 5899">
              <a:extLst>
                <a:ext uri="{FF2B5EF4-FFF2-40B4-BE49-F238E27FC236}">
                  <a16:creationId xmlns:a16="http://schemas.microsoft.com/office/drawing/2014/main" id="{9D1C441D-1144-B837-4D6E-2A86DD81BAB6}"/>
                </a:ext>
              </a:extLst>
            </p:cNvPr>
            <p:cNvSpPr txBox="1"/>
            <p:nvPr/>
          </p:nvSpPr>
          <p:spPr>
            <a:xfrm>
              <a:off x="4539550" y="1039267"/>
              <a:ext cx="109356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Progressively Down</a:t>
              </a:r>
            </a:p>
          </p:txBody>
        </p:sp>
        <p:sp>
          <p:nvSpPr>
            <p:cNvPr id="5901" name="TextBox 5900">
              <a:extLst>
                <a:ext uri="{FF2B5EF4-FFF2-40B4-BE49-F238E27FC236}">
                  <a16:creationId xmlns:a16="http://schemas.microsoft.com/office/drawing/2014/main" id="{9A02CD32-4618-FD66-5FCA-54CD4E3CE193}"/>
                </a:ext>
              </a:extLst>
            </p:cNvPr>
            <p:cNvSpPr txBox="1"/>
            <p:nvPr/>
          </p:nvSpPr>
          <p:spPr>
            <a:xfrm>
              <a:off x="4539550" y="1221258"/>
              <a:ext cx="96212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Progressively Up</a:t>
              </a:r>
            </a:p>
          </p:txBody>
        </p:sp>
      </p:grpSp>
      <p:grpSp>
        <p:nvGrpSpPr>
          <p:cNvPr id="5902" name="Group 5901">
            <a:extLst>
              <a:ext uri="{FF2B5EF4-FFF2-40B4-BE49-F238E27FC236}">
                <a16:creationId xmlns:a16="http://schemas.microsoft.com/office/drawing/2014/main" id="{9F0247F6-4F9D-93B5-7267-CAA8A4768F4A}"/>
              </a:ext>
            </a:extLst>
          </p:cNvPr>
          <p:cNvGrpSpPr/>
          <p:nvPr/>
        </p:nvGrpSpPr>
        <p:grpSpPr>
          <a:xfrm>
            <a:off x="2991230" y="2334494"/>
            <a:ext cx="1440459" cy="469318"/>
            <a:chOff x="3104699" y="4443932"/>
            <a:chExt cx="1524445" cy="496681"/>
          </a:xfrm>
        </p:grpSpPr>
        <p:sp>
          <p:nvSpPr>
            <p:cNvPr id="5903" name="TextBox 5902">
              <a:extLst>
                <a:ext uri="{FF2B5EF4-FFF2-40B4-BE49-F238E27FC236}">
                  <a16:creationId xmlns:a16="http://schemas.microsoft.com/office/drawing/2014/main" id="{F99471CC-C486-BE60-8E8B-34A3EB3AA1EC}"/>
                </a:ext>
              </a:extLst>
            </p:cNvPr>
            <p:cNvSpPr txBox="1"/>
            <p:nvPr/>
          </p:nvSpPr>
          <p:spPr>
            <a:xfrm>
              <a:off x="3194249" y="4443932"/>
              <a:ext cx="1141730" cy="2687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Type</a:t>
              </a:r>
            </a:p>
          </p:txBody>
        </p:sp>
        <p:grpSp>
          <p:nvGrpSpPr>
            <p:cNvPr id="5904" name="Group 5903">
              <a:extLst>
                <a:ext uri="{FF2B5EF4-FFF2-40B4-BE49-F238E27FC236}">
                  <a16:creationId xmlns:a16="http://schemas.microsoft.com/office/drawing/2014/main" id="{40F5C4F3-AD9F-8C12-D0F1-EB805F055DFF}"/>
                </a:ext>
              </a:extLst>
            </p:cNvPr>
            <p:cNvGrpSpPr/>
            <p:nvPr/>
          </p:nvGrpSpPr>
          <p:grpSpPr>
            <a:xfrm>
              <a:off x="3104699" y="4671893"/>
              <a:ext cx="1524445" cy="268720"/>
              <a:chOff x="3104699" y="4671893"/>
              <a:chExt cx="1524445" cy="268720"/>
            </a:xfrm>
          </p:grpSpPr>
          <p:sp>
            <p:nvSpPr>
              <p:cNvPr id="5905" name="TextBox 5904">
                <a:extLst>
                  <a:ext uri="{FF2B5EF4-FFF2-40B4-BE49-F238E27FC236}">
                    <a16:creationId xmlns:a16="http://schemas.microsoft.com/office/drawing/2014/main" id="{153FC103-9618-D198-D60B-C08ED7C57E8A}"/>
                  </a:ext>
                </a:extLst>
              </p:cNvPr>
              <p:cNvSpPr txBox="1"/>
              <p:nvPr/>
            </p:nvSpPr>
            <p:spPr>
              <a:xfrm>
                <a:off x="3104699" y="4671893"/>
                <a:ext cx="252437" cy="26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050">
                    <a:solidFill>
                      <a:srgbClr val="202122"/>
                    </a:solidFill>
                    <a:latin typeface="Arial" panose="020B0604020202020204" pitchFamily="34" charset="0"/>
                  </a:rPr>
                  <a:t>†</a:t>
                </a:r>
                <a:endParaRPr lang="en-US" sz="1050"/>
              </a:p>
            </p:txBody>
          </p:sp>
          <p:sp>
            <p:nvSpPr>
              <p:cNvPr id="5907" name="TextBox 5906">
                <a:extLst>
                  <a:ext uri="{FF2B5EF4-FFF2-40B4-BE49-F238E27FC236}">
                    <a16:creationId xmlns:a16="http://schemas.microsoft.com/office/drawing/2014/main" id="{D545D085-BC78-E529-9CFC-86E4867E9C7E}"/>
                  </a:ext>
                </a:extLst>
              </p:cNvPr>
              <p:cNvSpPr txBox="1"/>
              <p:nvPr/>
            </p:nvSpPr>
            <p:spPr>
              <a:xfrm>
                <a:off x="3230916" y="4676414"/>
                <a:ext cx="1398228" cy="260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Transcription Factor</a:t>
                </a:r>
              </a:p>
            </p:txBody>
          </p:sp>
        </p:grpSp>
      </p:grpSp>
      <p:grpSp>
        <p:nvGrpSpPr>
          <p:cNvPr id="6527" name="Group 6526">
            <a:extLst>
              <a:ext uri="{FF2B5EF4-FFF2-40B4-BE49-F238E27FC236}">
                <a16:creationId xmlns:a16="http://schemas.microsoft.com/office/drawing/2014/main" id="{13FF6392-317F-A281-C8E7-3B5FF63C52FD}"/>
              </a:ext>
            </a:extLst>
          </p:cNvPr>
          <p:cNvGrpSpPr/>
          <p:nvPr/>
        </p:nvGrpSpPr>
        <p:grpSpPr>
          <a:xfrm>
            <a:off x="218942" y="87152"/>
            <a:ext cx="5797470" cy="2430733"/>
            <a:chOff x="218942" y="-51389"/>
            <a:chExt cx="5797470" cy="243073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FDEF6BD-7D77-D7D5-BF48-DEC43C7F0F25}"/>
                </a:ext>
              </a:extLst>
            </p:cNvPr>
            <p:cNvGrpSpPr/>
            <p:nvPr/>
          </p:nvGrpSpPr>
          <p:grpSpPr>
            <a:xfrm rot="16200000">
              <a:off x="-40204" y="649942"/>
              <a:ext cx="810359" cy="292068"/>
              <a:chOff x="349285" y="2345497"/>
              <a:chExt cx="2519305" cy="292068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2C4780F-6D35-19CF-0EE1-9FECCB89596F}"/>
                  </a:ext>
                </a:extLst>
              </p:cNvPr>
              <p:cNvSpPr txBox="1"/>
              <p:nvPr/>
            </p:nvSpPr>
            <p:spPr>
              <a:xfrm rot="5400000">
                <a:off x="519927" y="2174855"/>
                <a:ext cx="292068" cy="6333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754A027-5056-2654-973E-8AF3FE2E08E5}"/>
                  </a:ext>
                </a:extLst>
              </p:cNvPr>
              <p:cNvSpPr txBox="1"/>
              <p:nvPr/>
            </p:nvSpPr>
            <p:spPr>
              <a:xfrm rot="5400000">
                <a:off x="1498968" y="2176886"/>
                <a:ext cx="219932" cy="6333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2AA171E-BA72-9000-7FBB-827F7A9323A7}"/>
                  </a:ext>
                </a:extLst>
              </p:cNvPr>
              <p:cNvSpPr txBox="1"/>
              <p:nvPr/>
            </p:nvSpPr>
            <p:spPr>
              <a:xfrm rot="5400000">
                <a:off x="2420309" y="2173128"/>
                <a:ext cx="263214" cy="6333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</p:grpSp>
        <p:grpSp>
          <p:nvGrpSpPr>
            <p:cNvPr id="6526" name="Group 6525">
              <a:extLst>
                <a:ext uri="{FF2B5EF4-FFF2-40B4-BE49-F238E27FC236}">
                  <a16:creationId xmlns:a16="http://schemas.microsoft.com/office/drawing/2014/main" id="{4ECFFA48-D337-E790-A23A-24C1BB0375B3}"/>
                </a:ext>
              </a:extLst>
            </p:cNvPr>
            <p:cNvGrpSpPr/>
            <p:nvPr/>
          </p:nvGrpSpPr>
          <p:grpSpPr>
            <a:xfrm>
              <a:off x="493498" y="-51389"/>
              <a:ext cx="5522914" cy="2430733"/>
              <a:chOff x="493498" y="-51389"/>
              <a:chExt cx="5522914" cy="243073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5321E4-D3C8-0BFD-6FF9-DED74F7FDA9B}"/>
                  </a:ext>
                </a:extLst>
              </p:cNvPr>
              <p:cNvSpPr txBox="1"/>
              <p:nvPr/>
            </p:nvSpPr>
            <p:spPr>
              <a:xfrm>
                <a:off x="493498" y="-51389"/>
                <a:ext cx="5522913" cy="2423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75" b="1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1_RGC DARs — Mean Z-Score by Phase</a:t>
                </a: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7628AA3B-3829-9B81-D23A-B15B02D1A2F1}"/>
                  </a:ext>
                </a:extLst>
              </p:cNvPr>
              <p:cNvGrpSpPr/>
              <p:nvPr/>
            </p:nvGrpSpPr>
            <p:grpSpPr>
              <a:xfrm rot="16200000">
                <a:off x="3229519" y="-2493793"/>
                <a:ext cx="82880" cy="5490906"/>
                <a:chOff x="223837" y="563052"/>
                <a:chExt cx="127000" cy="1835784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7CB19F09-6847-B258-78AC-79E21C7A6A7C}"/>
                    </a:ext>
                  </a:extLst>
                </p:cNvPr>
                <p:cNvSpPr/>
                <p:nvPr/>
              </p:nvSpPr>
              <p:spPr>
                <a:xfrm>
                  <a:off x="223837" y="563052"/>
                  <a:ext cx="127000" cy="166878"/>
                </a:xfrm>
                <a:prstGeom prst="rect">
                  <a:avLst/>
                </a:prstGeom>
                <a:solidFill>
                  <a:srgbClr val="7BAFD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E32CAC2A-3E16-B658-668E-627C44EE7776}"/>
                    </a:ext>
                  </a:extLst>
                </p:cNvPr>
                <p:cNvSpPr/>
                <p:nvPr/>
              </p:nvSpPr>
              <p:spPr>
                <a:xfrm>
                  <a:off x="223837" y="730057"/>
                  <a:ext cx="127000" cy="166878"/>
                </a:xfrm>
                <a:prstGeom prst="rect">
                  <a:avLst/>
                </a:prstGeom>
                <a:solidFill>
                  <a:srgbClr val="7BAFD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4A7503CD-9798-1E9E-9E57-D27F719096F7}"/>
                    </a:ext>
                  </a:extLst>
                </p:cNvPr>
                <p:cNvSpPr/>
                <p:nvPr/>
              </p:nvSpPr>
              <p:spPr>
                <a:xfrm>
                  <a:off x="223837" y="896935"/>
                  <a:ext cx="127000" cy="166878"/>
                </a:xfrm>
                <a:prstGeom prst="rect">
                  <a:avLst/>
                </a:prstGeom>
                <a:solidFill>
                  <a:srgbClr val="7BAFD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F32A3BCE-800D-98E6-F25A-0AA05ED40E55}"/>
                    </a:ext>
                  </a:extLst>
                </p:cNvPr>
                <p:cNvSpPr/>
                <p:nvPr/>
              </p:nvSpPr>
              <p:spPr>
                <a:xfrm>
                  <a:off x="223837" y="1063813"/>
                  <a:ext cx="127000" cy="166878"/>
                </a:xfrm>
                <a:prstGeom prst="rect">
                  <a:avLst/>
                </a:prstGeom>
                <a:solidFill>
                  <a:srgbClr val="7BAFDE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C53E0C31-C8BB-6C77-0AED-FC7EDE666939}"/>
                    </a:ext>
                  </a:extLst>
                </p:cNvPr>
                <p:cNvSpPr/>
                <p:nvPr/>
              </p:nvSpPr>
              <p:spPr>
                <a:xfrm>
                  <a:off x="223837" y="1230691"/>
                  <a:ext cx="127000" cy="166878"/>
                </a:xfrm>
                <a:prstGeom prst="rect">
                  <a:avLst/>
                </a:prstGeom>
                <a:solidFill>
                  <a:srgbClr val="1965B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E8FE8E6-AD74-0197-3E6F-1106225A582E}"/>
                    </a:ext>
                  </a:extLst>
                </p:cNvPr>
                <p:cNvSpPr/>
                <p:nvPr/>
              </p:nvSpPr>
              <p:spPr>
                <a:xfrm>
                  <a:off x="223837" y="1397569"/>
                  <a:ext cx="127000" cy="166878"/>
                </a:xfrm>
                <a:prstGeom prst="rect">
                  <a:avLst/>
                </a:prstGeom>
                <a:solidFill>
                  <a:srgbClr val="1965B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C63550A7-DD04-6196-22BD-EC70BD4568F0}"/>
                    </a:ext>
                  </a:extLst>
                </p:cNvPr>
                <p:cNvSpPr/>
                <p:nvPr/>
              </p:nvSpPr>
              <p:spPr>
                <a:xfrm>
                  <a:off x="223837" y="1564447"/>
                  <a:ext cx="127000" cy="166878"/>
                </a:xfrm>
                <a:prstGeom prst="rect">
                  <a:avLst/>
                </a:prstGeom>
                <a:solidFill>
                  <a:srgbClr val="1965B0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88" name="Rectangle 5887">
                  <a:extLst>
                    <a:ext uri="{FF2B5EF4-FFF2-40B4-BE49-F238E27FC236}">
                      <a16:creationId xmlns:a16="http://schemas.microsoft.com/office/drawing/2014/main" id="{C6EBD34F-F736-180B-3CFD-C34333B59ABB}"/>
                    </a:ext>
                  </a:extLst>
                </p:cNvPr>
                <p:cNvSpPr/>
                <p:nvPr/>
              </p:nvSpPr>
              <p:spPr>
                <a:xfrm>
                  <a:off x="223837" y="1731325"/>
                  <a:ext cx="127000" cy="166878"/>
                </a:xfrm>
                <a:prstGeom prst="rect">
                  <a:avLst/>
                </a:prstGeom>
                <a:solidFill>
                  <a:schemeClr val="tx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89" name="Rectangle 5888">
                  <a:extLst>
                    <a:ext uri="{FF2B5EF4-FFF2-40B4-BE49-F238E27FC236}">
                      <a16:creationId xmlns:a16="http://schemas.microsoft.com/office/drawing/2014/main" id="{4B4388D1-F9F6-4E81-EAF6-7385ADE1F08E}"/>
                    </a:ext>
                  </a:extLst>
                </p:cNvPr>
                <p:cNvSpPr/>
                <p:nvPr/>
              </p:nvSpPr>
              <p:spPr>
                <a:xfrm>
                  <a:off x="223837" y="1898203"/>
                  <a:ext cx="127000" cy="166878"/>
                </a:xfrm>
                <a:prstGeom prst="rect">
                  <a:avLst/>
                </a:prstGeom>
                <a:solidFill>
                  <a:schemeClr val="tx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90" name="Rectangle 5889">
                  <a:extLst>
                    <a:ext uri="{FF2B5EF4-FFF2-40B4-BE49-F238E27FC236}">
                      <a16:creationId xmlns:a16="http://schemas.microsoft.com/office/drawing/2014/main" id="{4DB7B695-6336-DCC0-E17F-05A1F0845F5D}"/>
                    </a:ext>
                  </a:extLst>
                </p:cNvPr>
                <p:cNvSpPr/>
                <p:nvPr/>
              </p:nvSpPr>
              <p:spPr>
                <a:xfrm>
                  <a:off x="223837" y="2065080"/>
                  <a:ext cx="127000" cy="166878"/>
                </a:xfrm>
                <a:prstGeom prst="rect">
                  <a:avLst/>
                </a:prstGeom>
                <a:solidFill>
                  <a:schemeClr val="tx1"/>
                </a:solidFill>
                <a:ln w="9525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91" name="Rectangle 5890">
                  <a:extLst>
                    <a:ext uri="{FF2B5EF4-FFF2-40B4-BE49-F238E27FC236}">
                      <a16:creationId xmlns:a16="http://schemas.microsoft.com/office/drawing/2014/main" id="{B62462F6-CCFF-1EFE-D363-681F37717391}"/>
                    </a:ext>
                  </a:extLst>
                </p:cNvPr>
                <p:cNvSpPr/>
                <p:nvPr/>
              </p:nvSpPr>
              <p:spPr>
                <a:xfrm>
                  <a:off x="233566" y="2231959"/>
                  <a:ext cx="110681" cy="166877"/>
                </a:xfrm>
                <a:prstGeom prst="rect">
                  <a:avLst/>
                </a:prstGeom>
                <a:noFill/>
                <a:ln w="9525" cap="rnd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525" name="Group 6524">
                <a:extLst>
                  <a:ext uri="{FF2B5EF4-FFF2-40B4-BE49-F238E27FC236}">
                    <a16:creationId xmlns:a16="http://schemas.microsoft.com/office/drawing/2014/main" id="{17EDB416-CAAD-AEE6-E628-AFADA5D27DE8}"/>
                  </a:ext>
                </a:extLst>
              </p:cNvPr>
              <p:cNvGrpSpPr/>
              <p:nvPr/>
            </p:nvGrpSpPr>
            <p:grpSpPr>
              <a:xfrm>
                <a:off x="525429" y="390795"/>
                <a:ext cx="5447030" cy="1988549"/>
                <a:chOff x="525429" y="390795"/>
                <a:chExt cx="5447030" cy="1988549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BD595AC-E3F9-7474-8A9D-59F9314A05FD}"/>
                    </a:ext>
                  </a:extLst>
                </p:cNvPr>
                <p:cNvGrpSpPr/>
                <p:nvPr/>
              </p:nvGrpSpPr>
              <p:grpSpPr>
                <a:xfrm rot="16200000">
                  <a:off x="2833446" y="-1917222"/>
                  <a:ext cx="830996" cy="5447030"/>
                  <a:chOff x="388937" y="563052"/>
                  <a:chExt cx="2828925" cy="1835784"/>
                </a:xfrm>
              </p:grpSpPr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CAE6167A-C8D3-2FB3-83A5-618D2020A265}"/>
                      </a:ext>
                    </a:extLst>
                  </p:cNvPr>
                  <p:cNvSpPr/>
                  <p:nvPr/>
                </p:nvSpPr>
                <p:spPr>
                  <a:xfrm>
                    <a:off x="388937" y="563052"/>
                    <a:ext cx="942975" cy="166878"/>
                  </a:xfrm>
                  <a:prstGeom prst="rect">
                    <a:avLst/>
                  </a:prstGeom>
                  <a:solidFill>
                    <a:srgbClr val="EE888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7662C14-E0D4-3150-DC13-6A28DFE1D2A7}"/>
                      </a:ext>
                    </a:extLst>
                  </p:cNvPr>
                  <p:cNvSpPr/>
                  <p:nvPr/>
                </p:nvSpPr>
                <p:spPr>
                  <a:xfrm>
                    <a:off x="388937" y="730057"/>
                    <a:ext cx="942975" cy="166878"/>
                  </a:xfrm>
                  <a:prstGeom prst="rect">
                    <a:avLst/>
                  </a:prstGeom>
                  <a:solidFill>
                    <a:srgbClr val="E0EAF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3B098839-32A8-FD13-7A2D-BF1EDE933794}"/>
                      </a:ext>
                    </a:extLst>
                  </p:cNvPr>
                  <p:cNvSpPr/>
                  <p:nvPr/>
                </p:nvSpPr>
                <p:spPr>
                  <a:xfrm>
                    <a:off x="388937" y="896935"/>
                    <a:ext cx="942975" cy="166878"/>
                  </a:xfrm>
                  <a:prstGeom prst="rect">
                    <a:avLst/>
                  </a:prstGeom>
                  <a:solidFill>
                    <a:srgbClr val="FDF2F2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8B317BE-4AAA-A5C6-B6F0-6240FC7055ED}"/>
                      </a:ext>
                    </a:extLst>
                  </p:cNvPr>
                  <p:cNvSpPr/>
                  <p:nvPr/>
                </p:nvSpPr>
                <p:spPr>
                  <a:xfrm>
                    <a:off x="388937" y="1063813"/>
                    <a:ext cx="942975" cy="166878"/>
                  </a:xfrm>
                  <a:prstGeom prst="rect">
                    <a:avLst/>
                  </a:prstGeom>
                  <a:solidFill>
                    <a:srgbClr val="D2E1EF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CA962860-7F71-28EE-1F19-701AF3BE2B75}"/>
                      </a:ext>
                    </a:extLst>
                  </p:cNvPr>
                  <p:cNvSpPr/>
                  <p:nvPr/>
                </p:nvSpPr>
                <p:spPr>
                  <a:xfrm>
                    <a:off x="388937" y="1230691"/>
                    <a:ext cx="942975" cy="166878"/>
                  </a:xfrm>
                  <a:prstGeom prst="rect">
                    <a:avLst/>
                  </a:prstGeom>
                  <a:solidFill>
                    <a:srgbClr val="F6C4C6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A7BF06D4-2645-5045-C834-42AFB3661992}"/>
                      </a:ext>
                    </a:extLst>
                  </p:cNvPr>
                  <p:cNvSpPr/>
                  <p:nvPr/>
                </p:nvSpPr>
                <p:spPr>
                  <a:xfrm>
                    <a:off x="388937" y="1397569"/>
                    <a:ext cx="942975" cy="166878"/>
                  </a:xfrm>
                  <a:prstGeom prst="rect">
                    <a:avLst/>
                  </a:prstGeom>
                  <a:solidFill>
                    <a:srgbClr val="FDF2F2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5B8E8BFB-FD2F-D759-3A6A-8F16DE680BDF}"/>
                      </a:ext>
                    </a:extLst>
                  </p:cNvPr>
                  <p:cNvSpPr/>
                  <p:nvPr/>
                </p:nvSpPr>
                <p:spPr>
                  <a:xfrm>
                    <a:off x="388937" y="1564447"/>
                    <a:ext cx="942975" cy="166878"/>
                  </a:xfrm>
                  <a:prstGeom prst="rect">
                    <a:avLst/>
                  </a:prstGeom>
                  <a:solidFill>
                    <a:srgbClr val="E0EAF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22B2A50F-711A-8727-75FF-BF8AC8CEDF0F}"/>
                      </a:ext>
                    </a:extLst>
                  </p:cNvPr>
                  <p:cNvSpPr/>
                  <p:nvPr/>
                </p:nvSpPr>
                <p:spPr>
                  <a:xfrm>
                    <a:off x="388937" y="1731325"/>
                    <a:ext cx="942975" cy="166878"/>
                  </a:xfrm>
                  <a:prstGeom prst="rect">
                    <a:avLst/>
                  </a:prstGeom>
                  <a:solidFill>
                    <a:srgbClr val="ED8386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5F3E647F-F658-26F8-082D-CB05B8ABA9B0}"/>
                      </a:ext>
                    </a:extLst>
                  </p:cNvPr>
                  <p:cNvSpPr/>
                  <p:nvPr/>
                </p:nvSpPr>
                <p:spPr>
                  <a:xfrm>
                    <a:off x="388937" y="1898203"/>
                    <a:ext cx="942975" cy="166878"/>
                  </a:xfrm>
                  <a:prstGeom prst="rect">
                    <a:avLst/>
                  </a:prstGeom>
                  <a:solidFill>
                    <a:srgbClr val="EE888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B3E40F3A-2864-3512-0C72-6A10F047B1CF}"/>
                      </a:ext>
                    </a:extLst>
                  </p:cNvPr>
                  <p:cNvSpPr/>
                  <p:nvPr/>
                </p:nvSpPr>
                <p:spPr>
                  <a:xfrm>
                    <a:off x="388937" y="2065080"/>
                    <a:ext cx="942975" cy="166878"/>
                  </a:xfrm>
                  <a:prstGeom prst="rect">
                    <a:avLst/>
                  </a:prstGeom>
                  <a:solidFill>
                    <a:srgbClr val="EC797C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D1068791-0230-E1FD-3CEF-3C791F19017A}"/>
                      </a:ext>
                    </a:extLst>
                  </p:cNvPr>
                  <p:cNvSpPr/>
                  <p:nvPr/>
                </p:nvSpPr>
                <p:spPr>
                  <a:xfrm>
                    <a:off x="388937" y="2231959"/>
                    <a:ext cx="942975" cy="166877"/>
                  </a:xfrm>
                  <a:prstGeom prst="rect">
                    <a:avLst/>
                  </a:prstGeom>
                  <a:solidFill>
                    <a:srgbClr val="96B9D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289CC18-E557-F594-0509-F93912BA7A33}"/>
                      </a:ext>
                    </a:extLst>
                  </p:cNvPr>
                  <p:cNvSpPr/>
                  <p:nvPr/>
                </p:nvSpPr>
                <p:spPr>
                  <a:xfrm>
                    <a:off x="1331912" y="563052"/>
                    <a:ext cx="942975" cy="166878"/>
                  </a:xfrm>
                  <a:prstGeom prst="rect">
                    <a:avLst/>
                  </a:prstGeom>
                  <a:solidFill>
                    <a:srgbClr val="FCEDED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F50171C7-21D1-136D-1B58-ACDE77C82EC5}"/>
                      </a:ext>
                    </a:extLst>
                  </p:cNvPr>
                  <p:cNvSpPr/>
                  <p:nvPr/>
                </p:nvSpPr>
                <p:spPr>
                  <a:xfrm>
                    <a:off x="1331912" y="730057"/>
                    <a:ext cx="942975" cy="166878"/>
                  </a:xfrm>
                  <a:prstGeom prst="rect">
                    <a:avLst/>
                  </a:prstGeom>
                  <a:solidFill>
                    <a:srgbClr val="EB7478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2B920E8-F1B6-E306-8B5C-A7F107B4BFBB}"/>
                      </a:ext>
                    </a:extLst>
                  </p:cNvPr>
                  <p:cNvSpPr/>
                  <p:nvPr/>
                </p:nvSpPr>
                <p:spPr>
                  <a:xfrm>
                    <a:off x="1331912" y="896935"/>
                    <a:ext cx="942975" cy="166878"/>
                  </a:xfrm>
                  <a:prstGeom prst="rect">
                    <a:avLst/>
                  </a:prstGeom>
                  <a:solidFill>
                    <a:srgbClr val="EE888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CF34B9E-094D-1ED9-9CD6-35A90BD5F96E}"/>
                      </a:ext>
                    </a:extLst>
                  </p:cNvPr>
                  <p:cNvSpPr/>
                  <p:nvPr/>
                </p:nvSpPr>
                <p:spPr>
                  <a:xfrm>
                    <a:off x="1331912" y="1063813"/>
                    <a:ext cx="942975" cy="166878"/>
                  </a:xfrm>
                  <a:prstGeom prst="rect">
                    <a:avLst/>
                  </a:prstGeom>
                  <a:solidFill>
                    <a:srgbClr val="EA6F73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D27911D6-6954-DEFB-E879-630CD5D523BF}"/>
                      </a:ext>
                    </a:extLst>
                  </p:cNvPr>
                  <p:cNvSpPr/>
                  <p:nvPr/>
                </p:nvSpPr>
                <p:spPr>
                  <a:xfrm>
                    <a:off x="1331912" y="1230691"/>
                    <a:ext cx="942975" cy="166878"/>
                  </a:xfrm>
                  <a:prstGeom prst="rect">
                    <a:avLst/>
                  </a:prstGeom>
                  <a:solidFill>
                    <a:srgbClr val="7AA6D1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F92D426F-D241-DC73-E79B-A68C73AB5AB3}"/>
                      </a:ext>
                    </a:extLst>
                  </p:cNvPr>
                  <p:cNvSpPr/>
                  <p:nvPr/>
                </p:nvSpPr>
                <p:spPr>
                  <a:xfrm>
                    <a:off x="1331912" y="1397569"/>
                    <a:ext cx="942975" cy="166878"/>
                  </a:xfrm>
                  <a:prstGeom prst="rect">
                    <a:avLst/>
                  </a:prstGeom>
                  <a:solidFill>
                    <a:srgbClr val="83ACD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47D2878D-6C78-B71D-954B-0B68A33F8BA0}"/>
                      </a:ext>
                    </a:extLst>
                  </p:cNvPr>
                  <p:cNvSpPr/>
                  <p:nvPr/>
                </p:nvSpPr>
                <p:spPr>
                  <a:xfrm>
                    <a:off x="1331912" y="1564447"/>
                    <a:ext cx="942975" cy="166878"/>
                  </a:xfrm>
                  <a:prstGeom prst="rect">
                    <a:avLst/>
                  </a:prstGeom>
                  <a:solidFill>
                    <a:srgbClr val="9BBCDC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2D729FD4-94F2-88A3-820F-0158AA0E131C}"/>
                      </a:ext>
                    </a:extLst>
                  </p:cNvPr>
                  <p:cNvSpPr/>
                  <p:nvPr/>
                </p:nvSpPr>
                <p:spPr>
                  <a:xfrm>
                    <a:off x="1331912" y="1731325"/>
                    <a:ext cx="942975" cy="166878"/>
                  </a:xfrm>
                  <a:prstGeom prst="rect">
                    <a:avLst/>
                  </a:prstGeom>
                  <a:solidFill>
                    <a:srgbClr val="FDF7F7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6F84C9F9-EF24-A2C0-FA3E-CDAE15B2AA5F}"/>
                      </a:ext>
                    </a:extLst>
                  </p:cNvPr>
                  <p:cNvSpPr/>
                  <p:nvPr/>
                </p:nvSpPr>
                <p:spPr>
                  <a:xfrm>
                    <a:off x="1331912" y="1898203"/>
                    <a:ext cx="942975" cy="166878"/>
                  </a:xfrm>
                  <a:prstGeom prst="rect">
                    <a:avLst/>
                  </a:prstGeom>
                  <a:solidFill>
                    <a:srgbClr val="FCEDED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4EB0C4EC-7F73-9F74-4D5F-E2142ED6D6FB}"/>
                      </a:ext>
                    </a:extLst>
                  </p:cNvPr>
                  <p:cNvSpPr/>
                  <p:nvPr/>
                </p:nvSpPr>
                <p:spPr>
                  <a:xfrm>
                    <a:off x="1331912" y="2065080"/>
                    <a:ext cx="942975" cy="166878"/>
                  </a:xfrm>
                  <a:prstGeom prst="rect">
                    <a:avLst/>
                  </a:prstGeom>
                  <a:solidFill>
                    <a:srgbClr val="EEF4F9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E32F3A2-608A-ABBD-393B-A906D2A6A3A4}"/>
                      </a:ext>
                    </a:extLst>
                  </p:cNvPr>
                  <p:cNvSpPr/>
                  <p:nvPr/>
                </p:nvSpPr>
                <p:spPr>
                  <a:xfrm>
                    <a:off x="1331912" y="2231959"/>
                    <a:ext cx="942975" cy="166877"/>
                  </a:xfrm>
                  <a:prstGeom prst="rect">
                    <a:avLst/>
                  </a:prstGeom>
                  <a:solidFill>
                    <a:srgbClr val="EAF1F7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185EBB0C-60BB-1FA3-ADED-F665F12B6C4E}"/>
                      </a:ext>
                    </a:extLst>
                  </p:cNvPr>
                  <p:cNvSpPr/>
                  <p:nvPr/>
                </p:nvSpPr>
                <p:spPr>
                  <a:xfrm>
                    <a:off x="2274887" y="563052"/>
                    <a:ext cx="942975" cy="166878"/>
                  </a:xfrm>
                  <a:prstGeom prst="rect">
                    <a:avLst/>
                  </a:prstGeom>
                  <a:solidFill>
                    <a:srgbClr val="83ACD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B8C30B4C-F4B7-F06E-87C1-49E138676941}"/>
                      </a:ext>
                    </a:extLst>
                  </p:cNvPr>
                  <p:cNvSpPr/>
                  <p:nvPr/>
                </p:nvSpPr>
                <p:spPr>
                  <a:xfrm>
                    <a:off x="2274887" y="730057"/>
                    <a:ext cx="942975" cy="166878"/>
                  </a:xfrm>
                  <a:prstGeom prst="rect">
                    <a:avLst/>
                  </a:prstGeom>
                  <a:solidFill>
                    <a:srgbClr val="9BBCDC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FFC79C7E-2B58-4299-0493-BBC94E569736}"/>
                      </a:ext>
                    </a:extLst>
                  </p:cNvPr>
                  <p:cNvSpPr/>
                  <p:nvPr/>
                </p:nvSpPr>
                <p:spPr>
                  <a:xfrm>
                    <a:off x="2274887" y="896935"/>
                    <a:ext cx="942975" cy="166878"/>
                  </a:xfrm>
                  <a:prstGeom prst="rect">
                    <a:avLst/>
                  </a:prstGeom>
                  <a:solidFill>
                    <a:srgbClr val="83ACD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DB3613A1-8ECD-5312-4318-3EF5C4DB2252}"/>
                      </a:ext>
                    </a:extLst>
                  </p:cNvPr>
                  <p:cNvSpPr/>
                  <p:nvPr/>
                </p:nvSpPr>
                <p:spPr>
                  <a:xfrm>
                    <a:off x="2274887" y="1063813"/>
                    <a:ext cx="942975" cy="166878"/>
                  </a:xfrm>
                  <a:prstGeom prst="rect">
                    <a:avLst/>
                  </a:prstGeom>
                  <a:solidFill>
                    <a:srgbClr val="A4C2DF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FB700AEE-2A9D-1481-5897-547BF10FE292}"/>
                      </a:ext>
                    </a:extLst>
                  </p:cNvPr>
                  <p:cNvSpPr/>
                  <p:nvPr/>
                </p:nvSpPr>
                <p:spPr>
                  <a:xfrm>
                    <a:off x="2274887" y="1230691"/>
                    <a:ext cx="942975" cy="166878"/>
                  </a:xfrm>
                  <a:prstGeom prst="rect">
                    <a:avLst/>
                  </a:prstGeom>
                  <a:solidFill>
                    <a:srgbClr val="F2A6A9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7FE7B990-ED93-3E2A-5F0E-94920D23D46A}"/>
                      </a:ext>
                    </a:extLst>
                  </p:cNvPr>
                  <p:cNvSpPr/>
                  <p:nvPr/>
                </p:nvSpPr>
                <p:spPr>
                  <a:xfrm>
                    <a:off x="2274887" y="1397569"/>
                    <a:ext cx="942975" cy="166878"/>
                  </a:xfrm>
                  <a:prstGeom prst="rect">
                    <a:avLst/>
                  </a:prstGeom>
                  <a:solidFill>
                    <a:srgbClr val="EE888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7B69EF8-8AC2-B4F7-EA0D-549FEA6AB12B}"/>
                      </a:ext>
                    </a:extLst>
                  </p:cNvPr>
                  <p:cNvSpPr/>
                  <p:nvPr/>
                </p:nvSpPr>
                <p:spPr>
                  <a:xfrm>
                    <a:off x="2274887" y="1564447"/>
                    <a:ext cx="942975" cy="166878"/>
                  </a:xfrm>
                  <a:prstGeom prst="rect">
                    <a:avLst/>
                  </a:prstGeom>
                  <a:solidFill>
                    <a:srgbClr val="EB7478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BE88EFE6-EB8B-F2BF-D80C-EAD5EE3A86A7}"/>
                      </a:ext>
                    </a:extLst>
                  </p:cNvPr>
                  <p:cNvSpPr/>
                  <p:nvPr/>
                </p:nvSpPr>
                <p:spPr>
                  <a:xfrm>
                    <a:off x="2274887" y="1731325"/>
                    <a:ext cx="942975" cy="166878"/>
                  </a:xfrm>
                  <a:prstGeom prst="rect">
                    <a:avLst/>
                  </a:prstGeom>
                  <a:solidFill>
                    <a:srgbClr val="88AFD6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D9B54B74-4D73-B9B7-D7F0-1B6E142FB6AC}"/>
                      </a:ext>
                    </a:extLst>
                  </p:cNvPr>
                  <p:cNvSpPr/>
                  <p:nvPr/>
                </p:nvSpPr>
                <p:spPr>
                  <a:xfrm>
                    <a:off x="2274887" y="1898203"/>
                    <a:ext cx="942975" cy="166878"/>
                  </a:xfrm>
                  <a:prstGeom prst="rect">
                    <a:avLst/>
                  </a:prstGeom>
                  <a:solidFill>
                    <a:srgbClr val="83ACD4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D95C81EC-CD42-BAB7-BC2B-B90D7DC001D3}"/>
                      </a:ext>
                    </a:extLst>
                  </p:cNvPr>
                  <p:cNvSpPr/>
                  <p:nvPr/>
                </p:nvSpPr>
                <p:spPr>
                  <a:xfrm>
                    <a:off x="2274887" y="2065080"/>
                    <a:ext cx="942975" cy="166878"/>
                  </a:xfrm>
                  <a:prstGeom prst="rect">
                    <a:avLst/>
                  </a:prstGeom>
                  <a:solidFill>
                    <a:srgbClr val="96B9DB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B9B2759-38A0-0FA1-B389-2A49623BFE7D}"/>
                      </a:ext>
                    </a:extLst>
                  </p:cNvPr>
                  <p:cNvSpPr/>
                  <p:nvPr/>
                </p:nvSpPr>
                <p:spPr>
                  <a:xfrm>
                    <a:off x="2274887" y="2231959"/>
                    <a:ext cx="942975" cy="166877"/>
                  </a:xfrm>
                  <a:prstGeom prst="rect">
                    <a:avLst/>
                  </a:prstGeom>
                  <a:solidFill>
                    <a:srgbClr val="EB7478"/>
                  </a:solidFill>
                  <a:ln w="9525" cap="rnd">
                    <a:noFill/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7D57513B-EF2A-2DED-0FBB-241397D98981}"/>
                    </a:ext>
                  </a:extLst>
                </p:cNvPr>
                <p:cNvGrpSpPr/>
                <p:nvPr/>
              </p:nvGrpSpPr>
              <p:grpSpPr>
                <a:xfrm rot="16200000">
                  <a:off x="2772957" y="-760882"/>
                  <a:ext cx="1082348" cy="5198104"/>
                  <a:chOff x="3073640" y="606227"/>
                  <a:chExt cx="1082348" cy="1751889"/>
                </a:xfrm>
              </p:grpSpPr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EC436DB1-3636-D719-5B23-F0DEEDBA8A5A}"/>
                      </a:ext>
                    </a:extLst>
                  </p:cNvPr>
                  <p:cNvSpPr txBox="1"/>
                  <p:nvPr/>
                </p:nvSpPr>
                <p:spPr>
                  <a:xfrm>
                    <a:off x="3460765" y="606227"/>
                    <a:ext cx="601448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igf2bp3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4323473-9D96-FC35-CBCE-65F0E69E5A45}"/>
                      </a:ext>
                    </a:extLst>
                  </p:cNvPr>
                  <p:cNvSpPr txBox="1"/>
                  <p:nvPr/>
                </p:nvSpPr>
                <p:spPr>
                  <a:xfrm>
                    <a:off x="3517673" y="773105"/>
                    <a:ext cx="530916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pax3b</a:t>
                    </a:r>
                  </a:p>
                </p:txBody>
              </p:sp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3E48F0E-B492-116C-0A84-E760C4D720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00039" y="939982"/>
                    <a:ext cx="553358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spice1</a:t>
                    </a: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7737FA0B-C092-5B0F-C3CC-70D66A3D30F2}"/>
                      </a:ext>
                    </a:extLst>
                  </p:cNvPr>
                  <p:cNvSpPr txBox="1"/>
                  <p:nvPr/>
                </p:nvSpPr>
                <p:spPr>
                  <a:xfrm>
                    <a:off x="3563358" y="1106860"/>
                    <a:ext cx="474810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tdrd9</a:t>
                    </a:r>
                  </a:p>
                </p:txBody>
              </p:sp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8ED4272C-3E82-32F2-4D0F-92F5C08920AA}"/>
                      </a:ext>
                    </a:extLst>
                  </p:cNvPr>
                  <p:cNvSpPr txBox="1"/>
                  <p:nvPr/>
                </p:nvSpPr>
                <p:spPr>
                  <a:xfrm>
                    <a:off x="3403858" y="1273737"/>
                    <a:ext cx="654346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gls1-like</a:t>
                    </a:r>
                  </a:p>
                </p:txBody>
              </p:sp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3CCC5B9C-6823-46A2-AD2C-DDF7CEAD09E8}"/>
                      </a:ext>
                    </a:extLst>
                  </p:cNvPr>
                  <p:cNvSpPr txBox="1"/>
                  <p:nvPr/>
                </p:nvSpPr>
                <p:spPr>
                  <a:xfrm>
                    <a:off x="3477596" y="1440617"/>
                    <a:ext cx="580608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gabrb1</a:t>
                    </a:r>
                  </a:p>
                </p:txBody>
              </p:sp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FFF562D7-A001-9AAE-2AE0-70C39318D32F}"/>
                      </a:ext>
                    </a:extLst>
                  </p:cNvPr>
                  <p:cNvSpPr txBox="1"/>
                  <p:nvPr/>
                </p:nvSpPr>
                <p:spPr>
                  <a:xfrm>
                    <a:off x="3443133" y="1607494"/>
                    <a:ext cx="623890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pik3c2b</a:t>
                    </a:r>
                  </a:p>
                </p:txBody>
              </p:sp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F44647B6-88F8-1880-E428-B6E699B938A5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248" y="1774500"/>
                    <a:ext cx="679994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fam172a</a:t>
                    </a:r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B0D47E7-F59E-BAFD-1856-FB61EF83855B}"/>
                      </a:ext>
                    </a:extLst>
                  </p:cNvPr>
                  <p:cNvSpPr txBox="1"/>
                  <p:nvPr/>
                </p:nvSpPr>
                <p:spPr>
                  <a:xfrm>
                    <a:off x="3073640" y="1941377"/>
                    <a:ext cx="1082348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LOC129348612</a:t>
                    </a:r>
                  </a:p>
                </p:txBody>
              </p:sp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6692309F-6985-5367-6615-750D933C8EEC}"/>
                      </a:ext>
                    </a:extLst>
                  </p:cNvPr>
                  <p:cNvSpPr txBox="1"/>
                  <p:nvPr/>
                </p:nvSpPr>
                <p:spPr>
                  <a:xfrm>
                    <a:off x="3408668" y="2108256"/>
                    <a:ext cx="667170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plekhm3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EAE39BC1-B7E8-F95B-3470-B86A828F2233}"/>
                      </a:ext>
                    </a:extLst>
                  </p:cNvPr>
                  <p:cNvSpPr txBox="1"/>
                  <p:nvPr/>
                </p:nvSpPr>
                <p:spPr>
                  <a:xfrm>
                    <a:off x="3431912" y="2275133"/>
                    <a:ext cx="638316" cy="829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000" spc="0" baseline="0" dirty="0">
                        <a:ln/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  <a:rtl val="0"/>
                      </a:rPr>
                      <a:t>sorbs2a</a:t>
                    </a:r>
                  </a:p>
                </p:txBody>
              </p:sp>
            </p:grpSp>
            <p:sp>
              <p:nvSpPr>
                <p:cNvPr id="5967" name="TextBox 5966">
                  <a:extLst>
                    <a:ext uri="{FF2B5EF4-FFF2-40B4-BE49-F238E27FC236}">
                      <a16:creationId xmlns:a16="http://schemas.microsoft.com/office/drawing/2014/main" id="{F9535ECE-6BC2-369A-A17A-2D4B6AA4299C}"/>
                    </a:ext>
                  </a:extLst>
                </p:cNvPr>
                <p:cNvSpPr txBox="1"/>
                <p:nvPr/>
              </p:nvSpPr>
              <p:spPr>
                <a:xfrm>
                  <a:off x="1204867" y="1205911"/>
                  <a:ext cx="23853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100" dirty="0">
                      <a:solidFill>
                        <a:srgbClr val="202122"/>
                      </a:solidFill>
                      <a:latin typeface="Arial" panose="020B0604020202020204" pitchFamily="34" charset="0"/>
                    </a:rPr>
                    <a:t>†</a:t>
                  </a:r>
                  <a:endParaRPr lang="en-US" sz="1100" dirty="0"/>
                </a:p>
              </p:txBody>
            </p:sp>
          </p:grpSp>
        </p:grpSp>
      </p:grpSp>
      <p:grpSp>
        <p:nvGrpSpPr>
          <p:cNvPr id="6087" name="Group 6086">
            <a:extLst>
              <a:ext uri="{FF2B5EF4-FFF2-40B4-BE49-F238E27FC236}">
                <a16:creationId xmlns:a16="http://schemas.microsoft.com/office/drawing/2014/main" id="{CBF3AFF7-BAC7-0391-FAF4-194033C56635}"/>
              </a:ext>
            </a:extLst>
          </p:cNvPr>
          <p:cNvGrpSpPr/>
          <p:nvPr/>
        </p:nvGrpSpPr>
        <p:grpSpPr>
          <a:xfrm>
            <a:off x="301055" y="2340709"/>
            <a:ext cx="2181839" cy="478807"/>
            <a:chOff x="1058248" y="2714358"/>
            <a:chExt cx="2181839" cy="478807"/>
          </a:xfrm>
        </p:grpSpPr>
        <p:grpSp>
          <p:nvGrpSpPr>
            <p:cNvPr id="6094" name="Group 6093">
              <a:extLst>
                <a:ext uri="{FF2B5EF4-FFF2-40B4-BE49-F238E27FC236}">
                  <a16:creationId xmlns:a16="http://schemas.microsoft.com/office/drawing/2014/main" id="{FCD2CE6E-3A1A-29AD-3B67-0BC643158868}"/>
                </a:ext>
              </a:extLst>
            </p:cNvPr>
            <p:cNvGrpSpPr/>
            <p:nvPr/>
          </p:nvGrpSpPr>
          <p:grpSpPr>
            <a:xfrm rot="16200000">
              <a:off x="1980633" y="1933711"/>
              <a:ext cx="337069" cy="2181839"/>
              <a:chOff x="4047426" y="443467"/>
              <a:chExt cx="337069" cy="2181839"/>
            </a:xfrm>
          </p:grpSpPr>
          <p:sp>
            <p:nvSpPr>
              <p:cNvPr id="6096" name="Rectangle 6095">
                <a:extLst>
                  <a:ext uri="{FF2B5EF4-FFF2-40B4-BE49-F238E27FC236}">
                    <a16:creationId xmlns:a16="http://schemas.microsoft.com/office/drawing/2014/main" id="{D1668308-2E2A-69F4-C1DB-7A371049D583}"/>
                  </a:ext>
                </a:extLst>
              </p:cNvPr>
              <p:cNvSpPr/>
              <p:nvPr/>
            </p:nvSpPr>
            <p:spPr>
              <a:xfrm>
                <a:off x="4047426" y="2449002"/>
                <a:ext cx="127000" cy="19050"/>
              </a:xfrm>
              <a:prstGeom prst="rect">
                <a:avLst/>
              </a:prstGeom>
              <a:solidFill>
                <a:srgbClr val="1965B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098" name="Rectangle 6097">
                <a:extLst>
                  <a:ext uri="{FF2B5EF4-FFF2-40B4-BE49-F238E27FC236}">
                    <a16:creationId xmlns:a16="http://schemas.microsoft.com/office/drawing/2014/main" id="{7CC517DB-95BC-5419-D7A8-CB602E2D514B}"/>
                  </a:ext>
                </a:extLst>
              </p:cNvPr>
              <p:cNvSpPr/>
              <p:nvPr/>
            </p:nvSpPr>
            <p:spPr>
              <a:xfrm>
                <a:off x="4047426" y="2429952"/>
                <a:ext cx="127000" cy="19050"/>
              </a:xfrm>
              <a:prstGeom prst="rect">
                <a:avLst/>
              </a:prstGeom>
              <a:solidFill>
                <a:srgbClr val="1D68B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099" name="Rectangle 6098">
                <a:extLst>
                  <a:ext uri="{FF2B5EF4-FFF2-40B4-BE49-F238E27FC236}">
                    <a16:creationId xmlns:a16="http://schemas.microsoft.com/office/drawing/2014/main" id="{AD193B03-601D-6D49-9C9F-6444C9A5780D}"/>
                  </a:ext>
                </a:extLst>
              </p:cNvPr>
              <p:cNvSpPr/>
              <p:nvPr/>
            </p:nvSpPr>
            <p:spPr>
              <a:xfrm>
                <a:off x="4047426" y="2410902"/>
                <a:ext cx="127000" cy="19050"/>
              </a:xfrm>
              <a:prstGeom prst="rect">
                <a:avLst/>
              </a:prstGeom>
              <a:solidFill>
                <a:srgbClr val="226BB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0" name="Rectangle 6099">
                <a:extLst>
                  <a:ext uri="{FF2B5EF4-FFF2-40B4-BE49-F238E27FC236}">
                    <a16:creationId xmlns:a16="http://schemas.microsoft.com/office/drawing/2014/main" id="{72C0B871-C6AA-B4CA-2561-D52972A3149B}"/>
                  </a:ext>
                </a:extLst>
              </p:cNvPr>
              <p:cNvSpPr/>
              <p:nvPr/>
            </p:nvSpPr>
            <p:spPr>
              <a:xfrm>
                <a:off x="4047426" y="2391852"/>
                <a:ext cx="127000" cy="19050"/>
              </a:xfrm>
              <a:prstGeom prst="rect">
                <a:avLst/>
              </a:prstGeom>
              <a:solidFill>
                <a:srgbClr val="266EB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1" name="Rectangle 6100">
                <a:extLst>
                  <a:ext uri="{FF2B5EF4-FFF2-40B4-BE49-F238E27FC236}">
                    <a16:creationId xmlns:a16="http://schemas.microsoft.com/office/drawing/2014/main" id="{BFECD74A-4B80-4270-2382-23A8120AC303}"/>
                  </a:ext>
                </a:extLst>
              </p:cNvPr>
              <p:cNvSpPr/>
              <p:nvPr/>
            </p:nvSpPr>
            <p:spPr>
              <a:xfrm>
                <a:off x="4047426" y="2372802"/>
                <a:ext cx="127000" cy="19050"/>
              </a:xfrm>
              <a:prstGeom prst="rect">
                <a:avLst/>
              </a:prstGeom>
              <a:solidFill>
                <a:srgbClr val="2B71B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2" name="Rectangle 6101">
                <a:extLst>
                  <a:ext uri="{FF2B5EF4-FFF2-40B4-BE49-F238E27FC236}">
                    <a16:creationId xmlns:a16="http://schemas.microsoft.com/office/drawing/2014/main" id="{603C6A31-9048-C763-C706-E5E3E1BFF7B8}"/>
                  </a:ext>
                </a:extLst>
              </p:cNvPr>
              <p:cNvSpPr/>
              <p:nvPr/>
            </p:nvSpPr>
            <p:spPr>
              <a:xfrm>
                <a:off x="4047426" y="2353752"/>
                <a:ext cx="127000" cy="19050"/>
              </a:xfrm>
              <a:prstGeom prst="rect">
                <a:avLst/>
              </a:prstGeom>
              <a:solidFill>
                <a:srgbClr val="3074B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3" name="Rectangle 6102">
                <a:extLst>
                  <a:ext uri="{FF2B5EF4-FFF2-40B4-BE49-F238E27FC236}">
                    <a16:creationId xmlns:a16="http://schemas.microsoft.com/office/drawing/2014/main" id="{234B3957-338B-8F71-D41E-5450586FC9DF}"/>
                  </a:ext>
                </a:extLst>
              </p:cNvPr>
              <p:cNvSpPr/>
              <p:nvPr/>
            </p:nvSpPr>
            <p:spPr>
              <a:xfrm>
                <a:off x="4047426" y="2334702"/>
                <a:ext cx="127000" cy="19050"/>
              </a:xfrm>
              <a:prstGeom prst="rect">
                <a:avLst/>
              </a:prstGeom>
              <a:solidFill>
                <a:srgbClr val="3477B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4" name="Rectangle 6103">
                <a:extLst>
                  <a:ext uri="{FF2B5EF4-FFF2-40B4-BE49-F238E27FC236}">
                    <a16:creationId xmlns:a16="http://schemas.microsoft.com/office/drawing/2014/main" id="{263F10B5-94BF-0FE5-00CC-4FC8046AB9F2}"/>
                  </a:ext>
                </a:extLst>
              </p:cNvPr>
              <p:cNvSpPr/>
              <p:nvPr/>
            </p:nvSpPr>
            <p:spPr>
              <a:xfrm>
                <a:off x="4047426" y="2315652"/>
                <a:ext cx="127000" cy="19050"/>
              </a:xfrm>
              <a:prstGeom prst="rect">
                <a:avLst/>
              </a:prstGeom>
              <a:solidFill>
                <a:srgbClr val="397AB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5" name="Rectangle 6104">
                <a:extLst>
                  <a:ext uri="{FF2B5EF4-FFF2-40B4-BE49-F238E27FC236}">
                    <a16:creationId xmlns:a16="http://schemas.microsoft.com/office/drawing/2014/main" id="{9212D425-7E4B-5DA3-08C8-0A71621A46E4}"/>
                  </a:ext>
                </a:extLst>
              </p:cNvPr>
              <p:cNvSpPr/>
              <p:nvPr/>
            </p:nvSpPr>
            <p:spPr>
              <a:xfrm>
                <a:off x="4047426" y="2296602"/>
                <a:ext cx="127000" cy="19050"/>
              </a:xfrm>
              <a:prstGeom prst="rect">
                <a:avLst/>
              </a:prstGeom>
              <a:solidFill>
                <a:srgbClr val="3E7DB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6" name="Rectangle 6105">
                <a:extLst>
                  <a:ext uri="{FF2B5EF4-FFF2-40B4-BE49-F238E27FC236}">
                    <a16:creationId xmlns:a16="http://schemas.microsoft.com/office/drawing/2014/main" id="{F78FD03A-B683-39BA-B5A4-F6FCAA0DD491}"/>
                  </a:ext>
                </a:extLst>
              </p:cNvPr>
              <p:cNvSpPr/>
              <p:nvPr/>
            </p:nvSpPr>
            <p:spPr>
              <a:xfrm>
                <a:off x="4047426" y="2277552"/>
                <a:ext cx="127000" cy="19050"/>
              </a:xfrm>
              <a:prstGeom prst="rect">
                <a:avLst/>
              </a:prstGeom>
              <a:solidFill>
                <a:srgbClr val="4281B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7" name="Rectangle 6106">
                <a:extLst>
                  <a:ext uri="{FF2B5EF4-FFF2-40B4-BE49-F238E27FC236}">
                    <a16:creationId xmlns:a16="http://schemas.microsoft.com/office/drawing/2014/main" id="{5992BB4E-3CE8-0E8D-EAB8-51BFF48714A0}"/>
                  </a:ext>
                </a:extLst>
              </p:cNvPr>
              <p:cNvSpPr/>
              <p:nvPr/>
            </p:nvSpPr>
            <p:spPr>
              <a:xfrm>
                <a:off x="4047426" y="2258502"/>
                <a:ext cx="127000" cy="19050"/>
              </a:xfrm>
              <a:prstGeom prst="rect">
                <a:avLst/>
              </a:prstGeom>
              <a:solidFill>
                <a:srgbClr val="4784B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8" name="Rectangle 6107">
                <a:extLst>
                  <a:ext uri="{FF2B5EF4-FFF2-40B4-BE49-F238E27FC236}">
                    <a16:creationId xmlns:a16="http://schemas.microsoft.com/office/drawing/2014/main" id="{92D11B53-190B-1552-7942-745DB3C56F4F}"/>
                  </a:ext>
                </a:extLst>
              </p:cNvPr>
              <p:cNvSpPr/>
              <p:nvPr/>
            </p:nvSpPr>
            <p:spPr>
              <a:xfrm>
                <a:off x="4047426" y="2239452"/>
                <a:ext cx="127000" cy="19050"/>
              </a:xfrm>
              <a:prstGeom prst="rect">
                <a:avLst/>
              </a:prstGeom>
              <a:solidFill>
                <a:srgbClr val="4C87C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09" name="Rectangle 6108">
                <a:extLst>
                  <a:ext uri="{FF2B5EF4-FFF2-40B4-BE49-F238E27FC236}">
                    <a16:creationId xmlns:a16="http://schemas.microsoft.com/office/drawing/2014/main" id="{ABA4745C-3ADE-4404-6389-3144FA73691B}"/>
                  </a:ext>
                </a:extLst>
              </p:cNvPr>
              <p:cNvSpPr/>
              <p:nvPr/>
            </p:nvSpPr>
            <p:spPr>
              <a:xfrm>
                <a:off x="4047426" y="2220402"/>
                <a:ext cx="127000" cy="19050"/>
              </a:xfrm>
              <a:prstGeom prst="rect">
                <a:avLst/>
              </a:prstGeom>
              <a:solidFill>
                <a:srgbClr val="508AC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0" name="Rectangle 6109">
                <a:extLst>
                  <a:ext uri="{FF2B5EF4-FFF2-40B4-BE49-F238E27FC236}">
                    <a16:creationId xmlns:a16="http://schemas.microsoft.com/office/drawing/2014/main" id="{56A70D01-203B-FE44-3021-774CD957B672}"/>
                  </a:ext>
                </a:extLst>
              </p:cNvPr>
              <p:cNvSpPr/>
              <p:nvPr/>
            </p:nvSpPr>
            <p:spPr>
              <a:xfrm>
                <a:off x="4047426" y="2201352"/>
                <a:ext cx="127000" cy="19050"/>
              </a:xfrm>
              <a:prstGeom prst="rect">
                <a:avLst/>
              </a:prstGeom>
              <a:solidFill>
                <a:srgbClr val="558DC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1" name="Rectangle 6110">
                <a:extLst>
                  <a:ext uri="{FF2B5EF4-FFF2-40B4-BE49-F238E27FC236}">
                    <a16:creationId xmlns:a16="http://schemas.microsoft.com/office/drawing/2014/main" id="{50BE14C0-8D7E-61A1-4A8D-C84BC6737B28}"/>
                  </a:ext>
                </a:extLst>
              </p:cNvPr>
              <p:cNvSpPr/>
              <p:nvPr/>
            </p:nvSpPr>
            <p:spPr>
              <a:xfrm>
                <a:off x="4047426" y="2182302"/>
                <a:ext cx="127000" cy="19050"/>
              </a:xfrm>
              <a:prstGeom prst="rect">
                <a:avLst/>
              </a:prstGeom>
              <a:solidFill>
                <a:srgbClr val="5A90C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2" name="Rectangle 6111">
                <a:extLst>
                  <a:ext uri="{FF2B5EF4-FFF2-40B4-BE49-F238E27FC236}">
                    <a16:creationId xmlns:a16="http://schemas.microsoft.com/office/drawing/2014/main" id="{5DED69F2-8109-DC26-EE11-CEA7A847A9F4}"/>
                  </a:ext>
                </a:extLst>
              </p:cNvPr>
              <p:cNvSpPr/>
              <p:nvPr/>
            </p:nvSpPr>
            <p:spPr>
              <a:xfrm>
                <a:off x="4047426" y="2163252"/>
                <a:ext cx="127000" cy="19050"/>
              </a:xfrm>
              <a:prstGeom prst="rect">
                <a:avLst/>
              </a:prstGeom>
              <a:solidFill>
                <a:srgbClr val="5E93C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3" name="Rectangle 6112">
                <a:extLst>
                  <a:ext uri="{FF2B5EF4-FFF2-40B4-BE49-F238E27FC236}">
                    <a16:creationId xmlns:a16="http://schemas.microsoft.com/office/drawing/2014/main" id="{5E03D25B-7934-0FDC-5E1D-542395AF7675}"/>
                  </a:ext>
                </a:extLst>
              </p:cNvPr>
              <p:cNvSpPr/>
              <p:nvPr/>
            </p:nvSpPr>
            <p:spPr>
              <a:xfrm>
                <a:off x="4047426" y="2144202"/>
                <a:ext cx="127000" cy="19050"/>
              </a:xfrm>
              <a:prstGeom prst="rect">
                <a:avLst/>
              </a:prstGeom>
              <a:solidFill>
                <a:srgbClr val="6396C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4" name="Rectangle 6113">
                <a:extLst>
                  <a:ext uri="{FF2B5EF4-FFF2-40B4-BE49-F238E27FC236}">
                    <a16:creationId xmlns:a16="http://schemas.microsoft.com/office/drawing/2014/main" id="{3E2C90D0-889E-38C5-4C7C-BA277568E8B7}"/>
                  </a:ext>
                </a:extLst>
              </p:cNvPr>
              <p:cNvSpPr/>
              <p:nvPr/>
            </p:nvSpPr>
            <p:spPr>
              <a:xfrm>
                <a:off x="4047426" y="2125152"/>
                <a:ext cx="127000" cy="19050"/>
              </a:xfrm>
              <a:prstGeom prst="rect">
                <a:avLst/>
              </a:prstGeom>
              <a:solidFill>
                <a:srgbClr val="6799C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6" name="Rectangle 6115">
                <a:extLst>
                  <a:ext uri="{FF2B5EF4-FFF2-40B4-BE49-F238E27FC236}">
                    <a16:creationId xmlns:a16="http://schemas.microsoft.com/office/drawing/2014/main" id="{EC734742-488C-E095-DE7F-3B371ACF5948}"/>
                  </a:ext>
                </a:extLst>
              </p:cNvPr>
              <p:cNvSpPr/>
              <p:nvPr/>
            </p:nvSpPr>
            <p:spPr>
              <a:xfrm>
                <a:off x="4047426" y="2106102"/>
                <a:ext cx="127000" cy="19050"/>
              </a:xfrm>
              <a:prstGeom prst="rect">
                <a:avLst/>
              </a:prstGeom>
              <a:solidFill>
                <a:srgbClr val="6C9DC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8" name="Rectangle 6117">
                <a:extLst>
                  <a:ext uri="{FF2B5EF4-FFF2-40B4-BE49-F238E27FC236}">
                    <a16:creationId xmlns:a16="http://schemas.microsoft.com/office/drawing/2014/main" id="{6B39DA77-1E2E-0D5D-02CF-1941B268CA1F}"/>
                  </a:ext>
                </a:extLst>
              </p:cNvPr>
              <p:cNvSpPr/>
              <p:nvPr/>
            </p:nvSpPr>
            <p:spPr>
              <a:xfrm>
                <a:off x="4047426" y="2087052"/>
                <a:ext cx="127000" cy="19050"/>
              </a:xfrm>
              <a:prstGeom prst="rect">
                <a:avLst/>
              </a:prstGeom>
              <a:solidFill>
                <a:srgbClr val="71A0C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19" name="Rectangle 6118">
                <a:extLst>
                  <a:ext uri="{FF2B5EF4-FFF2-40B4-BE49-F238E27FC236}">
                    <a16:creationId xmlns:a16="http://schemas.microsoft.com/office/drawing/2014/main" id="{0E435F1E-4683-3A83-06F3-ACCC0028DA6C}"/>
                  </a:ext>
                </a:extLst>
              </p:cNvPr>
              <p:cNvSpPr/>
              <p:nvPr/>
            </p:nvSpPr>
            <p:spPr>
              <a:xfrm>
                <a:off x="4047426" y="2068002"/>
                <a:ext cx="127000" cy="19050"/>
              </a:xfrm>
              <a:prstGeom prst="rect">
                <a:avLst/>
              </a:prstGeom>
              <a:solidFill>
                <a:srgbClr val="75A3C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1" name="Rectangle 6120">
                <a:extLst>
                  <a:ext uri="{FF2B5EF4-FFF2-40B4-BE49-F238E27FC236}">
                    <a16:creationId xmlns:a16="http://schemas.microsoft.com/office/drawing/2014/main" id="{046F4D9E-8DB8-9315-C579-DE52CFB3D3BF}"/>
                  </a:ext>
                </a:extLst>
              </p:cNvPr>
              <p:cNvSpPr/>
              <p:nvPr/>
            </p:nvSpPr>
            <p:spPr>
              <a:xfrm>
                <a:off x="4047426" y="2048952"/>
                <a:ext cx="127000" cy="19050"/>
              </a:xfrm>
              <a:prstGeom prst="rect">
                <a:avLst/>
              </a:prstGeom>
              <a:solidFill>
                <a:srgbClr val="7AA6D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2" name="Rectangle 6121">
                <a:extLst>
                  <a:ext uri="{FF2B5EF4-FFF2-40B4-BE49-F238E27FC236}">
                    <a16:creationId xmlns:a16="http://schemas.microsoft.com/office/drawing/2014/main" id="{A4636C28-D80D-F448-583D-DC49CF710373}"/>
                  </a:ext>
                </a:extLst>
              </p:cNvPr>
              <p:cNvSpPr/>
              <p:nvPr/>
            </p:nvSpPr>
            <p:spPr>
              <a:xfrm>
                <a:off x="4047426" y="2029902"/>
                <a:ext cx="127000" cy="19050"/>
              </a:xfrm>
              <a:prstGeom prst="rect">
                <a:avLst/>
              </a:prstGeom>
              <a:solidFill>
                <a:srgbClr val="7FA9D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3" name="Rectangle 6122">
                <a:extLst>
                  <a:ext uri="{FF2B5EF4-FFF2-40B4-BE49-F238E27FC236}">
                    <a16:creationId xmlns:a16="http://schemas.microsoft.com/office/drawing/2014/main" id="{117906D4-6BC9-940F-3171-585233E5CE48}"/>
                  </a:ext>
                </a:extLst>
              </p:cNvPr>
              <p:cNvSpPr/>
              <p:nvPr/>
            </p:nvSpPr>
            <p:spPr>
              <a:xfrm>
                <a:off x="4047426" y="2010852"/>
                <a:ext cx="127000" cy="19050"/>
              </a:xfrm>
              <a:prstGeom prst="rect">
                <a:avLst/>
              </a:prstGeom>
              <a:solidFill>
                <a:srgbClr val="83ACD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4" name="Rectangle 6123">
                <a:extLst>
                  <a:ext uri="{FF2B5EF4-FFF2-40B4-BE49-F238E27FC236}">
                    <a16:creationId xmlns:a16="http://schemas.microsoft.com/office/drawing/2014/main" id="{3BA0A976-CBAE-A8AD-0C2A-6844BFCE4940}"/>
                  </a:ext>
                </a:extLst>
              </p:cNvPr>
              <p:cNvSpPr/>
              <p:nvPr/>
            </p:nvSpPr>
            <p:spPr>
              <a:xfrm>
                <a:off x="4047426" y="1991802"/>
                <a:ext cx="127000" cy="19050"/>
              </a:xfrm>
              <a:prstGeom prst="rect">
                <a:avLst/>
              </a:prstGeom>
              <a:solidFill>
                <a:srgbClr val="88AFD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5" name="Rectangle 6124">
                <a:extLst>
                  <a:ext uri="{FF2B5EF4-FFF2-40B4-BE49-F238E27FC236}">
                    <a16:creationId xmlns:a16="http://schemas.microsoft.com/office/drawing/2014/main" id="{0BA64368-6A11-E64A-794F-045EC2249178}"/>
                  </a:ext>
                </a:extLst>
              </p:cNvPr>
              <p:cNvSpPr/>
              <p:nvPr/>
            </p:nvSpPr>
            <p:spPr>
              <a:xfrm>
                <a:off x="4047426" y="1972752"/>
                <a:ext cx="127000" cy="19050"/>
              </a:xfrm>
              <a:prstGeom prst="rect">
                <a:avLst/>
              </a:prstGeom>
              <a:solidFill>
                <a:srgbClr val="8DB2D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6" name="Rectangle 6125">
                <a:extLst>
                  <a:ext uri="{FF2B5EF4-FFF2-40B4-BE49-F238E27FC236}">
                    <a16:creationId xmlns:a16="http://schemas.microsoft.com/office/drawing/2014/main" id="{0E5AA215-3324-8D54-10F7-97E4EEBEF2D0}"/>
                  </a:ext>
                </a:extLst>
              </p:cNvPr>
              <p:cNvSpPr/>
              <p:nvPr/>
            </p:nvSpPr>
            <p:spPr>
              <a:xfrm>
                <a:off x="4047426" y="1953702"/>
                <a:ext cx="127000" cy="19050"/>
              </a:xfrm>
              <a:prstGeom prst="rect">
                <a:avLst/>
              </a:prstGeom>
              <a:solidFill>
                <a:srgbClr val="91B5D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7" name="Rectangle 6126">
                <a:extLst>
                  <a:ext uri="{FF2B5EF4-FFF2-40B4-BE49-F238E27FC236}">
                    <a16:creationId xmlns:a16="http://schemas.microsoft.com/office/drawing/2014/main" id="{184C9717-04A3-783B-6520-9ACD71228C60}"/>
                  </a:ext>
                </a:extLst>
              </p:cNvPr>
              <p:cNvSpPr/>
              <p:nvPr/>
            </p:nvSpPr>
            <p:spPr>
              <a:xfrm>
                <a:off x="4047426" y="1934652"/>
                <a:ext cx="127000" cy="19049"/>
              </a:xfrm>
              <a:prstGeom prst="rect">
                <a:avLst/>
              </a:prstGeom>
              <a:solidFill>
                <a:srgbClr val="96B9D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8" name="Rectangle 6127">
                <a:extLst>
                  <a:ext uri="{FF2B5EF4-FFF2-40B4-BE49-F238E27FC236}">
                    <a16:creationId xmlns:a16="http://schemas.microsoft.com/office/drawing/2014/main" id="{BA01CF73-B05A-A856-0461-75EF43F70758}"/>
                  </a:ext>
                </a:extLst>
              </p:cNvPr>
              <p:cNvSpPr/>
              <p:nvPr/>
            </p:nvSpPr>
            <p:spPr>
              <a:xfrm>
                <a:off x="4047426" y="1915602"/>
                <a:ext cx="127000" cy="19050"/>
              </a:xfrm>
              <a:prstGeom prst="rect">
                <a:avLst/>
              </a:prstGeom>
              <a:solidFill>
                <a:srgbClr val="9BBCD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29" name="Rectangle 6128">
                <a:extLst>
                  <a:ext uri="{FF2B5EF4-FFF2-40B4-BE49-F238E27FC236}">
                    <a16:creationId xmlns:a16="http://schemas.microsoft.com/office/drawing/2014/main" id="{80FB5062-0577-D888-C01A-29E2E7C85A99}"/>
                  </a:ext>
                </a:extLst>
              </p:cNvPr>
              <p:cNvSpPr/>
              <p:nvPr/>
            </p:nvSpPr>
            <p:spPr>
              <a:xfrm>
                <a:off x="4047426" y="1896552"/>
                <a:ext cx="127000" cy="19050"/>
              </a:xfrm>
              <a:prstGeom prst="rect">
                <a:avLst/>
              </a:prstGeom>
              <a:solidFill>
                <a:srgbClr val="9FBFD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0" name="Rectangle 6129">
                <a:extLst>
                  <a:ext uri="{FF2B5EF4-FFF2-40B4-BE49-F238E27FC236}">
                    <a16:creationId xmlns:a16="http://schemas.microsoft.com/office/drawing/2014/main" id="{37808616-6067-4FE1-EBF0-3F4A9D747ED7}"/>
                  </a:ext>
                </a:extLst>
              </p:cNvPr>
              <p:cNvSpPr/>
              <p:nvPr/>
            </p:nvSpPr>
            <p:spPr>
              <a:xfrm>
                <a:off x="4047426" y="1877502"/>
                <a:ext cx="127000" cy="19050"/>
              </a:xfrm>
              <a:prstGeom prst="rect">
                <a:avLst/>
              </a:prstGeom>
              <a:solidFill>
                <a:srgbClr val="A4C2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1" name="Rectangle 6130">
                <a:extLst>
                  <a:ext uri="{FF2B5EF4-FFF2-40B4-BE49-F238E27FC236}">
                    <a16:creationId xmlns:a16="http://schemas.microsoft.com/office/drawing/2014/main" id="{69AB688A-C2AA-9296-05A1-8FDC56AACCB2}"/>
                  </a:ext>
                </a:extLst>
              </p:cNvPr>
              <p:cNvSpPr/>
              <p:nvPr/>
            </p:nvSpPr>
            <p:spPr>
              <a:xfrm>
                <a:off x="4047426" y="1858452"/>
                <a:ext cx="127000" cy="19050"/>
              </a:xfrm>
              <a:prstGeom prst="rect">
                <a:avLst/>
              </a:prstGeom>
              <a:solidFill>
                <a:srgbClr val="A9C5E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2" name="Rectangle 6131">
                <a:extLst>
                  <a:ext uri="{FF2B5EF4-FFF2-40B4-BE49-F238E27FC236}">
                    <a16:creationId xmlns:a16="http://schemas.microsoft.com/office/drawing/2014/main" id="{82ABD3D1-AA80-E539-BC82-CB869CD70031}"/>
                  </a:ext>
                </a:extLst>
              </p:cNvPr>
              <p:cNvSpPr/>
              <p:nvPr/>
            </p:nvSpPr>
            <p:spPr>
              <a:xfrm>
                <a:off x="4047426" y="1839402"/>
                <a:ext cx="127000" cy="19050"/>
              </a:xfrm>
              <a:prstGeom prst="rect">
                <a:avLst/>
              </a:prstGeom>
              <a:solidFill>
                <a:srgbClr val="ADC8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3" name="Rectangle 6132">
                <a:extLst>
                  <a:ext uri="{FF2B5EF4-FFF2-40B4-BE49-F238E27FC236}">
                    <a16:creationId xmlns:a16="http://schemas.microsoft.com/office/drawing/2014/main" id="{057708C8-181C-8E57-1A3F-BA08A04AFE9D}"/>
                  </a:ext>
                </a:extLst>
              </p:cNvPr>
              <p:cNvSpPr/>
              <p:nvPr/>
            </p:nvSpPr>
            <p:spPr>
              <a:xfrm>
                <a:off x="4047426" y="1820352"/>
                <a:ext cx="127000" cy="19050"/>
              </a:xfrm>
              <a:prstGeom prst="rect">
                <a:avLst/>
              </a:prstGeom>
              <a:solidFill>
                <a:srgbClr val="B2CBE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4" name="Rectangle 6133">
                <a:extLst>
                  <a:ext uri="{FF2B5EF4-FFF2-40B4-BE49-F238E27FC236}">
                    <a16:creationId xmlns:a16="http://schemas.microsoft.com/office/drawing/2014/main" id="{7DAB1ABB-8527-13B3-3F36-48B0C66CE2AB}"/>
                  </a:ext>
                </a:extLst>
              </p:cNvPr>
              <p:cNvSpPr/>
              <p:nvPr/>
            </p:nvSpPr>
            <p:spPr>
              <a:xfrm>
                <a:off x="4047426" y="1801302"/>
                <a:ext cx="127000" cy="19050"/>
              </a:xfrm>
              <a:prstGeom prst="rect">
                <a:avLst/>
              </a:prstGeom>
              <a:solidFill>
                <a:srgbClr val="B6CEE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5" name="Rectangle 6134">
                <a:extLst>
                  <a:ext uri="{FF2B5EF4-FFF2-40B4-BE49-F238E27FC236}">
                    <a16:creationId xmlns:a16="http://schemas.microsoft.com/office/drawing/2014/main" id="{BB20B3A0-E533-BC12-C409-A03B7A1620B8}"/>
                  </a:ext>
                </a:extLst>
              </p:cNvPr>
              <p:cNvSpPr/>
              <p:nvPr/>
            </p:nvSpPr>
            <p:spPr>
              <a:xfrm>
                <a:off x="4047426" y="1782252"/>
                <a:ext cx="127000" cy="19050"/>
              </a:xfrm>
              <a:prstGeom prst="rect">
                <a:avLst/>
              </a:prstGeom>
              <a:solidFill>
                <a:srgbClr val="BBD1E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6" name="Rectangle 6135">
                <a:extLst>
                  <a:ext uri="{FF2B5EF4-FFF2-40B4-BE49-F238E27FC236}">
                    <a16:creationId xmlns:a16="http://schemas.microsoft.com/office/drawing/2014/main" id="{95808048-3ABF-1E4B-D45A-75CF72CA614D}"/>
                  </a:ext>
                </a:extLst>
              </p:cNvPr>
              <p:cNvSpPr/>
              <p:nvPr/>
            </p:nvSpPr>
            <p:spPr>
              <a:xfrm>
                <a:off x="4047426" y="1763202"/>
                <a:ext cx="127000" cy="19050"/>
              </a:xfrm>
              <a:prstGeom prst="rect">
                <a:avLst/>
              </a:prstGeom>
              <a:solidFill>
                <a:srgbClr val="C0D5E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7" name="Rectangle 6136">
                <a:extLst>
                  <a:ext uri="{FF2B5EF4-FFF2-40B4-BE49-F238E27FC236}">
                    <a16:creationId xmlns:a16="http://schemas.microsoft.com/office/drawing/2014/main" id="{04BB96BD-2C44-60B3-48A6-0D365B8A36DE}"/>
                  </a:ext>
                </a:extLst>
              </p:cNvPr>
              <p:cNvSpPr/>
              <p:nvPr/>
            </p:nvSpPr>
            <p:spPr>
              <a:xfrm>
                <a:off x="4047426" y="1744152"/>
                <a:ext cx="127000" cy="19050"/>
              </a:xfrm>
              <a:prstGeom prst="rect">
                <a:avLst/>
              </a:prstGeom>
              <a:solidFill>
                <a:srgbClr val="C4D8E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8" name="Rectangle 6137">
                <a:extLst>
                  <a:ext uri="{FF2B5EF4-FFF2-40B4-BE49-F238E27FC236}">
                    <a16:creationId xmlns:a16="http://schemas.microsoft.com/office/drawing/2014/main" id="{63B80F5B-D13F-5C8D-3A1D-7AEA34EA2D4B}"/>
                  </a:ext>
                </a:extLst>
              </p:cNvPr>
              <p:cNvSpPr/>
              <p:nvPr/>
            </p:nvSpPr>
            <p:spPr>
              <a:xfrm>
                <a:off x="4047426" y="1725102"/>
                <a:ext cx="127000" cy="19050"/>
              </a:xfrm>
              <a:prstGeom prst="rect">
                <a:avLst/>
              </a:prstGeom>
              <a:solidFill>
                <a:srgbClr val="C9DBE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39" name="Rectangle 6138">
                <a:extLst>
                  <a:ext uri="{FF2B5EF4-FFF2-40B4-BE49-F238E27FC236}">
                    <a16:creationId xmlns:a16="http://schemas.microsoft.com/office/drawing/2014/main" id="{658C8EAB-530C-74AB-D720-468E5C95776D}"/>
                  </a:ext>
                </a:extLst>
              </p:cNvPr>
              <p:cNvSpPr/>
              <p:nvPr/>
            </p:nvSpPr>
            <p:spPr>
              <a:xfrm>
                <a:off x="4047426" y="1706052"/>
                <a:ext cx="127000" cy="19050"/>
              </a:xfrm>
              <a:prstGeom prst="rect">
                <a:avLst/>
              </a:prstGeom>
              <a:solidFill>
                <a:srgbClr val="CEDEE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0" name="Rectangle 6139">
                <a:extLst>
                  <a:ext uri="{FF2B5EF4-FFF2-40B4-BE49-F238E27FC236}">
                    <a16:creationId xmlns:a16="http://schemas.microsoft.com/office/drawing/2014/main" id="{425047FB-AA29-5CC9-005D-DD8D0103B056}"/>
                  </a:ext>
                </a:extLst>
              </p:cNvPr>
              <p:cNvSpPr/>
              <p:nvPr/>
            </p:nvSpPr>
            <p:spPr>
              <a:xfrm>
                <a:off x="4047426" y="1687002"/>
                <a:ext cx="127000" cy="19050"/>
              </a:xfrm>
              <a:prstGeom prst="rect">
                <a:avLst/>
              </a:prstGeom>
              <a:solidFill>
                <a:srgbClr val="D2E1E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1" name="Rectangle 6140">
                <a:extLst>
                  <a:ext uri="{FF2B5EF4-FFF2-40B4-BE49-F238E27FC236}">
                    <a16:creationId xmlns:a16="http://schemas.microsoft.com/office/drawing/2014/main" id="{47264B32-3EC0-61E0-9E81-C290DFF71F6F}"/>
                  </a:ext>
                </a:extLst>
              </p:cNvPr>
              <p:cNvSpPr/>
              <p:nvPr/>
            </p:nvSpPr>
            <p:spPr>
              <a:xfrm>
                <a:off x="4047426" y="1667952"/>
                <a:ext cx="127000" cy="19050"/>
              </a:xfrm>
              <a:prstGeom prst="rect">
                <a:avLst/>
              </a:prstGeom>
              <a:solidFill>
                <a:srgbClr val="D7E4F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2" name="Rectangle 6141">
                <a:extLst>
                  <a:ext uri="{FF2B5EF4-FFF2-40B4-BE49-F238E27FC236}">
                    <a16:creationId xmlns:a16="http://schemas.microsoft.com/office/drawing/2014/main" id="{5276BCD4-C657-14B5-5B02-C99B4251E81E}"/>
                  </a:ext>
                </a:extLst>
              </p:cNvPr>
              <p:cNvSpPr/>
              <p:nvPr/>
            </p:nvSpPr>
            <p:spPr>
              <a:xfrm>
                <a:off x="4047426" y="1648902"/>
                <a:ext cx="127000" cy="19050"/>
              </a:xfrm>
              <a:prstGeom prst="rect">
                <a:avLst/>
              </a:prstGeom>
              <a:solidFill>
                <a:srgbClr val="DCE7F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3" name="Rectangle 6142">
                <a:extLst>
                  <a:ext uri="{FF2B5EF4-FFF2-40B4-BE49-F238E27FC236}">
                    <a16:creationId xmlns:a16="http://schemas.microsoft.com/office/drawing/2014/main" id="{B718507F-1B62-A1A8-5226-41EB6F271BB5}"/>
                  </a:ext>
                </a:extLst>
              </p:cNvPr>
              <p:cNvSpPr/>
              <p:nvPr/>
            </p:nvSpPr>
            <p:spPr>
              <a:xfrm>
                <a:off x="4047426" y="1629852"/>
                <a:ext cx="127000" cy="19050"/>
              </a:xfrm>
              <a:prstGeom prst="rect">
                <a:avLst/>
              </a:prstGeom>
              <a:solidFill>
                <a:srgbClr val="E0EAF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4" name="Rectangle 6143">
                <a:extLst>
                  <a:ext uri="{FF2B5EF4-FFF2-40B4-BE49-F238E27FC236}">
                    <a16:creationId xmlns:a16="http://schemas.microsoft.com/office/drawing/2014/main" id="{4BBC5D19-639F-3958-8949-88B530C91C6D}"/>
                  </a:ext>
                </a:extLst>
              </p:cNvPr>
              <p:cNvSpPr/>
              <p:nvPr/>
            </p:nvSpPr>
            <p:spPr>
              <a:xfrm>
                <a:off x="4047426" y="1610802"/>
                <a:ext cx="127000" cy="19050"/>
              </a:xfrm>
              <a:prstGeom prst="rect">
                <a:avLst/>
              </a:prstGeom>
              <a:solidFill>
                <a:srgbClr val="E5EDF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5" name="Rectangle 6144">
                <a:extLst>
                  <a:ext uri="{FF2B5EF4-FFF2-40B4-BE49-F238E27FC236}">
                    <a16:creationId xmlns:a16="http://schemas.microsoft.com/office/drawing/2014/main" id="{28C31F8B-386F-CB1D-B68C-05B2CA8FB6B6}"/>
                  </a:ext>
                </a:extLst>
              </p:cNvPr>
              <p:cNvSpPr/>
              <p:nvPr/>
            </p:nvSpPr>
            <p:spPr>
              <a:xfrm>
                <a:off x="4047426" y="1591752"/>
                <a:ext cx="127000" cy="19050"/>
              </a:xfrm>
              <a:prstGeom prst="rect">
                <a:avLst/>
              </a:prstGeom>
              <a:solidFill>
                <a:srgbClr val="EAF1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6" name="Rectangle 6145">
                <a:extLst>
                  <a:ext uri="{FF2B5EF4-FFF2-40B4-BE49-F238E27FC236}">
                    <a16:creationId xmlns:a16="http://schemas.microsoft.com/office/drawing/2014/main" id="{59AE7519-6F9C-72C9-B916-E61C6E13722A}"/>
                  </a:ext>
                </a:extLst>
              </p:cNvPr>
              <p:cNvSpPr/>
              <p:nvPr/>
            </p:nvSpPr>
            <p:spPr>
              <a:xfrm>
                <a:off x="4047426" y="1572702"/>
                <a:ext cx="127000" cy="19050"/>
              </a:xfrm>
              <a:prstGeom prst="rect">
                <a:avLst/>
              </a:prstGeom>
              <a:solidFill>
                <a:srgbClr val="EEF4F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7" name="Rectangle 6146">
                <a:extLst>
                  <a:ext uri="{FF2B5EF4-FFF2-40B4-BE49-F238E27FC236}">
                    <a16:creationId xmlns:a16="http://schemas.microsoft.com/office/drawing/2014/main" id="{1C4C7BE9-703F-D932-41A2-F8CA0091CE33}"/>
                  </a:ext>
                </a:extLst>
              </p:cNvPr>
              <p:cNvSpPr/>
              <p:nvPr/>
            </p:nvSpPr>
            <p:spPr>
              <a:xfrm>
                <a:off x="4047426" y="1553652"/>
                <a:ext cx="127000" cy="19050"/>
              </a:xfrm>
              <a:prstGeom prst="rect">
                <a:avLst/>
              </a:prstGeom>
              <a:solidFill>
                <a:srgbClr val="F3F7F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8" name="Rectangle 6147">
                <a:extLst>
                  <a:ext uri="{FF2B5EF4-FFF2-40B4-BE49-F238E27FC236}">
                    <a16:creationId xmlns:a16="http://schemas.microsoft.com/office/drawing/2014/main" id="{37E6CD60-BD35-FA61-9DBC-B0DC5231E3B7}"/>
                  </a:ext>
                </a:extLst>
              </p:cNvPr>
              <p:cNvSpPr/>
              <p:nvPr/>
            </p:nvSpPr>
            <p:spPr>
              <a:xfrm>
                <a:off x="4047426" y="1534602"/>
                <a:ext cx="127000" cy="19050"/>
              </a:xfrm>
              <a:prstGeom prst="rect">
                <a:avLst/>
              </a:prstGeom>
              <a:solidFill>
                <a:srgbClr val="F8FA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49" name="Rectangle 6148">
                <a:extLst>
                  <a:ext uri="{FF2B5EF4-FFF2-40B4-BE49-F238E27FC236}">
                    <a16:creationId xmlns:a16="http://schemas.microsoft.com/office/drawing/2014/main" id="{61C874E7-32EF-F731-3578-E35F22C3641C}"/>
                  </a:ext>
                </a:extLst>
              </p:cNvPr>
              <p:cNvSpPr/>
              <p:nvPr/>
            </p:nvSpPr>
            <p:spPr>
              <a:xfrm>
                <a:off x="4047426" y="1515552"/>
                <a:ext cx="127000" cy="19050"/>
              </a:xfrm>
              <a:prstGeom prst="rect">
                <a:avLst/>
              </a:prstGeom>
              <a:solidFill>
                <a:srgbClr val="FCFDF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0" name="Rectangle 6149">
                <a:extLst>
                  <a:ext uri="{FF2B5EF4-FFF2-40B4-BE49-F238E27FC236}">
                    <a16:creationId xmlns:a16="http://schemas.microsoft.com/office/drawing/2014/main" id="{0FF35AEC-86FA-3CC4-2453-20DD20BB1555}"/>
                  </a:ext>
                </a:extLst>
              </p:cNvPr>
              <p:cNvSpPr/>
              <p:nvPr/>
            </p:nvSpPr>
            <p:spPr>
              <a:xfrm>
                <a:off x="4047426" y="1496502"/>
                <a:ext cx="127000" cy="19050"/>
              </a:xfrm>
              <a:prstGeom prst="rect">
                <a:avLst/>
              </a:prstGeom>
              <a:solidFill>
                <a:srgbClr val="FEFCF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1" name="Rectangle 6150">
                <a:extLst>
                  <a:ext uri="{FF2B5EF4-FFF2-40B4-BE49-F238E27FC236}">
                    <a16:creationId xmlns:a16="http://schemas.microsoft.com/office/drawing/2014/main" id="{D6D7F128-7CA3-0CD7-4190-BA2F71A482D3}"/>
                  </a:ext>
                </a:extLst>
              </p:cNvPr>
              <p:cNvSpPr/>
              <p:nvPr/>
            </p:nvSpPr>
            <p:spPr>
              <a:xfrm>
                <a:off x="4047426" y="1477452"/>
                <a:ext cx="127000" cy="19050"/>
              </a:xfrm>
              <a:prstGeom prst="rect">
                <a:avLst/>
              </a:prstGeom>
              <a:solidFill>
                <a:srgbClr val="FDF7F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2" name="Rectangle 6151">
                <a:extLst>
                  <a:ext uri="{FF2B5EF4-FFF2-40B4-BE49-F238E27FC236}">
                    <a16:creationId xmlns:a16="http://schemas.microsoft.com/office/drawing/2014/main" id="{A2133792-E60E-8C2D-F4BE-6E9AD3F0262E}"/>
                  </a:ext>
                </a:extLst>
              </p:cNvPr>
              <p:cNvSpPr/>
              <p:nvPr/>
            </p:nvSpPr>
            <p:spPr>
              <a:xfrm>
                <a:off x="4047426" y="1458402"/>
                <a:ext cx="127000" cy="19050"/>
              </a:xfrm>
              <a:prstGeom prst="rect">
                <a:avLst/>
              </a:prstGeom>
              <a:solidFill>
                <a:srgbClr val="FDF2F2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3" name="Rectangle 6152">
                <a:extLst>
                  <a:ext uri="{FF2B5EF4-FFF2-40B4-BE49-F238E27FC236}">
                    <a16:creationId xmlns:a16="http://schemas.microsoft.com/office/drawing/2014/main" id="{684D4FCB-57AE-9EBC-CBB2-FD47BD6530FD}"/>
                  </a:ext>
                </a:extLst>
              </p:cNvPr>
              <p:cNvSpPr/>
              <p:nvPr/>
            </p:nvSpPr>
            <p:spPr>
              <a:xfrm>
                <a:off x="4047426" y="1439352"/>
                <a:ext cx="127000" cy="19050"/>
              </a:xfrm>
              <a:prstGeom prst="rect">
                <a:avLst/>
              </a:prstGeom>
              <a:solidFill>
                <a:srgbClr val="FCEDE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4" name="Rectangle 6153">
                <a:extLst>
                  <a:ext uri="{FF2B5EF4-FFF2-40B4-BE49-F238E27FC236}">
                    <a16:creationId xmlns:a16="http://schemas.microsoft.com/office/drawing/2014/main" id="{6C967264-06E7-ED19-C2F2-F42372878E4A}"/>
                  </a:ext>
                </a:extLst>
              </p:cNvPr>
              <p:cNvSpPr/>
              <p:nvPr/>
            </p:nvSpPr>
            <p:spPr>
              <a:xfrm>
                <a:off x="4047426" y="1420302"/>
                <a:ext cx="127000" cy="19050"/>
              </a:xfrm>
              <a:prstGeom prst="rect">
                <a:avLst/>
              </a:prstGeom>
              <a:solidFill>
                <a:srgbClr val="FBE8E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5" name="Rectangle 6154">
                <a:extLst>
                  <a:ext uri="{FF2B5EF4-FFF2-40B4-BE49-F238E27FC236}">
                    <a16:creationId xmlns:a16="http://schemas.microsoft.com/office/drawing/2014/main" id="{FBF9300C-693C-E0E6-0200-F0FDD42D9E97}"/>
                  </a:ext>
                </a:extLst>
              </p:cNvPr>
              <p:cNvSpPr/>
              <p:nvPr/>
            </p:nvSpPr>
            <p:spPr>
              <a:xfrm>
                <a:off x="4047426" y="1401252"/>
                <a:ext cx="127000" cy="19050"/>
              </a:xfrm>
              <a:prstGeom prst="rect">
                <a:avLst/>
              </a:prstGeom>
              <a:solidFill>
                <a:srgbClr val="FBE3E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6" name="Rectangle 6155">
                <a:extLst>
                  <a:ext uri="{FF2B5EF4-FFF2-40B4-BE49-F238E27FC236}">
                    <a16:creationId xmlns:a16="http://schemas.microsoft.com/office/drawing/2014/main" id="{7B2E8236-214E-E2A0-B887-F585C756767C}"/>
                  </a:ext>
                </a:extLst>
              </p:cNvPr>
              <p:cNvSpPr/>
              <p:nvPr/>
            </p:nvSpPr>
            <p:spPr>
              <a:xfrm>
                <a:off x="4047426" y="1382202"/>
                <a:ext cx="127000" cy="19050"/>
              </a:xfrm>
              <a:prstGeom prst="rect">
                <a:avLst/>
              </a:prstGeom>
              <a:solidFill>
                <a:srgbClr val="FADED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7" name="Rectangle 6156">
                <a:extLst>
                  <a:ext uri="{FF2B5EF4-FFF2-40B4-BE49-F238E27FC236}">
                    <a16:creationId xmlns:a16="http://schemas.microsoft.com/office/drawing/2014/main" id="{3FB8AD1C-8E70-5AC5-52F5-51951E7FFE83}"/>
                  </a:ext>
                </a:extLst>
              </p:cNvPr>
              <p:cNvSpPr/>
              <p:nvPr/>
            </p:nvSpPr>
            <p:spPr>
              <a:xfrm>
                <a:off x="4047426" y="1363152"/>
                <a:ext cx="127000" cy="19050"/>
              </a:xfrm>
              <a:prstGeom prst="rect">
                <a:avLst/>
              </a:prstGeom>
              <a:solidFill>
                <a:srgbClr val="F9D9D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8" name="Rectangle 6157">
                <a:extLst>
                  <a:ext uri="{FF2B5EF4-FFF2-40B4-BE49-F238E27FC236}">
                    <a16:creationId xmlns:a16="http://schemas.microsoft.com/office/drawing/2014/main" id="{91C2FAE5-AA18-1B62-527B-13E4467763D1}"/>
                  </a:ext>
                </a:extLst>
              </p:cNvPr>
              <p:cNvSpPr/>
              <p:nvPr/>
            </p:nvSpPr>
            <p:spPr>
              <a:xfrm>
                <a:off x="4047426" y="1344102"/>
                <a:ext cx="127000" cy="19050"/>
              </a:xfrm>
              <a:prstGeom prst="rect">
                <a:avLst/>
              </a:prstGeom>
              <a:solidFill>
                <a:srgbClr val="F8D4D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59" name="Rectangle 6158">
                <a:extLst>
                  <a:ext uri="{FF2B5EF4-FFF2-40B4-BE49-F238E27FC236}">
                    <a16:creationId xmlns:a16="http://schemas.microsoft.com/office/drawing/2014/main" id="{C1759427-CB12-FA3B-C235-992693B629A9}"/>
                  </a:ext>
                </a:extLst>
              </p:cNvPr>
              <p:cNvSpPr/>
              <p:nvPr/>
            </p:nvSpPr>
            <p:spPr>
              <a:xfrm>
                <a:off x="4047426" y="1325052"/>
                <a:ext cx="127000" cy="19050"/>
              </a:xfrm>
              <a:prstGeom prst="rect">
                <a:avLst/>
              </a:prstGeom>
              <a:solidFill>
                <a:srgbClr val="F8CFD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0" name="Rectangle 6159">
                <a:extLst>
                  <a:ext uri="{FF2B5EF4-FFF2-40B4-BE49-F238E27FC236}">
                    <a16:creationId xmlns:a16="http://schemas.microsoft.com/office/drawing/2014/main" id="{18BD580D-20BE-FD69-6D45-1826C5A9A152}"/>
                  </a:ext>
                </a:extLst>
              </p:cNvPr>
              <p:cNvSpPr/>
              <p:nvPr/>
            </p:nvSpPr>
            <p:spPr>
              <a:xfrm>
                <a:off x="4047426" y="1306002"/>
                <a:ext cx="127000" cy="19050"/>
              </a:xfrm>
              <a:prstGeom prst="rect">
                <a:avLst/>
              </a:prstGeom>
              <a:solidFill>
                <a:srgbClr val="F7C9C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1" name="Rectangle 6160">
                <a:extLst>
                  <a:ext uri="{FF2B5EF4-FFF2-40B4-BE49-F238E27FC236}">
                    <a16:creationId xmlns:a16="http://schemas.microsoft.com/office/drawing/2014/main" id="{55CB2098-7DE6-4D33-5ADF-DAA6D44E1677}"/>
                  </a:ext>
                </a:extLst>
              </p:cNvPr>
              <p:cNvSpPr/>
              <p:nvPr/>
            </p:nvSpPr>
            <p:spPr>
              <a:xfrm>
                <a:off x="4047426" y="1286952"/>
                <a:ext cx="127000" cy="19050"/>
              </a:xfrm>
              <a:prstGeom prst="rect">
                <a:avLst/>
              </a:prstGeom>
              <a:solidFill>
                <a:srgbClr val="F6C4C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2" name="Rectangle 6161">
                <a:extLst>
                  <a:ext uri="{FF2B5EF4-FFF2-40B4-BE49-F238E27FC236}">
                    <a16:creationId xmlns:a16="http://schemas.microsoft.com/office/drawing/2014/main" id="{27BE0C3F-F695-2E4D-BDEC-AF4D376CC1A2}"/>
                  </a:ext>
                </a:extLst>
              </p:cNvPr>
              <p:cNvSpPr/>
              <p:nvPr/>
            </p:nvSpPr>
            <p:spPr>
              <a:xfrm>
                <a:off x="4047426" y="1267902"/>
                <a:ext cx="127000" cy="19050"/>
              </a:xfrm>
              <a:prstGeom prst="rect">
                <a:avLst/>
              </a:prstGeom>
              <a:solidFill>
                <a:srgbClr val="F6BFC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3" name="Rectangle 6162">
                <a:extLst>
                  <a:ext uri="{FF2B5EF4-FFF2-40B4-BE49-F238E27FC236}">
                    <a16:creationId xmlns:a16="http://schemas.microsoft.com/office/drawing/2014/main" id="{5303D851-F1D0-C8A8-8386-CD6000D8808D}"/>
                  </a:ext>
                </a:extLst>
              </p:cNvPr>
              <p:cNvSpPr/>
              <p:nvPr/>
            </p:nvSpPr>
            <p:spPr>
              <a:xfrm>
                <a:off x="4047426" y="1248852"/>
                <a:ext cx="127000" cy="19050"/>
              </a:xfrm>
              <a:prstGeom prst="rect">
                <a:avLst/>
              </a:prstGeom>
              <a:solidFill>
                <a:srgbClr val="F5BAB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4" name="Rectangle 6163">
                <a:extLst>
                  <a:ext uri="{FF2B5EF4-FFF2-40B4-BE49-F238E27FC236}">
                    <a16:creationId xmlns:a16="http://schemas.microsoft.com/office/drawing/2014/main" id="{CAE4B522-B3D0-1660-B560-809C147CDF98}"/>
                  </a:ext>
                </a:extLst>
              </p:cNvPr>
              <p:cNvSpPr/>
              <p:nvPr/>
            </p:nvSpPr>
            <p:spPr>
              <a:xfrm>
                <a:off x="4047426" y="1229802"/>
                <a:ext cx="127000" cy="19050"/>
              </a:xfrm>
              <a:prstGeom prst="rect">
                <a:avLst/>
              </a:prstGeom>
              <a:solidFill>
                <a:srgbClr val="F4B5B7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5" name="Rectangle 6164">
                <a:extLst>
                  <a:ext uri="{FF2B5EF4-FFF2-40B4-BE49-F238E27FC236}">
                    <a16:creationId xmlns:a16="http://schemas.microsoft.com/office/drawing/2014/main" id="{EA116D00-80E2-96DC-65A3-319F66C24E43}"/>
                  </a:ext>
                </a:extLst>
              </p:cNvPr>
              <p:cNvSpPr/>
              <p:nvPr/>
            </p:nvSpPr>
            <p:spPr>
              <a:xfrm>
                <a:off x="4047426" y="1210752"/>
                <a:ext cx="127000" cy="19050"/>
              </a:xfrm>
              <a:prstGeom prst="rect">
                <a:avLst/>
              </a:prstGeom>
              <a:solidFill>
                <a:srgbClr val="F4B0B2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6" name="Rectangle 6165">
                <a:extLst>
                  <a:ext uri="{FF2B5EF4-FFF2-40B4-BE49-F238E27FC236}">
                    <a16:creationId xmlns:a16="http://schemas.microsoft.com/office/drawing/2014/main" id="{1F17ACEB-3F35-BA96-E9BC-8EADB4173EEB}"/>
                  </a:ext>
                </a:extLst>
              </p:cNvPr>
              <p:cNvSpPr/>
              <p:nvPr/>
            </p:nvSpPr>
            <p:spPr>
              <a:xfrm>
                <a:off x="4047426" y="1191702"/>
                <a:ext cx="127000" cy="19050"/>
              </a:xfrm>
              <a:prstGeom prst="rect">
                <a:avLst/>
              </a:prstGeom>
              <a:solidFill>
                <a:srgbClr val="F3ABA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7" name="Rectangle 6166">
                <a:extLst>
                  <a:ext uri="{FF2B5EF4-FFF2-40B4-BE49-F238E27FC236}">
                    <a16:creationId xmlns:a16="http://schemas.microsoft.com/office/drawing/2014/main" id="{E4EECD9B-B43D-DE9D-0387-57E0E7591C8B}"/>
                  </a:ext>
                </a:extLst>
              </p:cNvPr>
              <p:cNvSpPr/>
              <p:nvPr/>
            </p:nvSpPr>
            <p:spPr>
              <a:xfrm>
                <a:off x="4047426" y="1172652"/>
                <a:ext cx="127000" cy="19050"/>
              </a:xfrm>
              <a:prstGeom prst="rect">
                <a:avLst/>
              </a:prstGeom>
              <a:solidFill>
                <a:srgbClr val="F2A6A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8" name="Rectangle 6167">
                <a:extLst>
                  <a:ext uri="{FF2B5EF4-FFF2-40B4-BE49-F238E27FC236}">
                    <a16:creationId xmlns:a16="http://schemas.microsoft.com/office/drawing/2014/main" id="{AA302D8E-C99A-C1B0-3715-31CC9CC975C1}"/>
                  </a:ext>
                </a:extLst>
              </p:cNvPr>
              <p:cNvSpPr/>
              <p:nvPr/>
            </p:nvSpPr>
            <p:spPr>
              <a:xfrm>
                <a:off x="4047426" y="1153602"/>
                <a:ext cx="127000" cy="19050"/>
              </a:xfrm>
              <a:prstGeom prst="rect">
                <a:avLst/>
              </a:prstGeom>
              <a:solidFill>
                <a:srgbClr val="F1A1A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69" name="Rectangle 6168">
                <a:extLst>
                  <a:ext uri="{FF2B5EF4-FFF2-40B4-BE49-F238E27FC236}">
                    <a16:creationId xmlns:a16="http://schemas.microsoft.com/office/drawing/2014/main" id="{C3B11133-4788-1ED7-DE9B-EE2B5AC1F480}"/>
                  </a:ext>
                </a:extLst>
              </p:cNvPr>
              <p:cNvSpPr/>
              <p:nvPr/>
            </p:nvSpPr>
            <p:spPr>
              <a:xfrm>
                <a:off x="4047426" y="1134552"/>
                <a:ext cx="127000" cy="19050"/>
              </a:xfrm>
              <a:prstGeom prst="rect">
                <a:avLst/>
              </a:prstGeom>
              <a:solidFill>
                <a:srgbClr val="F19C9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0" name="Rectangle 6169">
                <a:extLst>
                  <a:ext uri="{FF2B5EF4-FFF2-40B4-BE49-F238E27FC236}">
                    <a16:creationId xmlns:a16="http://schemas.microsoft.com/office/drawing/2014/main" id="{1BD80D54-28DC-53D9-F6D0-75734515E74D}"/>
                  </a:ext>
                </a:extLst>
              </p:cNvPr>
              <p:cNvSpPr/>
              <p:nvPr/>
            </p:nvSpPr>
            <p:spPr>
              <a:xfrm>
                <a:off x="4047426" y="1115502"/>
                <a:ext cx="127000" cy="19050"/>
              </a:xfrm>
              <a:prstGeom prst="rect">
                <a:avLst/>
              </a:prstGeom>
              <a:solidFill>
                <a:srgbClr val="F0979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1" name="Rectangle 6170">
                <a:extLst>
                  <a:ext uri="{FF2B5EF4-FFF2-40B4-BE49-F238E27FC236}">
                    <a16:creationId xmlns:a16="http://schemas.microsoft.com/office/drawing/2014/main" id="{E0388349-DA96-9602-05FC-5F9E72404935}"/>
                  </a:ext>
                </a:extLst>
              </p:cNvPr>
              <p:cNvSpPr/>
              <p:nvPr/>
            </p:nvSpPr>
            <p:spPr>
              <a:xfrm>
                <a:off x="4047426" y="1096452"/>
                <a:ext cx="127000" cy="19050"/>
              </a:xfrm>
              <a:prstGeom prst="rect">
                <a:avLst/>
              </a:prstGeom>
              <a:solidFill>
                <a:srgbClr val="EF929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2" name="Rectangle 6171">
                <a:extLst>
                  <a:ext uri="{FF2B5EF4-FFF2-40B4-BE49-F238E27FC236}">
                    <a16:creationId xmlns:a16="http://schemas.microsoft.com/office/drawing/2014/main" id="{1CF5AB35-9062-8354-1754-AC5DBFCE298C}"/>
                  </a:ext>
                </a:extLst>
              </p:cNvPr>
              <p:cNvSpPr/>
              <p:nvPr/>
            </p:nvSpPr>
            <p:spPr>
              <a:xfrm>
                <a:off x="4047426" y="1077402"/>
                <a:ext cx="127000" cy="19050"/>
              </a:xfrm>
              <a:prstGeom prst="rect">
                <a:avLst/>
              </a:prstGeom>
              <a:solidFill>
                <a:srgbClr val="EF8D9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3" name="Rectangle 6172">
                <a:extLst>
                  <a:ext uri="{FF2B5EF4-FFF2-40B4-BE49-F238E27FC236}">
                    <a16:creationId xmlns:a16="http://schemas.microsoft.com/office/drawing/2014/main" id="{151C71F1-47D6-862A-DB1D-CB9B2A2D03D7}"/>
                  </a:ext>
                </a:extLst>
              </p:cNvPr>
              <p:cNvSpPr/>
              <p:nvPr/>
            </p:nvSpPr>
            <p:spPr>
              <a:xfrm>
                <a:off x="4047426" y="1058352"/>
                <a:ext cx="127000" cy="19050"/>
              </a:xfrm>
              <a:prstGeom prst="rect">
                <a:avLst/>
              </a:prstGeom>
              <a:solidFill>
                <a:srgbClr val="EE888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4" name="Rectangle 6173">
                <a:extLst>
                  <a:ext uri="{FF2B5EF4-FFF2-40B4-BE49-F238E27FC236}">
                    <a16:creationId xmlns:a16="http://schemas.microsoft.com/office/drawing/2014/main" id="{14C3EE37-12E4-3AE0-32D8-ECF0D79DB491}"/>
                  </a:ext>
                </a:extLst>
              </p:cNvPr>
              <p:cNvSpPr/>
              <p:nvPr/>
            </p:nvSpPr>
            <p:spPr>
              <a:xfrm>
                <a:off x="4047426" y="1039302"/>
                <a:ext cx="127000" cy="19050"/>
              </a:xfrm>
              <a:prstGeom prst="rect">
                <a:avLst/>
              </a:prstGeom>
              <a:solidFill>
                <a:srgbClr val="ED838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5" name="Rectangle 6174">
                <a:extLst>
                  <a:ext uri="{FF2B5EF4-FFF2-40B4-BE49-F238E27FC236}">
                    <a16:creationId xmlns:a16="http://schemas.microsoft.com/office/drawing/2014/main" id="{4BC31EAD-E622-F551-5B14-3279379AD926}"/>
                  </a:ext>
                </a:extLst>
              </p:cNvPr>
              <p:cNvSpPr/>
              <p:nvPr/>
            </p:nvSpPr>
            <p:spPr>
              <a:xfrm>
                <a:off x="4047426" y="1020252"/>
                <a:ext cx="127000" cy="19050"/>
              </a:xfrm>
              <a:prstGeom prst="rect">
                <a:avLst/>
              </a:prstGeom>
              <a:solidFill>
                <a:srgbClr val="EC7E8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6" name="Rectangle 6175">
                <a:extLst>
                  <a:ext uri="{FF2B5EF4-FFF2-40B4-BE49-F238E27FC236}">
                    <a16:creationId xmlns:a16="http://schemas.microsoft.com/office/drawing/2014/main" id="{12CD0298-BC21-7A1B-E728-1D8133C4F912}"/>
                  </a:ext>
                </a:extLst>
              </p:cNvPr>
              <p:cNvSpPr/>
              <p:nvPr/>
            </p:nvSpPr>
            <p:spPr>
              <a:xfrm>
                <a:off x="4047426" y="1001202"/>
                <a:ext cx="127000" cy="19050"/>
              </a:xfrm>
              <a:prstGeom prst="rect">
                <a:avLst/>
              </a:prstGeom>
              <a:solidFill>
                <a:srgbClr val="EC797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7" name="Rectangle 6176">
                <a:extLst>
                  <a:ext uri="{FF2B5EF4-FFF2-40B4-BE49-F238E27FC236}">
                    <a16:creationId xmlns:a16="http://schemas.microsoft.com/office/drawing/2014/main" id="{CBBF1C5E-9BE4-A24D-C758-E918E4550F6C}"/>
                  </a:ext>
                </a:extLst>
              </p:cNvPr>
              <p:cNvSpPr/>
              <p:nvPr/>
            </p:nvSpPr>
            <p:spPr>
              <a:xfrm>
                <a:off x="4047426" y="982152"/>
                <a:ext cx="127000" cy="19050"/>
              </a:xfrm>
              <a:prstGeom prst="rect">
                <a:avLst/>
              </a:prstGeom>
              <a:solidFill>
                <a:srgbClr val="EB747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8" name="Rectangle 6177">
                <a:extLst>
                  <a:ext uri="{FF2B5EF4-FFF2-40B4-BE49-F238E27FC236}">
                    <a16:creationId xmlns:a16="http://schemas.microsoft.com/office/drawing/2014/main" id="{5EA11E17-2265-8926-A2E6-A2B4669839E1}"/>
                  </a:ext>
                </a:extLst>
              </p:cNvPr>
              <p:cNvSpPr/>
              <p:nvPr/>
            </p:nvSpPr>
            <p:spPr>
              <a:xfrm>
                <a:off x="4047426" y="963102"/>
                <a:ext cx="127000" cy="19050"/>
              </a:xfrm>
              <a:prstGeom prst="rect">
                <a:avLst/>
              </a:prstGeom>
              <a:solidFill>
                <a:srgbClr val="EA6F7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79" name="Rectangle 6178">
                <a:extLst>
                  <a:ext uri="{FF2B5EF4-FFF2-40B4-BE49-F238E27FC236}">
                    <a16:creationId xmlns:a16="http://schemas.microsoft.com/office/drawing/2014/main" id="{D9A0A714-DB38-24EB-BEEB-9A618421807B}"/>
                  </a:ext>
                </a:extLst>
              </p:cNvPr>
              <p:cNvSpPr/>
              <p:nvPr/>
            </p:nvSpPr>
            <p:spPr>
              <a:xfrm>
                <a:off x="4047426" y="944052"/>
                <a:ext cx="127000" cy="19050"/>
              </a:xfrm>
              <a:prstGeom prst="rect">
                <a:avLst/>
              </a:prstGeom>
              <a:solidFill>
                <a:srgbClr val="EA6A6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0" name="Rectangle 6179">
                <a:extLst>
                  <a:ext uri="{FF2B5EF4-FFF2-40B4-BE49-F238E27FC236}">
                    <a16:creationId xmlns:a16="http://schemas.microsoft.com/office/drawing/2014/main" id="{35A54C4D-A6B8-56A1-E9E3-E35043526D09}"/>
                  </a:ext>
                </a:extLst>
              </p:cNvPr>
              <p:cNvSpPr/>
              <p:nvPr/>
            </p:nvSpPr>
            <p:spPr>
              <a:xfrm>
                <a:off x="4047426" y="925002"/>
                <a:ext cx="127000" cy="19050"/>
              </a:xfrm>
              <a:prstGeom prst="rect">
                <a:avLst/>
              </a:prstGeom>
              <a:solidFill>
                <a:srgbClr val="E9646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1" name="Rectangle 6180">
                <a:extLst>
                  <a:ext uri="{FF2B5EF4-FFF2-40B4-BE49-F238E27FC236}">
                    <a16:creationId xmlns:a16="http://schemas.microsoft.com/office/drawing/2014/main" id="{52F31270-1B55-12BC-1E9A-B19C4ADDB455}"/>
                  </a:ext>
                </a:extLst>
              </p:cNvPr>
              <p:cNvSpPr/>
              <p:nvPr/>
            </p:nvSpPr>
            <p:spPr>
              <a:xfrm>
                <a:off x="4047426" y="905952"/>
                <a:ext cx="127000" cy="19050"/>
              </a:xfrm>
              <a:prstGeom prst="rect">
                <a:avLst/>
              </a:prstGeom>
              <a:solidFill>
                <a:srgbClr val="E85F6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2" name="Rectangle 6181">
                <a:extLst>
                  <a:ext uri="{FF2B5EF4-FFF2-40B4-BE49-F238E27FC236}">
                    <a16:creationId xmlns:a16="http://schemas.microsoft.com/office/drawing/2014/main" id="{EE195A94-00C2-4D80-2304-836DF459D96B}"/>
                  </a:ext>
                </a:extLst>
              </p:cNvPr>
              <p:cNvSpPr/>
              <p:nvPr/>
            </p:nvSpPr>
            <p:spPr>
              <a:xfrm>
                <a:off x="4047426" y="886902"/>
                <a:ext cx="127000" cy="19050"/>
              </a:xfrm>
              <a:prstGeom prst="rect">
                <a:avLst/>
              </a:prstGeom>
              <a:solidFill>
                <a:srgbClr val="E85A5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3" name="Rectangle 6182">
                <a:extLst>
                  <a:ext uri="{FF2B5EF4-FFF2-40B4-BE49-F238E27FC236}">
                    <a16:creationId xmlns:a16="http://schemas.microsoft.com/office/drawing/2014/main" id="{2259F68E-8317-11E0-E888-E66C047CCD56}"/>
                  </a:ext>
                </a:extLst>
              </p:cNvPr>
              <p:cNvSpPr/>
              <p:nvPr/>
            </p:nvSpPr>
            <p:spPr>
              <a:xfrm>
                <a:off x="4047426" y="867852"/>
                <a:ext cx="127000" cy="19050"/>
              </a:xfrm>
              <a:prstGeom prst="rect">
                <a:avLst/>
              </a:prstGeom>
              <a:solidFill>
                <a:srgbClr val="E7555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4" name="Rectangle 6183">
                <a:extLst>
                  <a:ext uri="{FF2B5EF4-FFF2-40B4-BE49-F238E27FC236}">
                    <a16:creationId xmlns:a16="http://schemas.microsoft.com/office/drawing/2014/main" id="{A4095DF3-D53A-E00E-DEFB-B3F36E921587}"/>
                  </a:ext>
                </a:extLst>
              </p:cNvPr>
              <p:cNvSpPr/>
              <p:nvPr/>
            </p:nvSpPr>
            <p:spPr>
              <a:xfrm>
                <a:off x="4047426" y="848802"/>
                <a:ext cx="127000" cy="19050"/>
              </a:xfrm>
              <a:prstGeom prst="rect">
                <a:avLst/>
              </a:prstGeom>
              <a:solidFill>
                <a:srgbClr val="E6505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5" name="Rectangle 6184">
                <a:extLst>
                  <a:ext uri="{FF2B5EF4-FFF2-40B4-BE49-F238E27FC236}">
                    <a16:creationId xmlns:a16="http://schemas.microsoft.com/office/drawing/2014/main" id="{D4D159C1-4DA1-97FD-F384-9C4261044D9C}"/>
                  </a:ext>
                </a:extLst>
              </p:cNvPr>
              <p:cNvSpPr/>
              <p:nvPr/>
            </p:nvSpPr>
            <p:spPr>
              <a:xfrm>
                <a:off x="4047426" y="829752"/>
                <a:ext cx="127000" cy="19050"/>
              </a:xfrm>
              <a:prstGeom prst="rect">
                <a:avLst/>
              </a:prstGeom>
              <a:solidFill>
                <a:srgbClr val="E54B5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6" name="Rectangle 6185">
                <a:extLst>
                  <a:ext uri="{FF2B5EF4-FFF2-40B4-BE49-F238E27FC236}">
                    <a16:creationId xmlns:a16="http://schemas.microsoft.com/office/drawing/2014/main" id="{7660D166-9BC2-3B02-7E92-7B2F6E87C0F2}"/>
                  </a:ext>
                </a:extLst>
              </p:cNvPr>
              <p:cNvSpPr/>
              <p:nvPr/>
            </p:nvSpPr>
            <p:spPr>
              <a:xfrm>
                <a:off x="4047426" y="810702"/>
                <a:ext cx="127000" cy="19050"/>
              </a:xfrm>
              <a:prstGeom prst="rect">
                <a:avLst/>
              </a:prstGeom>
              <a:solidFill>
                <a:srgbClr val="E5464B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7" name="Rectangle 6186">
                <a:extLst>
                  <a:ext uri="{FF2B5EF4-FFF2-40B4-BE49-F238E27FC236}">
                    <a16:creationId xmlns:a16="http://schemas.microsoft.com/office/drawing/2014/main" id="{84022AB7-B0C2-803C-A2EF-8E6541C52CD1}"/>
                  </a:ext>
                </a:extLst>
              </p:cNvPr>
              <p:cNvSpPr/>
              <p:nvPr/>
            </p:nvSpPr>
            <p:spPr>
              <a:xfrm>
                <a:off x="4047426" y="791652"/>
                <a:ext cx="127000" cy="19050"/>
              </a:xfrm>
              <a:prstGeom prst="rect">
                <a:avLst/>
              </a:prstGeom>
              <a:solidFill>
                <a:srgbClr val="E44146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8" name="Rectangle 6187">
                <a:extLst>
                  <a:ext uri="{FF2B5EF4-FFF2-40B4-BE49-F238E27FC236}">
                    <a16:creationId xmlns:a16="http://schemas.microsoft.com/office/drawing/2014/main" id="{20E0345B-6F2C-9DEF-69B4-F9705CC4A08E}"/>
                  </a:ext>
                </a:extLst>
              </p:cNvPr>
              <p:cNvSpPr/>
              <p:nvPr/>
            </p:nvSpPr>
            <p:spPr>
              <a:xfrm>
                <a:off x="4047426" y="772602"/>
                <a:ext cx="127000" cy="19050"/>
              </a:xfrm>
              <a:prstGeom prst="rect">
                <a:avLst/>
              </a:prstGeom>
              <a:solidFill>
                <a:srgbClr val="E33C41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89" name="Rectangle 6188">
                <a:extLst>
                  <a:ext uri="{FF2B5EF4-FFF2-40B4-BE49-F238E27FC236}">
                    <a16:creationId xmlns:a16="http://schemas.microsoft.com/office/drawing/2014/main" id="{962E22A6-2728-0AC0-0021-D9DE795F153E}"/>
                  </a:ext>
                </a:extLst>
              </p:cNvPr>
              <p:cNvSpPr/>
              <p:nvPr/>
            </p:nvSpPr>
            <p:spPr>
              <a:xfrm>
                <a:off x="4047426" y="753552"/>
                <a:ext cx="127000" cy="19050"/>
              </a:xfrm>
              <a:prstGeom prst="rect">
                <a:avLst/>
              </a:prstGeom>
              <a:solidFill>
                <a:srgbClr val="E3373D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0" name="Rectangle 6189">
                <a:extLst>
                  <a:ext uri="{FF2B5EF4-FFF2-40B4-BE49-F238E27FC236}">
                    <a16:creationId xmlns:a16="http://schemas.microsoft.com/office/drawing/2014/main" id="{DD09844C-B0D2-087E-383B-533FFCA27011}"/>
                  </a:ext>
                </a:extLst>
              </p:cNvPr>
              <p:cNvSpPr/>
              <p:nvPr/>
            </p:nvSpPr>
            <p:spPr>
              <a:xfrm>
                <a:off x="4047426" y="734502"/>
                <a:ext cx="127000" cy="19050"/>
              </a:xfrm>
              <a:prstGeom prst="rect">
                <a:avLst/>
              </a:prstGeom>
              <a:solidFill>
                <a:srgbClr val="E23238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1" name="Rectangle 6190">
                <a:extLst>
                  <a:ext uri="{FF2B5EF4-FFF2-40B4-BE49-F238E27FC236}">
                    <a16:creationId xmlns:a16="http://schemas.microsoft.com/office/drawing/2014/main" id="{0F3DFCCF-9D6E-C487-7667-DC08841AB0AF}"/>
                  </a:ext>
                </a:extLst>
              </p:cNvPr>
              <p:cNvSpPr/>
              <p:nvPr/>
            </p:nvSpPr>
            <p:spPr>
              <a:xfrm>
                <a:off x="4047426" y="715452"/>
                <a:ext cx="127000" cy="19050"/>
              </a:xfrm>
              <a:prstGeom prst="rect">
                <a:avLst/>
              </a:prstGeom>
              <a:solidFill>
                <a:srgbClr val="E12D33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2" name="Rectangle 6191">
                <a:extLst>
                  <a:ext uri="{FF2B5EF4-FFF2-40B4-BE49-F238E27FC236}">
                    <a16:creationId xmlns:a16="http://schemas.microsoft.com/office/drawing/2014/main" id="{94ED9B3B-0E99-A603-1647-7D453D28B482}"/>
                  </a:ext>
                </a:extLst>
              </p:cNvPr>
              <p:cNvSpPr/>
              <p:nvPr/>
            </p:nvSpPr>
            <p:spPr>
              <a:xfrm>
                <a:off x="4047426" y="696402"/>
                <a:ext cx="127000" cy="19050"/>
              </a:xfrm>
              <a:prstGeom prst="rect">
                <a:avLst/>
              </a:prstGeom>
              <a:solidFill>
                <a:srgbClr val="E0282E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3" name="Rectangle 6192">
                <a:extLst>
                  <a:ext uri="{FF2B5EF4-FFF2-40B4-BE49-F238E27FC236}">
                    <a16:creationId xmlns:a16="http://schemas.microsoft.com/office/drawing/2014/main" id="{C6D098FA-FD02-08F1-5FCB-D64630173367}"/>
                  </a:ext>
                </a:extLst>
              </p:cNvPr>
              <p:cNvSpPr/>
              <p:nvPr/>
            </p:nvSpPr>
            <p:spPr>
              <a:xfrm>
                <a:off x="4047426" y="677352"/>
                <a:ext cx="127000" cy="19050"/>
              </a:xfrm>
              <a:prstGeom prst="rect">
                <a:avLst/>
              </a:prstGeom>
              <a:solidFill>
                <a:srgbClr val="E02329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4" name="Rectangle 6193">
                <a:extLst>
                  <a:ext uri="{FF2B5EF4-FFF2-40B4-BE49-F238E27FC236}">
                    <a16:creationId xmlns:a16="http://schemas.microsoft.com/office/drawing/2014/main" id="{8F1CFB84-1238-FC85-BFCF-BB323DBB8D79}"/>
                  </a:ext>
                </a:extLst>
              </p:cNvPr>
              <p:cNvSpPr/>
              <p:nvPr/>
            </p:nvSpPr>
            <p:spPr>
              <a:xfrm>
                <a:off x="4047426" y="658302"/>
                <a:ext cx="127000" cy="19050"/>
              </a:xfrm>
              <a:prstGeom prst="rect">
                <a:avLst/>
              </a:prstGeom>
              <a:solidFill>
                <a:srgbClr val="DF1E24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5" name="Rectangle 6194">
                <a:extLst>
                  <a:ext uri="{FF2B5EF4-FFF2-40B4-BE49-F238E27FC236}">
                    <a16:creationId xmlns:a16="http://schemas.microsoft.com/office/drawing/2014/main" id="{9244241D-C38B-129E-B7CA-5AEAB26C6480}"/>
                  </a:ext>
                </a:extLst>
              </p:cNvPr>
              <p:cNvSpPr/>
              <p:nvPr/>
            </p:nvSpPr>
            <p:spPr>
              <a:xfrm>
                <a:off x="4047426" y="639252"/>
                <a:ext cx="127000" cy="19050"/>
              </a:xfrm>
              <a:prstGeom prst="rect">
                <a:avLst/>
              </a:prstGeom>
              <a:solidFill>
                <a:srgbClr val="DE191F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6" name="Rectangle 6195">
                <a:extLst>
                  <a:ext uri="{FF2B5EF4-FFF2-40B4-BE49-F238E27FC236}">
                    <a16:creationId xmlns:a16="http://schemas.microsoft.com/office/drawing/2014/main" id="{7035AAD8-309E-5913-2B0A-B5D096B49EF3}"/>
                  </a:ext>
                </a:extLst>
              </p:cNvPr>
              <p:cNvSpPr/>
              <p:nvPr/>
            </p:nvSpPr>
            <p:spPr>
              <a:xfrm>
                <a:off x="4047426" y="620202"/>
                <a:ext cx="127000" cy="19050"/>
              </a:xfrm>
              <a:prstGeom prst="rect">
                <a:avLst/>
              </a:prstGeom>
              <a:solidFill>
                <a:srgbClr val="DE141A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7" name="Rectangle 6196">
                <a:extLst>
                  <a:ext uri="{FF2B5EF4-FFF2-40B4-BE49-F238E27FC236}">
                    <a16:creationId xmlns:a16="http://schemas.microsoft.com/office/drawing/2014/main" id="{DB8C3605-BB14-28C1-9029-E1450924AB78}"/>
                  </a:ext>
                </a:extLst>
              </p:cNvPr>
              <p:cNvSpPr/>
              <p:nvPr/>
            </p:nvSpPr>
            <p:spPr>
              <a:xfrm>
                <a:off x="4047426" y="601152"/>
                <a:ext cx="127000" cy="19050"/>
              </a:xfrm>
              <a:prstGeom prst="rect">
                <a:avLst/>
              </a:prstGeom>
              <a:solidFill>
                <a:srgbClr val="DD0F15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8" name="Rectangle 6197">
                <a:extLst>
                  <a:ext uri="{FF2B5EF4-FFF2-40B4-BE49-F238E27FC236}">
                    <a16:creationId xmlns:a16="http://schemas.microsoft.com/office/drawing/2014/main" id="{1011237B-98A5-52E4-1CBE-C369FC874D18}"/>
                  </a:ext>
                </a:extLst>
              </p:cNvPr>
              <p:cNvSpPr/>
              <p:nvPr/>
            </p:nvSpPr>
            <p:spPr>
              <a:xfrm>
                <a:off x="4047426" y="582102"/>
                <a:ext cx="127000" cy="19050"/>
              </a:xfrm>
              <a:prstGeom prst="rect">
                <a:avLst/>
              </a:prstGeom>
              <a:solidFill>
                <a:srgbClr val="DC0A10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199" name="Rectangle 6198">
                <a:extLst>
                  <a:ext uri="{FF2B5EF4-FFF2-40B4-BE49-F238E27FC236}">
                    <a16:creationId xmlns:a16="http://schemas.microsoft.com/office/drawing/2014/main" id="{87A0D436-009A-6A96-A4F9-B13C5DEDB1AA}"/>
                  </a:ext>
                </a:extLst>
              </p:cNvPr>
              <p:cNvSpPr/>
              <p:nvPr/>
            </p:nvSpPr>
            <p:spPr>
              <a:xfrm>
                <a:off x="4047426" y="563052"/>
                <a:ext cx="127000" cy="19050"/>
              </a:xfrm>
              <a:prstGeom prst="rect">
                <a:avLst/>
              </a:prstGeom>
              <a:solidFill>
                <a:srgbClr val="DC050C"/>
              </a:solidFill>
              <a:ln w="9525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 sz="1000"/>
              </a:p>
            </p:txBody>
          </p:sp>
          <p:sp>
            <p:nvSpPr>
              <p:cNvPr id="6200" name="TextBox 6199">
                <a:extLst>
                  <a:ext uri="{FF2B5EF4-FFF2-40B4-BE49-F238E27FC236}">
                    <a16:creationId xmlns:a16="http://schemas.microsoft.com/office/drawing/2014/main" id="{C3A490F2-2D46-BD8C-BCA3-395D243C829C}"/>
                  </a:ext>
                </a:extLst>
              </p:cNvPr>
              <p:cNvSpPr txBox="1"/>
              <p:nvPr/>
            </p:nvSpPr>
            <p:spPr>
              <a:xfrm rot="5400000">
                <a:off x="4112145" y="2352955"/>
                <a:ext cx="29848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-2</a:t>
                </a:r>
              </a:p>
            </p:txBody>
          </p:sp>
          <p:sp>
            <p:nvSpPr>
              <p:cNvPr id="6201" name="TextBox 6200">
                <a:extLst>
                  <a:ext uri="{FF2B5EF4-FFF2-40B4-BE49-F238E27FC236}">
                    <a16:creationId xmlns:a16="http://schemas.microsoft.com/office/drawing/2014/main" id="{3E731761-7151-83F6-59D9-094E4B4CE77E}"/>
                  </a:ext>
                </a:extLst>
              </p:cNvPr>
              <p:cNvSpPr txBox="1"/>
              <p:nvPr/>
            </p:nvSpPr>
            <p:spPr>
              <a:xfrm rot="5400000">
                <a:off x="4112145" y="1876705"/>
                <a:ext cx="29848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-1</a:t>
                </a:r>
              </a:p>
            </p:txBody>
          </p:sp>
          <p:sp>
            <p:nvSpPr>
              <p:cNvPr id="6202" name="TextBox 6201">
                <a:extLst>
                  <a:ext uri="{FF2B5EF4-FFF2-40B4-BE49-F238E27FC236}">
                    <a16:creationId xmlns:a16="http://schemas.microsoft.com/office/drawing/2014/main" id="{21E5B64F-720A-27D6-42D4-2758B7263A89}"/>
                  </a:ext>
                </a:extLst>
              </p:cNvPr>
              <p:cNvSpPr txBox="1"/>
              <p:nvPr/>
            </p:nvSpPr>
            <p:spPr>
              <a:xfrm rot="5400000">
                <a:off x="4133786" y="1400455"/>
                <a:ext cx="25519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6203" name="TextBox 6202">
                <a:extLst>
                  <a:ext uri="{FF2B5EF4-FFF2-40B4-BE49-F238E27FC236}">
                    <a16:creationId xmlns:a16="http://schemas.microsoft.com/office/drawing/2014/main" id="{CDD6FC1B-0F59-F387-7770-2177EE29B528}"/>
                  </a:ext>
                </a:extLst>
              </p:cNvPr>
              <p:cNvSpPr txBox="1"/>
              <p:nvPr/>
            </p:nvSpPr>
            <p:spPr>
              <a:xfrm rot="5400000">
                <a:off x="4133786" y="924206"/>
                <a:ext cx="25519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</a:t>
                </a:r>
              </a:p>
            </p:txBody>
          </p:sp>
          <p:sp>
            <p:nvSpPr>
              <p:cNvPr id="6204" name="TextBox 6203">
                <a:extLst>
                  <a:ext uri="{FF2B5EF4-FFF2-40B4-BE49-F238E27FC236}">
                    <a16:creationId xmlns:a16="http://schemas.microsoft.com/office/drawing/2014/main" id="{0811FE5B-455F-AC61-153E-94F1E0A679E9}"/>
                  </a:ext>
                </a:extLst>
              </p:cNvPr>
              <p:cNvSpPr txBox="1"/>
              <p:nvPr/>
            </p:nvSpPr>
            <p:spPr>
              <a:xfrm rot="5400000">
                <a:off x="4133786" y="447955"/>
                <a:ext cx="25519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</p:grpSp>
        <p:sp>
          <p:nvSpPr>
            <p:cNvPr id="6095" name="TextBox 6094">
              <a:extLst>
                <a:ext uri="{FF2B5EF4-FFF2-40B4-BE49-F238E27FC236}">
                  <a16:creationId xmlns:a16="http://schemas.microsoft.com/office/drawing/2014/main" id="{7C9FCA57-6C96-9502-F019-B29A1220C26F}"/>
                </a:ext>
              </a:extLst>
            </p:cNvPr>
            <p:cNvSpPr txBox="1"/>
            <p:nvPr/>
          </p:nvSpPr>
          <p:spPr>
            <a:xfrm>
              <a:off x="1807857" y="2714358"/>
              <a:ext cx="655951" cy="24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92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Z-Score</a:t>
              </a:r>
              <a:endParaRPr lang="en-US" sz="850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2FC1A55-7387-8344-D7EA-7F09397290E9}"/>
              </a:ext>
            </a:extLst>
          </p:cNvPr>
          <p:cNvGrpSpPr/>
          <p:nvPr/>
        </p:nvGrpSpPr>
        <p:grpSpPr>
          <a:xfrm>
            <a:off x="1974369" y="3252532"/>
            <a:ext cx="4505806" cy="2543729"/>
            <a:chOff x="1134411" y="1692767"/>
            <a:chExt cx="4768516" cy="2692040"/>
          </a:xfrm>
        </p:grpSpPr>
        <p:grpSp>
          <p:nvGrpSpPr>
            <p:cNvPr id="3" name="Graphic 209">
              <a:extLst>
                <a:ext uri="{FF2B5EF4-FFF2-40B4-BE49-F238E27FC236}">
                  <a16:creationId xmlns:a16="http://schemas.microsoft.com/office/drawing/2014/main" id="{A1E75ABF-A2DC-B501-E7CE-C47732528D0F}"/>
                </a:ext>
              </a:extLst>
            </p:cNvPr>
            <p:cNvGrpSpPr/>
            <p:nvPr/>
          </p:nvGrpSpPr>
          <p:grpSpPr>
            <a:xfrm>
              <a:off x="3346140" y="2005949"/>
              <a:ext cx="1678664" cy="1999488"/>
              <a:chOff x="3346140" y="2005949"/>
              <a:chExt cx="1678664" cy="1999488"/>
            </a:xfrm>
          </p:grpSpPr>
          <p:sp>
            <p:nvSpPr>
              <p:cNvPr id="5962" name="Freeform 5961">
                <a:extLst>
                  <a:ext uri="{FF2B5EF4-FFF2-40B4-BE49-F238E27FC236}">
                    <a16:creationId xmlns:a16="http://schemas.microsoft.com/office/drawing/2014/main" id="{1D6C172B-A161-D72A-1F1A-EBD484DC0564}"/>
                  </a:ext>
                </a:extLst>
              </p:cNvPr>
              <p:cNvSpPr/>
              <p:nvPr/>
            </p:nvSpPr>
            <p:spPr>
              <a:xfrm>
                <a:off x="3346140" y="2005949"/>
                <a:ext cx="1631695" cy="1999488"/>
              </a:xfrm>
              <a:custGeom>
                <a:avLst/>
                <a:gdLst>
                  <a:gd name="csX0" fmla="*/ 0 w 1631695"/>
                  <a:gd name="csY0" fmla="*/ 0 h 1999488"/>
                  <a:gd name="csX1" fmla="*/ 1631696 w 1631695"/>
                  <a:gd name="csY1" fmla="*/ 0 h 1999488"/>
                  <a:gd name="csX2" fmla="*/ 1631696 w 1631695"/>
                  <a:gd name="csY2" fmla="*/ 1999488 h 1999488"/>
                  <a:gd name="csX3" fmla="*/ 0 w 1631695"/>
                  <a:gd name="csY3" fmla="*/ 1999488 h 199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631695" h="1999488">
                    <a:moveTo>
                      <a:pt x="0" y="0"/>
                    </a:moveTo>
                    <a:lnTo>
                      <a:pt x="1631696" y="0"/>
                    </a:lnTo>
                    <a:lnTo>
                      <a:pt x="1631696" y="1999488"/>
                    </a:lnTo>
                    <a:lnTo>
                      <a:pt x="0" y="1999488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3" name="Freeform 5962">
                <a:extLst>
                  <a:ext uri="{FF2B5EF4-FFF2-40B4-BE49-F238E27FC236}">
                    <a16:creationId xmlns:a16="http://schemas.microsoft.com/office/drawing/2014/main" id="{B0A5AAED-B073-DC33-F014-DAB8B178E78A}"/>
                  </a:ext>
                </a:extLst>
              </p:cNvPr>
              <p:cNvSpPr/>
              <p:nvPr/>
            </p:nvSpPr>
            <p:spPr>
              <a:xfrm>
                <a:off x="3555944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4" name="Freeform 5963">
                <a:extLst>
                  <a:ext uri="{FF2B5EF4-FFF2-40B4-BE49-F238E27FC236}">
                    <a16:creationId xmlns:a16="http://schemas.microsoft.com/office/drawing/2014/main" id="{A5790D15-D7F1-1F15-ECC1-157B023DDFA0}"/>
                  </a:ext>
                </a:extLst>
              </p:cNvPr>
              <p:cNvSpPr/>
              <p:nvPr/>
            </p:nvSpPr>
            <p:spPr>
              <a:xfrm>
                <a:off x="3928943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5" name="Freeform 5964">
                <a:extLst>
                  <a:ext uri="{FF2B5EF4-FFF2-40B4-BE49-F238E27FC236}">
                    <a16:creationId xmlns:a16="http://schemas.microsoft.com/office/drawing/2014/main" id="{3B064008-8559-BB19-70E2-63594E521351}"/>
                  </a:ext>
                </a:extLst>
              </p:cNvPr>
              <p:cNvSpPr/>
              <p:nvPr/>
            </p:nvSpPr>
            <p:spPr>
              <a:xfrm>
                <a:off x="4301941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6" name="Freeform 5965">
                <a:extLst>
                  <a:ext uri="{FF2B5EF4-FFF2-40B4-BE49-F238E27FC236}">
                    <a16:creationId xmlns:a16="http://schemas.microsoft.com/office/drawing/2014/main" id="{8908CA3D-DD7B-E95F-86E9-99C747BC5119}"/>
                  </a:ext>
                </a:extLst>
              </p:cNvPr>
              <p:cNvSpPr/>
              <p:nvPr/>
            </p:nvSpPr>
            <p:spPr>
              <a:xfrm>
                <a:off x="4674813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8" name="Freeform 5967">
                <a:extLst>
                  <a:ext uri="{FF2B5EF4-FFF2-40B4-BE49-F238E27FC236}">
                    <a16:creationId xmlns:a16="http://schemas.microsoft.com/office/drawing/2014/main" id="{2802E4B8-9DA1-CBD6-52B9-7AED9355AD8A}"/>
                  </a:ext>
                </a:extLst>
              </p:cNvPr>
              <p:cNvSpPr/>
              <p:nvPr/>
            </p:nvSpPr>
            <p:spPr>
              <a:xfrm>
                <a:off x="3346140" y="3887708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69" name="Freeform 5968">
                <a:extLst>
                  <a:ext uri="{FF2B5EF4-FFF2-40B4-BE49-F238E27FC236}">
                    <a16:creationId xmlns:a16="http://schemas.microsoft.com/office/drawing/2014/main" id="{9BE671BD-FC10-DC2D-DDF7-378FB463D7EA}"/>
                  </a:ext>
                </a:extLst>
              </p:cNvPr>
              <p:cNvSpPr/>
              <p:nvPr/>
            </p:nvSpPr>
            <p:spPr>
              <a:xfrm>
                <a:off x="3346140" y="3691746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0" name="Freeform 5969">
                <a:extLst>
                  <a:ext uri="{FF2B5EF4-FFF2-40B4-BE49-F238E27FC236}">
                    <a16:creationId xmlns:a16="http://schemas.microsoft.com/office/drawing/2014/main" id="{75028761-D85F-CFB6-792E-1A6C7776243C}"/>
                  </a:ext>
                </a:extLst>
              </p:cNvPr>
              <p:cNvSpPr/>
              <p:nvPr/>
            </p:nvSpPr>
            <p:spPr>
              <a:xfrm>
                <a:off x="3346140" y="3495658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1" name="Freeform 5970">
                <a:extLst>
                  <a:ext uri="{FF2B5EF4-FFF2-40B4-BE49-F238E27FC236}">
                    <a16:creationId xmlns:a16="http://schemas.microsoft.com/office/drawing/2014/main" id="{E184C91C-072B-CD8E-651B-AD41B8AE81FD}"/>
                  </a:ext>
                </a:extLst>
              </p:cNvPr>
              <p:cNvSpPr/>
              <p:nvPr/>
            </p:nvSpPr>
            <p:spPr>
              <a:xfrm>
                <a:off x="3346140" y="3299698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2" name="Freeform 5971">
                <a:extLst>
                  <a:ext uri="{FF2B5EF4-FFF2-40B4-BE49-F238E27FC236}">
                    <a16:creationId xmlns:a16="http://schemas.microsoft.com/office/drawing/2014/main" id="{DA9D8302-741A-8D9B-FE3D-DAC30990090D}"/>
                  </a:ext>
                </a:extLst>
              </p:cNvPr>
              <p:cNvSpPr/>
              <p:nvPr/>
            </p:nvSpPr>
            <p:spPr>
              <a:xfrm>
                <a:off x="3346140" y="3103610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3" name="Freeform 5972">
                <a:extLst>
                  <a:ext uri="{FF2B5EF4-FFF2-40B4-BE49-F238E27FC236}">
                    <a16:creationId xmlns:a16="http://schemas.microsoft.com/office/drawing/2014/main" id="{EA0A2F2A-5FBF-7348-7991-5C6F53845117}"/>
                  </a:ext>
                </a:extLst>
              </p:cNvPr>
              <p:cNvSpPr/>
              <p:nvPr/>
            </p:nvSpPr>
            <p:spPr>
              <a:xfrm>
                <a:off x="3346140" y="2907649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4" name="Freeform 5973">
                <a:extLst>
                  <a:ext uri="{FF2B5EF4-FFF2-40B4-BE49-F238E27FC236}">
                    <a16:creationId xmlns:a16="http://schemas.microsoft.com/office/drawing/2014/main" id="{0001FD37-97FD-8EEC-3546-15193FDCE785}"/>
                  </a:ext>
                </a:extLst>
              </p:cNvPr>
              <p:cNvSpPr/>
              <p:nvPr/>
            </p:nvSpPr>
            <p:spPr>
              <a:xfrm>
                <a:off x="3346140" y="2711560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5" name="Freeform 5974">
                <a:extLst>
                  <a:ext uri="{FF2B5EF4-FFF2-40B4-BE49-F238E27FC236}">
                    <a16:creationId xmlns:a16="http://schemas.microsoft.com/office/drawing/2014/main" id="{C9D355C8-B486-1E4A-8329-1C2D2989C821}"/>
                  </a:ext>
                </a:extLst>
              </p:cNvPr>
              <p:cNvSpPr/>
              <p:nvPr/>
            </p:nvSpPr>
            <p:spPr>
              <a:xfrm>
                <a:off x="3346140" y="2515600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6" name="Freeform 5975">
                <a:extLst>
                  <a:ext uri="{FF2B5EF4-FFF2-40B4-BE49-F238E27FC236}">
                    <a16:creationId xmlns:a16="http://schemas.microsoft.com/office/drawing/2014/main" id="{35CCEDB6-F508-2DC7-3035-FAF9FA259E02}"/>
                  </a:ext>
                </a:extLst>
              </p:cNvPr>
              <p:cNvSpPr/>
              <p:nvPr/>
            </p:nvSpPr>
            <p:spPr>
              <a:xfrm>
                <a:off x="3346140" y="2319511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7" name="Freeform 5976">
                <a:extLst>
                  <a:ext uri="{FF2B5EF4-FFF2-40B4-BE49-F238E27FC236}">
                    <a16:creationId xmlns:a16="http://schemas.microsoft.com/office/drawing/2014/main" id="{DFDFE8E6-AA15-F08A-EEA5-B17C4C2A914A}"/>
                  </a:ext>
                </a:extLst>
              </p:cNvPr>
              <p:cNvSpPr/>
              <p:nvPr/>
            </p:nvSpPr>
            <p:spPr>
              <a:xfrm>
                <a:off x="3346140" y="2123550"/>
                <a:ext cx="1631696" cy="12700"/>
              </a:xfrm>
              <a:custGeom>
                <a:avLst/>
                <a:gdLst>
                  <a:gd name="csX0" fmla="*/ 0 w 1631696"/>
                  <a:gd name="csY0" fmla="*/ 0 h 12700"/>
                  <a:gd name="csX1" fmla="*/ 1631696 w 163169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696" h="12700">
                    <a:moveTo>
                      <a:pt x="0" y="0"/>
                    </a:moveTo>
                    <a:lnTo>
                      <a:pt x="1631696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8" name="Freeform 5977">
                <a:extLst>
                  <a:ext uri="{FF2B5EF4-FFF2-40B4-BE49-F238E27FC236}">
                    <a16:creationId xmlns:a16="http://schemas.microsoft.com/office/drawing/2014/main" id="{5B1EBF9E-BC0D-8DBE-10DF-597FC39FFE94}"/>
                  </a:ext>
                </a:extLst>
              </p:cNvPr>
              <p:cNvSpPr/>
              <p:nvPr/>
            </p:nvSpPr>
            <p:spPr>
              <a:xfrm>
                <a:off x="3369507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79" name="Freeform 5978">
                <a:extLst>
                  <a:ext uri="{FF2B5EF4-FFF2-40B4-BE49-F238E27FC236}">
                    <a16:creationId xmlns:a16="http://schemas.microsoft.com/office/drawing/2014/main" id="{30B3EBFE-8281-019B-8D6E-0E57C2AB3555}"/>
                  </a:ext>
                </a:extLst>
              </p:cNvPr>
              <p:cNvSpPr/>
              <p:nvPr/>
            </p:nvSpPr>
            <p:spPr>
              <a:xfrm>
                <a:off x="3742506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0" name="Freeform 5979">
                <a:extLst>
                  <a:ext uri="{FF2B5EF4-FFF2-40B4-BE49-F238E27FC236}">
                    <a16:creationId xmlns:a16="http://schemas.microsoft.com/office/drawing/2014/main" id="{00E28E31-48A3-CC1E-F259-167468E3925E}"/>
                  </a:ext>
                </a:extLst>
              </p:cNvPr>
              <p:cNvSpPr/>
              <p:nvPr/>
            </p:nvSpPr>
            <p:spPr>
              <a:xfrm>
                <a:off x="4115378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1" name="Freeform 5980">
                <a:extLst>
                  <a:ext uri="{FF2B5EF4-FFF2-40B4-BE49-F238E27FC236}">
                    <a16:creationId xmlns:a16="http://schemas.microsoft.com/office/drawing/2014/main" id="{6FB57CB5-4C2D-8081-DFB5-24312BBA1810}"/>
                  </a:ext>
                </a:extLst>
              </p:cNvPr>
              <p:cNvSpPr/>
              <p:nvPr/>
            </p:nvSpPr>
            <p:spPr>
              <a:xfrm>
                <a:off x="4488378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2" name="Freeform 5981">
                <a:extLst>
                  <a:ext uri="{FF2B5EF4-FFF2-40B4-BE49-F238E27FC236}">
                    <a16:creationId xmlns:a16="http://schemas.microsoft.com/office/drawing/2014/main" id="{E8990944-F976-5E9C-D8BC-FE95BE09EE1E}"/>
                  </a:ext>
                </a:extLst>
              </p:cNvPr>
              <p:cNvSpPr/>
              <p:nvPr/>
            </p:nvSpPr>
            <p:spPr>
              <a:xfrm>
                <a:off x="4861376" y="2005949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3" name="Freeform 5982">
                <a:extLst>
                  <a:ext uri="{FF2B5EF4-FFF2-40B4-BE49-F238E27FC236}">
                    <a16:creationId xmlns:a16="http://schemas.microsoft.com/office/drawing/2014/main" id="{D66792E7-6E34-CD9B-87F2-095C208A4D15}"/>
                  </a:ext>
                </a:extLst>
              </p:cNvPr>
              <p:cNvSpPr/>
              <p:nvPr/>
            </p:nvSpPr>
            <p:spPr>
              <a:xfrm>
                <a:off x="4790765" y="2021010"/>
                <a:ext cx="215443" cy="215444"/>
              </a:xfrm>
              <a:custGeom>
                <a:avLst/>
                <a:gdLst>
                  <a:gd name="csX0" fmla="*/ 225806 w 225805"/>
                  <a:gd name="csY0" fmla="*/ 112903 h 225806"/>
                  <a:gd name="csX1" fmla="*/ 112903 w 225805"/>
                  <a:gd name="csY1" fmla="*/ 225806 h 225806"/>
                  <a:gd name="csX2" fmla="*/ 0 w 225805"/>
                  <a:gd name="csY2" fmla="*/ 112903 h 225806"/>
                  <a:gd name="csX3" fmla="*/ 112903 w 225805"/>
                  <a:gd name="csY3" fmla="*/ 0 h 225806"/>
                  <a:gd name="csX4" fmla="*/ 225806 w 225805"/>
                  <a:gd name="csY4" fmla="*/ 112903 h 2258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5805" h="225806">
                    <a:moveTo>
                      <a:pt x="225806" y="112903"/>
                    </a:moveTo>
                    <a:cubicBezTo>
                      <a:pt x="225806" y="175258"/>
                      <a:pt x="175258" y="225806"/>
                      <a:pt x="112903" y="225806"/>
                    </a:cubicBezTo>
                    <a:cubicBezTo>
                      <a:pt x="50548" y="225806"/>
                      <a:pt x="0" y="175258"/>
                      <a:pt x="0" y="112903"/>
                    </a:cubicBezTo>
                    <a:cubicBezTo>
                      <a:pt x="0" y="50548"/>
                      <a:pt x="50548" y="0"/>
                      <a:pt x="112903" y="0"/>
                    </a:cubicBezTo>
                    <a:cubicBezTo>
                      <a:pt x="175258" y="0"/>
                      <a:pt x="225806" y="50548"/>
                      <a:pt x="225806" y="112903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4" name="Freeform 5983">
                <a:extLst>
                  <a:ext uri="{FF2B5EF4-FFF2-40B4-BE49-F238E27FC236}">
                    <a16:creationId xmlns:a16="http://schemas.microsoft.com/office/drawing/2014/main" id="{8C70EF38-54F8-4E5A-B9DE-D5AC67D09363}"/>
                  </a:ext>
                </a:extLst>
              </p:cNvPr>
              <p:cNvSpPr/>
              <p:nvPr/>
            </p:nvSpPr>
            <p:spPr>
              <a:xfrm>
                <a:off x="4584009" y="2211689"/>
                <a:ext cx="215646" cy="215646"/>
              </a:xfrm>
              <a:custGeom>
                <a:avLst/>
                <a:gdLst>
                  <a:gd name="csX0" fmla="*/ 215646 w 215646"/>
                  <a:gd name="csY0" fmla="*/ 107823 h 215646"/>
                  <a:gd name="csX1" fmla="*/ 107823 w 215646"/>
                  <a:gd name="csY1" fmla="*/ 215646 h 215646"/>
                  <a:gd name="csX2" fmla="*/ 0 w 215646"/>
                  <a:gd name="csY2" fmla="*/ 107823 h 215646"/>
                  <a:gd name="csX3" fmla="*/ 107823 w 215646"/>
                  <a:gd name="csY3" fmla="*/ 0 h 215646"/>
                  <a:gd name="csX4" fmla="*/ 215646 w 215646"/>
                  <a:gd name="csY4" fmla="*/ 107823 h 215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15646" h="215646">
                    <a:moveTo>
                      <a:pt x="215646" y="107823"/>
                    </a:moveTo>
                    <a:cubicBezTo>
                      <a:pt x="215646" y="167372"/>
                      <a:pt x="167372" y="215646"/>
                      <a:pt x="107823" y="215646"/>
                    </a:cubicBezTo>
                    <a:cubicBezTo>
                      <a:pt x="48274" y="215646"/>
                      <a:pt x="0" y="167372"/>
                      <a:pt x="0" y="107823"/>
                    </a:cubicBezTo>
                    <a:cubicBezTo>
                      <a:pt x="0" y="48274"/>
                      <a:pt x="48274" y="0"/>
                      <a:pt x="107823" y="0"/>
                    </a:cubicBezTo>
                    <a:cubicBezTo>
                      <a:pt x="167372" y="0"/>
                      <a:pt x="215646" y="48274"/>
                      <a:pt x="215646" y="107823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5" name="Freeform 5984">
                <a:extLst>
                  <a:ext uri="{FF2B5EF4-FFF2-40B4-BE49-F238E27FC236}">
                    <a16:creationId xmlns:a16="http://schemas.microsoft.com/office/drawing/2014/main" id="{DD7E00F4-C39C-8D83-B6CB-882806FBBF7B}"/>
                  </a:ext>
                </a:extLst>
              </p:cNvPr>
              <p:cNvSpPr/>
              <p:nvPr/>
            </p:nvSpPr>
            <p:spPr>
              <a:xfrm>
                <a:off x="3966535" y="2622026"/>
                <a:ext cx="179070" cy="179069"/>
              </a:xfrm>
              <a:custGeom>
                <a:avLst/>
                <a:gdLst>
                  <a:gd name="csX0" fmla="*/ 179070 w 179070"/>
                  <a:gd name="csY0" fmla="*/ 89535 h 179069"/>
                  <a:gd name="csX1" fmla="*/ 89535 w 179070"/>
                  <a:gd name="csY1" fmla="*/ 179070 h 179069"/>
                  <a:gd name="csX2" fmla="*/ 0 w 179070"/>
                  <a:gd name="csY2" fmla="*/ 89535 h 179069"/>
                  <a:gd name="csX3" fmla="*/ 89535 w 179070"/>
                  <a:gd name="csY3" fmla="*/ 0 h 179069"/>
                  <a:gd name="csX4" fmla="*/ 179070 w 179070"/>
                  <a:gd name="csY4" fmla="*/ 89535 h 1790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9070" h="179069">
                    <a:moveTo>
                      <a:pt x="179070" y="89535"/>
                    </a:moveTo>
                    <a:cubicBezTo>
                      <a:pt x="179070" y="138984"/>
                      <a:pt x="138984" y="179070"/>
                      <a:pt x="89535" y="179070"/>
                    </a:cubicBezTo>
                    <a:cubicBezTo>
                      <a:pt x="40086" y="179070"/>
                      <a:pt x="0" y="138984"/>
                      <a:pt x="0" y="89535"/>
                    </a:cubicBezTo>
                    <a:cubicBezTo>
                      <a:pt x="0" y="40086"/>
                      <a:pt x="40086" y="0"/>
                      <a:pt x="89535" y="0"/>
                    </a:cubicBezTo>
                    <a:cubicBezTo>
                      <a:pt x="138984" y="0"/>
                      <a:pt x="179070" y="40086"/>
                      <a:pt x="179070" y="89535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6" name="Freeform 5985">
                <a:extLst>
                  <a:ext uri="{FF2B5EF4-FFF2-40B4-BE49-F238E27FC236}">
                    <a16:creationId xmlns:a16="http://schemas.microsoft.com/office/drawing/2014/main" id="{504C0A82-B48D-A80C-9992-62324EC1B50A}"/>
                  </a:ext>
                </a:extLst>
              </p:cNvPr>
              <p:cNvSpPr/>
              <p:nvPr/>
            </p:nvSpPr>
            <p:spPr>
              <a:xfrm>
                <a:off x="4480631" y="2410444"/>
                <a:ext cx="210312" cy="210312"/>
              </a:xfrm>
              <a:custGeom>
                <a:avLst/>
                <a:gdLst>
                  <a:gd name="csX0" fmla="*/ 210312 w 210312"/>
                  <a:gd name="csY0" fmla="*/ 105156 h 210312"/>
                  <a:gd name="csX1" fmla="*/ 105156 w 210312"/>
                  <a:gd name="csY1" fmla="*/ 210312 h 210312"/>
                  <a:gd name="csX2" fmla="*/ 0 w 210312"/>
                  <a:gd name="csY2" fmla="*/ 105156 h 210312"/>
                  <a:gd name="csX3" fmla="*/ 105156 w 210312"/>
                  <a:gd name="csY3" fmla="*/ 0 h 210312"/>
                  <a:gd name="csX4" fmla="*/ 210312 w 210312"/>
                  <a:gd name="csY4" fmla="*/ 105156 h 2103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10312" h="210312">
                    <a:moveTo>
                      <a:pt x="210312" y="105156"/>
                    </a:moveTo>
                    <a:cubicBezTo>
                      <a:pt x="210312" y="163232"/>
                      <a:pt x="163232" y="210312"/>
                      <a:pt x="105156" y="210312"/>
                    </a:cubicBezTo>
                    <a:cubicBezTo>
                      <a:pt x="47080" y="210312"/>
                      <a:pt x="0" y="163232"/>
                      <a:pt x="0" y="105156"/>
                    </a:cubicBezTo>
                    <a:cubicBezTo>
                      <a:pt x="0" y="47080"/>
                      <a:pt x="47080" y="0"/>
                      <a:pt x="105156" y="0"/>
                    </a:cubicBezTo>
                    <a:cubicBezTo>
                      <a:pt x="163232" y="0"/>
                      <a:pt x="210312" y="47080"/>
                      <a:pt x="210312" y="105156"/>
                    </a:cubicBezTo>
                    <a:close/>
                  </a:path>
                </a:pathLst>
              </a:custGeom>
              <a:solidFill>
                <a:srgbClr val="DD6765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7" name="Freeform 5986">
                <a:extLst>
                  <a:ext uri="{FF2B5EF4-FFF2-40B4-BE49-F238E27FC236}">
                    <a16:creationId xmlns:a16="http://schemas.microsoft.com/office/drawing/2014/main" id="{B746C813-A821-0D11-303D-0FBE921A982E}"/>
                  </a:ext>
                </a:extLst>
              </p:cNvPr>
              <p:cNvSpPr/>
              <p:nvPr/>
            </p:nvSpPr>
            <p:spPr>
              <a:xfrm>
                <a:off x="3864554" y="3214100"/>
                <a:ext cx="171196" cy="171195"/>
              </a:xfrm>
              <a:custGeom>
                <a:avLst/>
                <a:gdLst>
                  <a:gd name="csX0" fmla="*/ 171196 w 171196"/>
                  <a:gd name="csY0" fmla="*/ 85598 h 171195"/>
                  <a:gd name="csX1" fmla="*/ 85598 w 171196"/>
                  <a:gd name="csY1" fmla="*/ 171196 h 171195"/>
                  <a:gd name="csX2" fmla="*/ 0 w 171196"/>
                  <a:gd name="csY2" fmla="*/ 85598 h 171195"/>
                  <a:gd name="csX3" fmla="*/ 85598 w 171196"/>
                  <a:gd name="csY3" fmla="*/ 0 h 171195"/>
                  <a:gd name="csX4" fmla="*/ 171196 w 171196"/>
                  <a:gd name="csY4" fmla="*/ 85598 h 1711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1196" h="171195">
                    <a:moveTo>
                      <a:pt x="171196" y="85598"/>
                    </a:moveTo>
                    <a:cubicBezTo>
                      <a:pt x="171196" y="132872"/>
                      <a:pt x="132873" y="171196"/>
                      <a:pt x="85598" y="171196"/>
                    </a:cubicBezTo>
                    <a:cubicBezTo>
                      <a:pt x="38324" y="171196"/>
                      <a:pt x="0" y="132873"/>
                      <a:pt x="0" y="85598"/>
                    </a:cubicBezTo>
                    <a:cubicBezTo>
                      <a:pt x="0" y="38324"/>
                      <a:pt x="38323" y="0"/>
                      <a:pt x="85598" y="0"/>
                    </a:cubicBezTo>
                    <a:cubicBezTo>
                      <a:pt x="132872" y="0"/>
                      <a:pt x="171196" y="38324"/>
                      <a:pt x="171196" y="85598"/>
                    </a:cubicBezTo>
                    <a:close/>
                  </a:path>
                </a:pathLst>
              </a:custGeom>
              <a:solidFill>
                <a:srgbClr val="D96869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8" name="Freeform 5987">
                <a:extLst>
                  <a:ext uri="{FF2B5EF4-FFF2-40B4-BE49-F238E27FC236}">
                    <a16:creationId xmlns:a16="http://schemas.microsoft.com/office/drawing/2014/main" id="{A1EF1BF2-B05E-847E-3677-08D05EC8CE1C}"/>
                  </a:ext>
                </a:extLst>
              </p:cNvPr>
              <p:cNvSpPr/>
              <p:nvPr/>
            </p:nvSpPr>
            <p:spPr>
              <a:xfrm>
                <a:off x="3864554" y="3410061"/>
                <a:ext cx="171196" cy="171196"/>
              </a:xfrm>
              <a:custGeom>
                <a:avLst/>
                <a:gdLst>
                  <a:gd name="csX0" fmla="*/ 171196 w 171196"/>
                  <a:gd name="csY0" fmla="*/ 85598 h 171196"/>
                  <a:gd name="csX1" fmla="*/ 85598 w 171196"/>
                  <a:gd name="csY1" fmla="*/ 171196 h 171196"/>
                  <a:gd name="csX2" fmla="*/ 0 w 171196"/>
                  <a:gd name="csY2" fmla="*/ 85598 h 171196"/>
                  <a:gd name="csX3" fmla="*/ 85598 w 171196"/>
                  <a:gd name="csY3" fmla="*/ 0 h 171196"/>
                  <a:gd name="csX4" fmla="*/ 171196 w 171196"/>
                  <a:gd name="csY4" fmla="*/ 85598 h 1711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1196" h="171196">
                    <a:moveTo>
                      <a:pt x="171196" y="85598"/>
                    </a:moveTo>
                    <a:cubicBezTo>
                      <a:pt x="171196" y="132872"/>
                      <a:pt x="132873" y="171196"/>
                      <a:pt x="85598" y="171196"/>
                    </a:cubicBezTo>
                    <a:cubicBezTo>
                      <a:pt x="38324" y="171196"/>
                      <a:pt x="0" y="132873"/>
                      <a:pt x="0" y="85598"/>
                    </a:cubicBezTo>
                    <a:cubicBezTo>
                      <a:pt x="0" y="38324"/>
                      <a:pt x="38323" y="0"/>
                      <a:pt x="85598" y="0"/>
                    </a:cubicBezTo>
                    <a:cubicBezTo>
                      <a:pt x="132872" y="0"/>
                      <a:pt x="171196" y="38323"/>
                      <a:pt x="171196" y="85598"/>
                    </a:cubicBezTo>
                    <a:close/>
                  </a:path>
                </a:pathLst>
              </a:custGeom>
              <a:solidFill>
                <a:srgbClr val="AA748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89" name="Freeform 5988">
                <a:extLst>
                  <a:ext uri="{FF2B5EF4-FFF2-40B4-BE49-F238E27FC236}">
                    <a16:creationId xmlns:a16="http://schemas.microsoft.com/office/drawing/2014/main" id="{A2CF12CD-E154-580D-9170-5804D3030763}"/>
                  </a:ext>
                </a:extLst>
              </p:cNvPr>
              <p:cNvSpPr/>
              <p:nvPr/>
            </p:nvSpPr>
            <p:spPr>
              <a:xfrm>
                <a:off x="3561532" y="3621008"/>
                <a:ext cx="141477" cy="141477"/>
              </a:xfrm>
              <a:custGeom>
                <a:avLst/>
                <a:gdLst>
                  <a:gd name="csX0" fmla="*/ 141478 w 141477"/>
                  <a:gd name="csY0" fmla="*/ 70739 h 141477"/>
                  <a:gd name="csX1" fmla="*/ 70739 w 141477"/>
                  <a:gd name="csY1" fmla="*/ 141478 h 141477"/>
                  <a:gd name="csX2" fmla="*/ 0 w 141477"/>
                  <a:gd name="csY2" fmla="*/ 70739 h 141477"/>
                  <a:gd name="csX3" fmla="*/ 70739 w 141477"/>
                  <a:gd name="csY3" fmla="*/ 0 h 141477"/>
                  <a:gd name="csX4" fmla="*/ 141478 w 141477"/>
                  <a:gd name="csY4" fmla="*/ 70739 h 1414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1477" h="141477">
                    <a:moveTo>
                      <a:pt x="141478" y="70739"/>
                    </a:moveTo>
                    <a:cubicBezTo>
                      <a:pt x="141478" y="109807"/>
                      <a:pt x="109807" y="141478"/>
                      <a:pt x="70739" y="141478"/>
                    </a:cubicBezTo>
                    <a:cubicBezTo>
                      <a:pt x="31671" y="141478"/>
                      <a:pt x="0" y="109807"/>
                      <a:pt x="0" y="70739"/>
                    </a:cubicBezTo>
                    <a:cubicBezTo>
                      <a:pt x="0" y="31671"/>
                      <a:pt x="31671" y="0"/>
                      <a:pt x="70739" y="0"/>
                    </a:cubicBezTo>
                    <a:cubicBezTo>
                      <a:pt x="109807" y="0"/>
                      <a:pt x="141478" y="31671"/>
                      <a:pt x="141478" y="70739"/>
                    </a:cubicBezTo>
                    <a:close/>
                  </a:path>
                </a:pathLst>
              </a:custGeom>
              <a:solidFill>
                <a:srgbClr val="AA748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90" name="Freeform 5989">
                <a:extLst>
                  <a:ext uri="{FF2B5EF4-FFF2-40B4-BE49-F238E27FC236}">
                    <a16:creationId xmlns:a16="http://schemas.microsoft.com/office/drawing/2014/main" id="{06B85DCE-DAB6-DBC9-438A-C8A669EBDFA7}"/>
                  </a:ext>
                </a:extLst>
              </p:cNvPr>
              <p:cNvSpPr/>
              <p:nvPr/>
            </p:nvSpPr>
            <p:spPr>
              <a:xfrm>
                <a:off x="3966535" y="2818114"/>
                <a:ext cx="179070" cy="179069"/>
              </a:xfrm>
              <a:custGeom>
                <a:avLst/>
                <a:gdLst>
                  <a:gd name="csX0" fmla="*/ 179070 w 179070"/>
                  <a:gd name="csY0" fmla="*/ 89535 h 179069"/>
                  <a:gd name="csX1" fmla="*/ 89535 w 179070"/>
                  <a:gd name="csY1" fmla="*/ 179070 h 179069"/>
                  <a:gd name="csX2" fmla="*/ 0 w 179070"/>
                  <a:gd name="csY2" fmla="*/ 89535 h 179069"/>
                  <a:gd name="csX3" fmla="*/ 89535 w 179070"/>
                  <a:gd name="csY3" fmla="*/ 0 h 179069"/>
                  <a:gd name="csX4" fmla="*/ 179070 w 179070"/>
                  <a:gd name="csY4" fmla="*/ 89535 h 1790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9070" h="179069">
                    <a:moveTo>
                      <a:pt x="179070" y="89535"/>
                    </a:moveTo>
                    <a:cubicBezTo>
                      <a:pt x="179070" y="138984"/>
                      <a:pt x="138984" y="179070"/>
                      <a:pt x="89535" y="179070"/>
                    </a:cubicBezTo>
                    <a:cubicBezTo>
                      <a:pt x="40086" y="179070"/>
                      <a:pt x="0" y="138984"/>
                      <a:pt x="0" y="89535"/>
                    </a:cubicBezTo>
                    <a:cubicBezTo>
                      <a:pt x="0" y="40086"/>
                      <a:pt x="40086" y="0"/>
                      <a:pt x="89535" y="0"/>
                    </a:cubicBezTo>
                    <a:cubicBezTo>
                      <a:pt x="138984" y="0"/>
                      <a:pt x="179070" y="40086"/>
                      <a:pt x="179070" y="89535"/>
                    </a:cubicBezTo>
                    <a:close/>
                  </a:path>
                </a:pathLst>
              </a:custGeom>
              <a:solidFill>
                <a:srgbClr val="9A7694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91" name="Freeform 5990">
                <a:extLst>
                  <a:ext uri="{FF2B5EF4-FFF2-40B4-BE49-F238E27FC236}">
                    <a16:creationId xmlns:a16="http://schemas.microsoft.com/office/drawing/2014/main" id="{4395B283-82E2-FAF1-0885-D7CED8151283}"/>
                  </a:ext>
                </a:extLst>
              </p:cNvPr>
              <p:cNvSpPr/>
              <p:nvPr/>
            </p:nvSpPr>
            <p:spPr>
              <a:xfrm>
                <a:off x="3375096" y="3842496"/>
                <a:ext cx="90424" cy="90424"/>
              </a:xfrm>
              <a:custGeom>
                <a:avLst/>
                <a:gdLst>
                  <a:gd name="csX0" fmla="*/ 90424 w 90424"/>
                  <a:gd name="csY0" fmla="*/ 45212 h 90424"/>
                  <a:gd name="csX1" fmla="*/ 45212 w 90424"/>
                  <a:gd name="csY1" fmla="*/ 90424 h 90424"/>
                  <a:gd name="csX2" fmla="*/ 0 w 90424"/>
                  <a:gd name="csY2" fmla="*/ 45212 h 90424"/>
                  <a:gd name="csX3" fmla="*/ 45212 w 90424"/>
                  <a:gd name="csY3" fmla="*/ 0 h 90424"/>
                  <a:gd name="csX4" fmla="*/ 90424 w 90424"/>
                  <a:gd name="csY4" fmla="*/ 45212 h 904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0424" h="90424">
                    <a:moveTo>
                      <a:pt x="90424" y="45212"/>
                    </a:moveTo>
                    <a:cubicBezTo>
                      <a:pt x="90424" y="70182"/>
                      <a:pt x="70182" y="90424"/>
                      <a:pt x="45212" y="90424"/>
                    </a:cubicBezTo>
                    <a:cubicBezTo>
                      <a:pt x="20242" y="90424"/>
                      <a:pt x="0" y="70182"/>
                      <a:pt x="0" y="45212"/>
                    </a:cubicBezTo>
                    <a:cubicBezTo>
                      <a:pt x="0" y="20242"/>
                      <a:pt x="20242" y="0"/>
                      <a:pt x="45212" y="0"/>
                    </a:cubicBezTo>
                    <a:cubicBezTo>
                      <a:pt x="70182" y="0"/>
                      <a:pt x="90424" y="20242"/>
                      <a:pt x="90424" y="45212"/>
                    </a:cubicBezTo>
                    <a:close/>
                  </a:path>
                </a:pathLst>
              </a:custGeom>
              <a:solidFill>
                <a:srgbClr val="85799F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92" name="Freeform 5991">
                <a:extLst>
                  <a:ext uri="{FF2B5EF4-FFF2-40B4-BE49-F238E27FC236}">
                    <a16:creationId xmlns:a16="http://schemas.microsoft.com/office/drawing/2014/main" id="{05DAE990-777A-11CF-B310-8D36FB03CC4D}"/>
                  </a:ext>
                </a:extLst>
              </p:cNvPr>
              <p:cNvSpPr/>
              <p:nvPr/>
            </p:nvSpPr>
            <p:spPr>
              <a:xfrm>
                <a:off x="3966535" y="3014075"/>
                <a:ext cx="179070" cy="179069"/>
              </a:xfrm>
              <a:custGeom>
                <a:avLst/>
                <a:gdLst>
                  <a:gd name="csX0" fmla="*/ 179070 w 179070"/>
                  <a:gd name="csY0" fmla="*/ 89535 h 179069"/>
                  <a:gd name="csX1" fmla="*/ 89535 w 179070"/>
                  <a:gd name="csY1" fmla="*/ 179070 h 179069"/>
                  <a:gd name="csX2" fmla="*/ 0 w 179070"/>
                  <a:gd name="csY2" fmla="*/ 89535 h 179069"/>
                  <a:gd name="csX3" fmla="*/ 89535 w 179070"/>
                  <a:gd name="csY3" fmla="*/ 0 h 179069"/>
                  <a:gd name="csX4" fmla="*/ 179070 w 179070"/>
                  <a:gd name="csY4" fmla="*/ 89535 h 1790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9070" h="179069">
                    <a:moveTo>
                      <a:pt x="179070" y="89535"/>
                    </a:moveTo>
                    <a:cubicBezTo>
                      <a:pt x="179070" y="138984"/>
                      <a:pt x="138984" y="179070"/>
                      <a:pt x="89535" y="179070"/>
                    </a:cubicBezTo>
                    <a:cubicBezTo>
                      <a:pt x="40086" y="179070"/>
                      <a:pt x="0" y="138984"/>
                      <a:pt x="0" y="89535"/>
                    </a:cubicBezTo>
                    <a:cubicBezTo>
                      <a:pt x="0" y="40086"/>
                      <a:pt x="40086" y="0"/>
                      <a:pt x="89535" y="0"/>
                    </a:cubicBezTo>
                    <a:cubicBezTo>
                      <a:pt x="138984" y="0"/>
                      <a:pt x="179070" y="40086"/>
                      <a:pt x="179070" y="89535"/>
                    </a:cubicBezTo>
                    <a:close/>
                  </a:path>
                </a:pathLst>
              </a:custGeom>
              <a:solidFill>
                <a:srgbClr val="327EB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  <p:sp>
            <p:nvSpPr>
              <p:cNvPr id="5993" name="Freeform 5992">
                <a:extLst>
                  <a:ext uri="{FF2B5EF4-FFF2-40B4-BE49-F238E27FC236}">
                    <a16:creationId xmlns:a16="http://schemas.microsoft.com/office/drawing/2014/main" id="{FAF8B49E-C6F6-BA8F-E595-455D8A337BFF}"/>
                  </a:ext>
                </a:extLst>
              </p:cNvPr>
              <p:cNvSpPr/>
              <p:nvPr/>
            </p:nvSpPr>
            <p:spPr>
              <a:xfrm>
                <a:off x="3346140" y="2005949"/>
                <a:ext cx="1678664" cy="1999488"/>
              </a:xfrm>
              <a:custGeom>
                <a:avLst/>
                <a:gdLst>
                  <a:gd name="csX0" fmla="*/ 0 w 1631695"/>
                  <a:gd name="csY0" fmla="*/ 0 h 1999488"/>
                  <a:gd name="csX1" fmla="*/ 1631696 w 1631695"/>
                  <a:gd name="csY1" fmla="*/ 0 h 1999488"/>
                  <a:gd name="csX2" fmla="*/ 1631696 w 1631695"/>
                  <a:gd name="csY2" fmla="*/ 1999488 h 1999488"/>
                  <a:gd name="csX3" fmla="*/ 0 w 1631695"/>
                  <a:gd name="csY3" fmla="*/ 1999488 h 199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631695" h="1999488">
                    <a:moveTo>
                      <a:pt x="0" y="0"/>
                    </a:moveTo>
                    <a:lnTo>
                      <a:pt x="1631696" y="0"/>
                    </a:lnTo>
                    <a:lnTo>
                      <a:pt x="1631696" y="1999488"/>
                    </a:lnTo>
                    <a:lnTo>
                      <a:pt x="0" y="1999488"/>
                    </a:lnTo>
                    <a:close/>
                  </a:path>
                </a:pathLst>
              </a:custGeom>
              <a:noFill/>
              <a:ln w="13589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512"/>
              </a:p>
            </p:txBody>
          </p:sp>
        </p:grpSp>
        <p:sp>
          <p:nvSpPr>
            <p:cNvPr id="5906" name="TextBox 5905">
              <a:extLst>
                <a:ext uri="{FF2B5EF4-FFF2-40B4-BE49-F238E27FC236}">
                  <a16:creationId xmlns:a16="http://schemas.microsoft.com/office/drawing/2014/main" id="{0E136460-1F46-1FEE-8315-1905EC8B75A4}"/>
                </a:ext>
              </a:extLst>
            </p:cNvPr>
            <p:cNvSpPr txBox="1"/>
            <p:nvPr/>
          </p:nvSpPr>
          <p:spPr>
            <a:xfrm>
              <a:off x="1198340" y="3725637"/>
              <a:ext cx="2191013" cy="3439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negative regulation of axon extension involved in axon guidance</a:t>
              </a:r>
            </a:p>
          </p:txBody>
        </p:sp>
        <p:sp>
          <p:nvSpPr>
            <p:cNvPr id="5908" name="TextBox 5907">
              <a:extLst>
                <a:ext uri="{FF2B5EF4-FFF2-40B4-BE49-F238E27FC236}">
                  <a16:creationId xmlns:a16="http://schemas.microsoft.com/office/drawing/2014/main" id="{A7DAB552-A7EA-B87F-0288-EB14DECA7EDD}"/>
                </a:ext>
              </a:extLst>
            </p:cNvPr>
            <p:cNvSpPr txBox="1"/>
            <p:nvPr/>
          </p:nvSpPr>
          <p:spPr>
            <a:xfrm>
              <a:off x="2508550" y="3567069"/>
              <a:ext cx="880805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frizzled binding</a:t>
              </a:r>
            </a:p>
          </p:txBody>
        </p:sp>
        <p:sp>
          <p:nvSpPr>
            <p:cNvPr id="5909" name="TextBox 5908">
              <a:extLst>
                <a:ext uri="{FF2B5EF4-FFF2-40B4-BE49-F238E27FC236}">
                  <a16:creationId xmlns:a16="http://schemas.microsoft.com/office/drawing/2014/main" id="{57F1986A-66A7-E677-7018-18D0EB633BB4}"/>
                </a:ext>
              </a:extLst>
            </p:cNvPr>
            <p:cNvSpPr txBox="1"/>
            <p:nvPr/>
          </p:nvSpPr>
          <p:spPr>
            <a:xfrm>
              <a:off x="1699334" y="3388703"/>
              <a:ext cx="1690020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canonical </a:t>
              </a:r>
              <a:r>
                <a:rPr lang="en-US" sz="756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Wnt</a:t>
              </a:r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signaling pathway</a:t>
              </a:r>
            </a:p>
          </p:txBody>
        </p:sp>
        <p:sp>
          <p:nvSpPr>
            <p:cNvPr id="5910" name="TextBox 5909">
              <a:extLst>
                <a:ext uri="{FF2B5EF4-FFF2-40B4-BE49-F238E27FC236}">
                  <a16:creationId xmlns:a16="http://schemas.microsoft.com/office/drawing/2014/main" id="{F9BE6596-3A00-8F3F-1EFB-A9104D5D35E0}"/>
                </a:ext>
              </a:extLst>
            </p:cNvPr>
            <p:cNvSpPr txBox="1"/>
            <p:nvPr/>
          </p:nvSpPr>
          <p:spPr>
            <a:xfrm>
              <a:off x="1838445" y="3189309"/>
              <a:ext cx="1550910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cell fate commitment pathway</a:t>
              </a:r>
            </a:p>
          </p:txBody>
        </p:sp>
        <p:sp>
          <p:nvSpPr>
            <p:cNvPr id="5911" name="TextBox 5910">
              <a:extLst>
                <a:ext uri="{FF2B5EF4-FFF2-40B4-BE49-F238E27FC236}">
                  <a16:creationId xmlns:a16="http://schemas.microsoft.com/office/drawing/2014/main" id="{9A78EA8A-3F9B-B536-57F5-CE14BCEF4FD7}"/>
                </a:ext>
              </a:extLst>
            </p:cNvPr>
            <p:cNvSpPr txBox="1"/>
            <p:nvPr/>
          </p:nvSpPr>
          <p:spPr>
            <a:xfrm>
              <a:off x="1517812" y="2991892"/>
              <a:ext cx="187154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central nervous system development</a:t>
              </a:r>
            </a:p>
          </p:txBody>
        </p:sp>
        <p:sp>
          <p:nvSpPr>
            <p:cNvPr id="5912" name="TextBox 5911">
              <a:extLst>
                <a:ext uri="{FF2B5EF4-FFF2-40B4-BE49-F238E27FC236}">
                  <a16:creationId xmlns:a16="http://schemas.microsoft.com/office/drawing/2014/main" id="{EDCFAC79-DAD3-85FF-3CEB-0613D873614D}"/>
                </a:ext>
              </a:extLst>
            </p:cNvPr>
            <p:cNvSpPr txBox="1"/>
            <p:nvPr/>
          </p:nvSpPr>
          <p:spPr>
            <a:xfrm>
              <a:off x="2113272" y="2797260"/>
              <a:ext cx="127608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canonical Wnt signaling</a:t>
              </a:r>
            </a:p>
          </p:txBody>
        </p:sp>
        <p:sp>
          <p:nvSpPr>
            <p:cNvPr id="5913" name="TextBox 5912">
              <a:extLst>
                <a:ext uri="{FF2B5EF4-FFF2-40B4-BE49-F238E27FC236}">
                  <a16:creationId xmlns:a16="http://schemas.microsoft.com/office/drawing/2014/main" id="{7292A9E6-932F-DA79-D11F-48A0F19B33D0}"/>
                </a:ext>
              </a:extLst>
            </p:cNvPr>
            <p:cNvSpPr txBox="1"/>
            <p:nvPr/>
          </p:nvSpPr>
          <p:spPr>
            <a:xfrm>
              <a:off x="2162469" y="2400448"/>
              <a:ext cx="1226884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Wnt</a:t>
              </a:r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signaling pathway</a:t>
              </a:r>
            </a:p>
          </p:txBody>
        </p:sp>
        <p:sp>
          <p:nvSpPr>
            <p:cNvPr id="5914" name="TextBox 5913">
              <a:extLst>
                <a:ext uri="{FF2B5EF4-FFF2-40B4-BE49-F238E27FC236}">
                  <a16:creationId xmlns:a16="http://schemas.microsoft.com/office/drawing/2014/main" id="{8AF051BC-025C-2511-77DE-3D124209BBF1}"/>
                </a:ext>
              </a:extLst>
            </p:cNvPr>
            <p:cNvSpPr txBox="1"/>
            <p:nvPr/>
          </p:nvSpPr>
          <p:spPr>
            <a:xfrm>
              <a:off x="2522121" y="2209123"/>
              <a:ext cx="86723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axon guidance</a:t>
              </a:r>
            </a:p>
          </p:txBody>
        </p:sp>
        <p:sp>
          <p:nvSpPr>
            <p:cNvPr id="5915" name="TextBox 5914">
              <a:extLst>
                <a:ext uri="{FF2B5EF4-FFF2-40B4-BE49-F238E27FC236}">
                  <a16:creationId xmlns:a16="http://schemas.microsoft.com/office/drawing/2014/main" id="{46FF2370-0EB2-D761-2EFD-DF1C2A884976}"/>
                </a:ext>
              </a:extLst>
            </p:cNvPr>
            <p:cNvSpPr txBox="1"/>
            <p:nvPr/>
          </p:nvSpPr>
          <p:spPr>
            <a:xfrm>
              <a:off x="2223542" y="2008399"/>
              <a:ext cx="116581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neuron differentiation</a:t>
              </a:r>
            </a:p>
          </p:txBody>
        </p:sp>
        <p:sp>
          <p:nvSpPr>
            <p:cNvPr id="5916" name="Freeform 5915">
              <a:extLst>
                <a:ext uri="{FF2B5EF4-FFF2-40B4-BE49-F238E27FC236}">
                  <a16:creationId xmlns:a16="http://schemas.microsoft.com/office/drawing/2014/main" id="{DD5139E0-F5C9-3900-6DB2-598E0E2218DF}"/>
                </a:ext>
              </a:extLst>
            </p:cNvPr>
            <p:cNvSpPr/>
            <p:nvPr/>
          </p:nvSpPr>
          <p:spPr>
            <a:xfrm>
              <a:off x="3311341" y="388770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17" name="Freeform 5916">
              <a:extLst>
                <a:ext uri="{FF2B5EF4-FFF2-40B4-BE49-F238E27FC236}">
                  <a16:creationId xmlns:a16="http://schemas.microsoft.com/office/drawing/2014/main" id="{13B7E3B1-CC2C-73CC-D91B-CED83CC48E8C}"/>
                </a:ext>
              </a:extLst>
            </p:cNvPr>
            <p:cNvSpPr/>
            <p:nvPr/>
          </p:nvSpPr>
          <p:spPr>
            <a:xfrm>
              <a:off x="3311341" y="3691746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18" name="Freeform 5917">
              <a:extLst>
                <a:ext uri="{FF2B5EF4-FFF2-40B4-BE49-F238E27FC236}">
                  <a16:creationId xmlns:a16="http://schemas.microsoft.com/office/drawing/2014/main" id="{60A1BB6C-37D8-E510-5E64-EC8E1351B7C8}"/>
                </a:ext>
              </a:extLst>
            </p:cNvPr>
            <p:cNvSpPr/>
            <p:nvPr/>
          </p:nvSpPr>
          <p:spPr>
            <a:xfrm>
              <a:off x="3311341" y="349565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19" name="Freeform 5918">
              <a:extLst>
                <a:ext uri="{FF2B5EF4-FFF2-40B4-BE49-F238E27FC236}">
                  <a16:creationId xmlns:a16="http://schemas.microsoft.com/office/drawing/2014/main" id="{C3EE264F-528D-79CE-642D-8CB0B59AD4B0}"/>
                </a:ext>
              </a:extLst>
            </p:cNvPr>
            <p:cNvSpPr/>
            <p:nvPr/>
          </p:nvSpPr>
          <p:spPr>
            <a:xfrm>
              <a:off x="3311341" y="329969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0" name="Freeform 5919">
              <a:extLst>
                <a:ext uri="{FF2B5EF4-FFF2-40B4-BE49-F238E27FC236}">
                  <a16:creationId xmlns:a16="http://schemas.microsoft.com/office/drawing/2014/main" id="{8D25BB36-4C85-A144-04C3-AA49803F6847}"/>
                </a:ext>
              </a:extLst>
            </p:cNvPr>
            <p:cNvSpPr/>
            <p:nvPr/>
          </p:nvSpPr>
          <p:spPr>
            <a:xfrm>
              <a:off x="3311341" y="310361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1" name="Freeform 5920">
              <a:extLst>
                <a:ext uri="{FF2B5EF4-FFF2-40B4-BE49-F238E27FC236}">
                  <a16:creationId xmlns:a16="http://schemas.microsoft.com/office/drawing/2014/main" id="{FC6F6BF7-30A3-ABE8-C557-76C113943C76}"/>
                </a:ext>
              </a:extLst>
            </p:cNvPr>
            <p:cNvSpPr/>
            <p:nvPr/>
          </p:nvSpPr>
          <p:spPr>
            <a:xfrm>
              <a:off x="3311341" y="2907649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2" name="Freeform 5921">
              <a:extLst>
                <a:ext uri="{FF2B5EF4-FFF2-40B4-BE49-F238E27FC236}">
                  <a16:creationId xmlns:a16="http://schemas.microsoft.com/office/drawing/2014/main" id="{593C3035-CEEC-D87C-7649-101802A11AED}"/>
                </a:ext>
              </a:extLst>
            </p:cNvPr>
            <p:cNvSpPr/>
            <p:nvPr/>
          </p:nvSpPr>
          <p:spPr>
            <a:xfrm>
              <a:off x="3311341" y="271156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3" name="Freeform 5922">
              <a:extLst>
                <a:ext uri="{FF2B5EF4-FFF2-40B4-BE49-F238E27FC236}">
                  <a16:creationId xmlns:a16="http://schemas.microsoft.com/office/drawing/2014/main" id="{9A798973-5BF5-5B41-4128-187EE90157F7}"/>
                </a:ext>
              </a:extLst>
            </p:cNvPr>
            <p:cNvSpPr/>
            <p:nvPr/>
          </p:nvSpPr>
          <p:spPr>
            <a:xfrm>
              <a:off x="3311341" y="251560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4" name="Freeform 5923">
              <a:extLst>
                <a:ext uri="{FF2B5EF4-FFF2-40B4-BE49-F238E27FC236}">
                  <a16:creationId xmlns:a16="http://schemas.microsoft.com/office/drawing/2014/main" id="{DB25CAB7-7F20-92E9-C47F-6A95E6A97EB8}"/>
                </a:ext>
              </a:extLst>
            </p:cNvPr>
            <p:cNvSpPr/>
            <p:nvPr/>
          </p:nvSpPr>
          <p:spPr>
            <a:xfrm>
              <a:off x="3311341" y="2319511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5" name="Freeform 5924">
              <a:extLst>
                <a:ext uri="{FF2B5EF4-FFF2-40B4-BE49-F238E27FC236}">
                  <a16:creationId xmlns:a16="http://schemas.microsoft.com/office/drawing/2014/main" id="{F1EB8EF6-6FE0-0191-9551-2605416AC5BA}"/>
                </a:ext>
              </a:extLst>
            </p:cNvPr>
            <p:cNvSpPr/>
            <p:nvPr/>
          </p:nvSpPr>
          <p:spPr>
            <a:xfrm>
              <a:off x="3311341" y="212355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6" name="Freeform 5925">
              <a:extLst>
                <a:ext uri="{FF2B5EF4-FFF2-40B4-BE49-F238E27FC236}">
                  <a16:creationId xmlns:a16="http://schemas.microsoft.com/office/drawing/2014/main" id="{2B26DCE5-0BA7-5CD2-599A-2EF8F0BCA68E}"/>
                </a:ext>
              </a:extLst>
            </p:cNvPr>
            <p:cNvSpPr/>
            <p:nvPr/>
          </p:nvSpPr>
          <p:spPr>
            <a:xfrm>
              <a:off x="3369507" y="4005436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7" name="Freeform 5926">
              <a:extLst>
                <a:ext uri="{FF2B5EF4-FFF2-40B4-BE49-F238E27FC236}">
                  <a16:creationId xmlns:a16="http://schemas.microsoft.com/office/drawing/2014/main" id="{39875ED4-1C53-BC5E-67C9-3D095F5C9D5E}"/>
                </a:ext>
              </a:extLst>
            </p:cNvPr>
            <p:cNvSpPr/>
            <p:nvPr/>
          </p:nvSpPr>
          <p:spPr>
            <a:xfrm>
              <a:off x="3742506" y="4005436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8" name="Freeform 5927">
              <a:extLst>
                <a:ext uri="{FF2B5EF4-FFF2-40B4-BE49-F238E27FC236}">
                  <a16:creationId xmlns:a16="http://schemas.microsoft.com/office/drawing/2014/main" id="{B2FEB43F-814C-47B9-F993-FFBE1E004014}"/>
                </a:ext>
              </a:extLst>
            </p:cNvPr>
            <p:cNvSpPr/>
            <p:nvPr/>
          </p:nvSpPr>
          <p:spPr>
            <a:xfrm>
              <a:off x="4115378" y="4005436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29" name="Freeform 5928">
              <a:extLst>
                <a:ext uri="{FF2B5EF4-FFF2-40B4-BE49-F238E27FC236}">
                  <a16:creationId xmlns:a16="http://schemas.microsoft.com/office/drawing/2014/main" id="{4B33C149-A644-8C61-8F55-3CF32FF536A3}"/>
                </a:ext>
              </a:extLst>
            </p:cNvPr>
            <p:cNvSpPr/>
            <p:nvPr/>
          </p:nvSpPr>
          <p:spPr>
            <a:xfrm>
              <a:off x="4488378" y="4005436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30" name="Freeform 5929">
              <a:extLst>
                <a:ext uri="{FF2B5EF4-FFF2-40B4-BE49-F238E27FC236}">
                  <a16:creationId xmlns:a16="http://schemas.microsoft.com/office/drawing/2014/main" id="{8D6AA0C0-4C05-F836-F8F8-668201C4F711}"/>
                </a:ext>
              </a:extLst>
            </p:cNvPr>
            <p:cNvSpPr/>
            <p:nvPr/>
          </p:nvSpPr>
          <p:spPr>
            <a:xfrm>
              <a:off x="4861376" y="4005436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31" name="TextBox 5930">
              <a:extLst>
                <a:ext uri="{FF2B5EF4-FFF2-40B4-BE49-F238E27FC236}">
                  <a16:creationId xmlns:a16="http://schemas.microsoft.com/office/drawing/2014/main" id="{CFE09961-FA59-3F04-E16F-94F2DC280CC8}"/>
                </a:ext>
              </a:extLst>
            </p:cNvPr>
            <p:cNvSpPr txBox="1"/>
            <p:nvPr/>
          </p:nvSpPr>
          <p:spPr>
            <a:xfrm>
              <a:off x="3170851" y="3993457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0.02</a:t>
              </a:r>
            </a:p>
          </p:txBody>
        </p:sp>
        <p:sp>
          <p:nvSpPr>
            <p:cNvPr id="5932" name="TextBox 5931">
              <a:extLst>
                <a:ext uri="{FF2B5EF4-FFF2-40B4-BE49-F238E27FC236}">
                  <a16:creationId xmlns:a16="http://schemas.microsoft.com/office/drawing/2014/main" id="{CDFACEA0-C919-B681-1137-123E5F03CAD1}"/>
                </a:ext>
              </a:extLst>
            </p:cNvPr>
            <p:cNvSpPr txBox="1"/>
            <p:nvPr/>
          </p:nvSpPr>
          <p:spPr>
            <a:xfrm>
              <a:off x="3543850" y="3993457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0.04</a:t>
              </a:r>
            </a:p>
          </p:txBody>
        </p:sp>
        <p:sp>
          <p:nvSpPr>
            <p:cNvPr id="5933" name="TextBox 5932">
              <a:extLst>
                <a:ext uri="{FF2B5EF4-FFF2-40B4-BE49-F238E27FC236}">
                  <a16:creationId xmlns:a16="http://schemas.microsoft.com/office/drawing/2014/main" id="{34D9928C-830C-8A5D-3788-AB09410F989E}"/>
                </a:ext>
              </a:extLst>
            </p:cNvPr>
            <p:cNvSpPr txBox="1"/>
            <p:nvPr/>
          </p:nvSpPr>
          <p:spPr>
            <a:xfrm>
              <a:off x="3916722" y="3993457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0.06</a:t>
              </a:r>
            </a:p>
          </p:txBody>
        </p:sp>
        <p:sp>
          <p:nvSpPr>
            <p:cNvPr id="5934" name="TextBox 5933">
              <a:extLst>
                <a:ext uri="{FF2B5EF4-FFF2-40B4-BE49-F238E27FC236}">
                  <a16:creationId xmlns:a16="http://schemas.microsoft.com/office/drawing/2014/main" id="{59B46147-D9D2-B954-C7E7-D040D4C3BB3C}"/>
                </a:ext>
              </a:extLst>
            </p:cNvPr>
            <p:cNvSpPr txBox="1"/>
            <p:nvPr/>
          </p:nvSpPr>
          <p:spPr>
            <a:xfrm>
              <a:off x="4289722" y="3993457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0.08</a:t>
              </a:r>
            </a:p>
          </p:txBody>
        </p:sp>
        <p:sp>
          <p:nvSpPr>
            <p:cNvPr id="5935" name="TextBox 5934">
              <a:extLst>
                <a:ext uri="{FF2B5EF4-FFF2-40B4-BE49-F238E27FC236}">
                  <a16:creationId xmlns:a16="http://schemas.microsoft.com/office/drawing/2014/main" id="{1F00247A-15BB-7A82-C2C9-8B1356D42D9A}"/>
                </a:ext>
              </a:extLst>
            </p:cNvPr>
            <p:cNvSpPr txBox="1"/>
            <p:nvPr/>
          </p:nvSpPr>
          <p:spPr>
            <a:xfrm>
              <a:off x="4662720" y="3993457"/>
              <a:ext cx="3973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0.10</a:t>
              </a:r>
            </a:p>
          </p:txBody>
        </p:sp>
        <p:sp>
          <p:nvSpPr>
            <p:cNvPr id="5936" name="TextBox 5935">
              <a:extLst>
                <a:ext uri="{FF2B5EF4-FFF2-40B4-BE49-F238E27FC236}">
                  <a16:creationId xmlns:a16="http://schemas.microsoft.com/office/drawing/2014/main" id="{47F5A848-2F3B-63E7-3DC6-32A89EEB61E5}"/>
                </a:ext>
              </a:extLst>
            </p:cNvPr>
            <p:cNvSpPr txBox="1"/>
            <p:nvPr/>
          </p:nvSpPr>
          <p:spPr>
            <a:xfrm>
              <a:off x="3742791" y="4125519"/>
              <a:ext cx="838394" cy="2592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92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GeneRatio</a:t>
              </a:r>
              <a:endParaRPr lang="en-US" sz="756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5937" name="Freeform 5936">
              <a:extLst>
                <a:ext uri="{FF2B5EF4-FFF2-40B4-BE49-F238E27FC236}">
                  <a16:creationId xmlns:a16="http://schemas.microsoft.com/office/drawing/2014/main" id="{58E9F923-D3D3-78C5-0508-A0A5C22E8DD0}"/>
                </a:ext>
              </a:extLst>
            </p:cNvPr>
            <p:cNvSpPr/>
            <p:nvPr/>
          </p:nvSpPr>
          <p:spPr>
            <a:xfrm>
              <a:off x="5117028" y="1692767"/>
              <a:ext cx="769747" cy="1435481"/>
            </a:xfrm>
            <a:custGeom>
              <a:avLst/>
              <a:gdLst>
                <a:gd name="csX0" fmla="*/ 0 w 769747"/>
                <a:gd name="csY0" fmla="*/ 0 h 1435481"/>
                <a:gd name="csX1" fmla="*/ 769747 w 769747"/>
                <a:gd name="csY1" fmla="*/ 0 h 1435481"/>
                <a:gd name="csX2" fmla="*/ 769747 w 769747"/>
                <a:gd name="csY2" fmla="*/ 1435481 h 1435481"/>
                <a:gd name="csX3" fmla="*/ 0 w 769747"/>
                <a:gd name="csY3" fmla="*/ 1435481 h 1435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69747" h="1435481">
                  <a:moveTo>
                    <a:pt x="0" y="0"/>
                  </a:moveTo>
                  <a:lnTo>
                    <a:pt x="769747" y="0"/>
                  </a:lnTo>
                  <a:lnTo>
                    <a:pt x="769747" y="1435481"/>
                  </a:lnTo>
                  <a:lnTo>
                    <a:pt x="0" y="1435481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38" name="TextBox 5937">
              <a:extLst>
                <a:ext uri="{FF2B5EF4-FFF2-40B4-BE49-F238E27FC236}">
                  <a16:creationId xmlns:a16="http://schemas.microsoft.com/office/drawing/2014/main" id="{B100649E-2E52-CE07-0E79-2AB1A1FC409B}"/>
                </a:ext>
              </a:extLst>
            </p:cNvPr>
            <p:cNvSpPr txBox="1"/>
            <p:nvPr/>
          </p:nvSpPr>
          <p:spPr>
            <a:xfrm>
              <a:off x="5130825" y="1769404"/>
              <a:ext cx="60088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p.adjust</a:t>
              </a:r>
              <a:endPara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pic>
          <p:nvPicPr>
            <p:cNvPr id="5939" name="Picture 5938">
              <a:extLst>
                <a:ext uri="{FF2B5EF4-FFF2-40B4-BE49-F238E27FC236}">
                  <a16:creationId xmlns:a16="http://schemas.microsoft.com/office/drawing/2014/main" id="{73F21F5C-C856-1411-000E-BFFE80DD9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86624" y="1961372"/>
              <a:ext cx="219455" cy="1097280"/>
            </a:xfrm>
            <a:custGeom>
              <a:avLst/>
              <a:gdLst>
                <a:gd name="csX0" fmla="*/ 0 w 219455"/>
                <a:gd name="csY0" fmla="*/ 0 h 1097280"/>
                <a:gd name="csX1" fmla="*/ 219456 w 219455"/>
                <a:gd name="csY1" fmla="*/ 0 h 1097280"/>
                <a:gd name="csX2" fmla="*/ 219456 w 219455"/>
                <a:gd name="csY2" fmla="*/ 1097280 h 1097280"/>
                <a:gd name="csX3" fmla="*/ 0 w 219455"/>
                <a:gd name="csY3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455" h="1097280">
                  <a:moveTo>
                    <a:pt x="0" y="0"/>
                  </a:moveTo>
                  <a:lnTo>
                    <a:pt x="219456" y="0"/>
                  </a:lnTo>
                  <a:lnTo>
                    <a:pt x="219456" y="1097280"/>
                  </a:lnTo>
                  <a:lnTo>
                    <a:pt x="0" y="1097280"/>
                  </a:lnTo>
                  <a:close/>
                </a:path>
              </a:pathLst>
            </a:custGeom>
          </p:spPr>
        </p:pic>
        <p:sp>
          <p:nvSpPr>
            <p:cNvPr id="5940" name="Freeform 5939">
              <a:extLst>
                <a:ext uri="{FF2B5EF4-FFF2-40B4-BE49-F238E27FC236}">
                  <a16:creationId xmlns:a16="http://schemas.microsoft.com/office/drawing/2014/main" id="{2BFE77DA-F4BF-A959-0601-F67F26F0AC5B}"/>
                </a:ext>
              </a:extLst>
            </p:cNvPr>
            <p:cNvSpPr/>
            <p:nvPr/>
          </p:nvSpPr>
          <p:spPr>
            <a:xfrm>
              <a:off x="5362265" y="2236835"/>
              <a:ext cx="43815" cy="12700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1" name="Freeform 5940">
              <a:extLst>
                <a:ext uri="{FF2B5EF4-FFF2-40B4-BE49-F238E27FC236}">
                  <a16:creationId xmlns:a16="http://schemas.microsoft.com/office/drawing/2014/main" id="{CE11EC7F-AFCD-1068-A3E6-8B6436A6987F}"/>
                </a:ext>
              </a:extLst>
            </p:cNvPr>
            <p:cNvSpPr/>
            <p:nvPr/>
          </p:nvSpPr>
          <p:spPr>
            <a:xfrm>
              <a:off x="5362265" y="2511154"/>
              <a:ext cx="43815" cy="12700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2" name="Freeform 5941">
              <a:extLst>
                <a:ext uri="{FF2B5EF4-FFF2-40B4-BE49-F238E27FC236}">
                  <a16:creationId xmlns:a16="http://schemas.microsoft.com/office/drawing/2014/main" id="{951DBA17-E9B0-EC6B-D068-8644EDCC907D}"/>
                </a:ext>
              </a:extLst>
            </p:cNvPr>
            <p:cNvSpPr/>
            <p:nvPr/>
          </p:nvSpPr>
          <p:spPr>
            <a:xfrm>
              <a:off x="5362265" y="2785348"/>
              <a:ext cx="43815" cy="12700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3" name="Freeform 5942">
              <a:extLst>
                <a:ext uri="{FF2B5EF4-FFF2-40B4-BE49-F238E27FC236}">
                  <a16:creationId xmlns:a16="http://schemas.microsoft.com/office/drawing/2014/main" id="{967C9218-C255-C659-96CB-37069FEDA325}"/>
                </a:ext>
              </a:extLst>
            </p:cNvPr>
            <p:cNvSpPr/>
            <p:nvPr/>
          </p:nvSpPr>
          <p:spPr>
            <a:xfrm>
              <a:off x="5186624" y="2236835"/>
              <a:ext cx="43941" cy="12700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4" name="Freeform 5943">
              <a:extLst>
                <a:ext uri="{FF2B5EF4-FFF2-40B4-BE49-F238E27FC236}">
                  <a16:creationId xmlns:a16="http://schemas.microsoft.com/office/drawing/2014/main" id="{CBF1F5EA-4038-FB48-6987-740731810B97}"/>
                </a:ext>
              </a:extLst>
            </p:cNvPr>
            <p:cNvSpPr/>
            <p:nvPr/>
          </p:nvSpPr>
          <p:spPr>
            <a:xfrm>
              <a:off x="5186624" y="2511154"/>
              <a:ext cx="43941" cy="12700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5" name="Freeform 5944">
              <a:extLst>
                <a:ext uri="{FF2B5EF4-FFF2-40B4-BE49-F238E27FC236}">
                  <a16:creationId xmlns:a16="http://schemas.microsoft.com/office/drawing/2014/main" id="{C88FE0D8-55B3-4056-65E7-1040516679DA}"/>
                </a:ext>
              </a:extLst>
            </p:cNvPr>
            <p:cNvSpPr/>
            <p:nvPr/>
          </p:nvSpPr>
          <p:spPr>
            <a:xfrm>
              <a:off x="5186624" y="2785348"/>
              <a:ext cx="43941" cy="12700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46" name="TextBox 5945">
              <a:extLst>
                <a:ext uri="{FF2B5EF4-FFF2-40B4-BE49-F238E27FC236}">
                  <a16:creationId xmlns:a16="http://schemas.microsoft.com/office/drawing/2014/main" id="{7792D79D-AB02-68F4-6E74-2F755D80846F}"/>
                </a:ext>
              </a:extLst>
            </p:cNvPr>
            <p:cNvSpPr txBox="1"/>
            <p:nvPr/>
          </p:nvSpPr>
          <p:spPr>
            <a:xfrm>
              <a:off x="5390254" y="2129946"/>
              <a:ext cx="51267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0.0005</a:t>
              </a:r>
            </a:p>
          </p:txBody>
        </p:sp>
        <p:sp>
          <p:nvSpPr>
            <p:cNvPr id="5947" name="TextBox 5946">
              <a:extLst>
                <a:ext uri="{FF2B5EF4-FFF2-40B4-BE49-F238E27FC236}">
                  <a16:creationId xmlns:a16="http://schemas.microsoft.com/office/drawing/2014/main" id="{62AFC35F-67BC-D68B-7ECD-567F9373FB92}"/>
                </a:ext>
              </a:extLst>
            </p:cNvPr>
            <p:cNvSpPr txBox="1"/>
            <p:nvPr/>
          </p:nvSpPr>
          <p:spPr>
            <a:xfrm>
              <a:off x="5390253" y="2404266"/>
              <a:ext cx="51267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0.0010</a:t>
              </a:r>
              <a:endParaRPr lang="en-US" sz="567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5948" name="TextBox 5947">
              <a:extLst>
                <a:ext uri="{FF2B5EF4-FFF2-40B4-BE49-F238E27FC236}">
                  <a16:creationId xmlns:a16="http://schemas.microsoft.com/office/drawing/2014/main" id="{E383B12B-CB7C-1B1C-80C6-42B1A21776A8}"/>
                </a:ext>
              </a:extLst>
            </p:cNvPr>
            <p:cNvSpPr txBox="1"/>
            <p:nvPr/>
          </p:nvSpPr>
          <p:spPr>
            <a:xfrm>
              <a:off x="5390253" y="2678459"/>
              <a:ext cx="51267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0.0015</a:t>
              </a:r>
              <a:endParaRPr lang="en-US" sz="567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5949" name="Freeform 5948">
              <a:extLst>
                <a:ext uri="{FF2B5EF4-FFF2-40B4-BE49-F238E27FC236}">
                  <a16:creationId xmlns:a16="http://schemas.microsoft.com/office/drawing/2014/main" id="{DAD826E7-4F22-3FF9-85BA-7B2A4D8B1619}"/>
                </a:ext>
              </a:extLst>
            </p:cNvPr>
            <p:cNvSpPr/>
            <p:nvPr/>
          </p:nvSpPr>
          <p:spPr>
            <a:xfrm>
              <a:off x="5117028" y="3267440"/>
              <a:ext cx="600583" cy="1051052"/>
            </a:xfrm>
            <a:custGeom>
              <a:avLst/>
              <a:gdLst>
                <a:gd name="csX0" fmla="*/ 0 w 600583"/>
                <a:gd name="csY0" fmla="*/ 0 h 1051052"/>
                <a:gd name="csX1" fmla="*/ 600583 w 600583"/>
                <a:gd name="csY1" fmla="*/ 0 h 1051052"/>
                <a:gd name="csX2" fmla="*/ 600583 w 600583"/>
                <a:gd name="csY2" fmla="*/ 1051052 h 1051052"/>
                <a:gd name="csX3" fmla="*/ 0 w 600583"/>
                <a:gd name="csY3" fmla="*/ 1051052 h 1051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00583" h="1051052">
                  <a:moveTo>
                    <a:pt x="0" y="0"/>
                  </a:moveTo>
                  <a:lnTo>
                    <a:pt x="600583" y="0"/>
                  </a:lnTo>
                  <a:lnTo>
                    <a:pt x="600583" y="1051052"/>
                  </a:lnTo>
                  <a:lnTo>
                    <a:pt x="0" y="1051052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0" name="TextBox 5949">
              <a:extLst>
                <a:ext uri="{FF2B5EF4-FFF2-40B4-BE49-F238E27FC236}">
                  <a16:creationId xmlns:a16="http://schemas.microsoft.com/office/drawing/2014/main" id="{5D4CC062-1501-4428-6115-933FBD384DE8}"/>
                </a:ext>
              </a:extLst>
            </p:cNvPr>
            <p:cNvSpPr txBox="1"/>
            <p:nvPr/>
          </p:nvSpPr>
          <p:spPr>
            <a:xfrm>
              <a:off x="5120921" y="3133391"/>
              <a:ext cx="50418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Count</a:t>
              </a:r>
              <a:endParaRPr lang="en-US" sz="756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5951" name="Freeform 5950">
              <a:extLst>
                <a:ext uri="{FF2B5EF4-FFF2-40B4-BE49-F238E27FC236}">
                  <a16:creationId xmlns:a16="http://schemas.microsoft.com/office/drawing/2014/main" id="{02481076-48C5-1B5D-39C2-DC95BF15A9F7}"/>
                </a:ext>
              </a:extLst>
            </p:cNvPr>
            <p:cNvSpPr/>
            <p:nvPr/>
          </p:nvSpPr>
          <p:spPr>
            <a:xfrm>
              <a:off x="5186624" y="3341496"/>
              <a:ext cx="267588" cy="219456"/>
            </a:xfrm>
            <a:custGeom>
              <a:avLst/>
              <a:gdLst>
                <a:gd name="csX0" fmla="*/ 0 w 267588"/>
                <a:gd name="csY0" fmla="*/ 0 h 219456"/>
                <a:gd name="csX1" fmla="*/ 267589 w 267588"/>
                <a:gd name="csY1" fmla="*/ 0 h 219456"/>
                <a:gd name="csX2" fmla="*/ 267589 w 267588"/>
                <a:gd name="csY2" fmla="*/ 219456 h 219456"/>
                <a:gd name="csX3" fmla="*/ 0 w 267588"/>
                <a:gd name="csY3" fmla="*/ 219456 h 2194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588" h="219456">
                  <a:moveTo>
                    <a:pt x="0" y="0"/>
                  </a:moveTo>
                  <a:lnTo>
                    <a:pt x="267589" y="0"/>
                  </a:lnTo>
                  <a:lnTo>
                    <a:pt x="267589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2" name="Freeform 5951">
              <a:extLst>
                <a:ext uri="{FF2B5EF4-FFF2-40B4-BE49-F238E27FC236}">
                  <a16:creationId xmlns:a16="http://schemas.microsoft.com/office/drawing/2014/main" id="{8A4A6787-4733-ACB7-EE3C-17164C5F38BB}"/>
                </a:ext>
              </a:extLst>
            </p:cNvPr>
            <p:cNvSpPr/>
            <p:nvPr/>
          </p:nvSpPr>
          <p:spPr>
            <a:xfrm>
              <a:off x="5257109" y="3387978"/>
              <a:ext cx="126492" cy="126491"/>
            </a:xfrm>
            <a:custGeom>
              <a:avLst/>
              <a:gdLst>
                <a:gd name="csX0" fmla="*/ 126492 w 126492"/>
                <a:gd name="csY0" fmla="*/ 63246 h 126491"/>
                <a:gd name="csX1" fmla="*/ 63246 w 126492"/>
                <a:gd name="csY1" fmla="*/ 126492 h 126491"/>
                <a:gd name="csX2" fmla="*/ 0 w 126492"/>
                <a:gd name="csY2" fmla="*/ 63246 h 126491"/>
                <a:gd name="csX3" fmla="*/ 63246 w 126492"/>
                <a:gd name="csY3" fmla="*/ 0 h 126491"/>
                <a:gd name="csX4" fmla="*/ 126492 w 126492"/>
                <a:gd name="csY4" fmla="*/ 63246 h 126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6492" h="126491">
                  <a:moveTo>
                    <a:pt x="126492" y="63246"/>
                  </a:moveTo>
                  <a:cubicBezTo>
                    <a:pt x="126492" y="98176"/>
                    <a:pt x="98176" y="126492"/>
                    <a:pt x="63246" y="126492"/>
                  </a:cubicBezTo>
                  <a:cubicBezTo>
                    <a:pt x="28316" y="126492"/>
                    <a:pt x="0" y="98176"/>
                    <a:pt x="0" y="63246"/>
                  </a:cubicBezTo>
                  <a:cubicBezTo>
                    <a:pt x="0" y="28316"/>
                    <a:pt x="28316" y="0"/>
                    <a:pt x="63246" y="0"/>
                  </a:cubicBezTo>
                  <a:cubicBezTo>
                    <a:pt x="98175" y="0"/>
                    <a:pt x="126492" y="28316"/>
                    <a:pt x="126492" y="63246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3" name="Freeform 5952">
              <a:extLst>
                <a:ext uri="{FF2B5EF4-FFF2-40B4-BE49-F238E27FC236}">
                  <a16:creationId xmlns:a16="http://schemas.microsoft.com/office/drawing/2014/main" id="{795E0189-1F16-0690-7EB0-70218B1DD0D1}"/>
                </a:ext>
              </a:extLst>
            </p:cNvPr>
            <p:cNvSpPr/>
            <p:nvPr/>
          </p:nvSpPr>
          <p:spPr>
            <a:xfrm>
              <a:off x="5186624" y="3560952"/>
              <a:ext cx="267588" cy="225806"/>
            </a:xfrm>
            <a:custGeom>
              <a:avLst/>
              <a:gdLst>
                <a:gd name="csX0" fmla="*/ 0 w 267588"/>
                <a:gd name="csY0" fmla="*/ 0 h 225806"/>
                <a:gd name="csX1" fmla="*/ 267589 w 267588"/>
                <a:gd name="csY1" fmla="*/ 0 h 225806"/>
                <a:gd name="csX2" fmla="*/ 267589 w 267588"/>
                <a:gd name="csY2" fmla="*/ 225806 h 225806"/>
                <a:gd name="csX3" fmla="*/ 0 w 267588"/>
                <a:gd name="csY3" fmla="*/ 225806 h 225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588" h="225806">
                  <a:moveTo>
                    <a:pt x="0" y="0"/>
                  </a:moveTo>
                  <a:lnTo>
                    <a:pt x="267589" y="0"/>
                  </a:lnTo>
                  <a:lnTo>
                    <a:pt x="267589" y="225806"/>
                  </a:lnTo>
                  <a:lnTo>
                    <a:pt x="0" y="22580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4" name="Freeform 5953">
              <a:extLst>
                <a:ext uri="{FF2B5EF4-FFF2-40B4-BE49-F238E27FC236}">
                  <a16:creationId xmlns:a16="http://schemas.microsoft.com/office/drawing/2014/main" id="{83CFD07D-EB4F-2E11-EC98-0202648227DC}"/>
                </a:ext>
              </a:extLst>
            </p:cNvPr>
            <p:cNvSpPr/>
            <p:nvPr/>
          </p:nvSpPr>
          <p:spPr>
            <a:xfrm>
              <a:off x="5230820" y="3584320"/>
              <a:ext cx="179070" cy="179070"/>
            </a:xfrm>
            <a:custGeom>
              <a:avLst/>
              <a:gdLst>
                <a:gd name="csX0" fmla="*/ 179070 w 179070"/>
                <a:gd name="csY0" fmla="*/ 89535 h 179070"/>
                <a:gd name="csX1" fmla="*/ 89535 w 179070"/>
                <a:gd name="csY1" fmla="*/ 179070 h 179070"/>
                <a:gd name="csX2" fmla="*/ 0 w 179070"/>
                <a:gd name="csY2" fmla="*/ 89535 h 179070"/>
                <a:gd name="csX3" fmla="*/ 89535 w 179070"/>
                <a:gd name="csY3" fmla="*/ 0 h 179070"/>
                <a:gd name="csX4" fmla="*/ 179070 w 179070"/>
                <a:gd name="csY4" fmla="*/ 89535 h 179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9070" h="179070">
                  <a:moveTo>
                    <a:pt x="179070" y="89535"/>
                  </a:moveTo>
                  <a:cubicBezTo>
                    <a:pt x="179070" y="138984"/>
                    <a:pt x="138984" y="179070"/>
                    <a:pt x="89535" y="179070"/>
                  </a:cubicBezTo>
                  <a:cubicBezTo>
                    <a:pt x="40086" y="179070"/>
                    <a:pt x="0" y="138984"/>
                    <a:pt x="0" y="89535"/>
                  </a:cubicBezTo>
                  <a:cubicBezTo>
                    <a:pt x="0" y="40086"/>
                    <a:pt x="40087" y="0"/>
                    <a:pt x="89535" y="0"/>
                  </a:cubicBezTo>
                  <a:cubicBezTo>
                    <a:pt x="138984" y="0"/>
                    <a:pt x="179070" y="40086"/>
                    <a:pt x="179070" y="89535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5" name="Freeform 5954">
              <a:extLst>
                <a:ext uri="{FF2B5EF4-FFF2-40B4-BE49-F238E27FC236}">
                  <a16:creationId xmlns:a16="http://schemas.microsoft.com/office/drawing/2014/main" id="{02AF3C98-4963-DC32-21D6-CD9AE118E157}"/>
                </a:ext>
              </a:extLst>
            </p:cNvPr>
            <p:cNvSpPr/>
            <p:nvPr/>
          </p:nvSpPr>
          <p:spPr>
            <a:xfrm>
              <a:off x="5186624" y="3786758"/>
              <a:ext cx="267588" cy="267588"/>
            </a:xfrm>
            <a:custGeom>
              <a:avLst/>
              <a:gdLst>
                <a:gd name="csX0" fmla="*/ 0 w 267588"/>
                <a:gd name="csY0" fmla="*/ 0 h 267588"/>
                <a:gd name="csX1" fmla="*/ 267589 w 267588"/>
                <a:gd name="csY1" fmla="*/ 0 h 267588"/>
                <a:gd name="csX2" fmla="*/ 267589 w 267588"/>
                <a:gd name="csY2" fmla="*/ 267589 h 267588"/>
                <a:gd name="csX3" fmla="*/ 0 w 267588"/>
                <a:gd name="csY3" fmla="*/ 267589 h 267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7588" h="267588">
                  <a:moveTo>
                    <a:pt x="0" y="0"/>
                  </a:moveTo>
                  <a:lnTo>
                    <a:pt x="267589" y="0"/>
                  </a:lnTo>
                  <a:lnTo>
                    <a:pt x="267589" y="267589"/>
                  </a:lnTo>
                  <a:lnTo>
                    <a:pt x="0" y="267589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6" name="Freeform 5955">
              <a:extLst>
                <a:ext uri="{FF2B5EF4-FFF2-40B4-BE49-F238E27FC236}">
                  <a16:creationId xmlns:a16="http://schemas.microsoft.com/office/drawing/2014/main" id="{C3AF7DA4-A377-087E-7A6C-EF816FBD175A}"/>
                </a:ext>
              </a:extLst>
            </p:cNvPr>
            <p:cNvSpPr/>
            <p:nvPr/>
          </p:nvSpPr>
          <p:spPr>
            <a:xfrm>
              <a:off x="5215199" y="3815333"/>
              <a:ext cx="210311" cy="210312"/>
            </a:xfrm>
            <a:custGeom>
              <a:avLst/>
              <a:gdLst>
                <a:gd name="csX0" fmla="*/ 210312 w 210311"/>
                <a:gd name="csY0" fmla="*/ 105156 h 210312"/>
                <a:gd name="csX1" fmla="*/ 105156 w 210311"/>
                <a:gd name="csY1" fmla="*/ 210312 h 210312"/>
                <a:gd name="csX2" fmla="*/ 0 w 210311"/>
                <a:gd name="csY2" fmla="*/ 105156 h 210312"/>
                <a:gd name="csX3" fmla="*/ 105156 w 210311"/>
                <a:gd name="csY3" fmla="*/ 0 h 210312"/>
                <a:gd name="csX4" fmla="*/ 210312 w 210311"/>
                <a:gd name="csY4" fmla="*/ 105156 h 210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0311" h="210312">
                  <a:moveTo>
                    <a:pt x="210312" y="105156"/>
                  </a:moveTo>
                  <a:cubicBezTo>
                    <a:pt x="210312" y="163232"/>
                    <a:pt x="163232" y="210312"/>
                    <a:pt x="105156" y="210312"/>
                  </a:cubicBezTo>
                  <a:cubicBezTo>
                    <a:pt x="47080" y="210312"/>
                    <a:pt x="0" y="163232"/>
                    <a:pt x="0" y="105156"/>
                  </a:cubicBezTo>
                  <a:cubicBezTo>
                    <a:pt x="0" y="47080"/>
                    <a:pt x="47080" y="0"/>
                    <a:pt x="105156" y="0"/>
                  </a:cubicBezTo>
                  <a:cubicBezTo>
                    <a:pt x="163232" y="0"/>
                    <a:pt x="210312" y="47080"/>
                    <a:pt x="210312" y="105156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512"/>
            </a:p>
          </p:txBody>
        </p:sp>
        <p:sp>
          <p:nvSpPr>
            <p:cNvPr id="5957" name="TextBox 5956">
              <a:extLst>
                <a:ext uri="{FF2B5EF4-FFF2-40B4-BE49-F238E27FC236}">
                  <a16:creationId xmlns:a16="http://schemas.microsoft.com/office/drawing/2014/main" id="{ECDA901A-6351-A965-3125-29B9CE7237F2}"/>
                </a:ext>
              </a:extLst>
            </p:cNvPr>
            <p:cNvSpPr txBox="1"/>
            <p:nvPr/>
          </p:nvSpPr>
          <p:spPr>
            <a:xfrm>
              <a:off x="5428331" y="3344335"/>
              <a:ext cx="253113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</a:t>
              </a:r>
            </a:p>
          </p:txBody>
        </p:sp>
        <p:sp>
          <p:nvSpPr>
            <p:cNvPr id="5958" name="TextBox 5957">
              <a:extLst>
                <a:ext uri="{FF2B5EF4-FFF2-40B4-BE49-F238E27FC236}">
                  <a16:creationId xmlns:a16="http://schemas.microsoft.com/office/drawing/2014/main" id="{765B642D-C9F7-8E54-A4CB-CB35BB09041E}"/>
                </a:ext>
              </a:extLst>
            </p:cNvPr>
            <p:cNvSpPr txBox="1"/>
            <p:nvPr/>
          </p:nvSpPr>
          <p:spPr>
            <a:xfrm>
              <a:off x="5397317" y="3566966"/>
              <a:ext cx="31079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5959" name="TextBox 5958">
              <a:extLst>
                <a:ext uri="{FF2B5EF4-FFF2-40B4-BE49-F238E27FC236}">
                  <a16:creationId xmlns:a16="http://schemas.microsoft.com/office/drawing/2014/main" id="{6876DEE3-D7DE-A9C3-8A48-0A4B76E71A4E}"/>
                </a:ext>
              </a:extLst>
            </p:cNvPr>
            <p:cNvSpPr txBox="1"/>
            <p:nvPr/>
          </p:nvSpPr>
          <p:spPr>
            <a:xfrm>
              <a:off x="5397317" y="3813600"/>
              <a:ext cx="31079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</a:t>
              </a:r>
            </a:p>
          </p:txBody>
        </p:sp>
        <p:sp>
          <p:nvSpPr>
            <p:cNvPr id="5960" name="TextBox 5959">
              <a:extLst>
                <a:ext uri="{FF2B5EF4-FFF2-40B4-BE49-F238E27FC236}">
                  <a16:creationId xmlns:a16="http://schemas.microsoft.com/office/drawing/2014/main" id="{AC0AD279-F3E4-FBCD-B852-F741B8D451E7}"/>
                </a:ext>
              </a:extLst>
            </p:cNvPr>
            <p:cNvSpPr txBox="1"/>
            <p:nvPr/>
          </p:nvSpPr>
          <p:spPr>
            <a:xfrm>
              <a:off x="3346139" y="1703693"/>
              <a:ext cx="1708559" cy="282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1_NP</a:t>
              </a:r>
            </a:p>
          </p:txBody>
        </p:sp>
        <p:sp>
          <p:nvSpPr>
            <p:cNvPr id="5961" name="TextBox 5960">
              <a:extLst>
                <a:ext uri="{FF2B5EF4-FFF2-40B4-BE49-F238E27FC236}">
                  <a16:creationId xmlns:a16="http://schemas.microsoft.com/office/drawing/2014/main" id="{C1D07CED-C04A-2273-ACED-A2376A7000F9}"/>
                </a:ext>
              </a:extLst>
            </p:cNvPr>
            <p:cNvSpPr txBox="1"/>
            <p:nvPr/>
          </p:nvSpPr>
          <p:spPr>
            <a:xfrm>
              <a:off x="1134411" y="2601172"/>
              <a:ext cx="2254944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Negative regulation of forebrain development</a:t>
              </a:r>
            </a:p>
          </p:txBody>
        </p:sp>
      </p:grpSp>
      <p:grpSp>
        <p:nvGrpSpPr>
          <p:cNvPr id="5994" name="Group 5993">
            <a:extLst>
              <a:ext uri="{FF2B5EF4-FFF2-40B4-BE49-F238E27FC236}">
                <a16:creationId xmlns:a16="http://schemas.microsoft.com/office/drawing/2014/main" id="{4A3E5546-C6B6-D100-25A8-CD999C18BD54}"/>
              </a:ext>
            </a:extLst>
          </p:cNvPr>
          <p:cNvGrpSpPr/>
          <p:nvPr/>
        </p:nvGrpSpPr>
        <p:grpSpPr>
          <a:xfrm>
            <a:off x="234921" y="3686530"/>
            <a:ext cx="1735988" cy="1898452"/>
            <a:chOff x="232356" y="2349742"/>
            <a:chExt cx="1837204" cy="2009141"/>
          </a:xfrm>
        </p:grpSpPr>
        <p:grpSp>
          <p:nvGrpSpPr>
            <p:cNvPr id="5995" name="Graphic 878">
              <a:extLst>
                <a:ext uri="{FF2B5EF4-FFF2-40B4-BE49-F238E27FC236}">
                  <a16:creationId xmlns:a16="http://schemas.microsoft.com/office/drawing/2014/main" id="{C0F859CE-5CAC-C167-DE66-84872737824F}"/>
                </a:ext>
              </a:extLst>
            </p:cNvPr>
            <p:cNvGrpSpPr/>
            <p:nvPr/>
          </p:nvGrpSpPr>
          <p:grpSpPr>
            <a:xfrm>
              <a:off x="232356" y="2349742"/>
              <a:ext cx="1837204" cy="2009141"/>
              <a:chOff x="615378" y="2463068"/>
              <a:chExt cx="1837204" cy="2009141"/>
            </a:xfrm>
          </p:grpSpPr>
          <p:sp>
            <p:nvSpPr>
              <p:cNvPr id="6001" name="Freeform 6000">
                <a:extLst>
                  <a:ext uri="{FF2B5EF4-FFF2-40B4-BE49-F238E27FC236}">
                    <a16:creationId xmlns:a16="http://schemas.microsoft.com/office/drawing/2014/main" id="{42187AAA-7417-81D2-CE0C-3A4A2042156C}"/>
                  </a:ext>
                </a:extLst>
              </p:cNvPr>
              <p:cNvSpPr/>
              <p:nvPr/>
            </p:nvSpPr>
            <p:spPr>
              <a:xfrm>
                <a:off x="623781" y="2463068"/>
                <a:ext cx="1828800" cy="1828800"/>
              </a:xfrm>
              <a:custGeom>
                <a:avLst/>
                <a:gdLst>
                  <a:gd name="csX0" fmla="*/ 0 w 1828800"/>
                  <a:gd name="csY0" fmla="*/ 0 h 1828800"/>
                  <a:gd name="csX1" fmla="*/ 1828800 w 1828800"/>
                  <a:gd name="csY1" fmla="*/ 0 h 1828800"/>
                  <a:gd name="csX2" fmla="*/ 1828800 w 1828800"/>
                  <a:gd name="csY2" fmla="*/ 1828800 h 1828800"/>
                  <a:gd name="csX3" fmla="*/ 0 w 1828800"/>
                  <a:gd name="csY3" fmla="*/ 182880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28800" h="1828800">
                    <a:moveTo>
                      <a:pt x="0" y="0"/>
                    </a:moveTo>
                    <a:lnTo>
                      <a:pt x="1828800" y="0"/>
                    </a:lnTo>
                    <a:lnTo>
                      <a:pt x="1828800" y="1828800"/>
                    </a:lnTo>
                    <a:lnTo>
                      <a:pt x="0" y="1828800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646"/>
              </a:p>
            </p:txBody>
          </p:sp>
          <p:sp>
            <p:nvSpPr>
              <p:cNvPr id="6002" name="Freeform 6001">
                <a:extLst>
                  <a:ext uri="{FF2B5EF4-FFF2-40B4-BE49-F238E27FC236}">
                    <a16:creationId xmlns:a16="http://schemas.microsoft.com/office/drawing/2014/main" id="{79CF26DA-9ADC-8A5D-D496-BFC134184559}"/>
                  </a:ext>
                </a:extLst>
              </p:cNvPr>
              <p:cNvSpPr/>
              <p:nvPr/>
            </p:nvSpPr>
            <p:spPr>
              <a:xfrm>
                <a:off x="623782" y="2463068"/>
                <a:ext cx="1828800" cy="1828800"/>
              </a:xfrm>
              <a:custGeom>
                <a:avLst/>
                <a:gdLst>
                  <a:gd name="csX0" fmla="*/ 0 w 1828800"/>
                  <a:gd name="csY0" fmla="*/ 0 h 1828800"/>
                  <a:gd name="csX1" fmla="*/ 1828800 w 1828800"/>
                  <a:gd name="csY1" fmla="*/ 0 h 1828800"/>
                  <a:gd name="csX2" fmla="*/ 1828800 w 1828800"/>
                  <a:gd name="csY2" fmla="*/ 1828800 h 1828800"/>
                  <a:gd name="csX3" fmla="*/ 0 w 1828800"/>
                  <a:gd name="csY3" fmla="*/ 182880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28800" h="1828800">
                    <a:moveTo>
                      <a:pt x="0" y="0"/>
                    </a:moveTo>
                    <a:lnTo>
                      <a:pt x="1828800" y="0"/>
                    </a:lnTo>
                    <a:lnTo>
                      <a:pt x="1828800" y="1828800"/>
                    </a:lnTo>
                    <a:lnTo>
                      <a:pt x="0" y="18288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646"/>
              </a:p>
            </p:txBody>
          </p:sp>
          <p:grpSp>
            <p:nvGrpSpPr>
              <p:cNvPr id="6003" name="Graphic 878">
                <a:extLst>
                  <a:ext uri="{FF2B5EF4-FFF2-40B4-BE49-F238E27FC236}">
                    <a16:creationId xmlns:a16="http://schemas.microsoft.com/office/drawing/2014/main" id="{51A60806-9E19-B950-A45B-A93E2C19078C}"/>
                  </a:ext>
                </a:extLst>
              </p:cNvPr>
              <p:cNvGrpSpPr/>
              <p:nvPr/>
            </p:nvGrpSpPr>
            <p:grpSpPr>
              <a:xfrm>
                <a:off x="1137623" y="2489343"/>
                <a:ext cx="1245362" cy="1402474"/>
                <a:chOff x="1137623" y="2489343"/>
                <a:chExt cx="1245362" cy="1402474"/>
              </a:xfrm>
            </p:grpSpPr>
            <p:sp>
              <p:nvSpPr>
                <p:cNvPr id="6011" name="Freeform 6010">
                  <a:extLst>
                    <a:ext uri="{FF2B5EF4-FFF2-40B4-BE49-F238E27FC236}">
                      <a16:creationId xmlns:a16="http://schemas.microsoft.com/office/drawing/2014/main" id="{FA856548-2119-9D96-713A-A1E627A3F33F}"/>
                    </a:ext>
                  </a:extLst>
                </p:cNvPr>
                <p:cNvSpPr/>
                <p:nvPr/>
              </p:nvSpPr>
              <p:spPr>
                <a:xfrm>
                  <a:off x="1137623" y="3758468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12" name="Freeform 6011">
                  <a:extLst>
                    <a:ext uri="{FF2B5EF4-FFF2-40B4-BE49-F238E27FC236}">
                      <a16:creationId xmlns:a16="http://schemas.microsoft.com/office/drawing/2014/main" id="{7B767778-4EDD-E412-C15B-11438831A49B}"/>
                    </a:ext>
                  </a:extLst>
                </p:cNvPr>
                <p:cNvSpPr/>
                <p:nvPr/>
              </p:nvSpPr>
              <p:spPr>
                <a:xfrm>
                  <a:off x="1137623" y="3425854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13" name="Freeform 6012">
                  <a:extLst>
                    <a:ext uri="{FF2B5EF4-FFF2-40B4-BE49-F238E27FC236}">
                      <a16:creationId xmlns:a16="http://schemas.microsoft.com/office/drawing/2014/main" id="{BAE636A1-8B15-A0F2-A7E1-80E51ED77987}"/>
                    </a:ext>
                  </a:extLst>
                </p:cNvPr>
                <p:cNvSpPr/>
                <p:nvPr/>
              </p:nvSpPr>
              <p:spPr>
                <a:xfrm>
                  <a:off x="1137623" y="3093369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14" name="Freeform 6013">
                  <a:extLst>
                    <a:ext uri="{FF2B5EF4-FFF2-40B4-BE49-F238E27FC236}">
                      <a16:creationId xmlns:a16="http://schemas.microsoft.com/office/drawing/2014/main" id="{CD905C4C-5D29-FD73-69C8-69E5BF7218A6}"/>
                    </a:ext>
                  </a:extLst>
                </p:cNvPr>
                <p:cNvSpPr/>
                <p:nvPr/>
              </p:nvSpPr>
              <p:spPr>
                <a:xfrm>
                  <a:off x="1137623" y="2760756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6731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15" name="Freeform 6014">
                  <a:extLst>
                    <a:ext uri="{FF2B5EF4-FFF2-40B4-BE49-F238E27FC236}">
                      <a16:creationId xmlns:a16="http://schemas.microsoft.com/office/drawing/2014/main" id="{99505AC3-0DE8-7047-B4DC-A3E4AFBF08C1}"/>
                    </a:ext>
                  </a:extLst>
                </p:cNvPr>
                <p:cNvSpPr/>
                <p:nvPr/>
              </p:nvSpPr>
              <p:spPr>
                <a:xfrm>
                  <a:off x="1137623" y="3592225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0" name="Freeform 6079">
                  <a:extLst>
                    <a:ext uri="{FF2B5EF4-FFF2-40B4-BE49-F238E27FC236}">
                      <a16:creationId xmlns:a16="http://schemas.microsoft.com/office/drawing/2014/main" id="{9E56A85F-200D-3D49-EF5C-5747B878C563}"/>
                    </a:ext>
                  </a:extLst>
                </p:cNvPr>
                <p:cNvSpPr/>
                <p:nvPr/>
              </p:nvSpPr>
              <p:spPr>
                <a:xfrm>
                  <a:off x="1137623" y="3259612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1" name="Freeform 6080">
                  <a:extLst>
                    <a:ext uri="{FF2B5EF4-FFF2-40B4-BE49-F238E27FC236}">
                      <a16:creationId xmlns:a16="http://schemas.microsoft.com/office/drawing/2014/main" id="{883E3347-5085-96BF-04CC-CE562B5F1C95}"/>
                    </a:ext>
                  </a:extLst>
                </p:cNvPr>
                <p:cNvSpPr/>
                <p:nvPr/>
              </p:nvSpPr>
              <p:spPr>
                <a:xfrm>
                  <a:off x="1137623" y="2926998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2" name="Freeform 6081">
                  <a:extLst>
                    <a:ext uri="{FF2B5EF4-FFF2-40B4-BE49-F238E27FC236}">
                      <a16:creationId xmlns:a16="http://schemas.microsoft.com/office/drawing/2014/main" id="{283FCA68-5BF6-B36D-8D94-CB3591F47C1D}"/>
                    </a:ext>
                  </a:extLst>
                </p:cNvPr>
                <p:cNvSpPr/>
                <p:nvPr/>
              </p:nvSpPr>
              <p:spPr>
                <a:xfrm>
                  <a:off x="1137623" y="2594386"/>
                  <a:ext cx="1245362" cy="12700"/>
                </a:xfrm>
                <a:custGeom>
                  <a:avLst/>
                  <a:gdLst>
                    <a:gd name="csX0" fmla="*/ 0 w 1245362"/>
                    <a:gd name="csY0" fmla="*/ 0 h 12700"/>
                    <a:gd name="csX1" fmla="*/ 1245362 w 124536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45362" h="12700">
                      <a:moveTo>
                        <a:pt x="0" y="0"/>
                      </a:moveTo>
                      <a:lnTo>
                        <a:pt x="1245362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3" name="Freeform 6082">
                  <a:extLst>
                    <a:ext uri="{FF2B5EF4-FFF2-40B4-BE49-F238E27FC236}">
                      <a16:creationId xmlns:a16="http://schemas.microsoft.com/office/drawing/2014/main" id="{7868CC86-5759-D91A-2F90-212AC86E90DD}"/>
                    </a:ext>
                  </a:extLst>
                </p:cNvPr>
                <p:cNvSpPr/>
                <p:nvPr/>
              </p:nvSpPr>
              <p:spPr>
                <a:xfrm>
                  <a:off x="1320504" y="2532664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4" name="Freeform 6083">
                  <a:extLst>
                    <a:ext uri="{FF2B5EF4-FFF2-40B4-BE49-F238E27FC236}">
                      <a16:creationId xmlns:a16="http://schemas.microsoft.com/office/drawing/2014/main" id="{706C45DD-CDDD-FDD6-DD92-B87E1789E99A}"/>
                    </a:ext>
                  </a:extLst>
                </p:cNvPr>
                <p:cNvSpPr/>
                <p:nvPr/>
              </p:nvSpPr>
              <p:spPr>
                <a:xfrm>
                  <a:off x="1615017" y="2532664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5" name="Freeform 6084">
                  <a:extLst>
                    <a:ext uri="{FF2B5EF4-FFF2-40B4-BE49-F238E27FC236}">
                      <a16:creationId xmlns:a16="http://schemas.microsoft.com/office/drawing/2014/main" id="{34165A1C-6E5E-281E-15F8-02EE06908531}"/>
                    </a:ext>
                  </a:extLst>
                </p:cNvPr>
                <p:cNvSpPr/>
                <p:nvPr/>
              </p:nvSpPr>
              <p:spPr>
                <a:xfrm>
                  <a:off x="1909657" y="2532664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6" name="Freeform 6085">
                  <a:extLst>
                    <a:ext uri="{FF2B5EF4-FFF2-40B4-BE49-F238E27FC236}">
                      <a16:creationId xmlns:a16="http://schemas.microsoft.com/office/drawing/2014/main" id="{6076F164-DBC1-B7DC-45DD-060C9B065D2C}"/>
                    </a:ext>
                  </a:extLst>
                </p:cNvPr>
                <p:cNvSpPr/>
                <p:nvPr/>
              </p:nvSpPr>
              <p:spPr>
                <a:xfrm>
                  <a:off x="2204170" y="2532664"/>
                  <a:ext cx="12700" cy="1359153"/>
                </a:xfrm>
                <a:custGeom>
                  <a:avLst/>
                  <a:gdLst>
                    <a:gd name="csX0" fmla="*/ 0 w 12700"/>
                    <a:gd name="csY0" fmla="*/ 1359154 h 1359153"/>
                    <a:gd name="csX1" fmla="*/ 0 w 12700"/>
                    <a:gd name="csY1" fmla="*/ 0 h 135915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359153">
                      <a:moveTo>
                        <a:pt x="0" y="135915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589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8" name="Freeform 6087">
                  <a:extLst>
                    <a:ext uri="{FF2B5EF4-FFF2-40B4-BE49-F238E27FC236}">
                      <a16:creationId xmlns:a16="http://schemas.microsoft.com/office/drawing/2014/main" id="{E7E48F4F-C5C7-DCCE-DF7E-C55C0363F724}"/>
                    </a:ext>
                  </a:extLst>
                </p:cNvPr>
                <p:cNvSpPr/>
                <p:nvPr/>
              </p:nvSpPr>
              <p:spPr>
                <a:xfrm>
                  <a:off x="1320504" y="2813080"/>
                  <a:ext cx="12700" cy="55372"/>
                </a:xfrm>
                <a:custGeom>
                  <a:avLst/>
                  <a:gdLst>
                    <a:gd name="csX0" fmla="*/ 0 w 12700"/>
                    <a:gd name="csY0" fmla="*/ 55372 h 55372"/>
                    <a:gd name="csX1" fmla="*/ 0 w 12700"/>
                    <a:gd name="csY1" fmla="*/ 0 h 553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55372">
                      <a:moveTo>
                        <a:pt x="0" y="55372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89" name="Freeform 6088">
                  <a:extLst>
                    <a:ext uri="{FF2B5EF4-FFF2-40B4-BE49-F238E27FC236}">
                      <a16:creationId xmlns:a16="http://schemas.microsoft.com/office/drawing/2014/main" id="{513AE75A-27D1-2CFA-CA92-D47E0D846FDC}"/>
                    </a:ext>
                  </a:extLst>
                </p:cNvPr>
                <p:cNvSpPr/>
                <p:nvPr/>
              </p:nvSpPr>
              <p:spPr>
                <a:xfrm>
                  <a:off x="1320504" y="2915950"/>
                  <a:ext cx="12700" cy="35433"/>
                </a:xfrm>
                <a:custGeom>
                  <a:avLst/>
                  <a:gdLst>
                    <a:gd name="csX0" fmla="*/ 0 w 12700"/>
                    <a:gd name="csY0" fmla="*/ 0 h 35433"/>
                    <a:gd name="csX1" fmla="*/ 0 w 12700"/>
                    <a:gd name="csY1" fmla="*/ 35433 h 3543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35433">
                      <a:moveTo>
                        <a:pt x="0" y="0"/>
                      </a:moveTo>
                      <a:lnTo>
                        <a:pt x="0" y="3543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90" name="Freeform 6089">
                  <a:extLst>
                    <a:ext uri="{FF2B5EF4-FFF2-40B4-BE49-F238E27FC236}">
                      <a16:creationId xmlns:a16="http://schemas.microsoft.com/office/drawing/2014/main" id="{176DF4CC-7BED-AD1E-D03A-4133189A62AD}"/>
                    </a:ext>
                  </a:extLst>
                </p:cNvPr>
                <p:cNvSpPr/>
                <p:nvPr/>
              </p:nvSpPr>
              <p:spPr>
                <a:xfrm>
                  <a:off x="1210013" y="2868452"/>
                  <a:ext cx="220980" cy="47497"/>
                </a:xfrm>
                <a:custGeom>
                  <a:avLst/>
                  <a:gdLst>
                    <a:gd name="csX0" fmla="*/ 0 w 220980"/>
                    <a:gd name="csY0" fmla="*/ 0 h 47497"/>
                    <a:gd name="csX1" fmla="*/ 0 w 220980"/>
                    <a:gd name="csY1" fmla="*/ 47498 h 47497"/>
                    <a:gd name="csX2" fmla="*/ 220980 w 220980"/>
                    <a:gd name="csY2" fmla="*/ 47498 h 47497"/>
                    <a:gd name="csX3" fmla="*/ 220980 w 220980"/>
                    <a:gd name="csY3" fmla="*/ 0 h 47497"/>
                    <a:gd name="csX4" fmla="*/ 0 w 220980"/>
                    <a:gd name="csY4" fmla="*/ 0 h 474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20980" h="47497">
                      <a:moveTo>
                        <a:pt x="0" y="0"/>
                      </a:moveTo>
                      <a:lnTo>
                        <a:pt x="0" y="47498"/>
                      </a:lnTo>
                      <a:lnTo>
                        <a:pt x="220980" y="47498"/>
                      </a:lnTo>
                      <a:lnTo>
                        <a:pt x="2209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91" name="Freeform 6090">
                  <a:extLst>
                    <a:ext uri="{FF2B5EF4-FFF2-40B4-BE49-F238E27FC236}">
                      <a16:creationId xmlns:a16="http://schemas.microsoft.com/office/drawing/2014/main" id="{E05E9412-F2CB-CC1D-6FA4-C71230092466}"/>
                    </a:ext>
                  </a:extLst>
                </p:cNvPr>
                <p:cNvSpPr/>
                <p:nvPr/>
              </p:nvSpPr>
              <p:spPr>
                <a:xfrm>
                  <a:off x="1210014" y="2895757"/>
                  <a:ext cx="220980" cy="12700"/>
                </a:xfrm>
                <a:custGeom>
                  <a:avLst/>
                  <a:gdLst>
                    <a:gd name="csX0" fmla="*/ 0 w 220980"/>
                    <a:gd name="csY0" fmla="*/ 0 h 12700"/>
                    <a:gd name="csX1" fmla="*/ 220980 w 22098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0980" h="12700">
                      <a:moveTo>
                        <a:pt x="0" y="0"/>
                      </a:moveTo>
                      <a:lnTo>
                        <a:pt x="220980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92" name="Freeform 6091">
                  <a:extLst>
                    <a:ext uri="{FF2B5EF4-FFF2-40B4-BE49-F238E27FC236}">
                      <a16:creationId xmlns:a16="http://schemas.microsoft.com/office/drawing/2014/main" id="{366F1414-CAF6-1AEC-8BFA-3ACD32E1477A}"/>
                    </a:ext>
                  </a:extLst>
                </p:cNvPr>
                <p:cNvSpPr/>
                <p:nvPr/>
              </p:nvSpPr>
              <p:spPr>
                <a:xfrm>
                  <a:off x="1615017" y="3335558"/>
                  <a:ext cx="12700" cy="86613"/>
                </a:xfrm>
                <a:custGeom>
                  <a:avLst/>
                  <a:gdLst>
                    <a:gd name="csX0" fmla="*/ 0 w 12700"/>
                    <a:gd name="csY0" fmla="*/ 86614 h 86613"/>
                    <a:gd name="csX1" fmla="*/ 0 w 12700"/>
                    <a:gd name="csY1" fmla="*/ 0 h 866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6613">
                      <a:moveTo>
                        <a:pt x="0" y="86614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93" name="Freeform 6092">
                  <a:extLst>
                    <a:ext uri="{FF2B5EF4-FFF2-40B4-BE49-F238E27FC236}">
                      <a16:creationId xmlns:a16="http://schemas.microsoft.com/office/drawing/2014/main" id="{4245A21E-97E3-BB88-7BAC-D6A684EC738F}"/>
                    </a:ext>
                  </a:extLst>
                </p:cNvPr>
                <p:cNvSpPr/>
                <p:nvPr/>
              </p:nvSpPr>
              <p:spPr>
                <a:xfrm>
                  <a:off x="1615017" y="3550696"/>
                  <a:ext cx="12700" cy="119887"/>
                </a:xfrm>
                <a:custGeom>
                  <a:avLst/>
                  <a:gdLst>
                    <a:gd name="csX0" fmla="*/ 0 w 12700"/>
                    <a:gd name="csY0" fmla="*/ 0 h 119887"/>
                    <a:gd name="csX1" fmla="*/ 0 w 12700"/>
                    <a:gd name="csY1" fmla="*/ 119888 h 1198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19887">
                      <a:moveTo>
                        <a:pt x="0" y="0"/>
                      </a:moveTo>
                      <a:lnTo>
                        <a:pt x="0" y="119888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097" name="Freeform 6096">
                  <a:extLst>
                    <a:ext uri="{FF2B5EF4-FFF2-40B4-BE49-F238E27FC236}">
                      <a16:creationId xmlns:a16="http://schemas.microsoft.com/office/drawing/2014/main" id="{DCECE158-1C8B-9FDE-6986-0FBE9B3F6D78}"/>
                    </a:ext>
                  </a:extLst>
                </p:cNvPr>
                <p:cNvSpPr/>
                <p:nvPr/>
              </p:nvSpPr>
              <p:spPr>
                <a:xfrm>
                  <a:off x="1504654" y="3422171"/>
                  <a:ext cx="220852" cy="128524"/>
                </a:xfrm>
                <a:custGeom>
                  <a:avLst/>
                  <a:gdLst>
                    <a:gd name="csX0" fmla="*/ 0 w 220852"/>
                    <a:gd name="csY0" fmla="*/ 0 h 128524"/>
                    <a:gd name="csX1" fmla="*/ 0 w 220852"/>
                    <a:gd name="csY1" fmla="*/ 128524 h 128524"/>
                    <a:gd name="csX2" fmla="*/ 220853 w 220852"/>
                    <a:gd name="csY2" fmla="*/ 128524 h 128524"/>
                    <a:gd name="csX3" fmla="*/ 220853 w 220852"/>
                    <a:gd name="csY3" fmla="*/ 0 h 128524"/>
                    <a:gd name="csX4" fmla="*/ 0 w 220852"/>
                    <a:gd name="csY4" fmla="*/ 0 h 1285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20852" h="128524">
                      <a:moveTo>
                        <a:pt x="0" y="0"/>
                      </a:moveTo>
                      <a:lnTo>
                        <a:pt x="0" y="128524"/>
                      </a:lnTo>
                      <a:lnTo>
                        <a:pt x="220853" y="128524"/>
                      </a:lnTo>
                      <a:lnTo>
                        <a:pt x="22085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115" name="Freeform 6114">
                  <a:extLst>
                    <a:ext uri="{FF2B5EF4-FFF2-40B4-BE49-F238E27FC236}">
                      <a16:creationId xmlns:a16="http://schemas.microsoft.com/office/drawing/2014/main" id="{D2C4E2BD-F62B-2991-891A-62AB59008676}"/>
                    </a:ext>
                  </a:extLst>
                </p:cNvPr>
                <p:cNvSpPr/>
                <p:nvPr/>
              </p:nvSpPr>
              <p:spPr>
                <a:xfrm>
                  <a:off x="1504654" y="3518057"/>
                  <a:ext cx="220853" cy="12700"/>
                </a:xfrm>
                <a:custGeom>
                  <a:avLst/>
                  <a:gdLst>
                    <a:gd name="csX0" fmla="*/ 0 w 220853"/>
                    <a:gd name="csY0" fmla="*/ 0 h 12700"/>
                    <a:gd name="csX1" fmla="*/ 220853 w 220853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0853" h="12700">
                      <a:moveTo>
                        <a:pt x="0" y="0"/>
                      </a:moveTo>
                      <a:lnTo>
                        <a:pt x="220853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117" name="Freeform 6116">
                  <a:extLst>
                    <a:ext uri="{FF2B5EF4-FFF2-40B4-BE49-F238E27FC236}">
                      <a16:creationId xmlns:a16="http://schemas.microsoft.com/office/drawing/2014/main" id="{C1A06511-C5BC-770A-80BA-0D48439BA912}"/>
                    </a:ext>
                  </a:extLst>
                </p:cNvPr>
                <p:cNvSpPr/>
                <p:nvPr/>
              </p:nvSpPr>
              <p:spPr>
                <a:xfrm>
                  <a:off x="1909657" y="3280694"/>
                  <a:ext cx="12700" cy="81534"/>
                </a:xfrm>
                <a:custGeom>
                  <a:avLst/>
                  <a:gdLst>
                    <a:gd name="csX0" fmla="*/ 0 w 12700"/>
                    <a:gd name="csY0" fmla="*/ 81534 h 81534"/>
                    <a:gd name="csX1" fmla="*/ 0 w 12700"/>
                    <a:gd name="csY1" fmla="*/ 0 h 8153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81534">
                      <a:moveTo>
                        <a:pt x="0" y="81534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120" name="Freeform 6119">
                  <a:extLst>
                    <a:ext uri="{FF2B5EF4-FFF2-40B4-BE49-F238E27FC236}">
                      <a16:creationId xmlns:a16="http://schemas.microsoft.com/office/drawing/2014/main" id="{36B38672-99B6-7AF7-4CE8-E7229211CA99}"/>
                    </a:ext>
                  </a:extLst>
                </p:cNvPr>
                <p:cNvSpPr/>
                <p:nvPr/>
              </p:nvSpPr>
              <p:spPr>
                <a:xfrm>
                  <a:off x="1909657" y="3443381"/>
                  <a:ext cx="12700" cy="66421"/>
                </a:xfrm>
                <a:custGeom>
                  <a:avLst/>
                  <a:gdLst>
                    <a:gd name="csX0" fmla="*/ 0 w 12700"/>
                    <a:gd name="csY0" fmla="*/ 0 h 66421"/>
                    <a:gd name="csX1" fmla="*/ 0 w 12700"/>
                    <a:gd name="csY1" fmla="*/ 66421 h 6642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66421">
                      <a:moveTo>
                        <a:pt x="0" y="0"/>
                      </a:moveTo>
                      <a:lnTo>
                        <a:pt x="0" y="66421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05" name="Freeform 6204">
                  <a:extLst>
                    <a:ext uri="{FF2B5EF4-FFF2-40B4-BE49-F238E27FC236}">
                      <a16:creationId xmlns:a16="http://schemas.microsoft.com/office/drawing/2014/main" id="{1A171B22-7601-B963-F677-375EAABD4FFF}"/>
                    </a:ext>
                  </a:extLst>
                </p:cNvPr>
                <p:cNvSpPr/>
                <p:nvPr/>
              </p:nvSpPr>
              <p:spPr>
                <a:xfrm>
                  <a:off x="1799167" y="3362228"/>
                  <a:ext cx="220979" cy="81152"/>
                </a:xfrm>
                <a:custGeom>
                  <a:avLst/>
                  <a:gdLst>
                    <a:gd name="csX0" fmla="*/ 0 w 220979"/>
                    <a:gd name="csY0" fmla="*/ 0 h 81152"/>
                    <a:gd name="csX1" fmla="*/ 0 w 220979"/>
                    <a:gd name="csY1" fmla="*/ 81153 h 81152"/>
                    <a:gd name="csX2" fmla="*/ 220980 w 220979"/>
                    <a:gd name="csY2" fmla="*/ 81153 h 81152"/>
                    <a:gd name="csX3" fmla="*/ 220980 w 220979"/>
                    <a:gd name="csY3" fmla="*/ 0 h 81152"/>
                    <a:gd name="csX4" fmla="*/ 0 w 220979"/>
                    <a:gd name="csY4" fmla="*/ 0 h 81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20979" h="81152">
                      <a:moveTo>
                        <a:pt x="0" y="0"/>
                      </a:moveTo>
                      <a:lnTo>
                        <a:pt x="0" y="81153"/>
                      </a:lnTo>
                      <a:lnTo>
                        <a:pt x="220980" y="81153"/>
                      </a:lnTo>
                      <a:lnTo>
                        <a:pt x="2209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06" name="Freeform 6205">
                  <a:extLst>
                    <a:ext uri="{FF2B5EF4-FFF2-40B4-BE49-F238E27FC236}">
                      <a16:creationId xmlns:a16="http://schemas.microsoft.com/office/drawing/2014/main" id="{3D3630CA-04F7-69AA-4EB0-7ECF7FB99298}"/>
                    </a:ext>
                  </a:extLst>
                </p:cNvPr>
                <p:cNvSpPr/>
                <p:nvPr/>
              </p:nvSpPr>
              <p:spPr>
                <a:xfrm>
                  <a:off x="1799167" y="3403757"/>
                  <a:ext cx="220980" cy="12700"/>
                </a:xfrm>
                <a:custGeom>
                  <a:avLst/>
                  <a:gdLst>
                    <a:gd name="csX0" fmla="*/ 0 w 220980"/>
                    <a:gd name="csY0" fmla="*/ 0 h 12700"/>
                    <a:gd name="csX1" fmla="*/ 220980 w 220980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0980" h="12700">
                      <a:moveTo>
                        <a:pt x="0" y="0"/>
                      </a:moveTo>
                      <a:lnTo>
                        <a:pt x="220980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08" name="Freeform 6207">
                  <a:extLst>
                    <a:ext uri="{FF2B5EF4-FFF2-40B4-BE49-F238E27FC236}">
                      <a16:creationId xmlns:a16="http://schemas.microsoft.com/office/drawing/2014/main" id="{9DA7C602-A4DC-922D-D728-A71DE6DC2024}"/>
                    </a:ext>
                  </a:extLst>
                </p:cNvPr>
                <p:cNvSpPr/>
                <p:nvPr/>
              </p:nvSpPr>
              <p:spPr>
                <a:xfrm>
                  <a:off x="2204170" y="3045617"/>
                  <a:ext cx="12700" cy="220472"/>
                </a:xfrm>
                <a:custGeom>
                  <a:avLst/>
                  <a:gdLst>
                    <a:gd name="csX0" fmla="*/ 0 w 12700"/>
                    <a:gd name="csY0" fmla="*/ 220472 h 220472"/>
                    <a:gd name="csX1" fmla="*/ 0 w 12700"/>
                    <a:gd name="csY1" fmla="*/ 0 h 2204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20472">
                      <a:moveTo>
                        <a:pt x="0" y="220472"/>
                      </a:moveTo>
                      <a:lnTo>
                        <a:pt x="0" y="0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09" name="Freeform 6208">
                  <a:extLst>
                    <a:ext uri="{FF2B5EF4-FFF2-40B4-BE49-F238E27FC236}">
                      <a16:creationId xmlns:a16="http://schemas.microsoft.com/office/drawing/2014/main" id="{673500C5-9294-D634-730D-2927C2A2242C}"/>
                    </a:ext>
                  </a:extLst>
                </p:cNvPr>
                <p:cNvSpPr/>
                <p:nvPr/>
              </p:nvSpPr>
              <p:spPr>
                <a:xfrm>
                  <a:off x="2204170" y="3460145"/>
                  <a:ext cx="12700" cy="288163"/>
                </a:xfrm>
                <a:custGeom>
                  <a:avLst/>
                  <a:gdLst>
                    <a:gd name="csX0" fmla="*/ 0 w 12700"/>
                    <a:gd name="csY0" fmla="*/ 0 h 288163"/>
                    <a:gd name="csX1" fmla="*/ 0 w 12700"/>
                    <a:gd name="csY1" fmla="*/ 288163 h 2881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288163">
                      <a:moveTo>
                        <a:pt x="0" y="0"/>
                      </a:moveTo>
                      <a:lnTo>
                        <a:pt x="0" y="288163"/>
                      </a:lnTo>
                    </a:path>
                  </a:pathLst>
                </a:custGeom>
                <a:ln w="13589" cap="flat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0" name="Freeform 6209">
                  <a:extLst>
                    <a:ext uri="{FF2B5EF4-FFF2-40B4-BE49-F238E27FC236}">
                      <a16:creationId xmlns:a16="http://schemas.microsoft.com/office/drawing/2014/main" id="{B079EB65-1E0D-24B4-B9BE-7F854D1F69C5}"/>
                    </a:ext>
                  </a:extLst>
                </p:cNvPr>
                <p:cNvSpPr/>
                <p:nvPr/>
              </p:nvSpPr>
              <p:spPr>
                <a:xfrm>
                  <a:off x="2093807" y="3266088"/>
                  <a:ext cx="220852" cy="194056"/>
                </a:xfrm>
                <a:custGeom>
                  <a:avLst/>
                  <a:gdLst>
                    <a:gd name="csX0" fmla="*/ 0 w 220852"/>
                    <a:gd name="csY0" fmla="*/ 0 h 194056"/>
                    <a:gd name="csX1" fmla="*/ 0 w 220852"/>
                    <a:gd name="csY1" fmla="*/ 194056 h 194056"/>
                    <a:gd name="csX2" fmla="*/ 220853 w 220852"/>
                    <a:gd name="csY2" fmla="*/ 194056 h 194056"/>
                    <a:gd name="csX3" fmla="*/ 220853 w 220852"/>
                    <a:gd name="csY3" fmla="*/ 0 h 194056"/>
                    <a:gd name="csX4" fmla="*/ 0 w 220852"/>
                    <a:gd name="csY4" fmla="*/ 0 h 1940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20852" h="194056">
                      <a:moveTo>
                        <a:pt x="0" y="0"/>
                      </a:moveTo>
                      <a:lnTo>
                        <a:pt x="0" y="194056"/>
                      </a:lnTo>
                      <a:lnTo>
                        <a:pt x="220853" y="194056"/>
                      </a:lnTo>
                      <a:lnTo>
                        <a:pt x="22085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3589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1" name="Freeform 6210">
                  <a:extLst>
                    <a:ext uri="{FF2B5EF4-FFF2-40B4-BE49-F238E27FC236}">
                      <a16:creationId xmlns:a16="http://schemas.microsoft.com/office/drawing/2014/main" id="{6BAB9082-9049-C5E1-1D76-17FD2B577662}"/>
                    </a:ext>
                  </a:extLst>
                </p:cNvPr>
                <p:cNvSpPr/>
                <p:nvPr/>
              </p:nvSpPr>
              <p:spPr>
                <a:xfrm>
                  <a:off x="2093807" y="3377087"/>
                  <a:ext cx="220852" cy="12700"/>
                </a:xfrm>
                <a:custGeom>
                  <a:avLst/>
                  <a:gdLst>
                    <a:gd name="csX0" fmla="*/ 0 w 220852"/>
                    <a:gd name="csY0" fmla="*/ 0 h 12700"/>
                    <a:gd name="csX1" fmla="*/ 220853 w 220852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220852" h="12700">
                      <a:moveTo>
                        <a:pt x="0" y="0"/>
                      </a:moveTo>
                      <a:lnTo>
                        <a:pt x="220853" y="0"/>
                      </a:lnTo>
                    </a:path>
                  </a:pathLst>
                </a:custGeom>
                <a:ln w="27051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2" name="Freeform 6211">
                  <a:extLst>
                    <a:ext uri="{FF2B5EF4-FFF2-40B4-BE49-F238E27FC236}">
                      <a16:creationId xmlns:a16="http://schemas.microsoft.com/office/drawing/2014/main" id="{48C3E70E-7BAC-5968-3006-4B7B4556BEBB}"/>
                    </a:ext>
                  </a:extLst>
                </p:cNvPr>
                <p:cNvSpPr/>
                <p:nvPr/>
              </p:nvSpPr>
              <p:spPr>
                <a:xfrm>
                  <a:off x="1621367" y="354663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3" name="Freeform 6212">
                  <a:extLst>
                    <a:ext uri="{FF2B5EF4-FFF2-40B4-BE49-F238E27FC236}">
                      <a16:creationId xmlns:a16="http://schemas.microsoft.com/office/drawing/2014/main" id="{35DBD9AD-6580-3605-480B-AC00C1143F26}"/>
                    </a:ext>
                  </a:extLst>
                </p:cNvPr>
                <p:cNvSpPr/>
                <p:nvPr/>
              </p:nvSpPr>
              <p:spPr>
                <a:xfrm>
                  <a:off x="1657562" y="339575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4" name="Freeform 6213">
                  <a:extLst>
                    <a:ext uri="{FF2B5EF4-FFF2-40B4-BE49-F238E27FC236}">
                      <a16:creationId xmlns:a16="http://schemas.microsoft.com/office/drawing/2014/main" id="{A7F6ED30-80C3-C6FD-5A81-F443EFCE7FAF}"/>
                    </a:ext>
                  </a:extLst>
                </p:cNvPr>
                <p:cNvSpPr/>
                <p:nvPr/>
              </p:nvSpPr>
              <p:spPr>
                <a:xfrm>
                  <a:off x="1661880" y="3528725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5" name="Freeform 6214">
                  <a:extLst>
                    <a:ext uri="{FF2B5EF4-FFF2-40B4-BE49-F238E27FC236}">
                      <a16:creationId xmlns:a16="http://schemas.microsoft.com/office/drawing/2014/main" id="{156E44B4-8325-9815-7462-EF0F867BF4CB}"/>
                    </a:ext>
                  </a:extLst>
                </p:cNvPr>
                <p:cNvSpPr/>
                <p:nvPr/>
              </p:nvSpPr>
              <p:spPr>
                <a:xfrm>
                  <a:off x="1604603" y="351742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6" name="Freeform 6215">
                  <a:extLst>
                    <a:ext uri="{FF2B5EF4-FFF2-40B4-BE49-F238E27FC236}">
                      <a16:creationId xmlns:a16="http://schemas.microsoft.com/office/drawing/2014/main" id="{096AC430-E32D-C729-E3BD-927C211D3C20}"/>
                    </a:ext>
                  </a:extLst>
                </p:cNvPr>
                <p:cNvSpPr/>
                <p:nvPr/>
              </p:nvSpPr>
              <p:spPr>
                <a:xfrm>
                  <a:off x="1593554" y="331079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7" name="Freeform 6216">
                  <a:extLst>
                    <a:ext uri="{FF2B5EF4-FFF2-40B4-BE49-F238E27FC236}">
                      <a16:creationId xmlns:a16="http://schemas.microsoft.com/office/drawing/2014/main" id="{8DDFB0D1-8EAC-4BCF-96B0-BD75C0012276}"/>
                    </a:ext>
                  </a:extLst>
                </p:cNvPr>
                <p:cNvSpPr/>
                <p:nvPr/>
              </p:nvSpPr>
              <p:spPr>
                <a:xfrm>
                  <a:off x="1615398" y="342141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8" name="Freeform 6217">
                  <a:extLst>
                    <a:ext uri="{FF2B5EF4-FFF2-40B4-BE49-F238E27FC236}">
                      <a16:creationId xmlns:a16="http://schemas.microsoft.com/office/drawing/2014/main" id="{1A81BB84-94F1-CFE2-8645-8971CDF29F52}"/>
                    </a:ext>
                  </a:extLst>
                </p:cNvPr>
                <p:cNvSpPr/>
                <p:nvPr/>
              </p:nvSpPr>
              <p:spPr>
                <a:xfrm>
                  <a:off x="1646640" y="359286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19" name="Freeform 6218">
                  <a:extLst>
                    <a:ext uri="{FF2B5EF4-FFF2-40B4-BE49-F238E27FC236}">
                      <a16:creationId xmlns:a16="http://schemas.microsoft.com/office/drawing/2014/main" id="{84D726BA-30E7-8F86-8E87-22898F5C8F6E}"/>
                    </a:ext>
                  </a:extLst>
                </p:cNvPr>
                <p:cNvSpPr/>
                <p:nvPr/>
              </p:nvSpPr>
              <p:spPr>
                <a:xfrm>
                  <a:off x="1621494" y="348592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0" name="Freeform 6219">
                  <a:extLst>
                    <a:ext uri="{FF2B5EF4-FFF2-40B4-BE49-F238E27FC236}">
                      <a16:creationId xmlns:a16="http://schemas.microsoft.com/office/drawing/2014/main" id="{DF6B8407-A725-F0A8-0ED9-4EA4F5231E1D}"/>
                    </a:ext>
                  </a:extLst>
                </p:cNvPr>
                <p:cNvSpPr/>
                <p:nvPr/>
              </p:nvSpPr>
              <p:spPr>
                <a:xfrm>
                  <a:off x="1625558" y="357508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1" name="Freeform 6220">
                  <a:extLst>
                    <a:ext uri="{FF2B5EF4-FFF2-40B4-BE49-F238E27FC236}">
                      <a16:creationId xmlns:a16="http://schemas.microsoft.com/office/drawing/2014/main" id="{939B9DBE-80D3-80FA-C1F8-5E6524ABBC2F}"/>
                    </a:ext>
                  </a:extLst>
                </p:cNvPr>
                <p:cNvSpPr/>
                <p:nvPr/>
              </p:nvSpPr>
              <p:spPr>
                <a:xfrm>
                  <a:off x="1545675" y="348922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2" name="Freeform 6221">
                  <a:extLst>
                    <a:ext uri="{FF2B5EF4-FFF2-40B4-BE49-F238E27FC236}">
                      <a16:creationId xmlns:a16="http://schemas.microsoft.com/office/drawing/2014/main" id="{CA91EF80-CD0E-A77C-E4E3-2DD4D901BAD9}"/>
                    </a:ext>
                  </a:extLst>
                </p:cNvPr>
                <p:cNvSpPr/>
                <p:nvPr/>
              </p:nvSpPr>
              <p:spPr>
                <a:xfrm>
                  <a:off x="1572853" y="356288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3" name="Freeform 6222">
                  <a:extLst>
                    <a:ext uri="{FF2B5EF4-FFF2-40B4-BE49-F238E27FC236}">
                      <a16:creationId xmlns:a16="http://schemas.microsoft.com/office/drawing/2014/main" id="{7A876CC8-ECDF-0D79-0F77-3808F08F84E0}"/>
                    </a:ext>
                  </a:extLst>
                </p:cNvPr>
                <p:cNvSpPr/>
                <p:nvPr/>
              </p:nvSpPr>
              <p:spPr>
                <a:xfrm>
                  <a:off x="1535134" y="350561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4" name="Freeform 6223">
                  <a:extLst>
                    <a:ext uri="{FF2B5EF4-FFF2-40B4-BE49-F238E27FC236}">
                      <a16:creationId xmlns:a16="http://schemas.microsoft.com/office/drawing/2014/main" id="{4963A2D3-3DFA-1081-9EA8-E204F18EE400}"/>
                    </a:ext>
                  </a:extLst>
                </p:cNvPr>
                <p:cNvSpPr/>
                <p:nvPr/>
              </p:nvSpPr>
              <p:spPr>
                <a:xfrm>
                  <a:off x="1628098" y="349926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5" name="Freeform 6224">
                  <a:extLst>
                    <a:ext uri="{FF2B5EF4-FFF2-40B4-BE49-F238E27FC236}">
                      <a16:creationId xmlns:a16="http://schemas.microsoft.com/office/drawing/2014/main" id="{5080C767-0ECD-A6C6-0E6B-6D8739F540E0}"/>
                    </a:ext>
                  </a:extLst>
                </p:cNvPr>
                <p:cNvSpPr/>
                <p:nvPr/>
              </p:nvSpPr>
              <p:spPr>
                <a:xfrm>
                  <a:off x="1525863" y="345316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6" name="Freeform 6225">
                  <a:extLst>
                    <a:ext uri="{FF2B5EF4-FFF2-40B4-BE49-F238E27FC236}">
                      <a16:creationId xmlns:a16="http://schemas.microsoft.com/office/drawing/2014/main" id="{CFE3C664-B812-2968-4DB2-B76EEE11B4A8}"/>
                    </a:ext>
                  </a:extLst>
                </p:cNvPr>
                <p:cNvSpPr/>
                <p:nvPr/>
              </p:nvSpPr>
              <p:spPr>
                <a:xfrm>
                  <a:off x="1601682" y="339626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7" name="Freeform 6226">
                  <a:extLst>
                    <a:ext uri="{FF2B5EF4-FFF2-40B4-BE49-F238E27FC236}">
                      <a16:creationId xmlns:a16="http://schemas.microsoft.com/office/drawing/2014/main" id="{E48EDDA9-E686-E583-674B-68836AB9FEE8}"/>
                    </a:ext>
                  </a:extLst>
                </p:cNvPr>
                <p:cNvSpPr/>
                <p:nvPr/>
              </p:nvSpPr>
              <p:spPr>
                <a:xfrm>
                  <a:off x="1598761" y="340096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8" name="Freeform 6227">
                  <a:extLst>
                    <a:ext uri="{FF2B5EF4-FFF2-40B4-BE49-F238E27FC236}">
                      <a16:creationId xmlns:a16="http://schemas.microsoft.com/office/drawing/2014/main" id="{9306AD6A-D805-7CD7-790E-BA18C3C94264}"/>
                    </a:ext>
                  </a:extLst>
                </p:cNvPr>
                <p:cNvSpPr/>
                <p:nvPr/>
              </p:nvSpPr>
              <p:spPr>
                <a:xfrm>
                  <a:off x="1587077" y="364581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29" name="Freeform 6228">
                  <a:extLst>
                    <a:ext uri="{FF2B5EF4-FFF2-40B4-BE49-F238E27FC236}">
                      <a16:creationId xmlns:a16="http://schemas.microsoft.com/office/drawing/2014/main" id="{58055147-1D9E-E134-C413-9B8C303A7CD2}"/>
                    </a:ext>
                  </a:extLst>
                </p:cNvPr>
                <p:cNvSpPr/>
                <p:nvPr/>
              </p:nvSpPr>
              <p:spPr>
                <a:xfrm>
                  <a:off x="1635210" y="337772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0" name="Freeform 6229">
                  <a:extLst>
                    <a:ext uri="{FF2B5EF4-FFF2-40B4-BE49-F238E27FC236}">
                      <a16:creationId xmlns:a16="http://schemas.microsoft.com/office/drawing/2014/main" id="{D928F7C9-C272-9430-71DE-3C847D859447}"/>
                    </a:ext>
                  </a:extLst>
                </p:cNvPr>
                <p:cNvSpPr/>
                <p:nvPr/>
              </p:nvSpPr>
              <p:spPr>
                <a:xfrm>
                  <a:off x="1610318" y="349976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1" name="Freeform 6230">
                  <a:extLst>
                    <a:ext uri="{FF2B5EF4-FFF2-40B4-BE49-F238E27FC236}">
                      <a16:creationId xmlns:a16="http://schemas.microsoft.com/office/drawing/2014/main" id="{AE517B84-FB91-4EA6-BA79-D478BD843D54}"/>
                    </a:ext>
                  </a:extLst>
                </p:cNvPr>
                <p:cNvSpPr/>
                <p:nvPr/>
              </p:nvSpPr>
              <p:spPr>
                <a:xfrm>
                  <a:off x="1636353" y="335448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2" name="Freeform 6231">
                  <a:extLst>
                    <a:ext uri="{FF2B5EF4-FFF2-40B4-BE49-F238E27FC236}">
                      <a16:creationId xmlns:a16="http://schemas.microsoft.com/office/drawing/2014/main" id="{B11C5A5A-7BB0-4EA0-8F25-EABF52418AE1}"/>
                    </a:ext>
                  </a:extLst>
                </p:cNvPr>
                <p:cNvSpPr/>
                <p:nvPr/>
              </p:nvSpPr>
              <p:spPr>
                <a:xfrm>
                  <a:off x="1582505" y="349735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3" name="Freeform 6232">
                  <a:extLst>
                    <a:ext uri="{FF2B5EF4-FFF2-40B4-BE49-F238E27FC236}">
                      <a16:creationId xmlns:a16="http://schemas.microsoft.com/office/drawing/2014/main" id="{33D67F1A-CB6D-BCB5-E459-7B33250123F6}"/>
                    </a:ext>
                  </a:extLst>
                </p:cNvPr>
                <p:cNvSpPr/>
                <p:nvPr/>
              </p:nvSpPr>
              <p:spPr>
                <a:xfrm>
                  <a:off x="1651085" y="3368197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4" name="Freeform 6233">
                  <a:extLst>
                    <a:ext uri="{FF2B5EF4-FFF2-40B4-BE49-F238E27FC236}">
                      <a16:creationId xmlns:a16="http://schemas.microsoft.com/office/drawing/2014/main" id="{F4CA2C14-C2F9-2B5B-50D2-994DD0170BD2}"/>
                    </a:ext>
                  </a:extLst>
                </p:cNvPr>
                <p:cNvSpPr/>
                <p:nvPr/>
              </p:nvSpPr>
              <p:spPr>
                <a:xfrm>
                  <a:off x="1261068" y="289156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5" name="Freeform 6234">
                  <a:extLst>
                    <a:ext uri="{FF2B5EF4-FFF2-40B4-BE49-F238E27FC236}">
                      <a16:creationId xmlns:a16="http://schemas.microsoft.com/office/drawing/2014/main" id="{BB0C1747-7DB9-E516-13BF-EC064BF76495}"/>
                    </a:ext>
                  </a:extLst>
                </p:cNvPr>
                <p:cNvSpPr/>
                <p:nvPr/>
              </p:nvSpPr>
              <p:spPr>
                <a:xfrm>
                  <a:off x="1343872" y="2827685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6" name="Freeform 6235">
                  <a:extLst>
                    <a:ext uri="{FF2B5EF4-FFF2-40B4-BE49-F238E27FC236}">
                      <a16:creationId xmlns:a16="http://schemas.microsoft.com/office/drawing/2014/main" id="{57189DA8-FCB9-741D-A12A-AED71FBD0A7E}"/>
                    </a:ext>
                  </a:extLst>
                </p:cNvPr>
                <p:cNvSpPr/>
                <p:nvPr/>
              </p:nvSpPr>
              <p:spPr>
                <a:xfrm>
                  <a:off x="1267545" y="284432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7" name="Freeform 6236">
                  <a:extLst>
                    <a:ext uri="{FF2B5EF4-FFF2-40B4-BE49-F238E27FC236}">
                      <a16:creationId xmlns:a16="http://schemas.microsoft.com/office/drawing/2014/main" id="{65A25E4E-9B4D-0C7A-3010-EE6DDC066E0C}"/>
                    </a:ext>
                  </a:extLst>
                </p:cNvPr>
                <p:cNvSpPr/>
                <p:nvPr/>
              </p:nvSpPr>
              <p:spPr>
                <a:xfrm>
                  <a:off x="1337014" y="289169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8" name="Freeform 6237">
                  <a:extLst>
                    <a:ext uri="{FF2B5EF4-FFF2-40B4-BE49-F238E27FC236}">
                      <a16:creationId xmlns:a16="http://schemas.microsoft.com/office/drawing/2014/main" id="{3D809715-D68F-C2DB-BC09-EB316DA990E1}"/>
                    </a:ext>
                  </a:extLst>
                </p:cNvPr>
                <p:cNvSpPr/>
                <p:nvPr/>
              </p:nvSpPr>
              <p:spPr>
                <a:xfrm>
                  <a:off x="1247987" y="286172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39" name="Freeform 6238">
                  <a:extLst>
                    <a:ext uri="{FF2B5EF4-FFF2-40B4-BE49-F238E27FC236}">
                      <a16:creationId xmlns:a16="http://schemas.microsoft.com/office/drawing/2014/main" id="{F66AF595-1771-0158-B01B-737DCF4038CD}"/>
                    </a:ext>
                  </a:extLst>
                </p:cNvPr>
                <p:cNvSpPr/>
                <p:nvPr/>
              </p:nvSpPr>
              <p:spPr>
                <a:xfrm>
                  <a:off x="1243288" y="288343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0" name="Freeform 6239">
                  <a:extLst>
                    <a:ext uri="{FF2B5EF4-FFF2-40B4-BE49-F238E27FC236}">
                      <a16:creationId xmlns:a16="http://schemas.microsoft.com/office/drawing/2014/main" id="{6856B29D-DEC4-DB51-345F-91CB2FF551BC}"/>
                    </a:ext>
                  </a:extLst>
                </p:cNvPr>
                <p:cNvSpPr/>
                <p:nvPr/>
              </p:nvSpPr>
              <p:spPr>
                <a:xfrm>
                  <a:off x="1270212" y="289423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1" name="Freeform 6240">
                  <a:extLst>
                    <a:ext uri="{FF2B5EF4-FFF2-40B4-BE49-F238E27FC236}">
                      <a16:creationId xmlns:a16="http://schemas.microsoft.com/office/drawing/2014/main" id="{50EB69CD-B812-CB29-E598-1E27FE7F0FAE}"/>
                    </a:ext>
                  </a:extLst>
                </p:cNvPr>
                <p:cNvSpPr/>
                <p:nvPr/>
              </p:nvSpPr>
              <p:spPr>
                <a:xfrm>
                  <a:off x="1277832" y="284978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2" name="Freeform 6241">
                  <a:extLst>
                    <a:ext uri="{FF2B5EF4-FFF2-40B4-BE49-F238E27FC236}">
                      <a16:creationId xmlns:a16="http://schemas.microsoft.com/office/drawing/2014/main" id="{0347BCD8-B8D7-D736-B223-3DCCD2556F2C}"/>
                    </a:ext>
                  </a:extLst>
                </p:cNvPr>
                <p:cNvSpPr/>
                <p:nvPr/>
              </p:nvSpPr>
              <p:spPr>
                <a:xfrm>
                  <a:off x="1347428" y="292661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3" name="Freeform 6242">
                  <a:extLst>
                    <a:ext uri="{FF2B5EF4-FFF2-40B4-BE49-F238E27FC236}">
                      <a16:creationId xmlns:a16="http://schemas.microsoft.com/office/drawing/2014/main" id="{6556EF4F-83FA-1DA3-CAF5-8C81EE7B0A5C}"/>
                    </a:ext>
                  </a:extLst>
                </p:cNvPr>
                <p:cNvSpPr/>
                <p:nvPr/>
              </p:nvSpPr>
              <p:spPr>
                <a:xfrm>
                  <a:off x="1227413" y="289334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4" name="Freeform 6243">
                  <a:extLst>
                    <a:ext uri="{FF2B5EF4-FFF2-40B4-BE49-F238E27FC236}">
                      <a16:creationId xmlns:a16="http://schemas.microsoft.com/office/drawing/2014/main" id="{EC1B68CD-EABF-E820-6B5A-49577B92C380}"/>
                    </a:ext>
                  </a:extLst>
                </p:cNvPr>
                <p:cNvSpPr/>
                <p:nvPr/>
              </p:nvSpPr>
              <p:spPr>
                <a:xfrm>
                  <a:off x="1344761" y="289016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5" name="Freeform 6244">
                  <a:extLst>
                    <a:ext uri="{FF2B5EF4-FFF2-40B4-BE49-F238E27FC236}">
                      <a16:creationId xmlns:a16="http://schemas.microsoft.com/office/drawing/2014/main" id="{D87132DA-0E97-8445-C719-E8C99251F087}"/>
                    </a:ext>
                  </a:extLst>
                </p:cNvPr>
                <p:cNvSpPr/>
                <p:nvPr/>
              </p:nvSpPr>
              <p:spPr>
                <a:xfrm>
                  <a:off x="1223984" y="288407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6" name="Freeform 6245">
                  <a:extLst>
                    <a:ext uri="{FF2B5EF4-FFF2-40B4-BE49-F238E27FC236}">
                      <a16:creationId xmlns:a16="http://schemas.microsoft.com/office/drawing/2014/main" id="{5BEF63B8-B41E-BD6D-3B4B-1D9106236383}"/>
                    </a:ext>
                  </a:extLst>
                </p:cNvPr>
                <p:cNvSpPr/>
                <p:nvPr/>
              </p:nvSpPr>
              <p:spPr>
                <a:xfrm>
                  <a:off x="1306026" y="287492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7" name="Freeform 6246">
                  <a:extLst>
                    <a:ext uri="{FF2B5EF4-FFF2-40B4-BE49-F238E27FC236}">
                      <a16:creationId xmlns:a16="http://schemas.microsoft.com/office/drawing/2014/main" id="{65F69F27-C016-DD38-7F92-A3380BDA1E4F}"/>
                    </a:ext>
                  </a:extLst>
                </p:cNvPr>
                <p:cNvSpPr/>
                <p:nvPr/>
              </p:nvSpPr>
              <p:spPr>
                <a:xfrm>
                  <a:off x="1309963" y="288407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8" name="Freeform 6247">
                  <a:extLst>
                    <a:ext uri="{FF2B5EF4-FFF2-40B4-BE49-F238E27FC236}">
                      <a16:creationId xmlns:a16="http://schemas.microsoft.com/office/drawing/2014/main" id="{CE98962D-BF7A-6843-E561-0D2F6BEA0A8D}"/>
                    </a:ext>
                  </a:extLst>
                </p:cNvPr>
                <p:cNvSpPr/>
                <p:nvPr/>
              </p:nvSpPr>
              <p:spPr>
                <a:xfrm>
                  <a:off x="1240240" y="2810286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49" name="Freeform 6248">
                  <a:extLst>
                    <a:ext uri="{FF2B5EF4-FFF2-40B4-BE49-F238E27FC236}">
                      <a16:creationId xmlns:a16="http://schemas.microsoft.com/office/drawing/2014/main" id="{7D7AE970-AFE2-DD15-B11B-072E347D7C22}"/>
                    </a:ext>
                  </a:extLst>
                </p:cNvPr>
                <p:cNvSpPr/>
                <p:nvPr/>
              </p:nvSpPr>
              <p:spPr>
                <a:xfrm>
                  <a:off x="1223222" y="2843560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0" name="Freeform 6249">
                  <a:extLst>
                    <a:ext uri="{FF2B5EF4-FFF2-40B4-BE49-F238E27FC236}">
                      <a16:creationId xmlns:a16="http://schemas.microsoft.com/office/drawing/2014/main" id="{FAF6BD01-F3BD-CE11-4503-836405DD1179}"/>
                    </a:ext>
                  </a:extLst>
                </p:cNvPr>
                <p:cNvSpPr/>
                <p:nvPr/>
              </p:nvSpPr>
              <p:spPr>
                <a:xfrm>
                  <a:off x="1329267" y="2836829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1" name="Freeform 6250">
                  <a:extLst>
                    <a:ext uri="{FF2B5EF4-FFF2-40B4-BE49-F238E27FC236}">
                      <a16:creationId xmlns:a16="http://schemas.microsoft.com/office/drawing/2014/main" id="{CBFBEE55-7AE0-A62B-D706-5D4ED4DB3B5B}"/>
                    </a:ext>
                  </a:extLst>
                </p:cNvPr>
                <p:cNvSpPr/>
                <p:nvPr/>
              </p:nvSpPr>
              <p:spPr>
                <a:xfrm>
                  <a:off x="1346920" y="2788315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2" name="Freeform 6251">
                  <a:extLst>
                    <a:ext uri="{FF2B5EF4-FFF2-40B4-BE49-F238E27FC236}">
                      <a16:creationId xmlns:a16="http://schemas.microsoft.com/office/drawing/2014/main" id="{E2829B7D-4342-8BDB-35AD-4956CE30D92A}"/>
                    </a:ext>
                  </a:extLst>
                </p:cNvPr>
                <p:cNvSpPr/>
                <p:nvPr/>
              </p:nvSpPr>
              <p:spPr>
                <a:xfrm>
                  <a:off x="1333458" y="289385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3" name="Freeform 6252">
                  <a:extLst>
                    <a:ext uri="{FF2B5EF4-FFF2-40B4-BE49-F238E27FC236}">
                      <a16:creationId xmlns:a16="http://schemas.microsoft.com/office/drawing/2014/main" id="{245AEF38-9BCB-0982-B858-F502AF279354}"/>
                    </a:ext>
                  </a:extLst>
                </p:cNvPr>
                <p:cNvSpPr/>
                <p:nvPr/>
              </p:nvSpPr>
              <p:spPr>
                <a:xfrm>
                  <a:off x="1296501" y="2867055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4" name="Freeform 6253">
                  <a:extLst>
                    <a:ext uri="{FF2B5EF4-FFF2-40B4-BE49-F238E27FC236}">
                      <a16:creationId xmlns:a16="http://schemas.microsoft.com/office/drawing/2014/main" id="{3818547E-5E16-4093-2E99-EF59D9E7BF03}"/>
                    </a:ext>
                  </a:extLst>
                </p:cNvPr>
                <p:cNvSpPr/>
                <p:nvPr/>
              </p:nvSpPr>
              <p:spPr>
                <a:xfrm>
                  <a:off x="1235033" y="284914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5" name="Freeform 6254">
                  <a:extLst>
                    <a:ext uri="{FF2B5EF4-FFF2-40B4-BE49-F238E27FC236}">
                      <a16:creationId xmlns:a16="http://schemas.microsoft.com/office/drawing/2014/main" id="{7474517C-6D87-E659-057C-835E67D0C578}"/>
                    </a:ext>
                  </a:extLst>
                </p:cNvPr>
                <p:cNvSpPr/>
                <p:nvPr/>
              </p:nvSpPr>
              <p:spPr>
                <a:xfrm>
                  <a:off x="1346158" y="2842417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6" name="Freeform 6255">
                  <a:extLst>
                    <a:ext uri="{FF2B5EF4-FFF2-40B4-BE49-F238E27FC236}">
                      <a16:creationId xmlns:a16="http://schemas.microsoft.com/office/drawing/2014/main" id="{48C751C8-9A3E-F844-7251-17A5D652EFCC}"/>
                    </a:ext>
                  </a:extLst>
                </p:cNvPr>
                <p:cNvSpPr/>
                <p:nvPr/>
              </p:nvSpPr>
              <p:spPr>
                <a:xfrm>
                  <a:off x="1841204" y="3485037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7" name="Freeform 6256">
                  <a:extLst>
                    <a:ext uri="{FF2B5EF4-FFF2-40B4-BE49-F238E27FC236}">
                      <a16:creationId xmlns:a16="http://schemas.microsoft.com/office/drawing/2014/main" id="{9E1C753F-1CC5-001F-3A04-5E6034C9F2DF}"/>
                    </a:ext>
                  </a:extLst>
                </p:cNvPr>
                <p:cNvSpPr/>
                <p:nvPr/>
              </p:nvSpPr>
              <p:spPr>
                <a:xfrm>
                  <a:off x="1868890" y="3392835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8" name="Freeform 6257">
                  <a:extLst>
                    <a:ext uri="{FF2B5EF4-FFF2-40B4-BE49-F238E27FC236}">
                      <a16:creationId xmlns:a16="http://schemas.microsoft.com/office/drawing/2014/main" id="{644168FD-E38C-3903-09CD-D1EC630AD44B}"/>
                    </a:ext>
                  </a:extLst>
                </p:cNvPr>
                <p:cNvSpPr/>
                <p:nvPr/>
              </p:nvSpPr>
              <p:spPr>
                <a:xfrm>
                  <a:off x="1935946" y="3335177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59" name="Freeform 6258">
                  <a:extLst>
                    <a:ext uri="{FF2B5EF4-FFF2-40B4-BE49-F238E27FC236}">
                      <a16:creationId xmlns:a16="http://schemas.microsoft.com/office/drawing/2014/main" id="{7ED415AB-3243-47C5-0403-B730633D5D60}"/>
                    </a:ext>
                  </a:extLst>
                </p:cNvPr>
                <p:cNvSpPr/>
                <p:nvPr/>
              </p:nvSpPr>
              <p:spPr>
                <a:xfrm>
                  <a:off x="1821011" y="341239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0" name="Freeform 6259">
                  <a:extLst>
                    <a:ext uri="{FF2B5EF4-FFF2-40B4-BE49-F238E27FC236}">
                      <a16:creationId xmlns:a16="http://schemas.microsoft.com/office/drawing/2014/main" id="{0BCB5EF4-1A30-10D5-B5BC-DB6886DFBEE7}"/>
                    </a:ext>
                  </a:extLst>
                </p:cNvPr>
                <p:cNvSpPr/>
                <p:nvPr/>
              </p:nvSpPr>
              <p:spPr>
                <a:xfrm>
                  <a:off x="1956266" y="326481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1" name="Freeform 6260">
                  <a:extLst>
                    <a:ext uri="{FF2B5EF4-FFF2-40B4-BE49-F238E27FC236}">
                      <a16:creationId xmlns:a16="http://schemas.microsoft.com/office/drawing/2014/main" id="{8FB61B3B-4807-7901-C8AD-A9A887B351F5}"/>
                    </a:ext>
                  </a:extLst>
                </p:cNvPr>
                <p:cNvSpPr/>
                <p:nvPr/>
              </p:nvSpPr>
              <p:spPr>
                <a:xfrm>
                  <a:off x="1869144" y="340223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2" name="Freeform 6261">
                  <a:extLst>
                    <a:ext uri="{FF2B5EF4-FFF2-40B4-BE49-F238E27FC236}">
                      <a16:creationId xmlns:a16="http://schemas.microsoft.com/office/drawing/2014/main" id="{C1C0EE15-A111-F2D3-7AC5-6E0F46BC9B95}"/>
                    </a:ext>
                  </a:extLst>
                </p:cNvPr>
                <p:cNvSpPr/>
                <p:nvPr/>
              </p:nvSpPr>
              <p:spPr>
                <a:xfrm>
                  <a:off x="1873335" y="338204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3" name="Freeform 6262">
                  <a:extLst>
                    <a:ext uri="{FF2B5EF4-FFF2-40B4-BE49-F238E27FC236}">
                      <a16:creationId xmlns:a16="http://schemas.microsoft.com/office/drawing/2014/main" id="{B69736B5-F750-855F-FA0C-E14D1BD7A705}"/>
                    </a:ext>
                  </a:extLst>
                </p:cNvPr>
                <p:cNvSpPr/>
                <p:nvPr/>
              </p:nvSpPr>
              <p:spPr>
                <a:xfrm>
                  <a:off x="1813645" y="344630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4" name="Freeform 6263">
                  <a:extLst>
                    <a:ext uri="{FF2B5EF4-FFF2-40B4-BE49-F238E27FC236}">
                      <a16:creationId xmlns:a16="http://schemas.microsoft.com/office/drawing/2014/main" id="{7262358B-2966-36BB-176C-01E75E1E5BA1}"/>
                    </a:ext>
                  </a:extLst>
                </p:cNvPr>
                <p:cNvSpPr/>
                <p:nvPr/>
              </p:nvSpPr>
              <p:spPr>
                <a:xfrm>
                  <a:off x="1831425" y="341912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5" name="Freeform 6264">
                  <a:extLst>
                    <a:ext uri="{FF2B5EF4-FFF2-40B4-BE49-F238E27FC236}">
                      <a16:creationId xmlns:a16="http://schemas.microsoft.com/office/drawing/2014/main" id="{A7D6520B-72B7-ED18-D3C4-09FF1599CB09}"/>
                    </a:ext>
                  </a:extLst>
                </p:cNvPr>
                <p:cNvSpPr/>
                <p:nvPr/>
              </p:nvSpPr>
              <p:spPr>
                <a:xfrm>
                  <a:off x="1828250" y="343792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6" name="Freeform 6265">
                  <a:extLst>
                    <a:ext uri="{FF2B5EF4-FFF2-40B4-BE49-F238E27FC236}">
                      <a16:creationId xmlns:a16="http://schemas.microsoft.com/office/drawing/2014/main" id="{EF7058A9-2177-110D-DDB1-8DED8272334A}"/>
                    </a:ext>
                  </a:extLst>
                </p:cNvPr>
                <p:cNvSpPr/>
                <p:nvPr/>
              </p:nvSpPr>
              <p:spPr>
                <a:xfrm>
                  <a:off x="1933152" y="343068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7" name="Freeform 6266">
                  <a:extLst>
                    <a:ext uri="{FF2B5EF4-FFF2-40B4-BE49-F238E27FC236}">
                      <a16:creationId xmlns:a16="http://schemas.microsoft.com/office/drawing/2014/main" id="{46B2EDCA-6C26-9E49-ADC3-697444448004}"/>
                    </a:ext>
                  </a:extLst>
                </p:cNvPr>
                <p:cNvSpPr/>
                <p:nvPr/>
              </p:nvSpPr>
              <p:spPr>
                <a:xfrm>
                  <a:off x="1864445" y="325592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8" name="Freeform 6267">
                  <a:extLst>
                    <a:ext uri="{FF2B5EF4-FFF2-40B4-BE49-F238E27FC236}">
                      <a16:creationId xmlns:a16="http://schemas.microsoft.com/office/drawing/2014/main" id="{68640B60-EFE1-76DF-A491-CF6B78906E20}"/>
                    </a:ext>
                  </a:extLst>
                </p:cNvPr>
                <p:cNvSpPr/>
                <p:nvPr/>
              </p:nvSpPr>
              <p:spPr>
                <a:xfrm>
                  <a:off x="1850348" y="347475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69" name="Freeform 6268">
                  <a:extLst>
                    <a:ext uri="{FF2B5EF4-FFF2-40B4-BE49-F238E27FC236}">
                      <a16:creationId xmlns:a16="http://schemas.microsoft.com/office/drawing/2014/main" id="{10FE3D12-09B8-BEEF-6070-F0DA4CEF8AB9}"/>
                    </a:ext>
                  </a:extLst>
                </p:cNvPr>
                <p:cNvSpPr/>
                <p:nvPr/>
              </p:nvSpPr>
              <p:spPr>
                <a:xfrm>
                  <a:off x="1846919" y="333200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0" name="Freeform 6269">
                  <a:extLst>
                    <a:ext uri="{FF2B5EF4-FFF2-40B4-BE49-F238E27FC236}">
                      <a16:creationId xmlns:a16="http://schemas.microsoft.com/office/drawing/2014/main" id="{E1C67DDA-AB95-102F-B595-0724A46DEA8A}"/>
                    </a:ext>
                  </a:extLst>
                </p:cNvPr>
                <p:cNvSpPr/>
                <p:nvPr/>
              </p:nvSpPr>
              <p:spPr>
                <a:xfrm>
                  <a:off x="1880447" y="337607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1" name="Freeform 6270">
                  <a:extLst>
                    <a:ext uri="{FF2B5EF4-FFF2-40B4-BE49-F238E27FC236}">
                      <a16:creationId xmlns:a16="http://schemas.microsoft.com/office/drawing/2014/main" id="{C13AE501-B87A-71C3-6A24-79CC77E165CD}"/>
                    </a:ext>
                  </a:extLst>
                </p:cNvPr>
                <p:cNvSpPr/>
                <p:nvPr/>
              </p:nvSpPr>
              <p:spPr>
                <a:xfrm>
                  <a:off x="1878288" y="330126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2" name="Freeform 6271">
                  <a:extLst>
                    <a:ext uri="{FF2B5EF4-FFF2-40B4-BE49-F238E27FC236}">
                      <a16:creationId xmlns:a16="http://schemas.microsoft.com/office/drawing/2014/main" id="{C29FAC2B-B63A-D93A-F05C-5DB3B5E17DEA}"/>
                    </a:ext>
                  </a:extLst>
                </p:cNvPr>
                <p:cNvSpPr/>
                <p:nvPr/>
              </p:nvSpPr>
              <p:spPr>
                <a:xfrm>
                  <a:off x="1873080" y="341683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3" name="Freeform 6272">
                  <a:extLst>
                    <a:ext uri="{FF2B5EF4-FFF2-40B4-BE49-F238E27FC236}">
                      <a16:creationId xmlns:a16="http://schemas.microsoft.com/office/drawing/2014/main" id="{6C5C9072-9D5B-6F13-1F4A-A8658182DC6D}"/>
                    </a:ext>
                  </a:extLst>
                </p:cNvPr>
                <p:cNvSpPr/>
                <p:nvPr/>
              </p:nvSpPr>
              <p:spPr>
                <a:xfrm>
                  <a:off x="1818217" y="336934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4" name="Freeform 6273">
                  <a:extLst>
                    <a:ext uri="{FF2B5EF4-FFF2-40B4-BE49-F238E27FC236}">
                      <a16:creationId xmlns:a16="http://schemas.microsoft.com/office/drawing/2014/main" id="{D6CE3CAF-82DE-A601-CE1F-6C28C0293D97}"/>
                    </a:ext>
                  </a:extLst>
                </p:cNvPr>
                <p:cNvSpPr/>
                <p:nvPr/>
              </p:nvSpPr>
              <p:spPr>
                <a:xfrm>
                  <a:off x="1888194" y="3369848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5" name="Freeform 6274">
                  <a:extLst>
                    <a:ext uri="{FF2B5EF4-FFF2-40B4-BE49-F238E27FC236}">
                      <a16:creationId xmlns:a16="http://schemas.microsoft.com/office/drawing/2014/main" id="{3ACA3D23-B2C3-3CFD-46E6-8936F836B739}"/>
                    </a:ext>
                  </a:extLst>
                </p:cNvPr>
                <p:cNvSpPr/>
                <p:nvPr/>
              </p:nvSpPr>
              <p:spPr>
                <a:xfrm>
                  <a:off x="1864445" y="334876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6" name="Freeform 6275">
                  <a:extLst>
                    <a:ext uri="{FF2B5EF4-FFF2-40B4-BE49-F238E27FC236}">
                      <a16:creationId xmlns:a16="http://schemas.microsoft.com/office/drawing/2014/main" id="{FAAE2657-4E07-B71F-42D5-37F382B8E872}"/>
                    </a:ext>
                  </a:extLst>
                </p:cNvPr>
                <p:cNvSpPr/>
                <p:nvPr/>
              </p:nvSpPr>
              <p:spPr>
                <a:xfrm>
                  <a:off x="1916261" y="329974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7" name="Freeform 6276">
                  <a:extLst>
                    <a:ext uri="{FF2B5EF4-FFF2-40B4-BE49-F238E27FC236}">
                      <a16:creationId xmlns:a16="http://schemas.microsoft.com/office/drawing/2014/main" id="{56960708-20A0-574E-314A-200B180AD25A}"/>
                    </a:ext>
                  </a:extLst>
                </p:cNvPr>
                <p:cNvSpPr/>
                <p:nvPr/>
              </p:nvSpPr>
              <p:spPr>
                <a:xfrm>
                  <a:off x="1864445" y="334419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8" name="Freeform 6277">
                  <a:extLst>
                    <a:ext uri="{FF2B5EF4-FFF2-40B4-BE49-F238E27FC236}">
                      <a16:creationId xmlns:a16="http://schemas.microsoft.com/office/drawing/2014/main" id="{87DF8EEB-246B-D049-A654-F5A1D31A66DA}"/>
                    </a:ext>
                  </a:extLst>
                </p:cNvPr>
                <p:cNvSpPr/>
                <p:nvPr/>
              </p:nvSpPr>
              <p:spPr>
                <a:xfrm>
                  <a:off x="2190327" y="349748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79" name="Freeform 6278">
                  <a:extLst>
                    <a:ext uri="{FF2B5EF4-FFF2-40B4-BE49-F238E27FC236}">
                      <a16:creationId xmlns:a16="http://schemas.microsoft.com/office/drawing/2014/main" id="{FF6915CD-CD09-972E-89D0-0EA2EEBEBDC4}"/>
                    </a:ext>
                  </a:extLst>
                </p:cNvPr>
                <p:cNvSpPr/>
                <p:nvPr/>
              </p:nvSpPr>
              <p:spPr>
                <a:xfrm>
                  <a:off x="2163657" y="3241324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0" name="Freeform 6279">
                  <a:extLst>
                    <a:ext uri="{FF2B5EF4-FFF2-40B4-BE49-F238E27FC236}">
                      <a16:creationId xmlns:a16="http://schemas.microsoft.com/office/drawing/2014/main" id="{75B8EAEE-D2F8-1DA7-11B3-C0E15F596522}"/>
                    </a:ext>
                  </a:extLst>
                </p:cNvPr>
                <p:cNvSpPr/>
                <p:nvPr/>
              </p:nvSpPr>
              <p:spPr>
                <a:xfrm>
                  <a:off x="2184739" y="334140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1" name="Freeform 6280">
                  <a:extLst>
                    <a:ext uri="{FF2B5EF4-FFF2-40B4-BE49-F238E27FC236}">
                      <a16:creationId xmlns:a16="http://schemas.microsoft.com/office/drawing/2014/main" id="{BC55532F-0FE9-9F8B-1879-B20E6407FB42}"/>
                    </a:ext>
                  </a:extLst>
                </p:cNvPr>
                <p:cNvSpPr/>
                <p:nvPr/>
              </p:nvSpPr>
              <p:spPr>
                <a:xfrm>
                  <a:off x="2152735" y="3352322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2" name="Freeform 6281">
                  <a:extLst>
                    <a:ext uri="{FF2B5EF4-FFF2-40B4-BE49-F238E27FC236}">
                      <a16:creationId xmlns:a16="http://schemas.microsoft.com/office/drawing/2014/main" id="{12C9E819-A8D0-4DA3-F186-04AB877FE48B}"/>
                    </a:ext>
                  </a:extLst>
                </p:cNvPr>
                <p:cNvSpPr/>
                <p:nvPr/>
              </p:nvSpPr>
              <p:spPr>
                <a:xfrm>
                  <a:off x="2180548" y="3348639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3" name="Freeform 6282">
                  <a:extLst>
                    <a:ext uri="{FF2B5EF4-FFF2-40B4-BE49-F238E27FC236}">
                      <a16:creationId xmlns:a16="http://schemas.microsoft.com/office/drawing/2014/main" id="{725A0DCB-4B77-72CE-45C0-C85A88C9CD19}"/>
                    </a:ext>
                  </a:extLst>
                </p:cNvPr>
                <p:cNvSpPr/>
                <p:nvPr/>
              </p:nvSpPr>
              <p:spPr>
                <a:xfrm>
                  <a:off x="2147655" y="344935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4" name="Freeform 6283">
                  <a:extLst>
                    <a:ext uri="{FF2B5EF4-FFF2-40B4-BE49-F238E27FC236}">
                      <a16:creationId xmlns:a16="http://schemas.microsoft.com/office/drawing/2014/main" id="{EFB22292-5D39-C53D-3A81-12CAB9894087}"/>
                    </a:ext>
                  </a:extLst>
                </p:cNvPr>
                <p:cNvSpPr/>
                <p:nvPr/>
              </p:nvSpPr>
              <p:spPr>
                <a:xfrm>
                  <a:off x="2150322" y="3441984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5" name="Freeform 6284">
                  <a:extLst>
                    <a:ext uri="{FF2B5EF4-FFF2-40B4-BE49-F238E27FC236}">
                      <a16:creationId xmlns:a16="http://schemas.microsoft.com/office/drawing/2014/main" id="{DE2B32A2-4CF7-03AD-F825-BD22665E55DA}"/>
                    </a:ext>
                  </a:extLst>
                </p:cNvPr>
                <p:cNvSpPr/>
                <p:nvPr/>
              </p:nvSpPr>
              <p:spPr>
                <a:xfrm>
                  <a:off x="2203154" y="3723543"/>
                  <a:ext cx="49529" cy="49530"/>
                </a:xfrm>
                <a:custGeom>
                  <a:avLst/>
                  <a:gdLst>
                    <a:gd name="csX0" fmla="*/ 49530 w 49529"/>
                    <a:gd name="csY0" fmla="*/ 24765 h 49530"/>
                    <a:gd name="csX1" fmla="*/ 24765 w 49529"/>
                    <a:gd name="csY1" fmla="*/ 49530 h 49530"/>
                    <a:gd name="csX2" fmla="*/ 0 w 49529"/>
                    <a:gd name="csY2" fmla="*/ 24765 h 49530"/>
                    <a:gd name="csX3" fmla="*/ 24765 w 49529"/>
                    <a:gd name="csY3" fmla="*/ 0 h 49530"/>
                    <a:gd name="csX4" fmla="*/ 49530 w 49529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29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6" name="Freeform 6285">
                  <a:extLst>
                    <a:ext uri="{FF2B5EF4-FFF2-40B4-BE49-F238E27FC236}">
                      <a16:creationId xmlns:a16="http://schemas.microsoft.com/office/drawing/2014/main" id="{F5E71836-0963-F16A-7A8B-380A685E462D}"/>
                    </a:ext>
                  </a:extLst>
                </p:cNvPr>
                <p:cNvSpPr/>
                <p:nvPr/>
              </p:nvSpPr>
              <p:spPr>
                <a:xfrm>
                  <a:off x="2178897" y="337416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7" name="Freeform 6286">
                  <a:extLst>
                    <a:ext uri="{FF2B5EF4-FFF2-40B4-BE49-F238E27FC236}">
                      <a16:creationId xmlns:a16="http://schemas.microsoft.com/office/drawing/2014/main" id="{5C21855D-58D4-F376-EB6B-8D51563370B1}"/>
                    </a:ext>
                  </a:extLst>
                </p:cNvPr>
                <p:cNvSpPr/>
                <p:nvPr/>
              </p:nvSpPr>
              <p:spPr>
                <a:xfrm>
                  <a:off x="2132415" y="3342543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8" name="Freeform 6287">
                  <a:extLst>
                    <a:ext uri="{FF2B5EF4-FFF2-40B4-BE49-F238E27FC236}">
                      <a16:creationId xmlns:a16="http://schemas.microsoft.com/office/drawing/2014/main" id="{93CDEFFB-EF7C-4DD4-0BD8-7FEC1C587463}"/>
                    </a:ext>
                  </a:extLst>
                </p:cNvPr>
                <p:cNvSpPr/>
                <p:nvPr/>
              </p:nvSpPr>
              <p:spPr>
                <a:xfrm>
                  <a:off x="2237190" y="3020852"/>
                  <a:ext cx="49529" cy="49530"/>
                </a:xfrm>
                <a:custGeom>
                  <a:avLst/>
                  <a:gdLst>
                    <a:gd name="csX0" fmla="*/ 49530 w 49529"/>
                    <a:gd name="csY0" fmla="*/ 24765 h 49530"/>
                    <a:gd name="csX1" fmla="*/ 24765 w 49529"/>
                    <a:gd name="csY1" fmla="*/ 49530 h 49530"/>
                    <a:gd name="csX2" fmla="*/ 0 w 49529"/>
                    <a:gd name="csY2" fmla="*/ 24765 h 49530"/>
                    <a:gd name="csX3" fmla="*/ 24765 w 49529"/>
                    <a:gd name="csY3" fmla="*/ 0 h 49530"/>
                    <a:gd name="csX4" fmla="*/ 49530 w 49529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29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89" name="Freeform 6288">
                  <a:extLst>
                    <a:ext uri="{FF2B5EF4-FFF2-40B4-BE49-F238E27FC236}">
                      <a16:creationId xmlns:a16="http://schemas.microsoft.com/office/drawing/2014/main" id="{84A451AB-2171-E4A6-D6D9-4D31864EDB69}"/>
                    </a:ext>
                  </a:extLst>
                </p:cNvPr>
                <p:cNvSpPr/>
                <p:nvPr/>
              </p:nvSpPr>
              <p:spPr>
                <a:xfrm>
                  <a:off x="2118318" y="3237514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0" name="Freeform 6289">
                  <a:extLst>
                    <a:ext uri="{FF2B5EF4-FFF2-40B4-BE49-F238E27FC236}">
                      <a16:creationId xmlns:a16="http://schemas.microsoft.com/office/drawing/2014/main" id="{0F969D5B-10C3-2A1B-AF80-97D6403297DA}"/>
                    </a:ext>
                  </a:extLst>
                </p:cNvPr>
                <p:cNvSpPr/>
                <p:nvPr/>
              </p:nvSpPr>
              <p:spPr>
                <a:xfrm>
                  <a:off x="2247731" y="3368705"/>
                  <a:ext cx="49529" cy="49530"/>
                </a:xfrm>
                <a:custGeom>
                  <a:avLst/>
                  <a:gdLst>
                    <a:gd name="csX0" fmla="*/ 49530 w 49529"/>
                    <a:gd name="csY0" fmla="*/ 24765 h 49530"/>
                    <a:gd name="csX1" fmla="*/ 24765 w 49529"/>
                    <a:gd name="csY1" fmla="*/ 49530 h 49530"/>
                    <a:gd name="csX2" fmla="*/ 0 w 49529"/>
                    <a:gd name="csY2" fmla="*/ 24765 h 49530"/>
                    <a:gd name="csX3" fmla="*/ 24765 w 49529"/>
                    <a:gd name="csY3" fmla="*/ 0 h 49530"/>
                    <a:gd name="csX4" fmla="*/ 49530 w 49529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29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1" name="Freeform 6290">
                  <a:extLst>
                    <a:ext uri="{FF2B5EF4-FFF2-40B4-BE49-F238E27FC236}">
                      <a16:creationId xmlns:a16="http://schemas.microsoft.com/office/drawing/2014/main" id="{EE90B67F-115F-3D21-E932-B93A4A726050}"/>
                    </a:ext>
                  </a:extLst>
                </p:cNvPr>
                <p:cNvSpPr/>
                <p:nvPr/>
              </p:nvSpPr>
              <p:spPr>
                <a:xfrm>
                  <a:off x="2152608" y="3230783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2" name="Freeform 6291">
                  <a:extLst>
                    <a:ext uri="{FF2B5EF4-FFF2-40B4-BE49-F238E27FC236}">
                      <a16:creationId xmlns:a16="http://schemas.microsoft.com/office/drawing/2014/main" id="{5A77FD44-697C-335B-73DC-2531E5ECD7F9}"/>
                    </a:ext>
                  </a:extLst>
                </p:cNvPr>
                <p:cNvSpPr/>
                <p:nvPr/>
              </p:nvSpPr>
              <p:spPr>
                <a:xfrm>
                  <a:off x="2197820" y="3192556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3" name="Freeform 6292">
                  <a:extLst>
                    <a:ext uri="{FF2B5EF4-FFF2-40B4-BE49-F238E27FC236}">
                      <a16:creationId xmlns:a16="http://schemas.microsoft.com/office/drawing/2014/main" id="{838AF18A-2A39-07F9-73E6-FF910CB457CD}"/>
                    </a:ext>
                  </a:extLst>
                </p:cNvPr>
                <p:cNvSpPr/>
                <p:nvPr/>
              </p:nvSpPr>
              <p:spPr>
                <a:xfrm>
                  <a:off x="2196550" y="3435380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4" name="Freeform 6293">
                  <a:extLst>
                    <a:ext uri="{FF2B5EF4-FFF2-40B4-BE49-F238E27FC236}">
                      <a16:creationId xmlns:a16="http://schemas.microsoft.com/office/drawing/2014/main" id="{11753D27-1ADE-8FA6-A6B0-5200FC0F7411}"/>
                    </a:ext>
                  </a:extLst>
                </p:cNvPr>
                <p:cNvSpPr/>
                <p:nvPr/>
              </p:nvSpPr>
              <p:spPr>
                <a:xfrm>
                  <a:off x="2139273" y="3361847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5" name="Freeform 6294">
                  <a:extLst>
                    <a:ext uri="{FF2B5EF4-FFF2-40B4-BE49-F238E27FC236}">
                      <a16:creationId xmlns:a16="http://schemas.microsoft.com/office/drawing/2014/main" id="{4B9857B7-1BD0-CF31-3658-449A5BDC6ECB}"/>
                    </a:ext>
                  </a:extLst>
                </p:cNvPr>
                <p:cNvSpPr/>
                <p:nvPr/>
              </p:nvSpPr>
              <p:spPr>
                <a:xfrm>
                  <a:off x="2214457" y="380533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6" name="Freeform 6295">
                  <a:extLst>
                    <a:ext uri="{FF2B5EF4-FFF2-40B4-BE49-F238E27FC236}">
                      <a16:creationId xmlns:a16="http://schemas.microsoft.com/office/drawing/2014/main" id="{ABB34FB8-B56A-97DB-3EE5-1FBD5BC9F27C}"/>
                    </a:ext>
                  </a:extLst>
                </p:cNvPr>
                <p:cNvSpPr/>
                <p:nvPr/>
              </p:nvSpPr>
              <p:spPr>
                <a:xfrm>
                  <a:off x="2120350" y="3307491"/>
                  <a:ext cx="49530" cy="49530"/>
                </a:xfrm>
                <a:custGeom>
                  <a:avLst/>
                  <a:gdLst>
                    <a:gd name="csX0" fmla="*/ 49530 w 49530"/>
                    <a:gd name="csY0" fmla="*/ 24765 h 49530"/>
                    <a:gd name="csX1" fmla="*/ 24765 w 49530"/>
                    <a:gd name="csY1" fmla="*/ 49530 h 49530"/>
                    <a:gd name="csX2" fmla="*/ 0 w 49530"/>
                    <a:gd name="csY2" fmla="*/ 24765 h 49530"/>
                    <a:gd name="csX3" fmla="*/ 24765 w 49530"/>
                    <a:gd name="csY3" fmla="*/ 0 h 49530"/>
                    <a:gd name="csX4" fmla="*/ 49530 w 49530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7" name="Freeform 6296">
                  <a:extLst>
                    <a:ext uri="{FF2B5EF4-FFF2-40B4-BE49-F238E27FC236}">
                      <a16:creationId xmlns:a16="http://schemas.microsoft.com/office/drawing/2014/main" id="{D7410E79-AA95-808E-0079-E17E8378BE00}"/>
                    </a:ext>
                  </a:extLst>
                </p:cNvPr>
                <p:cNvSpPr/>
                <p:nvPr/>
              </p:nvSpPr>
              <p:spPr>
                <a:xfrm>
                  <a:off x="2237698" y="3412647"/>
                  <a:ext cx="49529" cy="49530"/>
                </a:xfrm>
                <a:custGeom>
                  <a:avLst/>
                  <a:gdLst>
                    <a:gd name="csX0" fmla="*/ 49530 w 49529"/>
                    <a:gd name="csY0" fmla="*/ 24765 h 49530"/>
                    <a:gd name="csX1" fmla="*/ 24765 w 49529"/>
                    <a:gd name="csY1" fmla="*/ 49530 h 49530"/>
                    <a:gd name="csX2" fmla="*/ 0 w 49529"/>
                    <a:gd name="csY2" fmla="*/ 24765 h 49530"/>
                    <a:gd name="csX3" fmla="*/ 24765 w 49529"/>
                    <a:gd name="csY3" fmla="*/ 0 h 49530"/>
                    <a:gd name="csX4" fmla="*/ 49530 w 49529"/>
                    <a:gd name="csY4" fmla="*/ 24765 h 495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29" h="49530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8" name="Freeform 6297">
                  <a:extLst>
                    <a:ext uri="{FF2B5EF4-FFF2-40B4-BE49-F238E27FC236}">
                      <a16:creationId xmlns:a16="http://schemas.microsoft.com/office/drawing/2014/main" id="{40A25613-B814-3371-98DB-50C48E608FE8}"/>
                    </a:ext>
                  </a:extLst>
                </p:cNvPr>
                <p:cNvSpPr/>
                <p:nvPr/>
              </p:nvSpPr>
              <p:spPr>
                <a:xfrm>
                  <a:off x="2193756" y="3228751"/>
                  <a:ext cx="49530" cy="49529"/>
                </a:xfrm>
                <a:custGeom>
                  <a:avLst/>
                  <a:gdLst>
                    <a:gd name="csX0" fmla="*/ 49530 w 49530"/>
                    <a:gd name="csY0" fmla="*/ 24765 h 49529"/>
                    <a:gd name="csX1" fmla="*/ 24765 w 49530"/>
                    <a:gd name="csY1" fmla="*/ 49530 h 49529"/>
                    <a:gd name="csX2" fmla="*/ 0 w 49530"/>
                    <a:gd name="csY2" fmla="*/ 24765 h 49529"/>
                    <a:gd name="csX3" fmla="*/ 24765 w 49530"/>
                    <a:gd name="csY3" fmla="*/ 0 h 49529"/>
                    <a:gd name="csX4" fmla="*/ 49530 w 49530"/>
                    <a:gd name="csY4" fmla="*/ 24765 h 495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9530" h="49529">
                      <a:moveTo>
                        <a:pt x="49530" y="24765"/>
                      </a:moveTo>
                      <a:cubicBezTo>
                        <a:pt x="49530" y="38442"/>
                        <a:pt x="38442" y="49530"/>
                        <a:pt x="24765" y="49530"/>
                      </a:cubicBezTo>
                      <a:cubicBezTo>
                        <a:pt x="11088" y="49530"/>
                        <a:pt x="0" y="38442"/>
                        <a:pt x="0" y="24765"/>
                      </a:cubicBezTo>
                      <a:cubicBezTo>
                        <a:pt x="0" y="11088"/>
                        <a:pt x="11088" y="0"/>
                        <a:pt x="24765" y="0"/>
                      </a:cubicBezTo>
                      <a:cubicBezTo>
                        <a:pt x="38442" y="0"/>
                        <a:pt x="49530" y="11088"/>
                        <a:pt x="49530" y="24765"/>
                      </a:cubicBezTo>
                      <a:close/>
                    </a:path>
                  </a:pathLst>
                </a:custGeom>
                <a:noFill/>
                <a:ln w="9017" cap="rnd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 sz="2646"/>
                </a:p>
              </p:txBody>
            </p:sp>
            <p:sp>
              <p:nvSpPr>
                <p:cNvPr id="6299" name="TextBox 6298">
                  <a:extLst>
                    <a:ext uri="{FF2B5EF4-FFF2-40B4-BE49-F238E27FC236}">
                      <a16:creationId xmlns:a16="http://schemas.microsoft.com/office/drawing/2014/main" id="{E9807F63-7804-FE02-289B-2CE098933D6B}"/>
                    </a:ext>
                  </a:extLst>
                </p:cNvPr>
                <p:cNvSpPr txBox="1"/>
                <p:nvPr/>
              </p:nvSpPr>
              <p:spPr>
                <a:xfrm>
                  <a:off x="1420603" y="2489343"/>
                  <a:ext cx="388830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b="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 a  </a:t>
                  </a:r>
                </a:p>
              </p:txBody>
            </p:sp>
            <p:sp>
              <p:nvSpPr>
                <p:cNvPr id="6300" name="TextBox 6299">
                  <a:extLst>
                    <a:ext uri="{FF2B5EF4-FFF2-40B4-BE49-F238E27FC236}">
                      <a16:creationId xmlns:a16="http://schemas.microsoft.com/office/drawing/2014/main" id="{BB9CB365-58EC-3A54-4350-6C7F89E6B305}"/>
                    </a:ext>
                  </a:extLst>
                </p:cNvPr>
                <p:cNvSpPr txBox="1"/>
                <p:nvPr/>
              </p:nvSpPr>
              <p:spPr>
                <a:xfrm>
                  <a:off x="1744082" y="2489343"/>
                  <a:ext cx="331151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b="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b </a:t>
                  </a:r>
                </a:p>
              </p:txBody>
            </p:sp>
            <p:sp>
              <p:nvSpPr>
                <p:cNvPr id="6301" name="TextBox 6300">
                  <a:extLst>
                    <a:ext uri="{FF2B5EF4-FFF2-40B4-BE49-F238E27FC236}">
                      <a16:creationId xmlns:a16="http://schemas.microsoft.com/office/drawing/2014/main" id="{546EEC89-13C4-7539-C207-F774BB45B087}"/>
                    </a:ext>
                  </a:extLst>
                </p:cNvPr>
                <p:cNvSpPr txBox="1"/>
                <p:nvPr/>
              </p:nvSpPr>
              <p:spPr>
                <a:xfrm>
                  <a:off x="2038595" y="2489343"/>
                  <a:ext cx="331151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b="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 b </a:t>
                  </a:r>
                </a:p>
              </p:txBody>
            </p:sp>
            <p:sp>
              <p:nvSpPr>
                <p:cNvPr id="6302" name="TextBox 6301">
                  <a:extLst>
                    <a:ext uri="{FF2B5EF4-FFF2-40B4-BE49-F238E27FC236}">
                      <a16:creationId xmlns:a16="http://schemas.microsoft.com/office/drawing/2014/main" id="{46414110-4D0F-2D79-309F-CA7D4D5FDA74}"/>
                    </a:ext>
                  </a:extLst>
                </p:cNvPr>
                <p:cNvSpPr txBox="1"/>
                <p:nvPr/>
              </p:nvSpPr>
              <p:spPr>
                <a:xfrm>
                  <a:off x="1190555" y="2489343"/>
                  <a:ext cx="259899" cy="2361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50" b="1" dirty="0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c</a:t>
                  </a:r>
                </a:p>
              </p:txBody>
            </p:sp>
          </p:grpSp>
          <p:grpSp>
            <p:nvGrpSpPr>
              <p:cNvPr id="6004" name="Graphic 878">
                <a:extLst>
                  <a:ext uri="{FF2B5EF4-FFF2-40B4-BE49-F238E27FC236}">
                    <a16:creationId xmlns:a16="http://schemas.microsoft.com/office/drawing/2014/main" id="{1CB42556-D1F4-4CBB-735B-4548EC809B33}"/>
                  </a:ext>
                </a:extLst>
              </p:cNvPr>
              <p:cNvGrpSpPr/>
              <p:nvPr/>
            </p:nvGrpSpPr>
            <p:grpSpPr>
              <a:xfrm>
                <a:off x="615378" y="2487497"/>
                <a:ext cx="1747993" cy="1984712"/>
                <a:chOff x="615378" y="2487497"/>
                <a:chExt cx="1747993" cy="1984712"/>
              </a:xfrm>
            </p:grpSpPr>
            <p:sp>
              <p:nvSpPr>
                <p:cNvPr id="6005" name="TextBox 6004">
                  <a:extLst>
                    <a:ext uri="{FF2B5EF4-FFF2-40B4-BE49-F238E27FC236}">
                      <a16:creationId xmlns:a16="http://schemas.microsoft.com/office/drawing/2014/main" id="{1C195807-6864-C32D-4467-B30C99362CE4}"/>
                    </a:ext>
                  </a:extLst>
                </p:cNvPr>
                <p:cNvSpPr txBox="1"/>
                <p:nvPr/>
              </p:nvSpPr>
              <p:spPr>
                <a:xfrm>
                  <a:off x="743720" y="3485336"/>
                  <a:ext cx="444814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45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0.25</a:t>
                  </a:r>
                </a:p>
              </p:txBody>
            </p:sp>
            <p:sp>
              <p:nvSpPr>
                <p:cNvPr id="6006" name="TextBox 6005">
                  <a:extLst>
                    <a:ext uri="{FF2B5EF4-FFF2-40B4-BE49-F238E27FC236}">
                      <a16:creationId xmlns:a16="http://schemas.microsoft.com/office/drawing/2014/main" id="{69D71582-5C0A-AB25-142A-E40009FFAFE6}"/>
                    </a:ext>
                  </a:extLst>
                </p:cNvPr>
                <p:cNvSpPr txBox="1"/>
                <p:nvPr/>
              </p:nvSpPr>
              <p:spPr>
                <a:xfrm>
                  <a:off x="743720" y="3152723"/>
                  <a:ext cx="444814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45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0.50</a:t>
                  </a:r>
                </a:p>
              </p:txBody>
            </p:sp>
            <p:sp>
              <p:nvSpPr>
                <p:cNvPr id="6007" name="TextBox 6006">
                  <a:extLst>
                    <a:ext uri="{FF2B5EF4-FFF2-40B4-BE49-F238E27FC236}">
                      <a16:creationId xmlns:a16="http://schemas.microsoft.com/office/drawing/2014/main" id="{4B714251-7967-FA27-6A8E-84374EC227DB}"/>
                    </a:ext>
                  </a:extLst>
                </p:cNvPr>
                <p:cNvSpPr txBox="1"/>
                <p:nvPr/>
              </p:nvSpPr>
              <p:spPr>
                <a:xfrm>
                  <a:off x="743720" y="2820109"/>
                  <a:ext cx="444814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45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0.75</a:t>
                  </a:r>
                </a:p>
              </p:txBody>
            </p:sp>
            <p:sp>
              <p:nvSpPr>
                <p:cNvPr id="6008" name="TextBox 6007">
                  <a:extLst>
                    <a:ext uri="{FF2B5EF4-FFF2-40B4-BE49-F238E27FC236}">
                      <a16:creationId xmlns:a16="http://schemas.microsoft.com/office/drawing/2014/main" id="{E1E4C66D-9D2E-C5BF-3948-4458634A374C}"/>
                    </a:ext>
                  </a:extLst>
                </p:cNvPr>
                <p:cNvSpPr txBox="1"/>
                <p:nvPr/>
              </p:nvSpPr>
              <p:spPr>
                <a:xfrm>
                  <a:off x="743720" y="2487497"/>
                  <a:ext cx="444814" cy="25161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45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1.00</a:t>
                  </a:r>
                </a:p>
              </p:txBody>
            </p:sp>
            <p:sp>
              <p:nvSpPr>
                <p:cNvPr id="6009" name="TextBox 6008">
                  <a:extLst>
                    <a:ext uri="{FF2B5EF4-FFF2-40B4-BE49-F238E27FC236}">
                      <a16:creationId xmlns:a16="http://schemas.microsoft.com/office/drawing/2014/main" id="{C61500E6-7806-0C8E-BD4D-51245BF4B713}"/>
                    </a:ext>
                  </a:extLst>
                </p:cNvPr>
                <p:cNvSpPr txBox="1"/>
                <p:nvPr/>
              </p:nvSpPr>
              <p:spPr>
                <a:xfrm>
                  <a:off x="953297" y="4212921"/>
                  <a:ext cx="1410074" cy="2592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992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Subcluster</a:t>
                  </a:r>
                </a:p>
              </p:txBody>
            </p:sp>
            <p:sp>
              <p:nvSpPr>
                <p:cNvPr id="6010" name="TextBox 6009">
                  <a:extLst>
                    <a:ext uri="{FF2B5EF4-FFF2-40B4-BE49-F238E27FC236}">
                      <a16:creationId xmlns:a16="http://schemas.microsoft.com/office/drawing/2014/main" id="{F78CFD07-6313-EF21-D77A-85067C8D4808}"/>
                    </a:ext>
                  </a:extLst>
                </p:cNvPr>
                <p:cNvSpPr txBox="1"/>
                <p:nvPr/>
              </p:nvSpPr>
              <p:spPr>
                <a:xfrm rot="16200000">
                  <a:off x="281717" y="3082598"/>
                  <a:ext cx="926610" cy="2592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992" err="1">
                      <a:ln/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  <a:rtl val="0"/>
                    </a:rPr>
                    <a:t>CytoTRACE</a:t>
                  </a:r>
                  <a:endParaRPr lang="en-US" sz="992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</p:grpSp>
        </p:grpSp>
        <p:grpSp>
          <p:nvGrpSpPr>
            <p:cNvPr id="5996" name="Group 5995">
              <a:extLst>
                <a:ext uri="{FF2B5EF4-FFF2-40B4-BE49-F238E27FC236}">
                  <a16:creationId xmlns:a16="http://schemas.microsoft.com/office/drawing/2014/main" id="{184578DC-4BF4-8E02-62CA-7ACB2B5D62CB}"/>
                </a:ext>
              </a:extLst>
            </p:cNvPr>
            <p:cNvGrpSpPr/>
            <p:nvPr/>
          </p:nvGrpSpPr>
          <p:grpSpPr>
            <a:xfrm>
              <a:off x="496532" y="3813300"/>
              <a:ext cx="1487982" cy="262313"/>
              <a:chOff x="496532" y="3813300"/>
              <a:chExt cx="1487982" cy="262313"/>
            </a:xfrm>
          </p:grpSpPr>
          <p:sp>
            <p:nvSpPr>
              <p:cNvPr id="5997" name="TextBox 5996">
                <a:extLst>
                  <a:ext uri="{FF2B5EF4-FFF2-40B4-BE49-F238E27FC236}">
                    <a16:creationId xmlns:a16="http://schemas.microsoft.com/office/drawing/2014/main" id="{EE79580E-3425-55D7-EB7F-26973BD6F512}"/>
                  </a:ext>
                </a:extLst>
              </p:cNvPr>
              <p:cNvSpPr txBox="1"/>
              <p:nvPr/>
            </p:nvSpPr>
            <p:spPr>
              <a:xfrm rot="18900000">
                <a:off x="496532" y="3823994"/>
                <a:ext cx="609372" cy="25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945">
                    <a:ln/>
                    <a:latin typeface="Arial"/>
                    <a:cs typeface="Arial"/>
                    <a:sym typeface="Arial"/>
                    <a:rtl val="0"/>
                  </a:rPr>
                  <a:t>1_NSC</a:t>
                </a:r>
              </a:p>
            </p:txBody>
          </p:sp>
          <p:sp>
            <p:nvSpPr>
              <p:cNvPr id="5998" name="TextBox 5997">
                <a:extLst>
                  <a:ext uri="{FF2B5EF4-FFF2-40B4-BE49-F238E27FC236}">
                    <a16:creationId xmlns:a16="http://schemas.microsoft.com/office/drawing/2014/main" id="{1F74F197-C6B2-E5F4-E55F-95CD3914208B}"/>
                  </a:ext>
                </a:extLst>
              </p:cNvPr>
              <p:cNvSpPr txBox="1"/>
              <p:nvPr/>
            </p:nvSpPr>
            <p:spPr>
              <a:xfrm rot="18900000">
                <a:off x="866466" y="3813300"/>
                <a:ext cx="516065" cy="2516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945">
                    <a:ln/>
                    <a:latin typeface="Arial"/>
                    <a:cs typeface="Arial"/>
                    <a:sym typeface="Arial"/>
                    <a:rtl val="0"/>
                  </a:rPr>
                  <a:t>1_NP</a:t>
                </a:r>
              </a:p>
            </p:txBody>
          </p:sp>
          <p:sp>
            <p:nvSpPr>
              <p:cNvPr id="5999" name="TextBox 5998">
                <a:extLst>
                  <a:ext uri="{FF2B5EF4-FFF2-40B4-BE49-F238E27FC236}">
                    <a16:creationId xmlns:a16="http://schemas.microsoft.com/office/drawing/2014/main" id="{BFCBA7D4-6BEE-CF3B-CD6C-532BBE89BF91}"/>
                  </a:ext>
                </a:extLst>
              </p:cNvPr>
              <p:cNvSpPr txBox="1"/>
              <p:nvPr/>
            </p:nvSpPr>
            <p:spPr>
              <a:xfrm rot="18900000">
                <a:off x="1086231" y="3813300"/>
                <a:ext cx="616157" cy="2516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945">
                    <a:ln/>
                    <a:latin typeface="Arial"/>
                    <a:cs typeface="Arial"/>
                    <a:sym typeface="Arial"/>
                    <a:rtl val="0"/>
                  </a:rPr>
                  <a:t>1_shha</a:t>
                </a:r>
              </a:p>
            </p:txBody>
          </p:sp>
          <p:sp>
            <p:nvSpPr>
              <p:cNvPr id="6000" name="TextBox 5999">
                <a:extLst>
                  <a:ext uri="{FF2B5EF4-FFF2-40B4-BE49-F238E27FC236}">
                    <a16:creationId xmlns:a16="http://schemas.microsoft.com/office/drawing/2014/main" id="{92850220-0E71-0460-ED44-2982DA362ADE}"/>
                  </a:ext>
                </a:extLst>
              </p:cNvPr>
              <p:cNvSpPr txBox="1"/>
              <p:nvPr/>
            </p:nvSpPr>
            <p:spPr>
              <a:xfrm rot="18900000">
                <a:off x="1397197" y="3813300"/>
                <a:ext cx="587317" cy="2516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945">
                    <a:ln/>
                    <a:latin typeface="Arial"/>
                    <a:cs typeface="Arial"/>
                    <a:sym typeface="Arial"/>
                    <a:rtl val="0"/>
                  </a:rPr>
                  <a:t>1_gfap</a:t>
                </a:r>
              </a:p>
            </p:txBody>
          </p:sp>
        </p:grpSp>
      </p:grpSp>
      <p:sp>
        <p:nvSpPr>
          <p:cNvPr id="6524" name="TextBox 6523">
            <a:extLst>
              <a:ext uri="{FF2B5EF4-FFF2-40B4-BE49-F238E27FC236}">
                <a16:creationId xmlns:a16="http://schemas.microsoft.com/office/drawing/2014/main" id="{0F9DB710-5A87-BC07-68DA-FC40C1286F7D}"/>
              </a:ext>
            </a:extLst>
          </p:cNvPr>
          <p:cNvSpPr txBox="1"/>
          <p:nvPr/>
        </p:nvSpPr>
        <p:spPr>
          <a:xfrm>
            <a:off x="-23519" y="1523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28" name="TextBox 6527">
            <a:extLst>
              <a:ext uri="{FF2B5EF4-FFF2-40B4-BE49-F238E27FC236}">
                <a16:creationId xmlns:a16="http://schemas.microsoft.com/office/drawing/2014/main" id="{3C05447F-7A5A-F97A-F3BB-BFBD51AEE004}"/>
              </a:ext>
            </a:extLst>
          </p:cNvPr>
          <p:cNvSpPr txBox="1"/>
          <p:nvPr/>
        </p:nvSpPr>
        <p:spPr>
          <a:xfrm>
            <a:off x="-23519" y="339629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29" name="TextBox 6528">
            <a:extLst>
              <a:ext uri="{FF2B5EF4-FFF2-40B4-BE49-F238E27FC236}">
                <a16:creationId xmlns:a16="http://schemas.microsoft.com/office/drawing/2014/main" id="{0CF19C76-2AE8-1D46-877D-52845BF31C5F}"/>
              </a:ext>
            </a:extLst>
          </p:cNvPr>
          <p:cNvSpPr txBox="1"/>
          <p:nvPr/>
        </p:nvSpPr>
        <p:spPr>
          <a:xfrm>
            <a:off x="2225156" y="3358932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02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0" name="Group 649">
            <a:extLst>
              <a:ext uri="{FF2B5EF4-FFF2-40B4-BE49-F238E27FC236}">
                <a16:creationId xmlns:a16="http://schemas.microsoft.com/office/drawing/2014/main" id="{B2E090F9-C81F-287D-EAB9-24BC8C8066E0}"/>
              </a:ext>
            </a:extLst>
          </p:cNvPr>
          <p:cNvGrpSpPr/>
          <p:nvPr/>
        </p:nvGrpSpPr>
        <p:grpSpPr>
          <a:xfrm>
            <a:off x="275969" y="5619744"/>
            <a:ext cx="3978385" cy="1567769"/>
            <a:chOff x="134635" y="5682401"/>
            <a:chExt cx="4210343" cy="1659178"/>
          </a:xfrm>
        </p:grpSpPr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F08E3268-494E-B14F-5810-E93935E37105}"/>
                </a:ext>
              </a:extLst>
            </p:cNvPr>
            <p:cNvSpPr/>
            <p:nvPr/>
          </p:nvSpPr>
          <p:spPr>
            <a:xfrm>
              <a:off x="1413057" y="5870278"/>
              <a:ext cx="2125853" cy="1120456"/>
            </a:xfrm>
            <a:custGeom>
              <a:avLst/>
              <a:gdLst>
                <a:gd name="csX0" fmla="*/ 0 w 2125853"/>
                <a:gd name="csY0" fmla="*/ 0 h 1999488"/>
                <a:gd name="csX1" fmla="*/ 2125853 w 2125853"/>
                <a:gd name="csY1" fmla="*/ 0 h 1999488"/>
                <a:gd name="csX2" fmla="*/ 2125853 w 2125853"/>
                <a:gd name="csY2" fmla="*/ 1999488 h 1999488"/>
                <a:gd name="csX3" fmla="*/ 0 w 2125853"/>
                <a:gd name="csY3" fmla="*/ 1999488 h 1999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25853" h="1999488">
                  <a:moveTo>
                    <a:pt x="0" y="0"/>
                  </a:moveTo>
                  <a:lnTo>
                    <a:pt x="2125853" y="0"/>
                  </a:lnTo>
                  <a:lnTo>
                    <a:pt x="2125853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5A815B8F-414A-AD77-EC05-0DCD5FDAB652}"/>
                </a:ext>
              </a:extLst>
            </p:cNvPr>
            <p:cNvSpPr/>
            <p:nvPr/>
          </p:nvSpPr>
          <p:spPr>
            <a:xfrm>
              <a:off x="1648514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622574A2-9D0C-585A-60DD-17FAD86FF073}"/>
                </a:ext>
              </a:extLst>
            </p:cNvPr>
            <p:cNvSpPr/>
            <p:nvPr/>
          </p:nvSpPr>
          <p:spPr>
            <a:xfrm>
              <a:off x="2051485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2B9FD1BB-43E4-731C-CC50-2C378D0913ED}"/>
                </a:ext>
              </a:extLst>
            </p:cNvPr>
            <p:cNvSpPr/>
            <p:nvPr/>
          </p:nvSpPr>
          <p:spPr>
            <a:xfrm>
              <a:off x="2454583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DA078212-D2BB-6436-6908-F4DC07D7725B}"/>
                </a:ext>
              </a:extLst>
            </p:cNvPr>
            <p:cNvSpPr/>
            <p:nvPr/>
          </p:nvSpPr>
          <p:spPr>
            <a:xfrm>
              <a:off x="2857682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82AD37EE-EE51-26BE-C72F-86054E72D511}"/>
                </a:ext>
              </a:extLst>
            </p:cNvPr>
            <p:cNvSpPr/>
            <p:nvPr/>
          </p:nvSpPr>
          <p:spPr>
            <a:xfrm>
              <a:off x="3260779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5" name="Freeform 584">
              <a:extLst>
                <a:ext uri="{FF2B5EF4-FFF2-40B4-BE49-F238E27FC236}">
                  <a16:creationId xmlns:a16="http://schemas.microsoft.com/office/drawing/2014/main" id="{3EB68376-89EF-DA77-D258-DBB5D36F431C}"/>
                </a:ext>
              </a:extLst>
            </p:cNvPr>
            <p:cNvSpPr/>
            <p:nvPr/>
          </p:nvSpPr>
          <p:spPr>
            <a:xfrm>
              <a:off x="1372416" y="6803422"/>
              <a:ext cx="2125725" cy="7117"/>
            </a:xfrm>
            <a:custGeom>
              <a:avLst/>
              <a:gdLst>
                <a:gd name="csX0" fmla="*/ 0 w 2125725"/>
                <a:gd name="csY0" fmla="*/ 0 h 12700"/>
                <a:gd name="csX1" fmla="*/ 2125726 w 212572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25725" h="12700">
                  <a:moveTo>
                    <a:pt x="0" y="0"/>
                  </a:moveTo>
                  <a:lnTo>
                    <a:pt x="212572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7FEF6FDB-ACD6-E2B9-5A7C-E56163BEE2F3}"/>
                </a:ext>
              </a:extLst>
            </p:cNvPr>
            <p:cNvSpPr/>
            <p:nvPr/>
          </p:nvSpPr>
          <p:spPr>
            <a:xfrm>
              <a:off x="1372416" y="6453279"/>
              <a:ext cx="2125725" cy="7117"/>
            </a:xfrm>
            <a:custGeom>
              <a:avLst/>
              <a:gdLst>
                <a:gd name="csX0" fmla="*/ 0 w 2125725"/>
                <a:gd name="csY0" fmla="*/ 0 h 12700"/>
                <a:gd name="csX1" fmla="*/ 2125726 w 212572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25725" h="12700">
                  <a:moveTo>
                    <a:pt x="0" y="0"/>
                  </a:moveTo>
                  <a:lnTo>
                    <a:pt x="212572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7" name="Freeform 586">
              <a:extLst>
                <a:ext uri="{FF2B5EF4-FFF2-40B4-BE49-F238E27FC236}">
                  <a16:creationId xmlns:a16="http://schemas.microsoft.com/office/drawing/2014/main" id="{CB5AF914-B89A-6D47-C49A-AA21BF48F960}"/>
                </a:ext>
              </a:extLst>
            </p:cNvPr>
            <p:cNvSpPr/>
            <p:nvPr/>
          </p:nvSpPr>
          <p:spPr>
            <a:xfrm>
              <a:off x="1372416" y="6103137"/>
              <a:ext cx="2125725" cy="7117"/>
            </a:xfrm>
            <a:custGeom>
              <a:avLst/>
              <a:gdLst>
                <a:gd name="csX0" fmla="*/ 0 w 2125725"/>
                <a:gd name="csY0" fmla="*/ 0 h 12700"/>
                <a:gd name="csX1" fmla="*/ 2125726 w 212572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25725" h="12700">
                  <a:moveTo>
                    <a:pt x="0" y="0"/>
                  </a:moveTo>
                  <a:lnTo>
                    <a:pt x="212572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8" name="Freeform 587">
              <a:extLst>
                <a:ext uri="{FF2B5EF4-FFF2-40B4-BE49-F238E27FC236}">
                  <a16:creationId xmlns:a16="http://schemas.microsoft.com/office/drawing/2014/main" id="{18F2C012-6BFB-D147-D335-5C1B3A121A82}"/>
                </a:ext>
              </a:extLst>
            </p:cNvPr>
            <p:cNvSpPr/>
            <p:nvPr/>
          </p:nvSpPr>
          <p:spPr>
            <a:xfrm>
              <a:off x="1446966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89" name="Freeform 588">
              <a:extLst>
                <a:ext uri="{FF2B5EF4-FFF2-40B4-BE49-F238E27FC236}">
                  <a16:creationId xmlns:a16="http://schemas.microsoft.com/office/drawing/2014/main" id="{FF880CA9-0745-3B1E-B933-39E1AEC4C997}"/>
                </a:ext>
              </a:extLst>
            </p:cNvPr>
            <p:cNvSpPr/>
            <p:nvPr/>
          </p:nvSpPr>
          <p:spPr>
            <a:xfrm>
              <a:off x="1850064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0" name="Freeform 589">
              <a:extLst>
                <a:ext uri="{FF2B5EF4-FFF2-40B4-BE49-F238E27FC236}">
                  <a16:creationId xmlns:a16="http://schemas.microsoft.com/office/drawing/2014/main" id="{D41D1952-2DDA-B6FF-53E4-A58194E9AA9D}"/>
                </a:ext>
              </a:extLst>
            </p:cNvPr>
            <p:cNvSpPr/>
            <p:nvPr/>
          </p:nvSpPr>
          <p:spPr>
            <a:xfrm>
              <a:off x="2253035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1" name="Freeform 590">
              <a:extLst>
                <a:ext uri="{FF2B5EF4-FFF2-40B4-BE49-F238E27FC236}">
                  <a16:creationId xmlns:a16="http://schemas.microsoft.com/office/drawing/2014/main" id="{6F86E60B-8DEF-1426-B1ED-5356B379F47B}"/>
                </a:ext>
              </a:extLst>
            </p:cNvPr>
            <p:cNvSpPr/>
            <p:nvPr/>
          </p:nvSpPr>
          <p:spPr>
            <a:xfrm>
              <a:off x="2656132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2" name="Freeform 591">
              <a:extLst>
                <a:ext uri="{FF2B5EF4-FFF2-40B4-BE49-F238E27FC236}">
                  <a16:creationId xmlns:a16="http://schemas.microsoft.com/office/drawing/2014/main" id="{AE41030E-77B4-460B-D3E1-6CDB64AB8802}"/>
                </a:ext>
              </a:extLst>
            </p:cNvPr>
            <p:cNvSpPr/>
            <p:nvPr/>
          </p:nvSpPr>
          <p:spPr>
            <a:xfrm>
              <a:off x="3059230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3" name="Freeform 592">
              <a:extLst>
                <a:ext uri="{FF2B5EF4-FFF2-40B4-BE49-F238E27FC236}">
                  <a16:creationId xmlns:a16="http://schemas.microsoft.com/office/drawing/2014/main" id="{50A3A1AE-BDA7-D504-AA54-8752DE1EADF4}"/>
                </a:ext>
              </a:extLst>
            </p:cNvPr>
            <p:cNvSpPr/>
            <p:nvPr/>
          </p:nvSpPr>
          <p:spPr>
            <a:xfrm>
              <a:off x="3462328" y="5893051"/>
              <a:ext cx="12700" cy="1120455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7F68F0F-C14A-41AA-2814-072CD5C5DF57}"/>
                </a:ext>
              </a:extLst>
            </p:cNvPr>
            <p:cNvSpPr/>
            <p:nvPr/>
          </p:nvSpPr>
          <p:spPr>
            <a:xfrm>
              <a:off x="3288593" y="6039869"/>
              <a:ext cx="128016" cy="126535"/>
            </a:xfrm>
            <a:custGeom>
              <a:avLst/>
              <a:gdLst>
                <a:gd name="csX0" fmla="*/ 225806 w 225805"/>
                <a:gd name="csY0" fmla="*/ 112903 h 225806"/>
                <a:gd name="csX1" fmla="*/ 112903 w 225805"/>
                <a:gd name="csY1" fmla="*/ 225806 h 225806"/>
                <a:gd name="csX2" fmla="*/ 0 w 225805"/>
                <a:gd name="csY2" fmla="*/ 112903 h 225806"/>
                <a:gd name="csX3" fmla="*/ 112903 w 225805"/>
                <a:gd name="csY3" fmla="*/ 0 h 225806"/>
                <a:gd name="csX4" fmla="*/ 225806 w 225805"/>
                <a:gd name="csY4" fmla="*/ 112903 h 225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5805" h="225806">
                  <a:moveTo>
                    <a:pt x="225806" y="112903"/>
                  </a:moveTo>
                  <a:cubicBezTo>
                    <a:pt x="225806" y="175258"/>
                    <a:pt x="175257" y="225806"/>
                    <a:pt x="112903" y="225806"/>
                  </a:cubicBezTo>
                  <a:cubicBezTo>
                    <a:pt x="50548" y="225806"/>
                    <a:pt x="0" y="175258"/>
                    <a:pt x="0" y="112903"/>
                  </a:cubicBezTo>
                  <a:cubicBezTo>
                    <a:pt x="0" y="50548"/>
                    <a:pt x="50548" y="0"/>
                    <a:pt x="112903" y="0"/>
                  </a:cubicBezTo>
                  <a:cubicBezTo>
                    <a:pt x="175257" y="0"/>
                    <a:pt x="225806" y="50548"/>
                    <a:pt x="225806" y="112903"/>
                  </a:cubicBezTo>
                  <a:close/>
                </a:path>
              </a:pathLst>
            </a:custGeom>
            <a:solidFill>
              <a:srgbClr val="E06663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5" name="Freeform 594">
              <a:extLst>
                <a:ext uri="{FF2B5EF4-FFF2-40B4-BE49-F238E27FC236}">
                  <a16:creationId xmlns:a16="http://schemas.microsoft.com/office/drawing/2014/main" id="{C8F0E387-28F2-6B77-4747-8222CF37B29D}"/>
                </a:ext>
              </a:extLst>
            </p:cNvPr>
            <p:cNvSpPr/>
            <p:nvPr/>
          </p:nvSpPr>
          <p:spPr>
            <a:xfrm>
              <a:off x="1939726" y="6407661"/>
              <a:ext cx="91440" cy="91236"/>
            </a:xfrm>
            <a:custGeom>
              <a:avLst/>
              <a:gdLst>
                <a:gd name="csX0" fmla="*/ 162814 w 162813"/>
                <a:gd name="csY0" fmla="*/ 81407 h 162813"/>
                <a:gd name="csX1" fmla="*/ 81407 w 162813"/>
                <a:gd name="csY1" fmla="*/ 162814 h 162813"/>
                <a:gd name="csX2" fmla="*/ 0 w 162813"/>
                <a:gd name="csY2" fmla="*/ 81407 h 162813"/>
                <a:gd name="csX3" fmla="*/ 81407 w 162813"/>
                <a:gd name="csY3" fmla="*/ 0 h 162813"/>
                <a:gd name="csX4" fmla="*/ 162814 w 162813"/>
                <a:gd name="csY4" fmla="*/ 81407 h 162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2813" h="162813">
                  <a:moveTo>
                    <a:pt x="162814" y="81407"/>
                  </a:moveTo>
                  <a:cubicBezTo>
                    <a:pt x="162814" y="126367"/>
                    <a:pt x="126367" y="162814"/>
                    <a:pt x="81407" y="162814"/>
                  </a:cubicBezTo>
                  <a:cubicBezTo>
                    <a:pt x="36447" y="162814"/>
                    <a:pt x="0" y="126367"/>
                    <a:pt x="0" y="81407"/>
                  </a:cubicBezTo>
                  <a:cubicBezTo>
                    <a:pt x="0" y="36447"/>
                    <a:pt x="36447" y="0"/>
                    <a:pt x="81407" y="0"/>
                  </a:cubicBezTo>
                  <a:cubicBezTo>
                    <a:pt x="126367" y="0"/>
                    <a:pt x="162814" y="36447"/>
                    <a:pt x="162814" y="81407"/>
                  </a:cubicBezTo>
                  <a:close/>
                </a:path>
              </a:pathLst>
            </a:custGeom>
            <a:solidFill>
              <a:srgbClr val="D7696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6" name="Freeform 595">
              <a:extLst>
                <a:ext uri="{FF2B5EF4-FFF2-40B4-BE49-F238E27FC236}">
                  <a16:creationId xmlns:a16="http://schemas.microsoft.com/office/drawing/2014/main" id="{3724387A-9FB0-CBF3-A770-CA32D5E727F5}"/>
                </a:ext>
              </a:extLst>
            </p:cNvPr>
            <p:cNvSpPr/>
            <p:nvPr/>
          </p:nvSpPr>
          <p:spPr>
            <a:xfrm>
              <a:off x="1423852" y="6778086"/>
              <a:ext cx="54864" cy="50671"/>
            </a:xfrm>
            <a:custGeom>
              <a:avLst/>
              <a:gdLst>
                <a:gd name="csX0" fmla="*/ 90424 w 90424"/>
                <a:gd name="csY0" fmla="*/ 45212 h 90424"/>
                <a:gd name="csX1" fmla="*/ 45212 w 90424"/>
                <a:gd name="csY1" fmla="*/ 90424 h 90424"/>
                <a:gd name="csX2" fmla="*/ 0 w 90424"/>
                <a:gd name="csY2" fmla="*/ 45212 h 90424"/>
                <a:gd name="csX3" fmla="*/ 45212 w 90424"/>
                <a:gd name="csY3" fmla="*/ 0 h 90424"/>
                <a:gd name="csX4" fmla="*/ 90424 w 90424"/>
                <a:gd name="csY4" fmla="*/ 45212 h 904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24" h="90424">
                  <a:moveTo>
                    <a:pt x="90424" y="45212"/>
                  </a:moveTo>
                  <a:cubicBezTo>
                    <a:pt x="90424" y="70182"/>
                    <a:pt x="70182" y="90424"/>
                    <a:pt x="45212" y="90424"/>
                  </a:cubicBezTo>
                  <a:cubicBezTo>
                    <a:pt x="20242" y="90424"/>
                    <a:pt x="0" y="70182"/>
                    <a:pt x="0" y="45212"/>
                  </a:cubicBezTo>
                  <a:cubicBezTo>
                    <a:pt x="0" y="20242"/>
                    <a:pt x="20242" y="0"/>
                    <a:pt x="45212" y="0"/>
                  </a:cubicBezTo>
                  <a:cubicBezTo>
                    <a:pt x="70182" y="0"/>
                    <a:pt x="90424" y="20242"/>
                    <a:pt x="90424" y="45212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7" name="Freeform 596">
              <a:extLst>
                <a:ext uri="{FF2B5EF4-FFF2-40B4-BE49-F238E27FC236}">
                  <a16:creationId xmlns:a16="http://schemas.microsoft.com/office/drawing/2014/main" id="{117E7040-4D6C-45BF-DAA8-27786D8F5B74}"/>
                </a:ext>
              </a:extLst>
            </p:cNvPr>
            <p:cNvSpPr/>
            <p:nvPr/>
          </p:nvSpPr>
          <p:spPr>
            <a:xfrm>
              <a:off x="1372417" y="5893051"/>
              <a:ext cx="2168398" cy="1120456"/>
            </a:xfrm>
            <a:custGeom>
              <a:avLst/>
              <a:gdLst>
                <a:gd name="csX0" fmla="*/ 0 w 2125853"/>
                <a:gd name="csY0" fmla="*/ 0 h 1999488"/>
                <a:gd name="csX1" fmla="*/ 2125853 w 2125853"/>
                <a:gd name="csY1" fmla="*/ 0 h 1999488"/>
                <a:gd name="csX2" fmla="*/ 2125853 w 2125853"/>
                <a:gd name="csY2" fmla="*/ 1999488 h 1999488"/>
                <a:gd name="csX3" fmla="*/ 0 w 2125853"/>
                <a:gd name="csY3" fmla="*/ 1999488 h 1999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25853" h="1999488">
                  <a:moveTo>
                    <a:pt x="0" y="0"/>
                  </a:moveTo>
                  <a:lnTo>
                    <a:pt x="2125853" y="0"/>
                  </a:lnTo>
                  <a:lnTo>
                    <a:pt x="2125853" y="1999488"/>
                  </a:lnTo>
                  <a:lnTo>
                    <a:pt x="0" y="1999488"/>
                  </a:lnTo>
                  <a:close/>
                </a:path>
              </a:pathLst>
            </a:custGeom>
            <a:noFill/>
            <a:ln w="13589" cap="rnd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1D213F59-3994-AFD7-FD68-BB552B436595}"/>
                </a:ext>
              </a:extLst>
            </p:cNvPr>
            <p:cNvSpPr txBox="1"/>
            <p:nvPr/>
          </p:nvSpPr>
          <p:spPr>
            <a:xfrm>
              <a:off x="187207" y="6578307"/>
              <a:ext cx="123875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anatomical structure</a:t>
              </a:r>
            </a:p>
          </p:txBody>
        </p:sp>
        <p:sp>
          <p:nvSpPr>
            <p:cNvPr id="600" name="TextBox 599">
              <a:extLst>
                <a:ext uri="{FF2B5EF4-FFF2-40B4-BE49-F238E27FC236}">
                  <a16:creationId xmlns:a16="http://schemas.microsoft.com/office/drawing/2014/main" id="{3B443482-5BB9-65F6-A00E-C64DABE608E6}"/>
                </a:ext>
              </a:extLst>
            </p:cNvPr>
            <p:cNvSpPr txBox="1"/>
            <p:nvPr/>
          </p:nvSpPr>
          <p:spPr>
            <a:xfrm>
              <a:off x="134635" y="6670538"/>
              <a:ext cx="1257421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formation involved in</a:t>
              </a: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628A45D7-046B-2F06-EBAF-48F13C58B340}"/>
                </a:ext>
              </a:extLst>
            </p:cNvPr>
            <p:cNvSpPr txBox="1"/>
            <p:nvPr/>
          </p:nvSpPr>
          <p:spPr>
            <a:xfrm>
              <a:off x="396553" y="6762772"/>
              <a:ext cx="98768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morphogenesis</a:t>
              </a:r>
            </a:p>
          </p:txBody>
        </p:sp>
        <p:sp>
          <p:nvSpPr>
            <p:cNvPr id="602" name="TextBox 601">
              <a:extLst>
                <a:ext uri="{FF2B5EF4-FFF2-40B4-BE49-F238E27FC236}">
                  <a16:creationId xmlns:a16="http://schemas.microsoft.com/office/drawing/2014/main" id="{F586DF22-B5F8-8678-D77D-E6F293769DB5}"/>
                </a:ext>
              </a:extLst>
            </p:cNvPr>
            <p:cNvSpPr txBox="1"/>
            <p:nvPr/>
          </p:nvSpPr>
          <p:spPr>
            <a:xfrm>
              <a:off x="172712" y="6320397"/>
              <a:ext cx="1250636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negative chemotaxis</a:t>
              </a:r>
            </a:p>
          </p:txBody>
        </p:sp>
        <p:sp>
          <p:nvSpPr>
            <p:cNvPr id="603" name="TextBox 602">
              <a:extLst>
                <a:ext uri="{FF2B5EF4-FFF2-40B4-BE49-F238E27FC236}">
                  <a16:creationId xmlns:a16="http://schemas.microsoft.com/office/drawing/2014/main" id="{D268634B-1CC6-DB03-DDD4-EA6B09D502E9}"/>
                </a:ext>
              </a:extLst>
            </p:cNvPr>
            <p:cNvSpPr txBox="1"/>
            <p:nvPr/>
          </p:nvSpPr>
          <p:spPr>
            <a:xfrm>
              <a:off x="492163" y="5970326"/>
              <a:ext cx="94866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axon guidance</a:t>
              </a:r>
            </a:p>
          </p:txBody>
        </p:sp>
        <p:sp>
          <p:nvSpPr>
            <p:cNvPr id="604" name="Freeform 603">
              <a:extLst>
                <a:ext uri="{FF2B5EF4-FFF2-40B4-BE49-F238E27FC236}">
                  <a16:creationId xmlns:a16="http://schemas.microsoft.com/office/drawing/2014/main" id="{D44A040D-74E1-7A56-7904-1B8630814E2A}"/>
                </a:ext>
              </a:extLst>
            </p:cNvPr>
            <p:cNvSpPr/>
            <p:nvPr/>
          </p:nvSpPr>
          <p:spPr>
            <a:xfrm>
              <a:off x="1337619" y="6803422"/>
              <a:ext cx="34797" cy="7117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05" name="Freeform 604">
              <a:extLst>
                <a:ext uri="{FF2B5EF4-FFF2-40B4-BE49-F238E27FC236}">
                  <a16:creationId xmlns:a16="http://schemas.microsoft.com/office/drawing/2014/main" id="{5707B855-D792-9981-EB3C-8DE886EE5847}"/>
                </a:ext>
              </a:extLst>
            </p:cNvPr>
            <p:cNvSpPr/>
            <p:nvPr/>
          </p:nvSpPr>
          <p:spPr>
            <a:xfrm>
              <a:off x="1337619" y="6453279"/>
              <a:ext cx="34797" cy="7117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06" name="Freeform 605">
              <a:extLst>
                <a:ext uri="{FF2B5EF4-FFF2-40B4-BE49-F238E27FC236}">
                  <a16:creationId xmlns:a16="http://schemas.microsoft.com/office/drawing/2014/main" id="{B1553034-6EF8-E32C-7D53-975FFE057ABC}"/>
                </a:ext>
              </a:extLst>
            </p:cNvPr>
            <p:cNvSpPr/>
            <p:nvPr/>
          </p:nvSpPr>
          <p:spPr>
            <a:xfrm>
              <a:off x="1337619" y="6103137"/>
              <a:ext cx="34797" cy="7117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07" name="Freeform 606">
              <a:extLst>
                <a:ext uri="{FF2B5EF4-FFF2-40B4-BE49-F238E27FC236}">
                  <a16:creationId xmlns:a16="http://schemas.microsoft.com/office/drawing/2014/main" id="{7B29DD24-7D13-3379-5F94-D12EAE6B474F}"/>
                </a:ext>
              </a:extLst>
            </p:cNvPr>
            <p:cNvSpPr/>
            <p:nvPr/>
          </p:nvSpPr>
          <p:spPr>
            <a:xfrm>
              <a:off x="1446966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08" name="Freeform 607">
              <a:extLst>
                <a:ext uri="{FF2B5EF4-FFF2-40B4-BE49-F238E27FC236}">
                  <a16:creationId xmlns:a16="http://schemas.microsoft.com/office/drawing/2014/main" id="{4D46135C-F32E-9E90-6573-B46162D756EC}"/>
                </a:ext>
              </a:extLst>
            </p:cNvPr>
            <p:cNvSpPr/>
            <p:nvPr/>
          </p:nvSpPr>
          <p:spPr>
            <a:xfrm>
              <a:off x="1850064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09" name="Freeform 608">
              <a:extLst>
                <a:ext uri="{FF2B5EF4-FFF2-40B4-BE49-F238E27FC236}">
                  <a16:creationId xmlns:a16="http://schemas.microsoft.com/office/drawing/2014/main" id="{9E87F465-5C20-CCA9-5F10-8022ABC26126}"/>
                </a:ext>
              </a:extLst>
            </p:cNvPr>
            <p:cNvSpPr/>
            <p:nvPr/>
          </p:nvSpPr>
          <p:spPr>
            <a:xfrm>
              <a:off x="2253035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10" name="Freeform 609">
              <a:extLst>
                <a:ext uri="{FF2B5EF4-FFF2-40B4-BE49-F238E27FC236}">
                  <a16:creationId xmlns:a16="http://schemas.microsoft.com/office/drawing/2014/main" id="{E9FD0B84-4ADF-E301-3973-92097D75CF20}"/>
                </a:ext>
              </a:extLst>
            </p:cNvPr>
            <p:cNvSpPr/>
            <p:nvPr/>
          </p:nvSpPr>
          <p:spPr>
            <a:xfrm>
              <a:off x="2656132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11" name="Freeform 610">
              <a:extLst>
                <a:ext uri="{FF2B5EF4-FFF2-40B4-BE49-F238E27FC236}">
                  <a16:creationId xmlns:a16="http://schemas.microsoft.com/office/drawing/2014/main" id="{B5299A6B-D70B-AF6C-864F-9B8E37670688}"/>
                </a:ext>
              </a:extLst>
            </p:cNvPr>
            <p:cNvSpPr/>
            <p:nvPr/>
          </p:nvSpPr>
          <p:spPr>
            <a:xfrm>
              <a:off x="3059230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12" name="Freeform 611">
              <a:extLst>
                <a:ext uri="{FF2B5EF4-FFF2-40B4-BE49-F238E27FC236}">
                  <a16:creationId xmlns:a16="http://schemas.microsoft.com/office/drawing/2014/main" id="{B2E5F372-3D4C-3F85-3AB1-73E726E5EE85}"/>
                </a:ext>
              </a:extLst>
            </p:cNvPr>
            <p:cNvSpPr/>
            <p:nvPr/>
          </p:nvSpPr>
          <p:spPr>
            <a:xfrm>
              <a:off x="3462328" y="7013506"/>
              <a:ext cx="12700" cy="19500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13" name="TextBox 612">
              <a:extLst>
                <a:ext uri="{FF2B5EF4-FFF2-40B4-BE49-F238E27FC236}">
                  <a16:creationId xmlns:a16="http://schemas.microsoft.com/office/drawing/2014/main" id="{F025EC24-8D00-EA12-28A8-14E88ED5F05A}"/>
                </a:ext>
              </a:extLst>
            </p:cNvPr>
            <p:cNvSpPr txBox="1"/>
            <p:nvPr/>
          </p:nvSpPr>
          <p:spPr>
            <a:xfrm>
              <a:off x="1236434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0.04</a:t>
              </a:r>
            </a:p>
          </p:txBody>
        </p:sp>
        <p:sp>
          <p:nvSpPr>
            <p:cNvPr id="614" name="TextBox 613">
              <a:extLst>
                <a:ext uri="{FF2B5EF4-FFF2-40B4-BE49-F238E27FC236}">
                  <a16:creationId xmlns:a16="http://schemas.microsoft.com/office/drawing/2014/main" id="{B23E0FB3-2645-29E3-58BF-F4BACC3F786D}"/>
                </a:ext>
              </a:extLst>
            </p:cNvPr>
            <p:cNvSpPr txBox="1"/>
            <p:nvPr/>
          </p:nvSpPr>
          <p:spPr>
            <a:xfrm>
              <a:off x="1639532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0.06</a:t>
              </a:r>
            </a:p>
          </p:txBody>
        </p:sp>
        <p:sp>
          <p:nvSpPr>
            <p:cNvPr id="615" name="TextBox 614">
              <a:extLst>
                <a:ext uri="{FF2B5EF4-FFF2-40B4-BE49-F238E27FC236}">
                  <a16:creationId xmlns:a16="http://schemas.microsoft.com/office/drawing/2014/main" id="{95669870-1B83-6B28-92A3-49566219A791}"/>
                </a:ext>
              </a:extLst>
            </p:cNvPr>
            <p:cNvSpPr txBox="1"/>
            <p:nvPr/>
          </p:nvSpPr>
          <p:spPr>
            <a:xfrm>
              <a:off x="2042503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0.08</a:t>
              </a:r>
            </a:p>
          </p:txBody>
        </p:sp>
        <p:sp>
          <p:nvSpPr>
            <p:cNvPr id="616" name="TextBox 615">
              <a:extLst>
                <a:ext uri="{FF2B5EF4-FFF2-40B4-BE49-F238E27FC236}">
                  <a16:creationId xmlns:a16="http://schemas.microsoft.com/office/drawing/2014/main" id="{5F5C9DD0-6132-8DCC-F39E-08D69C6CAF8F}"/>
                </a:ext>
              </a:extLst>
            </p:cNvPr>
            <p:cNvSpPr txBox="1"/>
            <p:nvPr/>
          </p:nvSpPr>
          <p:spPr>
            <a:xfrm>
              <a:off x="2445601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0.10</a:t>
              </a:r>
            </a:p>
          </p:txBody>
        </p:sp>
        <p:sp>
          <p:nvSpPr>
            <p:cNvPr id="617" name="TextBox 616">
              <a:extLst>
                <a:ext uri="{FF2B5EF4-FFF2-40B4-BE49-F238E27FC236}">
                  <a16:creationId xmlns:a16="http://schemas.microsoft.com/office/drawing/2014/main" id="{1663B711-1C88-F75A-4E7A-BCF806CE4F55}"/>
                </a:ext>
              </a:extLst>
            </p:cNvPr>
            <p:cNvSpPr txBox="1"/>
            <p:nvPr/>
          </p:nvSpPr>
          <p:spPr>
            <a:xfrm>
              <a:off x="2848699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0.12</a:t>
              </a:r>
            </a:p>
          </p:txBody>
        </p:sp>
        <p:sp>
          <p:nvSpPr>
            <p:cNvPr id="618" name="TextBox 617">
              <a:extLst>
                <a:ext uri="{FF2B5EF4-FFF2-40B4-BE49-F238E27FC236}">
                  <a16:creationId xmlns:a16="http://schemas.microsoft.com/office/drawing/2014/main" id="{65D19F2F-6E79-F112-D1B9-358822774064}"/>
                </a:ext>
              </a:extLst>
            </p:cNvPr>
            <p:cNvSpPr txBox="1"/>
            <p:nvPr/>
          </p:nvSpPr>
          <p:spPr>
            <a:xfrm>
              <a:off x="3251797" y="7006793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0.14</a:t>
              </a:r>
            </a:p>
          </p:txBody>
        </p:sp>
        <p:sp>
          <p:nvSpPr>
            <p:cNvPr id="619" name="TextBox 618">
              <a:extLst>
                <a:ext uri="{FF2B5EF4-FFF2-40B4-BE49-F238E27FC236}">
                  <a16:creationId xmlns:a16="http://schemas.microsoft.com/office/drawing/2014/main" id="{DA16E595-AB9D-6F13-E44C-C3AA4E5CF5CE}"/>
                </a:ext>
              </a:extLst>
            </p:cNvPr>
            <p:cNvSpPr txBox="1"/>
            <p:nvPr/>
          </p:nvSpPr>
          <p:spPr>
            <a:xfrm>
              <a:off x="2061038" y="7105431"/>
              <a:ext cx="748481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GeneRatio</a:t>
              </a:r>
              <a:endPara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620" name="Freeform 619">
              <a:extLst>
                <a:ext uri="{FF2B5EF4-FFF2-40B4-BE49-F238E27FC236}">
                  <a16:creationId xmlns:a16="http://schemas.microsoft.com/office/drawing/2014/main" id="{F6E7FB2C-A7EB-6447-EF63-C7AFD743C49D}"/>
                </a:ext>
              </a:extLst>
            </p:cNvPr>
            <p:cNvSpPr/>
            <p:nvPr/>
          </p:nvSpPr>
          <p:spPr>
            <a:xfrm>
              <a:off x="3637335" y="5785004"/>
              <a:ext cx="707643" cy="804402"/>
            </a:xfrm>
            <a:custGeom>
              <a:avLst/>
              <a:gdLst>
                <a:gd name="csX0" fmla="*/ 0 w 707643"/>
                <a:gd name="csY0" fmla="*/ 0 h 1435481"/>
                <a:gd name="csX1" fmla="*/ 707644 w 707643"/>
                <a:gd name="csY1" fmla="*/ 0 h 1435481"/>
                <a:gd name="csX2" fmla="*/ 707644 w 707643"/>
                <a:gd name="csY2" fmla="*/ 1435481 h 1435481"/>
                <a:gd name="csX3" fmla="*/ 0 w 707643"/>
                <a:gd name="csY3" fmla="*/ 1435481 h 1435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07643" h="1435481">
                  <a:moveTo>
                    <a:pt x="0" y="0"/>
                  </a:moveTo>
                  <a:lnTo>
                    <a:pt x="707644" y="0"/>
                  </a:lnTo>
                  <a:lnTo>
                    <a:pt x="707644" y="1435481"/>
                  </a:lnTo>
                  <a:lnTo>
                    <a:pt x="0" y="1435481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1" name="TextBox 620">
              <a:extLst>
                <a:ext uri="{FF2B5EF4-FFF2-40B4-BE49-F238E27FC236}">
                  <a16:creationId xmlns:a16="http://schemas.microsoft.com/office/drawing/2014/main" id="{A1B8E0EF-CFA1-7EF6-99F7-6F6D261C7359}"/>
                </a:ext>
              </a:extLst>
            </p:cNvPr>
            <p:cNvSpPr txBox="1"/>
            <p:nvPr/>
          </p:nvSpPr>
          <p:spPr>
            <a:xfrm>
              <a:off x="3668096" y="5734700"/>
              <a:ext cx="566959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p.adjust</a:t>
              </a:r>
              <a:endParaRPr lang="en-US" sz="78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pic>
          <p:nvPicPr>
            <p:cNvPr id="622" name="Picture 621">
              <a:extLst>
                <a:ext uri="{FF2B5EF4-FFF2-40B4-BE49-F238E27FC236}">
                  <a16:creationId xmlns:a16="http://schemas.microsoft.com/office/drawing/2014/main" id="{71295162-2428-451B-E92B-AD440151C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6931" y="5935594"/>
              <a:ext cx="219455" cy="614884"/>
            </a:xfrm>
            <a:custGeom>
              <a:avLst/>
              <a:gdLst>
                <a:gd name="csX0" fmla="*/ 0 w 219455"/>
                <a:gd name="csY0" fmla="*/ 0 h 1097280"/>
                <a:gd name="csX1" fmla="*/ 219456 w 219455"/>
                <a:gd name="csY1" fmla="*/ 0 h 1097280"/>
                <a:gd name="csX2" fmla="*/ 219456 w 219455"/>
                <a:gd name="csY2" fmla="*/ 1097280 h 1097280"/>
                <a:gd name="csX3" fmla="*/ 0 w 219455"/>
                <a:gd name="csY3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455" h="1097280">
                  <a:moveTo>
                    <a:pt x="0" y="0"/>
                  </a:moveTo>
                  <a:lnTo>
                    <a:pt x="219456" y="0"/>
                  </a:lnTo>
                  <a:lnTo>
                    <a:pt x="219456" y="1097280"/>
                  </a:lnTo>
                  <a:lnTo>
                    <a:pt x="0" y="1097280"/>
                  </a:lnTo>
                  <a:close/>
                </a:path>
              </a:pathLst>
            </a:custGeom>
          </p:spPr>
        </p:pic>
        <p:sp>
          <p:nvSpPr>
            <p:cNvPr id="623" name="Freeform 622">
              <a:extLst>
                <a:ext uri="{FF2B5EF4-FFF2-40B4-BE49-F238E27FC236}">
                  <a16:creationId xmlns:a16="http://schemas.microsoft.com/office/drawing/2014/main" id="{E413C801-3312-D7D1-4E33-F036608BD41E}"/>
                </a:ext>
              </a:extLst>
            </p:cNvPr>
            <p:cNvSpPr/>
            <p:nvPr/>
          </p:nvSpPr>
          <p:spPr>
            <a:xfrm>
              <a:off x="3882571" y="6072306"/>
              <a:ext cx="43815" cy="7117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68EDAC5C-490F-A3B0-86F3-7CF6084E8DFA}"/>
                </a:ext>
              </a:extLst>
            </p:cNvPr>
            <p:cNvSpPr/>
            <p:nvPr/>
          </p:nvSpPr>
          <p:spPr>
            <a:xfrm>
              <a:off x="3882571" y="6210014"/>
              <a:ext cx="43815" cy="7117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5" name="Freeform 624">
              <a:extLst>
                <a:ext uri="{FF2B5EF4-FFF2-40B4-BE49-F238E27FC236}">
                  <a16:creationId xmlns:a16="http://schemas.microsoft.com/office/drawing/2014/main" id="{589BD39F-419B-F690-2E66-F3284BB41933}"/>
                </a:ext>
              </a:extLst>
            </p:cNvPr>
            <p:cNvSpPr/>
            <p:nvPr/>
          </p:nvSpPr>
          <p:spPr>
            <a:xfrm>
              <a:off x="3882571" y="6347794"/>
              <a:ext cx="43815" cy="7117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6" name="Freeform 625">
              <a:extLst>
                <a:ext uri="{FF2B5EF4-FFF2-40B4-BE49-F238E27FC236}">
                  <a16:creationId xmlns:a16="http://schemas.microsoft.com/office/drawing/2014/main" id="{A30525DF-6C5B-C1D4-16BF-523E6A5A355B}"/>
                </a:ext>
              </a:extLst>
            </p:cNvPr>
            <p:cNvSpPr/>
            <p:nvPr/>
          </p:nvSpPr>
          <p:spPr>
            <a:xfrm>
              <a:off x="3882571" y="6485573"/>
              <a:ext cx="43815" cy="7117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7" name="Freeform 626">
              <a:extLst>
                <a:ext uri="{FF2B5EF4-FFF2-40B4-BE49-F238E27FC236}">
                  <a16:creationId xmlns:a16="http://schemas.microsoft.com/office/drawing/2014/main" id="{58544D55-011B-9523-626B-0C8631645506}"/>
                </a:ext>
              </a:extLst>
            </p:cNvPr>
            <p:cNvSpPr/>
            <p:nvPr/>
          </p:nvSpPr>
          <p:spPr>
            <a:xfrm>
              <a:off x="3706930" y="6072306"/>
              <a:ext cx="43941" cy="7117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8" name="Freeform 627">
              <a:extLst>
                <a:ext uri="{FF2B5EF4-FFF2-40B4-BE49-F238E27FC236}">
                  <a16:creationId xmlns:a16="http://schemas.microsoft.com/office/drawing/2014/main" id="{182B49AC-D89F-7F7C-D169-66B97FF5DB8E}"/>
                </a:ext>
              </a:extLst>
            </p:cNvPr>
            <p:cNvSpPr/>
            <p:nvPr/>
          </p:nvSpPr>
          <p:spPr>
            <a:xfrm>
              <a:off x="3706930" y="6210014"/>
              <a:ext cx="43941" cy="7117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29" name="Freeform 628">
              <a:extLst>
                <a:ext uri="{FF2B5EF4-FFF2-40B4-BE49-F238E27FC236}">
                  <a16:creationId xmlns:a16="http://schemas.microsoft.com/office/drawing/2014/main" id="{ED64E32F-C37F-92E2-6F4F-8C681A3F143A}"/>
                </a:ext>
              </a:extLst>
            </p:cNvPr>
            <p:cNvSpPr/>
            <p:nvPr/>
          </p:nvSpPr>
          <p:spPr>
            <a:xfrm>
              <a:off x="3706930" y="6347794"/>
              <a:ext cx="43941" cy="7117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30" name="Freeform 629">
              <a:extLst>
                <a:ext uri="{FF2B5EF4-FFF2-40B4-BE49-F238E27FC236}">
                  <a16:creationId xmlns:a16="http://schemas.microsoft.com/office/drawing/2014/main" id="{FD0FBB5B-AB02-186B-435B-2435F898E711}"/>
                </a:ext>
              </a:extLst>
            </p:cNvPr>
            <p:cNvSpPr/>
            <p:nvPr/>
          </p:nvSpPr>
          <p:spPr>
            <a:xfrm>
              <a:off x="3706930" y="6485573"/>
              <a:ext cx="43941" cy="7117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31" name="TextBox 630">
              <a:extLst>
                <a:ext uri="{FF2B5EF4-FFF2-40B4-BE49-F238E27FC236}">
                  <a16:creationId xmlns:a16="http://schemas.microsoft.com/office/drawing/2014/main" id="{5236A5B0-19AA-61A4-A36B-EB3229DEC773}"/>
                </a:ext>
              </a:extLst>
            </p:cNvPr>
            <p:cNvSpPr txBox="1"/>
            <p:nvPr/>
          </p:nvSpPr>
          <p:spPr>
            <a:xfrm>
              <a:off x="3931226" y="6012408"/>
              <a:ext cx="4091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0.005</a:t>
              </a:r>
            </a:p>
          </p:txBody>
        </p:sp>
        <p:sp>
          <p:nvSpPr>
            <p:cNvPr id="632" name="TextBox 631">
              <a:extLst>
                <a:ext uri="{FF2B5EF4-FFF2-40B4-BE49-F238E27FC236}">
                  <a16:creationId xmlns:a16="http://schemas.microsoft.com/office/drawing/2014/main" id="{CC25A6A6-D0AA-EBF8-DC61-A0261786DD92}"/>
                </a:ext>
              </a:extLst>
            </p:cNvPr>
            <p:cNvSpPr txBox="1"/>
            <p:nvPr/>
          </p:nvSpPr>
          <p:spPr>
            <a:xfrm>
              <a:off x="3931226" y="6150117"/>
              <a:ext cx="4091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0.010</a:t>
              </a:r>
            </a:p>
          </p:txBody>
        </p:sp>
        <p:sp>
          <p:nvSpPr>
            <p:cNvPr id="633" name="TextBox 632">
              <a:extLst>
                <a:ext uri="{FF2B5EF4-FFF2-40B4-BE49-F238E27FC236}">
                  <a16:creationId xmlns:a16="http://schemas.microsoft.com/office/drawing/2014/main" id="{91952AD7-8F2C-3311-73A0-C71937BFC625}"/>
                </a:ext>
              </a:extLst>
            </p:cNvPr>
            <p:cNvSpPr txBox="1"/>
            <p:nvPr/>
          </p:nvSpPr>
          <p:spPr>
            <a:xfrm>
              <a:off x="3931226" y="6287895"/>
              <a:ext cx="4091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0.015</a:t>
              </a:r>
            </a:p>
          </p:txBody>
        </p:sp>
        <p:sp>
          <p:nvSpPr>
            <p:cNvPr id="634" name="TextBox 633">
              <a:extLst>
                <a:ext uri="{FF2B5EF4-FFF2-40B4-BE49-F238E27FC236}">
                  <a16:creationId xmlns:a16="http://schemas.microsoft.com/office/drawing/2014/main" id="{E7FEE09C-016A-C7A0-D4C1-C1C7D691A5CE}"/>
                </a:ext>
              </a:extLst>
            </p:cNvPr>
            <p:cNvSpPr txBox="1"/>
            <p:nvPr/>
          </p:nvSpPr>
          <p:spPr>
            <a:xfrm>
              <a:off x="3931226" y="6425676"/>
              <a:ext cx="4091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0.020</a:t>
              </a:r>
            </a:p>
          </p:txBody>
        </p:sp>
        <p:sp>
          <p:nvSpPr>
            <p:cNvPr id="636" name="TextBox 635">
              <a:extLst>
                <a:ext uri="{FF2B5EF4-FFF2-40B4-BE49-F238E27FC236}">
                  <a16:creationId xmlns:a16="http://schemas.microsoft.com/office/drawing/2014/main" id="{83B0F7D5-9E78-C274-254F-681A7970C0B6}"/>
                </a:ext>
              </a:extLst>
            </p:cNvPr>
            <p:cNvSpPr txBox="1"/>
            <p:nvPr/>
          </p:nvSpPr>
          <p:spPr>
            <a:xfrm>
              <a:off x="3653950" y="6528161"/>
              <a:ext cx="478743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Count</a:t>
              </a:r>
            </a:p>
          </p:txBody>
        </p:sp>
        <p:sp>
          <p:nvSpPr>
            <p:cNvPr id="638" name="Freeform 637">
              <a:extLst>
                <a:ext uri="{FF2B5EF4-FFF2-40B4-BE49-F238E27FC236}">
                  <a16:creationId xmlns:a16="http://schemas.microsoft.com/office/drawing/2014/main" id="{05C8E509-0B65-57D0-1A95-0B65260CA770}"/>
                </a:ext>
              </a:extLst>
            </p:cNvPr>
            <p:cNvSpPr/>
            <p:nvPr/>
          </p:nvSpPr>
          <p:spPr>
            <a:xfrm>
              <a:off x="3750746" y="6693753"/>
              <a:ext cx="82296" cy="79280"/>
            </a:xfrm>
            <a:custGeom>
              <a:avLst/>
              <a:gdLst>
                <a:gd name="csX0" fmla="*/ 141478 w 141477"/>
                <a:gd name="csY0" fmla="*/ 70739 h 141477"/>
                <a:gd name="csX1" fmla="*/ 70739 w 141477"/>
                <a:gd name="csY1" fmla="*/ 141478 h 141477"/>
                <a:gd name="csX2" fmla="*/ 0 w 141477"/>
                <a:gd name="csY2" fmla="*/ 70739 h 141477"/>
                <a:gd name="csX3" fmla="*/ 70739 w 141477"/>
                <a:gd name="csY3" fmla="*/ 0 h 141477"/>
                <a:gd name="csX4" fmla="*/ 141478 w 141477"/>
                <a:gd name="csY4" fmla="*/ 70739 h 141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1477" h="141477">
                  <a:moveTo>
                    <a:pt x="141478" y="70739"/>
                  </a:moveTo>
                  <a:cubicBezTo>
                    <a:pt x="141478" y="109807"/>
                    <a:pt x="109807" y="141478"/>
                    <a:pt x="70739" y="141478"/>
                  </a:cubicBezTo>
                  <a:cubicBezTo>
                    <a:pt x="31671" y="141478"/>
                    <a:pt x="0" y="109807"/>
                    <a:pt x="0" y="70739"/>
                  </a:cubicBezTo>
                  <a:cubicBezTo>
                    <a:pt x="0" y="31671"/>
                    <a:pt x="31671" y="0"/>
                    <a:pt x="70739" y="0"/>
                  </a:cubicBezTo>
                  <a:cubicBezTo>
                    <a:pt x="109807" y="0"/>
                    <a:pt x="141478" y="31671"/>
                    <a:pt x="141478" y="70739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AB6328BC-59D0-0B0D-023B-1B88B26B8A4A}"/>
                </a:ext>
              </a:extLst>
            </p:cNvPr>
            <p:cNvSpPr/>
            <p:nvPr/>
          </p:nvSpPr>
          <p:spPr>
            <a:xfrm>
              <a:off x="3750746" y="6807976"/>
              <a:ext cx="100584" cy="100346"/>
            </a:xfrm>
            <a:custGeom>
              <a:avLst/>
              <a:gdLst>
                <a:gd name="csX0" fmla="*/ 179070 w 179070"/>
                <a:gd name="csY0" fmla="*/ 89535 h 179070"/>
                <a:gd name="csX1" fmla="*/ 89535 w 179070"/>
                <a:gd name="csY1" fmla="*/ 179070 h 179070"/>
                <a:gd name="csX2" fmla="*/ 0 w 179070"/>
                <a:gd name="csY2" fmla="*/ 89535 h 179070"/>
                <a:gd name="csX3" fmla="*/ 89535 w 179070"/>
                <a:gd name="csY3" fmla="*/ 0 h 179070"/>
                <a:gd name="csX4" fmla="*/ 179070 w 179070"/>
                <a:gd name="csY4" fmla="*/ 89535 h 179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9070" h="179070">
                  <a:moveTo>
                    <a:pt x="179070" y="89535"/>
                  </a:moveTo>
                  <a:cubicBezTo>
                    <a:pt x="179070" y="138984"/>
                    <a:pt x="138984" y="179070"/>
                    <a:pt x="89535" y="179070"/>
                  </a:cubicBezTo>
                  <a:cubicBezTo>
                    <a:pt x="40086" y="179070"/>
                    <a:pt x="0" y="138984"/>
                    <a:pt x="0" y="89535"/>
                  </a:cubicBezTo>
                  <a:cubicBezTo>
                    <a:pt x="0" y="40086"/>
                    <a:pt x="40087" y="0"/>
                    <a:pt x="89535" y="0"/>
                  </a:cubicBezTo>
                  <a:cubicBezTo>
                    <a:pt x="138984" y="0"/>
                    <a:pt x="179070" y="40086"/>
                    <a:pt x="179070" y="89535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25AB8337-63E0-2B66-F97B-6836DDB98B48}"/>
                </a:ext>
              </a:extLst>
            </p:cNvPr>
            <p:cNvSpPr/>
            <p:nvPr/>
          </p:nvSpPr>
          <p:spPr>
            <a:xfrm>
              <a:off x="3750746" y="6936931"/>
              <a:ext cx="118872" cy="114721"/>
            </a:xfrm>
            <a:custGeom>
              <a:avLst/>
              <a:gdLst>
                <a:gd name="csX0" fmla="*/ 204724 w 204724"/>
                <a:gd name="csY0" fmla="*/ 102362 h 204724"/>
                <a:gd name="csX1" fmla="*/ 102362 w 204724"/>
                <a:gd name="csY1" fmla="*/ 204724 h 204724"/>
                <a:gd name="csX2" fmla="*/ 0 w 204724"/>
                <a:gd name="csY2" fmla="*/ 102362 h 204724"/>
                <a:gd name="csX3" fmla="*/ 102362 w 204724"/>
                <a:gd name="csY3" fmla="*/ 0 h 204724"/>
                <a:gd name="csX4" fmla="*/ 204724 w 204724"/>
                <a:gd name="csY4" fmla="*/ 102362 h 204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4724" h="204724">
                  <a:moveTo>
                    <a:pt x="204724" y="102362"/>
                  </a:moveTo>
                  <a:cubicBezTo>
                    <a:pt x="204724" y="158895"/>
                    <a:pt x="158895" y="204724"/>
                    <a:pt x="102362" y="204724"/>
                  </a:cubicBezTo>
                  <a:cubicBezTo>
                    <a:pt x="45829" y="204724"/>
                    <a:pt x="0" y="158895"/>
                    <a:pt x="0" y="102362"/>
                  </a:cubicBezTo>
                  <a:cubicBezTo>
                    <a:pt x="0" y="45829"/>
                    <a:pt x="45829" y="0"/>
                    <a:pt x="102362" y="0"/>
                  </a:cubicBezTo>
                  <a:cubicBezTo>
                    <a:pt x="158895" y="0"/>
                    <a:pt x="204724" y="45829"/>
                    <a:pt x="204724" y="102362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6B3CA093-AD79-B4FF-7448-C678DA4E0896}"/>
                </a:ext>
              </a:extLst>
            </p:cNvPr>
            <p:cNvSpPr/>
            <p:nvPr/>
          </p:nvSpPr>
          <p:spPr>
            <a:xfrm>
              <a:off x="3750746" y="7084603"/>
              <a:ext cx="128016" cy="126535"/>
            </a:xfrm>
            <a:custGeom>
              <a:avLst/>
              <a:gdLst>
                <a:gd name="csX0" fmla="*/ 225806 w 225805"/>
                <a:gd name="csY0" fmla="*/ 112903 h 225805"/>
                <a:gd name="csX1" fmla="*/ 112903 w 225805"/>
                <a:gd name="csY1" fmla="*/ 225806 h 225805"/>
                <a:gd name="csX2" fmla="*/ 0 w 225805"/>
                <a:gd name="csY2" fmla="*/ 112903 h 225805"/>
                <a:gd name="csX3" fmla="*/ 112903 w 225805"/>
                <a:gd name="csY3" fmla="*/ 0 h 225805"/>
                <a:gd name="csX4" fmla="*/ 225806 w 225805"/>
                <a:gd name="csY4" fmla="*/ 112903 h 22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5805" h="225805">
                  <a:moveTo>
                    <a:pt x="225806" y="112903"/>
                  </a:moveTo>
                  <a:cubicBezTo>
                    <a:pt x="225806" y="175258"/>
                    <a:pt x="175258" y="225806"/>
                    <a:pt x="112903" y="225806"/>
                  </a:cubicBezTo>
                  <a:cubicBezTo>
                    <a:pt x="50548" y="225806"/>
                    <a:pt x="0" y="175258"/>
                    <a:pt x="0" y="112903"/>
                  </a:cubicBezTo>
                  <a:cubicBezTo>
                    <a:pt x="0" y="50548"/>
                    <a:pt x="50548" y="0"/>
                    <a:pt x="112903" y="0"/>
                  </a:cubicBezTo>
                  <a:cubicBezTo>
                    <a:pt x="175258" y="0"/>
                    <a:pt x="225806" y="50548"/>
                    <a:pt x="225806" y="112903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3579E7F3-7C56-ECD9-EFE3-B30B168C9CBE}"/>
                </a:ext>
              </a:extLst>
            </p:cNvPr>
            <p:cNvSpPr txBox="1"/>
            <p:nvPr/>
          </p:nvSpPr>
          <p:spPr>
            <a:xfrm>
              <a:off x="3805899" y="6673496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688DE110-0851-7FF0-3834-4225D43B22BD}"/>
                </a:ext>
              </a:extLst>
            </p:cNvPr>
            <p:cNvSpPr txBox="1"/>
            <p:nvPr/>
          </p:nvSpPr>
          <p:spPr>
            <a:xfrm>
              <a:off x="3805899" y="6798251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647" name="TextBox 646">
              <a:extLst>
                <a:ext uri="{FF2B5EF4-FFF2-40B4-BE49-F238E27FC236}">
                  <a16:creationId xmlns:a16="http://schemas.microsoft.com/office/drawing/2014/main" id="{3611C4A0-23E9-8D5D-98F5-9913BAB47D55}"/>
                </a:ext>
              </a:extLst>
            </p:cNvPr>
            <p:cNvSpPr txBox="1"/>
            <p:nvPr/>
          </p:nvSpPr>
          <p:spPr>
            <a:xfrm>
              <a:off x="3805899" y="6934394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8D5A0D16-D8C8-9DC2-CD37-B2FF17081608}"/>
                </a:ext>
              </a:extLst>
            </p:cNvPr>
            <p:cNvSpPr txBox="1"/>
            <p:nvPr/>
          </p:nvSpPr>
          <p:spPr>
            <a:xfrm>
              <a:off x="3813227" y="7087973"/>
              <a:ext cx="2904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649" name="TextBox 648">
              <a:extLst>
                <a:ext uri="{FF2B5EF4-FFF2-40B4-BE49-F238E27FC236}">
                  <a16:creationId xmlns:a16="http://schemas.microsoft.com/office/drawing/2014/main" id="{02BFFCE7-8E75-F0BD-0D20-D4BD344D72B6}"/>
                </a:ext>
              </a:extLst>
            </p:cNvPr>
            <p:cNvSpPr txBox="1"/>
            <p:nvPr/>
          </p:nvSpPr>
          <p:spPr>
            <a:xfrm>
              <a:off x="1356415" y="5682401"/>
              <a:ext cx="2123440" cy="24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35" b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1_shh</a:t>
              </a:r>
            </a:p>
          </p:txBody>
        </p:sp>
      </p:grpSp>
      <p:sp>
        <p:nvSpPr>
          <p:cNvPr id="652" name="Freeform 651">
            <a:extLst>
              <a:ext uri="{FF2B5EF4-FFF2-40B4-BE49-F238E27FC236}">
                <a16:creationId xmlns:a16="http://schemas.microsoft.com/office/drawing/2014/main" id="{F5647F71-CAA6-A5E1-418C-4A198A20DC81}"/>
              </a:ext>
            </a:extLst>
          </p:cNvPr>
          <p:cNvSpPr/>
          <p:nvPr/>
        </p:nvSpPr>
        <p:spPr>
          <a:xfrm>
            <a:off x="-1" y="2796859"/>
            <a:ext cx="4320117" cy="2592070"/>
          </a:xfrm>
          <a:custGeom>
            <a:avLst/>
            <a:gdLst>
              <a:gd name="csX0" fmla="*/ 0 w 4572000"/>
              <a:gd name="csY0" fmla="*/ 0 h 2743200"/>
              <a:gd name="csX1" fmla="*/ 4572000 w 4572000"/>
              <a:gd name="csY1" fmla="*/ 0 h 2743200"/>
              <a:gd name="csX2" fmla="*/ 4572000 w 4572000"/>
              <a:gd name="csY2" fmla="*/ 2743200 h 2743200"/>
              <a:gd name="csX3" fmla="*/ 0 w 4572000"/>
              <a:gd name="csY3" fmla="*/ 2743200 h 2743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72000" h="2743200">
                <a:moveTo>
                  <a:pt x="0" y="0"/>
                </a:moveTo>
                <a:lnTo>
                  <a:pt x="4572000" y="0"/>
                </a:lnTo>
                <a:lnTo>
                  <a:pt x="4572000" y="2743200"/>
                </a:lnTo>
                <a:lnTo>
                  <a:pt x="0" y="2743200"/>
                </a:lnTo>
                <a:close/>
              </a:path>
            </a:pathLst>
          </a:custGeom>
          <a:solidFill>
            <a:srgbClr val="FFFFFF"/>
          </a:solidFill>
          <a:ln w="12700" cap="rnd">
            <a:noFill/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sp>
        <p:nvSpPr>
          <p:cNvPr id="653" name="Freeform 652">
            <a:extLst>
              <a:ext uri="{FF2B5EF4-FFF2-40B4-BE49-F238E27FC236}">
                <a16:creationId xmlns:a16="http://schemas.microsoft.com/office/drawing/2014/main" id="{AAFF4746-B62A-1F8B-387E-534DF5F14085}"/>
              </a:ext>
            </a:extLst>
          </p:cNvPr>
          <p:cNvSpPr/>
          <p:nvPr/>
        </p:nvSpPr>
        <p:spPr>
          <a:xfrm>
            <a:off x="-1" y="2796858"/>
            <a:ext cx="4320117" cy="2592070"/>
          </a:xfrm>
          <a:custGeom>
            <a:avLst/>
            <a:gdLst>
              <a:gd name="csX0" fmla="*/ 0 w 4572000"/>
              <a:gd name="csY0" fmla="*/ 0 h 2743200"/>
              <a:gd name="csX1" fmla="*/ 4572000 w 4572000"/>
              <a:gd name="csY1" fmla="*/ 0 h 2743200"/>
              <a:gd name="csX2" fmla="*/ 4572000 w 4572000"/>
              <a:gd name="csY2" fmla="*/ 2743200 h 2743200"/>
              <a:gd name="csX3" fmla="*/ 0 w 4572000"/>
              <a:gd name="csY3" fmla="*/ 2743200 h 2743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72000" h="2743200">
                <a:moveTo>
                  <a:pt x="0" y="0"/>
                </a:moveTo>
                <a:lnTo>
                  <a:pt x="4572000" y="0"/>
                </a:lnTo>
                <a:lnTo>
                  <a:pt x="4572000" y="2743200"/>
                </a:lnTo>
                <a:lnTo>
                  <a:pt x="0" y="2743200"/>
                </a:lnTo>
                <a:close/>
              </a:path>
            </a:pathLst>
          </a:custGeom>
          <a:solidFill>
            <a:srgbClr val="FFFFFF"/>
          </a:solidFill>
          <a:ln w="13589" cap="rnd">
            <a:solidFill>
              <a:srgbClr val="FFFFFF"/>
            </a:solidFill>
            <a:prstDash val="solid"/>
            <a:round/>
          </a:ln>
        </p:spPr>
        <p:txBody>
          <a:bodyPr/>
          <a:lstStyle/>
          <a:p>
            <a:pPr algn="ctr"/>
            <a:endParaRPr lang="en-US" sz="1701"/>
          </a:p>
        </p:txBody>
      </p: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80A80814-27FF-1FB7-F623-BA6A55E6FE3A}"/>
              </a:ext>
            </a:extLst>
          </p:cNvPr>
          <p:cNvGrpSpPr/>
          <p:nvPr/>
        </p:nvGrpSpPr>
        <p:grpSpPr>
          <a:xfrm>
            <a:off x="337829" y="2478956"/>
            <a:ext cx="3922911" cy="2799064"/>
            <a:chOff x="353477" y="2609795"/>
            <a:chExt cx="4151635" cy="2962263"/>
          </a:xfrm>
        </p:grpSpPr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9CFBAB4A-3474-E817-61C1-69B87FA8BC64}"/>
                </a:ext>
              </a:extLst>
            </p:cNvPr>
            <p:cNvSpPr/>
            <p:nvPr/>
          </p:nvSpPr>
          <p:spPr>
            <a:xfrm>
              <a:off x="1865757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4C9B77DA-082E-D41A-D855-436A486245F9}"/>
                </a:ext>
              </a:extLst>
            </p:cNvPr>
            <p:cNvSpPr/>
            <p:nvPr/>
          </p:nvSpPr>
          <p:spPr>
            <a:xfrm>
              <a:off x="2436876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49325124-B75A-C9F7-F608-BFAA5563EA3B}"/>
                </a:ext>
              </a:extLst>
            </p:cNvPr>
            <p:cNvSpPr/>
            <p:nvPr/>
          </p:nvSpPr>
          <p:spPr>
            <a:xfrm>
              <a:off x="3007995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C756A0F6-88AD-A8DF-7C0E-83F8E9C66524}"/>
                </a:ext>
              </a:extLst>
            </p:cNvPr>
            <p:cNvSpPr/>
            <p:nvPr/>
          </p:nvSpPr>
          <p:spPr>
            <a:xfrm>
              <a:off x="3578986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1D12F7FE-014B-5408-DA72-518DDC6ED81A}"/>
                </a:ext>
              </a:extLst>
            </p:cNvPr>
            <p:cNvSpPr/>
            <p:nvPr/>
          </p:nvSpPr>
          <p:spPr>
            <a:xfrm>
              <a:off x="1564005" y="4886117"/>
              <a:ext cx="2153666" cy="12700"/>
            </a:xfrm>
            <a:custGeom>
              <a:avLst/>
              <a:gdLst>
                <a:gd name="csX0" fmla="*/ 0 w 2153666"/>
                <a:gd name="csY0" fmla="*/ 0 h 12700"/>
                <a:gd name="csX1" fmla="*/ 2153666 w 215366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53666" h="12700">
                  <a:moveTo>
                    <a:pt x="0" y="0"/>
                  </a:moveTo>
                  <a:lnTo>
                    <a:pt x="215366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4BF6249D-B669-E390-B38C-35088EAD8C40}"/>
                </a:ext>
              </a:extLst>
            </p:cNvPr>
            <p:cNvSpPr/>
            <p:nvPr/>
          </p:nvSpPr>
          <p:spPr>
            <a:xfrm>
              <a:off x="1564005" y="4410121"/>
              <a:ext cx="2153666" cy="12700"/>
            </a:xfrm>
            <a:custGeom>
              <a:avLst/>
              <a:gdLst>
                <a:gd name="csX0" fmla="*/ 0 w 2153666"/>
                <a:gd name="csY0" fmla="*/ 0 h 12700"/>
                <a:gd name="csX1" fmla="*/ 2153666 w 215366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53666" h="12700">
                  <a:moveTo>
                    <a:pt x="0" y="0"/>
                  </a:moveTo>
                  <a:lnTo>
                    <a:pt x="215366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D96353DB-4367-D45F-9B4B-3D1624322841}"/>
                </a:ext>
              </a:extLst>
            </p:cNvPr>
            <p:cNvSpPr/>
            <p:nvPr/>
          </p:nvSpPr>
          <p:spPr>
            <a:xfrm>
              <a:off x="1564005" y="3933999"/>
              <a:ext cx="2153666" cy="12700"/>
            </a:xfrm>
            <a:custGeom>
              <a:avLst/>
              <a:gdLst>
                <a:gd name="csX0" fmla="*/ 0 w 2153666"/>
                <a:gd name="csY0" fmla="*/ 0 h 12700"/>
                <a:gd name="csX1" fmla="*/ 2153666 w 215366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53666" h="12700">
                  <a:moveTo>
                    <a:pt x="0" y="0"/>
                  </a:moveTo>
                  <a:lnTo>
                    <a:pt x="215366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D6F7237B-1555-2965-AB60-A2577EA9CE12}"/>
                </a:ext>
              </a:extLst>
            </p:cNvPr>
            <p:cNvSpPr/>
            <p:nvPr/>
          </p:nvSpPr>
          <p:spPr>
            <a:xfrm>
              <a:off x="1564005" y="3458002"/>
              <a:ext cx="2153666" cy="12700"/>
            </a:xfrm>
            <a:custGeom>
              <a:avLst/>
              <a:gdLst>
                <a:gd name="csX0" fmla="*/ 0 w 2153666"/>
                <a:gd name="csY0" fmla="*/ 0 h 12700"/>
                <a:gd name="csX1" fmla="*/ 2153666 w 215366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53666" h="12700">
                  <a:moveTo>
                    <a:pt x="0" y="0"/>
                  </a:moveTo>
                  <a:lnTo>
                    <a:pt x="2153666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B9AFC6FF-C861-D659-A98A-3F895D8F3994}"/>
                </a:ext>
              </a:extLst>
            </p:cNvPr>
            <p:cNvSpPr/>
            <p:nvPr/>
          </p:nvSpPr>
          <p:spPr>
            <a:xfrm>
              <a:off x="1580261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C2AE4F1E-168C-3F33-3DF1-D8E1E7CCC901}"/>
                </a:ext>
              </a:extLst>
            </p:cNvPr>
            <p:cNvSpPr/>
            <p:nvPr/>
          </p:nvSpPr>
          <p:spPr>
            <a:xfrm>
              <a:off x="2151379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D1071B34-6098-9B85-3AA8-89B269F9EC40}"/>
                </a:ext>
              </a:extLst>
            </p:cNvPr>
            <p:cNvSpPr/>
            <p:nvPr/>
          </p:nvSpPr>
          <p:spPr>
            <a:xfrm>
              <a:off x="2722372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DBFCCD45-F420-56B8-D89B-44674951F425}"/>
                </a:ext>
              </a:extLst>
            </p:cNvPr>
            <p:cNvSpPr/>
            <p:nvPr/>
          </p:nvSpPr>
          <p:spPr>
            <a:xfrm>
              <a:off x="3293490" y="3172380"/>
              <a:ext cx="12700" cy="1999487"/>
            </a:xfrm>
            <a:custGeom>
              <a:avLst/>
              <a:gdLst>
                <a:gd name="csX0" fmla="*/ 0 w 12700"/>
                <a:gd name="csY0" fmla="*/ 1999488 h 1999487"/>
                <a:gd name="csX1" fmla="*/ 0 w 12700"/>
                <a:gd name="csY1" fmla="*/ 0 h 1999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99487">
                  <a:moveTo>
                    <a:pt x="0" y="199948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170D7DD6-ED04-02B6-82A9-29256B4FBD6C}"/>
                </a:ext>
              </a:extLst>
            </p:cNvPr>
            <p:cNvSpPr/>
            <p:nvPr/>
          </p:nvSpPr>
          <p:spPr>
            <a:xfrm>
              <a:off x="3506978" y="3345100"/>
              <a:ext cx="225805" cy="225806"/>
            </a:xfrm>
            <a:custGeom>
              <a:avLst/>
              <a:gdLst>
                <a:gd name="csX0" fmla="*/ 225806 w 225805"/>
                <a:gd name="csY0" fmla="*/ 112903 h 225806"/>
                <a:gd name="csX1" fmla="*/ 112903 w 225805"/>
                <a:gd name="csY1" fmla="*/ 225806 h 225806"/>
                <a:gd name="csX2" fmla="*/ 0 w 225805"/>
                <a:gd name="csY2" fmla="*/ 112903 h 225806"/>
                <a:gd name="csX3" fmla="*/ 112903 w 225805"/>
                <a:gd name="csY3" fmla="*/ 0 h 225806"/>
                <a:gd name="csX4" fmla="*/ 225806 w 225805"/>
                <a:gd name="csY4" fmla="*/ 112903 h 225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5805" h="225806">
                  <a:moveTo>
                    <a:pt x="225806" y="112903"/>
                  </a:moveTo>
                  <a:cubicBezTo>
                    <a:pt x="225806" y="175258"/>
                    <a:pt x="175258" y="225806"/>
                    <a:pt x="112903" y="225806"/>
                  </a:cubicBezTo>
                  <a:cubicBezTo>
                    <a:pt x="50548" y="225806"/>
                    <a:pt x="0" y="175258"/>
                    <a:pt x="0" y="112903"/>
                  </a:cubicBezTo>
                  <a:cubicBezTo>
                    <a:pt x="0" y="50548"/>
                    <a:pt x="50548" y="0"/>
                    <a:pt x="112903" y="0"/>
                  </a:cubicBezTo>
                  <a:cubicBezTo>
                    <a:pt x="175258" y="0"/>
                    <a:pt x="225806" y="50548"/>
                    <a:pt x="225806" y="112903"/>
                  </a:cubicBezTo>
                  <a:close/>
                </a:path>
              </a:pathLst>
            </a:custGeom>
            <a:solidFill>
              <a:srgbClr val="E06663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CD837CD1-7A6F-A4E0-3E04-DC50AE9588EC}"/>
                </a:ext>
              </a:extLst>
            </p:cNvPr>
            <p:cNvSpPr/>
            <p:nvPr/>
          </p:nvSpPr>
          <p:spPr>
            <a:xfrm>
              <a:off x="2866644" y="3833542"/>
              <a:ext cx="200913" cy="200913"/>
            </a:xfrm>
            <a:custGeom>
              <a:avLst/>
              <a:gdLst>
                <a:gd name="csX0" fmla="*/ 200914 w 200913"/>
                <a:gd name="csY0" fmla="*/ 100457 h 200913"/>
                <a:gd name="csX1" fmla="*/ 100457 w 200913"/>
                <a:gd name="csY1" fmla="*/ 200914 h 200913"/>
                <a:gd name="csX2" fmla="*/ 0 w 200913"/>
                <a:gd name="csY2" fmla="*/ 100457 h 200913"/>
                <a:gd name="csX3" fmla="*/ 100457 w 200913"/>
                <a:gd name="csY3" fmla="*/ 0 h 200913"/>
                <a:gd name="csX4" fmla="*/ 200914 w 200913"/>
                <a:gd name="csY4" fmla="*/ 100457 h 200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0913" h="200913">
                  <a:moveTo>
                    <a:pt x="200914" y="100457"/>
                  </a:moveTo>
                  <a:cubicBezTo>
                    <a:pt x="200914" y="155938"/>
                    <a:pt x="155938" y="200914"/>
                    <a:pt x="100457" y="200914"/>
                  </a:cubicBezTo>
                  <a:cubicBezTo>
                    <a:pt x="44976" y="200914"/>
                    <a:pt x="0" y="155938"/>
                    <a:pt x="0" y="100457"/>
                  </a:cubicBezTo>
                  <a:cubicBezTo>
                    <a:pt x="0" y="44976"/>
                    <a:pt x="44976" y="0"/>
                    <a:pt x="100457" y="0"/>
                  </a:cubicBezTo>
                  <a:cubicBezTo>
                    <a:pt x="155938" y="0"/>
                    <a:pt x="200914" y="44976"/>
                    <a:pt x="200914" y="100457"/>
                  </a:cubicBezTo>
                  <a:close/>
                </a:path>
              </a:pathLst>
            </a:custGeom>
            <a:solidFill>
              <a:srgbClr val="E06663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EF34850B-8A26-DD27-5744-3218E089C15F}"/>
                </a:ext>
              </a:extLst>
            </p:cNvPr>
            <p:cNvSpPr/>
            <p:nvPr/>
          </p:nvSpPr>
          <p:spPr>
            <a:xfrm>
              <a:off x="1811655" y="4342431"/>
              <a:ext cx="135382" cy="135381"/>
            </a:xfrm>
            <a:custGeom>
              <a:avLst/>
              <a:gdLst>
                <a:gd name="csX0" fmla="*/ 135382 w 135382"/>
                <a:gd name="csY0" fmla="*/ 67691 h 135381"/>
                <a:gd name="csX1" fmla="*/ 67691 w 135382"/>
                <a:gd name="csY1" fmla="*/ 135382 h 135381"/>
                <a:gd name="csX2" fmla="*/ 0 w 135382"/>
                <a:gd name="csY2" fmla="*/ 67691 h 135381"/>
                <a:gd name="csX3" fmla="*/ 67691 w 135382"/>
                <a:gd name="csY3" fmla="*/ 0 h 135381"/>
                <a:gd name="csX4" fmla="*/ 135382 w 135382"/>
                <a:gd name="csY4" fmla="*/ 67691 h 1353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382" h="135381">
                  <a:moveTo>
                    <a:pt x="135382" y="67691"/>
                  </a:moveTo>
                  <a:cubicBezTo>
                    <a:pt x="135382" y="105076"/>
                    <a:pt x="105076" y="135382"/>
                    <a:pt x="67691" y="135382"/>
                  </a:cubicBezTo>
                  <a:cubicBezTo>
                    <a:pt x="30306" y="135382"/>
                    <a:pt x="0" y="105076"/>
                    <a:pt x="0" y="67691"/>
                  </a:cubicBezTo>
                  <a:cubicBezTo>
                    <a:pt x="0" y="30306"/>
                    <a:pt x="30306" y="0"/>
                    <a:pt x="67691" y="0"/>
                  </a:cubicBezTo>
                  <a:cubicBezTo>
                    <a:pt x="105076" y="0"/>
                    <a:pt x="135382" y="30306"/>
                    <a:pt x="135382" y="67691"/>
                  </a:cubicBezTo>
                  <a:close/>
                </a:path>
              </a:pathLst>
            </a:custGeom>
            <a:solidFill>
              <a:srgbClr val="C56E78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8D211B94-316C-6818-29B1-56A5D3A9F4B5}"/>
                </a:ext>
              </a:extLst>
            </p:cNvPr>
            <p:cNvSpPr/>
            <p:nvPr/>
          </p:nvSpPr>
          <p:spPr>
            <a:xfrm>
              <a:off x="1616583" y="4840906"/>
              <a:ext cx="90424" cy="90424"/>
            </a:xfrm>
            <a:custGeom>
              <a:avLst/>
              <a:gdLst>
                <a:gd name="csX0" fmla="*/ 90424 w 90424"/>
                <a:gd name="csY0" fmla="*/ 45212 h 90424"/>
                <a:gd name="csX1" fmla="*/ 45212 w 90424"/>
                <a:gd name="csY1" fmla="*/ 90424 h 90424"/>
                <a:gd name="csX2" fmla="*/ 0 w 90424"/>
                <a:gd name="csY2" fmla="*/ 45212 h 90424"/>
                <a:gd name="csX3" fmla="*/ 45212 w 90424"/>
                <a:gd name="csY3" fmla="*/ 0 h 90424"/>
                <a:gd name="csX4" fmla="*/ 90424 w 90424"/>
                <a:gd name="csY4" fmla="*/ 45212 h 904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24" h="90424">
                  <a:moveTo>
                    <a:pt x="90424" y="45212"/>
                  </a:moveTo>
                  <a:cubicBezTo>
                    <a:pt x="90424" y="70182"/>
                    <a:pt x="70182" y="90424"/>
                    <a:pt x="45212" y="90424"/>
                  </a:cubicBezTo>
                  <a:cubicBezTo>
                    <a:pt x="20242" y="90424"/>
                    <a:pt x="0" y="70182"/>
                    <a:pt x="0" y="45212"/>
                  </a:cubicBezTo>
                  <a:cubicBezTo>
                    <a:pt x="0" y="20242"/>
                    <a:pt x="20242" y="0"/>
                    <a:pt x="45212" y="0"/>
                  </a:cubicBezTo>
                  <a:cubicBezTo>
                    <a:pt x="70182" y="0"/>
                    <a:pt x="90424" y="20242"/>
                    <a:pt x="90424" y="45212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9F32C3B2-3CD3-9269-F801-5564E3F9F86A}"/>
                </a:ext>
              </a:extLst>
            </p:cNvPr>
            <p:cNvSpPr/>
            <p:nvPr/>
          </p:nvSpPr>
          <p:spPr>
            <a:xfrm>
              <a:off x="1564005" y="3172380"/>
              <a:ext cx="2240740" cy="1999488"/>
            </a:xfrm>
            <a:custGeom>
              <a:avLst/>
              <a:gdLst>
                <a:gd name="csX0" fmla="*/ 0 w 2153793"/>
                <a:gd name="csY0" fmla="*/ 0 h 1999488"/>
                <a:gd name="csX1" fmla="*/ 2153793 w 2153793"/>
                <a:gd name="csY1" fmla="*/ 0 h 1999488"/>
                <a:gd name="csX2" fmla="*/ 2153793 w 2153793"/>
                <a:gd name="csY2" fmla="*/ 1999488 h 1999488"/>
                <a:gd name="csX3" fmla="*/ 0 w 2153793"/>
                <a:gd name="csY3" fmla="*/ 1999488 h 1999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53793" h="1999488">
                  <a:moveTo>
                    <a:pt x="0" y="0"/>
                  </a:moveTo>
                  <a:lnTo>
                    <a:pt x="2153793" y="0"/>
                  </a:lnTo>
                  <a:lnTo>
                    <a:pt x="2153793" y="1999488"/>
                  </a:lnTo>
                  <a:lnTo>
                    <a:pt x="0" y="1999488"/>
                  </a:lnTo>
                  <a:close/>
                </a:path>
              </a:pathLst>
            </a:custGeom>
            <a:noFill/>
            <a:ln w="13589" cap="rnd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74" name="TextBox 673">
              <a:extLst>
                <a:ext uri="{FF2B5EF4-FFF2-40B4-BE49-F238E27FC236}">
                  <a16:creationId xmlns:a16="http://schemas.microsoft.com/office/drawing/2014/main" id="{64ADDA7C-DD38-B3D2-C872-52819B52AD28}"/>
                </a:ext>
              </a:extLst>
            </p:cNvPr>
            <p:cNvSpPr txBox="1"/>
            <p:nvPr/>
          </p:nvSpPr>
          <p:spPr>
            <a:xfrm>
              <a:off x="353477" y="4770692"/>
              <a:ext cx="123197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somite development</a:t>
              </a:r>
            </a:p>
          </p:txBody>
        </p:sp>
        <p:sp>
          <p:nvSpPr>
            <p:cNvPr id="675" name="TextBox 674">
              <a:extLst>
                <a:ext uri="{FF2B5EF4-FFF2-40B4-BE49-F238E27FC236}">
                  <a16:creationId xmlns:a16="http://schemas.microsoft.com/office/drawing/2014/main" id="{94763334-1868-9975-AD6C-C4D7657B5ACF}"/>
                </a:ext>
              </a:extLst>
            </p:cNvPr>
            <p:cNvSpPr txBox="1"/>
            <p:nvPr/>
          </p:nvSpPr>
          <p:spPr>
            <a:xfrm>
              <a:off x="357423" y="4198752"/>
              <a:ext cx="1284565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dopaminergic neuron</a:t>
              </a:r>
            </a:p>
          </p:txBody>
        </p:sp>
        <p:sp>
          <p:nvSpPr>
            <p:cNvPr id="676" name="TextBox 675">
              <a:extLst>
                <a:ext uri="{FF2B5EF4-FFF2-40B4-BE49-F238E27FC236}">
                  <a16:creationId xmlns:a16="http://schemas.microsoft.com/office/drawing/2014/main" id="{D5A8D64E-D795-58CC-43D3-75939A028405}"/>
                </a:ext>
              </a:extLst>
            </p:cNvPr>
            <p:cNvSpPr txBox="1"/>
            <p:nvPr/>
          </p:nvSpPr>
          <p:spPr>
            <a:xfrm>
              <a:off x="749780" y="4363344"/>
              <a:ext cx="89098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differentiation</a:t>
              </a:r>
            </a:p>
          </p:txBody>
        </p:sp>
        <p:sp>
          <p:nvSpPr>
            <p:cNvPr id="677" name="TextBox 676">
              <a:extLst>
                <a:ext uri="{FF2B5EF4-FFF2-40B4-BE49-F238E27FC236}">
                  <a16:creationId xmlns:a16="http://schemas.microsoft.com/office/drawing/2014/main" id="{E77E893B-22AC-AA9A-979A-AC9514023F11}"/>
                </a:ext>
              </a:extLst>
            </p:cNvPr>
            <p:cNvSpPr txBox="1"/>
            <p:nvPr/>
          </p:nvSpPr>
          <p:spPr>
            <a:xfrm>
              <a:off x="667704" y="3804925"/>
              <a:ext cx="94866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axon guidance</a:t>
              </a:r>
            </a:p>
          </p:txBody>
        </p:sp>
        <p:sp>
          <p:nvSpPr>
            <p:cNvPr id="678" name="TextBox 677">
              <a:extLst>
                <a:ext uri="{FF2B5EF4-FFF2-40B4-BE49-F238E27FC236}">
                  <a16:creationId xmlns:a16="http://schemas.microsoft.com/office/drawing/2014/main" id="{0C473258-4E63-4BEF-768D-1EB0599C0770}"/>
                </a:ext>
              </a:extLst>
            </p:cNvPr>
            <p:cNvSpPr txBox="1"/>
            <p:nvPr/>
          </p:nvSpPr>
          <p:spPr>
            <a:xfrm>
              <a:off x="452877" y="3246633"/>
              <a:ext cx="1192955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collagen-containing</a:t>
              </a:r>
            </a:p>
          </p:txBody>
        </p:sp>
        <p:sp>
          <p:nvSpPr>
            <p:cNvPr id="679" name="TextBox 678">
              <a:extLst>
                <a:ext uri="{FF2B5EF4-FFF2-40B4-BE49-F238E27FC236}">
                  <a16:creationId xmlns:a16="http://schemas.microsoft.com/office/drawing/2014/main" id="{6709DD50-0E80-3F16-3E19-336F8111102A}"/>
                </a:ext>
              </a:extLst>
            </p:cNvPr>
            <p:cNvSpPr txBox="1"/>
            <p:nvPr/>
          </p:nvSpPr>
          <p:spPr>
            <a:xfrm>
              <a:off x="482828" y="3411225"/>
              <a:ext cx="1167508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extracellular matrix</a:t>
              </a:r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3011F024-C1BF-296B-C526-55AEE3F76CD9}"/>
                </a:ext>
              </a:extLst>
            </p:cNvPr>
            <p:cNvSpPr/>
            <p:nvPr/>
          </p:nvSpPr>
          <p:spPr>
            <a:xfrm>
              <a:off x="1529207" y="4886117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833681DF-E21D-F952-4A1A-FF072D5E353A}"/>
                </a:ext>
              </a:extLst>
            </p:cNvPr>
            <p:cNvSpPr/>
            <p:nvPr/>
          </p:nvSpPr>
          <p:spPr>
            <a:xfrm>
              <a:off x="1529207" y="4410121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3DE44B96-DB10-7FB1-AD5E-6BE4F819AC29}"/>
                </a:ext>
              </a:extLst>
            </p:cNvPr>
            <p:cNvSpPr/>
            <p:nvPr/>
          </p:nvSpPr>
          <p:spPr>
            <a:xfrm>
              <a:off x="1529207" y="3933999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2DE3A405-E503-FDE5-5CDF-9A7E569EF790}"/>
                </a:ext>
              </a:extLst>
            </p:cNvPr>
            <p:cNvSpPr/>
            <p:nvPr/>
          </p:nvSpPr>
          <p:spPr>
            <a:xfrm>
              <a:off x="1529207" y="345800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9D918821-0B65-9966-F3FD-DB8754D56380}"/>
                </a:ext>
              </a:extLst>
            </p:cNvPr>
            <p:cNvSpPr/>
            <p:nvPr/>
          </p:nvSpPr>
          <p:spPr>
            <a:xfrm>
              <a:off x="1580261" y="5171867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2C76BA60-8095-3E1C-A896-F7476B579C70}"/>
                </a:ext>
              </a:extLst>
            </p:cNvPr>
            <p:cNvSpPr/>
            <p:nvPr/>
          </p:nvSpPr>
          <p:spPr>
            <a:xfrm>
              <a:off x="2151379" y="5171867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CD31DF84-7560-2B12-0757-F4F4122C65C6}"/>
                </a:ext>
              </a:extLst>
            </p:cNvPr>
            <p:cNvSpPr/>
            <p:nvPr/>
          </p:nvSpPr>
          <p:spPr>
            <a:xfrm>
              <a:off x="2722372" y="5171867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9E662A7D-CEFC-90AC-A414-B56B8B3EB669}"/>
                </a:ext>
              </a:extLst>
            </p:cNvPr>
            <p:cNvSpPr/>
            <p:nvPr/>
          </p:nvSpPr>
          <p:spPr>
            <a:xfrm>
              <a:off x="3293490" y="5171867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88" name="TextBox 687">
              <a:extLst>
                <a:ext uri="{FF2B5EF4-FFF2-40B4-BE49-F238E27FC236}">
                  <a16:creationId xmlns:a16="http://schemas.microsoft.com/office/drawing/2014/main" id="{4667B844-3A4C-3EF0-6071-FCB3ADE5B0AF}"/>
                </a:ext>
              </a:extLst>
            </p:cNvPr>
            <p:cNvSpPr txBox="1"/>
            <p:nvPr/>
          </p:nvSpPr>
          <p:spPr>
            <a:xfrm>
              <a:off x="1337494" y="5159888"/>
              <a:ext cx="48552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0.025</a:t>
              </a:r>
            </a:p>
          </p:txBody>
        </p:sp>
        <p:sp>
          <p:nvSpPr>
            <p:cNvPr id="689" name="TextBox 688">
              <a:extLst>
                <a:ext uri="{FF2B5EF4-FFF2-40B4-BE49-F238E27FC236}">
                  <a16:creationId xmlns:a16="http://schemas.microsoft.com/office/drawing/2014/main" id="{9F9475B9-16F9-93D1-5D94-F4184737489E}"/>
                </a:ext>
              </a:extLst>
            </p:cNvPr>
            <p:cNvSpPr txBox="1"/>
            <p:nvPr/>
          </p:nvSpPr>
          <p:spPr>
            <a:xfrm>
              <a:off x="1908615" y="5159888"/>
              <a:ext cx="48552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0.050</a:t>
              </a:r>
            </a:p>
          </p:txBody>
        </p:sp>
        <p:sp>
          <p:nvSpPr>
            <p:cNvPr id="690" name="TextBox 689">
              <a:extLst>
                <a:ext uri="{FF2B5EF4-FFF2-40B4-BE49-F238E27FC236}">
                  <a16:creationId xmlns:a16="http://schemas.microsoft.com/office/drawing/2014/main" id="{B09AFE5D-D303-05C2-DE62-93BA3CC52B91}"/>
                </a:ext>
              </a:extLst>
            </p:cNvPr>
            <p:cNvSpPr txBox="1"/>
            <p:nvPr/>
          </p:nvSpPr>
          <p:spPr>
            <a:xfrm>
              <a:off x="2479607" y="5159888"/>
              <a:ext cx="48552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0.075</a:t>
              </a:r>
            </a:p>
          </p:txBody>
        </p:sp>
        <p:sp>
          <p:nvSpPr>
            <p:cNvPr id="691" name="TextBox 690">
              <a:extLst>
                <a:ext uri="{FF2B5EF4-FFF2-40B4-BE49-F238E27FC236}">
                  <a16:creationId xmlns:a16="http://schemas.microsoft.com/office/drawing/2014/main" id="{15F876EE-38E3-46B4-2E50-4DDAB2B8CAE0}"/>
                </a:ext>
              </a:extLst>
            </p:cNvPr>
            <p:cNvSpPr txBox="1"/>
            <p:nvPr/>
          </p:nvSpPr>
          <p:spPr>
            <a:xfrm>
              <a:off x="3050724" y="5159888"/>
              <a:ext cx="485529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0.100</a:t>
              </a:r>
            </a:p>
          </p:txBody>
        </p:sp>
        <p:sp>
          <p:nvSpPr>
            <p:cNvPr id="692" name="TextBox 691">
              <a:extLst>
                <a:ext uri="{FF2B5EF4-FFF2-40B4-BE49-F238E27FC236}">
                  <a16:creationId xmlns:a16="http://schemas.microsoft.com/office/drawing/2014/main" id="{0184D49C-8C68-84D6-3B57-53AE3D0BFD62}"/>
                </a:ext>
              </a:extLst>
            </p:cNvPr>
            <p:cNvSpPr txBox="1"/>
            <p:nvPr/>
          </p:nvSpPr>
          <p:spPr>
            <a:xfrm>
              <a:off x="2266596" y="5335910"/>
              <a:ext cx="748481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GeneRatio</a:t>
              </a:r>
              <a:endPara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694" name="TextBox 693">
              <a:extLst>
                <a:ext uri="{FF2B5EF4-FFF2-40B4-BE49-F238E27FC236}">
                  <a16:creationId xmlns:a16="http://schemas.microsoft.com/office/drawing/2014/main" id="{C1486CF0-9590-94C8-1281-66FC16AFDF04}"/>
                </a:ext>
              </a:extLst>
            </p:cNvPr>
            <p:cNvSpPr txBox="1"/>
            <p:nvPr/>
          </p:nvSpPr>
          <p:spPr>
            <a:xfrm>
              <a:off x="3887625" y="2609795"/>
              <a:ext cx="566959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p.adjust</a:t>
              </a:r>
            </a:p>
          </p:txBody>
        </p:sp>
        <p:pic>
          <p:nvPicPr>
            <p:cNvPr id="695" name="Picture 694">
              <a:extLst>
                <a:ext uri="{FF2B5EF4-FFF2-40B4-BE49-F238E27FC236}">
                  <a16:creationId xmlns:a16="http://schemas.microsoft.com/office/drawing/2014/main" id="{3FB205B4-72C0-82D7-D558-E70E07A910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6459" y="2866310"/>
              <a:ext cx="219456" cy="1097280"/>
            </a:xfrm>
            <a:custGeom>
              <a:avLst/>
              <a:gdLst>
                <a:gd name="csX0" fmla="*/ 0 w 219456"/>
                <a:gd name="csY0" fmla="*/ 0 h 1097280"/>
                <a:gd name="csX1" fmla="*/ 219456 w 219456"/>
                <a:gd name="csY1" fmla="*/ 0 h 1097280"/>
                <a:gd name="csX2" fmla="*/ 219456 w 219456"/>
                <a:gd name="csY2" fmla="*/ 1097280 h 1097280"/>
                <a:gd name="csX3" fmla="*/ 0 w 219456"/>
                <a:gd name="csY3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456" h="1097280">
                  <a:moveTo>
                    <a:pt x="0" y="0"/>
                  </a:moveTo>
                  <a:lnTo>
                    <a:pt x="219456" y="0"/>
                  </a:lnTo>
                  <a:lnTo>
                    <a:pt x="219456" y="1097280"/>
                  </a:lnTo>
                  <a:lnTo>
                    <a:pt x="0" y="1097280"/>
                  </a:lnTo>
                  <a:close/>
                </a:path>
              </a:pathLst>
            </a:custGeom>
          </p:spPr>
        </p:pic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14B69460-F490-474D-6458-059DE393628B}"/>
                </a:ext>
              </a:extLst>
            </p:cNvPr>
            <p:cNvSpPr/>
            <p:nvPr/>
          </p:nvSpPr>
          <p:spPr>
            <a:xfrm>
              <a:off x="4102100" y="3223941"/>
              <a:ext cx="43815" cy="12700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B86CB55F-D12D-2365-3B87-C62FE5A21399}"/>
                </a:ext>
              </a:extLst>
            </p:cNvPr>
            <p:cNvSpPr/>
            <p:nvPr/>
          </p:nvSpPr>
          <p:spPr>
            <a:xfrm>
              <a:off x="4102100" y="3602782"/>
              <a:ext cx="43815" cy="12700"/>
            </a:xfrm>
            <a:custGeom>
              <a:avLst/>
              <a:gdLst>
                <a:gd name="csX0" fmla="*/ 0 w 43815"/>
                <a:gd name="csY0" fmla="*/ 0 h 12700"/>
                <a:gd name="csX1" fmla="*/ 43815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0" y="0"/>
                  </a:moveTo>
                  <a:lnTo>
                    <a:pt x="43815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73661B6E-9B8C-1C72-5772-2D89A131BCE1}"/>
                </a:ext>
              </a:extLst>
            </p:cNvPr>
            <p:cNvSpPr/>
            <p:nvPr/>
          </p:nvSpPr>
          <p:spPr>
            <a:xfrm>
              <a:off x="3926459" y="3223941"/>
              <a:ext cx="43941" cy="12700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C7F4A06F-7673-3D0A-9655-6E00F878E06D}"/>
                </a:ext>
              </a:extLst>
            </p:cNvPr>
            <p:cNvSpPr/>
            <p:nvPr/>
          </p:nvSpPr>
          <p:spPr>
            <a:xfrm>
              <a:off x="3926459" y="3602782"/>
              <a:ext cx="43941" cy="12700"/>
            </a:xfrm>
            <a:custGeom>
              <a:avLst/>
              <a:gdLst>
                <a:gd name="csX0" fmla="*/ 43942 w 43941"/>
                <a:gd name="csY0" fmla="*/ 0 h 12700"/>
                <a:gd name="csX1" fmla="*/ 0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43942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0" name="TextBox 699">
              <a:extLst>
                <a:ext uri="{FF2B5EF4-FFF2-40B4-BE49-F238E27FC236}">
                  <a16:creationId xmlns:a16="http://schemas.microsoft.com/office/drawing/2014/main" id="{7AA98F45-6DE0-F602-AA67-D439BC798B02}"/>
                </a:ext>
              </a:extLst>
            </p:cNvPr>
            <p:cNvSpPr txBox="1"/>
            <p:nvPr/>
          </p:nvSpPr>
          <p:spPr>
            <a:xfrm>
              <a:off x="4143425" y="3117053"/>
              <a:ext cx="3616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0.02</a:t>
              </a:r>
            </a:p>
          </p:txBody>
        </p:sp>
        <p:sp>
          <p:nvSpPr>
            <p:cNvPr id="701" name="TextBox 700">
              <a:extLst>
                <a:ext uri="{FF2B5EF4-FFF2-40B4-BE49-F238E27FC236}">
                  <a16:creationId xmlns:a16="http://schemas.microsoft.com/office/drawing/2014/main" id="{C8A96DC5-5C5C-79C0-F09D-55F6F5098436}"/>
                </a:ext>
              </a:extLst>
            </p:cNvPr>
            <p:cNvSpPr txBox="1"/>
            <p:nvPr/>
          </p:nvSpPr>
          <p:spPr>
            <a:xfrm>
              <a:off x="4143425" y="3495894"/>
              <a:ext cx="36168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0.03</a:t>
              </a:r>
            </a:p>
          </p:txBody>
        </p:sp>
        <p:sp>
          <p:nvSpPr>
            <p:cNvPr id="703" name="TextBox 702">
              <a:extLst>
                <a:ext uri="{FF2B5EF4-FFF2-40B4-BE49-F238E27FC236}">
                  <a16:creationId xmlns:a16="http://schemas.microsoft.com/office/drawing/2014/main" id="{0A9180BB-DADA-CC9E-FA4B-71C1ED61DD8A}"/>
                </a:ext>
              </a:extLst>
            </p:cNvPr>
            <p:cNvSpPr txBox="1"/>
            <p:nvPr/>
          </p:nvSpPr>
          <p:spPr>
            <a:xfrm>
              <a:off x="3791591" y="4007171"/>
              <a:ext cx="478743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Count</a:t>
              </a:r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89837D84-46CA-68FA-F50D-266999A09166}"/>
                </a:ext>
              </a:extLst>
            </p:cNvPr>
            <p:cNvSpPr/>
            <p:nvPr/>
          </p:nvSpPr>
          <p:spPr>
            <a:xfrm>
              <a:off x="3844571" y="4263686"/>
              <a:ext cx="288036" cy="219456"/>
            </a:xfrm>
            <a:custGeom>
              <a:avLst/>
              <a:gdLst>
                <a:gd name="csX0" fmla="*/ 0 w 288036"/>
                <a:gd name="csY0" fmla="*/ 0 h 219456"/>
                <a:gd name="csX1" fmla="*/ 288036 w 288036"/>
                <a:gd name="csY1" fmla="*/ 0 h 219456"/>
                <a:gd name="csX2" fmla="*/ 288036 w 288036"/>
                <a:gd name="csY2" fmla="*/ 219456 h 219456"/>
                <a:gd name="csX3" fmla="*/ 0 w 288036"/>
                <a:gd name="csY3" fmla="*/ 219456 h 2194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8036" h="219456">
                  <a:moveTo>
                    <a:pt x="0" y="0"/>
                  </a:moveTo>
                  <a:lnTo>
                    <a:pt x="288036" y="0"/>
                  </a:lnTo>
                  <a:lnTo>
                    <a:pt x="288036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2CE650C9-BB3A-81DC-ACAB-618ECBEF9AC6}"/>
                </a:ext>
              </a:extLst>
            </p:cNvPr>
            <p:cNvSpPr/>
            <p:nvPr/>
          </p:nvSpPr>
          <p:spPr>
            <a:xfrm>
              <a:off x="3920898" y="4305723"/>
              <a:ext cx="135381" cy="135382"/>
            </a:xfrm>
            <a:custGeom>
              <a:avLst/>
              <a:gdLst>
                <a:gd name="csX0" fmla="*/ 135382 w 135381"/>
                <a:gd name="csY0" fmla="*/ 67691 h 135382"/>
                <a:gd name="csX1" fmla="*/ 67691 w 135381"/>
                <a:gd name="csY1" fmla="*/ 135382 h 135382"/>
                <a:gd name="csX2" fmla="*/ 0 w 135381"/>
                <a:gd name="csY2" fmla="*/ 67691 h 135382"/>
                <a:gd name="csX3" fmla="*/ 67691 w 135381"/>
                <a:gd name="csY3" fmla="*/ 0 h 135382"/>
                <a:gd name="csX4" fmla="*/ 135382 w 135381"/>
                <a:gd name="csY4" fmla="*/ 67691 h 135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381" h="135382">
                  <a:moveTo>
                    <a:pt x="135382" y="67691"/>
                  </a:moveTo>
                  <a:cubicBezTo>
                    <a:pt x="135382" y="105076"/>
                    <a:pt x="105076" y="135382"/>
                    <a:pt x="67691" y="135382"/>
                  </a:cubicBezTo>
                  <a:cubicBezTo>
                    <a:pt x="30307" y="135382"/>
                    <a:pt x="0" y="105076"/>
                    <a:pt x="0" y="67691"/>
                  </a:cubicBezTo>
                  <a:cubicBezTo>
                    <a:pt x="0" y="30306"/>
                    <a:pt x="30307" y="0"/>
                    <a:pt x="67691" y="0"/>
                  </a:cubicBezTo>
                  <a:cubicBezTo>
                    <a:pt x="105076" y="0"/>
                    <a:pt x="135382" y="30306"/>
                    <a:pt x="135382" y="67691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C8AEA6BC-CEDC-6805-9378-344388D99C73}"/>
                </a:ext>
              </a:extLst>
            </p:cNvPr>
            <p:cNvSpPr/>
            <p:nvPr/>
          </p:nvSpPr>
          <p:spPr>
            <a:xfrm>
              <a:off x="3844571" y="4483142"/>
              <a:ext cx="288036" cy="219456"/>
            </a:xfrm>
            <a:custGeom>
              <a:avLst/>
              <a:gdLst>
                <a:gd name="csX0" fmla="*/ 0 w 288036"/>
                <a:gd name="csY0" fmla="*/ 0 h 219456"/>
                <a:gd name="csX1" fmla="*/ 288036 w 288036"/>
                <a:gd name="csY1" fmla="*/ 0 h 219456"/>
                <a:gd name="csX2" fmla="*/ 288036 w 288036"/>
                <a:gd name="csY2" fmla="*/ 219456 h 219456"/>
                <a:gd name="csX3" fmla="*/ 0 w 288036"/>
                <a:gd name="csY3" fmla="*/ 219456 h 2194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8036" h="219456">
                  <a:moveTo>
                    <a:pt x="0" y="0"/>
                  </a:moveTo>
                  <a:lnTo>
                    <a:pt x="288036" y="0"/>
                  </a:lnTo>
                  <a:lnTo>
                    <a:pt x="288036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DC1F82C3-2FBD-0CE8-123A-9C9D61EC0D3D}"/>
                </a:ext>
              </a:extLst>
            </p:cNvPr>
            <p:cNvSpPr/>
            <p:nvPr/>
          </p:nvSpPr>
          <p:spPr>
            <a:xfrm>
              <a:off x="3904261" y="4508542"/>
              <a:ext cx="168655" cy="168655"/>
            </a:xfrm>
            <a:custGeom>
              <a:avLst/>
              <a:gdLst>
                <a:gd name="csX0" fmla="*/ 168656 w 168655"/>
                <a:gd name="csY0" fmla="*/ 84328 h 168655"/>
                <a:gd name="csX1" fmla="*/ 84328 w 168655"/>
                <a:gd name="csY1" fmla="*/ 168656 h 168655"/>
                <a:gd name="csX2" fmla="*/ 0 w 168655"/>
                <a:gd name="csY2" fmla="*/ 84328 h 168655"/>
                <a:gd name="csX3" fmla="*/ 84328 w 168655"/>
                <a:gd name="csY3" fmla="*/ 0 h 168655"/>
                <a:gd name="csX4" fmla="*/ 168656 w 168655"/>
                <a:gd name="csY4" fmla="*/ 84328 h 168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8655" h="168655">
                  <a:moveTo>
                    <a:pt x="168656" y="84328"/>
                  </a:moveTo>
                  <a:cubicBezTo>
                    <a:pt x="168656" y="130901"/>
                    <a:pt x="130901" y="168656"/>
                    <a:pt x="84328" y="168656"/>
                  </a:cubicBezTo>
                  <a:cubicBezTo>
                    <a:pt x="37755" y="168656"/>
                    <a:pt x="0" y="130901"/>
                    <a:pt x="0" y="84328"/>
                  </a:cubicBezTo>
                  <a:cubicBezTo>
                    <a:pt x="0" y="37755"/>
                    <a:pt x="37755" y="0"/>
                    <a:pt x="84328" y="0"/>
                  </a:cubicBezTo>
                  <a:cubicBezTo>
                    <a:pt x="130901" y="0"/>
                    <a:pt x="168656" y="37755"/>
                    <a:pt x="168656" y="84328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7AA97D4B-0063-F0E4-4732-FE0B1B54270C}"/>
                </a:ext>
              </a:extLst>
            </p:cNvPr>
            <p:cNvSpPr/>
            <p:nvPr/>
          </p:nvSpPr>
          <p:spPr>
            <a:xfrm>
              <a:off x="3844571" y="4702598"/>
              <a:ext cx="288036" cy="242188"/>
            </a:xfrm>
            <a:custGeom>
              <a:avLst/>
              <a:gdLst>
                <a:gd name="csX0" fmla="*/ 0 w 288036"/>
                <a:gd name="csY0" fmla="*/ 0 h 242188"/>
                <a:gd name="csX1" fmla="*/ 288036 w 288036"/>
                <a:gd name="csY1" fmla="*/ 0 h 242188"/>
                <a:gd name="csX2" fmla="*/ 288036 w 288036"/>
                <a:gd name="csY2" fmla="*/ 242189 h 242188"/>
                <a:gd name="csX3" fmla="*/ 0 w 288036"/>
                <a:gd name="csY3" fmla="*/ 242189 h 24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8036" h="242188">
                  <a:moveTo>
                    <a:pt x="0" y="0"/>
                  </a:moveTo>
                  <a:lnTo>
                    <a:pt x="288036" y="0"/>
                  </a:lnTo>
                  <a:lnTo>
                    <a:pt x="288036" y="242189"/>
                  </a:lnTo>
                  <a:lnTo>
                    <a:pt x="0" y="242189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605B14C6-EB93-26CA-C1D2-8C3F10B67C41}"/>
                </a:ext>
              </a:extLst>
            </p:cNvPr>
            <p:cNvSpPr/>
            <p:nvPr/>
          </p:nvSpPr>
          <p:spPr>
            <a:xfrm>
              <a:off x="3892958" y="4727998"/>
              <a:ext cx="191261" cy="191262"/>
            </a:xfrm>
            <a:custGeom>
              <a:avLst/>
              <a:gdLst>
                <a:gd name="csX0" fmla="*/ 191262 w 191261"/>
                <a:gd name="csY0" fmla="*/ 95631 h 191262"/>
                <a:gd name="csX1" fmla="*/ 95631 w 191261"/>
                <a:gd name="csY1" fmla="*/ 191262 h 191262"/>
                <a:gd name="csX2" fmla="*/ 0 w 191261"/>
                <a:gd name="csY2" fmla="*/ 95631 h 191262"/>
                <a:gd name="csX3" fmla="*/ 95631 w 191261"/>
                <a:gd name="csY3" fmla="*/ 0 h 191262"/>
                <a:gd name="csX4" fmla="*/ 191262 w 191261"/>
                <a:gd name="csY4" fmla="*/ 95631 h 191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1261" h="191262">
                  <a:moveTo>
                    <a:pt x="191262" y="95631"/>
                  </a:moveTo>
                  <a:cubicBezTo>
                    <a:pt x="191262" y="148447"/>
                    <a:pt x="148447" y="191262"/>
                    <a:pt x="95631" y="191262"/>
                  </a:cubicBezTo>
                  <a:cubicBezTo>
                    <a:pt x="42816" y="191262"/>
                    <a:pt x="0" y="148447"/>
                    <a:pt x="0" y="95631"/>
                  </a:cubicBezTo>
                  <a:cubicBezTo>
                    <a:pt x="0" y="42815"/>
                    <a:pt x="42816" y="0"/>
                    <a:pt x="95631" y="0"/>
                  </a:cubicBezTo>
                  <a:cubicBezTo>
                    <a:pt x="148447" y="0"/>
                    <a:pt x="191262" y="42815"/>
                    <a:pt x="191262" y="95631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E9F7AB3A-0ED7-40EB-6B7B-856C7182A232}"/>
                </a:ext>
              </a:extLst>
            </p:cNvPr>
            <p:cNvSpPr/>
            <p:nvPr/>
          </p:nvSpPr>
          <p:spPr>
            <a:xfrm>
              <a:off x="3844571" y="4944660"/>
              <a:ext cx="288036" cy="266700"/>
            </a:xfrm>
            <a:custGeom>
              <a:avLst/>
              <a:gdLst>
                <a:gd name="csX0" fmla="*/ 0 w 288036"/>
                <a:gd name="csY0" fmla="*/ 0 h 266700"/>
                <a:gd name="csX1" fmla="*/ 288036 w 288036"/>
                <a:gd name="csY1" fmla="*/ 0 h 266700"/>
                <a:gd name="csX2" fmla="*/ 288036 w 288036"/>
                <a:gd name="csY2" fmla="*/ 266700 h 266700"/>
                <a:gd name="csX3" fmla="*/ 0 w 288036"/>
                <a:gd name="csY3" fmla="*/ 266700 h 266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8036" h="266700">
                  <a:moveTo>
                    <a:pt x="0" y="0"/>
                  </a:moveTo>
                  <a:lnTo>
                    <a:pt x="288036" y="0"/>
                  </a:lnTo>
                  <a:lnTo>
                    <a:pt x="288036" y="266700"/>
                  </a:lnTo>
                  <a:lnTo>
                    <a:pt x="0" y="266700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4FBA6EB4-E57D-CBA7-B0CC-0744F6FE10A5}"/>
                </a:ext>
              </a:extLst>
            </p:cNvPr>
            <p:cNvSpPr/>
            <p:nvPr/>
          </p:nvSpPr>
          <p:spPr>
            <a:xfrm>
              <a:off x="3883687" y="4973235"/>
              <a:ext cx="209803" cy="209803"/>
            </a:xfrm>
            <a:custGeom>
              <a:avLst/>
              <a:gdLst>
                <a:gd name="csX0" fmla="*/ 209804 w 209803"/>
                <a:gd name="csY0" fmla="*/ 104902 h 209803"/>
                <a:gd name="csX1" fmla="*/ 104902 w 209803"/>
                <a:gd name="csY1" fmla="*/ 209804 h 209803"/>
                <a:gd name="csX2" fmla="*/ 0 w 209803"/>
                <a:gd name="csY2" fmla="*/ 104902 h 209803"/>
                <a:gd name="csX3" fmla="*/ 104902 w 209803"/>
                <a:gd name="csY3" fmla="*/ 0 h 209803"/>
                <a:gd name="csX4" fmla="*/ 209804 w 209803"/>
                <a:gd name="csY4" fmla="*/ 104902 h 209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9803" h="209803">
                  <a:moveTo>
                    <a:pt x="209804" y="104902"/>
                  </a:moveTo>
                  <a:cubicBezTo>
                    <a:pt x="209804" y="162838"/>
                    <a:pt x="162838" y="209804"/>
                    <a:pt x="104902" y="209804"/>
                  </a:cubicBezTo>
                  <a:cubicBezTo>
                    <a:pt x="46966" y="209804"/>
                    <a:pt x="0" y="162838"/>
                    <a:pt x="0" y="104902"/>
                  </a:cubicBezTo>
                  <a:cubicBezTo>
                    <a:pt x="0" y="46966"/>
                    <a:pt x="46966" y="0"/>
                    <a:pt x="104902" y="0"/>
                  </a:cubicBezTo>
                  <a:cubicBezTo>
                    <a:pt x="162837" y="0"/>
                    <a:pt x="209804" y="46966"/>
                    <a:pt x="209804" y="104902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6DAC370B-BAF1-C8AD-A1F4-5029A456ABDE}"/>
                </a:ext>
              </a:extLst>
            </p:cNvPr>
            <p:cNvSpPr/>
            <p:nvPr/>
          </p:nvSpPr>
          <p:spPr>
            <a:xfrm>
              <a:off x="3844571" y="5211487"/>
              <a:ext cx="288036" cy="288036"/>
            </a:xfrm>
            <a:custGeom>
              <a:avLst/>
              <a:gdLst>
                <a:gd name="csX0" fmla="*/ 0 w 288036"/>
                <a:gd name="csY0" fmla="*/ 0 h 288036"/>
                <a:gd name="csX1" fmla="*/ 288036 w 288036"/>
                <a:gd name="csY1" fmla="*/ 0 h 288036"/>
                <a:gd name="csX2" fmla="*/ 288036 w 288036"/>
                <a:gd name="csY2" fmla="*/ 288036 h 288036"/>
                <a:gd name="csX3" fmla="*/ 0 w 288036"/>
                <a:gd name="csY3" fmla="*/ 288036 h 288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8036" h="288036">
                  <a:moveTo>
                    <a:pt x="0" y="0"/>
                  </a:moveTo>
                  <a:lnTo>
                    <a:pt x="288036" y="0"/>
                  </a:lnTo>
                  <a:lnTo>
                    <a:pt x="288036" y="288036"/>
                  </a:lnTo>
                  <a:lnTo>
                    <a:pt x="0" y="28803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DA218737-F4FF-3524-4B8B-85E310B084D4}"/>
                </a:ext>
              </a:extLst>
            </p:cNvPr>
            <p:cNvSpPr/>
            <p:nvPr/>
          </p:nvSpPr>
          <p:spPr>
            <a:xfrm>
              <a:off x="3875686" y="5242602"/>
              <a:ext cx="225805" cy="225805"/>
            </a:xfrm>
            <a:custGeom>
              <a:avLst/>
              <a:gdLst>
                <a:gd name="csX0" fmla="*/ 225806 w 225805"/>
                <a:gd name="csY0" fmla="*/ 112903 h 225805"/>
                <a:gd name="csX1" fmla="*/ 112903 w 225805"/>
                <a:gd name="csY1" fmla="*/ 225806 h 225805"/>
                <a:gd name="csX2" fmla="*/ 0 w 225805"/>
                <a:gd name="csY2" fmla="*/ 112903 h 225805"/>
                <a:gd name="csX3" fmla="*/ 112903 w 225805"/>
                <a:gd name="csY3" fmla="*/ 0 h 225805"/>
                <a:gd name="csX4" fmla="*/ 225806 w 225805"/>
                <a:gd name="csY4" fmla="*/ 112903 h 22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5805" h="225805">
                  <a:moveTo>
                    <a:pt x="225806" y="112903"/>
                  </a:moveTo>
                  <a:cubicBezTo>
                    <a:pt x="225806" y="175258"/>
                    <a:pt x="175257" y="225806"/>
                    <a:pt x="112903" y="225806"/>
                  </a:cubicBezTo>
                  <a:cubicBezTo>
                    <a:pt x="50548" y="225806"/>
                    <a:pt x="0" y="175258"/>
                    <a:pt x="0" y="112903"/>
                  </a:cubicBezTo>
                  <a:cubicBezTo>
                    <a:pt x="0" y="50549"/>
                    <a:pt x="50548" y="0"/>
                    <a:pt x="112903" y="0"/>
                  </a:cubicBezTo>
                  <a:cubicBezTo>
                    <a:pt x="175257" y="0"/>
                    <a:pt x="225806" y="50549"/>
                    <a:pt x="225806" y="112903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714" name="TextBox 713">
              <a:extLst>
                <a:ext uri="{FF2B5EF4-FFF2-40B4-BE49-F238E27FC236}">
                  <a16:creationId xmlns:a16="http://schemas.microsoft.com/office/drawing/2014/main" id="{1D6F08D9-59B1-190A-011F-9E82DDBD9E65}"/>
                </a:ext>
              </a:extLst>
            </p:cNvPr>
            <p:cNvSpPr txBox="1"/>
            <p:nvPr/>
          </p:nvSpPr>
          <p:spPr>
            <a:xfrm>
              <a:off x="4111812" y="4266525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715" name="TextBox 714">
              <a:extLst>
                <a:ext uri="{FF2B5EF4-FFF2-40B4-BE49-F238E27FC236}">
                  <a16:creationId xmlns:a16="http://schemas.microsoft.com/office/drawing/2014/main" id="{F5266177-01D1-687C-AAE0-79CCDB8618F5}"/>
                </a:ext>
              </a:extLst>
            </p:cNvPr>
            <p:cNvSpPr txBox="1"/>
            <p:nvPr/>
          </p:nvSpPr>
          <p:spPr>
            <a:xfrm>
              <a:off x="4111812" y="4485981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716" name="TextBox 715">
              <a:extLst>
                <a:ext uri="{FF2B5EF4-FFF2-40B4-BE49-F238E27FC236}">
                  <a16:creationId xmlns:a16="http://schemas.microsoft.com/office/drawing/2014/main" id="{ABDADB48-ED9B-B0CA-C921-0AEC36AC5E89}"/>
                </a:ext>
              </a:extLst>
            </p:cNvPr>
            <p:cNvSpPr txBox="1"/>
            <p:nvPr/>
          </p:nvSpPr>
          <p:spPr>
            <a:xfrm>
              <a:off x="4111812" y="4716740"/>
              <a:ext cx="242935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59E9EAD1-323F-4060-C388-AF6E7A3442E1}"/>
                </a:ext>
              </a:extLst>
            </p:cNvPr>
            <p:cNvSpPr txBox="1"/>
            <p:nvPr/>
          </p:nvSpPr>
          <p:spPr>
            <a:xfrm>
              <a:off x="4119140" y="4971248"/>
              <a:ext cx="290436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FBE1AAA7-CC21-12F2-FBAD-E856466C5F9D}"/>
                </a:ext>
              </a:extLst>
            </p:cNvPr>
            <p:cNvSpPr txBox="1"/>
            <p:nvPr/>
          </p:nvSpPr>
          <p:spPr>
            <a:xfrm>
              <a:off x="4119140" y="5248616"/>
              <a:ext cx="290436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E482E78C-C65C-F175-B7B9-EB3C4C9DD75B}"/>
                </a:ext>
              </a:extLst>
            </p:cNvPr>
            <p:cNvSpPr txBox="1"/>
            <p:nvPr/>
          </p:nvSpPr>
          <p:spPr>
            <a:xfrm>
              <a:off x="1407942" y="2870124"/>
              <a:ext cx="2323781" cy="24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35" b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1_gfap</a:t>
              </a:r>
            </a:p>
          </p:txBody>
        </p: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2199B4D6-3997-C2CE-0909-D5D19A0C628D}"/>
              </a:ext>
            </a:extLst>
          </p:cNvPr>
          <p:cNvGrpSpPr/>
          <p:nvPr/>
        </p:nvGrpSpPr>
        <p:grpSpPr>
          <a:xfrm>
            <a:off x="-242478" y="23601"/>
            <a:ext cx="4503828" cy="2570578"/>
            <a:chOff x="1346911" y="299165"/>
            <a:chExt cx="4766423" cy="2720455"/>
          </a:xfrm>
        </p:grpSpPr>
        <p:grpSp>
          <p:nvGrpSpPr>
            <p:cNvPr id="406" name="Graphic 211">
              <a:extLst>
                <a:ext uri="{FF2B5EF4-FFF2-40B4-BE49-F238E27FC236}">
                  <a16:creationId xmlns:a16="http://schemas.microsoft.com/office/drawing/2014/main" id="{0173E4C0-B1BF-FFCC-C8D2-16429469E2BF}"/>
                </a:ext>
              </a:extLst>
            </p:cNvPr>
            <p:cNvGrpSpPr/>
            <p:nvPr/>
          </p:nvGrpSpPr>
          <p:grpSpPr>
            <a:xfrm>
              <a:off x="3933206" y="557842"/>
              <a:ext cx="1443925" cy="2061588"/>
              <a:chOff x="3933206" y="557842"/>
              <a:chExt cx="1443925" cy="2061588"/>
            </a:xfrm>
          </p:grpSpPr>
          <p:sp>
            <p:nvSpPr>
              <p:cNvPr id="458" name="Freeform 457">
                <a:extLst>
                  <a:ext uri="{FF2B5EF4-FFF2-40B4-BE49-F238E27FC236}">
                    <a16:creationId xmlns:a16="http://schemas.microsoft.com/office/drawing/2014/main" id="{07C12900-60A2-AAF4-23B2-23971F875241}"/>
                  </a:ext>
                </a:extLst>
              </p:cNvPr>
              <p:cNvSpPr/>
              <p:nvPr/>
            </p:nvSpPr>
            <p:spPr>
              <a:xfrm>
                <a:off x="3933207" y="619942"/>
                <a:ext cx="1332230" cy="1999488"/>
              </a:xfrm>
              <a:custGeom>
                <a:avLst/>
                <a:gdLst>
                  <a:gd name="csX0" fmla="*/ 0 w 1332230"/>
                  <a:gd name="csY0" fmla="*/ 0 h 1999488"/>
                  <a:gd name="csX1" fmla="*/ 1332230 w 1332230"/>
                  <a:gd name="csY1" fmla="*/ 0 h 1999488"/>
                  <a:gd name="csX2" fmla="*/ 1332230 w 1332230"/>
                  <a:gd name="csY2" fmla="*/ 1999488 h 1999488"/>
                  <a:gd name="csX3" fmla="*/ 0 w 1332230"/>
                  <a:gd name="csY3" fmla="*/ 1999488 h 199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32230" h="1999488">
                    <a:moveTo>
                      <a:pt x="0" y="0"/>
                    </a:moveTo>
                    <a:lnTo>
                      <a:pt x="1332230" y="0"/>
                    </a:lnTo>
                    <a:lnTo>
                      <a:pt x="1332230" y="1999488"/>
                    </a:lnTo>
                    <a:lnTo>
                      <a:pt x="0" y="1999488"/>
                    </a:lnTo>
                    <a:close/>
                  </a:path>
                </a:pathLst>
              </a:cu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261E7B0D-2934-6B33-6B33-7B68B1AFC82E}"/>
                  </a:ext>
                </a:extLst>
              </p:cNvPr>
              <p:cNvSpPr/>
              <p:nvPr/>
            </p:nvSpPr>
            <p:spPr>
              <a:xfrm>
                <a:off x="3990738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83604E25-6FE6-591C-7776-46317756F7E3}"/>
                  </a:ext>
                </a:extLst>
              </p:cNvPr>
              <p:cNvSpPr/>
              <p:nvPr/>
            </p:nvSpPr>
            <p:spPr>
              <a:xfrm>
                <a:off x="4391676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B27004DE-BC89-852A-CD08-4F61310CE308}"/>
                  </a:ext>
                </a:extLst>
              </p:cNvPr>
              <p:cNvSpPr/>
              <p:nvPr/>
            </p:nvSpPr>
            <p:spPr>
              <a:xfrm>
                <a:off x="4792488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3ADEF0DF-EEE8-45AE-F1B1-0AE5B9A15790}"/>
                  </a:ext>
                </a:extLst>
              </p:cNvPr>
              <p:cNvSpPr/>
              <p:nvPr/>
            </p:nvSpPr>
            <p:spPr>
              <a:xfrm>
                <a:off x="5193428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6731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88548F4B-7240-528D-9E3B-73D06735A7DE}"/>
                  </a:ext>
                </a:extLst>
              </p:cNvPr>
              <p:cNvSpPr/>
              <p:nvPr/>
            </p:nvSpPr>
            <p:spPr>
              <a:xfrm>
                <a:off x="3933207" y="2501701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19E18AE5-0344-956D-ED38-FAEB1312BBDC}"/>
                  </a:ext>
                </a:extLst>
              </p:cNvPr>
              <p:cNvSpPr/>
              <p:nvPr/>
            </p:nvSpPr>
            <p:spPr>
              <a:xfrm>
                <a:off x="3933207" y="2305739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D807BC16-05BB-D72D-B1BF-805EFC4D4916}"/>
                  </a:ext>
                </a:extLst>
              </p:cNvPr>
              <p:cNvSpPr/>
              <p:nvPr/>
            </p:nvSpPr>
            <p:spPr>
              <a:xfrm>
                <a:off x="3933207" y="2109651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5EB01D8B-6CE7-2D2E-8CF5-8EB8702ABFCF}"/>
                  </a:ext>
                </a:extLst>
              </p:cNvPr>
              <p:cNvSpPr/>
              <p:nvPr/>
            </p:nvSpPr>
            <p:spPr>
              <a:xfrm>
                <a:off x="3933207" y="1913691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CE03D1DD-0FCD-6B77-16E9-13622EF00E72}"/>
                  </a:ext>
                </a:extLst>
              </p:cNvPr>
              <p:cNvSpPr/>
              <p:nvPr/>
            </p:nvSpPr>
            <p:spPr>
              <a:xfrm>
                <a:off x="3933207" y="1717603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DD01BFF5-07C9-4003-1176-BFF97072F1DE}"/>
                  </a:ext>
                </a:extLst>
              </p:cNvPr>
              <p:cNvSpPr/>
              <p:nvPr/>
            </p:nvSpPr>
            <p:spPr>
              <a:xfrm>
                <a:off x="3933207" y="1521642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D5606CD5-2189-EB95-F478-841166EAFC3E}"/>
                  </a:ext>
                </a:extLst>
              </p:cNvPr>
              <p:cNvSpPr/>
              <p:nvPr/>
            </p:nvSpPr>
            <p:spPr>
              <a:xfrm>
                <a:off x="3933207" y="1325553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B70C6511-68E9-17C2-ED46-DBEF6EC7119B}"/>
                  </a:ext>
                </a:extLst>
              </p:cNvPr>
              <p:cNvSpPr/>
              <p:nvPr/>
            </p:nvSpPr>
            <p:spPr>
              <a:xfrm>
                <a:off x="3933207" y="1129593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0FB1AAAA-AEE5-5320-7ED3-8A5DC68147B6}"/>
                  </a:ext>
                </a:extLst>
              </p:cNvPr>
              <p:cNvSpPr/>
              <p:nvPr/>
            </p:nvSpPr>
            <p:spPr>
              <a:xfrm>
                <a:off x="3933207" y="933504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424AB870-090F-42DE-5116-222A765F18CA}"/>
                  </a:ext>
                </a:extLst>
              </p:cNvPr>
              <p:cNvSpPr/>
              <p:nvPr/>
            </p:nvSpPr>
            <p:spPr>
              <a:xfrm>
                <a:off x="3933207" y="737543"/>
                <a:ext cx="1332229" cy="12700"/>
              </a:xfrm>
              <a:custGeom>
                <a:avLst/>
                <a:gdLst>
                  <a:gd name="csX0" fmla="*/ 0 w 1332229"/>
                  <a:gd name="csY0" fmla="*/ 0 h 12700"/>
                  <a:gd name="csX1" fmla="*/ 1332230 w 1332229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32229" h="12700">
                    <a:moveTo>
                      <a:pt x="0" y="0"/>
                    </a:moveTo>
                    <a:lnTo>
                      <a:pt x="133223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CF9C8FFB-AF54-2D17-D44A-76320B51B0C5}"/>
                  </a:ext>
                </a:extLst>
              </p:cNvPr>
              <p:cNvSpPr/>
              <p:nvPr/>
            </p:nvSpPr>
            <p:spPr>
              <a:xfrm>
                <a:off x="4191270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0FFF29E1-D89F-6DF4-0B1D-A835A5183803}"/>
                  </a:ext>
                </a:extLst>
              </p:cNvPr>
              <p:cNvSpPr/>
              <p:nvPr/>
            </p:nvSpPr>
            <p:spPr>
              <a:xfrm>
                <a:off x="4592082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AE3DC624-5ED0-40FC-7CEF-E09DB45AC7E2}"/>
                  </a:ext>
                </a:extLst>
              </p:cNvPr>
              <p:cNvSpPr/>
              <p:nvPr/>
            </p:nvSpPr>
            <p:spPr>
              <a:xfrm>
                <a:off x="4993022" y="619942"/>
                <a:ext cx="12700" cy="1999487"/>
              </a:xfrm>
              <a:custGeom>
                <a:avLst/>
                <a:gdLst>
                  <a:gd name="csX0" fmla="*/ 0 w 12700"/>
                  <a:gd name="csY0" fmla="*/ 1999488 h 1999487"/>
                  <a:gd name="csX1" fmla="*/ 0 w 12700"/>
                  <a:gd name="csY1" fmla="*/ 0 h 19994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99487">
                    <a:moveTo>
                      <a:pt x="0" y="199948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465F17F7-EC70-CBFD-BBF2-A89AA5696B77}"/>
                  </a:ext>
                </a:extLst>
              </p:cNvPr>
              <p:cNvSpPr/>
              <p:nvPr/>
            </p:nvSpPr>
            <p:spPr>
              <a:xfrm>
                <a:off x="4360181" y="1435028"/>
                <a:ext cx="173227" cy="173227"/>
              </a:xfrm>
              <a:custGeom>
                <a:avLst/>
                <a:gdLst>
                  <a:gd name="csX0" fmla="*/ 173228 w 173227"/>
                  <a:gd name="csY0" fmla="*/ 86614 h 173227"/>
                  <a:gd name="csX1" fmla="*/ 86614 w 173227"/>
                  <a:gd name="csY1" fmla="*/ 173228 h 173227"/>
                  <a:gd name="csX2" fmla="*/ 0 w 173227"/>
                  <a:gd name="csY2" fmla="*/ 86614 h 173227"/>
                  <a:gd name="csX3" fmla="*/ 86614 w 173227"/>
                  <a:gd name="csY3" fmla="*/ 0 h 173227"/>
                  <a:gd name="csX4" fmla="*/ 173228 w 173227"/>
                  <a:gd name="csY4" fmla="*/ 86614 h 1732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3227" h="173227">
                    <a:moveTo>
                      <a:pt x="173228" y="86614"/>
                    </a:moveTo>
                    <a:cubicBezTo>
                      <a:pt x="173228" y="134450"/>
                      <a:pt x="134450" y="173228"/>
                      <a:pt x="86614" y="173228"/>
                    </a:cubicBezTo>
                    <a:cubicBezTo>
                      <a:pt x="38778" y="173228"/>
                      <a:pt x="0" y="134450"/>
                      <a:pt x="0" y="86614"/>
                    </a:cubicBezTo>
                    <a:cubicBezTo>
                      <a:pt x="0" y="38778"/>
                      <a:pt x="38778" y="0"/>
                      <a:pt x="86614" y="0"/>
                    </a:cubicBezTo>
                    <a:cubicBezTo>
                      <a:pt x="134450" y="0"/>
                      <a:pt x="173228" y="38778"/>
                      <a:pt x="173228" y="86614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8BAD665C-067D-DD19-619C-66FB8D1978CD}"/>
                  </a:ext>
                </a:extLst>
              </p:cNvPr>
              <p:cNvSpPr/>
              <p:nvPr/>
            </p:nvSpPr>
            <p:spPr>
              <a:xfrm>
                <a:off x="4653043" y="1030787"/>
                <a:ext cx="197612" cy="197612"/>
              </a:xfrm>
              <a:custGeom>
                <a:avLst/>
                <a:gdLst>
                  <a:gd name="csX0" fmla="*/ 197612 w 197612"/>
                  <a:gd name="csY0" fmla="*/ 98806 h 197612"/>
                  <a:gd name="csX1" fmla="*/ 98806 w 197612"/>
                  <a:gd name="csY1" fmla="*/ 197612 h 197612"/>
                  <a:gd name="csX2" fmla="*/ 0 w 197612"/>
                  <a:gd name="csY2" fmla="*/ 98806 h 197612"/>
                  <a:gd name="csX3" fmla="*/ 98806 w 197612"/>
                  <a:gd name="csY3" fmla="*/ 0 h 197612"/>
                  <a:gd name="csX4" fmla="*/ 197612 w 197612"/>
                  <a:gd name="csY4" fmla="*/ 98806 h 1976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7612" h="197612">
                    <a:moveTo>
                      <a:pt x="197612" y="98806"/>
                    </a:moveTo>
                    <a:cubicBezTo>
                      <a:pt x="197612" y="153375"/>
                      <a:pt x="153375" y="197612"/>
                      <a:pt x="98806" y="197612"/>
                    </a:cubicBezTo>
                    <a:cubicBezTo>
                      <a:pt x="44237" y="197612"/>
                      <a:pt x="0" y="153375"/>
                      <a:pt x="0" y="98806"/>
                    </a:cubicBezTo>
                    <a:cubicBezTo>
                      <a:pt x="0" y="44237"/>
                      <a:pt x="44237" y="0"/>
                      <a:pt x="98806" y="0"/>
                    </a:cubicBezTo>
                    <a:cubicBezTo>
                      <a:pt x="153375" y="0"/>
                      <a:pt x="197612" y="44237"/>
                      <a:pt x="197612" y="98806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1CF95279-3BC5-2AAD-E26E-D643399DE472}"/>
                  </a:ext>
                </a:extLst>
              </p:cNvPr>
              <p:cNvSpPr/>
              <p:nvPr/>
            </p:nvSpPr>
            <p:spPr>
              <a:xfrm>
                <a:off x="5091955" y="624641"/>
                <a:ext cx="225805" cy="225806"/>
              </a:xfrm>
              <a:custGeom>
                <a:avLst/>
                <a:gdLst>
                  <a:gd name="csX0" fmla="*/ 225806 w 225805"/>
                  <a:gd name="csY0" fmla="*/ 112903 h 225806"/>
                  <a:gd name="csX1" fmla="*/ 112903 w 225805"/>
                  <a:gd name="csY1" fmla="*/ 225806 h 225806"/>
                  <a:gd name="csX2" fmla="*/ 0 w 225805"/>
                  <a:gd name="csY2" fmla="*/ 112903 h 225806"/>
                  <a:gd name="csX3" fmla="*/ 112903 w 225805"/>
                  <a:gd name="csY3" fmla="*/ 0 h 225806"/>
                  <a:gd name="csX4" fmla="*/ 225806 w 225805"/>
                  <a:gd name="csY4" fmla="*/ 112903 h 2258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5805" h="225806">
                    <a:moveTo>
                      <a:pt x="225806" y="112903"/>
                    </a:moveTo>
                    <a:cubicBezTo>
                      <a:pt x="225806" y="175258"/>
                      <a:pt x="175258" y="225806"/>
                      <a:pt x="112903" y="225806"/>
                    </a:cubicBezTo>
                    <a:cubicBezTo>
                      <a:pt x="50548" y="225806"/>
                      <a:pt x="0" y="175258"/>
                      <a:pt x="0" y="112903"/>
                    </a:cubicBezTo>
                    <a:cubicBezTo>
                      <a:pt x="0" y="50548"/>
                      <a:pt x="50548" y="0"/>
                      <a:pt x="112903" y="0"/>
                    </a:cubicBezTo>
                    <a:cubicBezTo>
                      <a:pt x="175258" y="0"/>
                      <a:pt x="225806" y="50548"/>
                      <a:pt x="225806" y="112903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79" name="Freeform 478">
                <a:extLst>
                  <a:ext uri="{FF2B5EF4-FFF2-40B4-BE49-F238E27FC236}">
                    <a16:creationId xmlns:a16="http://schemas.microsoft.com/office/drawing/2014/main" id="{B4C68554-80AB-C01E-3CF5-80C0AA5B88B4}"/>
                  </a:ext>
                </a:extLst>
              </p:cNvPr>
              <p:cNvSpPr/>
              <p:nvPr/>
            </p:nvSpPr>
            <p:spPr>
              <a:xfrm>
                <a:off x="4263407" y="1832030"/>
                <a:ext cx="163322" cy="163321"/>
              </a:xfrm>
              <a:custGeom>
                <a:avLst/>
                <a:gdLst>
                  <a:gd name="csX0" fmla="*/ 163322 w 163322"/>
                  <a:gd name="csY0" fmla="*/ 81661 h 163321"/>
                  <a:gd name="csX1" fmla="*/ 81661 w 163322"/>
                  <a:gd name="csY1" fmla="*/ 163322 h 163321"/>
                  <a:gd name="csX2" fmla="*/ 0 w 163322"/>
                  <a:gd name="csY2" fmla="*/ 81661 h 163321"/>
                  <a:gd name="csX3" fmla="*/ 81661 w 163322"/>
                  <a:gd name="csY3" fmla="*/ 0 h 163321"/>
                  <a:gd name="csX4" fmla="*/ 163322 w 163322"/>
                  <a:gd name="csY4" fmla="*/ 81661 h 163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3322" h="163321">
                    <a:moveTo>
                      <a:pt x="163322" y="81661"/>
                    </a:moveTo>
                    <a:cubicBezTo>
                      <a:pt x="163322" y="126761"/>
                      <a:pt x="126761" y="163322"/>
                      <a:pt x="81661" y="163322"/>
                    </a:cubicBezTo>
                    <a:cubicBezTo>
                      <a:pt x="36561" y="163322"/>
                      <a:pt x="0" y="126761"/>
                      <a:pt x="0" y="81661"/>
                    </a:cubicBezTo>
                    <a:cubicBezTo>
                      <a:pt x="0" y="36561"/>
                      <a:pt x="36561" y="0"/>
                      <a:pt x="81661" y="0"/>
                    </a:cubicBezTo>
                    <a:cubicBezTo>
                      <a:pt x="126761" y="0"/>
                      <a:pt x="163322" y="36561"/>
                      <a:pt x="163322" y="81661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E1B89CD7-8B7D-B022-B4C4-23327F0F318C}"/>
                  </a:ext>
                </a:extLst>
              </p:cNvPr>
              <p:cNvSpPr/>
              <p:nvPr/>
            </p:nvSpPr>
            <p:spPr>
              <a:xfrm>
                <a:off x="4289696" y="1634545"/>
                <a:ext cx="166115" cy="166116"/>
              </a:xfrm>
              <a:custGeom>
                <a:avLst/>
                <a:gdLst>
                  <a:gd name="csX0" fmla="*/ 166116 w 166115"/>
                  <a:gd name="csY0" fmla="*/ 83058 h 166116"/>
                  <a:gd name="csX1" fmla="*/ 83058 w 166115"/>
                  <a:gd name="csY1" fmla="*/ 166116 h 166116"/>
                  <a:gd name="csX2" fmla="*/ 0 w 166115"/>
                  <a:gd name="csY2" fmla="*/ 83058 h 166116"/>
                  <a:gd name="csX3" fmla="*/ 83058 w 166115"/>
                  <a:gd name="csY3" fmla="*/ 0 h 166116"/>
                  <a:gd name="csX4" fmla="*/ 166116 w 166115"/>
                  <a:gd name="csY4" fmla="*/ 83058 h 166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6115" h="166116">
                    <a:moveTo>
                      <a:pt x="166116" y="83058"/>
                    </a:moveTo>
                    <a:cubicBezTo>
                      <a:pt x="166116" y="128930"/>
                      <a:pt x="128930" y="166116"/>
                      <a:pt x="83058" y="166116"/>
                    </a:cubicBezTo>
                    <a:cubicBezTo>
                      <a:pt x="37186" y="166116"/>
                      <a:pt x="0" y="128930"/>
                      <a:pt x="0" y="83058"/>
                    </a:cubicBezTo>
                    <a:cubicBezTo>
                      <a:pt x="0" y="37186"/>
                      <a:pt x="37186" y="0"/>
                      <a:pt x="83058" y="0"/>
                    </a:cubicBezTo>
                    <a:cubicBezTo>
                      <a:pt x="128930" y="0"/>
                      <a:pt x="166116" y="37186"/>
                      <a:pt x="166116" y="83058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ADE244C5-1F9C-AE65-845C-02FF0573E84B}"/>
                  </a:ext>
                </a:extLst>
              </p:cNvPr>
              <p:cNvSpPr/>
              <p:nvPr/>
            </p:nvSpPr>
            <p:spPr>
              <a:xfrm>
                <a:off x="4813825" y="829111"/>
                <a:ext cx="208788" cy="208787"/>
              </a:xfrm>
              <a:custGeom>
                <a:avLst/>
                <a:gdLst>
                  <a:gd name="csX0" fmla="*/ 208788 w 208788"/>
                  <a:gd name="csY0" fmla="*/ 104394 h 208787"/>
                  <a:gd name="csX1" fmla="*/ 104394 w 208788"/>
                  <a:gd name="csY1" fmla="*/ 208788 h 208787"/>
                  <a:gd name="csX2" fmla="*/ 0 w 208788"/>
                  <a:gd name="csY2" fmla="*/ 104394 h 208787"/>
                  <a:gd name="csX3" fmla="*/ 104394 w 208788"/>
                  <a:gd name="csY3" fmla="*/ 0 h 208787"/>
                  <a:gd name="csX4" fmla="*/ 208788 w 208788"/>
                  <a:gd name="csY4" fmla="*/ 104394 h 2087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08788" h="208787">
                    <a:moveTo>
                      <a:pt x="208788" y="104394"/>
                    </a:moveTo>
                    <a:cubicBezTo>
                      <a:pt x="208788" y="162049"/>
                      <a:pt x="162049" y="208788"/>
                      <a:pt x="104394" y="208788"/>
                    </a:cubicBezTo>
                    <a:cubicBezTo>
                      <a:pt x="46739" y="208788"/>
                      <a:pt x="0" y="162049"/>
                      <a:pt x="0" y="104394"/>
                    </a:cubicBezTo>
                    <a:cubicBezTo>
                      <a:pt x="0" y="46739"/>
                      <a:pt x="46739" y="0"/>
                      <a:pt x="104394" y="0"/>
                    </a:cubicBezTo>
                    <a:cubicBezTo>
                      <a:pt x="162049" y="0"/>
                      <a:pt x="208788" y="46739"/>
                      <a:pt x="208788" y="104394"/>
                    </a:cubicBezTo>
                    <a:close/>
                  </a:path>
                </a:pathLst>
              </a:custGeom>
              <a:solidFill>
                <a:srgbClr val="E0666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988A193E-649E-68EF-9639-72A97EC96711}"/>
                  </a:ext>
                </a:extLst>
              </p:cNvPr>
              <p:cNvSpPr/>
              <p:nvPr/>
            </p:nvSpPr>
            <p:spPr>
              <a:xfrm>
                <a:off x="4219719" y="2030531"/>
                <a:ext cx="158241" cy="158241"/>
              </a:xfrm>
              <a:custGeom>
                <a:avLst/>
                <a:gdLst>
                  <a:gd name="csX0" fmla="*/ 158242 w 158241"/>
                  <a:gd name="csY0" fmla="*/ 79121 h 158241"/>
                  <a:gd name="csX1" fmla="*/ 79121 w 158241"/>
                  <a:gd name="csY1" fmla="*/ 158242 h 158241"/>
                  <a:gd name="csX2" fmla="*/ 0 w 158241"/>
                  <a:gd name="csY2" fmla="*/ 79121 h 158241"/>
                  <a:gd name="csX3" fmla="*/ 79121 w 158241"/>
                  <a:gd name="csY3" fmla="*/ 0 h 158241"/>
                  <a:gd name="csX4" fmla="*/ 158242 w 158241"/>
                  <a:gd name="csY4" fmla="*/ 79121 h 1582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8241" h="158241">
                    <a:moveTo>
                      <a:pt x="158242" y="79121"/>
                    </a:moveTo>
                    <a:cubicBezTo>
                      <a:pt x="158242" y="122818"/>
                      <a:pt x="122818" y="158242"/>
                      <a:pt x="79121" y="158242"/>
                    </a:cubicBezTo>
                    <a:cubicBezTo>
                      <a:pt x="35424" y="158242"/>
                      <a:pt x="0" y="122818"/>
                      <a:pt x="0" y="79121"/>
                    </a:cubicBezTo>
                    <a:cubicBezTo>
                      <a:pt x="0" y="35424"/>
                      <a:pt x="35424" y="0"/>
                      <a:pt x="79121" y="0"/>
                    </a:cubicBezTo>
                    <a:cubicBezTo>
                      <a:pt x="122818" y="0"/>
                      <a:pt x="158242" y="35424"/>
                      <a:pt x="158242" y="79121"/>
                    </a:cubicBezTo>
                    <a:close/>
                  </a:path>
                </a:pathLst>
              </a:custGeom>
              <a:solidFill>
                <a:srgbClr val="507DB3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62F48077-5DC7-5C7E-BD51-D495FCBF6527}"/>
                  </a:ext>
                </a:extLst>
              </p:cNvPr>
              <p:cNvSpPr/>
              <p:nvPr/>
            </p:nvSpPr>
            <p:spPr>
              <a:xfrm>
                <a:off x="3948574" y="2456489"/>
                <a:ext cx="90424" cy="90424"/>
              </a:xfrm>
              <a:custGeom>
                <a:avLst/>
                <a:gdLst>
                  <a:gd name="csX0" fmla="*/ 90424 w 90424"/>
                  <a:gd name="csY0" fmla="*/ 45212 h 90424"/>
                  <a:gd name="csX1" fmla="*/ 45212 w 90424"/>
                  <a:gd name="csY1" fmla="*/ 90424 h 90424"/>
                  <a:gd name="csX2" fmla="*/ 0 w 90424"/>
                  <a:gd name="csY2" fmla="*/ 45212 h 90424"/>
                  <a:gd name="csX3" fmla="*/ 45212 w 90424"/>
                  <a:gd name="csY3" fmla="*/ 0 h 90424"/>
                  <a:gd name="csX4" fmla="*/ 90424 w 90424"/>
                  <a:gd name="csY4" fmla="*/ 45212 h 904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0424" h="90424">
                    <a:moveTo>
                      <a:pt x="90424" y="45212"/>
                    </a:moveTo>
                    <a:cubicBezTo>
                      <a:pt x="90424" y="70182"/>
                      <a:pt x="70182" y="90424"/>
                      <a:pt x="45212" y="90424"/>
                    </a:cubicBezTo>
                    <a:cubicBezTo>
                      <a:pt x="20242" y="90424"/>
                      <a:pt x="0" y="70182"/>
                      <a:pt x="0" y="45212"/>
                    </a:cubicBezTo>
                    <a:cubicBezTo>
                      <a:pt x="0" y="20242"/>
                      <a:pt x="20242" y="0"/>
                      <a:pt x="45212" y="0"/>
                    </a:cubicBezTo>
                    <a:cubicBezTo>
                      <a:pt x="70182" y="0"/>
                      <a:pt x="90424" y="20242"/>
                      <a:pt x="90424" y="45212"/>
                    </a:cubicBezTo>
                    <a:close/>
                  </a:path>
                </a:pathLst>
              </a:custGeom>
              <a:solidFill>
                <a:srgbClr val="327EB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3FA58C67-AF49-94A0-827B-AA0361D9A5E9}"/>
                  </a:ext>
                </a:extLst>
              </p:cNvPr>
              <p:cNvSpPr/>
              <p:nvPr/>
            </p:nvSpPr>
            <p:spPr>
              <a:xfrm>
                <a:off x="4457336" y="1234495"/>
                <a:ext cx="182117" cy="182118"/>
              </a:xfrm>
              <a:custGeom>
                <a:avLst/>
                <a:gdLst>
                  <a:gd name="csX0" fmla="*/ 182118 w 182117"/>
                  <a:gd name="csY0" fmla="*/ 91059 h 182118"/>
                  <a:gd name="csX1" fmla="*/ 91059 w 182117"/>
                  <a:gd name="csY1" fmla="*/ 182118 h 182118"/>
                  <a:gd name="csX2" fmla="*/ 0 w 182117"/>
                  <a:gd name="csY2" fmla="*/ 91059 h 182118"/>
                  <a:gd name="csX3" fmla="*/ 91059 w 182117"/>
                  <a:gd name="csY3" fmla="*/ 0 h 182118"/>
                  <a:gd name="csX4" fmla="*/ 182118 w 182117"/>
                  <a:gd name="csY4" fmla="*/ 91059 h 1821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2117" h="182118">
                    <a:moveTo>
                      <a:pt x="182118" y="91059"/>
                    </a:moveTo>
                    <a:cubicBezTo>
                      <a:pt x="182118" y="141350"/>
                      <a:pt x="141350" y="182118"/>
                      <a:pt x="91059" y="182118"/>
                    </a:cubicBezTo>
                    <a:cubicBezTo>
                      <a:pt x="40769" y="182118"/>
                      <a:pt x="0" y="141349"/>
                      <a:pt x="0" y="91059"/>
                    </a:cubicBezTo>
                    <a:cubicBezTo>
                      <a:pt x="0" y="40768"/>
                      <a:pt x="40769" y="0"/>
                      <a:pt x="91059" y="0"/>
                    </a:cubicBezTo>
                    <a:cubicBezTo>
                      <a:pt x="141350" y="0"/>
                      <a:pt x="182118" y="40769"/>
                      <a:pt x="182118" y="91059"/>
                    </a:cubicBezTo>
                    <a:close/>
                  </a:path>
                </a:pathLst>
              </a:custGeom>
              <a:solidFill>
                <a:srgbClr val="327EB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8A7B0527-DD05-CE00-C826-CFA4DA87D467}"/>
                  </a:ext>
                </a:extLst>
              </p:cNvPr>
              <p:cNvSpPr/>
              <p:nvPr/>
            </p:nvSpPr>
            <p:spPr>
              <a:xfrm>
                <a:off x="3951875" y="2254686"/>
                <a:ext cx="102108" cy="102108"/>
              </a:xfrm>
              <a:custGeom>
                <a:avLst/>
                <a:gdLst>
                  <a:gd name="csX0" fmla="*/ 102108 w 102108"/>
                  <a:gd name="csY0" fmla="*/ 51054 h 102108"/>
                  <a:gd name="csX1" fmla="*/ 51054 w 102108"/>
                  <a:gd name="csY1" fmla="*/ 102108 h 102108"/>
                  <a:gd name="csX2" fmla="*/ 0 w 102108"/>
                  <a:gd name="csY2" fmla="*/ 51054 h 102108"/>
                  <a:gd name="csX3" fmla="*/ 51054 w 102108"/>
                  <a:gd name="csY3" fmla="*/ 0 h 102108"/>
                  <a:gd name="csX4" fmla="*/ 102108 w 102108"/>
                  <a:gd name="csY4" fmla="*/ 51054 h 1021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2108" h="102108">
                    <a:moveTo>
                      <a:pt x="102108" y="51054"/>
                    </a:moveTo>
                    <a:cubicBezTo>
                      <a:pt x="102108" y="79250"/>
                      <a:pt x="79250" y="102108"/>
                      <a:pt x="51054" y="102108"/>
                    </a:cubicBezTo>
                    <a:cubicBezTo>
                      <a:pt x="22858" y="102108"/>
                      <a:pt x="0" y="79250"/>
                      <a:pt x="0" y="51054"/>
                    </a:cubicBezTo>
                    <a:cubicBezTo>
                      <a:pt x="0" y="22858"/>
                      <a:pt x="22858" y="0"/>
                      <a:pt x="51054" y="0"/>
                    </a:cubicBezTo>
                    <a:cubicBezTo>
                      <a:pt x="79250" y="0"/>
                      <a:pt x="102108" y="22858"/>
                      <a:pt x="102108" y="51054"/>
                    </a:cubicBezTo>
                    <a:close/>
                  </a:path>
                </a:pathLst>
              </a:custGeom>
              <a:solidFill>
                <a:srgbClr val="327EBA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98AAB5E0-6397-CD36-D50C-8B10A2E40DA3}"/>
                  </a:ext>
                </a:extLst>
              </p:cNvPr>
              <p:cNvSpPr/>
              <p:nvPr/>
            </p:nvSpPr>
            <p:spPr>
              <a:xfrm>
                <a:off x="3933206" y="557842"/>
                <a:ext cx="1443925" cy="2061588"/>
              </a:xfrm>
              <a:custGeom>
                <a:avLst/>
                <a:gdLst>
                  <a:gd name="csX0" fmla="*/ 0 w 1332230"/>
                  <a:gd name="csY0" fmla="*/ 0 h 1999488"/>
                  <a:gd name="csX1" fmla="*/ 1332230 w 1332230"/>
                  <a:gd name="csY1" fmla="*/ 0 h 1999488"/>
                  <a:gd name="csX2" fmla="*/ 1332230 w 1332230"/>
                  <a:gd name="csY2" fmla="*/ 1999488 h 1999488"/>
                  <a:gd name="csX3" fmla="*/ 0 w 1332230"/>
                  <a:gd name="csY3" fmla="*/ 1999488 h 199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32230" h="1999488">
                    <a:moveTo>
                      <a:pt x="0" y="0"/>
                    </a:moveTo>
                    <a:lnTo>
                      <a:pt x="1332230" y="0"/>
                    </a:lnTo>
                    <a:lnTo>
                      <a:pt x="1332230" y="1999488"/>
                    </a:lnTo>
                    <a:lnTo>
                      <a:pt x="0" y="1999488"/>
                    </a:lnTo>
                    <a:close/>
                  </a:path>
                </a:pathLst>
              </a:custGeom>
              <a:noFill/>
              <a:ln w="13589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1701"/>
              </a:p>
            </p:txBody>
          </p:sp>
        </p:grpSp>
        <p:sp>
          <p:nvSpPr>
            <p:cNvPr id="407" name="TextBox 406">
              <a:extLst>
                <a:ext uri="{FF2B5EF4-FFF2-40B4-BE49-F238E27FC236}">
                  <a16:creationId xmlns:a16="http://schemas.microsoft.com/office/drawing/2014/main" id="{DD1863CD-3532-03CD-68E3-7839BDCEAAF0}"/>
                </a:ext>
              </a:extLst>
            </p:cNvPr>
            <p:cNvSpPr txBox="1"/>
            <p:nvPr/>
          </p:nvSpPr>
          <p:spPr>
            <a:xfrm>
              <a:off x="1595396" y="2390859"/>
              <a:ext cx="2385570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Ionotropic glutamate receptor signaling pathway</a:t>
              </a:r>
            </a:p>
          </p:txBody>
        </p:sp>
        <p:sp>
          <p:nvSpPr>
            <p:cNvPr id="408" name="TextBox 407">
              <a:extLst>
                <a:ext uri="{FF2B5EF4-FFF2-40B4-BE49-F238E27FC236}">
                  <a16:creationId xmlns:a16="http://schemas.microsoft.com/office/drawing/2014/main" id="{F7BE2147-AFC1-5F9B-AC9E-A09B6F8AF196}"/>
                </a:ext>
              </a:extLst>
            </p:cNvPr>
            <p:cNvSpPr txBox="1"/>
            <p:nvPr/>
          </p:nvSpPr>
          <p:spPr>
            <a:xfrm>
              <a:off x="1424473" y="2196008"/>
              <a:ext cx="2556493" cy="220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synaptic membrane adhesion</a:t>
              </a:r>
            </a:p>
          </p:txBody>
        </p:sp>
        <p:sp>
          <p:nvSpPr>
            <p:cNvPr id="409" name="TextBox 408">
              <a:extLst>
                <a:ext uri="{FF2B5EF4-FFF2-40B4-BE49-F238E27FC236}">
                  <a16:creationId xmlns:a16="http://schemas.microsoft.com/office/drawing/2014/main" id="{999FEC4D-84D1-266D-4699-F91B06F5AE6F}"/>
                </a:ext>
              </a:extLst>
            </p:cNvPr>
            <p:cNvSpPr txBox="1"/>
            <p:nvPr/>
          </p:nvSpPr>
          <p:spPr>
            <a:xfrm>
              <a:off x="2306216" y="2001161"/>
              <a:ext cx="1674750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proton transmembrane transport</a:t>
              </a:r>
            </a:p>
          </p:txBody>
        </p:sp>
        <p:sp>
          <p:nvSpPr>
            <p:cNvPr id="410" name="TextBox 409">
              <a:extLst>
                <a:ext uri="{FF2B5EF4-FFF2-40B4-BE49-F238E27FC236}">
                  <a16:creationId xmlns:a16="http://schemas.microsoft.com/office/drawing/2014/main" id="{B857437D-187D-3645-1157-C6A52C2F7E50}"/>
                </a:ext>
              </a:extLst>
            </p:cNvPr>
            <p:cNvSpPr txBox="1"/>
            <p:nvPr/>
          </p:nvSpPr>
          <p:spPr>
            <a:xfrm>
              <a:off x="1346911" y="1809752"/>
              <a:ext cx="2634055" cy="220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 modulation of chemical synaptic transmission</a:t>
              </a:r>
            </a:p>
          </p:txBody>
        </p:sp>
        <p:sp>
          <p:nvSpPr>
            <p:cNvPr id="411" name="TextBox 410">
              <a:extLst>
                <a:ext uri="{FF2B5EF4-FFF2-40B4-BE49-F238E27FC236}">
                  <a16:creationId xmlns:a16="http://schemas.microsoft.com/office/drawing/2014/main" id="{35192D0D-9A98-30FA-025F-DF2D294FC7EF}"/>
                </a:ext>
              </a:extLst>
            </p:cNvPr>
            <p:cNvSpPr txBox="1"/>
            <p:nvPr/>
          </p:nvSpPr>
          <p:spPr>
            <a:xfrm>
              <a:off x="3122214" y="1608029"/>
              <a:ext cx="858752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dendritic spine</a:t>
              </a:r>
            </a:p>
          </p:txBody>
        </p:sp>
        <p:sp>
          <p:nvSpPr>
            <p:cNvPr id="412" name="TextBox 411">
              <a:extLst>
                <a:ext uri="{FF2B5EF4-FFF2-40B4-BE49-F238E27FC236}">
                  <a16:creationId xmlns:a16="http://schemas.microsoft.com/office/drawing/2014/main" id="{FD56019E-4EF5-CA35-1E19-670AD244F1E8}"/>
                </a:ext>
              </a:extLst>
            </p:cNvPr>
            <p:cNvSpPr txBox="1"/>
            <p:nvPr/>
          </p:nvSpPr>
          <p:spPr>
            <a:xfrm>
              <a:off x="2338447" y="1409744"/>
              <a:ext cx="1642519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postsynaptic density membrane</a:t>
              </a:r>
            </a:p>
          </p:txBody>
        </p:sp>
        <p:sp>
          <p:nvSpPr>
            <p:cNvPr id="413" name="TextBox 412">
              <a:extLst>
                <a:ext uri="{FF2B5EF4-FFF2-40B4-BE49-F238E27FC236}">
                  <a16:creationId xmlns:a16="http://schemas.microsoft.com/office/drawing/2014/main" id="{62DCD014-553F-22A2-EE44-F02B2D9729F4}"/>
                </a:ext>
              </a:extLst>
            </p:cNvPr>
            <p:cNvSpPr txBox="1"/>
            <p:nvPr/>
          </p:nvSpPr>
          <p:spPr>
            <a:xfrm>
              <a:off x="2859261" y="1214897"/>
              <a:ext cx="1121705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postsynaptic density</a:t>
              </a:r>
            </a:p>
          </p:txBody>
        </p:sp>
        <p:sp>
          <p:nvSpPr>
            <p:cNvPr id="414" name="TextBox 413">
              <a:extLst>
                <a:ext uri="{FF2B5EF4-FFF2-40B4-BE49-F238E27FC236}">
                  <a16:creationId xmlns:a16="http://schemas.microsoft.com/office/drawing/2014/main" id="{D5EB907E-87D5-C705-9298-ED921D5B9757}"/>
                </a:ext>
              </a:extLst>
            </p:cNvPr>
            <p:cNvSpPr txBox="1"/>
            <p:nvPr/>
          </p:nvSpPr>
          <p:spPr>
            <a:xfrm>
              <a:off x="2693008" y="1020050"/>
              <a:ext cx="1287958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postsynaptic membrane</a:t>
              </a:r>
            </a:p>
          </p:txBody>
        </p:sp>
        <p:sp>
          <p:nvSpPr>
            <p:cNvPr id="415" name="TextBox 414">
              <a:extLst>
                <a:ext uri="{FF2B5EF4-FFF2-40B4-BE49-F238E27FC236}">
                  <a16:creationId xmlns:a16="http://schemas.microsoft.com/office/drawing/2014/main" id="{73EB76C8-C100-98FA-B6E2-BE772C78ADFF}"/>
                </a:ext>
              </a:extLst>
            </p:cNvPr>
            <p:cNvSpPr txBox="1"/>
            <p:nvPr/>
          </p:nvSpPr>
          <p:spPr>
            <a:xfrm>
              <a:off x="3561600" y="821760"/>
              <a:ext cx="419366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axon</a:t>
              </a:r>
            </a:p>
          </p:txBody>
        </p:sp>
        <p:sp>
          <p:nvSpPr>
            <p:cNvPr id="416" name="TextBox 415">
              <a:extLst>
                <a:ext uri="{FF2B5EF4-FFF2-40B4-BE49-F238E27FC236}">
                  <a16:creationId xmlns:a16="http://schemas.microsoft.com/office/drawing/2014/main" id="{AE6F4D1E-19CB-1C8C-6428-DA618E69BC61}"/>
                </a:ext>
              </a:extLst>
            </p:cNvPr>
            <p:cNvSpPr txBox="1"/>
            <p:nvPr/>
          </p:nvSpPr>
          <p:spPr>
            <a:xfrm>
              <a:off x="3412309" y="630352"/>
              <a:ext cx="568657" cy="2208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56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dendrite</a:t>
              </a:r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2BFB29BE-2379-3337-C5BF-9E7373AEEAC5}"/>
                </a:ext>
              </a:extLst>
            </p:cNvPr>
            <p:cNvSpPr/>
            <p:nvPr/>
          </p:nvSpPr>
          <p:spPr>
            <a:xfrm>
              <a:off x="3898409" y="2501701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00517795-98CF-FFE9-A3F4-220DD81AA089}"/>
                </a:ext>
              </a:extLst>
            </p:cNvPr>
            <p:cNvSpPr/>
            <p:nvPr/>
          </p:nvSpPr>
          <p:spPr>
            <a:xfrm>
              <a:off x="3898409" y="2305739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81AE94D9-9704-1AE6-7A15-A12ED970C35C}"/>
                </a:ext>
              </a:extLst>
            </p:cNvPr>
            <p:cNvSpPr/>
            <p:nvPr/>
          </p:nvSpPr>
          <p:spPr>
            <a:xfrm>
              <a:off x="3898409" y="2109651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04E79984-B115-5B12-1D0C-5B8A04D87DC7}"/>
                </a:ext>
              </a:extLst>
            </p:cNvPr>
            <p:cNvSpPr/>
            <p:nvPr/>
          </p:nvSpPr>
          <p:spPr>
            <a:xfrm>
              <a:off x="3898409" y="1913691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8682EFB8-97E2-0CC6-11CB-DC591EDDF6B1}"/>
                </a:ext>
              </a:extLst>
            </p:cNvPr>
            <p:cNvSpPr/>
            <p:nvPr/>
          </p:nvSpPr>
          <p:spPr>
            <a:xfrm>
              <a:off x="3898409" y="171760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6F34543F-9EFE-394D-C3B9-6836EFF99C33}"/>
                </a:ext>
              </a:extLst>
            </p:cNvPr>
            <p:cNvSpPr/>
            <p:nvPr/>
          </p:nvSpPr>
          <p:spPr>
            <a:xfrm>
              <a:off x="3898409" y="1521642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4AE83E18-434E-B341-2557-BD19A475A9D2}"/>
                </a:ext>
              </a:extLst>
            </p:cNvPr>
            <p:cNvSpPr/>
            <p:nvPr/>
          </p:nvSpPr>
          <p:spPr>
            <a:xfrm>
              <a:off x="3898409" y="132555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5B009ED7-507D-EE92-D8FF-075EAFFE8C02}"/>
                </a:ext>
              </a:extLst>
            </p:cNvPr>
            <p:cNvSpPr/>
            <p:nvPr/>
          </p:nvSpPr>
          <p:spPr>
            <a:xfrm>
              <a:off x="3898409" y="112959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80EA3547-138F-FBE7-5EE1-4B538FEB8468}"/>
                </a:ext>
              </a:extLst>
            </p:cNvPr>
            <p:cNvSpPr/>
            <p:nvPr/>
          </p:nvSpPr>
          <p:spPr>
            <a:xfrm>
              <a:off x="3898409" y="93350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FCC832B2-A777-FCBE-65D2-F58F0DDCF92E}"/>
                </a:ext>
              </a:extLst>
            </p:cNvPr>
            <p:cNvSpPr/>
            <p:nvPr/>
          </p:nvSpPr>
          <p:spPr>
            <a:xfrm>
              <a:off x="3898409" y="73754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63B932E6-D817-78BD-9082-53AB0EB6016F}"/>
                </a:ext>
              </a:extLst>
            </p:cNvPr>
            <p:cNvSpPr/>
            <p:nvPr/>
          </p:nvSpPr>
          <p:spPr>
            <a:xfrm>
              <a:off x="4191270" y="2619429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4ECA15E-20AA-972A-1D33-32C294C199C9}"/>
                </a:ext>
              </a:extLst>
            </p:cNvPr>
            <p:cNvSpPr/>
            <p:nvPr/>
          </p:nvSpPr>
          <p:spPr>
            <a:xfrm>
              <a:off x="4592082" y="2619429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538CE7BF-6564-AE56-8C47-771245A60AF3}"/>
                </a:ext>
              </a:extLst>
            </p:cNvPr>
            <p:cNvSpPr/>
            <p:nvPr/>
          </p:nvSpPr>
          <p:spPr>
            <a:xfrm>
              <a:off x="4993022" y="2619429"/>
              <a:ext cx="12700" cy="34798"/>
            </a:xfrm>
            <a:custGeom>
              <a:avLst/>
              <a:gdLst>
                <a:gd name="csX0" fmla="*/ 0 w 12700"/>
                <a:gd name="csY0" fmla="*/ 34798 h 34798"/>
                <a:gd name="csX1" fmla="*/ 0 w 12700"/>
                <a:gd name="csY1" fmla="*/ 0 h 3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8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30" name="TextBox 429">
              <a:extLst>
                <a:ext uri="{FF2B5EF4-FFF2-40B4-BE49-F238E27FC236}">
                  <a16:creationId xmlns:a16="http://schemas.microsoft.com/office/drawing/2014/main" id="{0A6B92B6-986B-7F1C-B81A-8B614CC7CDF9}"/>
                </a:ext>
              </a:extLst>
            </p:cNvPr>
            <p:cNvSpPr txBox="1"/>
            <p:nvPr/>
          </p:nvSpPr>
          <p:spPr>
            <a:xfrm>
              <a:off x="3980738" y="2607450"/>
              <a:ext cx="42106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0.02</a:t>
              </a:r>
            </a:p>
          </p:txBody>
        </p:sp>
        <p:sp>
          <p:nvSpPr>
            <p:cNvPr id="431" name="TextBox 430">
              <a:extLst>
                <a:ext uri="{FF2B5EF4-FFF2-40B4-BE49-F238E27FC236}">
                  <a16:creationId xmlns:a16="http://schemas.microsoft.com/office/drawing/2014/main" id="{9FC9BE83-18E7-CE08-C026-C9818B5BA7C2}"/>
                </a:ext>
              </a:extLst>
            </p:cNvPr>
            <p:cNvSpPr txBox="1"/>
            <p:nvPr/>
          </p:nvSpPr>
          <p:spPr>
            <a:xfrm>
              <a:off x="4381550" y="2607450"/>
              <a:ext cx="42106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0.04</a:t>
              </a:r>
            </a:p>
          </p:txBody>
        </p:sp>
        <p:sp>
          <p:nvSpPr>
            <p:cNvPr id="432" name="TextBox 431">
              <a:extLst>
                <a:ext uri="{FF2B5EF4-FFF2-40B4-BE49-F238E27FC236}">
                  <a16:creationId xmlns:a16="http://schemas.microsoft.com/office/drawing/2014/main" id="{AE2B4B8A-76EF-188D-A056-0CBED5FDEB30}"/>
                </a:ext>
              </a:extLst>
            </p:cNvPr>
            <p:cNvSpPr txBox="1"/>
            <p:nvPr/>
          </p:nvSpPr>
          <p:spPr>
            <a:xfrm>
              <a:off x="4782489" y="2607450"/>
              <a:ext cx="421064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0.06</a:t>
              </a:r>
            </a:p>
          </p:txBody>
        </p:sp>
        <p:sp>
          <p:nvSpPr>
            <p:cNvPr id="433" name="TextBox 432">
              <a:extLst>
                <a:ext uri="{FF2B5EF4-FFF2-40B4-BE49-F238E27FC236}">
                  <a16:creationId xmlns:a16="http://schemas.microsoft.com/office/drawing/2014/main" id="{EA01988A-CDD2-140A-268A-DF29F9957CBE}"/>
                </a:ext>
              </a:extLst>
            </p:cNvPr>
            <p:cNvSpPr txBox="1"/>
            <p:nvPr/>
          </p:nvSpPr>
          <p:spPr>
            <a:xfrm>
              <a:off x="4225081" y="2783472"/>
              <a:ext cx="748481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GeneRatio</a:t>
              </a:r>
              <a:endPara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435" name="TextBox 434">
              <a:extLst>
                <a:ext uri="{FF2B5EF4-FFF2-40B4-BE49-F238E27FC236}">
                  <a16:creationId xmlns:a16="http://schemas.microsoft.com/office/drawing/2014/main" id="{0B610D9D-966C-DE27-5C58-1E4BDB469021}"/>
                </a:ext>
              </a:extLst>
            </p:cNvPr>
            <p:cNvSpPr txBox="1"/>
            <p:nvPr/>
          </p:nvSpPr>
          <p:spPr>
            <a:xfrm>
              <a:off x="5435389" y="299165"/>
              <a:ext cx="566959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p.adjust</a:t>
              </a:r>
            </a:p>
          </p:txBody>
        </p:sp>
        <p:pic>
          <p:nvPicPr>
            <p:cNvPr id="436" name="Picture 435">
              <a:extLst>
                <a:ext uri="{FF2B5EF4-FFF2-40B4-BE49-F238E27FC236}">
                  <a16:creationId xmlns:a16="http://schemas.microsoft.com/office/drawing/2014/main" id="{6CE0BAD1-B77E-038D-DD64-7E0E6220F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4225" y="555680"/>
              <a:ext cx="219456" cy="1097280"/>
            </a:xfrm>
            <a:custGeom>
              <a:avLst/>
              <a:gdLst>
                <a:gd name="csX0" fmla="*/ 0 w 219456"/>
                <a:gd name="csY0" fmla="*/ 0 h 1097280"/>
                <a:gd name="csX1" fmla="*/ 219456 w 219456"/>
                <a:gd name="csY1" fmla="*/ 0 h 1097280"/>
                <a:gd name="csX2" fmla="*/ 219456 w 219456"/>
                <a:gd name="csY2" fmla="*/ 1097280 h 1097280"/>
                <a:gd name="csX3" fmla="*/ 0 w 219456"/>
                <a:gd name="csY3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456" h="1097280">
                  <a:moveTo>
                    <a:pt x="0" y="0"/>
                  </a:moveTo>
                  <a:lnTo>
                    <a:pt x="219456" y="0"/>
                  </a:lnTo>
                  <a:lnTo>
                    <a:pt x="219456" y="1097280"/>
                  </a:lnTo>
                  <a:lnTo>
                    <a:pt x="0" y="1097280"/>
                  </a:lnTo>
                  <a:close/>
                </a:path>
              </a:pathLst>
            </a:custGeom>
          </p:spPr>
        </p:pic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6B70246E-114B-8EEA-856C-DC60DD9D8B6E}"/>
                </a:ext>
              </a:extLst>
            </p:cNvPr>
            <p:cNvSpPr/>
            <p:nvPr/>
          </p:nvSpPr>
          <p:spPr>
            <a:xfrm>
              <a:off x="5649738" y="841937"/>
              <a:ext cx="43941" cy="12700"/>
            </a:xfrm>
            <a:custGeom>
              <a:avLst/>
              <a:gdLst>
                <a:gd name="csX0" fmla="*/ 0 w 43941"/>
                <a:gd name="csY0" fmla="*/ 0 h 12700"/>
                <a:gd name="csX1" fmla="*/ 43942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0" y="0"/>
                  </a:moveTo>
                  <a:lnTo>
                    <a:pt x="43942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8113616E-C645-0AB0-45A9-68ABBA7F2B03}"/>
                </a:ext>
              </a:extLst>
            </p:cNvPr>
            <p:cNvSpPr/>
            <p:nvPr/>
          </p:nvSpPr>
          <p:spPr>
            <a:xfrm>
              <a:off x="5649738" y="1126418"/>
              <a:ext cx="43941" cy="12700"/>
            </a:xfrm>
            <a:custGeom>
              <a:avLst/>
              <a:gdLst>
                <a:gd name="csX0" fmla="*/ 0 w 43941"/>
                <a:gd name="csY0" fmla="*/ 0 h 12700"/>
                <a:gd name="csX1" fmla="*/ 43942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0" y="0"/>
                  </a:moveTo>
                  <a:lnTo>
                    <a:pt x="43942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28A4240E-9D8A-18D0-C14F-EED04342C664}"/>
                </a:ext>
              </a:extLst>
            </p:cNvPr>
            <p:cNvSpPr/>
            <p:nvPr/>
          </p:nvSpPr>
          <p:spPr>
            <a:xfrm>
              <a:off x="5649738" y="1410897"/>
              <a:ext cx="43941" cy="12700"/>
            </a:xfrm>
            <a:custGeom>
              <a:avLst/>
              <a:gdLst>
                <a:gd name="csX0" fmla="*/ 0 w 43941"/>
                <a:gd name="csY0" fmla="*/ 0 h 12700"/>
                <a:gd name="csX1" fmla="*/ 43942 w 4394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941" h="12700">
                  <a:moveTo>
                    <a:pt x="0" y="0"/>
                  </a:moveTo>
                  <a:lnTo>
                    <a:pt x="43942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F49136D3-4C5F-CB0B-7267-6B9AB9189623}"/>
                </a:ext>
              </a:extLst>
            </p:cNvPr>
            <p:cNvSpPr/>
            <p:nvPr/>
          </p:nvSpPr>
          <p:spPr>
            <a:xfrm>
              <a:off x="5474224" y="841937"/>
              <a:ext cx="43815" cy="12700"/>
            </a:xfrm>
            <a:custGeom>
              <a:avLst/>
              <a:gdLst>
                <a:gd name="csX0" fmla="*/ 43815 w 43815"/>
                <a:gd name="csY0" fmla="*/ 0 h 12700"/>
                <a:gd name="csX1" fmla="*/ 0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43815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7330B07E-F827-F2E3-9FA1-B2642F90BC34}"/>
                </a:ext>
              </a:extLst>
            </p:cNvPr>
            <p:cNvSpPr/>
            <p:nvPr/>
          </p:nvSpPr>
          <p:spPr>
            <a:xfrm>
              <a:off x="5474224" y="1126418"/>
              <a:ext cx="43815" cy="12700"/>
            </a:xfrm>
            <a:custGeom>
              <a:avLst/>
              <a:gdLst>
                <a:gd name="csX0" fmla="*/ 43815 w 43815"/>
                <a:gd name="csY0" fmla="*/ 0 h 12700"/>
                <a:gd name="csX1" fmla="*/ 0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43815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B0A27005-D03E-3532-3D59-862BD3953C05}"/>
                </a:ext>
              </a:extLst>
            </p:cNvPr>
            <p:cNvSpPr/>
            <p:nvPr/>
          </p:nvSpPr>
          <p:spPr>
            <a:xfrm>
              <a:off x="5474224" y="1410897"/>
              <a:ext cx="43815" cy="12700"/>
            </a:xfrm>
            <a:custGeom>
              <a:avLst/>
              <a:gdLst>
                <a:gd name="csX0" fmla="*/ 43815 w 43815"/>
                <a:gd name="csY0" fmla="*/ 0 h 12700"/>
                <a:gd name="csX1" fmla="*/ 0 w 4381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3815" h="12700">
                  <a:moveTo>
                    <a:pt x="43815" y="0"/>
                  </a:moveTo>
                  <a:lnTo>
                    <a:pt x="0" y="0"/>
                  </a:lnTo>
                </a:path>
              </a:pathLst>
            </a:custGeom>
            <a:noFill/>
            <a:ln w="4826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3" name="TextBox 442">
              <a:extLst>
                <a:ext uri="{FF2B5EF4-FFF2-40B4-BE49-F238E27FC236}">
                  <a16:creationId xmlns:a16="http://schemas.microsoft.com/office/drawing/2014/main" id="{953471FD-C930-DFD0-C767-54AB359014CA}"/>
                </a:ext>
              </a:extLst>
            </p:cNvPr>
            <p:cNvSpPr txBox="1"/>
            <p:nvPr/>
          </p:nvSpPr>
          <p:spPr>
            <a:xfrm>
              <a:off x="5699056" y="735049"/>
              <a:ext cx="414278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1e-07</a:t>
              </a:r>
            </a:p>
          </p:txBody>
        </p:sp>
        <p:sp>
          <p:nvSpPr>
            <p:cNvPr id="444" name="TextBox 443">
              <a:extLst>
                <a:ext uri="{FF2B5EF4-FFF2-40B4-BE49-F238E27FC236}">
                  <a16:creationId xmlns:a16="http://schemas.microsoft.com/office/drawing/2014/main" id="{E855C0E7-BF77-4744-B40B-50CB4D495D4A}"/>
                </a:ext>
              </a:extLst>
            </p:cNvPr>
            <p:cNvSpPr txBox="1"/>
            <p:nvPr/>
          </p:nvSpPr>
          <p:spPr>
            <a:xfrm>
              <a:off x="5699056" y="1019529"/>
              <a:ext cx="414278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2e-07</a:t>
              </a:r>
            </a:p>
          </p:txBody>
        </p:sp>
        <p:sp>
          <p:nvSpPr>
            <p:cNvPr id="445" name="TextBox 444">
              <a:extLst>
                <a:ext uri="{FF2B5EF4-FFF2-40B4-BE49-F238E27FC236}">
                  <a16:creationId xmlns:a16="http://schemas.microsoft.com/office/drawing/2014/main" id="{A6DCD246-1065-2AED-343C-AA822EB06BD8}"/>
                </a:ext>
              </a:extLst>
            </p:cNvPr>
            <p:cNvSpPr txBox="1"/>
            <p:nvPr/>
          </p:nvSpPr>
          <p:spPr>
            <a:xfrm>
              <a:off x="5699056" y="1304010"/>
              <a:ext cx="414278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3e-07</a:t>
              </a:r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ED1305F6-5FF0-5927-10B4-C7329C056916}"/>
                </a:ext>
              </a:extLst>
            </p:cNvPr>
            <p:cNvSpPr/>
            <p:nvPr/>
          </p:nvSpPr>
          <p:spPr>
            <a:xfrm>
              <a:off x="5404629" y="1861748"/>
              <a:ext cx="680974" cy="1090548"/>
            </a:xfrm>
            <a:custGeom>
              <a:avLst/>
              <a:gdLst>
                <a:gd name="csX0" fmla="*/ 0 w 680974"/>
                <a:gd name="csY0" fmla="*/ 0 h 1090548"/>
                <a:gd name="csX1" fmla="*/ 680974 w 680974"/>
                <a:gd name="csY1" fmla="*/ 0 h 1090548"/>
                <a:gd name="csX2" fmla="*/ 680974 w 680974"/>
                <a:gd name="csY2" fmla="*/ 1090549 h 1090548"/>
                <a:gd name="csX3" fmla="*/ 0 w 680974"/>
                <a:gd name="csY3" fmla="*/ 1090549 h 1090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80974" h="1090548">
                  <a:moveTo>
                    <a:pt x="0" y="0"/>
                  </a:moveTo>
                  <a:lnTo>
                    <a:pt x="680974" y="0"/>
                  </a:lnTo>
                  <a:lnTo>
                    <a:pt x="680974" y="1090549"/>
                  </a:lnTo>
                  <a:lnTo>
                    <a:pt x="0" y="1090549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7" name="TextBox 446">
              <a:extLst>
                <a:ext uri="{FF2B5EF4-FFF2-40B4-BE49-F238E27FC236}">
                  <a16:creationId xmlns:a16="http://schemas.microsoft.com/office/drawing/2014/main" id="{399AA61E-89DC-4527-C7AF-C524C0134E9C}"/>
                </a:ext>
              </a:extLst>
            </p:cNvPr>
            <p:cNvSpPr txBox="1"/>
            <p:nvPr/>
          </p:nvSpPr>
          <p:spPr>
            <a:xfrm>
              <a:off x="5421244" y="1669558"/>
              <a:ext cx="478743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Count</a:t>
              </a:r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74A7D244-79F4-E3BB-1693-AF3704884C2B}"/>
                </a:ext>
              </a:extLst>
            </p:cNvPr>
            <p:cNvSpPr/>
            <p:nvPr/>
          </p:nvSpPr>
          <p:spPr>
            <a:xfrm>
              <a:off x="5474225" y="1926072"/>
              <a:ext cx="285876" cy="219456"/>
            </a:xfrm>
            <a:custGeom>
              <a:avLst/>
              <a:gdLst>
                <a:gd name="csX0" fmla="*/ 0 w 285876"/>
                <a:gd name="csY0" fmla="*/ 0 h 219456"/>
                <a:gd name="csX1" fmla="*/ 285877 w 285876"/>
                <a:gd name="csY1" fmla="*/ 0 h 219456"/>
                <a:gd name="csX2" fmla="*/ 285877 w 285876"/>
                <a:gd name="csY2" fmla="*/ 219456 h 219456"/>
                <a:gd name="csX3" fmla="*/ 0 w 285876"/>
                <a:gd name="csY3" fmla="*/ 219456 h 2194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5876" h="219456">
                  <a:moveTo>
                    <a:pt x="0" y="0"/>
                  </a:moveTo>
                  <a:lnTo>
                    <a:pt x="285877" y="0"/>
                  </a:lnTo>
                  <a:lnTo>
                    <a:pt x="285877" y="219456"/>
                  </a:lnTo>
                  <a:lnTo>
                    <a:pt x="0" y="219456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0B682671-7FF7-253E-49A1-A083D6395AA8}"/>
                </a:ext>
              </a:extLst>
            </p:cNvPr>
            <p:cNvSpPr/>
            <p:nvPr/>
          </p:nvSpPr>
          <p:spPr>
            <a:xfrm>
              <a:off x="5540646" y="1959346"/>
              <a:ext cx="152907" cy="152908"/>
            </a:xfrm>
            <a:custGeom>
              <a:avLst/>
              <a:gdLst>
                <a:gd name="csX0" fmla="*/ 152908 w 152907"/>
                <a:gd name="csY0" fmla="*/ 76454 h 152908"/>
                <a:gd name="csX1" fmla="*/ 76454 w 152907"/>
                <a:gd name="csY1" fmla="*/ 152908 h 152908"/>
                <a:gd name="csX2" fmla="*/ 0 w 152907"/>
                <a:gd name="csY2" fmla="*/ 76454 h 152908"/>
                <a:gd name="csX3" fmla="*/ 76454 w 152907"/>
                <a:gd name="csY3" fmla="*/ 0 h 152908"/>
                <a:gd name="csX4" fmla="*/ 152908 w 152907"/>
                <a:gd name="csY4" fmla="*/ 76454 h 152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2907" h="152908">
                  <a:moveTo>
                    <a:pt x="152908" y="76454"/>
                  </a:moveTo>
                  <a:cubicBezTo>
                    <a:pt x="152908" y="118678"/>
                    <a:pt x="118678" y="152908"/>
                    <a:pt x="76454" y="152908"/>
                  </a:cubicBezTo>
                  <a:cubicBezTo>
                    <a:pt x="34230" y="152908"/>
                    <a:pt x="0" y="118678"/>
                    <a:pt x="0" y="76454"/>
                  </a:cubicBezTo>
                  <a:cubicBezTo>
                    <a:pt x="0" y="34230"/>
                    <a:pt x="34230" y="0"/>
                    <a:pt x="76454" y="0"/>
                  </a:cubicBezTo>
                  <a:cubicBezTo>
                    <a:pt x="118679" y="0"/>
                    <a:pt x="152908" y="34230"/>
                    <a:pt x="152908" y="76454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E4ED15CB-BAA9-E9C5-E4A8-119D0B3DB18B}"/>
                </a:ext>
              </a:extLst>
            </p:cNvPr>
            <p:cNvSpPr/>
            <p:nvPr/>
          </p:nvSpPr>
          <p:spPr>
            <a:xfrm>
              <a:off x="5474225" y="2145528"/>
              <a:ext cx="285876" cy="246887"/>
            </a:xfrm>
            <a:custGeom>
              <a:avLst/>
              <a:gdLst>
                <a:gd name="csX0" fmla="*/ 0 w 285876"/>
                <a:gd name="csY0" fmla="*/ 0 h 246887"/>
                <a:gd name="csX1" fmla="*/ 285877 w 285876"/>
                <a:gd name="csY1" fmla="*/ 0 h 246887"/>
                <a:gd name="csX2" fmla="*/ 285877 w 285876"/>
                <a:gd name="csY2" fmla="*/ 246888 h 246887"/>
                <a:gd name="csX3" fmla="*/ 0 w 285876"/>
                <a:gd name="csY3" fmla="*/ 246888 h 24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5876" h="246887">
                  <a:moveTo>
                    <a:pt x="0" y="0"/>
                  </a:moveTo>
                  <a:lnTo>
                    <a:pt x="285877" y="0"/>
                  </a:lnTo>
                  <a:lnTo>
                    <a:pt x="285877" y="246888"/>
                  </a:lnTo>
                  <a:lnTo>
                    <a:pt x="0" y="246888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1A42F137-3BAC-3BEA-2A77-F6580131472C}"/>
                </a:ext>
              </a:extLst>
            </p:cNvPr>
            <p:cNvSpPr/>
            <p:nvPr/>
          </p:nvSpPr>
          <p:spPr>
            <a:xfrm>
              <a:off x="5519691" y="2171563"/>
              <a:ext cx="194818" cy="194817"/>
            </a:xfrm>
            <a:custGeom>
              <a:avLst/>
              <a:gdLst>
                <a:gd name="csX0" fmla="*/ 194818 w 194818"/>
                <a:gd name="csY0" fmla="*/ 97409 h 194817"/>
                <a:gd name="csX1" fmla="*/ 97409 w 194818"/>
                <a:gd name="csY1" fmla="*/ 194818 h 194817"/>
                <a:gd name="csX2" fmla="*/ 0 w 194818"/>
                <a:gd name="csY2" fmla="*/ 97409 h 194817"/>
                <a:gd name="csX3" fmla="*/ 97409 w 194818"/>
                <a:gd name="csY3" fmla="*/ 0 h 194817"/>
                <a:gd name="csX4" fmla="*/ 194818 w 194818"/>
                <a:gd name="csY4" fmla="*/ 97409 h 194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4818" h="194817">
                  <a:moveTo>
                    <a:pt x="194818" y="97409"/>
                  </a:moveTo>
                  <a:cubicBezTo>
                    <a:pt x="194818" y="151207"/>
                    <a:pt x="151206" y="194818"/>
                    <a:pt x="97409" y="194818"/>
                  </a:cubicBezTo>
                  <a:cubicBezTo>
                    <a:pt x="43611" y="194818"/>
                    <a:pt x="0" y="151207"/>
                    <a:pt x="0" y="97409"/>
                  </a:cubicBezTo>
                  <a:cubicBezTo>
                    <a:pt x="0" y="43612"/>
                    <a:pt x="43611" y="0"/>
                    <a:pt x="97409" y="0"/>
                  </a:cubicBezTo>
                  <a:cubicBezTo>
                    <a:pt x="151206" y="0"/>
                    <a:pt x="194818" y="43612"/>
                    <a:pt x="194818" y="97409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0FCCF7A1-1AAA-1DAF-157C-90DBFE956679}"/>
                </a:ext>
              </a:extLst>
            </p:cNvPr>
            <p:cNvSpPr/>
            <p:nvPr/>
          </p:nvSpPr>
          <p:spPr>
            <a:xfrm>
              <a:off x="5474225" y="2392416"/>
              <a:ext cx="285876" cy="285876"/>
            </a:xfrm>
            <a:custGeom>
              <a:avLst/>
              <a:gdLst>
                <a:gd name="csX0" fmla="*/ 0 w 285876"/>
                <a:gd name="csY0" fmla="*/ 0 h 285876"/>
                <a:gd name="csX1" fmla="*/ 285877 w 285876"/>
                <a:gd name="csY1" fmla="*/ 0 h 285876"/>
                <a:gd name="csX2" fmla="*/ 285877 w 285876"/>
                <a:gd name="csY2" fmla="*/ 285877 h 285876"/>
                <a:gd name="csX3" fmla="*/ 0 w 285876"/>
                <a:gd name="csY3" fmla="*/ 285877 h 28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5876" h="285876">
                  <a:moveTo>
                    <a:pt x="0" y="0"/>
                  </a:moveTo>
                  <a:lnTo>
                    <a:pt x="285877" y="0"/>
                  </a:lnTo>
                  <a:lnTo>
                    <a:pt x="285877" y="285877"/>
                  </a:lnTo>
                  <a:lnTo>
                    <a:pt x="0" y="285877"/>
                  </a:lnTo>
                  <a:close/>
                </a:path>
              </a:pathLst>
            </a:cu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8D336F86-4853-3C90-889A-9D0120C7AF70}"/>
                </a:ext>
              </a:extLst>
            </p:cNvPr>
            <p:cNvSpPr/>
            <p:nvPr/>
          </p:nvSpPr>
          <p:spPr>
            <a:xfrm>
              <a:off x="5504959" y="2423277"/>
              <a:ext cx="224281" cy="224282"/>
            </a:xfrm>
            <a:custGeom>
              <a:avLst/>
              <a:gdLst>
                <a:gd name="csX0" fmla="*/ 224282 w 224281"/>
                <a:gd name="csY0" fmla="*/ 112141 h 224282"/>
                <a:gd name="csX1" fmla="*/ 112141 w 224281"/>
                <a:gd name="csY1" fmla="*/ 224282 h 224282"/>
                <a:gd name="csX2" fmla="*/ 0 w 224281"/>
                <a:gd name="csY2" fmla="*/ 112141 h 224282"/>
                <a:gd name="csX3" fmla="*/ 112141 w 224281"/>
                <a:gd name="csY3" fmla="*/ 0 h 224282"/>
                <a:gd name="csX4" fmla="*/ 224282 w 224281"/>
                <a:gd name="csY4" fmla="*/ 112141 h 224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4281" h="224282">
                  <a:moveTo>
                    <a:pt x="224282" y="112141"/>
                  </a:moveTo>
                  <a:cubicBezTo>
                    <a:pt x="224282" y="174075"/>
                    <a:pt x="174075" y="224282"/>
                    <a:pt x="112141" y="224282"/>
                  </a:cubicBezTo>
                  <a:cubicBezTo>
                    <a:pt x="50207" y="224282"/>
                    <a:pt x="0" y="174075"/>
                    <a:pt x="0" y="112141"/>
                  </a:cubicBezTo>
                  <a:cubicBezTo>
                    <a:pt x="0" y="50207"/>
                    <a:pt x="50208" y="0"/>
                    <a:pt x="112141" y="0"/>
                  </a:cubicBezTo>
                  <a:cubicBezTo>
                    <a:pt x="174075" y="0"/>
                    <a:pt x="224282" y="50207"/>
                    <a:pt x="224282" y="112141"/>
                  </a:cubicBezTo>
                  <a:close/>
                </a:path>
              </a:pathLst>
            </a:custGeom>
            <a:noFill/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1701"/>
            </a:p>
          </p:txBody>
        </p:sp>
        <p:sp>
          <p:nvSpPr>
            <p:cNvPr id="454" name="TextBox 453">
              <a:extLst>
                <a:ext uri="{FF2B5EF4-FFF2-40B4-BE49-F238E27FC236}">
                  <a16:creationId xmlns:a16="http://schemas.microsoft.com/office/drawing/2014/main" id="{DDBC1C04-5679-3BF8-5C25-6941CE56B7AD}"/>
                </a:ext>
              </a:extLst>
            </p:cNvPr>
            <p:cNvSpPr txBox="1"/>
            <p:nvPr/>
          </p:nvSpPr>
          <p:spPr>
            <a:xfrm>
              <a:off x="5746636" y="1928911"/>
              <a:ext cx="290436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50</a:t>
              </a:r>
            </a:p>
          </p:txBody>
        </p:sp>
        <p:sp>
          <p:nvSpPr>
            <p:cNvPr id="455" name="TextBox 454">
              <a:extLst>
                <a:ext uri="{FF2B5EF4-FFF2-40B4-BE49-F238E27FC236}">
                  <a16:creationId xmlns:a16="http://schemas.microsoft.com/office/drawing/2014/main" id="{1467E481-DB5F-007F-3F0C-64C6E116C164}"/>
                </a:ext>
              </a:extLst>
            </p:cNvPr>
            <p:cNvSpPr txBox="1"/>
            <p:nvPr/>
          </p:nvSpPr>
          <p:spPr>
            <a:xfrm>
              <a:off x="5753962" y="2162083"/>
              <a:ext cx="33793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100</a:t>
              </a:r>
            </a:p>
          </p:txBody>
        </p:sp>
        <p:sp>
          <p:nvSpPr>
            <p:cNvPr id="456" name="TextBox 455">
              <a:extLst>
                <a:ext uri="{FF2B5EF4-FFF2-40B4-BE49-F238E27FC236}">
                  <a16:creationId xmlns:a16="http://schemas.microsoft.com/office/drawing/2014/main" id="{27605C76-E6BA-2D99-810B-1276E7BBE1B8}"/>
                </a:ext>
              </a:extLst>
            </p:cNvPr>
            <p:cNvSpPr txBox="1"/>
            <p:nvPr/>
          </p:nvSpPr>
          <p:spPr>
            <a:xfrm>
              <a:off x="5753962" y="2428529"/>
              <a:ext cx="337937" cy="199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24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150</a:t>
              </a:r>
            </a:p>
          </p:txBody>
        </p:sp>
        <p:sp>
          <p:nvSpPr>
            <p:cNvPr id="457" name="TextBox 456">
              <a:extLst>
                <a:ext uri="{FF2B5EF4-FFF2-40B4-BE49-F238E27FC236}">
                  <a16:creationId xmlns:a16="http://schemas.microsoft.com/office/drawing/2014/main" id="{D3A9EB1B-8B5E-3DFD-8F31-5458FC0DBC78}"/>
                </a:ext>
              </a:extLst>
            </p:cNvPr>
            <p:cNvSpPr txBox="1"/>
            <p:nvPr/>
          </p:nvSpPr>
          <p:spPr>
            <a:xfrm>
              <a:off x="3922726" y="317686"/>
              <a:ext cx="1434325" cy="24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35" b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1_NSC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4A188C3-D064-73AB-B2D4-7F6F47E6564D}"/>
              </a:ext>
            </a:extLst>
          </p:cNvPr>
          <p:cNvSpPr txBox="1"/>
          <p:nvPr/>
        </p:nvSpPr>
        <p:spPr>
          <a:xfrm>
            <a:off x="-76203" y="5306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ECE92-2684-EE8F-E490-61CDD74FD0B3}"/>
              </a:ext>
            </a:extLst>
          </p:cNvPr>
          <p:cNvSpPr txBox="1"/>
          <p:nvPr/>
        </p:nvSpPr>
        <p:spPr>
          <a:xfrm>
            <a:off x="15436" y="2762957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A88335-D885-4A68-9628-531A340B1EE5}"/>
              </a:ext>
            </a:extLst>
          </p:cNvPr>
          <p:cNvSpPr txBox="1"/>
          <p:nvPr/>
        </p:nvSpPr>
        <p:spPr>
          <a:xfrm>
            <a:off x="60006" y="5586306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668360-C526-465A-731B-AB79374DC537}"/>
              </a:ext>
            </a:extLst>
          </p:cNvPr>
          <p:cNvSpPr txBox="1"/>
          <p:nvPr/>
        </p:nvSpPr>
        <p:spPr>
          <a:xfrm>
            <a:off x="4163497" y="151926"/>
            <a:ext cx="29263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E5901F-5044-BBBD-AED2-0A405A153C91}"/>
              </a:ext>
            </a:extLst>
          </p:cNvPr>
          <p:cNvSpPr/>
          <p:nvPr/>
        </p:nvSpPr>
        <p:spPr>
          <a:xfrm>
            <a:off x="4335553" y="-103981"/>
            <a:ext cx="2000250" cy="7620000"/>
          </a:xfrm>
          <a:prstGeom prst="rect">
            <a:avLst/>
          </a:prstGeom>
          <a:noFill/>
          <a:ln w="12660" cap="rnd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AC78B31B-8362-7AC5-EDDF-391EBAFC6F69}"/>
              </a:ext>
            </a:extLst>
          </p:cNvPr>
          <p:cNvSpPr/>
          <p:nvPr/>
        </p:nvSpPr>
        <p:spPr>
          <a:xfrm>
            <a:off x="4292631" y="567485"/>
            <a:ext cx="2000250" cy="6858000"/>
          </a:xfrm>
          <a:prstGeom prst="rect">
            <a:avLst/>
          </a:prstGeom>
          <a:noFill/>
          <a:ln w="12660" cap="rnd">
            <a:noFill/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049" name="Group 1048">
            <a:extLst>
              <a:ext uri="{FF2B5EF4-FFF2-40B4-BE49-F238E27FC236}">
                <a16:creationId xmlns:a16="http://schemas.microsoft.com/office/drawing/2014/main" id="{C6C9B45F-F5A6-BFBE-7200-DFF271995AE2}"/>
              </a:ext>
            </a:extLst>
          </p:cNvPr>
          <p:cNvGrpSpPr/>
          <p:nvPr/>
        </p:nvGrpSpPr>
        <p:grpSpPr>
          <a:xfrm>
            <a:off x="4149841" y="1187244"/>
            <a:ext cx="2207129" cy="6145928"/>
            <a:chOff x="4092691" y="1441244"/>
            <a:chExt cx="2207129" cy="6145928"/>
          </a:xfrm>
        </p:grpSpPr>
        <p:grpSp>
          <p:nvGrpSpPr>
            <p:cNvPr id="726" name="Graphic 722">
              <a:extLst>
                <a:ext uri="{FF2B5EF4-FFF2-40B4-BE49-F238E27FC236}">
                  <a16:creationId xmlns:a16="http://schemas.microsoft.com/office/drawing/2014/main" id="{90BC1E73-C85E-6081-F68C-C263C2FF766F}"/>
                </a:ext>
              </a:extLst>
            </p:cNvPr>
            <p:cNvGrpSpPr/>
            <p:nvPr/>
          </p:nvGrpSpPr>
          <p:grpSpPr>
            <a:xfrm>
              <a:off x="5083869" y="1641397"/>
              <a:ext cx="1019747" cy="5462143"/>
              <a:chOff x="6593550" y="1350931"/>
              <a:chExt cx="1019747" cy="5462143"/>
            </a:xfrm>
          </p:grpSpPr>
          <p:sp>
            <p:nvSpPr>
              <p:cNvPr id="727" name="Oval 726">
                <a:extLst>
                  <a:ext uri="{FF2B5EF4-FFF2-40B4-BE49-F238E27FC236}">
                    <a16:creationId xmlns:a16="http://schemas.microsoft.com/office/drawing/2014/main" id="{ECCB628B-46A4-91A8-503F-79FC954EC0BC}"/>
                  </a:ext>
                </a:extLst>
              </p:cNvPr>
              <p:cNvSpPr/>
              <p:nvPr/>
            </p:nvSpPr>
            <p:spPr>
              <a:xfrm>
                <a:off x="6593550" y="6639084"/>
                <a:ext cx="173439" cy="173990"/>
              </a:xfrm>
              <a:prstGeom prst="ellipse">
                <a:avLst/>
              </a:prstGeom>
              <a:solidFill>
                <a:srgbClr val="1908FE"/>
              </a:solidFill>
              <a:ln w="11394" cap="rnd">
                <a:solidFill>
                  <a:srgbClr val="1908F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28" name="Oval 727">
                <a:extLst>
                  <a:ext uri="{FF2B5EF4-FFF2-40B4-BE49-F238E27FC236}">
                    <a16:creationId xmlns:a16="http://schemas.microsoft.com/office/drawing/2014/main" id="{9E699A83-289B-66C6-84DB-2C146354CAB4}"/>
                  </a:ext>
                </a:extLst>
              </p:cNvPr>
              <p:cNvSpPr/>
              <p:nvPr/>
            </p:nvSpPr>
            <p:spPr>
              <a:xfrm>
                <a:off x="6634441" y="6237637"/>
                <a:ext cx="91657" cy="91948"/>
              </a:xfrm>
              <a:prstGeom prst="ellipse">
                <a:avLst/>
              </a:prstGeom>
              <a:solidFill>
                <a:srgbClr val="A581E9"/>
              </a:solidFill>
              <a:ln w="11394" cap="rnd">
                <a:solidFill>
                  <a:srgbClr val="A581E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29" name="Oval 728">
                <a:extLst>
                  <a:ext uri="{FF2B5EF4-FFF2-40B4-BE49-F238E27FC236}">
                    <a16:creationId xmlns:a16="http://schemas.microsoft.com/office/drawing/2014/main" id="{AF7FC014-E8F9-1755-24D8-B1A00D70CF71}"/>
                  </a:ext>
                </a:extLst>
              </p:cNvPr>
              <p:cNvSpPr/>
              <p:nvPr/>
            </p:nvSpPr>
            <p:spPr>
              <a:xfrm>
                <a:off x="6666090" y="5826919"/>
                <a:ext cx="28357" cy="28448"/>
              </a:xfrm>
              <a:prstGeom prst="ellipse">
                <a:avLst/>
              </a:prstGeom>
              <a:solidFill>
                <a:srgbClr val="C1AFDD"/>
              </a:solidFill>
              <a:ln w="11394" cap="rnd">
                <a:solidFill>
                  <a:srgbClr val="C1AFD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0" name="Oval 729">
                <a:extLst>
                  <a:ext uri="{FF2B5EF4-FFF2-40B4-BE49-F238E27FC236}">
                    <a16:creationId xmlns:a16="http://schemas.microsoft.com/office/drawing/2014/main" id="{CBD3EBC8-3C08-F071-A313-5F28A0527F99}"/>
                  </a:ext>
                </a:extLst>
              </p:cNvPr>
              <p:cNvSpPr/>
              <p:nvPr/>
            </p:nvSpPr>
            <p:spPr>
              <a:xfrm>
                <a:off x="6659001" y="5377339"/>
                <a:ext cx="42536" cy="42672"/>
              </a:xfrm>
              <a:prstGeom prst="ellipse">
                <a:avLst/>
              </a:prstGeom>
              <a:solidFill>
                <a:srgbClr val="C4B5DC"/>
              </a:solidFill>
              <a:ln w="11394" cap="rnd">
                <a:solidFill>
                  <a:srgbClr val="C4B5D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1" name="Oval 730">
                <a:extLst>
                  <a:ext uri="{FF2B5EF4-FFF2-40B4-BE49-F238E27FC236}">
                    <a16:creationId xmlns:a16="http://schemas.microsoft.com/office/drawing/2014/main" id="{C0E9BD6C-413D-783E-7A9D-383C02EF188E}"/>
                  </a:ext>
                </a:extLst>
              </p:cNvPr>
              <p:cNvSpPr/>
              <p:nvPr/>
            </p:nvSpPr>
            <p:spPr>
              <a:xfrm>
                <a:off x="6649886" y="4925727"/>
                <a:ext cx="60767" cy="60959"/>
              </a:xfrm>
              <a:prstGeom prst="ellipse">
                <a:avLst/>
              </a:prstGeom>
              <a:solidFill>
                <a:srgbClr val="A988E8"/>
              </a:solidFill>
              <a:ln w="11394" cap="rnd">
                <a:solidFill>
                  <a:srgbClr val="A988E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2" name="Oval 731">
                <a:extLst>
                  <a:ext uri="{FF2B5EF4-FFF2-40B4-BE49-F238E27FC236}">
                    <a16:creationId xmlns:a16="http://schemas.microsoft.com/office/drawing/2014/main" id="{6EB04410-BE18-D485-D710-26BE0A852F96}"/>
                  </a:ext>
                </a:extLst>
              </p:cNvPr>
              <p:cNvSpPr/>
              <p:nvPr/>
            </p:nvSpPr>
            <p:spPr>
              <a:xfrm>
                <a:off x="6657102" y="4490498"/>
                <a:ext cx="46334" cy="46481"/>
              </a:xfrm>
              <a:prstGeom prst="ellipse">
                <a:avLst/>
              </a:prstGeom>
              <a:solidFill>
                <a:srgbClr val="0E04FF"/>
              </a:solidFill>
              <a:ln w="11394" cap="rnd">
                <a:solidFill>
                  <a:srgbClr val="0E04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3" name="Oval 732">
                <a:extLst>
                  <a:ext uri="{FF2B5EF4-FFF2-40B4-BE49-F238E27FC236}">
                    <a16:creationId xmlns:a16="http://schemas.microsoft.com/office/drawing/2014/main" id="{2D6D36A3-9CB9-BC31-252D-9ADDAB0B02E9}"/>
                  </a:ext>
                </a:extLst>
              </p:cNvPr>
              <p:cNvSpPr/>
              <p:nvPr/>
            </p:nvSpPr>
            <p:spPr>
              <a:xfrm>
                <a:off x="6659760" y="4050570"/>
                <a:ext cx="41017" cy="41148"/>
              </a:xfrm>
              <a:prstGeom prst="ellipse">
                <a:avLst/>
              </a:prstGeom>
              <a:solidFill>
                <a:srgbClr val="0902FF"/>
              </a:solidFill>
              <a:ln w="11394" cap="rnd">
                <a:solidFill>
                  <a:srgbClr val="0902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4" name="Oval 733">
                <a:extLst>
                  <a:ext uri="{FF2B5EF4-FFF2-40B4-BE49-F238E27FC236}">
                    <a16:creationId xmlns:a16="http://schemas.microsoft.com/office/drawing/2014/main" id="{5127CF20-34FA-281B-860A-0AC131CE7ECF}"/>
                  </a:ext>
                </a:extLst>
              </p:cNvPr>
              <p:cNvSpPr/>
              <p:nvPr/>
            </p:nvSpPr>
            <p:spPr>
              <a:xfrm>
                <a:off x="6673306" y="3621691"/>
                <a:ext cx="13925" cy="13970"/>
              </a:xfrm>
              <a:prstGeom prst="ellipse">
                <a:avLst/>
              </a:prstGeom>
              <a:solidFill>
                <a:srgbClr val="B9A0E2"/>
              </a:solidFill>
              <a:ln w="11394" cap="rnd">
                <a:solidFill>
                  <a:srgbClr val="B9A0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5" name="Oval 734">
                <a:extLst>
                  <a:ext uri="{FF2B5EF4-FFF2-40B4-BE49-F238E27FC236}">
                    <a16:creationId xmlns:a16="http://schemas.microsoft.com/office/drawing/2014/main" id="{6DD1AC94-2BDA-46E4-E77F-9078A4B6C720}"/>
                  </a:ext>
                </a:extLst>
              </p:cNvPr>
              <p:cNvSpPr/>
              <p:nvPr/>
            </p:nvSpPr>
            <p:spPr>
              <a:xfrm>
                <a:off x="6672167" y="3178080"/>
                <a:ext cx="16204" cy="16255"/>
              </a:xfrm>
              <a:prstGeom prst="ellipse">
                <a:avLst/>
              </a:prstGeom>
              <a:solidFill>
                <a:srgbClr val="B59AE3"/>
              </a:solidFill>
              <a:ln w="11394" cap="rnd">
                <a:solidFill>
                  <a:srgbClr val="B59AE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6" name="Oval 735">
                <a:extLst>
                  <a:ext uri="{FF2B5EF4-FFF2-40B4-BE49-F238E27FC236}">
                    <a16:creationId xmlns:a16="http://schemas.microsoft.com/office/drawing/2014/main" id="{9336A318-4001-8406-B4DD-31068ABE496B}"/>
                  </a:ext>
                </a:extLst>
              </p:cNvPr>
              <p:cNvSpPr/>
              <p:nvPr/>
            </p:nvSpPr>
            <p:spPr>
              <a:xfrm>
                <a:off x="6671661" y="2735104"/>
                <a:ext cx="17217" cy="17272"/>
              </a:xfrm>
              <a:prstGeom prst="ellipse">
                <a:avLst/>
              </a:prstGeom>
              <a:solidFill>
                <a:srgbClr val="B092E5"/>
              </a:solidFill>
              <a:ln w="11394" cap="rnd">
                <a:solidFill>
                  <a:srgbClr val="B092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7" name="Oval 736">
                <a:extLst>
                  <a:ext uri="{FF2B5EF4-FFF2-40B4-BE49-F238E27FC236}">
                    <a16:creationId xmlns:a16="http://schemas.microsoft.com/office/drawing/2014/main" id="{A44A62CF-4673-280A-F8E2-089A31C54805}"/>
                  </a:ext>
                </a:extLst>
              </p:cNvPr>
              <p:cNvSpPr/>
              <p:nvPr/>
            </p:nvSpPr>
            <p:spPr>
              <a:xfrm>
                <a:off x="6671028" y="2292001"/>
                <a:ext cx="18483" cy="18541"/>
              </a:xfrm>
              <a:prstGeom prst="ellipse">
                <a:avLst/>
              </a:prstGeom>
              <a:solidFill>
                <a:srgbClr val="B194E5"/>
              </a:solidFill>
              <a:ln w="11394" cap="rnd">
                <a:solidFill>
                  <a:srgbClr val="B194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8" name="Oval 737">
                <a:extLst>
                  <a:ext uri="{FF2B5EF4-FFF2-40B4-BE49-F238E27FC236}">
                    <a16:creationId xmlns:a16="http://schemas.microsoft.com/office/drawing/2014/main" id="{7950C135-3ABC-75FD-1027-1E328AD08EF4}"/>
                  </a:ext>
                </a:extLst>
              </p:cNvPr>
              <p:cNvSpPr/>
              <p:nvPr/>
            </p:nvSpPr>
            <p:spPr>
              <a:xfrm>
                <a:off x="6673939" y="1852454"/>
                <a:ext cx="12659" cy="12700"/>
              </a:xfrm>
              <a:prstGeom prst="ellipse">
                <a:avLst/>
              </a:prstGeom>
              <a:solidFill>
                <a:srgbClr val="B89FE2"/>
              </a:solidFill>
              <a:ln w="11394" cap="rnd">
                <a:solidFill>
                  <a:srgbClr val="B89F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39" name="Oval 738">
                <a:extLst>
                  <a:ext uri="{FF2B5EF4-FFF2-40B4-BE49-F238E27FC236}">
                    <a16:creationId xmlns:a16="http://schemas.microsoft.com/office/drawing/2014/main" id="{B5695451-655E-7136-BAC4-2AB640830F8B}"/>
                  </a:ext>
                </a:extLst>
              </p:cNvPr>
              <p:cNvSpPr/>
              <p:nvPr/>
            </p:nvSpPr>
            <p:spPr>
              <a:xfrm>
                <a:off x="6671281" y="1407319"/>
                <a:ext cx="17976" cy="18033"/>
              </a:xfrm>
              <a:prstGeom prst="ellipse">
                <a:avLst/>
              </a:prstGeom>
              <a:solidFill>
                <a:srgbClr val="B79EE2"/>
              </a:solidFill>
              <a:ln w="11394" cap="rnd">
                <a:solidFill>
                  <a:srgbClr val="B79E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0" name="Oval 739">
                <a:extLst>
                  <a:ext uri="{FF2B5EF4-FFF2-40B4-BE49-F238E27FC236}">
                    <a16:creationId xmlns:a16="http://schemas.microsoft.com/office/drawing/2014/main" id="{00343AA1-BDFC-82FA-6BD0-69878C44DC2D}"/>
                  </a:ext>
                </a:extLst>
              </p:cNvPr>
              <p:cNvSpPr/>
              <p:nvPr/>
            </p:nvSpPr>
            <p:spPr>
              <a:xfrm>
                <a:off x="6927769" y="6687344"/>
                <a:ext cx="77224" cy="77470"/>
              </a:xfrm>
              <a:prstGeom prst="ellipse">
                <a:avLst/>
              </a:prstGeom>
              <a:solidFill>
                <a:srgbClr val="C3B3DD"/>
              </a:solidFill>
              <a:ln w="11394" cap="rnd">
                <a:solidFill>
                  <a:srgbClr val="C3B3D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1" name="Oval 740">
                <a:extLst>
                  <a:ext uri="{FF2B5EF4-FFF2-40B4-BE49-F238E27FC236}">
                    <a16:creationId xmlns:a16="http://schemas.microsoft.com/office/drawing/2014/main" id="{F3ADEBB3-A4DA-D5D2-F6B7-5B9369F73EAB}"/>
                  </a:ext>
                </a:extLst>
              </p:cNvPr>
              <p:cNvSpPr/>
              <p:nvPr/>
            </p:nvSpPr>
            <p:spPr>
              <a:xfrm>
                <a:off x="6925616" y="6242716"/>
                <a:ext cx="81529" cy="81788"/>
              </a:xfrm>
              <a:prstGeom prst="ellipse">
                <a:avLst/>
              </a:prstGeom>
              <a:solidFill>
                <a:srgbClr val="946CEE"/>
              </a:solidFill>
              <a:ln w="11394" cap="rnd">
                <a:solidFill>
                  <a:srgbClr val="946CE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2" name="Oval 741">
                <a:extLst>
                  <a:ext uri="{FF2B5EF4-FFF2-40B4-BE49-F238E27FC236}">
                    <a16:creationId xmlns:a16="http://schemas.microsoft.com/office/drawing/2014/main" id="{88AAA69F-9623-11EC-99D4-8857A91C9618}"/>
                  </a:ext>
                </a:extLst>
              </p:cNvPr>
              <p:cNvSpPr/>
              <p:nvPr/>
            </p:nvSpPr>
            <p:spPr>
              <a:xfrm>
                <a:off x="6958532" y="5833269"/>
                <a:ext cx="15698" cy="15748"/>
              </a:xfrm>
              <a:prstGeom prst="ellipse">
                <a:avLst/>
              </a:prstGeom>
              <a:solidFill>
                <a:srgbClr val="C7BBDA"/>
              </a:solidFill>
              <a:ln w="11394" cap="rnd">
                <a:solidFill>
                  <a:srgbClr val="C7BB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3" name="Oval 742">
                <a:extLst>
                  <a:ext uri="{FF2B5EF4-FFF2-40B4-BE49-F238E27FC236}">
                    <a16:creationId xmlns:a16="http://schemas.microsoft.com/office/drawing/2014/main" id="{36103406-9E3E-F097-9B50-EF8E2EC43D68}"/>
                  </a:ext>
                </a:extLst>
              </p:cNvPr>
              <p:cNvSpPr/>
              <p:nvPr/>
            </p:nvSpPr>
            <p:spPr>
              <a:xfrm>
                <a:off x="6948024" y="5380260"/>
                <a:ext cx="36713" cy="36829"/>
              </a:xfrm>
              <a:prstGeom prst="ellipse">
                <a:avLst/>
              </a:prstGeom>
              <a:solidFill>
                <a:srgbClr val="A683E9"/>
              </a:solidFill>
              <a:ln w="11394" cap="rnd">
                <a:solidFill>
                  <a:srgbClr val="A683E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4" name="Oval 743">
                <a:extLst>
                  <a:ext uri="{FF2B5EF4-FFF2-40B4-BE49-F238E27FC236}">
                    <a16:creationId xmlns:a16="http://schemas.microsoft.com/office/drawing/2014/main" id="{CFA33CD3-CC1B-4F7C-657B-B86BA4E21F13}"/>
                  </a:ext>
                </a:extLst>
              </p:cNvPr>
              <p:cNvSpPr/>
              <p:nvPr/>
            </p:nvSpPr>
            <p:spPr>
              <a:xfrm>
                <a:off x="6949543" y="4939316"/>
                <a:ext cx="33675" cy="33781"/>
              </a:xfrm>
              <a:prstGeom prst="ellipse">
                <a:avLst/>
              </a:prstGeom>
              <a:solidFill>
                <a:srgbClr val="AF90E6"/>
              </a:solidFill>
              <a:ln w="11394" cap="rnd">
                <a:solidFill>
                  <a:srgbClr val="AF90E6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5" name="Oval 744">
                <a:extLst>
                  <a:ext uri="{FF2B5EF4-FFF2-40B4-BE49-F238E27FC236}">
                    <a16:creationId xmlns:a16="http://schemas.microsoft.com/office/drawing/2014/main" id="{621DE31C-C9DB-5EDB-9924-7F00ED8C8FA9}"/>
                  </a:ext>
                </a:extLst>
              </p:cNvPr>
              <p:cNvSpPr/>
              <p:nvPr/>
            </p:nvSpPr>
            <p:spPr>
              <a:xfrm>
                <a:off x="6959671" y="4507008"/>
                <a:ext cx="13419" cy="13461"/>
              </a:xfrm>
              <a:prstGeom prst="ellipse">
                <a:avLst/>
              </a:prstGeom>
              <a:solidFill>
                <a:srgbClr val="BFABDF"/>
              </a:solidFill>
              <a:ln w="11394" cap="rnd">
                <a:solidFill>
                  <a:srgbClr val="BFABD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6" name="Oval 745">
                <a:extLst>
                  <a:ext uri="{FF2B5EF4-FFF2-40B4-BE49-F238E27FC236}">
                    <a16:creationId xmlns:a16="http://schemas.microsoft.com/office/drawing/2014/main" id="{4BD5B2AF-3CA1-774F-A526-76FFBA8E8DBE}"/>
                  </a:ext>
                </a:extLst>
              </p:cNvPr>
              <p:cNvSpPr/>
              <p:nvPr/>
            </p:nvSpPr>
            <p:spPr>
              <a:xfrm>
                <a:off x="6959925" y="4064667"/>
                <a:ext cx="12913" cy="12953"/>
              </a:xfrm>
              <a:prstGeom prst="ellipse">
                <a:avLst/>
              </a:prstGeom>
              <a:solidFill>
                <a:srgbClr val="B8A0E2"/>
              </a:solidFill>
              <a:ln w="11394" cap="rnd">
                <a:solidFill>
                  <a:srgbClr val="B8A0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7" name="Oval 746">
                <a:extLst>
                  <a:ext uri="{FF2B5EF4-FFF2-40B4-BE49-F238E27FC236}">
                    <a16:creationId xmlns:a16="http://schemas.microsoft.com/office/drawing/2014/main" id="{2FFB88B4-BCC8-D6B8-1BC5-112D8F01CABC}"/>
                  </a:ext>
                </a:extLst>
              </p:cNvPr>
              <p:cNvSpPr/>
              <p:nvPr/>
            </p:nvSpPr>
            <p:spPr>
              <a:xfrm>
                <a:off x="6946252" y="3608483"/>
                <a:ext cx="40258" cy="40386"/>
              </a:xfrm>
              <a:prstGeom prst="ellipse">
                <a:avLst/>
              </a:prstGeom>
              <a:solidFill>
                <a:srgbClr val="0401FF"/>
              </a:solidFill>
              <a:ln w="11394" cap="rnd">
                <a:solidFill>
                  <a:srgbClr val="0401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8" name="Oval 747">
                <a:extLst>
                  <a:ext uri="{FF2B5EF4-FFF2-40B4-BE49-F238E27FC236}">
                    <a16:creationId xmlns:a16="http://schemas.microsoft.com/office/drawing/2014/main" id="{CE82BBF6-2F87-A5CD-6885-AED4D20342C7}"/>
                  </a:ext>
                </a:extLst>
              </p:cNvPr>
              <p:cNvSpPr/>
              <p:nvPr/>
            </p:nvSpPr>
            <p:spPr>
              <a:xfrm>
                <a:off x="6945492" y="3165253"/>
                <a:ext cx="41777" cy="41910"/>
              </a:xfrm>
              <a:prstGeom prst="ellipse">
                <a:avLst/>
              </a:prstGeom>
              <a:solidFill>
                <a:srgbClr val="0200FF"/>
              </a:solidFill>
              <a:ln w="11394" cap="rnd">
                <a:solidFill>
                  <a:srgbClr val="0200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49" name="Oval 748">
                <a:extLst>
                  <a:ext uri="{FF2B5EF4-FFF2-40B4-BE49-F238E27FC236}">
                    <a16:creationId xmlns:a16="http://schemas.microsoft.com/office/drawing/2014/main" id="{BCB47864-AF63-4830-25AA-3DCDAE4262B6}"/>
                  </a:ext>
                </a:extLst>
              </p:cNvPr>
              <p:cNvSpPr/>
              <p:nvPr/>
            </p:nvSpPr>
            <p:spPr>
              <a:xfrm>
                <a:off x="6960178" y="2737516"/>
                <a:ext cx="12406" cy="12446"/>
              </a:xfrm>
              <a:prstGeom prst="ellipse">
                <a:avLst/>
              </a:prstGeom>
              <a:solidFill>
                <a:srgbClr val="B79DE2"/>
              </a:solidFill>
              <a:ln w="11394" cap="rnd">
                <a:solidFill>
                  <a:srgbClr val="B79D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0" name="Oval 749">
                <a:extLst>
                  <a:ext uri="{FF2B5EF4-FFF2-40B4-BE49-F238E27FC236}">
                    <a16:creationId xmlns:a16="http://schemas.microsoft.com/office/drawing/2014/main" id="{CE99F38F-BC8F-1593-DBA7-E9242F3CA680}"/>
                  </a:ext>
                </a:extLst>
              </p:cNvPr>
              <p:cNvSpPr/>
              <p:nvPr/>
            </p:nvSpPr>
            <p:spPr>
              <a:xfrm>
                <a:off x="6958659" y="2293525"/>
                <a:ext cx="15444" cy="15494"/>
              </a:xfrm>
              <a:prstGeom prst="ellipse">
                <a:avLst/>
              </a:prstGeom>
              <a:solidFill>
                <a:srgbClr val="B295E4"/>
              </a:solidFill>
              <a:ln w="11394" cap="rnd">
                <a:solidFill>
                  <a:srgbClr val="B295E4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1" name="Oval 750">
                <a:extLst>
                  <a:ext uri="{FF2B5EF4-FFF2-40B4-BE49-F238E27FC236}">
                    <a16:creationId xmlns:a16="http://schemas.microsoft.com/office/drawing/2014/main" id="{C35AE840-DFB0-8F01-0CB0-90169B112758}"/>
                  </a:ext>
                </a:extLst>
              </p:cNvPr>
              <p:cNvSpPr/>
              <p:nvPr/>
            </p:nvSpPr>
            <p:spPr>
              <a:xfrm>
                <a:off x="6960431" y="1852835"/>
                <a:ext cx="11900" cy="11937"/>
              </a:xfrm>
              <a:prstGeom prst="ellipse">
                <a:avLst/>
              </a:prstGeom>
              <a:solidFill>
                <a:srgbClr val="B89EE2"/>
              </a:solidFill>
              <a:ln w="11394" cap="rnd">
                <a:solidFill>
                  <a:srgbClr val="B89E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2" name="Oval 751">
                <a:extLst>
                  <a:ext uri="{FF2B5EF4-FFF2-40B4-BE49-F238E27FC236}">
                    <a16:creationId xmlns:a16="http://schemas.microsoft.com/office/drawing/2014/main" id="{354607D5-31A9-7B1E-EB30-3E56C26777C3}"/>
                  </a:ext>
                </a:extLst>
              </p:cNvPr>
              <p:cNvSpPr/>
              <p:nvPr/>
            </p:nvSpPr>
            <p:spPr>
              <a:xfrm>
                <a:off x="6959798" y="1409732"/>
                <a:ext cx="13166" cy="13207"/>
              </a:xfrm>
              <a:prstGeom prst="ellipse">
                <a:avLst/>
              </a:prstGeom>
              <a:solidFill>
                <a:srgbClr val="BCA5E0"/>
              </a:solidFill>
              <a:ln w="11394" cap="rnd">
                <a:solidFill>
                  <a:srgbClr val="BCA5E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3" name="Oval 752">
                <a:extLst>
                  <a:ext uri="{FF2B5EF4-FFF2-40B4-BE49-F238E27FC236}">
                    <a16:creationId xmlns:a16="http://schemas.microsoft.com/office/drawing/2014/main" id="{BB6DF1BF-C9DF-E953-5DE4-1E306E432A88}"/>
                  </a:ext>
                </a:extLst>
              </p:cNvPr>
              <p:cNvSpPr/>
              <p:nvPr/>
            </p:nvSpPr>
            <p:spPr>
              <a:xfrm>
                <a:off x="7203626" y="6677057"/>
                <a:ext cx="97733" cy="98044"/>
              </a:xfrm>
              <a:prstGeom prst="ellipse">
                <a:avLst/>
              </a:prstGeom>
              <a:solidFill>
                <a:srgbClr val="AE8FE6"/>
              </a:solidFill>
              <a:ln w="11394" cap="rnd">
                <a:solidFill>
                  <a:srgbClr val="AE8FE6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4" name="Oval 753">
                <a:extLst>
                  <a:ext uri="{FF2B5EF4-FFF2-40B4-BE49-F238E27FC236}">
                    <a16:creationId xmlns:a16="http://schemas.microsoft.com/office/drawing/2014/main" id="{7910720F-80C9-7C80-9E0A-5A3999D6EE33}"/>
                  </a:ext>
                </a:extLst>
              </p:cNvPr>
              <p:cNvSpPr/>
              <p:nvPr/>
            </p:nvSpPr>
            <p:spPr>
              <a:xfrm>
                <a:off x="7183750" y="6214650"/>
                <a:ext cx="137485" cy="137922"/>
              </a:xfrm>
              <a:prstGeom prst="ellipse">
                <a:avLst/>
              </a:prstGeom>
              <a:solidFill>
                <a:srgbClr val="5630FA"/>
              </a:solidFill>
              <a:ln w="11394" cap="rnd">
                <a:solidFill>
                  <a:srgbClr val="5630F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5" name="Oval 754">
                <a:extLst>
                  <a:ext uri="{FF2B5EF4-FFF2-40B4-BE49-F238E27FC236}">
                    <a16:creationId xmlns:a16="http://schemas.microsoft.com/office/drawing/2014/main" id="{C6804F80-77E0-6C33-EC12-C42761731CA2}"/>
                  </a:ext>
                </a:extLst>
              </p:cNvPr>
              <p:cNvSpPr/>
              <p:nvPr/>
            </p:nvSpPr>
            <p:spPr>
              <a:xfrm>
                <a:off x="7221350" y="5809901"/>
                <a:ext cx="62286" cy="62483"/>
              </a:xfrm>
              <a:prstGeom prst="ellipse">
                <a:avLst/>
              </a:prstGeom>
              <a:solidFill>
                <a:srgbClr val="5B34F9"/>
              </a:solidFill>
              <a:ln w="11394" cap="rnd">
                <a:solidFill>
                  <a:srgbClr val="5B34F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6" name="Oval 755">
                <a:extLst>
                  <a:ext uri="{FF2B5EF4-FFF2-40B4-BE49-F238E27FC236}">
                    <a16:creationId xmlns:a16="http://schemas.microsoft.com/office/drawing/2014/main" id="{0343ACDD-1F96-BC77-0653-19F282F80839}"/>
                  </a:ext>
                </a:extLst>
              </p:cNvPr>
              <p:cNvSpPr/>
              <p:nvPr/>
            </p:nvSpPr>
            <p:spPr>
              <a:xfrm>
                <a:off x="7236668" y="5382800"/>
                <a:ext cx="31649" cy="31750"/>
              </a:xfrm>
              <a:prstGeom prst="ellipse">
                <a:avLst/>
              </a:prstGeom>
              <a:solidFill>
                <a:srgbClr val="B79EE2"/>
              </a:solidFill>
              <a:ln w="11394" cap="rnd">
                <a:solidFill>
                  <a:srgbClr val="B79E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7" name="Oval 756">
                <a:extLst>
                  <a:ext uri="{FF2B5EF4-FFF2-40B4-BE49-F238E27FC236}">
                    <a16:creationId xmlns:a16="http://schemas.microsoft.com/office/drawing/2014/main" id="{F38F092E-C2F4-72E8-AB35-B4E9BE48E902}"/>
                  </a:ext>
                </a:extLst>
              </p:cNvPr>
              <p:cNvSpPr/>
              <p:nvPr/>
            </p:nvSpPr>
            <p:spPr>
              <a:xfrm>
                <a:off x="7242871" y="4946555"/>
                <a:ext cx="19242" cy="19303"/>
              </a:xfrm>
              <a:prstGeom prst="ellipse">
                <a:avLst/>
              </a:prstGeom>
              <a:solidFill>
                <a:srgbClr val="C8BCDA"/>
              </a:solidFill>
              <a:ln w="11394" cap="rnd">
                <a:solidFill>
                  <a:srgbClr val="C8BC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8" name="Oval 757">
                <a:extLst>
                  <a:ext uri="{FF2B5EF4-FFF2-40B4-BE49-F238E27FC236}">
                    <a16:creationId xmlns:a16="http://schemas.microsoft.com/office/drawing/2014/main" id="{7EBEFA22-9D0D-C942-3079-055966EBD022}"/>
                  </a:ext>
                </a:extLst>
              </p:cNvPr>
              <p:cNvSpPr/>
              <p:nvPr/>
            </p:nvSpPr>
            <p:spPr>
              <a:xfrm>
                <a:off x="7245277" y="4506500"/>
                <a:ext cx="14432" cy="14477"/>
              </a:xfrm>
              <a:prstGeom prst="ellipse">
                <a:avLst/>
              </a:prstGeom>
              <a:solidFill>
                <a:srgbClr val="B79DE3"/>
              </a:solidFill>
              <a:ln w="11394" cap="rnd">
                <a:solidFill>
                  <a:srgbClr val="B79DE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59" name="Oval 758">
                <a:extLst>
                  <a:ext uri="{FF2B5EF4-FFF2-40B4-BE49-F238E27FC236}">
                    <a16:creationId xmlns:a16="http://schemas.microsoft.com/office/drawing/2014/main" id="{059702AB-F3C6-261D-9BAC-0126A13AE4B2}"/>
                  </a:ext>
                </a:extLst>
              </p:cNvPr>
              <p:cNvSpPr/>
              <p:nvPr/>
            </p:nvSpPr>
            <p:spPr>
              <a:xfrm>
                <a:off x="7245530" y="4064159"/>
                <a:ext cx="13925" cy="13970"/>
              </a:xfrm>
              <a:prstGeom prst="ellipse">
                <a:avLst/>
              </a:prstGeom>
              <a:solidFill>
                <a:srgbClr val="B093E5"/>
              </a:solidFill>
              <a:ln w="11394" cap="rnd">
                <a:solidFill>
                  <a:srgbClr val="B093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0" name="Oval 759">
                <a:extLst>
                  <a:ext uri="{FF2B5EF4-FFF2-40B4-BE49-F238E27FC236}">
                    <a16:creationId xmlns:a16="http://schemas.microsoft.com/office/drawing/2014/main" id="{472AC895-1768-A3C6-FAFD-B332DAA054ED}"/>
                  </a:ext>
                </a:extLst>
              </p:cNvPr>
              <p:cNvSpPr/>
              <p:nvPr/>
            </p:nvSpPr>
            <p:spPr>
              <a:xfrm>
                <a:off x="7245783" y="3621945"/>
                <a:ext cx="13419" cy="13462"/>
              </a:xfrm>
              <a:prstGeom prst="ellipse">
                <a:avLst/>
              </a:prstGeom>
              <a:solidFill>
                <a:srgbClr val="B397E4"/>
              </a:solidFill>
              <a:ln w="11394" cap="rnd">
                <a:solidFill>
                  <a:srgbClr val="B397E4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1" name="Oval 760">
                <a:extLst>
                  <a:ext uri="{FF2B5EF4-FFF2-40B4-BE49-F238E27FC236}">
                    <a16:creationId xmlns:a16="http://schemas.microsoft.com/office/drawing/2014/main" id="{8D2C6A69-0032-1421-0B44-0F33B6D50F13}"/>
                  </a:ext>
                </a:extLst>
              </p:cNvPr>
              <p:cNvSpPr/>
              <p:nvPr/>
            </p:nvSpPr>
            <p:spPr>
              <a:xfrm>
                <a:off x="7246163" y="3179858"/>
                <a:ext cx="12659" cy="12700"/>
              </a:xfrm>
              <a:prstGeom prst="ellipse">
                <a:avLst/>
              </a:prstGeom>
              <a:solidFill>
                <a:srgbClr val="BAA3E1"/>
              </a:solidFill>
              <a:ln w="11394" cap="rnd">
                <a:solidFill>
                  <a:srgbClr val="BAA3E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2" name="Oval 761">
                <a:extLst>
                  <a:ext uri="{FF2B5EF4-FFF2-40B4-BE49-F238E27FC236}">
                    <a16:creationId xmlns:a16="http://schemas.microsoft.com/office/drawing/2014/main" id="{82969B59-BF55-A82B-8965-F617F5928E75}"/>
                  </a:ext>
                </a:extLst>
              </p:cNvPr>
              <p:cNvSpPr/>
              <p:nvPr/>
            </p:nvSpPr>
            <p:spPr>
              <a:xfrm>
                <a:off x="7228946" y="2720117"/>
                <a:ext cx="47094" cy="47244"/>
              </a:xfrm>
              <a:prstGeom prst="ellipse">
                <a:avLst/>
              </a:prstGeom>
              <a:solidFill>
                <a:srgbClr val="0D03FF"/>
              </a:solidFill>
              <a:ln w="11394" cap="rnd">
                <a:solidFill>
                  <a:srgbClr val="0D03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3" name="Oval 762">
                <a:extLst>
                  <a:ext uri="{FF2B5EF4-FFF2-40B4-BE49-F238E27FC236}">
                    <a16:creationId xmlns:a16="http://schemas.microsoft.com/office/drawing/2014/main" id="{367BBAC5-E1BB-11EE-84DA-F80FF401CB1D}"/>
                  </a:ext>
                </a:extLst>
              </p:cNvPr>
              <p:cNvSpPr/>
              <p:nvPr/>
            </p:nvSpPr>
            <p:spPr>
              <a:xfrm>
                <a:off x="7234009" y="2282730"/>
                <a:ext cx="36966" cy="37084"/>
              </a:xfrm>
              <a:prstGeom prst="ellipse">
                <a:avLst/>
              </a:prstGeom>
              <a:solidFill>
                <a:srgbClr val="1305FF"/>
              </a:solidFill>
              <a:ln w="11394" cap="rnd">
                <a:solidFill>
                  <a:srgbClr val="1305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4" name="Oval 763">
                <a:extLst>
                  <a:ext uri="{FF2B5EF4-FFF2-40B4-BE49-F238E27FC236}">
                    <a16:creationId xmlns:a16="http://schemas.microsoft.com/office/drawing/2014/main" id="{B165F29B-0E6D-FB78-E898-E14E7C3CB74A}"/>
                  </a:ext>
                </a:extLst>
              </p:cNvPr>
              <p:cNvSpPr/>
              <p:nvPr/>
            </p:nvSpPr>
            <p:spPr>
              <a:xfrm>
                <a:off x="7246416" y="1852708"/>
                <a:ext cx="12153" cy="12192"/>
              </a:xfrm>
              <a:prstGeom prst="ellipse">
                <a:avLst/>
              </a:prstGeom>
              <a:solidFill>
                <a:srgbClr val="B79DE2"/>
              </a:solidFill>
              <a:ln w="11394" cap="rnd">
                <a:solidFill>
                  <a:srgbClr val="B79D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5" name="Oval 764">
                <a:extLst>
                  <a:ext uri="{FF2B5EF4-FFF2-40B4-BE49-F238E27FC236}">
                    <a16:creationId xmlns:a16="http://schemas.microsoft.com/office/drawing/2014/main" id="{A906D5D7-A2F1-E849-D1CA-3B101EB27B72}"/>
                  </a:ext>
                </a:extLst>
              </p:cNvPr>
              <p:cNvSpPr/>
              <p:nvPr/>
            </p:nvSpPr>
            <p:spPr>
              <a:xfrm>
                <a:off x="7243378" y="1407192"/>
                <a:ext cx="18230" cy="18287"/>
              </a:xfrm>
              <a:prstGeom prst="ellipse">
                <a:avLst/>
              </a:prstGeom>
              <a:solidFill>
                <a:srgbClr val="B397E4"/>
              </a:solidFill>
              <a:ln w="11394" cap="rnd">
                <a:solidFill>
                  <a:srgbClr val="B397E4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6" name="Oval 765">
                <a:extLst>
                  <a:ext uri="{FF2B5EF4-FFF2-40B4-BE49-F238E27FC236}">
                    <a16:creationId xmlns:a16="http://schemas.microsoft.com/office/drawing/2014/main" id="{F442158A-EE41-93EE-FDCE-22C0A21A48D4}"/>
                  </a:ext>
                </a:extLst>
              </p:cNvPr>
              <p:cNvSpPr/>
              <p:nvPr/>
            </p:nvSpPr>
            <p:spPr>
              <a:xfrm>
                <a:off x="7491004" y="6678327"/>
                <a:ext cx="95201" cy="95503"/>
              </a:xfrm>
              <a:prstGeom prst="ellipse">
                <a:avLst/>
              </a:prstGeom>
              <a:solidFill>
                <a:srgbClr val="B295E4"/>
              </a:solidFill>
              <a:ln w="11394" cap="rnd">
                <a:solidFill>
                  <a:srgbClr val="B295E4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767" name="Oval 766">
                <a:extLst>
                  <a:ext uri="{FF2B5EF4-FFF2-40B4-BE49-F238E27FC236}">
                    <a16:creationId xmlns:a16="http://schemas.microsoft.com/office/drawing/2014/main" id="{5CA8A9DB-458A-867F-0D1D-A88971BEF8AD}"/>
                  </a:ext>
                </a:extLst>
              </p:cNvPr>
              <p:cNvSpPr/>
              <p:nvPr/>
            </p:nvSpPr>
            <p:spPr>
              <a:xfrm>
                <a:off x="7521261" y="6266212"/>
                <a:ext cx="34687" cy="34798"/>
              </a:xfrm>
              <a:prstGeom prst="ellipse">
                <a:avLst/>
              </a:prstGeom>
              <a:solidFill>
                <a:srgbClr val="D3D3D3"/>
              </a:solidFill>
              <a:ln w="11394" cap="rnd">
                <a:solidFill>
                  <a:srgbClr val="D3D3D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FB504620-BA36-D91D-6C66-3FFE247F536B}"/>
                  </a:ext>
                </a:extLst>
              </p:cNvPr>
              <p:cNvSpPr/>
              <p:nvPr/>
            </p:nvSpPr>
            <p:spPr>
              <a:xfrm>
                <a:off x="7512905" y="5815362"/>
                <a:ext cx="51398" cy="51561"/>
              </a:xfrm>
              <a:prstGeom prst="ellipse">
                <a:avLst/>
              </a:prstGeom>
              <a:solidFill>
                <a:srgbClr val="7D53F4"/>
              </a:solidFill>
              <a:ln w="11394" cap="rnd">
                <a:solidFill>
                  <a:srgbClr val="7D53F4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5" name="Oval 384">
                <a:extLst>
                  <a:ext uri="{FF2B5EF4-FFF2-40B4-BE49-F238E27FC236}">
                    <a16:creationId xmlns:a16="http://schemas.microsoft.com/office/drawing/2014/main" id="{480DF81F-90BF-5B9A-5A76-76A9F02418CD}"/>
                  </a:ext>
                </a:extLst>
              </p:cNvPr>
              <p:cNvSpPr/>
              <p:nvPr/>
            </p:nvSpPr>
            <p:spPr>
              <a:xfrm>
                <a:off x="7504170" y="5364130"/>
                <a:ext cx="68869" cy="69088"/>
              </a:xfrm>
              <a:prstGeom prst="ellipse">
                <a:avLst/>
              </a:prstGeom>
              <a:solidFill>
                <a:srgbClr val="240EFE"/>
              </a:solidFill>
              <a:ln w="11394" cap="rnd">
                <a:solidFill>
                  <a:srgbClr val="240EF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1B6E559F-718E-937D-0B55-2118844EF6A6}"/>
                  </a:ext>
                </a:extLst>
              </p:cNvPr>
              <p:cNvSpPr/>
              <p:nvPr/>
            </p:nvSpPr>
            <p:spPr>
              <a:xfrm>
                <a:off x="7463912" y="4881277"/>
                <a:ext cx="149385" cy="149859"/>
              </a:xfrm>
              <a:prstGeom prst="ellipse">
                <a:avLst/>
              </a:prstGeom>
              <a:solidFill>
                <a:srgbClr val="2A12FE"/>
              </a:solidFill>
              <a:ln w="11394" cap="rnd">
                <a:solidFill>
                  <a:srgbClr val="2A12F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7" name="Oval 386">
                <a:extLst>
                  <a:ext uri="{FF2B5EF4-FFF2-40B4-BE49-F238E27FC236}">
                    <a16:creationId xmlns:a16="http://schemas.microsoft.com/office/drawing/2014/main" id="{FDE9169B-607D-833D-D8FD-A203F96011A3}"/>
                  </a:ext>
                </a:extLst>
              </p:cNvPr>
              <p:cNvSpPr/>
              <p:nvPr/>
            </p:nvSpPr>
            <p:spPr>
              <a:xfrm>
                <a:off x="7531642" y="4506754"/>
                <a:ext cx="13925" cy="13970"/>
              </a:xfrm>
              <a:prstGeom prst="ellipse">
                <a:avLst/>
              </a:prstGeom>
              <a:solidFill>
                <a:srgbClr val="B092E5"/>
              </a:solidFill>
              <a:ln w="11394" cap="rnd">
                <a:solidFill>
                  <a:srgbClr val="B092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82A106BE-3045-157B-ED0E-C329FEB3AA8E}"/>
                  </a:ext>
                </a:extLst>
              </p:cNvPr>
              <p:cNvSpPr/>
              <p:nvPr/>
            </p:nvSpPr>
            <p:spPr>
              <a:xfrm>
                <a:off x="7532148" y="4064667"/>
                <a:ext cx="12913" cy="12953"/>
              </a:xfrm>
              <a:prstGeom prst="ellipse">
                <a:avLst/>
              </a:prstGeom>
              <a:solidFill>
                <a:srgbClr val="BDA7E0"/>
              </a:solidFill>
              <a:ln w="11394" cap="rnd">
                <a:solidFill>
                  <a:srgbClr val="BDA7E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39F15C59-5185-7001-EEA2-53D2C8026C08}"/>
                  </a:ext>
                </a:extLst>
              </p:cNvPr>
              <p:cNvSpPr/>
              <p:nvPr/>
            </p:nvSpPr>
            <p:spPr>
              <a:xfrm>
                <a:off x="7532908" y="3622961"/>
                <a:ext cx="11393" cy="11429"/>
              </a:xfrm>
              <a:prstGeom prst="ellipse">
                <a:avLst/>
              </a:prstGeom>
              <a:solidFill>
                <a:srgbClr val="BBA3E1"/>
              </a:solidFill>
              <a:ln w="11394" cap="rnd">
                <a:solidFill>
                  <a:srgbClr val="BBA3E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90" name="Oval 389">
                <a:extLst>
                  <a:ext uri="{FF2B5EF4-FFF2-40B4-BE49-F238E27FC236}">
                    <a16:creationId xmlns:a16="http://schemas.microsoft.com/office/drawing/2014/main" id="{DBB726B2-0DC8-6BD0-A2EE-6A03F52269C1}"/>
                  </a:ext>
                </a:extLst>
              </p:cNvPr>
              <p:cNvSpPr/>
              <p:nvPr/>
            </p:nvSpPr>
            <p:spPr>
              <a:xfrm>
                <a:off x="7532148" y="3179731"/>
                <a:ext cx="12913" cy="12953"/>
              </a:xfrm>
              <a:prstGeom prst="ellipse">
                <a:avLst/>
              </a:prstGeom>
              <a:solidFill>
                <a:srgbClr val="B79EE2"/>
              </a:solidFill>
              <a:ln w="11394" cap="rnd">
                <a:solidFill>
                  <a:srgbClr val="B79EE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91" name="Oval 390">
                <a:extLst>
                  <a:ext uri="{FF2B5EF4-FFF2-40B4-BE49-F238E27FC236}">
                    <a16:creationId xmlns:a16="http://schemas.microsoft.com/office/drawing/2014/main" id="{94FF2857-307E-1A67-6482-5AA91C0F0315}"/>
                  </a:ext>
                </a:extLst>
              </p:cNvPr>
              <p:cNvSpPr/>
              <p:nvPr/>
            </p:nvSpPr>
            <p:spPr>
              <a:xfrm>
                <a:off x="7532908" y="2738025"/>
                <a:ext cx="11393" cy="11429"/>
              </a:xfrm>
              <a:prstGeom prst="ellipse">
                <a:avLst/>
              </a:prstGeom>
              <a:solidFill>
                <a:srgbClr val="BEAADF"/>
              </a:solidFill>
              <a:ln w="11394" cap="rnd">
                <a:solidFill>
                  <a:srgbClr val="BEAAD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92" name="Oval 391">
                <a:extLst>
                  <a:ext uri="{FF2B5EF4-FFF2-40B4-BE49-F238E27FC236}">
                    <a16:creationId xmlns:a16="http://schemas.microsoft.com/office/drawing/2014/main" id="{D2665289-78A7-F13B-E713-FFCF138C3944}"/>
                  </a:ext>
                </a:extLst>
              </p:cNvPr>
              <p:cNvSpPr/>
              <p:nvPr/>
            </p:nvSpPr>
            <p:spPr>
              <a:xfrm>
                <a:off x="7532908" y="2295557"/>
                <a:ext cx="11393" cy="11429"/>
              </a:xfrm>
              <a:prstGeom prst="ellipse">
                <a:avLst/>
              </a:prstGeom>
              <a:solidFill>
                <a:srgbClr val="C1AFDE"/>
              </a:solidFill>
              <a:ln w="11394" cap="rnd">
                <a:solidFill>
                  <a:srgbClr val="C1AFD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93" name="Oval 392">
                <a:extLst>
                  <a:ext uri="{FF2B5EF4-FFF2-40B4-BE49-F238E27FC236}">
                    <a16:creationId xmlns:a16="http://schemas.microsoft.com/office/drawing/2014/main" id="{0FD09694-98F4-232C-2774-7356A1B87E06}"/>
                  </a:ext>
                </a:extLst>
              </p:cNvPr>
              <p:cNvSpPr/>
              <p:nvPr/>
            </p:nvSpPr>
            <p:spPr>
              <a:xfrm>
                <a:off x="7518475" y="1838611"/>
                <a:ext cx="40258" cy="40386"/>
              </a:xfrm>
              <a:prstGeom prst="ellipse">
                <a:avLst/>
              </a:prstGeom>
              <a:solidFill>
                <a:srgbClr val="0000FF"/>
              </a:solidFill>
              <a:ln w="11394" cap="rnd">
                <a:solidFill>
                  <a:srgbClr val="0000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394" name="Oval 393">
                <a:extLst>
                  <a:ext uri="{FF2B5EF4-FFF2-40B4-BE49-F238E27FC236}">
                    <a16:creationId xmlns:a16="http://schemas.microsoft.com/office/drawing/2014/main" id="{675B0F82-38F1-15F0-247C-65716271E535}"/>
                  </a:ext>
                </a:extLst>
              </p:cNvPr>
              <p:cNvSpPr/>
              <p:nvPr/>
            </p:nvSpPr>
            <p:spPr>
              <a:xfrm>
                <a:off x="7473406" y="1350931"/>
                <a:ext cx="130396" cy="130810"/>
              </a:xfrm>
              <a:prstGeom prst="ellipse">
                <a:avLst/>
              </a:prstGeom>
              <a:solidFill>
                <a:srgbClr val="0501FF"/>
              </a:solidFill>
              <a:ln w="11394" cap="rnd">
                <a:solidFill>
                  <a:srgbClr val="0501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</p:grp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8FE589D9-B548-9DAF-B76A-ACBB9B8B1198}"/>
                </a:ext>
              </a:extLst>
            </p:cNvPr>
            <p:cNvSpPr/>
            <p:nvPr/>
          </p:nvSpPr>
          <p:spPr>
            <a:xfrm>
              <a:off x="4998921" y="1441244"/>
              <a:ext cx="12659" cy="5840856"/>
            </a:xfrm>
            <a:custGeom>
              <a:avLst/>
              <a:gdLst>
                <a:gd name="csX0" fmla="*/ 0 w 12659"/>
                <a:gd name="csY0" fmla="*/ 5840857 h 5840856"/>
                <a:gd name="csX1" fmla="*/ 0 w 12659"/>
                <a:gd name="csY1" fmla="*/ 0 h 5840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5840856">
                  <a:moveTo>
                    <a:pt x="0" y="5840857"/>
                  </a:moveTo>
                  <a:lnTo>
                    <a:pt x="0" y="0"/>
                  </a:lnTo>
                </a:path>
              </a:pathLst>
            </a:custGeom>
            <a:noFill/>
            <a:ln w="13546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397" name="TextBox 396">
              <a:extLst>
                <a:ext uri="{FF2B5EF4-FFF2-40B4-BE49-F238E27FC236}">
                  <a16:creationId xmlns:a16="http://schemas.microsoft.com/office/drawing/2014/main" id="{2F1FD7A9-4EED-AD3C-E4EB-C9E1BEE0520B}"/>
                </a:ext>
              </a:extLst>
            </p:cNvPr>
            <p:cNvSpPr txBox="1"/>
            <p:nvPr/>
          </p:nvSpPr>
          <p:spPr>
            <a:xfrm>
              <a:off x="4570386" y="6929148"/>
              <a:ext cx="43794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gja1b</a:t>
              </a:r>
            </a:p>
          </p:txBody>
        </p:sp>
        <p:sp>
          <p:nvSpPr>
            <p:cNvPr id="398" name="TextBox 397">
              <a:extLst>
                <a:ext uri="{FF2B5EF4-FFF2-40B4-BE49-F238E27FC236}">
                  <a16:creationId xmlns:a16="http://schemas.microsoft.com/office/drawing/2014/main" id="{A837600E-9CE5-D10B-8F22-0B27ED01BFBF}"/>
                </a:ext>
              </a:extLst>
            </p:cNvPr>
            <p:cNvSpPr txBox="1"/>
            <p:nvPr/>
          </p:nvSpPr>
          <p:spPr>
            <a:xfrm>
              <a:off x="4374819" y="6486679"/>
              <a:ext cx="63350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cyp19a1b</a:t>
              </a:r>
            </a:p>
          </p:txBody>
        </p:sp>
        <p:sp>
          <p:nvSpPr>
            <p:cNvPr id="399" name="TextBox 398">
              <a:extLst>
                <a:ext uri="{FF2B5EF4-FFF2-40B4-BE49-F238E27FC236}">
                  <a16:creationId xmlns:a16="http://schemas.microsoft.com/office/drawing/2014/main" id="{CC399B1D-267A-2EAD-C111-66D9002C1D59}"/>
                </a:ext>
              </a:extLst>
            </p:cNvPr>
            <p:cNvSpPr txBox="1"/>
            <p:nvPr/>
          </p:nvSpPr>
          <p:spPr>
            <a:xfrm>
              <a:off x="4599240" y="6044212"/>
              <a:ext cx="40908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shha</a:t>
              </a:r>
            </a:p>
          </p:txBody>
        </p:sp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D9A637FA-D831-91E1-CD47-D61D33C88E42}"/>
                </a:ext>
              </a:extLst>
            </p:cNvPr>
            <p:cNvSpPr txBox="1"/>
            <p:nvPr/>
          </p:nvSpPr>
          <p:spPr>
            <a:xfrm>
              <a:off x="4621682" y="5601744"/>
              <a:ext cx="38664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gfap</a:t>
              </a:r>
            </a:p>
          </p:txBody>
        </p:sp>
        <p:sp>
          <p:nvSpPr>
            <p:cNvPr id="401" name="TextBox 400">
              <a:extLst>
                <a:ext uri="{FF2B5EF4-FFF2-40B4-BE49-F238E27FC236}">
                  <a16:creationId xmlns:a16="http://schemas.microsoft.com/office/drawing/2014/main" id="{4FE4E49C-F6D7-0334-2635-ECA204AD7757}"/>
                </a:ext>
              </a:extLst>
            </p:cNvPr>
            <p:cNvSpPr txBox="1"/>
            <p:nvPr/>
          </p:nvSpPr>
          <p:spPr>
            <a:xfrm>
              <a:off x="4506265" y="5159276"/>
              <a:ext cx="50206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angpt1</a:t>
              </a:r>
            </a:p>
          </p:txBody>
        </p:sp>
        <p:sp>
          <p:nvSpPr>
            <p:cNvPr id="402" name="TextBox 401">
              <a:extLst>
                <a:ext uri="{FF2B5EF4-FFF2-40B4-BE49-F238E27FC236}">
                  <a16:creationId xmlns:a16="http://schemas.microsoft.com/office/drawing/2014/main" id="{F698B954-EEC5-FCC2-7610-1837E328BED7}"/>
                </a:ext>
              </a:extLst>
            </p:cNvPr>
            <p:cNvSpPr txBox="1"/>
            <p:nvPr/>
          </p:nvSpPr>
          <p:spPr>
            <a:xfrm>
              <a:off x="4257801" y="4716681"/>
              <a:ext cx="75052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zkscan8-like</a:t>
              </a:r>
              <a:endParaRPr lang="en-US" sz="800" spc="0" baseline="0" dirty="0">
                <a:ln/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  <a:rtl val="0"/>
              </a:endParaRPr>
            </a:p>
          </p:txBody>
        </p:sp>
        <p:sp>
          <p:nvSpPr>
            <p:cNvPr id="403" name="TextBox 402">
              <a:extLst>
                <a:ext uri="{FF2B5EF4-FFF2-40B4-BE49-F238E27FC236}">
                  <a16:creationId xmlns:a16="http://schemas.microsoft.com/office/drawing/2014/main" id="{C4C71DD5-9CA7-044F-0668-DD5F65895927}"/>
                </a:ext>
              </a:extLst>
            </p:cNvPr>
            <p:cNvSpPr txBox="1"/>
            <p:nvPr/>
          </p:nvSpPr>
          <p:spPr>
            <a:xfrm>
              <a:off x="4394055" y="4274213"/>
              <a:ext cx="61427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tmem266</a:t>
              </a:r>
            </a:p>
          </p:txBody>
        </p:sp>
        <p:sp>
          <p:nvSpPr>
            <p:cNvPr id="404" name="TextBox 403">
              <a:extLst>
                <a:ext uri="{FF2B5EF4-FFF2-40B4-BE49-F238E27FC236}">
                  <a16:creationId xmlns:a16="http://schemas.microsoft.com/office/drawing/2014/main" id="{6EFE3448-3763-8C0F-6704-C425AAA8D019}"/>
                </a:ext>
              </a:extLst>
            </p:cNvPr>
            <p:cNvSpPr txBox="1"/>
            <p:nvPr/>
          </p:nvSpPr>
          <p:spPr>
            <a:xfrm>
              <a:off x="4640918" y="3831745"/>
              <a:ext cx="36740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ror1</a:t>
              </a:r>
            </a:p>
          </p:txBody>
        </p:sp>
        <p:sp>
          <p:nvSpPr>
            <p:cNvPr id="434" name="TextBox 433">
              <a:extLst>
                <a:ext uri="{FF2B5EF4-FFF2-40B4-BE49-F238E27FC236}">
                  <a16:creationId xmlns:a16="http://schemas.microsoft.com/office/drawing/2014/main" id="{CAFE2E1E-3A6D-8598-5747-D139FB44EAFE}"/>
                </a:ext>
              </a:extLst>
            </p:cNvPr>
            <p:cNvSpPr txBox="1"/>
            <p:nvPr/>
          </p:nvSpPr>
          <p:spPr>
            <a:xfrm>
              <a:off x="4092691" y="3389277"/>
              <a:ext cx="91563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LOC129350005</a:t>
              </a:r>
            </a:p>
          </p:txBody>
        </p:sp>
        <p:sp>
          <p:nvSpPr>
            <p:cNvPr id="832" name="TextBox 831">
              <a:extLst>
                <a:ext uri="{FF2B5EF4-FFF2-40B4-BE49-F238E27FC236}">
                  <a16:creationId xmlns:a16="http://schemas.microsoft.com/office/drawing/2014/main" id="{1048B51A-98FF-88EE-D50A-48928D9C7A87}"/>
                </a:ext>
              </a:extLst>
            </p:cNvPr>
            <p:cNvSpPr txBox="1"/>
            <p:nvPr/>
          </p:nvSpPr>
          <p:spPr>
            <a:xfrm>
              <a:off x="4583210" y="2946809"/>
              <a:ext cx="42511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six6a</a:t>
              </a:r>
            </a:p>
          </p:txBody>
        </p:sp>
        <p:sp>
          <p:nvSpPr>
            <p:cNvPr id="833" name="TextBox 832">
              <a:extLst>
                <a:ext uri="{FF2B5EF4-FFF2-40B4-BE49-F238E27FC236}">
                  <a16:creationId xmlns:a16="http://schemas.microsoft.com/office/drawing/2014/main" id="{5467EA5C-2F17-7E67-848C-EF2953E42874}"/>
                </a:ext>
              </a:extLst>
            </p:cNvPr>
            <p:cNvSpPr txBox="1"/>
            <p:nvPr/>
          </p:nvSpPr>
          <p:spPr>
            <a:xfrm>
              <a:off x="4092691" y="2504341"/>
              <a:ext cx="91563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LOC118470146</a:t>
              </a:r>
            </a:p>
          </p:txBody>
        </p:sp>
        <p:sp>
          <p:nvSpPr>
            <p:cNvPr id="834" name="TextBox 833">
              <a:extLst>
                <a:ext uri="{FF2B5EF4-FFF2-40B4-BE49-F238E27FC236}">
                  <a16:creationId xmlns:a16="http://schemas.microsoft.com/office/drawing/2014/main" id="{E48478D3-2B5F-3419-847B-27826E47D5AD}"/>
                </a:ext>
              </a:extLst>
            </p:cNvPr>
            <p:cNvSpPr txBox="1"/>
            <p:nvPr/>
          </p:nvSpPr>
          <p:spPr>
            <a:xfrm>
              <a:off x="4355583" y="2061873"/>
              <a:ext cx="65274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pik3r5-like</a:t>
              </a:r>
            </a:p>
          </p:txBody>
        </p:sp>
        <p:sp>
          <p:nvSpPr>
            <p:cNvPr id="835" name="TextBox 834">
              <a:extLst>
                <a:ext uri="{FF2B5EF4-FFF2-40B4-BE49-F238E27FC236}">
                  <a16:creationId xmlns:a16="http://schemas.microsoft.com/office/drawing/2014/main" id="{8BB69C78-67B1-BED0-3169-C5071AF73CAC}"/>
                </a:ext>
              </a:extLst>
            </p:cNvPr>
            <p:cNvSpPr txBox="1"/>
            <p:nvPr/>
          </p:nvSpPr>
          <p:spPr>
            <a:xfrm>
              <a:off x="4333141" y="1619405"/>
              <a:ext cx="67518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80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</a:t>
              </a:r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mx1.2-like</a:t>
              </a:r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07257810-1885-81F4-489F-C89CD0C0216F}"/>
                </a:ext>
              </a:extLst>
            </p:cNvPr>
            <p:cNvSpPr/>
            <p:nvPr/>
          </p:nvSpPr>
          <p:spPr>
            <a:xfrm>
              <a:off x="4954739" y="7016544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34208C78-7DFD-C2B2-3123-648814507B0F}"/>
                </a:ext>
              </a:extLst>
            </p:cNvPr>
            <p:cNvSpPr/>
            <p:nvPr/>
          </p:nvSpPr>
          <p:spPr>
            <a:xfrm>
              <a:off x="4954739" y="6574076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1DAE6FEE-538F-BFC0-1E2F-6B3DD4DF2A39}"/>
                </a:ext>
              </a:extLst>
            </p:cNvPr>
            <p:cNvSpPr/>
            <p:nvPr/>
          </p:nvSpPr>
          <p:spPr>
            <a:xfrm>
              <a:off x="4954739" y="6131608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256CB5D6-D908-B837-37F4-8E610D797E2F}"/>
                </a:ext>
              </a:extLst>
            </p:cNvPr>
            <p:cNvSpPr/>
            <p:nvPr/>
          </p:nvSpPr>
          <p:spPr>
            <a:xfrm>
              <a:off x="4954739" y="5689140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43AE799B-C4D6-F313-619A-6048FC216493}"/>
                </a:ext>
              </a:extLst>
            </p:cNvPr>
            <p:cNvSpPr/>
            <p:nvPr/>
          </p:nvSpPr>
          <p:spPr>
            <a:xfrm>
              <a:off x="4954739" y="5246673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F5E48E9C-B186-B1B2-326A-5D6C72CC369F}"/>
                </a:ext>
              </a:extLst>
            </p:cNvPr>
            <p:cNvSpPr/>
            <p:nvPr/>
          </p:nvSpPr>
          <p:spPr>
            <a:xfrm>
              <a:off x="4954739" y="4804205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D68E72BC-A42F-EC09-5B05-E0825808A48B}"/>
                </a:ext>
              </a:extLst>
            </p:cNvPr>
            <p:cNvSpPr/>
            <p:nvPr/>
          </p:nvSpPr>
          <p:spPr>
            <a:xfrm>
              <a:off x="4954739" y="4361610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4DB3544C-DF02-72BB-9F38-88D398359D50}"/>
                </a:ext>
              </a:extLst>
            </p:cNvPr>
            <p:cNvSpPr/>
            <p:nvPr/>
          </p:nvSpPr>
          <p:spPr>
            <a:xfrm>
              <a:off x="4954739" y="3919142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C50FF885-477B-5D60-16BD-33E589A04E9B}"/>
                </a:ext>
              </a:extLst>
            </p:cNvPr>
            <p:cNvSpPr/>
            <p:nvPr/>
          </p:nvSpPr>
          <p:spPr>
            <a:xfrm>
              <a:off x="4954739" y="3476674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DFF59425-E628-5DCE-CDBC-99FD7C30F262}"/>
                </a:ext>
              </a:extLst>
            </p:cNvPr>
            <p:cNvSpPr/>
            <p:nvPr/>
          </p:nvSpPr>
          <p:spPr>
            <a:xfrm>
              <a:off x="4954739" y="3034205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F5D0CB9A-799A-631E-F9DD-237EEF86EDFB}"/>
                </a:ext>
              </a:extLst>
            </p:cNvPr>
            <p:cNvSpPr/>
            <p:nvPr/>
          </p:nvSpPr>
          <p:spPr>
            <a:xfrm>
              <a:off x="4954739" y="2591737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1428A9E7-3762-4293-91B5-BBB5ABAF89C4}"/>
                </a:ext>
              </a:extLst>
            </p:cNvPr>
            <p:cNvSpPr/>
            <p:nvPr/>
          </p:nvSpPr>
          <p:spPr>
            <a:xfrm>
              <a:off x="4954739" y="2149270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DD2BAD37-2C71-D5D4-5999-74AB5C8D05E8}"/>
                </a:ext>
              </a:extLst>
            </p:cNvPr>
            <p:cNvSpPr/>
            <p:nvPr/>
          </p:nvSpPr>
          <p:spPr>
            <a:xfrm>
              <a:off x="4954739" y="1706801"/>
              <a:ext cx="44182" cy="12700"/>
            </a:xfrm>
            <a:custGeom>
              <a:avLst/>
              <a:gdLst>
                <a:gd name="csX0" fmla="*/ 0 w 44182"/>
                <a:gd name="csY0" fmla="*/ 0 h 12700"/>
                <a:gd name="csX1" fmla="*/ 44183 w 4418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4182" h="12700">
                  <a:moveTo>
                    <a:pt x="0" y="0"/>
                  </a:moveTo>
                  <a:lnTo>
                    <a:pt x="44183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4E56E51C-E1C5-F1B6-8907-AB1D88681E59}"/>
                </a:ext>
              </a:extLst>
            </p:cNvPr>
            <p:cNvSpPr/>
            <p:nvPr/>
          </p:nvSpPr>
          <p:spPr>
            <a:xfrm>
              <a:off x="4998921" y="7282101"/>
              <a:ext cx="1201669" cy="12700"/>
            </a:xfrm>
            <a:custGeom>
              <a:avLst/>
              <a:gdLst>
                <a:gd name="csX0" fmla="*/ 0 w 1201669"/>
                <a:gd name="csY0" fmla="*/ 0 h 12700"/>
                <a:gd name="csX1" fmla="*/ 1201669 w 1201669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01669" h="12700">
                  <a:moveTo>
                    <a:pt x="0" y="0"/>
                  </a:moveTo>
                  <a:lnTo>
                    <a:pt x="1201669" y="0"/>
                  </a:lnTo>
                </a:path>
              </a:pathLst>
            </a:custGeom>
            <a:noFill/>
            <a:ln w="13546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0614F11A-47C6-4970-3E9E-D2F1D952D4E2}"/>
                </a:ext>
              </a:extLst>
            </p:cNvPr>
            <p:cNvSpPr/>
            <p:nvPr/>
          </p:nvSpPr>
          <p:spPr>
            <a:xfrm>
              <a:off x="5170588" y="7282101"/>
              <a:ext cx="12659" cy="44196"/>
            </a:xfrm>
            <a:custGeom>
              <a:avLst/>
              <a:gdLst>
                <a:gd name="csX0" fmla="*/ 0 w 12659"/>
                <a:gd name="csY0" fmla="*/ 44196 h 44196"/>
                <a:gd name="csX1" fmla="*/ 0 w 12659"/>
                <a:gd name="csY1" fmla="*/ 0 h 44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44196">
                  <a:moveTo>
                    <a:pt x="0" y="44196"/>
                  </a:moveTo>
                  <a:lnTo>
                    <a:pt x="0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78B8FD0A-A420-3553-3378-C78AB7C36940}"/>
                </a:ext>
              </a:extLst>
            </p:cNvPr>
            <p:cNvSpPr/>
            <p:nvPr/>
          </p:nvSpPr>
          <p:spPr>
            <a:xfrm>
              <a:off x="5456700" y="7282101"/>
              <a:ext cx="12659" cy="44196"/>
            </a:xfrm>
            <a:custGeom>
              <a:avLst/>
              <a:gdLst>
                <a:gd name="csX0" fmla="*/ 0 w 12659"/>
                <a:gd name="csY0" fmla="*/ 44196 h 44196"/>
                <a:gd name="csX1" fmla="*/ 0 w 12659"/>
                <a:gd name="csY1" fmla="*/ 0 h 44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44196">
                  <a:moveTo>
                    <a:pt x="0" y="44196"/>
                  </a:moveTo>
                  <a:lnTo>
                    <a:pt x="0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161458E4-870C-DBC0-8723-78516585C0E0}"/>
                </a:ext>
              </a:extLst>
            </p:cNvPr>
            <p:cNvSpPr/>
            <p:nvPr/>
          </p:nvSpPr>
          <p:spPr>
            <a:xfrm>
              <a:off x="5742812" y="7282101"/>
              <a:ext cx="12659" cy="44196"/>
            </a:xfrm>
            <a:custGeom>
              <a:avLst/>
              <a:gdLst>
                <a:gd name="csX0" fmla="*/ 0 w 12659"/>
                <a:gd name="csY0" fmla="*/ 44196 h 44196"/>
                <a:gd name="csX1" fmla="*/ 0 w 12659"/>
                <a:gd name="csY1" fmla="*/ 0 h 44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44196">
                  <a:moveTo>
                    <a:pt x="0" y="44196"/>
                  </a:moveTo>
                  <a:lnTo>
                    <a:pt x="0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1B4873F-3F65-BAD4-098D-BA79EB7F7440}"/>
                </a:ext>
              </a:extLst>
            </p:cNvPr>
            <p:cNvSpPr/>
            <p:nvPr/>
          </p:nvSpPr>
          <p:spPr>
            <a:xfrm>
              <a:off x="6028923" y="7282101"/>
              <a:ext cx="12659" cy="44196"/>
            </a:xfrm>
            <a:custGeom>
              <a:avLst/>
              <a:gdLst>
                <a:gd name="csX0" fmla="*/ 0 w 12659"/>
                <a:gd name="csY0" fmla="*/ 44196 h 44196"/>
                <a:gd name="csX1" fmla="*/ 0 w 12659"/>
                <a:gd name="csY1" fmla="*/ 0 h 44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44196">
                  <a:moveTo>
                    <a:pt x="0" y="44196"/>
                  </a:moveTo>
                  <a:lnTo>
                    <a:pt x="0" y="0"/>
                  </a:lnTo>
                </a:path>
              </a:pathLst>
            </a:custGeom>
            <a:noFill/>
            <a:ln w="13546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854" name="TextBox 853">
              <a:extLst>
                <a:ext uri="{FF2B5EF4-FFF2-40B4-BE49-F238E27FC236}">
                  <a16:creationId xmlns:a16="http://schemas.microsoft.com/office/drawing/2014/main" id="{ED71F261-C122-6B5A-4183-13D50E11AB7E}"/>
                </a:ext>
              </a:extLst>
            </p:cNvPr>
            <p:cNvSpPr txBox="1"/>
            <p:nvPr/>
          </p:nvSpPr>
          <p:spPr>
            <a:xfrm rot="18900000">
              <a:off x="4932210" y="7371728"/>
              <a:ext cx="5164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1_NSC</a:t>
              </a:r>
            </a:p>
          </p:txBody>
        </p:sp>
        <p:sp>
          <p:nvSpPr>
            <p:cNvPr id="855" name="TextBox 854">
              <a:extLst>
                <a:ext uri="{FF2B5EF4-FFF2-40B4-BE49-F238E27FC236}">
                  <a16:creationId xmlns:a16="http://schemas.microsoft.com/office/drawing/2014/main" id="{E5D66B20-48AD-B53F-51C8-C2F18D3C7BDB}"/>
                </a:ext>
              </a:extLst>
            </p:cNvPr>
            <p:cNvSpPr txBox="1"/>
            <p:nvPr/>
          </p:nvSpPr>
          <p:spPr>
            <a:xfrm rot="18900000">
              <a:off x="5255190" y="7371728"/>
              <a:ext cx="4427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1_NP</a:t>
              </a:r>
            </a:p>
          </p:txBody>
        </p:sp>
        <p:sp>
          <p:nvSpPr>
            <p:cNvPr id="856" name="TextBox 855">
              <a:extLst>
                <a:ext uri="{FF2B5EF4-FFF2-40B4-BE49-F238E27FC236}">
                  <a16:creationId xmlns:a16="http://schemas.microsoft.com/office/drawing/2014/main" id="{C2A6DE40-7AE0-1EB2-2B15-81CDFCCC2488}"/>
                </a:ext>
              </a:extLst>
            </p:cNvPr>
            <p:cNvSpPr txBox="1"/>
            <p:nvPr/>
          </p:nvSpPr>
          <p:spPr>
            <a:xfrm rot="18900000">
              <a:off x="5500426" y="7371728"/>
              <a:ext cx="52450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1_shha</a:t>
              </a:r>
            </a:p>
          </p:txBody>
        </p:sp>
        <p:sp>
          <p:nvSpPr>
            <p:cNvPr id="857" name="TextBox 856">
              <a:extLst>
                <a:ext uri="{FF2B5EF4-FFF2-40B4-BE49-F238E27FC236}">
                  <a16:creationId xmlns:a16="http://schemas.microsoft.com/office/drawing/2014/main" id="{68814FDB-22D1-8A1D-58A0-88BD44F40F8E}"/>
                </a:ext>
              </a:extLst>
            </p:cNvPr>
            <p:cNvSpPr txBox="1"/>
            <p:nvPr/>
          </p:nvSpPr>
          <p:spPr>
            <a:xfrm rot="18900000">
              <a:off x="5797759" y="7371728"/>
              <a:ext cx="50206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1_gfap</a:t>
              </a:r>
            </a:p>
          </p:txBody>
        </p:sp>
      </p:grpSp>
      <p:grpSp>
        <p:nvGrpSpPr>
          <p:cNvPr id="1047" name="Group 1046">
            <a:extLst>
              <a:ext uri="{FF2B5EF4-FFF2-40B4-BE49-F238E27FC236}">
                <a16:creationId xmlns:a16="http://schemas.microsoft.com/office/drawing/2014/main" id="{076F9794-7D1D-9DBF-40E6-5BA56FEE9B51}"/>
              </a:ext>
            </a:extLst>
          </p:cNvPr>
          <p:cNvGrpSpPr/>
          <p:nvPr/>
        </p:nvGrpSpPr>
        <p:grpSpPr>
          <a:xfrm>
            <a:off x="4335553" y="765147"/>
            <a:ext cx="2184332" cy="404655"/>
            <a:chOff x="6825910" y="1075464"/>
            <a:chExt cx="2184332" cy="404655"/>
          </a:xfrm>
        </p:grpSpPr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9B309B7C-BA84-E7AD-69CD-81B62210DF0D}"/>
                </a:ext>
              </a:extLst>
            </p:cNvPr>
            <p:cNvSpPr txBox="1"/>
            <p:nvPr/>
          </p:nvSpPr>
          <p:spPr>
            <a:xfrm>
              <a:off x="7577773" y="1075464"/>
              <a:ext cx="105670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 Expressed</a:t>
              </a:r>
            </a:p>
          </p:txBody>
        </p: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577A1BC6-6CDB-47F0-9BA8-0C4007615805}"/>
                </a:ext>
              </a:extLst>
            </p:cNvPr>
            <p:cNvGrpSpPr/>
            <p:nvPr/>
          </p:nvGrpSpPr>
          <p:grpSpPr>
            <a:xfrm>
              <a:off x="6825910" y="1264675"/>
              <a:ext cx="2184332" cy="215444"/>
              <a:chOff x="4023230" y="923064"/>
              <a:chExt cx="2184332" cy="215444"/>
            </a:xfrm>
          </p:grpSpPr>
          <p:sp>
            <p:nvSpPr>
              <p:cNvPr id="859" name="Oval 858">
                <a:extLst>
                  <a:ext uri="{FF2B5EF4-FFF2-40B4-BE49-F238E27FC236}">
                    <a16:creationId xmlns:a16="http://schemas.microsoft.com/office/drawing/2014/main" id="{1D285B53-9DD7-2B34-08CB-70F75A9EA38E}"/>
                  </a:ext>
                </a:extLst>
              </p:cNvPr>
              <p:cNvSpPr/>
              <p:nvPr/>
            </p:nvSpPr>
            <p:spPr>
              <a:xfrm>
                <a:off x="4023230" y="1004746"/>
                <a:ext cx="11393" cy="11429"/>
              </a:xfrm>
              <a:prstGeom prst="ellipse">
                <a:avLst/>
              </a:prstGeom>
              <a:solidFill>
                <a:srgbClr val="000000"/>
              </a:solidFill>
              <a:ln w="1139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860" name="Oval 859">
                <a:extLst>
                  <a:ext uri="{FF2B5EF4-FFF2-40B4-BE49-F238E27FC236}">
                    <a16:creationId xmlns:a16="http://schemas.microsoft.com/office/drawing/2014/main" id="{96103FC0-EE71-50C7-FFDB-2775DEF9BA08}"/>
                  </a:ext>
                </a:extLst>
              </p:cNvPr>
              <p:cNvSpPr/>
              <p:nvPr/>
            </p:nvSpPr>
            <p:spPr>
              <a:xfrm>
                <a:off x="4417330" y="985823"/>
                <a:ext cx="49120" cy="49275"/>
              </a:xfrm>
              <a:prstGeom prst="ellipse">
                <a:avLst/>
              </a:prstGeom>
              <a:solidFill>
                <a:srgbClr val="000000"/>
              </a:solidFill>
              <a:ln w="1139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861" name="Oval 860">
                <a:extLst>
                  <a:ext uri="{FF2B5EF4-FFF2-40B4-BE49-F238E27FC236}">
                    <a16:creationId xmlns:a16="http://schemas.microsoft.com/office/drawing/2014/main" id="{26E40B83-3531-920B-2E4C-C79F7C1DB488}"/>
                  </a:ext>
                </a:extLst>
              </p:cNvPr>
              <p:cNvSpPr/>
              <p:nvPr/>
            </p:nvSpPr>
            <p:spPr>
              <a:xfrm>
                <a:off x="4853713" y="966900"/>
                <a:ext cx="86846" cy="87122"/>
              </a:xfrm>
              <a:prstGeom prst="ellipse">
                <a:avLst/>
              </a:prstGeom>
              <a:solidFill>
                <a:srgbClr val="000000"/>
              </a:solidFill>
              <a:ln w="1139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862" name="Oval 861">
                <a:extLst>
                  <a:ext uri="{FF2B5EF4-FFF2-40B4-BE49-F238E27FC236}">
                    <a16:creationId xmlns:a16="http://schemas.microsoft.com/office/drawing/2014/main" id="{BBB7748C-13DD-ABA7-343A-86DE51625CD0}"/>
                  </a:ext>
                </a:extLst>
              </p:cNvPr>
              <p:cNvSpPr/>
              <p:nvPr/>
            </p:nvSpPr>
            <p:spPr>
              <a:xfrm>
                <a:off x="5290097" y="948104"/>
                <a:ext cx="124319" cy="124713"/>
              </a:xfrm>
              <a:prstGeom prst="ellipse">
                <a:avLst/>
              </a:prstGeom>
              <a:solidFill>
                <a:srgbClr val="000000"/>
              </a:solidFill>
              <a:ln w="1139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863" name="Oval 862">
                <a:extLst>
                  <a:ext uri="{FF2B5EF4-FFF2-40B4-BE49-F238E27FC236}">
                    <a16:creationId xmlns:a16="http://schemas.microsoft.com/office/drawing/2014/main" id="{8E03FCDD-1A21-05F3-CEDA-3F2A4BB7E932}"/>
                  </a:ext>
                </a:extLst>
              </p:cNvPr>
              <p:cNvSpPr/>
              <p:nvPr/>
            </p:nvSpPr>
            <p:spPr>
              <a:xfrm>
                <a:off x="5729519" y="929181"/>
                <a:ext cx="162045" cy="162560"/>
              </a:xfrm>
              <a:prstGeom prst="ellipse">
                <a:avLst/>
              </a:prstGeom>
              <a:solidFill>
                <a:srgbClr val="000000"/>
              </a:solidFill>
              <a:ln w="1139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2800"/>
              </a:p>
            </p:txBody>
          </p:sp>
          <p:sp>
            <p:nvSpPr>
              <p:cNvPr id="864" name="TextBox 863">
                <a:extLst>
                  <a:ext uri="{FF2B5EF4-FFF2-40B4-BE49-F238E27FC236}">
                    <a16:creationId xmlns:a16="http://schemas.microsoft.com/office/drawing/2014/main" id="{68577105-0D0B-3DCE-C789-2712FF6D8198}"/>
                  </a:ext>
                </a:extLst>
              </p:cNvPr>
              <p:cNvSpPr txBox="1"/>
              <p:nvPr/>
            </p:nvSpPr>
            <p:spPr>
              <a:xfrm>
                <a:off x="4122826" y="923064"/>
                <a:ext cx="2423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1024" name="TextBox 1023">
                <a:extLst>
                  <a:ext uri="{FF2B5EF4-FFF2-40B4-BE49-F238E27FC236}">
                    <a16:creationId xmlns:a16="http://schemas.microsoft.com/office/drawing/2014/main" id="{11CDD21F-B662-8D91-6B2B-1F2020F490A5}"/>
                  </a:ext>
                </a:extLst>
              </p:cNvPr>
              <p:cNvSpPr txBox="1"/>
              <p:nvPr/>
            </p:nvSpPr>
            <p:spPr>
              <a:xfrm>
                <a:off x="4535789" y="923064"/>
                <a:ext cx="30008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</a:t>
                </a:r>
              </a:p>
            </p:txBody>
          </p:sp>
          <p:sp>
            <p:nvSpPr>
              <p:cNvPr id="1025" name="TextBox 1024">
                <a:extLst>
                  <a:ext uri="{FF2B5EF4-FFF2-40B4-BE49-F238E27FC236}">
                    <a16:creationId xmlns:a16="http://schemas.microsoft.com/office/drawing/2014/main" id="{112F1783-8C76-BA05-5399-5FA04756C278}"/>
                  </a:ext>
                </a:extLst>
              </p:cNvPr>
              <p:cNvSpPr txBox="1"/>
              <p:nvPr/>
            </p:nvSpPr>
            <p:spPr>
              <a:xfrm>
                <a:off x="4991036" y="923064"/>
                <a:ext cx="30008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40</a:t>
                </a:r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A0920DEE-6005-2223-13CA-C005F6F4206D}"/>
                  </a:ext>
                </a:extLst>
              </p:cNvPr>
              <p:cNvSpPr txBox="1"/>
              <p:nvPr/>
            </p:nvSpPr>
            <p:spPr>
              <a:xfrm>
                <a:off x="5446283" y="923064"/>
                <a:ext cx="30008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60</a:t>
                </a:r>
              </a:p>
            </p:txBody>
          </p:sp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244688D2-9188-C9B4-8618-93738A4CA4D5}"/>
                  </a:ext>
                </a:extLst>
              </p:cNvPr>
              <p:cNvSpPr txBox="1"/>
              <p:nvPr/>
            </p:nvSpPr>
            <p:spPr>
              <a:xfrm>
                <a:off x="5907480" y="923064"/>
                <a:ext cx="30008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8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80</a:t>
                </a:r>
              </a:p>
            </p:txBody>
          </p:sp>
        </p:grpSp>
      </p:grpSp>
      <p:grpSp>
        <p:nvGrpSpPr>
          <p:cNvPr id="1045" name="Group 1044">
            <a:extLst>
              <a:ext uri="{FF2B5EF4-FFF2-40B4-BE49-F238E27FC236}">
                <a16:creationId xmlns:a16="http://schemas.microsoft.com/office/drawing/2014/main" id="{98E147D9-9E70-5659-0366-5C55524457B7}"/>
              </a:ext>
            </a:extLst>
          </p:cNvPr>
          <p:cNvGrpSpPr/>
          <p:nvPr/>
        </p:nvGrpSpPr>
        <p:grpSpPr>
          <a:xfrm>
            <a:off x="4726131" y="173685"/>
            <a:ext cx="1596851" cy="644450"/>
            <a:chOff x="6976481" y="704370"/>
            <a:chExt cx="1031544" cy="644450"/>
          </a:xfrm>
        </p:grpSpPr>
        <p:sp>
          <p:nvSpPr>
            <p:cNvPr id="1028" name="TextBox 1027">
              <a:extLst>
                <a:ext uri="{FF2B5EF4-FFF2-40B4-BE49-F238E27FC236}">
                  <a16:creationId xmlns:a16="http://schemas.microsoft.com/office/drawing/2014/main" id="{224FDDB0-BA56-CFCF-0EEE-CEDB046069EF}"/>
                </a:ext>
              </a:extLst>
            </p:cNvPr>
            <p:cNvSpPr txBox="1"/>
            <p:nvPr/>
          </p:nvSpPr>
          <p:spPr>
            <a:xfrm>
              <a:off x="7135829" y="704370"/>
              <a:ext cx="7157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Average Expression</a:t>
              </a:r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00DFA599-FB83-2D68-FD10-6A4BE1372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6263" y="910004"/>
              <a:ext cx="971134" cy="194818"/>
            </a:xfrm>
            <a:custGeom>
              <a:avLst/>
              <a:gdLst>
                <a:gd name="csX0" fmla="*/ 0 w 971134"/>
                <a:gd name="csY0" fmla="*/ 0 h 194818"/>
                <a:gd name="csX1" fmla="*/ 971134 w 971134"/>
                <a:gd name="csY1" fmla="*/ 0 h 194818"/>
                <a:gd name="csX2" fmla="*/ 971134 w 971134"/>
                <a:gd name="csY2" fmla="*/ 194818 h 194818"/>
                <a:gd name="csX3" fmla="*/ 0 w 971134"/>
                <a:gd name="csY3" fmla="*/ 194818 h 1948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71134" h="194818">
                  <a:moveTo>
                    <a:pt x="0" y="0"/>
                  </a:moveTo>
                  <a:lnTo>
                    <a:pt x="971134" y="0"/>
                  </a:lnTo>
                  <a:lnTo>
                    <a:pt x="971134" y="194818"/>
                  </a:lnTo>
                  <a:lnTo>
                    <a:pt x="0" y="194818"/>
                  </a:lnTo>
                  <a:close/>
                </a:path>
              </a:pathLst>
            </a:custGeom>
          </p:spPr>
        </p:pic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B9EFD015-8ED9-E1A5-6781-99D06BAD83D8}"/>
                </a:ext>
              </a:extLst>
            </p:cNvPr>
            <p:cNvSpPr/>
            <p:nvPr/>
          </p:nvSpPr>
          <p:spPr>
            <a:xfrm>
              <a:off x="7133365" y="1065960"/>
              <a:ext cx="12659" cy="38988"/>
            </a:xfrm>
            <a:custGeom>
              <a:avLst/>
              <a:gdLst>
                <a:gd name="csX0" fmla="*/ 0 w 12659"/>
                <a:gd name="csY0" fmla="*/ 0 h 38988"/>
                <a:gd name="csX1" fmla="*/ 0 w 12659"/>
                <a:gd name="csY1" fmla="*/ 38989 h 38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8">
                  <a:moveTo>
                    <a:pt x="0" y="0"/>
                  </a:moveTo>
                  <a:lnTo>
                    <a:pt x="0" y="38989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537F300-7419-EFF7-7F23-5CF1907C7B4F}"/>
                </a:ext>
              </a:extLst>
            </p:cNvPr>
            <p:cNvSpPr/>
            <p:nvPr/>
          </p:nvSpPr>
          <p:spPr>
            <a:xfrm>
              <a:off x="7305792" y="1065960"/>
              <a:ext cx="12659" cy="38988"/>
            </a:xfrm>
            <a:custGeom>
              <a:avLst/>
              <a:gdLst>
                <a:gd name="csX0" fmla="*/ 0 w 12659"/>
                <a:gd name="csY0" fmla="*/ 0 h 38988"/>
                <a:gd name="csX1" fmla="*/ 0 w 12659"/>
                <a:gd name="csY1" fmla="*/ 38989 h 38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8">
                  <a:moveTo>
                    <a:pt x="0" y="0"/>
                  </a:moveTo>
                  <a:lnTo>
                    <a:pt x="0" y="38989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8C3FD3F-9325-697C-4F80-9BF359E0524C}"/>
                </a:ext>
              </a:extLst>
            </p:cNvPr>
            <p:cNvSpPr/>
            <p:nvPr/>
          </p:nvSpPr>
          <p:spPr>
            <a:xfrm>
              <a:off x="7478345" y="1065960"/>
              <a:ext cx="12659" cy="38988"/>
            </a:xfrm>
            <a:custGeom>
              <a:avLst/>
              <a:gdLst>
                <a:gd name="csX0" fmla="*/ 0 w 12659"/>
                <a:gd name="csY0" fmla="*/ 0 h 38988"/>
                <a:gd name="csX1" fmla="*/ 0 w 12659"/>
                <a:gd name="csY1" fmla="*/ 38989 h 38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8">
                  <a:moveTo>
                    <a:pt x="0" y="0"/>
                  </a:moveTo>
                  <a:lnTo>
                    <a:pt x="0" y="38989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FE01AE6A-A480-80D8-6522-AFBFD698F204}"/>
                </a:ext>
              </a:extLst>
            </p:cNvPr>
            <p:cNvSpPr/>
            <p:nvPr/>
          </p:nvSpPr>
          <p:spPr>
            <a:xfrm>
              <a:off x="7650772" y="1065960"/>
              <a:ext cx="12659" cy="38988"/>
            </a:xfrm>
            <a:custGeom>
              <a:avLst/>
              <a:gdLst>
                <a:gd name="csX0" fmla="*/ 0 w 12659"/>
                <a:gd name="csY0" fmla="*/ 0 h 38988"/>
                <a:gd name="csX1" fmla="*/ 0 w 12659"/>
                <a:gd name="csY1" fmla="*/ 38989 h 38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8">
                  <a:moveTo>
                    <a:pt x="0" y="0"/>
                  </a:moveTo>
                  <a:lnTo>
                    <a:pt x="0" y="38989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65BE4F38-68CC-CD10-4CFF-DD3CDD95D96E}"/>
                </a:ext>
              </a:extLst>
            </p:cNvPr>
            <p:cNvSpPr/>
            <p:nvPr/>
          </p:nvSpPr>
          <p:spPr>
            <a:xfrm>
              <a:off x="7823325" y="1065960"/>
              <a:ext cx="12659" cy="38988"/>
            </a:xfrm>
            <a:custGeom>
              <a:avLst/>
              <a:gdLst>
                <a:gd name="csX0" fmla="*/ 0 w 12659"/>
                <a:gd name="csY0" fmla="*/ 0 h 38988"/>
                <a:gd name="csX1" fmla="*/ 0 w 12659"/>
                <a:gd name="csY1" fmla="*/ 38989 h 38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8">
                  <a:moveTo>
                    <a:pt x="0" y="0"/>
                  </a:moveTo>
                  <a:lnTo>
                    <a:pt x="0" y="38989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2193EB1C-B7B8-AD1D-9BAD-F3658921E6DD}"/>
                </a:ext>
              </a:extLst>
            </p:cNvPr>
            <p:cNvSpPr/>
            <p:nvPr/>
          </p:nvSpPr>
          <p:spPr>
            <a:xfrm>
              <a:off x="7133365" y="910003"/>
              <a:ext cx="12659" cy="38989"/>
            </a:xfrm>
            <a:custGeom>
              <a:avLst/>
              <a:gdLst>
                <a:gd name="csX0" fmla="*/ 0 w 12659"/>
                <a:gd name="csY0" fmla="*/ 38989 h 38989"/>
                <a:gd name="csX1" fmla="*/ 0 w 12659"/>
                <a:gd name="csY1" fmla="*/ 0 h 3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9">
                  <a:moveTo>
                    <a:pt x="0" y="38989"/>
                  </a:moveTo>
                  <a:lnTo>
                    <a:pt x="0" y="0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69491426-9789-9D3D-2596-540215E5252A}"/>
                </a:ext>
              </a:extLst>
            </p:cNvPr>
            <p:cNvSpPr/>
            <p:nvPr/>
          </p:nvSpPr>
          <p:spPr>
            <a:xfrm>
              <a:off x="7305792" y="910003"/>
              <a:ext cx="12659" cy="38989"/>
            </a:xfrm>
            <a:custGeom>
              <a:avLst/>
              <a:gdLst>
                <a:gd name="csX0" fmla="*/ 0 w 12659"/>
                <a:gd name="csY0" fmla="*/ 38989 h 38989"/>
                <a:gd name="csX1" fmla="*/ 0 w 12659"/>
                <a:gd name="csY1" fmla="*/ 0 h 3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9">
                  <a:moveTo>
                    <a:pt x="0" y="38989"/>
                  </a:moveTo>
                  <a:lnTo>
                    <a:pt x="0" y="0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CC201638-77B0-77AE-F2D0-75AD75CE0406}"/>
                </a:ext>
              </a:extLst>
            </p:cNvPr>
            <p:cNvSpPr/>
            <p:nvPr/>
          </p:nvSpPr>
          <p:spPr>
            <a:xfrm>
              <a:off x="7478345" y="910003"/>
              <a:ext cx="12659" cy="38989"/>
            </a:xfrm>
            <a:custGeom>
              <a:avLst/>
              <a:gdLst>
                <a:gd name="csX0" fmla="*/ 0 w 12659"/>
                <a:gd name="csY0" fmla="*/ 38989 h 38989"/>
                <a:gd name="csX1" fmla="*/ 0 w 12659"/>
                <a:gd name="csY1" fmla="*/ 0 h 3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9">
                  <a:moveTo>
                    <a:pt x="0" y="38989"/>
                  </a:moveTo>
                  <a:lnTo>
                    <a:pt x="0" y="0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820A62D5-D08B-A2A1-167B-B32556179823}"/>
                </a:ext>
              </a:extLst>
            </p:cNvPr>
            <p:cNvSpPr/>
            <p:nvPr/>
          </p:nvSpPr>
          <p:spPr>
            <a:xfrm>
              <a:off x="7650772" y="910003"/>
              <a:ext cx="12659" cy="38989"/>
            </a:xfrm>
            <a:custGeom>
              <a:avLst/>
              <a:gdLst>
                <a:gd name="csX0" fmla="*/ 0 w 12659"/>
                <a:gd name="csY0" fmla="*/ 38989 h 38989"/>
                <a:gd name="csX1" fmla="*/ 0 w 12659"/>
                <a:gd name="csY1" fmla="*/ 0 h 3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9">
                  <a:moveTo>
                    <a:pt x="0" y="38989"/>
                  </a:moveTo>
                  <a:lnTo>
                    <a:pt x="0" y="0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1A1B5B98-8A42-8D94-601D-FE837D760814}"/>
                </a:ext>
              </a:extLst>
            </p:cNvPr>
            <p:cNvSpPr/>
            <p:nvPr/>
          </p:nvSpPr>
          <p:spPr>
            <a:xfrm>
              <a:off x="7823325" y="910003"/>
              <a:ext cx="12659" cy="38989"/>
            </a:xfrm>
            <a:custGeom>
              <a:avLst/>
              <a:gdLst>
                <a:gd name="csX0" fmla="*/ 0 w 12659"/>
                <a:gd name="csY0" fmla="*/ 38989 h 38989"/>
                <a:gd name="csX1" fmla="*/ 0 w 12659"/>
                <a:gd name="csY1" fmla="*/ 0 h 3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659" h="38989">
                  <a:moveTo>
                    <a:pt x="0" y="38989"/>
                  </a:moveTo>
                  <a:lnTo>
                    <a:pt x="0" y="0"/>
                  </a:lnTo>
                </a:path>
              </a:pathLst>
            </a:custGeom>
            <a:noFill/>
            <a:ln w="4811" cap="flat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040" name="TextBox 1039">
              <a:extLst>
                <a:ext uri="{FF2B5EF4-FFF2-40B4-BE49-F238E27FC236}">
                  <a16:creationId xmlns:a16="http://schemas.microsoft.com/office/drawing/2014/main" id="{806E55B5-E855-B17C-F5AC-11C249961AD9}"/>
                </a:ext>
              </a:extLst>
            </p:cNvPr>
            <p:cNvSpPr txBox="1"/>
            <p:nvPr/>
          </p:nvSpPr>
          <p:spPr>
            <a:xfrm>
              <a:off x="6976481" y="1133376"/>
              <a:ext cx="36260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-1.0</a:t>
              </a:r>
            </a:p>
          </p:txBody>
        </p:sp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E9A03D13-85C3-B5B3-6C8F-D6D0BDC70118}"/>
                </a:ext>
              </a:extLst>
            </p:cNvPr>
            <p:cNvSpPr txBox="1"/>
            <p:nvPr/>
          </p:nvSpPr>
          <p:spPr>
            <a:xfrm>
              <a:off x="7148908" y="1133376"/>
              <a:ext cx="36260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-0.5</a:t>
              </a:r>
            </a:p>
          </p:txBody>
        </p:sp>
        <p:sp>
          <p:nvSpPr>
            <p:cNvPr id="1042" name="TextBox 1041">
              <a:extLst>
                <a:ext uri="{FF2B5EF4-FFF2-40B4-BE49-F238E27FC236}">
                  <a16:creationId xmlns:a16="http://schemas.microsoft.com/office/drawing/2014/main" id="{AD70AB31-1C9F-1A5B-9FB3-4FFAB7D37EB3}"/>
                </a:ext>
              </a:extLst>
            </p:cNvPr>
            <p:cNvSpPr txBox="1"/>
            <p:nvPr/>
          </p:nvSpPr>
          <p:spPr>
            <a:xfrm>
              <a:off x="7334109" y="1133376"/>
              <a:ext cx="32893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</a:t>
              </a:r>
            </a:p>
          </p:txBody>
        </p:sp>
        <p:sp>
          <p:nvSpPr>
            <p:cNvPr id="1043" name="TextBox 1042">
              <a:extLst>
                <a:ext uri="{FF2B5EF4-FFF2-40B4-BE49-F238E27FC236}">
                  <a16:creationId xmlns:a16="http://schemas.microsoft.com/office/drawing/2014/main" id="{534FB0DE-5923-4CF5-2CF6-53EEAB1B0E43}"/>
                </a:ext>
              </a:extLst>
            </p:cNvPr>
            <p:cNvSpPr txBox="1"/>
            <p:nvPr/>
          </p:nvSpPr>
          <p:spPr>
            <a:xfrm>
              <a:off x="7506535" y="1133376"/>
              <a:ext cx="32893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0.5</a:t>
              </a:r>
            </a:p>
          </p:txBody>
        </p:sp>
        <p:sp>
          <p:nvSpPr>
            <p:cNvPr id="1044" name="TextBox 1043">
              <a:extLst>
                <a:ext uri="{FF2B5EF4-FFF2-40B4-BE49-F238E27FC236}">
                  <a16:creationId xmlns:a16="http://schemas.microsoft.com/office/drawing/2014/main" id="{342A1078-5008-3021-AB40-93C5404F3459}"/>
                </a:ext>
              </a:extLst>
            </p:cNvPr>
            <p:cNvSpPr txBox="1"/>
            <p:nvPr/>
          </p:nvSpPr>
          <p:spPr>
            <a:xfrm>
              <a:off x="7679089" y="1133376"/>
              <a:ext cx="32893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1.0</a:t>
              </a:r>
            </a:p>
          </p:txBody>
        </p:sp>
      </p:grpSp>
      <p:sp>
        <p:nvSpPr>
          <p:cNvPr id="1051" name="TextBox 1050">
            <a:extLst>
              <a:ext uri="{FF2B5EF4-FFF2-40B4-BE49-F238E27FC236}">
                <a16:creationId xmlns:a16="http://schemas.microsoft.com/office/drawing/2014/main" id="{E150451A-99C9-0754-1754-C63FC1085D2B}"/>
              </a:ext>
            </a:extLst>
          </p:cNvPr>
          <p:cNvSpPr txBox="1"/>
          <p:nvPr/>
        </p:nvSpPr>
        <p:spPr>
          <a:xfrm>
            <a:off x="5106466" y="7408297"/>
            <a:ext cx="10887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800" b="1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1_RGC Subcluster</a:t>
            </a:r>
          </a:p>
        </p:txBody>
      </p:sp>
    </p:spTree>
    <p:extLst>
      <p:ext uri="{BB962C8B-B14F-4D97-AF65-F5344CB8AC3E}">
        <p14:creationId xmlns:p14="http://schemas.microsoft.com/office/powerpoint/2010/main" val="3521074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13" name="Group 5712">
            <a:extLst>
              <a:ext uri="{FF2B5EF4-FFF2-40B4-BE49-F238E27FC236}">
                <a16:creationId xmlns:a16="http://schemas.microsoft.com/office/drawing/2014/main" id="{DE6A4DE2-E021-69FE-B20F-7BD1E146DBBB}"/>
              </a:ext>
            </a:extLst>
          </p:cNvPr>
          <p:cNvGrpSpPr/>
          <p:nvPr/>
        </p:nvGrpSpPr>
        <p:grpSpPr>
          <a:xfrm>
            <a:off x="-648932" y="412376"/>
            <a:ext cx="5387352" cy="2207296"/>
            <a:chOff x="94802" y="825400"/>
            <a:chExt cx="5701460" cy="2335992"/>
          </a:xfrm>
        </p:grpSpPr>
        <p:sp>
          <p:nvSpPr>
            <p:cNvPr id="5714" name="Freeform 5713">
              <a:extLst>
                <a:ext uri="{FF2B5EF4-FFF2-40B4-BE49-F238E27FC236}">
                  <a16:creationId xmlns:a16="http://schemas.microsoft.com/office/drawing/2014/main" id="{7CE1551E-D69F-4D96-D74B-8BC81E5E9A4D}"/>
                </a:ext>
              </a:extLst>
            </p:cNvPr>
            <p:cNvSpPr/>
            <p:nvPr/>
          </p:nvSpPr>
          <p:spPr>
            <a:xfrm>
              <a:off x="3737699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15" name="Freeform 5714">
              <a:extLst>
                <a:ext uri="{FF2B5EF4-FFF2-40B4-BE49-F238E27FC236}">
                  <a16:creationId xmlns:a16="http://schemas.microsoft.com/office/drawing/2014/main" id="{7953F432-AE3C-5285-862C-337087D774B1}"/>
                </a:ext>
              </a:extLst>
            </p:cNvPr>
            <p:cNvSpPr/>
            <p:nvPr/>
          </p:nvSpPr>
          <p:spPr>
            <a:xfrm>
              <a:off x="4285577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16" name="Freeform 5715">
              <a:extLst>
                <a:ext uri="{FF2B5EF4-FFF2-40B4-BE49-F238E27FC236}">
                  <a16:creationId xmlns:a16="http://schemas.microsoft.com/office/drawing/2014/main" id="{245F183D-9728-C3F9-368B-8B0B59A5F00F}"/>
                </a:ext>
              </a:extLst>
            </p:cNvPr>
            <p:cNvSpPr/>
            <p:nvPr/>
          </p:nvSpPr>
          <p:spPr>
            <a:xfrm>
              <a:off x="4833455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6731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17" name="Freeform 5716">
              <a:extLst>
                <a:ext uri="{FF2B5EF4-FFF2-40B4-BE49-F238E27FC236}">
                  <a16:creationId xmlns:a16="http://schemas.microsoft.com/office/drawing/2014/main" id="{CF770AA5-8E64-5A31-FDC4-8A2BD76A99E7}"/>
                </a:ext>
              </a:extLst>
            </p:cNvPr>
            <p:cNvSpPr/>
            <p:nvPr/>
          </p:nvSpPr>
          <p:spPr>
            <a:xfrm>
              <a:off x="3434042" y="2742206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18" name="Freeform 5717">
              <a:extLst>
                <a:ext uri="{FF2B5EF4-FFF2-40B4-BE49-F238E27FC236}">
                  <a16:creationId xmlns:a16="http://schemas.microsoft.com/office/drawing/2014/main" id="{4B210FFB-0D30-B268-52AE-DF26F3C5264C}"/>
                </a:ext>
              </a:extLst>
            </p:cNvPr>
            <p:cNvSpPr/>
            <p:nvPr/>
          </p:nvSpPr>
          <p:spPr>
            <a:xfrm>
              <a:off x="3434042" y="2573043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19" name="Freeform 5718">
              <a:extLst>
                <a:ext uri="{FF2B5EF4-FFF2-40B4-BE49-F238E27FC236}">
                  <a16:creationId xmlns:a16="http://schemas.microsoft.com/office/drawing/2014/main" id="{21A8D1AB-3ECC-FDD4-FBD5-8DF26513F4EE}"/>
                </a:ext>
              </a:extLst>
            </p:cNvPr>
            <p:cNvSpPr/>
            <p:nvPr/>
          </p:nvSpPr>
          <p:spPr>
            <a:xfrm>
              <a:off x="3434042" y="2403878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0" name="Freeform 5719">
              <a:extLst>
                <a:ext uri="{FF2B5EF4-FFF2-40B4-BE49-F238E27FC236}">
                  <a16:creationId xmlns:a16="http://schemas.microsoft.com/office/drawing/2014/main" id="{51EC5F43-E5A3-B4DC-AADF-95ACDE22263F}"/>
                </a:ext>
              </a:extLst>
            </p:cNvPr>
            <p:cNvSpPr/>
            <p:nvPr/>
          </p:nvSpPr>
          <p:spPr>
            <a:xfrm>
              <a:off x="3434042" y="2234714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1" name="Freeform 5720">
              <a:extLst>
                <a:ext uri="{FF2B5EF4-FFF2-40B4-BE49-F238E27FC236}">
                  <a16:creationId xmlns:a16="http://schemas.microsoft.com/office/drawing/2014/main" id="{DAA66D1C-B69F-548A-3133-E09A6AC69692}"/>
                </a:ext>
              </a:extLst>
            </p:cNvPr>
            <p:cNvSpPr/>
            <p:nvPr/>
          </p:nvSpPr>
          <p:spPr>
            <a:xfrm>
              <a:off x="3388221" y="2065678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2" name="Freeform 5721">
              <a:extLst>
                <a:ext uri="{FF2B5EF4-FFF2-40B4-BE49-F238E27FC236}">
                  <a16:creationId xmlns:a16="http://schemas.microsoft.com/office/drawing/2014/main" id="{08C53E88-CCC5-00AD-AEF7-70215A998D11}"/>
                </a:ext>
              </a:extLst>
            </p:cNvPr>
            <p:cNvSpPr/>
            <p:nvPr/>
          </p:nvSpPr>
          <p:spPr>
            <a:xfrm>
              <a:off x="3434042" y="1896514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3" name="Freeform 5722">
              <a:extLst>
                <a:ext uri="{FF2B5EF4-FFF2-40B4-BE49-F238E27FC236}">
                  <a16:creationId xmlns:a16="http://schemas.microsoft.com/office/drawing/2014/main" id="{523D91C0-7E46-5DA5-1872-BFC689104C1F}"/>
                </a:ext>
              </a:extLst>
            </p:cNvPr>
            <p:cNvSpPr/>
            <p:nvPr/>
          </p:nvSpPr>
          <p:spPr>
            <a:xfrm>
              <a:off x="3434042" y="1727350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4" name="Freeform 5723">
              <a:extLst>
                <a:ext uri="{FF2B5EF4-FFF2-40B4-BE49-F238E27FC236}">
                  <a16:creationId xmlns:a16="http://schemas.microsoft.com/office/drawing/2014/main" id="{40D0C718-0F03-AD39-0B60-6B56E82C06E3}"/>
                </a:ext>
              </a:extLst>
            </p:cNvPr>
            <p:cNvSpPr/>
            <p:nvPr/>
          </p:nvSpPr>
          <p:spPr>
            <a:xfrm>
              <a:off x="3434042" y="1558185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5" name="Freeform 5724">
              <a:extLst>
                <a:ext uri="{FF2B5EF4-FFF2-40B4-BE49-F238E27FC236}">
                  <a16:creationId xmlns:a16="http://schemas.microsoft.com/office/drawing/2014/main" id="{1C390874-AFD3-0B08-4E6B-09216A21B42A}"/>
                </a:ext>
              </a:extLst>
            </p:cNvPr>
            <p:cNvSpPr/>
            <p:nvPr/>
          </p:nvSpPr>
          <p:spPr>
            <a:xfrm>
              <a:off x="3434042" y="1389149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6" name="Freeform 5725">
              <a:extLst>
                <a:ext uri="{FF2B5EF4-FFF2-40B4-BE49-F238E27FC236}">
                  <a16:creationId xmlns:a16="http://schemas.microsoft.com/office/drawing/2014/main" id="{95B0A4E3-AA99-BF0A-7A01-A84AF9853DF9}"/>
                </a:ext>
              </a:extLst>
            </p:cNvPr>
            <p:cNvSpPr/>
            <p:nvPr/>
          </p:nvSpPr>
          <p:spPr>
            <a:xfrm>
              <a:off x="3434042" y="1219985"/>
              <a:ext cx="1628902" cy="12700"/>
            </a:xfrm>
            <a:custGeom>
              <a:avLst/>
              <a:gdLst>
                <a:gd name="csX0" fmla="*/ 0 w 1628902"/>
                <a:gd name="csY0" fmla="*/ 0 h 12700"/>
                <a:gd name="csX1" fmla="*/ 1628902 w 16289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8902" h="12700">
                  <a:moveTo>
                    <a:pt x="0" y="0"/>
                  </a:moveTo>
                  <a:lnTo>
                    <a:pt x="1628902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7" name="Freeform 5726">
              <a:extLst>
                <a:ext uri="{FF2B5EF4-FFF2-40B4-BE49-F238E27FC236}">
                  <a16:creationId xmlns:a16="http://schemas.microsoft.com/office/drawing/2014/main" id="{2CA68C88-3AC0-85DD-56ED-A037F797C324}"/>
                </a:ext>
              </a:extLst>
            </p:cNvPr>
            <p:cNvSpPr/>
            <p:nvPr/>
          </p:nvSpPr>
          <p:spPr>
            <a:xfrm>
              <a:off x="3463759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8" name="Freeform 5727">
              <a:extLst>
                <a:ext uri="{FF2B5EF4-FFF2-40B4-BE49-F238E27FC236}">
                  <a16:creationId xmlns:a16="http://schemas.microsoft.com/office/drawing/2014/main" id="{7734EEC2-29EE-2DA1-6277-A26097C70F8C}"/>
                </a:ext>
              </a:extLst>
            </p:cNvPr>
            <p:cNvSpPr/>
            <p:nvPr/>
          </p:nvSpPr>
          <p:spPr>
            <a:xfrm>
              <a:off x="4011637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29" name="Freeform 5728">
              <a:extLst>
                <a:ext uri="{FF2B5EF4-FFF2-40B4-BE49-F238E27FC236}">
                  <a16:creationId xmlns:a16="http://schemas.microsoft.com/office/drawing/2014/main" id="{E40824DF-8F28-C448-BDDF-89B6FBC9AABC}"/>
                </a:ext>
              </a:extLst>
            </p:cNvPr>
            <p:cNvSpPr/>
            <p:nvPr/>
          </p:nvSpPr>
          <p:spPr>
            <a:xfrm>
              <a:off x="4559515" y="1118512"/>
              <a:ext cx="12700" cy="1725168"/>
            </a:xfrm>
            <a:custGeom>
              <a:avLst/>
              <a:gdLst>
                <a:gd name="csX0" fmla="*/ 0 w 12700"/>
                <a:gd name="csY0" fmla="*/ 1725168 h 1725168"/>
                <a:gd name="csX1" fmla="*/ 0 w 12700"/>
                <a:gd name="csY1" fmla="*/ 0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25168">
                  <a:moveTo>
                    <a:pt x="0" y="172516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EBEBEB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0" name="Freeform 5729">
              <a:extLst>
                <a:ext uri="{FF2B5EF4-FFF2-40B4-BE49-F238E27FC236}">
                  <a16:creationId xmlns:a16="http://schemas.microsoft.com/office/drawing/2014/main" id="{7B5DB1D4-CC12-3E80-A2BD-B62AE2A5A29F}"/>
                </a:ext>
              </a:extLst>
            </p:cNvPr>
            <p:cNvSpPr/>
            <p:nvPr/>
          </p:nvSpPr>
          <p:spPr>
            <a:xfrm>
              <a:off x="3728809" y="1482748"/>
              <a:ext cx="150875" cy="150875"/>
            </a:xfrm>
            <a:custGeom>
              <a:avLst/>
              <a:gdLst>
                <a:gd name="csX0" fmla="*/ 150876 w 150875"/>
                <a:gd name="csY0" fmla="*/ 75438 h 150875"/>
                <a:gd name="csX1" fmla="*/ 75438 w 150875"/>
                <a:gd name="csY1" fmla="*/ 150876 h 150875"/>
                <a:gd name="csX2" fmla="*/ 0 w 150875"/>
                <a:gd name="csY2" fmla="*/ 75438 h 150875"/>
                <a:gd name="csX3" fmla="*/ 75438 w 150875"/>
                <a:gd name="csY3" fmla="*/ 0 h 150875"/>
                <a:gd name="csX4" fmla="*/ 150876 w 150875"/>
                <a:gd name="csY4" fmla="*/ 75438 h 150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5" h="150875">
                  <a:moveTo>
                    <a:pt x="150876" y="75438"/>
                  </a:moveTo>
                  <a:cubicBezTo>
                    <a:pt x="150876" y="117101"/>
                    <a:pt x="117101" y="150876"/>
                    <a:pt x="75438" y="150876"/>
                  </a:cubicBezTo>
                  <a:cubicBezTo>
                    <a:pt x="33775" y="150876"/>
                    <a:pt x="0" y="117101"/>
                    <a:pt x="0" y="75438"/>
                  </a:cubicBezTo>
                  <a:cubicBezTo>
                    <a:pt x="0" y="33775"/>
                    <a:pt x="33775" y="0"/>
                    <a:pt x="75438" y="0"/>
                  </a:cubicBezTo>
                  <a:cubicBezTo>
                    <a:pt x="117101" y="0"/>
                    <a:pt x="150876" y="33775"/>
                    <a:pt x="150876" y="75438"/>
                  </a:cubicBezTo>
                  <a:close/>
                </a:path>
              </a:pathLst>
            </a:custGeom>
            <a:solidFill>
              <a:srgbClr val="E06663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1" name="Freeform 5730">
              <a:extLst>
                <a:ext uri="{FF2B5EF4-FFF2-40B4-BE49-F238E27FC236}">
                  <a16:creationId xmlns:a16="http://schemas.microsoft.com/office/drawing/2014/main" id="{86756786-6218-2179-2268-87E6810597AF}"/>
                </a:ext>
              </a:extLst>
            </p:cNvPr>
            <p:cNvSpPr/>
            <p:nvPr/>
          </p:nvSpPr>
          <p:spPr>
            <a:xfrm>
              <a:off x="3728809" y="1651912"/>
              <a:ext cx="150875" cy="150875"/>
            </a:xfrm>
            <a:custGeom>
              <a:avLst/>
              <a:gdLst>
                <a:gd name="csX0" fmla="*/ 150876 w 150875"/>
                <a:gd name="csY0" fmla="*/ 75438 h 150875"/>
                <a:gd name="csX1" fmla="*/ 75438 w 150875"/>
                <a:gd name="csY1" fmla="*/ 150876 h 150875"/>
                <a:gd name="csX2" fmla="*/ 0 w 150875"/>
                <a:gd name="csY2" fmla="*/ 75438 h 150875"/>
                <a:gd name="csX3" fmla="*/ 75438 w 150875"/>
                <a:gd name="csY3" fmla="*/ 0 h 150875"/>
                <a:gd name="csX4" fmla="*/ 150876 w 150875"/>
                <a:gd name="csY4" fmla="*/ 75438 h 150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5" h="150875">
                  <a:moveTo>
                    <a:pt x="150876" y="75438"/>
                  </a:moveTo>
                  <a:cubicBezTo>
                    <a:pt x="150876" y="117101"/>
                    <a:pt x="117101" y="150876"/>
                    <a:pt x="75438" y="150876"/>
                  </a:cubicBezTo>
                  <a:cubicBezTo>
                    <a:pt x="33775" y="150876"/>
                    <a:pt x="0" y="117101"/>
                    <a:pt x="0" y="75438"/>
                  </a:cubicBezTo>
                  <a:cubicBezTo>
                    <a:pt x="0" y="33775"/>
                    <a:pt x="33775" y="0"/>
                    <a:pt x="75438" y="0"/>
                  </a:cubicBezTo>
                  <a:cubicBezTo>
                    <a:pt x="117101" y="0"/>
                    <a:pt x="150876" y="33775"/>
                    <a:pt x="150876" y="75438"/>
                  </a:cubicBezTo>
                  <a:close/>
                </a:path>
              </a:pathLst>
            </a:custGeom>
            <a:solidFill>
              <a:srgbClr val="E06663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2" name="Freeform 5731">
              <a:extLst>
                <a:ext uri="{FF2B5EF4-FFF2-40B4-BE49-F238E27FC236}">
                  <a16:creationId xmlns:a16="http://schemas.microsoft.com/office/drawing/2014/main" id="{C9984379-C9BF-0E87-879A-F0EFCE4468A3}"/>
                </a:ext>
              </a:extLst>
            </p:cNvPr>
            <p:cNvSpPr/>
            <p:nvPr/>
          </p:nvSpPr>
          <p:spPr>
            <a:xfrm>
              <a:off x="4586948" y="1283358"/>
              <a:ext cx="211581" cy="211581"/>
            </a:xfrm>
            <a:custGeom>
              <a:avLst/>
              <a:gdLst>
                <a:gd name="csX0" fmla="*/ 211582 w 211581"/>
                <a:gd name="csY0" fmla="*/ 105791 h 211581"/>
                <a:gd name="csX1" fmla="*/ 105791 w 211581"/>
                <a:gd name="csY1" fmla="*/ 211582 h 211581"/>
                <a:gd name="csX2" fmla="*/ 0 w 211581"/>
                <a:gd name="csY2" fmla="*/ 105791 h 211581"/>
                <a:gd name="csX3" fmla="*/ 105791 w 211581"/>
                <a:gd name="csY3" fmla="*/ 0 h 211581"/>
                <a:gd name="csX4" fmla="*/ 211582 w 211581"/>
                <a:gd name="csY4" fmla="*/ 105791 h 2115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1581" h="211581">
                  <a:moveTo>
                    <a:pt x="211582" y="105791"/>
                  </a:moveTo>
                  <a:cubicBezTo>
                    <a:pt x="211582" y="164218"/>
                    <a:pt x="164218" y="211582"/>
                    <a:pt x="105791" y="211582"/>
                  </a:cubicBezTo>
                  <a:cubicBezTo>
                    <a:pt x="47365" y="211582"/>
                    <a:pt x="0" y="164218"/>
                    <a:pt x="0" y="105791"/>
                  </a:cubicBezTo>
                  <a:cubicBezTo>
                    <a:pt x="0" y="47364"/>
                    <a:pt x="47365" y="0"/>
                    <a:pt x="105791" y="0"/>
                  </a:cubicBezTo>
                  <a:cubicBezTo>
                    <a:pt x="164218" y="0"/>
                    <a:pt x="211582" y="47364"/>
                    <a:pt x="211582" y="105791"/>
                  </a:cubicBezTo>
                  <a:close/>
                </a:path>
              </a:pathLst>
            </a:custGeom>
            <a:solidFill>
              <a:srgbClr val="9F7691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3" name="Freeform 5732">
              <a:extLst>
                <a:ext uri="{FF2B5EF4-FFF2-40B4-BE49-F238E27FC236}">
                  <a16:creationId xmlns:a16="http://schemas.microsoft.com/office/drawing/2014/main" id="{2C1C367C-4AD6-B386-9813-CCECDF7C611F}"/>
                </a:ext>
              </a:extLst>
            </p:cNvPr>
            <p:cNvSpPr/>
            <p:nvPr/>
          </p:nvSpPr>
          <p:spPr>
            <a:xfrm>
              <a:off x="4876000" y="1107082"/>
              <a:ext cx="225805" cy="225806"/>
            </a:xfrm>
            <a:custGeom>
              <a:avLst/>
              <a:gdLst>
                <a:gd name="csX0" fmla="*/ 225806 w 225805"/>
                <a:gd name="csY0" fmla="*/ 112903 h 225806"/>
                <a:gd name="csX1" fmla="*/ 112903 w 225805"/>
                <a:gd name="csY1" fmla="*/ 225806 h 225806"/>
                <a:gd name="csX2" fmla="*/ 0 w 225805"/>
                <a:gd name="csY2" fmla="*/ 112903 h 225806"/>
                <a:gd name="csX3" fmla="*/ 112903 w 225805"/>
                <a:gd name="csY3" fmla="*/ 0 h 225806"/>
                <a:gd name="csX4" fmla="*/ 225806 w 225805"/>
                <a:gd name="csY4" fmla="*/ 112903 h 225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5805" h="225806">
                  <a:moveTo>
                    <a:pt x="225806" y="112903"/>
                  </a:moveTo>
                  <a:cubicBezTo>
                    <a:pt x="225806" y="175258"/>
                    <a:pt x="175258" y="225806"/>
                    <a:pt x="112903" y="225806"/>
                  </a:cubicBezTo>
                  <a:cubicBezTo>
                    <a:pt x="50548" y="225806"/>
                    <a:pt x="0" y="175258"/>
                    <a:pt x="0" y="112903"/>
                  </a:cubicBezTo>
                  <a:cubicBezTo>
                    <a:pt x="0" y="50548"/>
                    <a:pt x="50548" y="0"/>
                    <a:pt x="112903" y="0"/>
                  </a:cubicBezTo>
                  <a:cubicBezTo>
                    <a:pt x="175258" y="0"/>
                    <a:pt x="225806" y="50548"/>
                    <a:pt x="225806" y="112903"/>
                  </a:cubicBezTo>
                  <a:close/>
                </a:path>
              </a:pathLst>
            </a:custGeom>
            <a:solidFill>
              <a:srgbClr val="9D7692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4" name="Freeform 5733">
              <a:extLst>
                <a:ext uri="{FF2B5EF4-FFF2-40B4-BE49-F238E27FC236}">
                  <a16:creationId xmlns:a16="http://schemas.microsoft.com/office/drawing/2014/main" id="{21DE3819-39D4-D9DA-FA6A-ED77048DC5BC}"/>
                </a:ext>
              </a:extLst>
            </p:cNvPr>
            <p:cNvSpPr/>
            <p:nvPr/>
          </p:nvSpPr>
          <p:spPr>
            <a:xfrm>
              <a:off x="3462871" y="2358667"/>
              <a:ext cx="90424" cy="90424"/>
            </a:xfrm>
            <a:custGeom>
              <a:avLst/>
              <a:gdLst>
                <a:gd name="csX0" fmla="*/ 90424 w 90424"/>
                <a:gd name="csY0" fmla="*/ 45212 h 90424"/>
                <a:gd name="csX1" fmla="*/ 45212 w 90424"/>
                <a:gd name="csY1" fmla="*/ 90424 h 90424"/>
                <a:gd name="csX2" fmla="*/ 0 w 90424"/>
                <a:gd name="csY2" fmla="*/ 45212 h 90424"/>
                <a:gd name="csX3" fmla="*/ 45212 w 90424"/>
                <a:gd name="csY3" fmla="*/ 0 h 90424"/>
                <a:gd name="csX4" fmla="*/ 90424 w 90424"/>
                <a:gd name="csY4" fmla="*/ 45212 h 904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24" h="90424">
                  <a:moveTo>
                    <a:pt x="90424" y="45212"/>
                  </a:moveTo>
                  <a:cubicBezTo>
                    <a:pt x="90424" y="70182"/>
                    <a:pt x="70182" y="90424"/>
                    <a:pt x="45212" y="90424"/>
                  </a:cubicBezTo>
                  <a:cubicBezTo>
                    <a:pt x="20242" y="90424"/>
                    <a:pt x="0" y="70182"/>
                    <a:pt x="0" y="45212"/>
                  </a:cubicBezTo>
                  <a:cubicBezTo>
                    <a:pt x="0" y="20242"/>
                    <a:pt x="20242" y="0"/>
                    <a:pt x="45212" y="0"/>
                  </a:cubicBezTo>
                  <a:cubicBezTo>
                    <a:pt x="70182" y="0"/>
                    <a:pt x="90424" y="20242"/>
                    <a:pt x="90424" y="45212"/>
                  </a:cubicBezTo>
                  <a:close/>
                </a:path>
              </a:pathLst>
            </a:custGeom>
            <a:solidFill>
              <a:srgbClr val="977795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5" name="Freeform 5734">
              <a:extLst>
                <a:ext uri="{FF2B5EF4-FFF2-40B4-BE49-F238E27FC236}">
                  <a16:creationId xmlns:a16="http://schemas.microsoft.com/office/drawing/2014/main" id="{A022B4ED-0613-8E53-928F-E2996E4E7A22}"/>
                </a:ext>
              </a:extLst>
            </p:cNvPr>
            <p:cNvSpPr/>
            <p:nvPr/>
          </p:nvSpPr>
          <p:spPr>
            <a:xfrm>
              <a:off x="3462871" y="2527831"/>
              <a:ext cx="90424" cy="90424"/>
            </a:xfrm>
            <a:custGeom>
              <a:avLst/>
              <a:gdLst>
                <a:gd name="csX0" fmla="*/ 90424 w 90424"/>
                <a:gd name="csY0" fmla="*/ 45212 h 90424"/>
                <a:gd name="csX1" fmla="*/ 45212 w 90424"/>
                <a:gd name="csY1" fmla="*/ 90424 h 90424"/>
                <a:gd name="csX2" fmla="*/ 0 w 90424"/>
                <a:gd name="csY2" fmla="*/ 45212 h 90424"/>
                <a:gd name="csX3" fmla="*/ 45212 w 90424"/>
                <a:gd name="csY3" fmla="*/ 0 h 90424"/>
                <a:gd name="csX4" fmla="*/ 90424 w 90424"/>
                <a:gd name="csY4" fmla="*/ 45212 h 904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24" h="90424">
                  <a:moveTo>
                    <a:pt x="90424" y="45212"/>
                  </a:moveTo>
                  <a:cubicBezTo>
                    <a:pt x="90424" y="70182"/>
                    <a:pt x="70182" y="90424"/>
                    <a:pt x="45212" y="90424"/>
                  </a:cubicBezTo>
                  <a:cubicBezTo>
                    <a:pt x="20242" y="90424"/>
                    <a:pt x="0" y="70182"/>
                    <a:pt x="0" y="45212"/>
                  </a:cubicBezTo>
                  <a:cubicBezTo>
                    <a:pt x="0" y="20242"/>
                    <a:pt x="20242" y="0"/>
                    <a:pt x="45212" y="0"/>
                  </a:cubicBezTo>
                  <a:cubicBezTo>
                    <a:pt x="70182" y="0"/>
                    <a:pt x="90424" y="20242"/>
                    <a:pt x="90424" y="45212"/>
                  </a:cubicBezTo>
                  <a:close/>
                </a:path>
              </a:pathLst>
            </a:custGeom>
            <a:solidFill>
              <a:srgbClr val="7E7AA2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6" name="Freeform 5735">
              <a:extLst>
                <a:ext uri="{FF2B5EF4-FFF2-40B4-BE49-F238E27FC236}">
                  <a16:creationId xmlns:a16="http://schemas.microsoft.com/office/drawing/2014/main" id="{94894295-B7EA-95F9-2052-B00F830A6232}"/>
                </a:ext>
              </a:extLst>
            </p:cNvPr>
            <p:cNvSpPr/>
            <p:nvPr/>
          </p:nvSpPr>
          <p:spPr>
            <a:xfrm>
              <a:off x="3728809" y="1821076"/>
              <a:ext cx="150875" cy="150875"/>
            </a:xfrm>
            <a:custGeom>
              <a:avLst/>
              <a:gdLst>
                <a:gd name="csX0" fmla="*/ 150876 w 150875"/>
                <a:gd name="csY0" fmla="*/ 75438 h 150875"/>
                <a:gd name="csX1" fmla="*/ 75438 w 150875"/>
                <a:gd name="csY1" fmla="*/ 150876 h 150875"/>
                <a:gd name="csX2" fmla="*/ 0 w 150875"/>
                <a:gd name="csY2" fmla="*/ 75438 h 150875"/>
                <a:gd name="csX3" fmla="*/ 75438 w 150875"/>
                <a:gd name="csY3" fmla="*/ 0 h 150875"/>
                <a:gd name="csX4" fmla="*/ 150876 w 150875"/>
                <a:gd name="csY4" fmla="*/ 75438 h 150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5" h="150875">
                  <a:moveTo>
                    <a:pt x="150876" y="75438"/>
                  </a:moveTo>
                  <a:cubicBezTo>
                    <a:pt x="150876" y="117101"/>
                    <a:pt x="117101" y="150876"/>
                    <a:pt x="75438" y="150876"/>
                  </a:cubicBezTo>
                  <a:cubicBezTo>
                    <a:pt x="33775" y="150876"/>
                    <a:pt x="0" y="117101"/>
                    <a:pt x="0" y="75438"/>
                  </a:cubicBezTo>
                  <a:cubicBezTo>
                    <a:pt x="0" y="33775"/>
                    <a:pt x="33775" y="0"/>
                    <a:pt x="75438" y="0"/>
                  </a:cubicBezTo>
                  <a:cubicBezTo>
                    <a:pt x="117101" y="0"/>
                    <a:pt x="150876" y="33775"/>
                    <a:pt x="150876" y="75438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7" name="Freeform 5736">
              <a:extLst>
                <a:ext uri="{FF2B5EF4-FFF2-40B4-BE49-F238E27FC236}">
                  <a16:creationId xmlns:a16="http://schemas.microsoft.com/office/drawing/2014/main" id="{B5D5EE48-196A-086F-789E-B9A5C1077389}"/>
                </a:ext>
              </a:extLst>
            </p:cNvPr>
            <p:cNvSpPr/>
            <p:nvPr/>
          </p:nvSpPr>
          <p:spPr>
            <a:xfrm>
              <a:off x="3462871" y="2696995"/>
              <a:ext cx="90424" cy="90424"/>
            </a:xfrm>
            <a:custGeom>
              <a:avLst/>
              <a:gdLst>
                <a:gd name="csX0" fmla="*/ 90424 w 90424"/>
                <a:gd name="csY0" fmla="*/ 45212 h 90424"/>
                <a:gd name="csX1" fmla="*/ 45212 w 90424"/>
                <a:gd name="csY1" fmla="*/ 90424 h 90424"/>
                <a:gd name="csX2" fmla="*/ 0 w 90424"/>
                <a:gd name="csY2" fmla="*/ 45212 h 90424"/>
                <a:gd name="csX3" fmla="*/ 45212 w 90424"/>
                <a:gd name="csY3" fmla="*/ 0 h 90424"/>
                <a:gd name="csX4" fmla="*/ 90424 w 90424"/>
                <a:gd name="csY4" fmla="*/ 45212 h 904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24" h="90424">
                  <a:moveTo>
                    <a:pt x="90424" y="45212"/>
                  </a:moveTo>
                  <a:cubicBezTo>
                    <a:pt x="90424" y="70182"/>
                    <a:pt x="70182" y="90424"/>
                    <a:pt x="45212" y="90424"/>
                  </a:cubicBezTo>
                  <a:cubicBezTo>
                    <a:pt x="20242" y="90424"/>
                    <a:pt x="0" y="70182"/>
                    <a:pt x="0" y="45212"/>
                  </a:cubicBezTo>
                  <a:cubicBezTo>
                    <a:pt x="0" y="20242"/>
                    <a:pt x="20242" y="0"/>
                    <a:pt x="45212" y="0"/>
                  </a:cubicBezTo>
                  <a:cubicBezTo>
                    <a:pt x="70182" y="0"/>
                    <a:pt x="90424" y="20242"/>
                    <a:pt x="90424" y="45212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8" name="Freeform 5737">
              <a:extLst>
                <a:ext uri="{FF2B5EF4-FFF2-40B4-BE49-F238E27FC236}">
                  <a16:creationId xmlns:a16="http://schemas.microsoft.com/office/drawing/2014/main" id="{310184C5-697D-6FAF-12C2-D7E04A81440C}"/>
                </a:ext>
              </a:extLst>
            </p:cNvPr>
            <p:cNvSpPr/>
            <p:nvPr/>
          </p:nvSpPr>
          <p:spPr>
            <a:xfrm>
              <a:off x="3728809" y="1990240"/>
              <a:ext cx="150875" cy="150875"/>
            </a:xfrm>
            <a:custGeom>
              <a:avLst/>
              <a:gdLst>
                <a:gd name="csX0" fmla="*/ 150876 w 150875"/>
                <a:gd name="csY0" fmla="*/ 75438 h 150875"/>
                <a:gd name="csX1" fmla="*/ 75438 w 150875"/>
                <a:gd name="csY1" fmla="*/ 150876 h 150875"/>
                <a:gd name="csX2" fmla="*/ 0 w 150875"/>
                <a:gd name="csY2" fmla="*/ 75438 h 150875"/>
                <a:gd name="csX3" fmla="*/ 75438 w 150875"/>
                <a:gd name="csY3" fmla="*/ 0 h 150875"/>
                <a:gd name="csX4" fmla="*/ 150876 w 150875"/>
                <a:gd name="csY4" fmla="*/ 75438 h 150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5" h="150875">
                  <a:moveTo>
                    <a:pt x="150876" y="75438"/>
                  </a:moveTo>
                  <a:cubicBezTo>
                    <a:pt x="150876" y="117101"/>
                    <a:pt x="117101" y="150876"/>
                    <a:pt x="75438" y="150876"/>
                  </a:cubicBezTo>
                  <a:cubicBezTo>
                    <a:pt x="33775" y="150876"/>
                    <a:pt x="0" y="117101"/>
                    <a:pt x="0" y="75438"/>
                  </a:cubicBezTo>
                  <a:cubicBezTo>
                    <a:pt x="0" y="33775"/>
                    <a:pt x="33775" y="0"/>
                    <a:pt x="75438" y="0"/>
                  </a:cubicBezTo>
                  <a:cubicBezTo>
                    <a:pt x="117101" y="0"/>
                    <a:pt x="150876" y="33775"/>
                    <a:pt x="150876" y="75438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39" name="Freeform 5738">
              <a:extLst>
                <a:ext uri="{FF2B5EF4-FFF2-40B4-BE49-F238E27FC236}">
                  <a16:creationId xmlns:a16="http://schemas.microsoft.com/office/drawing/2014/main" id="{4EB49811-284A-A54F-FA7A-ACC6BBB5EE60}"/>
                </a:ext>
              </a:extLst>
            </p:cNvPr>
            <p:cNvSpPr/>
            <p:nvPr/>
          </p:nvSpPr>
          <p:spPr>
            <a:xfrm>
              <a:off x="3728809" y="2159277"/>
              <a:ext cx="150875" cy="150875"/>
            </a:xfrm>
            <a:custGeom>
              <a:avLst/>
              <a:gdLst>
                <a:gd name="csX0" fmla="*/ 150876 w 150875"/>
                <a:gd name="csY0" fmla="*/ 75438 h 150875"/>
                <a:gd name="csX1" fmla="*/ 75438 w 150875"/>
                <a:gd name="csY1" fmla="*/ 150876 h 150875"/>
                <a:gd name="csX2" fmla="*/ 0 w 150875"/>
                <a:gd name="csY2" fmla="*/ 75438 h 150875"/>
                <a:gd name="csX3" fmla="*/ 75438 w 150875"/>
                <a:gd name="csY3" fmla="*/ 0 h 150875"/>
                <a:gd name="csX4" fmla="*/ 150876 w 150875"/>
                <a:gd name="csY4" fmla="*/ 75438 h 150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5" h="150875">
                  <a:moveTo>
                    <a:pt x="150876" y="75438"/>
                  </a:moveTo>
                  <a:cubicBezTo>
                    <a:pt x="150876" y="117101"/>
                    <a:pt x="117101" y="150876"/>
                    <a:pt x="75438" y="150876"/>
                  </a:cubicBezTo>
                  <a:cubicBezTo>
                    <a:pt x="33775" y="150876"/>
                    <a:pt x="0" y="117101"/>
                    <a:pt x="0" y="75438"/>
                  </a:cubicBezTo>
                  <a:cubicBezTo>
                    <a:pt x="0" y="33775"/>
                    <a:pt x="33775" y="0"/>
                    <a:pt x="75438" y="0"/>
                  </a:cubicBezTo>
                  <a:cubicBezTo>
                    <a:pt x="117101" y="0"/>
                    <a:pt x="150876" y="33775"/>
                    <a:pt x="150876" y="75438"/>
                  </a:cubicBezTo>
                  <a:close/>
                </a:path>
              </a:pathLst>
            </a:custGeom>
            <a:solidFill>
              <a:srgbClr val="327EBA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0" name="Freeform 5739">
              <a:extLst>
                <a:ext uri="{FF2B5EF4-FFF2-40B4-BE49-F238E27FC236}">
                  <a16:creationId xmlns:a16="http://schemas.microsoft.com/office/drawing/2014/main" id="{E29D12E1-5A0B-DD6D-D0D5-E46ED4313BB4}"/>
                </a:ext>
              </a:extLst>
            </p:cNvPr>
            <p:cNvSpPr/>
            <p:nvPr/>
          </p:nvSpPr>
          <p:spPr>
            <a:xfrm>
              <a:off x="3434042" y="1092096"/>
              <a:ext cx="1693290" cy="1751584"/>
            </a:xfrm>
            <a:custGeom>
              <a:avLst/>
              <a:gdLst>
                <a:gd name="csX0" fmla="*/ 0 w 1628902"/>
                <a:gd name="csY0" fmla="*/ 0 h 1725168"/>
                <a:gd name="csX1" fmla="*/ 1628902 w 1628902"/>
                <a:gd name="csY1" fmla="*/ 0 h 1725168"/>
                <a:gd name="csX2" fmla="*/ 1628902 w 1628902"/>
                <a:gd name="csY2" fmla="*/ 1725168 h 1725168"/>
                <a:gd name="csX3" fmla="*/ 0 w 1628902"/>
                <a:gd name="csY3" fmla="*/ 1725168 h 1725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28902" h="1725168">
                  <a:moveTo>
                    <a:pt x="0" y="0"/>
                  </a:moveTo>
                  <a:lnTo>
                    <a:pt x="1628902" y="0"/>
                  </a:lnTo>
                  <a:lnTo>
                    <a:pt x="1628902" y="1725168"/>
                  </a:lnTo>
                  <a:lnTo>
                    <a:pt x="0" y="1725168"/>
                  </a:lnTo>
                  <a:close/>
                </a:path>
              </a:pathLst>
            </a:custGeom>
            <a:noFill/>
            <a:ln w="13589" cap="rnd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1" name="Freeform 5740">
              <a:extLst>
                <a:ext uri="{FF2B5EF4-FFF2-40B4-BE49-F238E27FC236}">
                  <a16:creationId xmlns:a16="http://schemas.microsoft.com/office/drawing/2014/main" id="{320137DA-F219-36A8-40F6-8FAEF739AA23}"/>
                </a:ext>
              </a:extLst>
            </p:cNvPr>
            <p:cNvSpPr/>
            <p:nvPr/>
          </p:nvSpPr>
          <p:spPr>
            <a:xfrm>
              <a:off x="3399243" y="2742206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2" name="Freeform 5741">
              <a:extLst>
                <a:ext uri="{FF2B5EF4-FFF2-40B4-BE49-F238E27FC236}">
                  <a16:creationId xmlns:a16="http://schemas.microsoft.com/office/drawing/2014/main" id="{592069E4-25D8-5D22-D5A4-92CA29CFF4AE}"/>
                </a:ext>
              </a:extLst>
            </p:cNvPr>
            <p:cNvSpPr/>
            <p:nvPr/>
          </p:nvSpPr>
          <p:spPr>
            <a:xfrm>
              <a:off x="3399243" y="257304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3" name="Freeform 5742">
              <a:extLst>
                <a:ext uri="{FF2B5EF4-FFF2-40B4-BE49-F238E27FC236}">
                  <a16:creationId xmlns:a16="http://schemas.microsoft.com/office/drawing/2014/main" id="{70F9DCAB-8A5B-F490-769B-34EA29800560}"/>
                </a:ext>
              </a:extLst>
            </p:cNvPr>
            <p:cNvSpPr/>
            <p:nvPr/>
          </p:nvSpPr>
          <p:spPr>
            <a:xfrm>
              <a:off x="3399243" y="240387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4" name="Freeform 5743">
              <a:extLst>
                <a:ext uri="{FF2B5EF4-FFF2-40B4-BE49-F238E27FC236}">
                  <a16:creationId xmlns:a16="http://schemas.microsoft.com/office/drawing/2014/main" id="{51F0EBD5-01D9-AC8D-D63C-6A1DECBD4280}"/>
                </a:ext>
              </a:extLst>
            </p:cNvPr>
            <p:cNvSpPr/>
            <p:nvPr/>
          </p:nvSpPr>
          <p:spPr>
            <a:xfrm>
              <a:off x="3399243" y="223471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5" name="Freeform 5744">
              <a:extLst>
                <a:ext uri="{FF2B5EF4-FFF2-40B4-BE49-F238E27FC236}">
                  <a16:creationId xmlns:a16="http://schemas.microsoft.com/office/drawing/2014/main" id="{AB78BD7E-D4CB-A575-6279-437F0F9E96A9}"/>
                </a:ext>
              </a:extLst>
            </p:cNvPr>
            <p:cNvSpPr/>
            <p:nvPr/>
          </p:nvSpPr>
          <p:spPr>
            <a:xfrm>
              <a:off x="3399243" y="206567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6" name="Freeform 5745">
              <a:extLst>
                <a:ext uri="{FF2B5EF4-FFF2-40B4-BE49-F238E27FC236}">
                  <a16:creationId xmlns:a16="http://schemas.microsoft.com/office/drawing/2014/main" id="{D5C36695-58F0-E22D-1506-C5AB80D25891}"/>
                </a:ext>
              </a:extLst>
            </p:cNvPr>
            <p:cNvSpPr/>
            <p:nvPr/>
          </p:nvSpPr>
          <p:spPr>
            <a:xfrm>
              <a:off x="3399243" y="189651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7" name="Freeform 5746">
              <a:extLst>
                <a:ext uri="{FF2B5EF4-FFF2-40B4-BE49-F238E27FC236}">
                  <a16:creationId xmlns:a16="http://schemas.microsoft.com/office/drawing/2014/main" id="{E0A507DD-0583-D405-9A3D-2B034BBB3519}"/>
                </a:ext>
              </a:extLst>
            </p:cNvPr>
            <p:cNvSpPr/>
            <p:nvPr/>
          </p:nvSpPr>
          <p:spPr>
            <a:xfrm>
              <a:off x="3399243" y="172735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8" name="Freeform 5747">
              <a:extLst>
                <a:ext uri="{FF2B5EF4-FFF2-40B4-BE49-F238E27FC236}">
                  <a16:creationId xmlns:a16="http://schemas.microsoft.com/office/drawing/2014/main" id="{168A469C-28A0-B45B-5956-8238B8738B5B}"/>
                </a:ext>
              </a:extLst>
            </p:cNvPr>
            <p:cNvSpPr/>
            <p:nvPr/>
          </p:nvSpPr>
          <p:spPr>
            <a:xfrm>
              <a:off x="3399243" y="1558185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49" name="Freeform 5748">
              <a:extLst>
                <a:ext uri="{FF2B5EF4-FFF2-40B4-BE49-F238E27FC236}">
                  <a16:creationId xmlns:a16="http://schemas.microsoft.com/office/drawing/2014/main" id="{2C38E929-959E-9C7B-6606-CBCFFDB73342}"/>
                </a:ext>
              </a:extLst>
            </p:cNvPr>
            <p:cNvSpPr/>
            <p:nvPr/>
          </p:nvSpPr>
          <p:spPr>
            <a:xfrm>
              <a:off x="3399243" y="1389149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50" name="Freeform 5749">
              <a:extLst>
                <a:ext uri="{FF2B5EF4-FFF2-40B4-BE49-F238E27FC236}">
                  <a16:creationId xmlns:a16="http://schemas.microsoft.com/office/drawing/2014/main" id="{27C36225-962D-AE6D-C6C2-4B5B69D14CEF}"/>
                </a:ext>
              </a:extLst>
            </p:cNvPr>
            <p:cNvSpPr/>
            <p:nvPr/>
          </p:nvSpPr>
          <p:spPr>
            <a:xfrm>
              <a:off x="3399243" y="1219985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51" name="Freeform 5750">
              <a:extLst>
                <a:ext uri="{FF2B5EF4-FFF2-40B4-BE49-F238E27FC236}">
                  <a16:creationId xmlns:a16="http://schemas.microsoft.com/office/drawing/2014/main" id="{FA5067C9-87E6-A210-6985-114C885EF3F4}"/>
                </a:ext>
              </a:extLst>
            </p:cNvPr>
            <p:cNvSpPr/>
            <p:nvPr/>
          </p:nvSpPr>
          <p:spPr>
            <a:xfrm>
              <a:off x="3463759" y="2843680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52" name="Freeform 5751">
              <a:extLst>
                <a:ext uri="{FF2B5EF4-FFF2-40B4-BE49-F238E27FC236}">
                  <a16:creationId xmlns:a16="http://schemas.microsoft.com/office/drawing/2014/main" id="{58C41E7D-5324-9EAB-3B23-49DCDDB67644}"/>
                </a:ext>
              </a:extLst>
            </p:cNvPr>
            <p:cNvSpPr/>
            <p:nvPr/>
          </p:nvSpPr>
          <p:spPr>
            <a:xfrm>
              <a:off x="4011637" y="2843680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53" name="Freeform 5752">
              <a:extLst>
                <a:ext uri="{FF2B5EF4-FFF2-40B4-BE49-F238E27FC236}">
                  <a16:creationId xmlns:a16="http://schemas.microsoft.com/office/drawing/2014/main" id="{FD2392D2-9A87-5C72-EE2C-714CE32DF36C}"/>
                </a:ext>
              </a:extLst>
            </p:cNvPr>
            <p:cNvSpPr/>
            <p:nvPr/>
          </p:nvSpPr>
          <p:spPr>
            <a:xfrm>
              <a:off x="4559515" y="2843680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endParaRPr lang="en-US" sz="1701"/>
            </a:p>
          </p:txBody>
        </p:sp>
        <p:sp>
          <p:nvSpPr>
            <p:cNvPr id="5754" name="TextBox 5753">
              <a:extLst>
                <a:ext uri="{FF2B5EF4-FFF2-40B4-BE49-F238E27FC236}">
                  <a16:creationId xmlns:a16="http://schemas.microsoft.com/office/drawing/2014/main" id="{1DCE59EB-96F2-D989-A7CF-1E60BED8001F}"/>
                </a:ext>
              </a:extLst>
            </p:cNvPr>
            <p:cNvSpPr txBox="1"/>
            <p:nvPr/>
          </p:nvSpPr>
          <p:spPr>
            <a:xfrm>
              <a:off x="3253227" y="2831700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	.05</a:t>
              </a:r>
            </a:p>
          </p:txBody>
        </p:sp>
        <p:sp>
          <p:nvSpPr>
            <p:cNvPr id="5755" name="TextBox 5754">
              <a:extLst>
                <a:ext uri="{FF2B5EF4-FFF2-40B4-BE49-F238E27FC236}">
                  <a16:creationId xmlns:a16="http://schemas.microsoft.com/office/drawing/2014/main" id="{7F4A6DFD-960C-2656-EFE0-97847A1EBE3E}"/>
                </a:ext>
              </a:extLst>
            </p:cNvPr>
            <p:cNvSpPr txBox="1"/>
            <p:nvPr/>
          </p:nvSpPr>
          <p:spPr>
            <a:xfrm>
              <a:off x="3801105" y="2831700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0.10</a:t>
              </a:r>
            </a:p>
          </p:txBody>
        </p:sp>
        <p:sp>
          <p:nvSpPr>
            <p:cNvPr id="5756" name="TextBox 5755">
              <a:extLst>
                <a:ext uri="{FF2B5EF4-FFF2-40B4-BE49-F238E27FC236}">
                  <a16:creationId xmlns:a16="http://schemas.microsoft.com/office/drawing/2014/main" id="{D2F92975-0581-6C7B-8C5C-80DEE955DD9D}"/>
                </a:ext>
              </a:extLst>
            </p:cNvPr>
            <p:cNvSpPr txBox="1"/>
            <p:nvPr/>
          </p:nvSpPr>
          <p:spPr>
            <a:xfrm>
              <a:off x="4348984" y="2831700"/>
              <a:ext cx="421063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0.15</a:t>
              </a:r>
            </a:p>
          </p:txBody>
        </p:sp>
        <p:sp>
          <p:nvSpPr>
            <p:cNvPr id="5757" name="TextBox 5756">
              <a:extLst>
                <a:ext uri="{FF2B5EF4-FFF2-40B4-BE49-F238E27FC236}">
                  <a16:creationId xmlns:a16="http://schemas.microsoft.com/office/drawing/2014/main" id="{ECDE376A-65D7-D198-3EB7-3877E5CE8B15}"/>
                </a:ext>
              </a:extLst>
            </p:cNvPr>
            <p:cNvSpPr txBox="1"/>
            <p:nvPr/>
          </p:nvSpPr>
          <p:spPr>
            <a:xfrm>
              <a:off x="3874252" y="2925244"/>
              <a:ext cx="748481" cy="2361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5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GeneRatio</a:t>
              </a:r>
              <a:endParaRPr lang="en-US" sz="85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5758" name="TextBox 5757">
              <a:extLst>
                <a:ext uri="{FF2B5EF4-FFF2-40B4-BE49-F238E27FC236}">
                  <a16:creationId xmlns:a16="http://schemas.microsoft.com/office/drawing/2014/main" id="{A2CB03E9-C3DE-DBE6-C07E-E68F213CD80C}"/>
                </a:ext>
              </a:extLst>
            </p:cNvPr>
            <p:cNvSpPr txBox="1"/>
            <p:nvPr/>
          </p:nvSpPr>
          <p:spPr>
            <a:xfrm>
              <a:off x="5162702" y="877943"/>
              <a:ext cx="566959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8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p.adjust</a:t>
              </a:r>
              <a:endParaRPr lang="en-US" sz="78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grpSp>
          <p:nvGrpSpPr>
            <p:cNvPr id="5759" name="Group 5758">
              <a:extLst>
                <a:ext uri="{FF2B5EF4-FFF2-40B4-BE49-F238E27FC236}">
                  <a16:creationId xmlns:a16="http://schemas.microsoft.com/office/drawing/2014/main" id="{68554D7C-004F-0D4D-946A-60C8F2AEE845}"/>
                </a:ext>
              </a:extLst>
            </p:cNvPr>
            <p:cNvGrpSpPr/>
            <p:nvPr/>
          </p:nvGrpSpPr>
          <p:grpSpPr>
            <a:xfrm>
              <a:off x="5236965" y="1096501"/>
              <a:ext cx="559297" cy="497510"/>
              <a:chOff x="5069459" y="2344737"/>
              <a:chExt cx="559297" cy="1187285"/>
            </a:xfrm>
          </p:grpSpPr>
          <p:pic>
            <p:nvPicPr>
              <p:cNvPr id="5786" name="Picture 5785">
                <a:extLst>
                  <a:ext uri="{FF2B5EF4-FFF2-40B4-BE49-F238E27FC236}">
                    <a16:creationId xmlns:a16="http://schemas.microsoft.com/office/drawing/2014/main" id="{7E50FB01-E0C8-E073-6B77-7DC6C4D190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69459" y="2344737"/>
                <a:ext cx="219456" cy="1097280"/>
              </a:xfrm>
              <a:custGeom>
                <a:avLst/>
                <a:gdLst>
                  <a:gd name="csX0" fmla="*/ 0 w 219456"/>
                  <a:gd name="csY0" fmla="*/ 0 h 1097280"/>
                  <a:gd name="csX1" fmla="*/ 219456 w 219456"/>
                  <a:gd name="csY1" fmla="*/ 0 h 1097280"/>
                  <a:gd name="csX2" fmla="*/ 219456 w 219456"/>
                  <a:gd name="csY2" fmla="*/ 1097280 h 1097280"/>
                  <a:gd name="csX3" fmla="*/ 0 w 219456"/>
                  <a:gd name="csY3" fmla="*/ 1097280 h 10972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9456" h="1097280">
                    <a:moveTo>
                      <a:pt x="0" y="0"/>
                    </a:moveTo>
                    <a:lnTo>
                      <a:pt x="219456" y="0"/>
                    </a:lnTo>
                    <a:lnTo>
                      <a:pt x="219456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</p:spPr>
          </p:pic>
          <p:sp>
            <p:nvSpPr>
              <p:cNvPr id="5787" name="Freeform 5786">
                <a:extLst>
                  <a:ext uri="{FF2B5EF4-FFF2-40B4-BE49-F238E27FC236}">
                    <a16:creationId xmlns:a16="http://schemas.microsoft.com/office/drawing/2014/main" id="{290B3B23-BB13-BB7F-069F-B032D9DE4FCA}"/>
                  </a:ext>
                </a:extLst>
              </p:cNvPr>
              <p:cNvSpPr/>
              <p:nvPr/>
            </p:nvSpPr>
            <p:spPr>
              <a:xfrm>
                <a:off x="5245100" y="2538665"/>
                <a:ext cx="43815" cy="12700"/>
              </a:xfrm>
              <a:custGeom>
                <a:avLst/>
                <a:gdLst>
                  <a:gd name="csX0" fmla="*/ 0 w 43815"/>
                  <a:gd name="csY0" fmla="*/ 0 h 12700"/>
                  <a:gd name="csX1" fmla="*/ 43815 w 4381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5" h="12700">
                    <a:moveTo>
                      <a:pt x="0" y="0"/>
                    </a:moveTo>
                    <a:lnTo>
                      <a:pt x="43815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88" name="Freeform 5787">
                <a:extLst>
                  <a:ext uri="{FF2B5EF4-FFF2-40B4-BE49-F238E27FC236}">
                    <a16:creationId xmlns:a16="http://schemas.microsoft.com/office/drawing/2014/main" id="{859B1BE5-5EBA-2884-D777-217D9571C061}"/>
                  </a:ext>
                </a:extLst>
              </p:cNvPr>
              <p:cNvSpPr/>
              <p:nvPr/>
            </p:nvSpPr>
            <p:spPr>
              <a:xfrm>
                <a:off x="5245100" y="2850832"/>
                <a:ext cx="43815" cy="12700"/>
              </a:xfrm>
              <a:custGeom>
                <a:avLst/>
                <a:gdLst>
                  <a:gd name="csX0" fmla="*/ 0 w 43815"/>
                  <a:gd name="csY0" fmla="*/ 0 h 12700"/>
                  <a:gd name="csX1" fmla="*/ 43815 w 4381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5" h="12700">
                    <a:moveTo>
                      <a:pt x="0" y="0"/>
                    </a:moveTo>
                    <a:lnTo>
                      <a:pt x="43815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89" name="Freeform 5788">
                <a:extLst>
                  <a:ext uri="{FF2B5EF4-FFF2-40B4-BE49-F238E27FC236}">
                    <a16:creationId xmlns:a16="http://schemas.microsoft.com/office/drawing/2014/main" id="{F74820A2-32FA-60D7-CC4B-02B7347E67C5}"/>
                  </a:ext>
                </a:extLst>
              </p:cNvPr>
              <p:cNvSpPr/>
              <p:nvPr/>
            </p:nvSpPr>
            <p:spPr>
              <a:xfrm>
                <a:off x="5245100" y="3163124"/>
                <a:ext cx="43815" cy="12700"/>
              </a:xfrm>
              <a:custGeom>
                <a:avLst/>
                <a:gdLst>
                  <a:gd name="csX0" fmla="*/ 0 w 43815"/>
                  <a:gd name="csY0" fmla="*/ 0 h 12700"/>
                  <a:gd name="csX1" fmla="*/ 43815 w 4381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5" h="12700">
                    <a:moveTo>
                      <a:pt x="0" y="0"/>
                    </a:moveTo>
                    <a:lnTo>
                      <a:pt x="43815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90" name="Freeform 5789">
                <a:extLst>
                  <a:ext uri="{FF2B5EF4-FFF2-40B4-BE49-F238E27FC236}">
                    <a16:creationId xmlns:a16="http://schemas.microsoft.com/office/drawing/2014/main" id="{2D4B0CBD-54F0-A847-CB6D-0C7C60C13F88}"/>
                  </a:ext>
                </a:extLst>
              </p:cNvPr>
              <p:cNvSpPr/>
              <p:nvPr/>
            </p:nvSpPr>
            <p:spPr>
              <a:xfrm>
                <a:off x="5069459" y="2538665"/>
                <a:ext cx="43941" cy="12700"/>
              </a:xfrm>
              <a:custGeom>
                <a:avLst/>
                <a:gdLst>
                  <a:gd name="csX0" fmla="*/ 43942 w 43941"/>
                  <a:gd name="csY0" fmla="*/ 0 h 12700"/>
                  <a:gd name="csX1" fmla="*/ 0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43942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91" name="Freeform 5790">
                <a:extLst>
                  <a:ext uri="{FF2B5EF4-FFF2-40B4-BE49-F238E27FC236}">
                    <a16:creationId xmlns:a16="http://schemas.microsoft.com/office/drawing/2014/main" id="{5D85650A-E715-7E03-534C-1B59322C6643}"/>
                  </a:ext>
                </a:extLst>
              </p:cNvPr>
              <p:cNvSpPr/>
              <p:nvPr/>
            </p:nvSpPr>
            <p:spPr>
              <a:xfrm>
                <a:off x="5069459" y="2850832"/>
                <a:ext cx="43941" cy="12700"/>
              </a:xfrm>
              <a:custGeom>
                <a:avLst/>
                <a:gdLst>
                  <a:gd name="csX0" fmla="*/ 43942 w 43941"/>
                  <a:gd name="csY0" fmla="*/ 0 h 12700"/>
                  <a:gd name="csX1" fmla="*/ 0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43942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92" name="Freeform 5791">
                <a:extLst>
                  <a:ext uri="{FF2B5EF4-FFF2-40B4-BE49-F238E27FC236}">
                    <a16:creationId xmlns:a16="http://schemas.microsoft.com/office/drawing/2014/main" id="{D372B213-0B76-BA2A-676C-7A0A6455FA68}"/>
                  </a:ext>
                </a:extLst>
              </p:cNvPr>
              <p:cNvSpPr/>
              <p:nvPr/>
            </p:nvSpPr>
            <p:spPr>
              <a:xfrm>
                <a:off x="5069459" y="3163124"/>
                <a:ext cx="43941" cy="12700"/>
              </a:xfrm>
              <a:custGeom>
                <a:avLst/>
                <a:gdLst>
                  <a:gd name="csX0" fmla="*/ 43942 w 43941"/>
                  <a:gd name="csY0" fmla="*/ 0 h 12700"/>
                  <a:gd name="csX1" fmla="*/ 0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43942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93" name="TextBox 5792">
                <a:extLst>
                  <a:ext uri="{FF2B5EF4-FFF2-40B4-BE49-F238E27FC236}">
                    <a16:creationId xmlns:a16="http://schemas.microsoft.com/office/drawing/2014/main" id="{DAD7CF65-C1ED-B694-CB31-0B36DA2E9D25}"/>
                  </a:ext>
                </a:extLst>
              </p:cNvPr>
              <p:cNvSpPr txBox="1"/>
              <p:nvPr/>
            </p:nvSpPr>
            <p:spPr>
              <a:xfrm>
                <a:off x="5267070" y="2431779"/>
                <a:ext cx="361686" cy="4757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0.01</a:t>
                </a:r>
              </a:p>
            </p:txBody>
          </p:sp>
          <p:sp>
            <p:nvSpPr>
              <p:cNvPr id="5794" name="TextBox 5793">
                <a:extLst>
                  <a:ext uri="{FF2B5EF4-FFF2-40B4-BE49-F238E27FC236}">
                    <a16:creationId xmlns:a16="http://schemas.microsoft.com/office/drawing/2014/main" id="{5D2CA4CB-7E2A-C78C-790C-F7E64B5A1851}"/>
                  </a:ext>
                </a:extLst>
              </p:cNvPr>
              <p:cNvSpPr txBox="1"/>
              <p:nvPr/>
            </p:nvSpPr>
            <p:spPr>
              <a:xfrm>
                <a:off x="5267070" y="2743943"/>
                <a:ext cx="361686" cy="4757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0.02</a:t>
                </a:r>
              </a:p>
            </p:txBody>
          </p:sp>
          <p:sp>
            <p:nvSpPr>
              <p:cNvPr id="5795" name="TextBox 5794">
                <a:extLst>
                  <a:ext uri="{FF2B5EF4-FFF2-40B4-BE49-F238E27FC236}">
                    <a16:creationId xmlns:a16="http://schemas.microsoft.com/office/drawing/2014/main" id="{F80F3E88-6668-D4EF-BCDA-E6ABD0F13F82}"/>
                  </a:ext>
                </a:extLst>
              </p:cNvPr>
              <p:cNvSpPr txBox="1"/>
              <p:nvPr/>
            </p:nvSpPr>
            <p:spPr>
              <a:xfrm>
                <a:off x="5267070" y="3056238"/>
                <a:ext cx="361686" cy="4757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0.03</a:t>
                </a:r>
              </a:p>
            </p:txBody>
          </p:sp>
        </p:grpSp>
        <p:sp>
          <p:nvSpPr>
            <p:cNvPr id="5760" name="TextBox 5759">
              <a:extLst>
                <a:ext uri="{FF2B5EF4-FFF2-40B4-BE49-F238E27FC236}">
                  <a16:creationId xmlns:a16="http://schemas.microsoft.com/office/drawing/2014/main" id="{52E16F08-68AA-E6A0-67A2-652500E250BA}"/>
                </a:ext>
              </a:extLst>
            </p:cNvPr>
            <p:cNvSpPr txBox="1"/>
            <p:nvPr/>
          </p:nvSpPr>
          <p:spPr>
            <a:xfrm>
              <a:off x="5163564" y="1544346"/>
              <a:ext cx="478743" cy="2247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8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Count</a:t>
              </a:r>
            </a:p>
          </p:txBody>
        </p:sp>
        <p:grpSp>
          <p:nvGrpSpPr>
            <p:cNvPr id="5761" name="Group 5760">
              <a:extLst>
                <a:ext uri="{FF2B5EF4-FFF2-40B4-BE49-F238E27FC236}">
                  <a16:creationId xmlns:a16="http://schemas.microsoft.com/office/drawing/2014/main" id="{CA911D02-1D8F-B86D-D49A-F52372487469}"/>
                </a:ext>
              </a:extLst>
            </p:cNvPr>
            <p:cNvGrpSpPr/>
            <p:nvPr/>
          </p:nvGrpSpPr>
          <p:grpSpPr>
            <a:xfrm>
              <a:off x="5217896" y="1691034"/>
              <a:ext cx="478010" cy="1203990"/>
              <a:chOff x="5100574" y="3922376"/>
              <a:chExt cx="478010" cy="1203990"/>
            </a:xfrm>
          </p:grpSpPr>
          <p:sp>
            <p:nvSpPr>
              <p:cNvPr id="5774" name="Freeform 5773">
                <a:extLst>
                  <a:ext uri="{FF2B5EF4-FFF2-40B4-BE49-F238E27FC236}">
                    <a16:creationId xmlns:a16="http://schemas.microsoft.com/office/drawing/2014/main" id="{6DCCB518-2644-5C0B-91CF-92C21D603A69}"/>
                  </a:ext>
                </a:extLst>
              </p:cNvPr>
              <p:cNvSpPr/>
              <p:nvPr/>
            </p:nvSpPr>
            <p:spPr>
              <a:xfrm>
                <a:off x="5168265" y="3984053"/>
                <a:ext cx="90424" cy="90424"/>
              </a:xfrm>
              <a:custGeom>
                <a:avLst/>
                <a:gdLst>
                  <a:gd name="csX0" fmla="*/ 90424 w 90424"/>
                  <a:gd name="csY0" fmla="*/ 45212 h 90424"/>
                  <a:gd name="csX1" fmla="*/ 45212 w 90424"/>
                  <a:gd name="csY1" fmla="*/ 90424 h 90424"/>
                  <a:gd name="csX2" fmla="*/ 0 w 90424"/>
                  <a:gd name="csY2" fmla="*/ 45212 h 90424"/>
                  <a:gd name="csX3" fmla="*/ 45212 w 90424"/>
                  <a:gd name="csY3" fmla="*/ 0 h 90424"/>
                  <a:gd name="csX4" fmla="*/ 90424 w 90424"/>
                  <a:gd name="csY4" fmla="*/ 45212 h 904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0424" h="90424">
                    <a:moveTo>
                      <a:pt x="90424" y="45212"/>
                    </a:moveTo>
                    <a:cubicBezTo>
                      <a:pt x="90424" y="70182"/>
                      <a:pt x="70182" y="90424"/>
                      <a:pt x="45212" y="90424"/>
                    </a:cubicBezTo>
                    <a:cubicBezTo>
                      <a:pt x="20242" y="90424"/>
                      <a:pt x="0" y="70182"/>
                      <a:pt x="0" y="45212"/>
                    </a:cubicBezTo>
                    <a:cubicBezTo>
                      <a:pt x="0" y="20242"/>
                      <a:pt x="20242" y="0"/>
                      <a:pt x="45212" y="0"/>
                    </a:cubicBezTo>
                    <a:cubicBezTo>
                      <a:pt x="70182" y="0"/>
                      <a:pt x="90424" y="20242"/>
                      <a:pt x="90424" y="45212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5" name="Freeform 5774">
                <a:extLst>
                  <a:ext uri="{FF2B5EF4-FFF2-40B4-BE49-F238E27FC236}">
                    <a16:creationId xmlns:a16="http://schemas.microsoft.com/office/drawing/2014/main" id="{888B33AB-B842-FF2E-8E4B-2498C421EF4E}"/>
                  </a:ext>
                </a:extLst>
              </p:cNvPr>
              <p:cNvSpPr/>
              <p:nvPr/>
            </p:nvSpPr>
            <p:spPr>
              <a:xfrm>
                <a:off x="5138039" y="4091819"/>
                <a:ext cx="150875" cy="150875"/>
              </a:xfrm>
              <a:custGeom>
                <a:avLst/>
                <a:gdLst>
                  <a:gd name="csX0" fmla="*/ 150876 w 150875"/>
                  <a:gd name="csY0" fmla="*/ 75438 h 150875"/>
                  <a:gd name="csX1" fmla="*/ 75438 w 150875"/>
                  <a:gd name="csY1" fmla="*/ 150876 h 150875"/>
                  <a:gd name="csX2" fmla="*/ 0 w 150875"/>
                  <a:gd name="csY2" fmla="*/ 75438 h 150875"/>
                  <a:gd name="csX3" fmla="*/ 75438 w 150875"/>
                  <a:gd name="csY3" fmla="*/ 0 h 150875"/>
                  <a:gd name="csX4" fmla="*/ 150876 w 150875"/>
                  <a:gd name="csY4" fmla="*/ 75438 h 1508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5" h="150875">
                    <a:moveTo>
                      <a:pt x="150876" y="75438"/>
                    </a:moveTo>
                    <a:cubicBezTo>
                      <a:pt x="150876" y="117101"/>
                      <a:pt x="117101" y="150876"/>
                      <a:pt x="75438" y="150876"/>
                    </a:cubicBezTo>
                    <a:cubicBezTo>
                      <a:pt x="33775" y="150876"/>
                      <a:pt x="0" y="117101"/>
                      <a:pt x="0" y="75438"/>
                    </a:cubicBezTo>
                    <a:cubicBezTo>
                      <a:pt x="0" y="33775"/>
                      <a:pt x="33775" y="0"/>
                      <a:pt x="75438" y="0"/>
                    </a:cubicBezTo>
                    <a:cubicBezTo>
                      <a:pt x="117101" y="0"/>
                      <a:pt x="150876" y="33775"/>
                      <a:pt x="150876" y="75438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6" name="Freeform 5775">
                <a:extLst>
                  <a:ext uri="{FF2B5EF4-FFF2-40B4-BE49-F238E27FC236}">
                    <a16:creationId xmlns:a16="http://schemas.microsoft.com/office/drawing/2014/main" id="{B6CAB6DF-E429-AD9C-CDAE-9F031847AD99}"/>
                  </a:ext>
                </a:extLst>
              </p:cNvPr>
              <p:cNvSpPr/>
              <p:nvPr/>
            </p:nvSpPr>
            <p:spPr>
              <a:xfrm>
                <a:off x="5125466" y="4256864"/>
                <a:ext cx="176022" cy="176022"/>
              </a:xfrm>
              <a:custGeom>
                <a:avLst/>
                <a:gdLst>
                  <a:gd name="csX0" fmla="*/ 176022 w 176022"/>
                  <a:gd name="csY0" fmla="*/ 88011 h 176022"/>
                  <a:gd name="csX1" fmla="*/ 88011 w 176022"/>
                  <a:gd name="csY1" fmla="*/ 176022 h 176022"/>
                  <a:gd name="csX2" fmla="*/ 0 w 176022"/>
                  <a:gd name="csY2" fmla="*/ 88011 h 176022"/>
                  <a:gd name="csX3" fmla="*/ 88011 w 176022"/>
                  <a:gd name="csY3" fmla="*/ 0 h 176022"/>
                  <a:gd name="csX4" fmla="*/ 176022 w 176022"/>
                  <a:gd name="csY4" fmla="*/ 88011 h 1760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6022" h="176022">
                    <a:moveTo>
                      <a:pt x="176022" y="88011"/>
                    </a:moveTo>
                    <a:cubicBezTo>
                      <a:pt x="176022" y="136618"/>
                      <a:pt x="136618" y="176022"/>
                      <a:pt x="88011" y="176022"/>
                    </a:cubicBezTo>
                    <a:cubicBezTo>
                      <a:pt x="39404" y="176022"/>
                      <a:pt x="0" y="136618"/>
                      <a:pt x="0" y="88011"/>
                    </a:cubicBezTo>
                    <a:cubicBezTo>
                      <a:pt x="0" y="39404"/>
                      <a:pt x="39404" y="0"/>
                      <a:pt x="88011" y="0"/>
                    </a:cubicBezTo>
                    <a:cubicBezTo>
                      <a:pt x="136618" y="0"/>
                      <a:pt x="176022" y="39404"/>
                      <a:pt x="176022" y="88011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7" name="Freeform 5776">
                <a:extLst>
                  <a:ext uri="{FF2B5EF4-FFF2-40B4-BE49-F238E27FC236}">
                    <a16:creationId xmlns:a16="http://schemas.microsoft.com/office/drawing/2014/main" id="{96549AE2-62C2-58E6-AFDC-CF21268E7A39}"/>
                  </a:ext>
                </a:extLst>
              </p:cNvPr>
              <p:cNvSpPr/>
              <p:nvPr/>
            </p:nvSpPr>
            <p:spPr>
              <a:xfrm>
                <a:off x="5115814" y="4449617"/>
                <a:ext cx="195325" cy="195325"/>
              </a:xfrm>
              <a:custGeom>
                <a:avLst/>
                <a:gdLst>
                  <a:gd name="csX0" fmla="*/ 195326 w 195325"/>
                  <a:gd name="csY0" fmla="*/ 97663 h 195325"/>
                  <a:gd name="csX1" fmla="*/ 97663 w 195325"/>
                  <a:gd name="csY1" fmla="*/ 195326 h 195325"/>
                  <a:gd name="csX2" fmla="*/ 0 w 195325"/>
                  <a:gd name="csY2" fmla="*/ 97663 h 195325"/>
                  <a:gd name="csX3" fmla="*/ 97663 w 195325"/>
                  <a:gd name="csY3" fmla="*/ 0 h 195325"/>
                  <a:gd name="csX4" fmla="*/ 195326 w 195325"/>
                  <a:gd name="csY4" fmla="*/ 97663 h 195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5325" h="195325">
                    <a:moveTo>
                      <a:pt x="195326" y="97663"/>
                    </a:moveTo>
                    <a:cubicBezTo>
                      <a:pt x="195326" y="151601"/>
                      <a:pt x="151601" y="195326"/>
                      <a:pt x="97663" y="195326"/>
                    </a:cubicBezTo>
                    <a:cubicBezTo>
                      <a:pt x="43725" y="195326"/>
                      <a:pt x="0" y="151601"/>
                      <a:pt x="0" y="97663"/>
                    </a:cubicBezTo>
                    <a:cubicBezTo>
                      <a:pt x="0" y="43725"/>
                      <a:pt x="43725" y="0"/>
                      <a:pt x="97663" y="0"/>
                    </a:cubicBezTo>
                    <a:cubicBezTo>
                      <a:pt x="151601" y="0"/>
                      <a:pt x="195326" y="43725"/>
                      <a:pt x="195326" y="97663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8" name="Freeform 5777">
                <a:extLst>
                  <a:ext uri="{FF2B5EF4-FFF2-40B4-BE49-F238E27FC236}">
                    <a16:creationId xmlns:a16="http://schemas.microsoft.com/office/drawing/2014/main" id="{8A6EF7A7-A16E-AB01-9982-C4AD58D92EDF}"/>
                  </a:ext>
                </a:extLst>
              </p:cNvPr>
              <p:cNvSpPr/>
              <p:nvPr/>
            </p:nvSpPr>
            <p:spPr>
              <a:xfrm>
                <a:off x="5107686" y="4667341"/>
                <a:ext cx="211581" cy="211582"/>
              </a:xfrm>
              <a:custGeom>
                <a:avLst/>
                <a:gdLst>
                  <a:gd name="csX0" fmla="*/ 211582 w 211581"/>
                  <a:gd name="csY0" fmla="*/ 105791 h 211582"/>
                  <a:gd name="csX1" fmla="*/ 105791 w 211581"/>
                  <a:gd name="csY1" fmla="*/ 211582 h 211582"/>
                  <a:gd name="csX2" fmla="*/ 0 w 211581"/>
                  <a:gd name="csY2" fmla="*/ 105791 h 211582"/>
                  <a:gd name="csX3" fmla="*/ 105791 w 211581"/>
                  <a:gd name="csY3" fmla="*/ 0 h 211582"/>
                  <a:gd name="csX4" fmla="*/ 211582 w 211581"/>
                  <a:gd name="csY4" fmla="*/ 105791 h 2115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11581" h="211582">
                    <a:moveTo>
                      <a:pt x="211582" y="105791"/>
                    </a:moveTo>
                    <a:cubicBezTo>
                      <a:pt x="211582" y="164218"/>
                      <a:pt x="164218" y="211582"/>
                      <a:pt x="105791" y="211582"/>
                    </a:cubicBezTo>
                    <a:cubicBezTo>
                      <a:pt x="47364" y="211582"/>
                      <a:pt x="0" y="164218"/>
                      <a:pt x="0" y="105791"/>
                    </a:cubicBezTo>
                    <a:cubicBezTo>
                      <a:pt x="0" y="47364"/>
                      <a:pt x="47364" y="0"/>
                      <a:pt x="105791" y="0"/>
                    </a:cubicBezTo>
                    <a:cubicBezTo>
                      <a:pt x="164218" y="0"/>
                      <a:pt x="211582" y="47364"/>
                      <a:pt x="211582" y="105791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79" name="Freeform 5778">
                <a:extLst>
                  <a:ext uri="{FF2B5EF4-FFF2-40B4-BE49-F238E27FC236}">
                    <a16:creationId xmlns:a16="http://schemas.microsoft.com/office/drawing/2014/main" id="{C649C274-D034-B47D-D911-82F2E3321649}"/>
                  </a:ext>
                </a:extLst>
              </p:cNvPr>
              <p:cNvSpPr/>
              <p:nvPr/>
            </p:nvSpPr>
            <p:spPr>
              <a:xfrm>
                <a:off x="5100574" y="4900560"/>
                <a:ext cx="225805" cy="225806"/>
              </a:xfrm>
              <a:custGeom>
                <a:avLst/>
                <a:gdLst>
                  <a:gd name="csX0" fmla="*/ 225806 w 225805"/>
                  <a:gd name="csY0" fmla="*/ 112903 h 225806"/>
                  <a:gd name="csX1" fmla="*/ 112903 w 225805"/>
                  <a:gd name="csY1" fmla="*/ 225806 h 225806"/>
                  <a:gd name="csX2" fmla="*/ 0 w 225805"/>
                  <a:gd name="csY2" fmla="*/ 112903 h 225806"/>
                  <a:gd name="csX3" fmla="*/ 112903 w 225805"/>
                  <a:gd name="csY3" fmla="*/ 0 h 225806"/>
                  <a:gd name="csX4" fmla="*/ 225806 w 225805"/>
                  <a:gd name="csY4" fmla="*/ 112903 h 2258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5805" h="225806">
                    <a:moveTo>
                      <a:pt x="225806" y="112903"/>
                    </a:moveTo>
                    <a:cubicBezTo>
                      <a:pt x="225806" y="175258"/>
                      <a:pt x="175257" y="225806"/>
                      <a:pt x="112903" y="225806"/>
                    </a:cubicBezTo>
                    <a:cubicBezTo>
                      <a:pt x="50548" y="225806"/>
                      <a:pt x="0" y="175258"/>
                      <a:pt x="0" y="112903"/>
                    </a:cubicBezTo>
                    <a:cubicBezTo>
                      <a:pt x="0" y="50548"/>
                      <a:pt x="50548" y="0"/>
                      <a:pt x="112903" y="0"/>
                    </a:cubicBezTo>
                    <a:cubicBezTo>
                      <a:pt x="175257" y="0"/>
                      <a:pt x="225806" y="50548"/>
                      <a:pt x="225806" y="112903"/>
                    </a:cubicBezTo>
                    <a:close/>
                  </a:path>
                </a:pathLst>
              </a:custGeom>
              <a:noFill/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sz="1701"/>
              </a:p>
            </p:txBody>
          </p:sp>
          <p:sp>
            <p:nvSpPr>
              <p:cNvPr id="5780" name="TextBox 5779">
                <a:extLst>
                  <a:ext uri="{FF2B5EF4-FFF2-40B4-BE49-F238E27FC236}">
                    <a16:creationId xmlns:a16="http://schemas.microsoft.com/office/drawing/2014/main" id="{7F22CDF4-D18B-44FA-1B6F-5F88C8C408BD}"/>
                  </a:ext>
                </a:extLst>
              </p:cNvPr>
              <p:cNvSpPr txBox="1"/>
              <p:nvPr/>
            </p:nvSpPr>
            <p:spPr>
              <a:xfrm>
                <a:off x="5335650" y="3922376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  <p:sp>
            <p:nvSpPr>
              <p:cNvPr id="5781" name="TextBox 5780">
                <a:extLst>
                  <a:ext uri="{FF2B5EF4-FFF2-40B4-BE49-F238E27FC236}">
                    <a16:creationId xmlns:a16="http://schemas.microsoft.com/office/drawing/2014/main" id="{A0509B45-D5F8-C424-CC60-AE52D3494D3F}"/>
                  </a:ext>
                </a:extLst>
              </p:cNvPr>
              <p:cNvSpPr txBox="1"/>
              <p:nvPr/>
            </p:nvSpPr>
            <p:spPr>
              <a:xfrm>
                <a:off x="5335650" y="4055260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</a:t>
                </a:r>
              </a:p>
            </p:txBody>
          </p:sp>
          <p:sp>
            <p:nvSpPr>
              <p:cNvPr id="5782" name="TextBox 5781">
                <a:extLst>
                  <a:ext uri="{FF2B5EF4-FFF2-40B4-BE49-F238E27FC236}">
                    <a16:creationId xmlns:a16="http://schemas.microsoft.com/office/drawing/2014/main" id="{B95AD312-5550-DBCA-DFDF-C98FF0A3D261}"/>
                  </a:ext>
                </a:extLst>
              </p:cNvPr>
              <p:cNvSpPr txBox="1"/>
              <p:nvPr/>
            </p:nvSpPr>
            <p:spPr>
              <a:xfrm>
                <a:off x="5335650" y="4237986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</a:t>
                </a:r>
              </a:p>
            </p:txBody>
          </p:sp>
          <p:sp>
            <p:nvSpPr>
              <p:cNvPr id="5783" name="TextBox 5782">
                <a:extLst>
                  <a:ext uri="{FF2B5EF4-FFF2-40B4-BE49-F238E27FC236}">
                    <a16:creationId xmlns:a16="http://schemas.microsoft.com/office/drawing/2014/main" id="{40A6E066-6C6E-DA74-9104-A512EF9A2502}"/>
                  </a:ext>
                </a:extLst>
              </p:cNvPr>
              <p:cNvSpPr txBox="1"/>
              <p:nvPr/>
            </p:nvSpPr>
            <p:spPr>
              <a:xfrm>
                <a:off x="5335650" y="4445499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5</a:t>
                </a:r>
              </a:p>
            </p:txBody>
          </p:sp>
          <p:sp>
            <p:nvSpPr>
              <p:cNvPr id="5784" name="TextBox 5783">
                <a:extLst>
                  <a:ext uri="{FF2B5EF4-FFF2-40B4-BE49-F238E27FC236}">
                    <a16:creationId xmlns:a16="http://schemas.microsoft.com/office/drawing/2014/main" id="{01858689-EAC3-548F-306E-435AB41CF650}"/>
                  </a:ext>
                </a:extLst>
              </p:cNvPr>
              <p:cNvSpPr txBox="1"/>
              <p:nvPr/>
            </p:nvSpPr>
            <p:spPr>
              <a:xfrm>
                <a:off x="5335650" y="4671351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6</a:t>
                </a:r>
              </a:p>
            </p:txBody>
          </p:sp>
          <p:sp>
            <p:nvSpPr>
              <p:cNvPr id="5785" name="TextBox 5784">
                <a:extLst>
                  <a:ext uri="{FF2B5EF4-FFF2-40B4-BE49-F238E27FC236}">
                    <a16:creationId xmlns:a16="http://schemas.microsoft.com/office/drawing/2014/main" id="{6663D4B7-F9A9-1B98-45E6-03FF81EE7488}"/>
                  </a:ext>
                </a:extLst>
              </p:cNvPr>
              <p:cNvSpPr txBox="1"/>
              <p:nvPr/>
            </p:nvSpPr>
            <p:spPr>
              <a:xfrm>
                <a:off x="5335650" y="4906574"/>
                <a:ext cx="242934" cy="199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24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7</a:t>
                </a:r>
              </a:p>
            </p:txBody>
          </p:sp>
        </p:grpSp>
        <p:sp>
          <p:nvSpPr>
            <p:cNvPr id="5762" name="TextBox 5761">
              <a:extLst>
                <a:ext uri="{FF2B5EF4-FFF2-40B4-BE49-F238E27FC236}">
                  <a16:creationId xmlns:a16="http://schemas.microsoft.com/office/drawing/2014/main" id="{702A13AF-EBC5-18E3-7950-66A012EE458A}"/>
                </a:ext>
              </a:extLst>
            </p:cNvPr>
            <p:cNvSpPr txBox="1"/>
            <p:nvPr/>
          </p:nvSpPr>
          <p:spPr>
            <a:xfrm>
              <a:off x="3235330" y="825400"/>
              <a:ext cx="2105359" cy="282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34" b="1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6_POA_Mixed </a:t>
              </a:r>
              <a:r>
                <a:rPr lang="en-US" sz="1134" b="1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DEGs:GO</a:t>
              </a:r>
              <a:endParaRPr lang="en-US" sz="1134" b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grpSp>
          <p:nvGrpSpPr>
            <p:cNvPr id="5763" name="Group 5762">
              <a:extLst>
                <a:ext uri="{FF2B5EF4-FFF2-40B4-BE49-F238E27FC236}">
                  <a16:creationId xmlns:a16="http://schemas.microsoft.com/office/drawing/2014/main" id="{12A7D2D7-467E-73F6-010D-90F0A3441571}"/>
                </a:ext>
              </a:extLst>
            </p:cNvPr>
            <p:cNvGrpSpPr/>
            <p:nvPr/>
          </p:nvGrpSpPr>
          <p:grpSpPr>
            <a:xfrm>
              <a:off x="94802" y="1109142"/>
              <a:ext cx="3374534" cy="1748257"/>
              <a:chOff x="-215318" y="2893278"/>
              <a:chExt cx="3374534" cy="1748257"/>
            </a:xfrm>
          </p:grpSpPr>
          <p:sp>
            <p:nvSpPr>
              <p:cNvPr id="5764" name="TextBox 5763">
                <a:extLst>
                  <a:ext uri="{FF2B5EF4-FFF2-40B4-BE49-F238E27FC236}">
                    <a16:creationId xmlns:a16="http://schemas.microsoft.com/office/drawing/2014/main" id="{56337BDB-8529-69C7-16EA-00D5B441B3AB}"/>
                  </a:ext>
                </a:extLst>
              </p:cNvPr>
              <p:cNvSpPr txBox="1"/>
              <p:nvPr/>
            </p:nvSpPr>
            <p:spPr>
              <a:xfrm>
                <a:off x="484945" y="2893278"/>
                <a:ext cx="2674271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GPCR signaling pathway</a:t>
                </a:r>
              </a:p>
            </p:txBody>
          </p:sp>
          <p:sp>
            <p:nvSpPr>
              <p:cNvPr id="5765" name="TextBox 5764">
                <a:extLst>
                  <a:ext uri="{FF2B5EF4-FFF2-40B4-BE49-F238E27FC236}">
                    <a16:creationId xmlns:a16="http://schemas.microsoft.com/office/drawing/2014/main" id="{858844B2-0658-919B-9333-DC8B2BB87ABC}"/>
                  </a:ext>
                </a:extLst>
              </p:cNvPr>
              <p:cNvSpPr txBox="1"/>
              <p:nvPr/>
            </p:nvSpPr>
            <p:spPr>
              <a:xfrm>
                <a:off x="484945" y="3062994"/>
                <a:ext cx="2674271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 GPCR receptor activity</a:t>
                </a:r>
              </a:p>
            </p:txBody>
          </p:sp>
          <p:sp>
            <p:nvSpPr>
              <p:cNvPr id="5766" name="TextBox 5765">
                <a:extLst>
                  <a:ext uri="{FF2B5EF4-FFF2-40B4-BE49-F238E27FC236}">
                    <a16:creationId xmlns:a16="http://schemas.microsoft.com/office/drawing/2014/main" id="{23D65548-9378-461F-7EE0-59C03BEFBB11}"/>
                  </a:ext>
                </a:extLst>
              </p:cNvPr>
              <p:cNvSpPr txBox="1"/>
              <p:nvPr/>
            </p:nvSpPr>
            <p:spPr>
              <a:xfrm>
                <a:off x="484945" y="3232710"/>
                <a:ext cx="2674271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positive regulation of transcription by RNA pol III</a:t>
                </a:r>
              </a:p>
            </p:txBody>
          </p:sp>
          <p:sp>
            <p:nvSpPr>
              <p:cNvPr id="5767" name="TextBox 5766">
                <a:extLst>
                  <a:ext uri="{FF2B5EF4-FFF2-40B4-BE49-F238E27FC236}">
                    <a16:creationId xmlns:a16="http://schemas.microsoft.com/office/drawing/2014/main" id="{34DB0822-813F-9631-03EE-627DD7C1667E}"/>
                  </a:ext>
                </a:extLst>
              </p:cNvPr>
              <p:cNvSpPr txBox="1"/>
              <p:nvPr/>
            </p:nvSpPr>
            <p:spPr>
              <a:xfrm>
                <a:off x="484945" y="3402426"/>
                <a:ext cx="2674271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protein tyrosine phosphatase activity</a:t>
                </a:r>
              </a:p>
            </p:txBody>
          </p:sp>
          <p:sp>
            <p:nvSpPr>
              <p:cNvPr id="5768" name="TextBox 5767">
                <a:extLst>
                  <a:ext uri="{FF2B5EF4-FFF2-40B4-BE49-F238E27FC236}">
                    <a16:creationId xmlns:a16="http://schemas.microsoft.com/office/drawing/2014/main" id="{690DDCA6-4D07-942B-FC67-854B0DFBFE18}"/>
                  </a:ext>
                </a:extLst>
              </p:cNvPr>
              <p:cNvSpPr txBox="1"/>
              <p:nvPr/>
            </p:nvSpPr>
            <p:spPr>
              <a:xfrm>
                <a:off x="484945" y="3572142"/>
                <a:ext cx="2674271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learning or memory</a:t>
                </a:r>
              </a:p>
            </p:txBody>
          </p:sp>
          <p:sp>
            <p:nvSpPr>
              <p:cNvPr id="5769" name="TextBox 5768">
                <a:extLst>
                  <a:ext uri="{FF2B5EF4-FFF2-40B4-BE49-F238E27FC236}">
                    <a16:creationId xmlns:a16="http://schemas.microsoft.com/office/drawing/2014/main" id="{AD27CB27-9242-A460-D1EA-2E3789FCB4E7}"/>
                  </a:ext>
                </a:extLst>
              </p:cNvPr>
              <p:cNvSpPr txBox="1"/>
              <p:nvPr/>
            </p:nvSpPr>
            <p:spPr>
              <a:xfrm>
                <a:off x="190494" y="3682337"/>
                <a:ext cx="2968722" cy="343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non-membrane spanning protein tyrosine phosphatase activity</a:t>
                </a:r>
              </a:p>
            </p:txBody>
          </p:sp>
          <p:sp>
            <p:nvSpPr>
              <p:cNvPr id="5770" name="TextBox 5769">
                <a:extLst>
                  <a:ext uri="{FF2B5EF4-FFF2-40B4-BE49-F238E27FC236}">
                    <a16:creationId xmlns:a16="http://schemas.microsoft.com/office/drawing/2014/main" id="{E321C7A2-88EB-075B-C158-BC87252BACEC}"/>
                  </a:ext>
                </a:extLst>
              </p:cNvPr>
              <p:cNvSpPr txBox="1"/>
              <p:nvPr/>
            </p:nvSpPr>
            <p:spPr>
              <a:xfrm>
                <a:off x="-215318" y="3911574"/>
                <a:ext cx="3374534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protein tyrosine phosphatase activity, metal-dependent</a:t>
                </a:r>
              </a:p>
            </p:txBody>
          </p:sp>
          <p:sp>
            <p:nvSpPr>
              <p:cNvPr id="5771" name="TextBox 5770">
                <a:extLst>
                  <a:ext uri="{FF2B5EF4-FFF2-40B4-BE49-F238E27FC236}">
                    <a16:creationId xmlns:a16="http://schemas.microsoft.com/office/drawing/2014/main" id="{FE99148F-81DB-5874-C243-728D7D825704}"/>
                  </a:ext>
                </a:extLst>
              </p:cNvPr>
              <p:cNvSpPr txBox="1"/>
              <p:nvPr/>
            </p:nvSpPr>
            <p:spPr>
              <a:xfrm>
                <a:off x="-215318" y="4081291"/>
                <a:ext cx="3374534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perineuronal net</a:t>
                </a:r>
              </a:p>
            </p:txBody>
          </p:sp>
          <p:sp>
            <p:nvSpPr>
              <p:cNvPr id="5772" name="TextBox 5771">
                <a:extLst>
                  <a:ext uri="{FF2B5EF4-FFF2-40B4-BE49-F238E27FC236}">
                    <a16:creationId xmlns:a16="http://schemas.microsoft.com/office/drawing/2014/main" id="{3BECB0BF-7062-2870-6CCB-5D518303DF83}"/>
                  </a:ext>
                </a:extLst>
              </p:cNvPr>
              <p:cNvSpPr txBox="1"/>
              <p:nvPr/>
            </p:nvSpPr>
            <p:spPr>
              <a:xfrm>
                <a:off x="-215318" y="4251006"/>
                <a:ext cx="3374534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estrogen response element binding</a:t>
                </a:r>
              </a:p>
            </p:txBody>
          </p:sp>
          <p:sp>
            <p:nvSpPr>
              <p:cNvPr id="5773" name="TextBox 5772">
                <a:extLst>
                  <a:ext uri="{FF2B5EF4-FFF2-40B4-BE49-F238E27FC236}">
                    <a16:creationId xmlns:a16="http://schemas.microsoft.com/office/drawing/2014/main" id="{42F88E07-1668-6EAB-580F-69DB9D17ED8A}"/>
                  </a:ext>
                </a:extLst>
              </p:cNvPr>
              <p:cNvSpPr txBox="1"/>
              <p:nvPr/>
            </p:nvSpPr>
            <p:spPr>
              <a:xfrm>
                <a:off x="-215318" y="4420723"/>
                <a:ext cx="3374534" cy="2208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756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peptidyl-tyrosine dephosphorylation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489191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1" name="Group 1270">
            <a:extLst>
              <a:ext uri="{FF2B5EF4-FFF2-40B4-BE49-F238E27FC236}">
                <a16:creationId xmlns:a16="http://schemas.microsoft.com/office/drawing/2014/main" id="{82BB2696-A993-71F7-A781-B89592BC81FA}"/>
              </a:ext>
            </a:extLst>
          </p:cNvPr>
          <p:cNvGrpSpPr/>
          <p:nvPr/>
        </p:nvGrpSpPr>
        <p:grpSpPr>
          <a:xfrm>
            <a:off x="288133" y="1595089"/>
            <a:ext cx="1761075" cy="1431789"/>
            <a:chOff x="218537" y="1915523"/>
            <a:chExt cx="1761075" cy="1431789"/>
          </a:xfrm>
        </p:grpSpPr>
        <p:sp>
          <p:nvSpPr>
            <p:cNvPr id="908" name="Rectangle 907">
              <a:extLst>
                <a:ext uri="{FF2B5EF4-FFF2-40B4-BE49-F238E27FC236}">
                  <a16:creationId xmlns:a16="http://schemas.microsoft.com/office/drawing/2014/main" id="{805E7A17-CB0D-99A6-E584-133A802B2F7A}"/>
                </a:ext>
              </a:extLst>
            </p:cNvPr>
            <p:cNvSpPr/>
            <p:nvPr/>
          </p:nvSpPr>
          <p:spPr>
            <a:xfrm>
              <a:off x="672020" y="1915523"/>
              <a:ext cx="1307591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A7912486-A548-792F-5799-2F0E6CA11611}"/>
                </a:ext>
              </a:extLst>
            </p:cNvPr>
            <p:cNvSpPr/>
            <p:nvPr/>
          </p:nvSpPr>
          <p:spPr>
            <a:xfrm>
              <a:off x="822896" y="2560683"/>
              <a:ext cx="12700" cy="31876"/>
            </a:xfrm>
            <a:custGeom>
              <a:avLst/>
              <a:gdLst>
                <a:gd name="csX0" fmla="*/ 0 w 12700"/>
                <a:gd name="csY0" fmla="*/ 31877 h 31876"/>
                <a:gd name="csX1" fmla="*/ 0 w 12700"/>
                <a:gd name="csY1" fmla="*/ 0 h 31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1876">
                  <a:moveTo>
                    <a:pt x="0" y="31877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EBC39035-AC08-0C5C-F156-055FB910464F}"/>
                </a:ext>
              </a:extLst>
            </p:cNvPr>
            <p:cNvSpPr/>
            <p:nvPr/>
          </p:nvSpPr>
          <p:spPr>
            <a:xfrm>
              <a:off x="822896" y="2807190"/>
              <a:ext cx="12700" cy="21209"/>
            </a:xfrm>
            <a:custGeom>
              <a:avLst/>
              <a:gdLst>
                <a:gd name="csX0" fmla="*/ 0 w 12700"/>
                <a:gd name="csY0" fmla="*/ 0 h 21209"/>
                <a:gd name="csX1" fmla="*/ 0 w 12700"/>
                <a:gd name="csY1" fmla="*/ 21209 h 21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1209">
                  <a:moveTo>
                    <a:pt x="0" y="0"/>
                  </a:moveTo>
                  <a:lnTo>
                    <a:pt x="0" y="21209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0058F182-5CBA-074E-A37D-491826C56AF3}"/>
                </a:ext>
              </a:extLst>
            </p:cNvPr>
            <p:cNvSpPr/>
            <p:nvPr/>
          </p:nvSpPr>
          <p:spPr>
            <a:xfrm>
              <a:off x="747458" y="2592560"/>
              <a:ext cx="150876" cy="214630"/>
            </a:xfrm>
            <a:custGeom>
              <a:avLst/>
              <a:gdLst>
                <a:gd name="csX0" fmla="*/ 0 w 150876"/>
                <a:gd name="csY0" fmla="*/ 0 h 214630"/>
                <a:gd name="csX1" fmla="*/ 0 w 150876"/>
                <a:gd name="csY1" fmla="*/ 214630 h 214630"/>
                <a:gd name="csX2" fmla="*/ 150876 w 150876"/>
                <a:gd name="csY2" fmla="*/ 214630 h 214630"/>
                <a:gd name="csX3" fmla="*/ 150876 w 150876"/>
                <a:gd name="csY3" fmla="*/ 0 h 214630"/>
                <a:gd name="csX4" fmla="*/ 0 w 150876"/>
                <a:gd name="csY4" fmla="*/ 0 h 2146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14630">
                  <a:moveTo>
                    <a:pt x="0" y="0"/>
                  </a:moveTo>
                  <a:lnTo>
                    <a:pt x="0" y="214630"/>
                  </a:lnTo>
                  <a:lnTo>
                    <a:pt x="150876" y="214630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A319779B-9C40-7698-0DE4-10513B6AC713}"/>
                </a:ext>
              </a:extLst>
            </p:cNvPr>
            <p:cNvSpPr/>
            <p:nvPr/>
          </p:nvSpPr>
          <p:spPr>
            <a:xfrm>
              <a:off x="747458" y="2672824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156B1AB3-7477-8F5F-C211-A8465ED3C650}"/>
                </a:ext>
              </a:extLst>
            </p:cNvPr>
            <p:cNvSpPr/>
            <p:nvPr/>
          </p:nvSpPr>
          <p:spPr>
            <a:xfrm>
              <a:off x="1074356" y="2780901"/>
              <a:ext cx="12700" cy="94995"/>
            </a:xfrm>
            <a:custGeom>
              <a:avLst/>
              <a:gdLst>
                <a:gd name="csX0" fmla="*/ 0 w 12700"/>
                <a:gd name="csY0" fmla="*/ 94996 h 94995"/>
                <a:gd name="csX1" fmla="*/ 0 w 12700"/>
                <a:gd name="csY1" fmla="*/ 0 h 949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94995">
                  <a:moveTo>
                    <a:pt x="0" y="94996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EB471195-7011-8B00-F07A-5520642BE239}"/>
                </a:ext>
              </a:extLst>
            </p:cNvPr>
            <p:cNvSpPr/>
            <p:nvPr/>
          </p:nvSpPr>
          <p:spPr>
            <a:xfrm>
              <a:off x="1074356" y="2965686"/>
              <a:ext cx="12700" cy="33654"/>
            </a:xfrm>
            <a:custGeom>
              <a:avLst/>
              <a:gdLst>
                <a:gd name="csX0" fmla="*/ 0 w 12700"/>
                <a:gd name="csY0" fmla="*/ 0 h 33654"/>
                <a:gd name="csX1" fmla="*/ 0 w 12700"/>
                <a:gd name="csY1" fmla="*/ 33655 h 336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3654">
                  <a:moveTo>
                    <a:pt x="0" y="0"/>
                  </a:moveTo>
                  <a:lnTo>
                    <a:pt x="0" y="33655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CD117DB3-6A45-71C3-E948-F68ABAEA6678}"/>
                </a:ext>
              </a:extLst>
            </p:cNvPr>
            <p:cNvSpPr/>
            <p:nvPr/>
          </p:nvSpPr>
          <p:spPr>
            <a:xfrm>
              <a:off x="998917" y="2875896"/>
              <a:ext cx="150876" cy="89788"/>
            </a:xfrm>
            <a:custGeom>
              <a:avLst/>
              <a:gdLst>
                <a:gd name="csX0" fmla="*/ 0 w 150876"/>
                <a:gd name="csY0" fmla="*/ 0 h 89788"/>
                <a:gd name="csX1" fmla="*/ 0 w 150876"/>
                <a:gd name="csY1" fmla="*/ 89789 h 89788"/>
                <a:gd name="csX2" fmla="*/ 150876 w 150876"/>
                <a:gd name="csY2" fmla="*/ 89789 h 89788"/>
                <a:gd name="csX3" fmla="*/ 150876 w 150876"/>
                <a:gd name="csY3" fmla="*/ 0 h 89788"/>
                <a:gd name="csX4" fmla="*/ 0 w 150876"/>
                <a:gd name="csY4" fmla="*/ 0 h 89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89788">
                  <a:moveTo>
                    <a:pt x="0" y="0"/>
                  </a:moveTo>
                  <a:lnTo>
                    <a:pt x="0" y="89789"/>
                  </a:lnTo>
                  <a:lnTo>
                    <a:pt x="150876" y="89789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014CDD42-CC06-099D-920D-C96FE1CF8A3C}"/>
                </a:ext>
              </a:extLst>
            </p:cNvPr>
            <p:cNvSpPr/>
            <p:nvPr/>
          </p:nvSpPr>
          <p:spPr>
            <a:xfrm>
              <a:off x="998918" y="2950192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2DAC8E2F-6B2D-7D8A-C59F-7F40AC24A921}"/>
                </a:ext>
              </a:extLst>
            </p:cNvPr>
            <p:cNvSpPr/>
            <p:nvPr/>
          </p:nvSpPr>
          <p:spPr>
            <a:xfrm>
              <a:off x="1325816" y="2869166"/>
              <a:ext cx="12700" cy="26924"/>
            </a:xfrm>
            <a:custGeom>
              <a:avLst/>
              <a:gdLst>
                <a:gd name="csX0" fmla="*/ 0 w 12700"/>
                <a:gd name="csY0" fmla="*/ 26924 h 26924"/>
                <a:gd name="csX1" fmla="*/ 0 w 12700"/>
                <a:gd name="csY1" fmla="*/ 0 h 26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6924">
                  <a:moveTo>
                    <a:pt x="0" y="26924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E42CB28A-CE70-CD1E-9F6F-9B776D2DE4F1}"/>
                </a:ext>
              </a:extLst>
            </p:cNvPr>
            <p:cNvSpPr/>
            <p:nvPr/>
          </p:nvSpPr>
          <p:spPr>
            <a:xfrm>
              <a:off x="1325816" y="2949811"/>
              <a:ext cx="12700" cy="26924"/>
            </a:xfrm>
            <a:custGeom>
              <a:avLst/>
              <a:gdLst>
                <a:gd name="csX0" fmla="*/ 0 w 12700"/>
                <a:gd name="csY0" fmla="*/ 0 h 26924"/>
                <a:gd name="csX1" fmla="*/ 0 w 12700"/>
                <a:gd name="csY1" fmla="*/ 26924 h 26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6924">
                  <a:moveTo>
                    <a:pt x="0" y="0"/>
                  </a:moveTo>
                  <a:lnTo>
                    <a:pt x="0" y="26924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AE0557DE-AA84-E117-25AE-C906158B5919}"/>
                </a:ext>
              </a:extLst>
            </p:cNvPr>
            <p:cNvSpPr/>
            <p:nvPr/>
          </p:nvSpPr>
          <p:spPr>
            <a:xfrm>
              <a:off x="1250377" y="2896090"/>
              <a:ext cx="150876" cy="53720"/>
            </a:xfrm>
            <a:custGeom>
              <a:avLst/>
              <a:gdLst>
                <a:gd name="csX0" fmla="*/ 0 w 150876"/>
                <a:gd name="csY0" fmla="*/ 0 h 53720"/>
                <a:gd name="csX1" fmla="*/ 0 w 150876"/>
                <a:gd name="csY1" fmla="*/ 53721 h 53720"/>
                <a:gd name="csX2" fmla="*/ 150876 w 150876"/>
                <a:gd name="csY2" fmla="*/ 53721 h 53720"/>
                <a:gd name="csX3" fmla="*/ 150876 w 150876"/>
                <a:gd name="csY3" fmla="*/ 0 h 53720"/>
                <a:gd name="csX4" fmla="*/ 0 w 150876"/>
                <a:gd name="csY4" fmla="*/ 0 h 53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53720">
                  <a:moveTo>
                    <a:pt x="0" y="0"/>
                  </a:moveTo>
                  <a:lnTo>
                    <a:pt x="0" y="53721"/>
                  </a:lnTo>
                  <a:lnTo>
                    <a:pt x="150876" y="53721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6B6AC5AD-AB00-0E88-5559-4E32043CE9FE}"/>
                </a:ext>
              </a:extLst>
            </p:cNvPr>
            <p:cNvSpPr/>
            <p:nvPr/>
          </p:nvSpPr>
          <p:spPr>
            <a:xfrm>
              <a:off x="1250378" y="2922887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1B342F27-84A8-13E7-F418-E0664E3F7EB3}"/>
                </a:ext>
              </a:extLst>
            </p:cNvPr>
            <p:cNvSpPr/>
            <p:nvPr/>
          </p:nvSpPr>
          <p:spPr>
            <a:xfrm>
              <a:off x="1828736" y="2968607"/>
              <a:ext cx="12700" cy="9525"/>
            </a:xfrm>
            <a:custGeom>
              <a:avLst/>
              <a:gdLst>
                <a:gd name="csX0" fmla="*/ 0 w 12700"/>
                <a:gd name="csY0" fmla="*/ 9525 h 9525"/>
                <a:gd name="csX1" fmla="*/ 0 w 12700"/>
                <a:gd name="csY1" fmla="*/ 0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9525">
                  <a:moveTo>
                    <a:pt x="0" y="9525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ECEF6C51-C589-74D0-66FF-5F0C8AE3FF38}"/>
                </a:ext>
              </a:extLst>
            </p:cNvPr>
            <p:cNvSpPr/>
            <p:nvPr/>
          </p:nvSpPr>
          <p:spPr>
            <a:xfrm>
              <a:off x="1828736" y="2994134"/>
              <a:ext cx="12700" cy="1396"/>
            </a:xfrm>
            <a:custGeom>
              <a:avLst/>
              <a:gdLst>
                <a:gd name="csX0" fmla="*/ 0 w 12700"/>
                <a:gd name="csY0" fmla="*/ 0 h 1396"/>
                <a:gd name="csX1" fmla="*/ 0 w 12700"/>
                <a:gd name="csY1" fmla="*/ 1397 h 1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96">
                  <a:moveTo>
                    <a:pt x="0" y="0"/>
                  </a:moveTo>
                  <a:lnTo>
                    <a:pt x="0" y="139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0E573DB6-F3FA-D681-EC0E-48B20A40E92C}"/>
                </a:ext>
              </a:extLst>
            </p:cNvPr>
            <p:cNvSpPr/>
            <p:nvPr/>
          </p:nvSpPr>
          <p:spPr>
            <a:xfrm>
              <a:off x="1753297" y="2978132"/>
              <a:ext cx="150876" cy="16002"/>
            </a:xfrm>
            <a:custGeom>
              <a:avLst/>
              <a:gdLst>
                <a:gd name="csX0" fmla="*/ 0 w 150876"/>
                <a:gd name="csY0" fmla="*/ 0 h 16002"/>
                <a:gd name="csX1" fmla="*/ 0 w 150876"/>
                <a:gd name="csY1" fmla="*/ 16002 h 16002"/>
                <a:gd name="csX2" fmla="*/ 150876 w 150876"/>
                <a:gd name="csY2" fmla="*/ 16002 h 16002"/>
                <a:gd name="csX3" fmla="*/ 150876 w 150876"/>
                <a:gd name="csY3" fmla="*/ 0 h 16002"/>
                <a:gd name="csX4" fmla="*/ 0 w 150876"/>
                <a:gd name="csY4" fmla="*/ 0 h 16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6002">
                  <a:moveTo>
                    <a:pt x="0" y="0"/>
                  </a:moveTo>
                  <a:lnTo>
                    <a:pt x="0" y="16002"/>
                  </a:lnTo>
                  <a:lnTo>
                    <a:pt x="150876" y="16002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778C3E04-A609-24F7-1774-C19F163B3F12}"/>
                </a:ext>
              </a:extLst>
            </p:cNvPr>
            <p:cNvSpPr/>
            <p:nvPr/>
          </p:nvSpPr>
          <p:spPr>
            <a:xfrm>
              <a:off x="1753298" y="2990070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8" name="Oval 987">
              <a:extLst>
                <a:ext uri="{FF2B5EF4-FFF2-40B4-BE49-F238E27FC236}">
                  <a16:creationId xmlns:a16="http://schemas.microsoft.com/office/drawing/2014/main" id="{E0672A45-AFE7-6A94-2387-BF3E6DE9E471}"/>
                </a:ext>
              </a:extLst>
            </p:cNvPr>
            <p:cNvSpPr/>
            <p:nvPr/>
          </p:nvSpPr>
          <p:spPr>
            <a:xfrm>
              <a:off x="1328737" y="295857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9" name="Oval 988">
              <a:extLst>
                <a:ext uri="{FF2B5EF4-FFF2-40B4-BE49-F238E27FC236}">
                  <a16:creationId xmlns:a16="http://schemas.microsoft.com/office/drawing/2014/main" id="{3AEC2FDC-2A73-8B5C-029C-DD5A169696DC}"/>
                </a:ext>
              </a:extLst>
            </p:cNvPr>
            <p:cNvSpPr/>
            <p:nvPr/>
          </p:nvSpPr>
          <p:spPr>
            <a:xfrm>
              <a:off x="1078293" y="298118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34247667-28DA-A79B-6780-DD6CF68A6E2C}"/>
                </a:ext>
              </a:extLst>
            </p:cNvPr>
            <p:cNvSpPr/>
            <p:nvPr/>
          </p:nvSpPr>
          <p:spPr>
            <a:xfrm>
              <a:off x="1045654" y="282179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1" name="Oval 990">
              <a:extLst>
                <a:ext uri="{FF2B5EF4-FFF2-40B4-BE49-F238E27FC236}">
                  <a16:creationId xmlns:a16="http://schemas.microsoft.com/office/drawing/2014/main" id="{D2C65F52-F677-256C-6D10-1DF6B3E2C557}"/>
                </a:ext>
              </a:extLst>
            </p:cNvPr>
            <p:cNvSpPr/>
            <p:nvPr/>
          </p:nvSpPr>
          <p:spPr>
            <a:xfrm>
              <a:off x="1827339" y="297229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2" name="Oval 991">
              <a:extLst>
                <a:ext uri="{FF2B5EF4-FFF2-40B4-BE49-F238E27FC236}">
                  <a16:creationId xmlns:a16="http://schemas.microsoft.com/office/drawing/2014/main" id="{6BA541D1-1492-F85D-7846-7C72F3906EFC}"/>
                </a:ext>
              </a:extLst>
            </p:cNvPr>
            <p:cNvSpPr/>
            <p:nvPr/>
          </p:nvSpPr>
          <p:spPr>
            <a:xfrm>
              <a:off x="812101" y="254264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3" name="Oval 992">
              <a:extLst>
                <a:ext uri="{FF2B5EF4-FFF2-40B4-BE49-F238E27FC236}">
                  <a16:creationId xmlns:a16="http://schemas.microsoft.com/office/drawing/2014/main" id="{34678BA5-8E9B-CA0C-3B4E-650A0A86E847}"/>
                </a:ext>
              </a:extLst>
            </p:cNvPr>
            <p:cNvSpPr/>
            <p:nvPr/>
          </p:nvSpPr>
          <p:spPr>
            <a:xfrm>
              <a:off x="1811718" y="2956034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4" name="Oval 993">
              <a:extLst>
                <a:ext uri="{FF2B5EF4-FFF2-40B4-BE49-F238E27FC236}">
                  <a16:creationId xmlns:a16="http://schemas.microsoft.com/office/drawing/2014/main" id="{FAE1F091-1FEA-08A2-FAC0-CE15D7443A11}"/>
                </a:ext>
              </a:extLst>
            </p:cNvPr>
            <p:cNvSpPr/>
            <p:nvPr/>
          </p:nvSpPr>
          <p:spPr>
            <a:xfrm>
              <a:off x="816800" y="272527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5" name="Oval 994">
              <a:extLst>
                <a:ext uri="{FF2B5EF4-FFF2-40B4-BE49-F238E27FC236}">
                  <a16:creationId xmlns:a16="http://schemas.microsoft.com/office/drawing/2014/main" id="{92C8BAEA-86F4-5F0A-3501-F0BBA67ED7D9}"/>
                </a:ext>
              </a:extLst>
            </p:cNvPr>
            <p:cNvSpPr/>
            <p:nvPr/>
          </p:nvSpPr>
          <p:spPr>
            <a:xfrm>
              <a:off x="1792287" y="297737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6" name="Oval 995">
              <a:extLst>
                <a:ext uri="{FF2B5EF4-FFF2-40B4-BE49-F238E27FC236}">
                  <a16:creationId xmlns:a16="http://schemas.microsoft.com/office/drawing/2014/main" id="{D8EB5A2F-59DE-4954-506C-786A111EBB3B}"/>
                </a:ext>
              </a:extLst>
            </p:cNvPr>
            <p:cNvSpPr/>
            <p:nvPr/>
          </p:nvSpPr>
          <p:spPr>
            <a:xfrm>
              <a:off x="812863" y="257135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DB40A28F-A66E-DA3C-CF9A-32777295804E}"/>
                </a:ext>
              </a:extLst>
            </p:cNvPr>
            <p:cNvSpPr/>
            <p:nvPr/>
          </p:nvSpPr>
          <p:spPr>
            <a:xfrm>
              <a:off x="1820989" y="302829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8" name="Oval 997">
              <a:extLst>
                <a:ext uri="{FF2B5EF4-FFF2-40B4-BE49-F238E27FC236}">
                  <a16:creationId xmlns:a16="http://schemas.microsoft.com/office/drawing/2014/main" id="{617EAC3F-26D5-1D5A-2AB0-476253EDFA3A}"/>
                </a:ext>
              </a:extLst>
            </p:cNvPr>
            <p:cNvSpPr/>
            <p:nvPr/>
          </p:nvSpPr>
          <p:spPr>
            <a:xfrm>
              <a:off x="802830" y="258417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9" name="Oval 998">
              <a:extLst>
                <a:ext uri="{FF2B5EF4-FFF2-40B4-BE49-F238E27FC236}">
                  <a16:creationId xmlns:a16="http://schemas.microsoft.com/office/drawing/2014/main" id="{B5C28182-FB81-0252-970A-5E6D20DB0B91}"/>
                </a:ext>
              </a:extLst>
            </p:cNvPr>
            <p:cNvSpPr/>
            <p:nvPr/>
          </p:nvSpPr>
          <p:spPr>
            <a:xfrm>
              <a:off x="1821751" y="297165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0" name="Oval 999">
              <a:extLst>
                <a:ext uri="{FF2B5EF4-FFF2-40B4-BE49-F238E27FC236}">
                  <a16:creationId xmlns:a16="http://schemas.microsoft.com/office/drawing/2014/main" id="{5C0D2905-0518-8EB7-2D02-911CE2B8968D}"/>
                </a:ext>
              </a:extLst>
            </p:cNvPr>
            <p:cNvSpPr/>
            <p:nvPr/>
          </p:nvSpPr>
          <p:spPr>
            <a:xfrm>
              <a:off x="826833" y="317523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1" name="Oval 1000">
              <a:extLst>
                <a:ext uri="{FF2B5EF4-FFF2-40B4-BE49-F238E27FC236}">
                  <a16:creationId xmlns:a16="http://schemas.microsoft.com/office/drawing/2014/main" id="{B31E7917-8B6F-D2BB-3670-FA6E38008071}"/>
                </a:ext>
              </a:extLst>
            </p:cNvPr>
            <p:cNvSpPr/>
            <p:nvPr/>
          </p:nvSpPr>
          <p:spPr>
            <a:xfrm>
              <a:off x="1044003" y="296263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2" name="Oval 1001">
              <a:extLst>
                <a:ext uri="{FF2B5EF4-FFF2-40B4-BE49-F238E27FC236}">
                  <a16:creationId xmlns:a16="http://schemas.microsoft.com/office/drawing/2014/main" id="{737481D4-A2E3-C983-2228-7167BFEA0148}"/>
                </a:ext>
              </a:extLst>
            </p:cNvPr>
            <p:cNvSpPr/>
            <p:nvPr/>
          </p:nvSpPr>
          <p:spPr>
            <a:xfrm>
              <a:off x="1808797" y="295070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3" name="Oval 1002">
              <a:extLst>
                <a:ext uri="{FF2B5EF4-FFF2-40B4-BE49-F238E27FC236}">
                  <a16:creationId xmlns:a16="http://schemas.microsoft.com/office/drawing/2014/main" id="{0117AEE5-9DCD-C6E4-F998-9A978952AFE2}"/>
                </a:ext>
              </a:extLst>
            </p:cNvPr>
            <p:cNvSpPr/>
            <p:nvPr/>
          </p:nvSpPr>
          <p:spPr>
            <a:xfrm>
              <a:off x="827087" y="281049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6A13D88D-E5AE-ED59-BFE1-4FA1C4A4985B}"/>
                </a:ext>
              </a:extLst>
            </p:cNvPr>
            <p:cNvSpPr/>
            <p:nvPr/>
          </p:nvSpPr>
          <p:spPr>
            <a:xfrm>
              <a:off x="1331912" y="285100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5" name="Oval 1004">
              <a:extLst>
                <a:ext uri="{FF2B5EF4-FFF2-40B4-BE49-F238E27FC236}">
                  <a16:creationId xmlns:a16="http://schemas.microsoft.com/office/drawing/2014/main" id="{A02118AB-2EE4-5D1F-BD9D-4A32E2C7E091}"/>
                </a:ext>
              </a:extLst>
            </p:cNvPr>
            <p:cNvSpPr/>
            <p:nvPr/>
          </p:nvSpPr>
          <p:spPr>
            <a:xfrm>
              <a:off x="1037145" y="289405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6" name="Oval 1005">
              <a:extLst>
                <a:ext uri="{FF2B5EF4-FFF2-40B4-BE49-F238E27FC236}">
                  <a16:creationId xmlns:a16="http://schemas.microsoft.com/office/drawing/2014/main" id="{BB69ACDE-FA2C-2E6B-FA15-F5ECF7B59FC8}"/>
                </a:ext>
              </a:extLst>
            </p:cNvPr>
            <p:cNvSpPr/>
            <p:nvPr/>
          </p:nvSpPr>
          <p:spPr>
            <a:xfrm>
              <a:off x="1055052" y="293253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7" name="Oval 1006">
              <a:extLst>
                <a:ext uri="{FF2B5EF4-FFF2-40B4-BE49-F238E27FC236}">
                  <a16:creationId xmlns:a16="http://schemas.microsoft.com/office/drawing/2014/main" id="{D3C58C40-7432-131A-3A08-D18629A1F2EE}"/>
                </a:ext>
              </a:extLst>
            </p:cNvPr>
            <p:cNvSpPr/>
            <p:nvPr/>
          </p:nvSpPr>
          <p:spPr>
            <a:xfrm>
              <a:off x="1562290" y="244117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8" name="Oval 1007">
              <a:extLst>
                <a:ext uri="{FF2B5EF4-FFF2-40B4-BE49-F238E27FC236}">
                  <a16:creationId xmlns:a16="http://schemas.microsoft.com/office/drawing/2014/main" id="{050419B1-1C88-5824-E602-F2DD469E1908}"/>
                </a:ext>
              </a:extLst>
            </p:cNvPr>
            <p:cNvSpPr/>
            <p:nvPr/>
          </p:nvSpPr>
          <p:spPr>
            <a:xfrm>
              <a:off x="1076642" y="276286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9" name="Oval 1008">
              <a:extLst>
                <a:ext uri="{FF2B5EF4-FFF2-40B4-BE49-F238E27FC236}">
                  <a16:creationId xmlns:a16="http://schemas.microsoft.com/office/drawing/2014/main" id="{0F5582B7-480B-A681-47F2-1A63D111F9C3}"/>
                </a:ext>
              </a:extLst>
            </p:cNvPr>
            <p:cNvSpPr/>
            <p:nvPr/>
          </p:nvSpPr>
          <p:spPr>
            <a:xfrm>
              <a:off x="1038161" y="293203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0" name="TextBox 1009">
              <a:extLst>
                <a:ext uri="{FF2B5EF4-FFF2-40B4-BE49-F238E27FC236}">
                  <a16:creationId xmlns:a16="http://schemas.microsoft.com/office/drawing/2014/main" id="{5C658E01-19CB-2D43-5CE6-2AFBDB5CB63B}"/>
                </a:ext>
              </a:extLst>
            </p:cNvPr>
            <p:cNvSpPr txBox="1"/>
            <p:nvPr/>
          </p:nvSpPr>
          <p:spPr>
            <a:xfrm>
              <a:off x="753951" y="2116398"/>
              <a:ext cx="36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</a:t>
              </a:r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88EDEF87-1978-E8CA-E33A-E942B8BFA220}"/>
                </a:ext>
              </a:extLst>
            </p:cNvPr>
            <p:cNvSpPr/>
            <p:nvPr/>
          </p:nvSpPr>
          <p:spPr>
            <a:xfrm>
              <a:off x="822896" y="2296142"/>
              <a:ext cx="226314" cy="12700"/>
            </a:xfrm>
            <a:custGeom>
              <a:avLst/>
              <a:gdLst>
                <a:gd name="csX0" fmla="*/ 0 w 226314"/>
                <a:gd name="csY0" fmla="*/ 0 h 12700"/>
                <a:gd name="csX1" fmla="*/ 226314 w 22631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314" h="12700">
                  <a:moveTo>
                    <a:pt x="0" y="0"/>
                  </a:moveTo>
                  <a:lnTo>
                    <a:pt x="226314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2" name="TextBox 1011">
              <a:extLst>
                <a:ext uri="{FF2B5EF4-FFF2-40B4-BE49-F238E27FC236}">
                  <a16:creationId xmlns:a16="http://schemas.microsoft.com/office/drawing/2014/main" id="{B95D753D-99B4-4F39-F6F0-69B977CA4E5B}"/>
                </a:ext>
              </a:extLst>
            </p:cNvPr>
            <p:cNvSpPr txBox="1"/>
            <p:nvPr/>
          </p:nvSpPr>
          <p:spPr>
            <a:xfrm>
              <a:off x="1209882" y="2155513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0.935</a:t>
              </a:r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386BCF26-53F5-341D-FEB0-6CE9CF95D9E4}"/>
                </a:ext>
              </a:extLst>
            </p:cNvPr>
            <p:cNvSpPr/>
            <p:nvPr/>
          </p:nvSpPr>
          <p:spPr>
            <a:xfrm>
              <a:off x="1099502" y="2296142"/>
              <a:ext cx="729234" cy="12700"/>
            </a:xfrm>
            <a:custGeom>
              <a:avLst/>
              <a:gdLst>
                <a:gd name="csX0" fmla="*/ 0 w 729234"/>
                <a:gd name="csY0" fmla="*/ 0 h 12700"/>
                <a:gd name="csX1" fmla="*/ 729234 w 72923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29234" h="12700">
                  <a:moveTo>
                    <a:pt x="0" y="0"/>
                  </a:moveTo>
                  <a:lnTo>
                    <a:pt x="729234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4" name="TextBox 1013">
              <a:extLst>
                <a:ext uri="{FF2B5EF4-FFF2-40B4-BE49-F238E27FC236}">
                  <a16:creationId xmlns:a16="http://schemas.microsoft.com/office/drawing/2014/main" id="{4936D6CE-2060-DAB6-E3D3-A8B57F4A54C5}"/>
                </a:ext>
              </a:extLst>
            </p:cNvPr>
            <p:cNvSpPr txBox="1"/>
            <p:nvPr/>
          </p:nvSpPr>
          <p:spPr>
            <a:xfrm>
              <a:off x="1098831" y="1953330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***</a:t>
              </a:r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45FFDE40-DF34-E5C1-6ECB-D2A78B7FA083}"/>
                </a:ext>
              </a:extLst>
            </p:cNvPr>
            <p:cNvSpPr/>
            <p:nvPr/>
          </p:nvSpPr>
          <p:spPr>
            <a:xfrm>
              <a:off x="822896" y="2132947"/>
              <a:ext cx="1005840" cy="12700"/>
            </a:xfrm>
            <a:custGeom>
              <a:avLst/>
              <a:gdLst>
                <a:gd name="csX0" fmla="*/ 0 w 1005840"/>
                <a:gd name="csY0" fmla="*/ 0 h 12700"/>
                <a:gd name="csX1" fmla="*/ 1005840 w 100584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05840" h="12700">
                  <a:moveTo>
                    <a:pt x="0" y="0"/>
                  </a:moveTo>
                  <a:lnTo>
                    <a:pt x="1005840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29D8DFFC-1041-5419-BD0B-116D3D9A0596}"/>
                </a:ext>
              </a:extLst>
            </p:cNvPr>
            <p:cNvSpPr/>
            <p:nvPr/>
          </p:nvSpPr>
          <p:spPr>
            <a:xfrm>
              <a:off x="672020" y="1915523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8" name="TextBox 1017">
              <a:extLst>
                <a:ext uri="{FF2B5EF4-FFF2-40B4-BE49-F238E27FC236}">
                  <a16:creationId xmlns:a16="http://schemas.microsoft.com/office/drawing/2014/main" id="{9E7DBF06-DA54-7B01-1695-6C2C01F096AA}"/>
                </a:ext>
              </a:extLst>
            </p:cNvPr>
            <p:cNvSpPr txBox="1"/>
            <p:nvPr/>
          </p:nvSpPr>
          <p:spPr>
            <a:xfrm>
              <a:off x="359244" y="3116480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0.2</a:t>
              </a:r>
            </a:p>
          </p:txBody>
        </p:sp>
        <p:sp>
          <p:nvSpPr>
            <p:cNvPr id="1019" name="TextBox 1018">
              <a:extLst>
                <a:ext uri="{FF2B5EF4-FFF2-40B4-BE49-F238E27FC236}">
                  <a16:creationId xmlns:a16="http://schemas.microsoft.com/office/drawing/2014/main" id="{43B2E992-BC2A-D0CE-192C-A2824E6E9851}"/>
                </a:ext>
              </a:extLst>
            </p:cNvPr>
            <p:cNvSpPr txBox="1"/>
            <p:nvPr/>
          </p:nvSpPr>
          <p:spPr>
            <a:xfrm>
              <a:off x="359244" y="2833651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0.4</a:t>
              </a:r>
            </a:p>
          </p:txBody>
        </p:sp>
        <p:sp>
          <p:nvSpPr>
            <p:cNvPr id="1020" name="TextBox 1019">
              <a:extLst>
                <a:ext uri="{FF2B5EF4-FFF2-40B4-BE49-F238E27FC236}">
                  <a16:creationId xmlns:a16="http://schemas.microsoft.com/office/drawing/2014/main" id="{E115D151-FAF9-696A-3415-2414225E3885}"/>
                </a:ext>
              </a:extLst>
            </p:cNvPr>
            <p:cNvSpPr txBox="1"/>
            <p:nvPr/>
          </p:nvSpPr>
          <p:spPr>
            <a:xfrm>
              <a:off x="359244" y="2550822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0.6</a:t>
              </a:r>
            </a:p>
          </p:txBody>
        </p:sp>
        <p:sp>
          <p:nvSpPr>
            <p:cNvPr id="1021" name="TextBox 1020">
              <a:extLst>
                <a:ext uri="{FF2B5EF4-FFF2-40B4-BE49-F238E27FC236}">
                  <a16:creationId xmlns:a16="http://schemas.microsoft.com/office/drawing/2014/main" id="{52B152C0-40BF-C43D-9AF5-1CCF3E591369}"/>
                </a:ext>
              </a:extLst>
            </p:cNvPr>
            <p:cNvSpPr txBox="1"/>
            <p:nvPr/>
          </p:nvSpPr>
          <p:spPr>
            <a:xfrm>
              <a:off x="359244" y="2267866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0.8</a:t>
              </a:r>
            </a:p>
          </p:txBody>
        </p:sp>
        <p:sp>
          <p:nvSpPr>
            <p:cNvPr id="1022" name="TextBox 1021">
              <a:extLst>
                <a:ext uri="{FF2B5EF4-FFF2-40B4-BE49-F238E27FC236}">
                  <a16:creationId xmlns:a16="http://schemas.microsoft.com/office/drawing/2014/main" id="{A86D6660-BB3F-6604-8FBF-A429D77BA15E}"/>
                </a:ext>
              </a:extLst>
            </p:cNvPr>
            <p:cNvSpPr txBox="1"/>
            <p:nvPr/>
          </p:nvSpPr>
          <p:spPr>
            <a:xfrm>
              <a:off x="359244" y="1985037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1.0</a:t>
              </a:r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B85B6223-3D29-DC1C-7B6F-DCFD094B9061}"/>
                </a:ext>
              </a:extLst>
            </p:cNvPr>
            <p:cNvSpPr/>
            <p:nvPr/>
          </p:nvSpPr>
          <p:spPr>
            <a:xfrm>
              <a:off x="637221" y="322336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CFFC8164-0857-262D-C61B-E1AB143939BB}"/>
                </a:ext>
              </a:extLst>
            </p:cNvPr>
            <p:cNvSpPr/>
            <p:nvPr/>
          </p:nvSpPr>
          <p:spPr>
            <a:xfrm>
              <a:off x="637221" y="294054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84FF249F-2770-BCEB-C158-0D7DFA6C07B2}"/>
                </a:ext>
              </a:extLst>
            </p:cNvPr>
            <p:cNvSpPr/>
            <p:nvPr/>
          </p:nvSpPr>
          <p:spPr>
            <a:xfrm>
              <a:off x="637221" y="265771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AD14A08C-3E69-55C5-5B12-57AA9DBA94A2}"/>
                </a:ext>
              </a:extLst>
            </p:cNvPr>
            <p:cNvSpPr/>
            <p:nvPr/>
          </p:nvSpPr>
          <p:spPr>
            <a:xfrm>
              <a:off x="637221" y="237475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1B9B7262-8A56-ADDE-1FF1-3D977A0F2D20}"/>
                </a:ext>
              </a:extLst>
            </p:cNvPr>
            <p:cNvSpPr/>
            <p:nvPr/>
          </p:nvSpPr>
          <p:spPr>
            <a:xfrm>
              <a:off x="637221" y="2091926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441E5866-66CC-C8CC-6AB7-E7514D4E462A}"/>
                </a:ext>
              </a:extLst>
            </p:cNvPr>
            <p:cNvSpPr/>
            <p:nvPr/>
          </p:nvSpPr>
          <p:spPr>
            <a:xfrm>
              <a:off x="672020" y="3274677"/>
              <a:ext cx="1307592" cy="12700"/>
            </a:xfrm>
            <a:custGeom>
              <a:avLst/>
              <a:gdLst>
                <a:gd name="csX0" fmla="*/ 0 w 1307592"/>
                <a:gd name="csY0" fmla="*/ 0 h 12700"/>
                <a:gd name="csX1" fmla="*/ 1307592 w 130759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07592" h="12700">
                  <a:moveTo>
                    <a:pt x="0" y="0"/>
                  </a:moveTo>
                  <a:lnTo>
                    <a:pt x="130759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12" name="TextBox 1111">
              <a:extLst>
                <a:ext uri="{FF2B5EF4-FFF2-40B4-BE49-F238E27FC236}">
                  <a16:creationId xmlns:a16="http://schemas.microsoft.com/office/drawing/2014/main" id="{A2073F84-7910-AF83-E8AF-611FAC81419C}"/>
                </a:ext>
              </a:extLst>
            </p:cNvPr>
            <p:cNvSpPr txBox="1"/>
            <p:nvPr/>
          </p:nvSpPr>
          <p:spPr>
            <a:xfrm rot="16200000">
              <a:off x="-66477" y="2471990"/>
              <a:ext cx="8162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Expression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A155441-31DD-BAF8-468A-5E02E0A1FAD9}"/>
              </a:ext>
            </a:extLst>
          </p:cNvPr>
          <p:cNvGrpSpPr/>
          <p:nvPr/>
        </p:nvGrpSpPr>
        <p:grpSpPr>
          <a:xfrm>
            <a:off x="2400937" y="37807"/>
            <a:ext cx="1761073" cy="1445290"/>
            <a:chOff x="1969134" y="125415"/>
            <a:chExt cx="1761073" cy="144529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3C5993C-5994-F366-79B6-09BE276C34F8}"/>
                </a:ext>
              </a:extLst>
            </p:cNvPr>
            <p:cNvSpPr/>
            <p:nvPr/>
          </p:nvSpPr>
          <p:spPr>
            <a:xfrm>
              <a:off x="2591780" y="849100"/>
              <a:ext cx="139445" cy="597788"/>
            </a:xfrm>
            <a:prstGeom prst="rect">
              <a:avLst/>
            </a:prstGeom>
            <a:solidFill>
              <a:srgbClr val="1965B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D5D21131-BD5A-0A42-D099-98FCCDC24CDF}"/>
                </a:ext>
              </a:extLst>
            </p:cNvPr>
            <p:cNvSpPr/>
            <p:nvPr/>
          </p:nvSpPr>
          <p:spPr>
            <a:xfrm>
              <a:off x="2824063" y="1130659"/>
              <a:ext cx="139446" cy="316229"/>
            </a:xfrm>
            <a:prstGeom prst="rect">
              <a:avLst/>
            </a:prstGeom>
            <a:solidFill>
              <a:srgbClr val="4EB265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B5F1D8F-2E51-2931-322C-870FC73FD62B}"/>
                </a:ext>
              </a:extLst>
            </p:cNvPr>
            <p:cNvSpPr/>
            <p:nvPr/>
          </p:nvSpPr>
          <p:spPr>
            <a:xfrm>
              <a:off x="3521166" y="1333351"/>
              <a:ext cx="139445" cy="113537"/>
            </a:xfrm>
            <a:prstGeom prst="rect">
              <a:avLst/>
            </a:prstGeom>
            <a:solidFill>
              <a:srgbClr val="DC050C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8C19F562-8B8B-F295-93F6-FE6286CE0FC5}"/>
                </a:ext>
              </a:extLst>
            </p:cNvPr>
            <p:cNvSpPr/>
            <p:nvPr/>
          </p:nvSpPr>
          <p:spPr>
            <a:xfrm>
              <a:off x="2615020" y="779757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FE4088A0-BBBB-49DC-42BE-18E4432F94DB}"/>
                </a:ext>
              </a:extLst>
            </p:cNvPr>
            <p:cNvSpPr/>
            <p:nvPr/>
          </p:nvSpPr>
          <p:spPr>
            <a:xfrm>
              <a:off x="2661502" y="779757"/>
              <a:ext cx="12700" cy="138556"/>
            </a:xfrm>
            <a:custGeom>
              <a:avLst/>
              <a:gdLst>
                <a:gd name="csX0" fmla="*/ 0 w 12700"/>
                <a:gd name="csY0" fmla="*/ 0 h 138556"/>
                <a:gd name="csX1" fmla="*/ 0 w 12700"/>
                <a:gd name="csY1" fmla="*/ 138557 h 138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8556">
                  <a:moveTo>
                    <a:pt x="0" y="0"/>
                  </a:moveTo>
                  <a:lnTo>
                    <a:pt x="0" y="138557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C58208E5-D9E9-CECA-781D-F4170855EAE3}"/>
                </a:ext>
              </a:extLst>
            </p:cNvPr>
            <p:cNvSpPr/>
            <p:nvPr/>
          </p:nvSpPr>
          <p:spPr>
            <a:xfrm>
              <a:off x="2615020" y="918314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0653C4B4-6739-572B-C193-334305412C24}"/>
                </a:ext>
              </a:extLst>
            </p:cNvPr>
            <p:cNvSpPr/>
            <p:nvPr/>
          </p:nvSpPr>
          <p:spPr>
            <a:xfrm>
              <a:off x="2847304" y="1047220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E5B223B9-7571-85FB-BA39-D7F45F78CBE6}"/>
                </a:ext>
              </a:extLst>
            </p:cNvPr>
            <p:cNvSpPr/>
            <p:nvPr/>
          </p:nvSpPr>
          <p:spPr>
            <a:xfrm>
              <a:off x="2893786" y="1047220"/>
              <a:ext cx="12700" cy="166750"/>
            </a:xfrm>
            <a:custGeom>
              <a:avLst/>
              <a:gdLst>
                <a:gd name="csX0" fmla="*/ 0 w 12700"/>
                <a:gd name="csY0" fmla="*/ 0 h 166750"/>
                <a:gd name="csX1" fmla="*/ 0 w 12700"/>
                <a:gd name="csY1" fmla="*/ 166751 h 166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66750">
                  <a:moveTo>
                    <a:pt x="0" y="0"/>
                  </a:moveTo>
                  <a:lnTo>
                    <a:pt x="0" y="166751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D9B5A17E-8DFB-25E5-63B4-0C9D538CE75D}"/>
                </a:ext>
              </a:extLst>
            </p:cNvPr>
            <p:cNvSpPr/>
            <p:nvPr/>
          </p:nvSpPr>
          <p:spPr>
            <a:xfrm>
              <a:off x="2847304" y="1213970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7DADDB7-53DD-1528-49F1-EF942F447FDC}"/>
                </a:ext>
              </a:extLst>
            </p:cNvPr>
            <p:cNvSpPr/>
            <p:nvPr/>
          </p:nvSpPr>
          <p:spPr>
            <a:xfrm>
              <a:off x="3079714" y="1446762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31F23950-C5A5-CF70-2F5D-06555BEA3BFF}"/>
                </a:ext>
              </a:extLst>
            </p:cNvPr>
            <p:cNvSpPr/>
            <p:nvPr/>
          </p:nvSpPr>
          <p:spPr>
            <a:xfrm>
              <a:off x="3126195" y="1446762"/>
              <a:ext cx="12700" cy="12700"/>
            </a:xfrm>
            <a:custGeom>
              <a:avLst/>
              <a:gdLst>
                <a:gd name="csX0" fmla="*/ 0 w 12700"/>
                <a:gd name="csY0" fmla="*/ 0 h 12700"/>
                <a:gd name="csX1" fmla="*/ 0 w 1270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270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501125A0-FE01-44B1-AD58-22CA00CA47F1}"/>
                </a:ext>
              </a:extLst>
            </p:cNvPr>
            <p:cNvSpPr/>
            <p:nvPr/>
          </p:nvSpPr>
          <p:spPr>
            <a:xfrm>
              <a:off x="3079714" y="1446762"/>
              <a:ext cx="92963" cy="12700"/>
            </a:xfrm>
            <a:custGeom>
              <a:avLst/>
              <a:gdLst>
                <a:gd name="csX0" fmla="*/ 0 w 92963"/>
                <a:gd name="csY0" fmla="*/ 0 h 12700"/>
                <a:gd name="csX1" fmla="*/ 92964 w 929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63" h="12700">
                  <a:moveTo>
                    <a:pt x="0" y="0"/>
                  </a:moveTo>
                  <a:lnTo>
                    <a:pt x="92964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0678600E-17FC-8BB3-3224-17D1558C7104}"/>
                </a:ext>
              </a:extLst>
            </p:cNvPr>
            <p:cNvSpPr/>
            <p:nvPr/>
          </p:nvSpPr>
          <p:spPr>
            <a:xfrm>
              <a:off x="3544406" y="1276836"/>
              <a:ext cx="92836" cy="12700"/>
            </a:xfrm>
            <a:custGeom>
              <a:avLst/>
              <a:gdLst>
                <a:gd name="csX0" fmla="*/ 0 w 92836"/>
                <a:gd name="csY0" fmla="*/ 0 h 12700"/>
                <a:gd name="csX1" fmla="*/ 92837 w 9283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836" h="12700">
                  <a:moveTo>
                    <a:pt x="0" y="0"/>
                  </a:moveTo>
                  <a:lnTo>
                    <a:pt x="9283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CFE017BA-0BB8-2669-6231-79B5AF57A46A}"/>
                </a:ext>
              </a:extLst>
            </p:cNvPr>
            <p:cNvSpPr/>
            <p:nvPr/>
          </p:nvSpPr>
          <p:spPr>
            <a:xfrm>
              <a:off x="3590762" y="1276836"/>
              <a:ext cx="12700" cy="113029"/>
            </a:xfrm>
            <a:custGeom>
              <a:avLst/>
              <a:gdLst>
                <a:gd name="csX0" fmla="*/ 0 w 12700"/>
                <a:gd name="csY0" fmla="*/ 0 h 113029"/>
                <a:gd name="csX1" fmla="*/ 0 w 12700"/>
                <a:gd name="csY1" fmla="*/ 113030 h 1130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13029">
                  <a:moveTo>
                    <a:pt x="0" y="0"/>
                  </a:moveTo>
                  <a:lnTo>
                    <a:pt x="0" y="11303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F17AEAEA-4C93-4C12-CC29-5D239BE28FDE}"/>
                </a:ext>
              </a:extLst>
            </p:cNvPr>
            <p:cNvSpPr/>
            <p:nvPr/>
          </p:nvSpPr>
          <p:spPr>
            <a:xfrm>
              <a:off x="3544406" y="1389865"/>
              <a:ext cx="92836" cy="12700"/>
            </a:xfrm>
            <a:custGeom>
              <a:avLst/>
              <a:gdLst>
                <a:gd name="csX0" fmla="*/ 0 w 92836"/>
                <a:gd name="csY0" fmla="*/ 0 h 12700"/>
                <a:gd name="csX1" fmla="*/ 92837 w 9283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836" h="12700">
                  <a:moveTo>
                    <a:pt x="0" y="0"/>
                  </a:moveTo>
                  <a:lnTo>
                    <a:pt x="9283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BC852E25-DDA1-79D8-0C31-0FC51BCC91C0}"/>
                </a:ext>
              </a:extLst>
            </p:cNvPr>
            <p:cNvSpPr/>
            <p:nvPr/>
          </p:nvSpPr>
          <p:spPr>
            <a:xfrm>
              <a:off x="3127339" y="142618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93495F58-E0BB-4221-5529-CF4049CCD183}"/>
                </a:ext>
              </a:extLst>
            </p:cNvPr>
            <p:cNvSpPr/>
            <p:nvPr/>
          </p:nvSpPr>
          <p:spPr>
            <a:xfrm>
              <a:off x="2896072" y="118730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72F0A6DC-98AF-273F-AFE6-7768C886819A}"/>
                </a:ext>
              </a:extLst>
            </p:cNvPr>
            <p:cNvSpPr/>
            <p:nvPr/>
          </p:nvSpPr>
          <p:spPr>
            <a:xfrm>
              <a:off x="2865846" y="112964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5505C4AF-1565-4B9A-CDC0-8234CA5F7C2D}"/>
                </a:ext>
              </a:extLst>
            </p:cNvPr>
            <p:cNvSpPr/>
            <p:nvPr/>
          </p:nvSpPr>
          <p:spPr>
            <a:xfrm>
              <a:off x="3588095" y="1102465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1723DDE6-8296-064F-2E86-3F36CFF67979}"/>
                </a:ext>
              </a:extLst>
            </p:cNvPr>
            <p:cNvSpPr/>
            <p:nvPr/>
          </p:nvSpPr>
          <p:spPr>
            <a:xfrm>
              <a:off x="2650073" y="96721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8AA4FF13-37E7-D798-ADD8-81A75FAB1064}"/>
                </a:ext>
              </a:extLst>
            </p:cNvPr>
            <p:cNvSpPr/>
            <p:nvPr/>
          </p:nvSpPr>
          <p:spPr>
            <a:xfrm>
              <a:off x="3573617" y="142656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2589E03C-5454-F6FC-2E40-7C2D02012EE5}"/>
                </a:ext>
              </a:extLst>
            </p:cNvPr>
            <p:cNvSpPr/>
            <p:nvPr/>
          </p:nvSpPr>
          <p:spPr>
            <a:xfrm>
              <a:off x="2654391" y="82624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5218B40E-48CD-24E9-EFD4-19890026882D}"/>
                </a:ext>
              </a:extLst>
            </p:cNvPr>
            <p:cNvSpPr/>
            <p:nvPr/>
          </p:nvSpPr>
          <p:spPr>
            <a:xfrm>
              <a:off x="3555837" y="129233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6C79A7E8-C449-41FB-7ED9-9E42D022C976}"/>
                </a:ext>
              </a:extLst>
            </p:cNvPr>
            <p:cNvSpPr/>
            <p:nvPr/>
          </p:nvSpPr>
          <p:spPr>
            <a:xfrm>
              <a:off x="2650708" y="91399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BEC16EF2-0ACC-B66B-7C31-D75CF9C356BE}"/>
                </a:ext>
              </a:extLst>
            </p:cNvPr>
            <p:cNvSpPr/>
            <p:nvPr/>
          </p:nvSpPr>
          <p:spPr>
            <a:xfrm>
              <a:off x="3582253" y="1427077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F0998D59-CDCC-C096-8FDD-B61D947615B6}"/>
                </a:ext>
              </a:extLst>
            </p:cNvPr>
            <p:cNvSpPr/>
            <p:nvPr/>
          </p:nvSpPr>
          <p:spPr>
            <a:xfrm>
              <a:off x="2641437" y="102156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54" name="Oval 253">
              <a:extLst>
                <a:ext uri="{FF2B5EF4-FFF2-40B4-BE49-F238E27FC236}">
                  <a16:creationId xmlns:a16="http://schemas.microsoft.com/office/drawing/2014/main" id="{0191EEAF-5758-8323-5996-040C24D48877}"/>
                </a:ext>
              </a:extLst>
            </p:cNvPr>
            <p:cNvSpPr/>
            <p:nvPr/>
          </p:nvSpPr>
          <p:spPr>
            <a:xfrm>
              <a:off x="3583015" y="1427839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1A83959D-778F-8803-E56E-1F6783E10F4C}"/>
                </a:ext>
              </a:extLst>
            </p:cNvPr>
            <p:cNvSpPr/>
            <p:nvPr/>
          </p:nvSpPr>
          <p:spPr>
            <a:xfrm>
              <a:off x="2663662" y="64666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1BAF6CD8-4DB2-0196-D314-99D5AD4F5249}"/>
                </a:ext>
              </a:extLst>
            </p:cNvPr>
            <p:cNvSpPr/>
            <p:nvPr/>
          </p:nvSpPr>
          <p:spPr>
            <a:xfrm>
              <a:off x="2864449" y="142695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DFFEC6E8-5CC1-BE41-4C30-0050C009D053}"/>
                </a:ext>
              </a:extLst>
            </p:cNvPr>
            <p:cNvSpPr/>
            <p:nvPr/>
          </p:nvSpPr>
          <p:spPr>
            <a:xfrm>
              <a:off x="3571077" y="1211304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D60726C0-0A17-A9A9-6D7F-1E0B1130AA89}"/>
                </a:ext>
              </a:extLst>
            </p:cNvPr>
            <p:cNvSpPr/>
            <p:nvPr/>
          </p:nvSpPr>
          <p:spPr>
            <a:xfrm>
              <a:off x="2663916" y="61478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27026B46-2AEA-BC26-C4D3-2762B6D119F2}"/>
                </a:ext>
              </a:extLst>
            </p:cNvPr>
            <p:cNvSpPr/>
            <p:nvPr/>
          </p:nvSpPr>
          <p:spPr>
            <a:xfrm>
              <a:off x="3130387" y="142656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A9F4AB82-E52D-43DB-4033-56D21C6CC062}"/>
                </a:ext>
              </a:extLst>
            </p:cNvPr>
            <p:cNvSpPr/>
            <p:nvPr/>
          </p:nvSpPr>
          <p:spPr>
            <a:xfrm>
              <a:off x="2857972" y="10727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EEFB50F9-6FF6-70D3-5605-D76C05869E1E}"/>
                </a:ext>
              </a:extLst>
            </p:cNvPr>
            <p:cNvSpPr/>
            <p:nvPr/>
          </p:nvSpPr>
          <p:spPr>
            <a:xfrm>
              <a:off x="2874609" y="116279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C18D1C73-3A0D-E80E-3BB6-82EF0B347026}"/>
                </a:ext>
              </a:extLst>
            </p:cNvPr>
            <p:cNvSpPr/>
            <p:nvPr/>
          </p:nvSpPr>
          <p:spPr>
            <a:xfrm>
              <a:off x="2894548" y="68857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67" name="Oval 666">
              <a:extLst>
                <a:ext uri="{FF2B5EF4-FFF2-40B4-BE49-F238E27FC236}">
                  <a16:creationId xmlns:a16="http://schemas.microsoft.com/office/drawing/2014/main" id="{8173E582-9A71-9A40-95AB-1E2769D341B5}"/>
                </a:ext>
              </a:extLst>
            </p:cNvPr>
            <p:cNvSpPr/>
            <p:nvPr/>
          </p:nvSpPr>
          <p:spPr>
            <a:xfrm>
              <a:off x="2858988" y="111821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668" name="TextBox 667">
              <a:extLst>
                <a:ext uri="{FF2B5EF4-FFF2-40B4-BE49-F238E27FC236}">
                  <a16:creationId xmlns:a16="http://schemas.microsoft.com/office/drawing/2014/main" id="{7238F896-1EA5-B437-117B-7F29A82B181B}"/>
                </a:ext>
              </a:extLst>
            </p:cNvPr>
            <p:cNvSpPr txBox="1"/>
            <p:nvPr/>
          </p:nvSpPr>
          <p:spPr>
            <a:xfrm>
              <a:off x="2511787" y="335015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0.158</a:t>
              </a:r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EF34D755-5D13-1759-9DBA-BDFC21C9B2DC}"/>
                </a:ext>
              </a:extLst>
            </p:cNvPr>
            <p:cNvSpPr/>
            <p:nvPr/>
          </p:nvSpPr>
          <p:spPr>
            <a:xfrm>
              <a:off x="2661503" y="468227"/>
              <a:ext cx="209042" cy="12700"/>
            </a:xfrm>
            <a:custGeom>
              <a:avLst/>
              <a:gdLst>
                <a:gd name="csX0" fmla="*/ 0 w 209042"/>
                <a:gd name="csY0" fmla="*/ 0 h 12700"/>
                <a:gd name="csX1" fmla="*/ 209042 w 20904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9042" h="12700">
                  <a:moveTo>
                    <a:pt x="0" y="0"/>
                  </a:moveTo>
                  <a:lnTo>
                    <a:pt x="209042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695F496-6E9F-098E-E9BD-F76D29DCB4F3}"/>
                </a:ext>
              </a:extLst>
            </p:cNvPr>
            <p:cNvSpPr txBox="1"/>
            <p:nvPr/>
          </p:nvSpPr>
          <p:spPr>
            <a:xfrm>
              <a:off x="2999721" y="319647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0.114</a:t>
              </a:r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A117775B-E7E7-FEB9-07E5-95457C329EF3}"/>
                </a:ext>
              </a:extLst>
            </p:cNvPr>
            <p:cNvSpPr/>
            <p:nvPr/>
          </p:nvSpPr>
          <p:spPr>
            <a:xfrm>
              <a:off x="2917027" y="468227"/>
              <a:ext cx="673735" cy="12700"/>
            </a:xfrm>
            <a:custGeom>
              <a:avLst/>
              <a:gdLst>
                <a:gd name="csX0" fmla="*/ 0 w 673735"/>
                <a:gd name="csY0" fmla="*/ 0 h 12700"/>
                <a:gd name="csX1" fmla="*/ 673735 w 67373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73735" h="12700">
                  <a:moveTo>
                    <a:pt x="0" y="0"/>
                  </a:moveTo>
                  <a:lnTo>
                    <a:pt x="673735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5EBA2126-4648-3F10-7807-64293D099B1E}"/>
                </a:ext>
              </a:extLst>
            </p:cNvPr>
            <p:cNvSpPr txBox="1"/>
            <p:nvPr/>
          </p:nvSpPr>
          <p:spPr>
            <a:xfrm>
              <a:off x="2944094" y="125415"/>
              <a:ext cx="36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</a:t>
              </a:r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B97C2152-2911-B505-0200-04D2EE8DBB15}"/>
                </a:ext>
              </a:extLst>
            </p:cNvPr>
            <p:cNvSpPr/>
            <p:nvPr/>
          </p:nvSpPr>
          <p:spPr>
            <a:xfrm>
              <a:off x="2661503" y="305032"/>
              <a:ext cx="929259" cy="12700"/>
            </a:xfrm>
            <a:custGeom>
              <a:avLst/>
              <a:gdLst>
                <a:gd name="csX0" fmla="*/ 0 w 929259"/>
                <a:gd name="csY0" fmla="*/ 0 h 12700"/>
                <a:gd name="csX1" fmla="*/ 929259 w 929259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29259" h="12700">
                  <a:moveTo>
                    <a:pt x="0" y="0"/>
                  </a:moveTo>
                  <a:lnTo>
                    <a:pt x="929259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A8D622DA-6FE6-8076-DF86-5F5AF33A8F92}"/>
                </a:ext>
              </a:extLst>
            </p:cNvPr>
            <p:cNvSpPr/>
            <p:nvPr/>
          </p:nvSpPr>
          <p:spPr>
            <a:xfrm>
              <a:off x="2522056" y="354279"/>
              <a:ext cx="12700" cy="1097280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752" name="TextBox 751">
              <a:extLst>
                <a:ext uri="{FF2B5EF4-FFF2-40B4-BE49-F238E27FC236}">
                  <a16:creationId xmlns:a16="http://schemas.microsoft.com/office/drawing/2014/main" id="{D0686374-F8BB-FF70-FD9B-6B0CE057C0F9}"/>
                </a:ext>
              </a:extLst>
            </p:cNvPr>
            <p:cNvSpPr txBox="1"/>
            <p:nvPr/>
          </p:nvSpPr>
          <p:spPr>
            <a:xfrm>
              <a:off x="2108299" y="1339873"/>
              <a:ext cx="4475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0.0%</a:t>
              </a:r>
            </a:p>
          </p:txBody>
        </p:sp>
        <p:sp>
          <p:nvSpPr>
            <p:cNvPr id="764" name="TextBox 763">
              <a:extLst>
                <a:ext uri="{FF2B5EF4-FFF2-40B4-BE49-F238E27FC236}">
                  <a16:creationId xmlns:a16="http://schemas.microsoft.com/office/drawing/2014/main" id="{996C1C36-18C4-4B4A-08FA-F60C4117FB8C}"/>
                </a:ext>
              </a:extLst>
            </p:cNvPr>
            <p:cNvSpPr txBox="1"/>
            <p:nvPr/>
          </p:nvSpPr>
          <p:spPr>
            <a:xfrm>
              <a:off x="2108299" y="993290"/>
              <a:ext cx="4475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2.5%</a:t>
              </a:r>
            </a:p>
          </p:txBody>
        </p:sp>
        <p:sp>
          <p:nvSpPr>
            <p:cNvPr id="803" name="TextBox 802">
              <a:extLst>
                <a:ext uri="{FF2B5EF4-FFF2-40B4-BE49-F238E27FC236}">
                  <a16:creationId xmlns:a16="http://schemas.microsoft.com/office/drawing/2014/main" id="{279902A8-DC7D-FF0B-DD87-43EECB127E78}"/>
                </a:ext>
              </a:extLst>
            </p:cNvPr>
            <p:cNvSpPr txBox="1"/>
            <p:nvPr/>
          </p:nvSpPr>
          <p:spPr>
            <a:xfrm>
              <a:off x="2108299" y="646707"/>
              <a:ext cx="4475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5.0%</a:t>
              </a:r>
            </a:p>
          </p:txBody>
        </p:sp>
        <p:sp>
          <p:nvSpPr>
            <p:cNvPr id="810" name="TextBox 809">
              <a:extLst>
                <a:ext uri="{FF2B5EF4-FFF2-40B4-BE49-F238E27FC236}">
                  <a16:creationId xmlns:a16="http://schemas.microsoft.com/office/drawing/2014/main" id="{136B3D23-7189-8140-13F2-7356E37E22E3}"/>
                </a:ext>
              </a:extLst>
            </p:cNvPr>
            <p:cNvSpPr txBox="1"/>
            <p:nvPr/>
          </p:nvSpPr>
          <p:spPr>
            <a:xfrm>
              <a:off x="2108299" y="300124"/>
              <a:ext cx="4475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7.5%</a:t>
              </a:r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66DDCE3F-3272-30ED-A0A6-7981B1BD0BEF}"/>
                </a:ext>
              </a:extLst>
            </p:cNvPr>
            <p:cNvSpPr/>
            <p:nvPr/>
          </p:nvSpPr>
          <p:spPr>
            <a:xfrm>
              <a:off x="2487259" y="144676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26" name="Freeform 825">
              <a:extLst>
                <a:ext uri="{FF2B5EF4-FFF2-40B4-BE49-F238E27FC236}">
                  <a16:creationId xmlns:a16="http://schemas.microsoft.com/office/drawing/2014/main" id="{5F3687AD-BB49-7917-66DD-DE481BFC04D1}"/>
                </a:ext>
              </a:extLst>
            </p:cNvPr>
            <p:cNvSpPr/>
            <p:nvPr/>
          </p:nvSpPr>
          <p:spPr>
            <a:xfrm>
              <a:off x="2487259" y="1100178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73" name="Freeform 872">
              <a:extLst>
                <a:ext uri="{FF2B5EF4-FFF2-40B4-BE49-F238E27FC236}">
                  <a16:creationId xmlns:a16="http://schemas.microsoft.com/office/drawing/2014/main" id="{99CA1253-F86C-4264-2F98-F7FBAF04D5A9}"/>
                </a:ext>
              </a:extLst>
            </p:cNvPr>
            <p:cNvSpPr/>
            <p:nvPr/>
          </p:nvSpPr>
          <p:spPr>
            <a:xfrm>
              <a:off x="2487259" y="753595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74" name="Freeform 873">
              <a:extLst>
                <a:ext uri="{FF2B5EF4-FFF2-40B4-BE49-F238E27FC236}">
                  <a16:creationId xmlns:a16="http://schemas.microsoft.com/office/drawing/2014/main" id="{5E9CE875-8917-117C-D19C-2DD73175E992}"/>
                </a:ext>
              </a:extLst>
            </p:cNvPr>
            <p:cNvSpPr/>
            <p:nvPr/>
          </p:nvSpPr>
          <p:spPr>
            <a:xfrm>
              <a:off x="2487259" y="40701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75" name="Freeform 874">
              <a:extLst>
                <a:ext uri="{FF2B5EF4-FFF2-40B4-BE49-F238E27FC236}">
                  <a16:creationId xmlns:a16="http://schemas.microsoft.com/office/drawing/2014/main" id="{76132122-BBEF-0561-A7E9-E5203055CF54}"/>
                </a:ext>
              </a:extLst>
            </p:cNvPr>
            <p:cNvSpPr/>
            <p:nvPr/>
          </p:nvSpPr>
          <p:spPr>
            <a:xfrm>
              <a:off x="2522056" y="1446762"/>
              <a:ext cx="1208151" cy="12700"/>
            </a:xfrm>
            <a:custGeom>
              <a:avLst/>
              <a:gdLst>
                <a:gd name="csX0" fmla="*/ 0 w 1208151"/>
                <a:gd name="csY0" fmla="*/ 0 h 12700"/>
                <a:gd name="csX1" fmla="*/ 1208151 w 1208151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08151" h="12700">
                  <a:moveTo>
                    <a:pt x="0" y="0"/>
                  </a:moveTo>
                  <a:lnTo>
                    <a:pt x="1208151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94" name="TextBox 893">
              <a:extLst>
                <a:ext uri="{FF2B5EF4-FFF2-40B4-BE49-F238E27FC236}">
                  <a16:creationId xmlns:a16="http://schemas.microsoft.com/office/drawing/2014/main" id="{AE25C878-B2C1-38CC-45B7-312B49637FEA}"/>
                </a:ext>
              </a:extLst>
            </p:cNvPr>
            <p:cNvSpPr txBox="1"/>
            <p:nvPr/>
          </p:nvSpPr>
          <p:spPr>
            <a:xfrm rot="16200000">
              <a:off x="1565497" y="644075"/>
              <a:ext cx="105349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 </a:t>
              </a:r>
              <a:r>
                <a:rPr lang="en-US" sz="10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npy7r</a:t>
              </a:r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+</a:t>
              </a:r>
            </a:p>
          </p:txBody>
        </p:sp>
      </p:grpSp>
      <p:grpSp>
        <p:nvGrpSpPr>
          <p:cNvPr id="1195" name="Group 1194">
            <a:extLst>
              <a:ext uri="{FF2B5EF4-FFF2-40B4-BE49-F238E27FC236}">
                <a16:creationId xmlns:a16="http://schemas.microsoft.com/office/drawing/2014/main" id="{5293208F-6783-8ACC-C9A0-73673578F405}"/>
              </a:ext>
            </a:extLst>
          </p:cNvPr>
          <p:cNvGrpSpPr/>
          <p:nvPr/>
        </p:nvGrpSpPr>
        <p:grpSpPr>
          <a:xfrm>
            <a:off x="288007" y="81533"/>
            <a:ext cx="1761201" cy="1401564"/>
            <a:chOff x="34390" y="91031"/>
            <a:chExt cx="1761201" cy="14015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A9633FE-26C4-E2C3-22CB-D59BC773DF09}"/>
                </a:ext>
              </a:extLst>
            </p:cNvPr>
            <p:cNvSpPr/>
            <p:nvPr/>
          </p:nvSpPr>
          <p:spPr>
            <a:xfrm>
              <a:off x="550102" y="91031"/>
              <a:ext cx="1245489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84A5837A-7AFE-FD7C-3D51-4812B9465744}"/>
                </a:ext>
              </a:extLst>
            </p:cNvPr>
            <p:cNvSpPr/>
            <p:nvPr/>
          </p:nvSpPr>
          <p:spPr>
            <a:xfrm>
              <a:off x="693739" y="634719"/>
              <a:ext cx="12700" cy="173228"/>
            </a:xfrm>
            <a:custGeom>
              <a:avLst/>
              <a:gdLst>
                <a:gd name="csX0" fmla="*/ 0 w 12700"/>
                <a:gd name="csY0" fmla="*/ 173228 h 173228"/>
                <a:gd name="csX1" fmla="*/ 0 w 12700"/>
                <a:gd name="csY1" fmla="*/ 0 h 173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73228">
                  <a:moveTo>
                    <a:pt x="0" y="173228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F632165-5D81-D7AA-5880-51FA6827B4DB}"/>
                </a:ext>
              </a:extLst>
            </p:cNvPr>
            <p:cNvSpPr/>
            <p:nvPr/>
          </p:nvSpPr>
          <p:spPr>
            <a:xfrm>
              <a:off x="693739" y="1013687"/>
              <a:ext cx="12700" cy="197993"/>
            </a:xfrm>
            <a:custGeom>
              <a:avLst/>
              <a:gdLst>
                <a:gd name="csX0" fmla="*/ 0 w 12700"/>
                <a:gd name="csY0" fmla="*/ 0 h 197993"/>
                <a:gd name="csX1" fmla="*/ 0 w 12700"/>
                <a:gd name="csY1" fmla="*/ 197993 h 197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97993">
                  <a:moveTo>
                    <a:pt x="0" y="0"/>
                  </a:moveTo>
                  <a:lnTo>
                    <a:pt x="0" y="197993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AFEEC0D9-97CF-5814-B28C-B5F4BAD2854D}"/>
                </a:ext>
              </a:extLst>
            </p:cNvPr>
            <p:cNvSpPr/>
            <p:nvPr/>
          </p:nvSpPr>
          <p:spPr>
            <a:xfrm>
              <a:off x="621858" y="807947"/>
              <a:ext cx="143763" cy="205739"/>
            </a:xfrm>
            <a:custGeom>
              <a:avLst/>
              <a:gdLst>
                <a:gd name="csX0" fmla="*/ 0 w 143763"/>
                <a:gd name="csY0" fmla="*/ 0 h 205739"/>
                <a:gd name="csX1" fmla="*/ 0 w 143763"/>
                <a:gd name="csY1" fmla="*/ 205740 h 205739"/>
                <a:gd name="csX2" fmla="*/ 143764 w 143763"/>
                <a:gd name="csY2" fmla="*/ 205740 h 205739"/>
                <a:gd name="csX3" fmla="*/ 143764 w 143763"/>
                <a:gd name="csY3" fmla="*/ 0 h 205739"/>
                <a:gd name="csX4" fmla="*/ 0 w 143763"/>
                <a:gd name="csY4" fmla="*/ 0 h 205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3763" h="205739">
                  <a:moveTo>
                    <a:pt x="0" y="0"/>
                  </a:moveTo>
                  <a:lnTo>
                    <a:pt x="0" y="205740"/>
                  </a:lnTo>
                  <a:lnTo>
                    <a:pt x="143764" y="205740"/>
                  </a:lnTo>
                  <a:lnTo>
                    <a:pt x="1437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CB3E7DC6-2669-86A0-EF27-5F1105F0E591}"/>
                </a:ext>
              </a:extLst>
            </p:cNvPr>
            <p:cNvSpPr/>
            <p:nvPr/>
          </p:nvSpPr>
          <p:spPr>
            <a:xfrm>
              <a:off x="621857" y="971269"/>
              <a:ext cx="143764" cy="12700"/>
            </a:xfrm>
            <a:custGeom>
              <a:avLst/>
              <a:gdLst>
                <a:gd name="csX0" fmla="*/ 0 w 143764"/>
                <a:gd name="csY0" fmla="*/ 0 h 12700"/>
                <a:gd name="csX1" fmla="*/ 143764 w 14376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3764" h="12700">
                  <a:moveTo>
                    <a:pt x="0" y="0"/>
                  </a:moveTo>
                  <a:lnTo>
                    <a:pt x="143764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560C4B2B-3C6C-9AEB-53B6-7E2C1E499C0F}"/>
                </a:ext>
              </a:extLst>
            </p:cNvPr>
            <p:cNvSpPr/>
            <p:nvPr/>
          </p:nvSpPr>
          <p:spPr>
            <a:xfrm>
              <a:off x="933261" y="1019656"/>
              <a:ext cx="12700" cy="88392"/>
            </a:xfrm>
            <a:custGeom>
              <a:avLst/>
              <a:gdLst>
                <a:gd name="csX0" fmla="*/ 0 w 12700"/>
                <a:gd name="csY0" fmla="*/ 88392 h 88392"/>
                <a:gd name="csX1" fmla="*/ 0 w 12700"/>
                <a:gd name="csY1" fmla="*/ 0 h 883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8392">
                  <a:moveTo>
                    <a:pt x="0" y="88392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11018E78-42EA-404D-CF4A-2DDE8435255D}"/>
                </a:ext>
              </a:extLst>
            </p:cNvPr>
            <p:cNvSpPr/>
            <p:nvPr/>
          </p:nvSpPr>
          <p:spPr>
            <a:xfrm>
              <a:off x="933261" y="1289023"/>
              <a:ext cx="12700" cy="79628"/>
            </a:xfrm>
            <a:custGeom>
              <a:avLst/>
              <a:gdLst>
                <a:gd name="csX0" fmla="*/ 0 w 12700"/>
                <a:gd name="csY0" fmla="*/ 0 h 79628"/>
                <a:gd name="csX1" fmla="*/ 0 w 12700"/>
                <a:gd name="csY1" fmla="*/ 79629 h 79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79628">
                  <a:moveTo>
                    <a:pt x="0" y="0"/>
                  </a:moveTo>
                  <a:lnTo>
                    <a:pt x="0" y="79629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E120CAB-5C81-653D-5684-1CC279F50BE0}"/>
                </a:ext>
              </a:extLst>
            </p:cNvPr>
            <p:cNvSpPr/>
            <p:nvPr/>
          </p:nvSpPr>
          <p:spPr>
            <a:xfrm>
              <a:off x="861380" y="1108047"/>
              <a:ext cx="143763" cy="180975"/>
            </a:xfrm>
            <a:custGeom>
              <a:avLst/>
              <a:gdLst>
                <a:gd name="csX0" fmla="*/ 0 w 143763"/>
                <a:gd name="csY0" fmla="*/ 0 h 180975"/>
                <a:gd name="csX1" fmla="*/ 0 w 143763"/>
                <a:gd name="csY1" fmla="*/ 180975 h 180975"/>
                <a:gd name="csX2" fmla="*/ 143764 w 143763"/>
                <a:gd name="csY2" fmla="*/ 180975 h 180975"/>
                <a:gd name="csX3" fmla="*/ 143764 w 143763"/>
                <a:gd name="csY3" fmla="*/ 0 h 180975"/>
                <a:gd name="csX4" fmla="*/ 0 w 143763"/>
                <a:gd name="csY4" fmla="*/ 0 h 18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3763" h="180975">
                  <a:moveTo>
                    <a:pt x="0" y="0"/>
                  </a:moveTo>
                  <a:lnTo>
                    <a:pt x="0" y="180975"/>
                  </a:lnTo>
                  <a:lnTo>
                    <a:pt x="143764" y="180975"/>
                  </a:lnTo>
                  <a:lnTo>
                    <a:pt x="1437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6BED02AB-E51E-D669-2034-401F5575B40C}"/>
                </a:ext>
              </a:extLst>
            </p:cNvPr>
            <p:cNvSpPr/>
            <p:nvPr/>
          </p:nvSpPr>
          <p:spPr>
            <a:xfrm>
              <a:off x="861379" y="1218665"/>
              <a:ext cx="143764" cy="12700"/>
            </a:xfrm>
            <a:custGeom>
              <a:avLst/>
              <a:gdLst>
                <a:gd name="csX0" fmla="*/ 0 w 143764"/>
                <a:gd name="csY0" fmla="*/ 0 h 12700"/>
                <a:gd name="csX1" fmla="*/ 143764 w 14376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3764" h="12700">
                  <a:moveTo>
                    <a:pt x="0" y="0"/>
                  </a:moveTo>
                  <a:lnTo>
                    <a:pt x="143764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6AE5A8CD-259D-4B10-25A3-30BFB493C5DC}"/>
                </a:ext>
              </a:extLst>
            </p:cNvPr>
            <p:cNvSpPr/>
            <p:nvPr/>
          </p:nvSpPr>
          <p:spPr>
            <a:xfrm>
              <a:off x="1100902" y="1368652"/>
              <a:ext cx="143763" cy="12700"/>
            </a:xfrm>
            <a:custGeom>
              <a:avLst/>
              <a:gdLst>
                <a:gd name="csX0" fmla="*/ 0 w 143763"/>
                <a:gd name="csY0" fmla="*/ 0 h 12700"/>
                <a:gd name="csX1" fmla="*/ 0 w 143763"/>
                <a:gd name="csY1" fmla="*/ 0 h 12700"/>
                <a:gd name="csX2" fmla="*/ 143764 w 143763"/>
                <a:gd name="csY2" fmla="*/ 0 h 12700"/>
                <a:gd name="csX3" fmla="*/ 143764 w 143763"/>
                <a:gd name="csY3" fmla="*/ 0 h 12700"/>
                <a:gd name="csX4" fmla="*/ 0 w 143763"/>
                <a:gd name="csY4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3763" h="12700">
                  <a:moveTo>
                    <a:pt x="0" y="0"/>
                  </a:moveTo>
                  <a:lnTo>
                    <a:pt x="0" y="0"/>
                  </a:lnTo>
                  <a:lnTo>
                    <a:pt x="143764" y="0"/>
                  </a:lnTo>
                  <a:lnTo>
                    <a:pt x="1437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1D3F83F7-3ACB-422E-39BF-0673777718B1}"/>
                </a:ext>
              </a:extLst>
            </p:cNvPr>
            <p:cNvSpPr/>
            <p:nvPr/>
          </p:nvSpPr>
          <p:spPr>
            <a:xfrm>
              <a:off x="1100901" y="1368652"/>
              <a:ext cx="143764" cy="12700"/>
            </a:xfrm>
            <a:custGeom>
              <a:avLst/>
              <a:gdLst>
                <a:gd name="csX0" fmla="*/ 0 w 143764"/>
                <a:gd name="csY0" fmla="*/ 0 h 12700"/>
                <a:gd name="csX1" fmla="*/ 143764 w 14376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3764" h="12700">
                  <a:moveTo>
                    <a:pt x="0" y="0"/>
                  </a:moveTo>
                  <a:lnTo>
                    <a:pt x="143764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5751000-915E-1541-1D5A-68E5279C846B}"/>
                </a:ext>
              </a:extLst>
            </p:cNvPr>
            <p:cNvSpPr/>
            <p:nvPr/>
          </p:nvSpPr>
          <p:spPr>
            <a:xfrm>
              <a:off x="1651827" y="1159102"/>
              <a:ext cx="12700" cy="86868"/>
            </a:xfrm>
            <a:custGeom>
              <a:avLst/>
              <a:gdLst>
                <a:gd name="csX0" fmla="*/ 0 w 12700"/>
                <a:gd name="csY0" fmla="*/ 86868 h 86868"/>
                <a:gd name="csX1" fmla="*/ 0 w 12700"/>
                <a:gd name="csY1" fmla="*/ 0 h 868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6868">
                  <a:moveTo>
                    <a:pt x="0" y="86868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E61825FB-51DD-3A10-1938-AA86B9D3CD7F}"/>
                </a:ext>
              </a:extLst>
            </p:cNvPr>
            <p:cNvSpPr/>
            <p:nvPr/>
          </p:nvSpPr>
          <p:spPr>
            <a:xfrm>
              <a:off x="1579946" y="1245969"/>
              <a:ext cx="143636" cy="122682"/>
            </a:xfrm>
            <a:custGeom>
              <a:avLst/>
              <a:gdLst>
                <a:gd name="csX0" fmla="*/ 0 w 143636"/>
                <a:gd name="csY0" fmla="*/ 0 h 122682"/>
                <a:gd name="csX1" fmla="*/ 0 w 143636"/>
                <a:gd name="csY1" fmla="*/ 122682 h 122682"/>
                <a:gd name="csX2" fmla="*/ 143637 w 143636"/>
                <a:gd name="csY2" fmla="*/ 122682 h 122682"/>
                <a:gd name="csX3" fmla="*/ 143637 w 143636"/>
                <a:gd name="csY3" fmla="*/ 0 h 122682"/>
                <a:gd name="csX4" fmla="*/ 0 w 143636"/>
                <a:gd name="csY4" fmla="*/ 0 h 122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3636" h="122682">
                  <a:moveTo>
                    <a:pt x="0" y="0"/>
                  </a:moveTo>
                  <a:lnTo>
                    <a:pt x="0" y="122682"/>
                  </a:lnTo>
                  <a:lnTo>
                    <a:pt x="143637" y="122682"/>
                  </a:lnTo>
                  <a:lnTo>
                    <a:pt x="14363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046A276-DFED-2233-3FBD-BF82DDEDD7B0}"/>
                </a:ext>
              </a:extLst>
            </p:cNvPr>
            <p:cNvSpPr/>
            <p:nvPr/>
          </p:nvSpPr>
          <p:spPr>
            <a:xfrm>
              <a:off x="1579945" y="1310486"/>
              <a:ext cx="143637" cy="12700"/>
            </a:xfrm>
            <a:custGeom>
              <a:avLst/>
              <a:gdLst>
                <a:gd name="csX0" fmla="*/ 0 w 143637"/>
                <a:gd name="csY0" fmla="*/ 0 h 12700"/>
                <a:gd name="csX1" fmla="*/ 143637 w 14363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3637" h="12700">
                  <a:moveTo>
                    <a:pt x="0" y="0"/>
                  </a:moveTo>
                  <a:lnTo>
                    <a:pt x="143637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E797BAF2-8958-9BC1-0CDD-AA52C8D7FE34}"/>
                </a:ext>
              </a:extLst>
            </p:cNvPr>
            <p:cNvSpPr/>
            <p:nvPr/>
          </p:nvSpPr>
          <p:spPr>
            <a:xfrm>
              <a:off x="1174561" y="134998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FFFF4082-698C-6188-7216-14D38AB3072B}"/>
                </a:ext>
              </a:extLst>
            </p:cNvPr>
            <p:cNvSpPr/>
            <p:nvPr/>
          </p:nvSpPr>
          <p:spPr>
            <a:xfrm>
              <a:off x="936182" y="123682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7EF8BF-72A7-264D-2E0C-19978E8554EC}"/>
                </a:ext>
              </a:extLst>
            </p:cNvPr>
            <p:cNvSpPr/>
            <p:nvPr/>
          </p:nvSpPr>
          <p:spPr>
            <a:xfrm>
              <a:off x="904940" y="130489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CAF94CBA-F866-3564-404E-44970E10F371}"/>
                </a:ext>
              </a:extLst>
            </p:cNvPr>
            <p:cNvSpPr/>
            <p:nvPr/>
          </p:nvSpPr>
          <p:spPr>
            <a:xfrm>
              <a:off x="1649541" y="1141068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737F8D7-BCAE-F1E6-9A1B-C16B0AEA1590}"/>
                </a:ext>
              </a:extLst>
            </p:cNvPr>
            <p:cNvSpPr/>
            <p:nvPr/>
          </p:nvSpPr>
          <p:spPr>
            <a:xfrm>
              <a:off x="682563" y="100365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D509AF0-BA87-3BB8-2AB3-6B2B5CDB17F7}"/>
                </a:ext>
              </a:extLst>
            </p:cNvPr>
            <p:cNvSpPr/>
            <p:nvPr/>
          </p:nvSpPr>
          <p:spPr>
            <a:xfrm>
              <a:off x="1634682" y="1350110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77FCDCA9-9183-53EE-35AF-FCDF83DC2AE3}"/>
                </a:ext>
              </a:extLst>
            </p:cNvPr>
            <p:cNvSpPr/>
            <p:nvPr/>
          </p:nvSpPr>
          <p:spPr>
            <a:xfrm>
              <a:off x="687008" y="93443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1590B52B-1CFF-2172-83CA-69FBB671FE0E}"/>
                </a:ext>
              </a:extLst>
            </p:cNvPr>
            <p:cNvSpPr/>
            <p:nvPr/>
          </p:nvSpPr>
          <p:spPr>
            <a:xfrm>
              <a:off x="1616267" y="122539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82172BCE-BE21-AF54-1925-4F8C14A4C22B}"/>
                </a:ext>
              </a:extLst>
            </p:cNvPr>
            <p:cNvSpPr/>
            <p:nvPr/>
          </p:nvSpPr>
          <p:spPr>
            <a:xfrm>
              <a:off x="683198" y="97177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C451426-C0F6-E597-79B2-8FC23CAA0C51}"/>
                </a:ext>
              </a:extLst>
            </p:cNvPr>
            <p:cNvSpPr/>
            <p:nvPr/>
          </p:nvSpPr>
          <p:spPr>
            <a:xfrm>
              <a:off x="1643572" y="135023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BA6A2799-7973-9A92-2145-56E6A36AAA69}"/>
                </a:ext>
              </a:extLst>
            </p:cNvPr>
            <p:cNvSpPr/>
            <p:nvPr/>
          </p:nvSpPr>
          <p:spPr>
            <a:xfrm>
              <a:off x="673673" y="119390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DA72279-0586-2C99-D17B-F19CE0CD3FCB}"/>
                </a:ext>
              </a:extLst>
            </p:cNvPr>
            <p:cNvSpPr/>
            <p:nvPr/>
          </p:nvSpPr>
          <p:spPr>
            <a:xfrm>
              <a:off x="1644207" y="1350364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9AA47B1-2C4D-4F1D-D03C-FBA7A5CFFE0D}"/>
                </a:ext>
              </a:extLst>
            </p:cNvPr>
            <p:cNvSpPr/>
            <p:nvPr/>
          </p:nvSpPr>
          <p:spPr>
            <a:xfrm>
              <a:off x="696533" y="74254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5896EB99-313D-6209-2B16-749A3743982F}"/>
                </a:ext>
              </a:extLst>
            </p:cNvPr>
            <p:cNvSpPr/>
            <p:nvPr/>
          </p:nvSpPr>
          <p:spPr>
            <a:xfrm>
              <a:off x="903543" y="135011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6E396BD8-9015-2B1B-48EC-5295467D7C06}"/>
                </a:ext>
              </a:extLst>
            </p:cNvPr>
            <p:cNvSpPr/>
            <p:nvPr/>
          </p:nvSpPr>
          <p:spPr>
            <a:xfrm>
              <a:off x="1631888" y="1235048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531E29DF-579E-1448-E336-D4E5B25A760B}"/>
                </a:ext>
              </a:extLst>
            </p:cNvPr>
            <p:cNvSpPr/>
            <p:nvPr/>
          </p:nvSpPr>
          <p:spPr>
            <a:xfrm>
              <a:off x="696787" y="61706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8F8583CF-3A98-BEE5-A146-B2F369441391}"/>
                </a:ext>
              </a:extLst>
            </p:cNvPr>
            <p:cNvSpPr/>
            <p:nvPr/>
          </p:nvSpPr>
          <p:spPr>
            <a:xfrm>
              <a:off x="1177609" y="135011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28BE79B-DD77-7531-26D7-58F2DB9E92B2}"/>
                </a:ext>
              </a:extLst>
            </p:cNvPr>
            <p:cNvSpPr/>
            <p:nvPr/>
          </p:nvSpPr>
          <p:spPr>
            <a:xfrm>
              <a:off x="896939" y="101889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7D9EEB68-B1BD-4C12-BE6E-0D143F0355A5}"/>
                </a:ext>
              </a:extLst>
            </p:cNvPr>
            <p:cNvSpPr/>
            <p:nvPr/>
          </p:nvSpPr>
          <p:spPr>
            <a:xfrm>
              <a:off x="913957" y="120088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30F0896-8207-26DC-5D2C-4F85FF0D1D57}"/>
                </a:ext>
              </a:extLst>
            </p:cNvPr>
            <p:cNvSpPr/>
            <p:nvPr/>
          </p:nvSpPr>
          <p:spPr>
            <a:xfrm>
              <a:off x="1397065" y="135074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2999F97-F7C4-C810-8CED-97F33256C14A}"/>
                </a:ext>
              </a:extLst>
            </p:cNvPr>
            <p:cNvSpPr/>
            <p:nvPr/>
          </p:nvSpPr>
          <p:spPr>
            <a:xfrm>
              <a:off x="934531" y="100238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0B617D34-6A36-D4EE-8FA6-09BE1FD739E2}"/>
                </a:ext>
              </a:extLst>
            </p:cNvPr>
            <p:cNvSpPr/>
            <p:nvPr/>
          </p:nvSpPr>
          <p:spPr>
            <a:xfrm>
              <a:off x="897955" y="116037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8247282-4CE2-4A90-40E7-B85A317B946E}"/>
                </a:ext>
              </a:extLst>
            </p:cNvPr>
            <p:cNvSpPr txBox="1"/>
            <p:nvPr/>
          </p:nvSpPr>
          <p:spPr>
            <a:xfrm>
              <a:off x="619461" y="291907"/>
              <a:ext cx="36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</a:t>
              </a:r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0B3D83C6-C29B-F657-DD16-A7248CC5ADA5}"/>
                </a:ext>
              </a:extLst>
            </p:cNvPr>
            <p:cNvSpPr/>
            <p:nvPr/>
          </p:nvSpPr>
          <p:spPr>
            <a:xfrm>
              <a:off x="693739" y="471651"/>
              <a:ext cx="215518" cy="12700"/>
            </a:xfrm>
            <a:custGeom>
              <a:avLst/>
              <a:gdLst>
                <a:gd name="csX0" fmla="*/ 0 w 215518"/>
                <a:gd name="csY0" fmla="*/ 0 h 12700"/>
                <a:gd name="csX1" fmla="*/ 215519 w 21551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5518" h="12700">
                  <a:moveTo>
                    <a:pt x="0" y="0"/>
                  </a:moveTo>
                  <a:lnTo>
                    <a:pt x="215519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7061110-F21B-C4C9-75CB-5D4B6B3221D7}"/>
                </a:ext>
              </a:extLst>
            </p:cNvPr>
            <p:cNvSpPr txBox="1"/>
            <p:nvPr/>
          </p:nvSpPr>
          <p:spPr>
            <a:xfrm>
              <a:off x="1050246" y="312199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0.101</a:t>
              </a:r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3D30E730-7F32-1095-FDE6-F3AE9070A5B4}"/>
                </a:ext>
              </a:extLst>
            </p:cNvPr>
            <p:cNvSpPr/>
            <p:nvPr/>
          </p:nvSpPr>
          <p:spPr>
            <a:xfrm>
              <a:off x="957264" y="471651"/>
              <a:ext cx="694563" cy="12700"/>
            </a:xfrm>
            <a:custGeom>
              <a:avLst/>
              <a:gdLst>
                <a:gd name="csX0" fmla="*/ 0 w 694563"/>
                <a:gd name="csY0" fmla="*/ 0 h 12700"/>
                <a:gd name="csX1" fmla="*/ 694563 w 694563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94563" h="12700">
                  <a:moveTo>
                    <a:pt x="0" y="0"/>
                  </a:moveTo>
                  <a:lnTo>
                    <a:pt x="694563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42F9CBBA-8139-457C-EADE-80E525B7245A}"/>
                </a:ext>
              </a:extLst>
            </p:cNvPr>
            <p:cNvSpPr txBox="1"/>
            <p:nvPr/>
          </p:nvSpPr>
          <p:spPr>
            <a:xfrm>
              <a:off x="945799" y="128839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***</a:t>
              </a:r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06FA7BB-0BD0-C4CA-627A-DD65138DBF47}"/>
                </a:ext>
              </a:extLst>
            </p:cNvPr>
            <p:cNvSpPr/>
            <p:nvPr/>
          </p:nvSpPr>
          <p:spPr>
            <a:xfrm>
              <a:off x="693739" y="308456"/>
              <a:ext cx="958088" cy="12700"/>
            </a:xfrm>
            <a:custGeom>
              <a:avLst/>
              <a:gdLst>
                <a:gd name="csX0" fmla="*/ 0 w 958088"/>
                <a:gd name="csY0" fmla="*/ 0 h 12700"/>
                <a:gd name="csX1" fmla="*/ 958088 w 95808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8088" h="12700">
                  <a:moveTo>
                    <a:pt x="0" y="0"/>
                  </a:moveTo>
                  <a:lnTo>
                    <a:pt x="958088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E6F0F4BA-A18B-DFC0-3512-283886CC65E2}"/>
                </a:ext>
              </a:extLst>
            </p:cNvPr>
            <p:cNvSpPr/>
            <p:nvPr/>
          </p:nvSpPr>
          <p:spPr>
            <a:xfrm>
              <a:off x="550102" y="91032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46945C0-783E-BB66-28F8-1F93156303EA}"/>
                </a:ext>
              </a:extLst>
            </p:cNvPr>
            <p:cNvSpPr txBox="1"/>
            <p:nvPr/>
          </p:nvSpPr>
          <p:spPr>
            <a:xfrm>
              <a:off x="174063" y="1261763"/>
              <a:ext cx="4090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0.00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2465979-DD10-F955-FA32-851A877FD3AE}"/>
                </a:ext>
              </a:extLst>
            </p:cNvPr>
            <p:cNvSpPr txBox="1"/>
            <p:nvPr/>
          </p:nvSpPr>
          <p:spPr>
            <a:xfrm>
              <a:off x="174063" y="972965"/>
              <a:ext cx="4090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0.05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F49C54B-7BC6-CC7A-177C-7F98E325361C}"/>
                </a:ext>
              </a:extLst>
            </p:cNvPr>
            <p:cNvSpPr txBox="1"/>
            <p:nvPr/>
          </p:nvSpPr>
          <p:spPr>
            <a:xfrm>
              <a:off x="174063" y="684167"/>
              <a:ext cx="4090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0.10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08263667-96EC-9E06-A6E6-6187B7A4C146}"/>
                </a:ext>
              </a:extLst>
            </p:cNvPr>
            <p:cNvSpPr txBox="1"/>
            <p:nvPr/>
          </p:nvSpPr>
          <p:spPr>
            <a:xfrm>
              <a:off x="174063" y="395369"/>
              <a:ext cx="4090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3A7EB0EA-7ED0-8175-0CA8-88BC409AD191}"/>
                </a:ext>
              </a:extLst>
            </p:cNvPr>
            <p:cNvSpPr txBox="1"/>
            <p:nvPr/>
          </p:nvSpPr>
          <p:spPr>
            <a:xfrm>
              <a:off x="174063" y="106571"/>
              <a:ext cx="4090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0.20</a:t>
              </a:r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E01C8F74-9E8E-1EB1-735E-E0CE7A8BCDDD}"/>
                </a:ext>
              </a:extLst>
            </p:cNvPr>
            <p:cNvSpPr/>
            <p:nvPr/>
          </p:nvSpPr>
          <p:spPr>
            <a:xfrm>
              <a:off x="515305" y="136865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CD6229B-84BB-A952-7201-9AD80197B09E}"/>
                </a:ext>
              </a:extLst>
            </p:cNvPr>
            <p:cNvSpPr/>
            <p:nvPr/>
          </p:nvSpPr>
          <p:spPr>
            <a:xfrm>
              <a:off x="515305" y="1079853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F5BD1A30-99A3-0F19-5660-91587A7C9A71}"/>
                </a:ext>
              </a:extLst>
            </p:cNvPr>
            <p:cNvSpPr/>
            <p:nvPr/>
          </p:nvSpPr>
          <p:spPr>
            <a:xfrm>
              <a:off x="515305" y="791055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D34421FC-B095-F0EB-6C77-6B91722802EB}"/>
                </a:ext>
              </a:extLst>
            </p:cNvPr>
            <p:cNvSpPr/>
            <p:nvPr/>
          </p:nvSpPr>
          <p:spPr>
            <a:xfrm>
              <a:off x="515305" y="502258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0CDD6D88-447E-E994-3ADE-62DC34504D17}"/>
                </a:ext>
              </a:extLst>
            </p:cNvPr>
            <p:cNvSpPr/>
            <p:nvPr/>
          </p:nvSpPr>
          <p:spPr>
            <a:xfrm>
              <a:off x="515305" y="213459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5A38E54C-53D7-08F7-A26F-1FD5D3FFE309}"/>
                </a:ext>
              </a:extLst>
            </p:cNvPr>
            <p:cNvSpPr/>
            <p:nvPr/>
          </p:nvSpPr>
          <p:spPr>
            <a:xfrm>
              <a:off x="550102" y="1450186"/>
              <a:ext cx="1245362" cy="12700"/>
            </a:xfrm>
            <a:custGeom>
              <a:avLst/>
              <a:gdLst>
                <a:gd name="csX0" fmla="*/ 0 w 1245362"/>
                <a:gd name="csY0" fmla="*/ 0 h 12700"/>
                <a:gd name="csX1" fmla="*/ 1245362 w 124536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45362" h="12700">
                  <a:moveTo>
                    <a:pt x="0" y="0"/>
                  </a:moveTo>
                  <a:lnTo>
                    <a:pt x="124536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35DA409-757D-4B47-300B-BB40B463C566}"/>
                </a:ext>
              </a:extLst>
            </p:cNvPr>
            <p:cNvSpPr txBox="1"/>
            <p:nvPr/>
          </p:nvSpPr>
          <p:spPr>
            <a:xfrm rot="16200000">
              <a:off x="-250624" y="647499"/>
              <a:ext cx="8162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Expression</a:t>
              </a:r>
            </a:p>
          </p:txBody>
        </p: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7DF11E39-BE1E-5C59-6186-0B597FC63E13}"/>
              </a:ext>
            </a:extLst>
          </p:cNvPr>
          <p:cNvSpPr txBox="1"/>
          <p:nvPr/>
        </p:nvSpPr>
        <p:spPr>
          <a:xfrm>
            <a:off x="786638" y="2644"/>
            <a:ext cx="3408844" cy="25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39" i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npy7r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611093BE-8ADA-8475-52D8-AAAB673151C3}"/>
              </a:ext>
            </a:extLst>
          </p:cNvPr>
          <p:cNvSpPr txBox="1"/>
          <p:nvPr/>
        </p:nvSpPr>
        <p:spPr>
          <a:xfrm>
            <a:off x="16763" y="-26382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0137392A-E7CD-922A-C9BC-3A12A60B61CE}"/>
              </a:ext>
            </a:extLst>
          </p:cNvPr>
          <p:cNvSpPr txBox="1"/>
          <p:nvPr/>
        </p:nvSpPr>
        <p:spPr>
          <a:xfrm>
            <a:off x="751756" y="1443645"/>
            <a:ext cx="3443726" cy="25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39" i="1" dirty="0" err="1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nmbr</a:t>
            </a:r>
            <a:endParaRPr lang="en-US" sz="1039" dirty="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0CECC0E5-2E4C-6A63-951B-0180D936D1E1}"/>
              </a:ext>
            </a:extLst>
          </p:cNvPr>
          <p:cNvSpPr txBox="1"/>
          <p:nvPr/>
        </p:nvSpPr>
        <p:spPr>
          <a:xfrm>
            <a:off x="-2992" y="161494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9" name="TextBox 708">
            <a:extLst>
              <a:ext uri="{FF2B5EF4-FFF2-40B4-BE49-F238E27FC236}">
                <a16:creationId xmlns:a16="http://schemas.microsoft.com/office/drawing/2014/main" id="{77DA4BCF-0166-1329-AF33-7CD88F65422F}"/>
              </a:ext>
            </a:extLst>
          </p:cNvPr>
          <p:cNvSpPr txBox="1"/>
          <p:nvPr/>
        </p:nvSpPr>
        <p:spPr>
          <a:xfrm>
            <a:off x="751756" y="3006618"/>
            <a:ext cx="3443726" cy="2471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39" i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gnrh1 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7E6FA8F1-1820-2707-64A8-66A02E65F681}"/>
              </a:ext>
            </a:extLst>
          </p:cNvPr>
          <p:cNvSpPr txBox="1"/>
          <p:nvPr/>
        </p:nvSpPr>
        <p:spPr>
          <a:xfrm>
            <a:off x="11954" y="3091301"/>
            <a:ext cx="324128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6" name="TextBox 875">
            <a:extLst>
              <a:ext uri="{FF2B5EF4-FFF2-40B4-BE49-F238E27FC236}">
                <a16:creationId xmlns:a16="http://schemas.microsoft.com/office/drawing/2014/main" id="{E384B18B-B052-9518-0264-C5BA2F817285}"/>
              </a:ext>
            </a:extLst>
          </p:cNvPr>
          <p:cNvSpPr txBox="1"/>
          <p:nvPr/>
        </p:nvSpPr>
        <p:spPr>
          <a:xfrm>
            <a:off x="786638" y="3483269"/>
            <a:ext cx="1235411" cy="1889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6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Main effect p &gt; 0.05</a:t>
            </a: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0B44A6DF-6E97-5E91-9D92-994374366F32}"/>
              </a:ext>
            </a:extLst>
          </p:cNvPr>
          <p:cNvSpPr txBox="1"/>
          <p:nvPr/>
        </p:nvSpPr>
        <p:spPr>
          <a:xfrm>
            <a:off x="-16624" y="4732623"/>
            <a:ext cx="324128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765F52E1-39C1-9779-6891-E1480DD2CB95}"/>
              </a:ext>
            </a:extLst>
          </p:cNvPr>
          <p:cNvSpPr txBox="1"/>
          <p:nvPr/>
        </p:nvSpPr>
        <p:spPr>
          <a:xfrm>
            <a:off x="-16624" y="6142585"/>
            <a:ext cx="314510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272" name="Group 1271">
            <a:extLst>
              <a:ext uri="{FF2B5EF4-FFF2-40B4-BE49-F238E27FC236}">
                <a16:creationId xmlns:a16="http://schemas.microsoft.com/office/drawing/2014/main" id="{ACDC2735-03CE-660A-36CF-1F7C7B5B3112}"/>
              </a:ext>
            </a:extLst>
          </p:cNvPr>
          <p:cNvGrpSpPr/>
          <p:nvPr/>
        </p:nvGrpSpPr>
        <p:grpSpPr>
          <a:xfrm>
            <a:off x="2400809" y="1543781"/>
            <a:ext cx="1761201" cy="1483097"/>
            <a:chOff x="2022175" y="1814510"/>
            <a:chExt cx="1761201" cy="1483097"/>
          </a:xfrm>
        </p:grpSpPr>
        <p:sp>
          <p:nvSpPr>
            <p:cNvPr id="1117" name="Rectangle 1116">
              <a:extLst>
                <a:ext uri="{FF2B5EF4-FFF2-40B4-BE49-F238E27FC236}">
                  <a16:creationId xmlns:a16="http://schemas.microsoft.com/office/drawing/2014/main" id="{7F13C62B-B685-C1D9-44DA-5B1A29A4B024}"/>
                </a:ext>
              </a:extLst>
            </p:cNvPr>
            <p:cNvSpPr/>
            <p:nvPr/>
          </p:nvSpPr>
          <p:spPr>
            <a:xfrm>
              <a:off x="2544237" y="1814510"/>
              <a:ext cx="1239139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18" name="Rectangle 1117">
              <a:extLst>
                <a:ext uri="{FF2B5EF4-FFF2-40B4-BE49-F238E27FC236}">
                  <a16:creationId xmlns:a16="http://schemas.microsoft.com/office/drawing/2014/main" id="{87C0CADB-3FE2-6583-23AC-958E256241D1}"/>
                </a:ext>
              </a:extLst>
            </p:cNvPr>
            <p:cNvSpPr/>
            <p:nvPr/>
          </p:nvSpPr>
          <p:spPr>
            <a:xfrm>
              <a:off x="2615611" y="2544125"/>
              <a:ext cx="143001" cy="629539"/>
            </a:xfrm>
            <a:prstGeom prst="rect">
              <a:avLst/>
            </a:prstGeom>
            <a:solidFill>
              <a:srgbClr val="1965B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19" name="Rectangle 1118">
              <a:extLst>
                <a:ext uri="{FF2B5EF4-FFF2-40B4-BE49-F238E27FC236}">
                  <a16:creationId xmlns:a16="http://schemas.microsoft.com/office/drawing/2014/main" id="{46B2435B-B23D-509D-062E-44682C60CB79}"/>
                </a:ext>
              </a:extLst>
            </p:cNvPr>
            <p:cNvSpPr/>
            <p:nvPr/>
          </p:nvSpPr>
          <p:spPr>
            <a:xfrm>
              <a:off x="2853990" y="2589718"/>
              <a:ext cx="143002" cy="583946"/>
            </a:xfrm>
            <a:prstGeom prst="rect">
              <a:avLst/>
            </a:prstGeom>
            <a:solidFill>
              <a:srgbClr val="4EB265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0" name="Rectangle 1119">
              <a:extLst>
                <a:ext uri="{FF2B5EF4-FFF2-40B4-BE49-F238E27FC236}">
                  <a16:creationId xmlns:a16="http://schemas.microsoft.com/office/drawing/2014/main" id="{CB969F47-7345-4547-63F7-D4C2259BB94C}"/>
                </a:ext>
              </a:extLst>
            </p:cNvPr>
            <p:cNvSpPr/>
            <p:nvPr/>
          </p:nvSpPr>
          <p:spPr>
            <a:xfrm>
              <a:off x="3092242" y="2705288"/>
              <a:ext cx="143002" cy="468503"/>
            </a:xfrm>
            <a:prstGeom prst="rect">
              <a:avLst/>
            </a:prstGeom>
            <a:solidFill>
              <a:srgbClr val="F7F056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1" name="Rectangle 1120">
              <a:extLst>
                <a:ext uri="{FF2B5EF4-FFF2-40B4-BE49-F238E27FC236}">
                  <a16:creationId xmlns:a16="http://schemas.microsoft.com/office/drawing/2014/main" id="{C7428563-A940-8ACC-7664-AF647FC37A18}"/>
                </a:ext>
              </a:extLst>
            </p:cNvPr>
            <p:cNvSpPr/>
            <p:nvPr/>
          </p:nvSpPr>
          <p:spPr>
            <a:xfrm>
              <a:off x="3330494" y="2358197"/>
              <a:ext cx="143002" cy="815467"/>
            </a:xfrm>
            <a:prstGeom prst="rect">
              <a:avLst/>
            </a:prstGeom>
            <a:solidFill>
              <a:srgbClr val="7BAFDE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2" name="Rectangle 1121">
              <a:extLst>
                <a:ext uri="{FF2B5EF4-FFF2-40B4-BE49-F238E27FC236}">
                  <a16:creationId xmlns:a16="http://schemas.microsoft.com/office/drawing/2014/main" id="{FFCCD3E2-6C35-3231-AB7F-347F6C0ACCE9}"/>
                </a:ext>
              </a:extLst>
            </p:cNvPr>
            <p:cNvSpPr/>
            <p:nvPr/>
          </p:nvSpPr>
          <p:spPr>
            <a:xfrm>
              <a:off x="3568746" y="2723449"/>
              <a:ext cx="143001" cy="450341"/>
            </a:xfrm>
            <a:prstGeom prst="rect">
              <a:avLst/>
            </a:prstGeom>
            <a:solidFill>
              <a:srgbClr val="DC050C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3" name="Freeform 1122">
              <a:extLst>
                <a:ext uri="{FF2B5EF4-FFF2-40B4-BE49-F238E27FC236}">
                  <a16:creationId xmlns:a16="http://schemas.microsoft.com/office/drawing/2014/main" id="{24CC98CC-A371-0F73-31EF-83DDAF694986}"/>
                </a:ext>
              </a:extLst>
            </p:cNvPr>
            <p:cNvSpPr/>
            <p:nvPr/>
          </p:nvSpPr>
          <p:spPr>
            <a:xfrm>
              <a:off x="2639486" y="2476561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4" name="Freeform 1123">
              <a:extLst>
                <a:ext uri="{FF2B5EF4-FFF2-40B4-BE49-F238E27FC236}">
                  <a16:creationId xmlns:a16="http://schemas.microsoft.com/office/drawing/2014/main" id="{6EFCE8F2-BD37-42C7-8FAE-96EFC0B002CC}"/>
                </a:ext>
              </a:extLst>
            </p:cNvPr>
            <p:cNvSpPr/>
            <p:nvPr/>
          </p:nvSpPr>
          <p:spPr>
            <a:xfrm>
              <a:off x="2687111" y="2476561"/>
              <a:ext cx="12700" cy="135127"/>
            </a:xfrm>
            <a:custGeom>
              <a:avLst/>
              <a:gdLst>
                <a:gd name="csX0" fmla="*/ 0 w 12700"/>
                <a:gd name="csY0" fmla="*/ 0 h 135127"/>
                <a:gd name="csX1" fmla="*/ 0 w 12700"/>
                <a:gd name="csY1" fmla="*/ 135128 h 135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127">
                  <a:moveTo>
                    <a:pt x="0" y="0"/>
                  </a:moveTo>
                  <a:lnTo>
                    <a:pt x="0" y="135128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5" name="Freeform 1124">
              <a:extLst>
                <a:ext uri="{FF2B5EF4-FFF2-40B4-BE49-F238E27FC236}">
                  <a16:creationId xmlns:a16="http://schemas.microsoft.com/office/drawing/2014/main" id="{326436BC-AF78-4537-F477-3FC9C1BDB82B}"/>
                </a:ext>
              </a:extLst>
            </p:cNvPr>
            <p:cNvSpPr/>
            <p:nvPr/>
          </p:nvSpPr>
          <p:spPr>
            <a:xfrm>
              <a:off x="2639486" y="2611689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6" name="Freeform 1125">
              <a:extLst>
                <a:ext uri="{FF2B5EF4-FFF2-40B4-BE49-F238E27FC236}">
                  <a16:creationId xmlns:a16="http://schemas.microsoft.com/office/drawing/2014/main" id="{FC9B1569-DBC3-768A-0547-968C2F3C857D}"/>
                </a:ext>
              </a:extLst>
            </p:cNvPr>
            <p:cNvSpPr/>
            <p:nvPr/>
          </p:nvSpPr>
          <p:spPr>
            <a:xfrm>
              <a:off x="2877739" y="2554030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7" name="Freeform 1126">
              <a:extLst>
                <a:ext uri="{FF2B5EF4-FFF2-40B4-BE49-F238E27FC236}">
                  <a16:creationId xmlns:a16="http://schemas.microsoft.com/office/drawing/2014/main" id="{7E7875AE-2421-BFC7-5158-8BDD90731F00}"/>
                </a:ext>
              </a:extLst>
            </p:cNvPr>
            <p:cNvSpPr/>
            <p:nvPr/>
          </p:nvSpPr>
          <p:spPr>
            <a:xfrm>
              <a:off x="2925491" y="2554030"/>
              <a:ext cx="12700" cy="71374"/>
            </a:xfrm>
            <a:custGeom>
              <a:avLst/>
              <a:gdLst>
                <a:gd name="csX0" fmla="*/ 0 w 12700"/>
                <a:gd name="csY0" fmla="*/ 0 h 71374"/>
                <a:gd name="csX1" fmla="*/ 0 w 12700"/>
                <a:gd name="csY1" fmla="*/ 71374 h 713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71374">
                  <a:moveTo>
                    <a:pt x="0" y="0"/>
                  </a:moveTo>
                  <a:lnTo>
                    <a:pt x="0" y="71374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8" name="Freeform 1127">
              <a:extLst>
                <a:ext uri="{FF2B5EF4-FFF2-40B4-BE49-F238E27FC236}">
                  <a16:creationId xmlns:a16="http://schemas.microsoft.com/office/drawing/2014/main" id="{42C147FF-2F27-6294-9983-5EC3E43ED551}"/>
                </a:ext>
              </a:extLst>
            </p:cNvPr>
            <p:cNvSpPr/>
            <p:nvPr/>
          </p:nvSpPr>
          <p:spPr>
            <a:xfrm>
              <a:off x="2877739" y="2625405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29" name="Freeform 1128">
              <a:extLst>
                <a:ext uri="{FF2B5EF4-FFF2-40B4-BE49-F238E27FC236}">
                  <a16:creationId xmlns:a16="http://schemas.microsoft.com/office/drawing/2014/main" id="{46DD1B3D-8DE3-14C6-4BD1-2419D230105A}"/>
                </a:ext>
              </a:extLst>
            </p:cNvPr>
            <p:cNvSpPr/>
            <p:nvPr/>
          </p:nvSpPr>
          <p:spPr>
            <a:xfrm>
              <a:off x="3116117" y="2613086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0" name="Freeform 1129">
              <a:extLst>
                <a:ext uri="{FF2B5EF4-FFF2-40B4-BE49-F238E27FC236}">
                  <a16:creationId xmlns:a16="http://schemas.microsoft.com/office/drawing/2014/main" id="{B3B07361-A9D2-EF62-A713-2574E07419BB}"/>
                </a:ext>
              </a:extLst>
            </p:cNvPr>
            <p:cNvSpPr/>
            <p:nvPr/>
          </p:nvSpPr>
          <p:spPr>
            <a:xfrm>
              <a:off x="3163742" y="2613086"/>
              <a:ext cx="12700" cy="184277"/>
            </a:xfrm>
            <a:custGeom>
              <a:avLst/>
              <a:gdLst>
                <a:gd name="csX0" fmla="*/ 0 w 12700"/>
                <a:gd name="csY0" fmla="*/ 0 h 184277"/>
                <a:gd name="csX1" fmla="*/ 0 w 12700"/>
                <a:gd name="csY1" fmla="*/ 184277 h 184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84277">
                  <a:moveTo>
                    <a:pt x="0" y="0"/>
                  </a:moveTo>
                  <a:lnTo>
                    <a:pt x="0" y="184277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1" name="Freeform 1130">
              <a:extLst>
                <a:ext uri="{FF2B5EF4-FFF2-40B4-BE49-F238E27FC236}">
                  <a16:creationId xmlns:a16="http://schemas.microsoft.com/office/drawing/2014/main" id="{B773BA0E-E568-FDE1-D3AF-A32C72DD5B40}"/>
                </a:ext>
              </a:extLst>
            </p:cNvPr>
            <p:cNvSpPr/>
            <p:nvPr/>
          </p:nvSpPr>
          <p:spPr>
            <a:xfrm>
              <a:off x="3116117" y="2797363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2" name="Freeform 1131">
              <a:extLst>
                <a:ext uri="{FF2B5EF4-FFF2-40B4-BE49-F238E27FC236}">
                  <a16:creationId xmlns:a16="http://schemas.microsoft.com/office/drawing/2014/main" id="{D0D88FE9-711C-8182-CDA3-D8AC592F2999}"/>
                </a:ext>
              </a:extLst>
            </p:cNvPr>
            <p:cNvSpPr/>
            <p:nvPr/>
          </p:nvSpPr>
          <p:spPr>
            <a:xfrm>
              <a:off x="3592622" y="2695636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3" name="Freeform 1132">
              <a:extLst>
                <a:ext uri="{FF2B5EF4-FFF2-40B4-BE49-F238E27FC236}">
                  <a16:creationId xmlns:a16="http://schemas.microsoft.com/office/drawing/2014/main" id="{79AE4F4E-C895-4BC9-5BBF-BAC5A251B2F9}"/>
                </a:ext>
              </a:extLst>
            </p:cNvPr>
            <p:cNvSpPr/>
            <p:nvPr/>
          </p:nvSpPr>
          <p:spPr>
            <a:xfrm>
              <a:off x="3640247" y="2695636"/>
              <a:ext cx="12700" cy="55625"/>
            </a:xfrm>
            <a:custGeom>
              <a:avLst/>
              <a:gdLst>
                <a:gd name="csX0" fmla="*/ 0 w 12700"/>
                <a:gd name="csY0" fmla="*/ 0 h 55625"/>
                <a:gd name="csX1" fmla="*/ 0 w 12700"/>
                <a:gd name="csY1" fmla="*/ 55626 h 55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55625">
                  <a:moveTo>
                    <a:pt x="0" y="0"/>
                  </a:moveTo>
                  <a:lnTo>
                    <a:pt x="0" y="55626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4" name="Freeform 1133">
              <a:extLst>
                <a:ext uri="{FF2B5EF4-FFF2-40B4-BE49-F238E27FC236}">
                  <a16:creationId xmlns:a16="http://schemas.microsoft.com/office/drawing/2014/main" id="{9657823C-BBA1-CF42-A504-FC9AF152A647}"/>
                </a:ext>
              </a:extLst>
            </p:cNvPr>
            <p:cNvSpPr/>
            <p:nvPr/>
          </p:nvSpPr>
          <p:spPr>
            <a:xfrm>
              <a:off x="3592622" y="2751261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6EFA503B-1E97-BA94-8757-D9D5B6C57D18}"/>
                </a:ext>
              </a:extLst>
            </p:cNvPr>
            <p:cNvSpPr/>
            <p:nvPr/>
          </p:nvSpPr>
          <p:spPr>
            <a:xfrm>
              <a:off x="3165394" y="277844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C64D100-33AF-4D51-0BCE-45C8D7D3A6D9}"/>
                </a:ext>
              </a:extLst>
            </p:cNvPr>
            <p:cNvSpPr/>
            <p:nvPr/>
          </p:nvSpPr>
          <p:spPr>
            <a:xfrm>
              <a:off x="2928285" y="266972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9D944391-EBB5-2833-FE45-AC0AB5FE7C62}"/>
                </a:ext>
              </a:extLst>
            </p:cNvPr>
            <p:cNvSpPr/>
            <p:nvPr/>
          </p:nvSpPr>
          <p:spPr>
            <a:xfrm>
              <a:off x="2897170" y="244290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F09FF33B-1EB4-47C9-FD0D-4B1EED1BE24B}"/>
                </a:ext>
              </a:extLst>
            </p:cNvPr>
            <p:cNvSpPr/>
            <p:nvPr/>
          </p:nvSpPr>
          <p:spPr>
            <a:xfrm>
              <a:off x="3637961" y="2686746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3969D69B-B472-5AF8-3967-2988B4743F2B}"/>
                </a:ext>
              </a:extLst>
            </p:cNvPr>
            <p:cNvSpPr/>
            <p:nvPr/>
          </p:nvSpPr>
          <p:spPr>
            <a:xfrm>
              <a:off x="2675809" y="245255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9883D934-D9D0-CAD0-297B-2974DA6E5D94}"/>
                </a:ext>
              </a:extLst>
            </p:cNvPr>
            <p:cNvSpPr/>
            <p:nvPr/>
          </p:nvSpPr>
          <p:spPr>
            <a:xfrm>
              <a:off x="3623102" y="274719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09184E24-2934-8957-1755-C15AB2C33C3F}"/>
                </a:ext>
              </a:extLst>
            </p:cNvPr>
            <p:cNvSpPr/>
            <p:nvPr/>
          </p:nvSpPr>
          <p:spPr>
            <a:xfrm>
              <a:off x="2680381" y="244214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86746803-EF6F-9863-2E1A-4BAEE611DC9A}"/>
                </a:ext>
              </a:extLst>
            </p:cNvPr>
            <p:cNvSpPr/>
            <p:nvPr/>
          </p:nvSpPr>
          <p:spPr>
            <a:xfrm>
              <a:off x="3604814" y="279088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5B61CCB8-00FF-9BD1-A1AC-7C62A50AC186}"/>
                </a:ext>
              </a:extLst>
            </p:cNvPr>
            <p:cNvSpPr/>
            <p:nvPr/>
          </p:nvSpPr>
          <p:spPr>
            <a:xfrm>
              <a:off x="2676571" y="246055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9E712592-C742-FEE8-9140-29071B365F82}"/>
                </a:ext>
              </a:extLst>
            </p:cNvPr>
            <p:cNvSpPr/>
            <p:nvPr/>
          </p:nvSpPr>
          <p:spPr>
            <a:xfrm>
              <a:off x="3631992" y="2672395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3B033F02-DF04-BF1F-1BC5-B9BCF8BC22F5}"/>
                </a:ext>
              </a:extLst>
            </p:cNvPr>
            <p:cNvSpPr/>
            <p:nvPr/>
          </p:nvSpPr>
          <p:spPr>
            <a:xfrm>
              <a:off x="2667046" y="239731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E35E2152-3021-2BD3-F59E-87FAB8190B85}"/>
                </a:ext>
              </a:extLst>
            </p:cNvPr>
            <p:cNvSpPr/>
            <p:nvPr/>
          </p:nvSpPr>
          <p:spPr>
            <a:xfrm>
              <a:off x="3632754" y="2735387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4C66599F-164C-4C09-D566-4AEB72AC1B2A}"/>
                </a:ext>
              </a:extLst>
            </p:cNvPr>
            <p:cNvSpPr/>
            <p:nvPr/>
          </p:nvSpPr>
          <p:spPr>
            <a:xfrm>
              <a:off x="2689779" y="284689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762829B1-E0BB-06E0-16E8-4B63D449A0F3}"/>
                </a:ext>
              </a:extLst>
            </p:cNvPr>
            <p:cNvSpPr/>
            <p:nvPr/>
          </p:nvSpPr>
          <p:spPr>
            <a:xfrm>
              <a:off x="2895773" y="265906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8E68941F-1C55-613D-A8B0-44541792E1CE}"/>
                </a:ext>
              </a:extLst>
            </p:cNvPr>
            <p:cNvSpPr/>
            <p:nvPr/>
          </p:nvSpPr>
          <p:spPr>
            <a:xfrm>
              <a:off x="3620435" y="2598354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C97F4603-7872-6292-7958-8D0A865C6E03}"/>
                </a:ext>
              </a:extLst>
            </p:cNvPr>
            <p:cNvSpPr/>
            <p:nvPr/>
          </p:nvSpPr>
          <p:spPr>
            <a:xfrm>
              <a:off x="2690033" y="255860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D9E0F043-6826-E962-C3D6-608964DD3068}"/>
                </a:ext>
              </a:extLst>
            </p:cNvPr>
            <p:cNvSpPr/>
            <p:nvPr/>
          </p:nvSpPr>
          <p:spPr>
            <a:xfrm>
              <a:off x="3168442" y="259429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32E28B17-3ECB-B0D7-53F6-4AE05FF39724}"/>
                </a:ext>
              </a:extLst>
            </p:cNvPr>
            <p:cNvSpPr/>
            <p:nvPr/>
          </p:nvSpPr>
          <p:spPr>
            <a:xfrm>
              <a:off x="2889169" y="249421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DE4A86E3-15FB-1990-36D9-6520B89FF500}"/>
                </a:ext>
              </a:extLst>
            </p:cNvPr>
            <p:cNvSpPr/>
            <p:nvPr/>
          </p:nvSpPr>
          <p:spPr>
            <a:xfrm>
              <a:off x="2906187" y="261486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928B8D0A-985D-DD04-519C-39871C2078A3}"/>
                </a:ext>
              </a:extLst>
            </p:cNvPr>
            <p:cNvSpPr/>
            <p:nvPr/>
          </p:nvSpPr>
          <p:spPr>
            <a:xfrm>
              <a:off x="3386882" y="234029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B93AB7D2-53F1-2F61-1920-3E8B4C8619FD}"/>
                </a:ext>
              </a:extLst>
            </p:cNvPr>
            <p:cNvSpPr/>
            <p:nvPr/>
          </p:nvSpPr>
          <p:spPr>
            <a:xfrm>
              <a:off x="2926634" y="248672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FCC06FBD-B231-6F80-7345-3E486AC295DC}"/>
                </a:ext>
              </a:extLst>
            </p:cNvPr>
            <p:cNvSpPr/>
            <p:nvPr/>
          </p:nvSpPr>
          <p:spPr>
            <a:xfrm>
              <a:off x="2890185" y="263378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7" name="TextBox 1156">
              <a:extLst>
                <a:ext uri="{FF2B5EF4-FFF2-40B4-BE49-F238E27FC236}">
                  <a16:creationId xmlns:a16="http://schemas.microsoft.com/office/drawing/2014/main" id="{ACC290BF-41C3-836D-EC30-FBC3FE0A82BD}"/>
                </a:ext>
              </a:extLst>
            </p:cNvPr>
            <p:cNvSpPr txBox="1"/>
            <p:nvPr/>
          </p:nvSpPr>
          <p:spPr>
            <a:xfrm>
              <a:off x="2540190" y="2046549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0.487</a:t>
              </a:r>
            </a:p>
          </p:txBody>
        </p:sp>
        <p:sp>
          <p:nvSpPr>
            <p:cNvPr id="1158" name="Freeform 1157">
              <a:extLst>
                <a:ext uri="{FF2B5EF4-FFF2-40B4-BE49-F238E27FC236}">
                  <a16:creationId xmlns:a16="http://schemas.microsoft.com/office/drawing/2014/main" id="{9F1376C1-6A04-7198-21AC-84E9315351CF}"/>
                </a:ext>
              </a:extLst>
            </p:cNvPr>
            <p:cNvSpPr/>
            <p:nvPr/>
          </p:nvSpPr>
          <p:spPr>
            <a:xfrm>
              <a:off x="2687112" y="2195129"/>
              <a:ext cx="214502" cy="12700"/>
            </a:xfrm>
            <a:custGeom>
              <a:avLst/>
              <a:gdLst>
                <a:gd name="csX0" fmla="*/ 0 w 214502"/>
                <a:gd name="csY0" fmla="*/ 0 h 12700"/>
                <a:gd name="csX1" fmla="*/ 214503 w 2145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02" h="12700">
                  <a:moveTo>
                    <a:pt x="0" y="0"/>
                  </a:moveTo>
                  <a:lnTo>
                    <a:pt x="214503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59" name="TextBox 1158">
              <a:extLst>
                <a:ext uri="{FF2B5EF4-FFF2-40B4-BE49-F238E27FC236}">
                  <a16:creationId xmlns:a16="http://schemas.microsoft.com/office/drawing/2014/main" id="{FBA55244-B4DE-457A-B234-C35C71160552}"/>
                </a:ext>
              </a:extLst>
            </p:cNvPr>
            <p:cNvSpPr txBox="1"/>
            <p:nvPr/>
          </p:nvSpPr>
          <p:spPr>
            <a:xfrm>
              <a:off x="3157590" y="2015385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</a:t>
              </a:r>
            </a:p>
          </p:txBody>
        </p:sp>
        <p:sp>
          <p:nvSpPr>
            <p:cNvPr id="1160" name="Freeform 1159">
              <a:extLst>
                <a:ext uri="{FF2B5EF4-FFF2-40B4-BE49-F238E27FC236}">
                  <a16:creationId xmlns:a16="http://schemas.microsoft.com/office/drawing/2014/main" id="{E0C76965-6917-CBD7-A14E-09DA6A0F1ECF}"/>
                </a:ext>
              </a:extLst>
            </p:cNvPr>
            <p:cNvSpPr/>
            <p:nvPr/>
          </p:nvSpPr>
          <p:spPr>
            <a:xfrm>
              <a:off x="2949240" y="2195129"/>
              <a:ext cx="691007" cy="12700"/>
            </a:xfrm>
            <a:custGeom>
              <a:avLst/>
              <a:gdLst>
                <a:gd name="csX0" fmla="*/ 0 w 691007"/>
                <a:gd name="csY0" fmla="*/ 0 h 12700"/>
                <a:gd name="csX1" fmla="*/ 691007 w 69100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91007" h="12700">
                  <a:moveTo>
                    <a:pt x="0" y="0"/>
                  </a:moveTo>
                  <a:lnTo>
                    <a:pt x="691007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61" name="TextBox 1160">
              <a:extLst>
                <a:ext uri="{FF2B5EF4-FFF2-40B4-BE49-F238E27FC236}">
                  <a16:creationId xmlns:a16="http://schemas.microsoft.com/office/drawing/2014/main" id="{F6B8A7AB-FC26-90B5-1058-67B99DFB1E22}"/>
                </a:ext>
              </a:extLst>
            </p:cNvPr>
            <p:cNvSpPr txBox="1"/>
            <p:nvPr/>
          </p:nvSpPr>
          <p:spPr>
            <a:xfrm>
              <a:off x="2981641" y="1852317"/>
              <a:ext cx="36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</a:t>
              </a:r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6472712D-B186-2BAA-5FD7-FF701D9E5C2D}"/>
                </a:ext>
              </a:extLst>
            </p:cNvPr>
            <p:cNvSpPr/>
            <p:nvPr/>
          </p:nvSpPr>
          <p:spPr>
            <a:xfrm>
              <a:off x="2687112" y="2031934"/>
              <a:ext cx="953135" cy="12700"/>
            </a:xfrm>
            <a:custGeom>
              <a:avLst/>
              <a:gdLst>
                <a:gd name="csX0" fmla="*/ 0 w 953135"/>
                <a:gd name="csY0" fmla="*/ 0 h 12700"/>
                <a:gd name="csX1" fmla="*/ 953135 w 95313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135" h="12700">
                  <a:moveTo>
                    <a:pt x="0" y="0"/>
                  </a:moveTo>
                  <a:lnTo>
                    <a:pt x="953135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39D395C0-D35E-9392-5746-92356ECF350C}"/>
                </a:ext>
              </a:extLst>
            </p:cNvPr>
            <p:cNvSpPr/>
            <p:nvPr/>
          </p:nvSpPr>
          <p:spPr>
            <a:xfrm>
              <a:off x="2544236" y="1814510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65" name="TextBox 1164">
              <a:extLst>
                <a:ext uri="{FF2B5EF4-FFF2-40B4-BE49-F238E27FC236}">
                  <a16:creationId xmlns:a16="http://schemas.microsoft.com/office/drawing/2014/main" id="{D6053F9A-50F1-AF0E-E978-BA0B7E5AC856}"/>
                </a:ext>
              </a:extLst>
            </p:cNvPr>
            <p:cNvSpPr txBox="1"/>
            <p:nvPr/>
          </p:nvSpPr>
          <p:spPr>
            <a:xfrm>
              <a:off x="2225045" y="3066775"/>
              <a:ext cx="3513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0%</a:t>
              </a:r>
            </a:p>
          </p:txBody>
        </p:sp>
        <p:sp>
          <p:nvSpPr>
            <p:cNvPr id="1166" name="TextBox 1165">
              <a:extLst>
                <a:ext uri="{FF2B5EF4-FFF2-40B4-BE49-F238E27FC236}">
                  <a16:creationId xmlns:a16="http://schemas.microsoft.com/office/drawing/2014/main" id="{780C8286-4C0C-0183-6EE8-23FBD2D01E70}"/>
                </a:ext>
              </a:extLst>
            </p:cNvPr>
            <p:cNvSpPr txBox="1"/>
            <p:nvPr/>
          </p:nvSpPr>
          <p:spPr>
            <a:xfrm>
              <a:off x="2161908" y="2832333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10%</a:t>
              </a:r>
            </a:p>
          </p:txBody>
        </p:sp>
        <p:sp>
          <p:nvSpPr>
            <p:cNvPr id="1167" name="TextBox 1166">
              <a:extLst>
                <a:ext uri="{FF2B5EF4-FFF2-40B4-BE49-F238E27FC236}">
                  <a16:creationId xmlns:a16="http://schemas.microsoft.com/office/drawing/2014/main" id="{FCDA056D-9D8C-D081-2BB7-E5B8D4ABE52C}"/>
                </a:ext>
              </a:extLst>
            </p:cNvPr>
            <p:cNvSpPr txBox="1"/>
            <p:nvPr/>
          </p:nvSpPr>
          <p:spPr>
            <a:xfrm>
              <a:off x="2161908" y="2597891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20%</a:t>
              </a:r>
            </a:p>
          </p:txBody>
        </p:sp>
        <p:sp>
          <p:nvSpPr>
            <p:cNvPr id="1168" name="TextBox 1167">
              <a:extLst>
                <a:ext uri="{FF2B5EF4-FFF2-40B4-BE49-F238E27FC236}">
                  <a16:creationId xmlns:a16="http://schemas.microsoft.com/office/drawing/2014/main" id="{74919A9A-84DC-C880-3146-73FF1BDE24BF}"/>
                </a:ext>
              </a:extLst>
            </p:cNvPr>
            <p:cNvSpPr txBox="1"/>
            <p:nvPr/>
          </p:nvSpPr>
          <p:spPr>
            <a:xfrm>
              <a:off x="2161908" y="2363449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30%</a:t>
              </a:r>
            </a:p>
          </p:txBody>
        </p:sp>
        <p:sp>
          <p:nvSpPr>
            <p:cNvPr id="1169" name="TextBox 1168">
              <a:extLst>
                <a:ext uri="{FF2B5EF4-FFF2-40B4-BE49-F238E27FC236}">
                  <a16:creationId xmlns:a16="http://schemas.microsoft.com/office/drawing/2014/main" id="{9A249B4F-6BCB-C78C-1ECF-C3F8B78B31E9}"/>
                </a:ext>
              </a:extLst>
            </p:cNvPr>
            <p:cNvSpPr txBox="1"/>
            <p:nvPr/>
          </p:nvSpPr>
          <p:spPr>
            <a:xfrm>
              <a:off x="2161908" y="2129007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40%</a:t>
              </a:r>
            </a:p>
          </p:txBody>
        </p:sp>
        <p:sp>
          <p:nvSpPr>
            <p:cNvPr id="1170" name="TextBox 1169">
              <a:extLst>
                <a:ext uri="{FF2B5EF4-FFF2-40B4-BE49-F238E27FC236}">
                  <a16:creationId xmlns:a16="http://schemas.microsoft.com/office/drawing/2014/main" id="{C9AAE496-F4E3-3C4D-3989-1305CD94D8A5}"/>
                </a:ext>
              </a:extLst>
            </p:cNvPr>
            <p:cNvSpPr txBox="1"/>
            <p:nvPr/>
          </p:nvSpPr>
          <p:spPr>
            <a:xfrm>
              <a:off x="2161908" y="1894565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50%</a:t>
              </a:r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A98E37B0-877F-C129-6DCC-F208E2D99E8D}"/>
                </a:ext>
              </a:extLst>
            </p:cNvPr>
            <p:cNvSpPr/>
            <p:nvPr/>
          </p:nvSpPr>
          <p:spPr>
            <a:xfrm>
              <a:off x="2509439" y="293922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DF55ED3F-F18E-50C5-FC63-0A4C9BF45C79}"/>
                </a:ext>
              </a:extLst>
            </p:cNvPr>
            <p:cNvSpPr/>
            <p:nvPr/>
          </p:nvSpPr>
          <p:spPr>
            <a:xfrm>
              <a:off x="2509439" y="2704780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347203A0-B103-4478-C4B6-B55FD30D84C9}"/>
                </a:ext>
              </a:extLst>
            </p:cNvPr>
            <p:cNvSpPr/>
            <p:nvPr/>
          </p:nvSpPr>
          <p:spPr>
            <a:xfrm>
              <a:off x="2509439" y="2470337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5044BAED-FF9D-5944-7ACD-E7FBB1630533}"/>
                </a:ext>
              </a:extLst>
            </p:cNvPr>
            <p:cNvSpPr/>
            <p:nvPr/>
          </p:nvSpPr>
          <p:spPr>
            <a:xfrm>
              <a:off x="2509439" y="2235895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B160BC97-F636-0578-621D-AFBCC2EB5762}"/>
                </a:ext>
              </a:extLst>
            </p:cNvPr>
            <p:cNvSpPr/>
            <p:nvPr/>
          </p:nvSpPr>
          <p:spPr>
            <a:xfrm>
              <a:off x="2509439" y="2001454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B4926216-D914-62D5-5F15-AAB528D9F774}"/>
                </a:ext>
              </a:extLst>
            </p:cNvPr>
            <p:cNvSpPr/>
            <p:nvPr/>
          </p:nvSpPr>
          <p:spPr>
            <a:xfrm>
              <a:off x="2544236" y="3173664"/>
              <a:ext cx="1239012" cy="12700"/>
            </a:xfrm>
            <a:custGeom>
              <a:avLst/>
              <a:gdLst>
                <a:gd name="csX0" fmla="*/ 0 w 1239012"/>
                <a:gd name="csY0" fmla="*/ 0 h 12700"/>
                <a:gd name="csX1" fmla="*/ 1239012 w 123901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39012" h="12700">
                  <a:moveTo>
                    <a:pt x="0" y="0"/>
                  </a:moveTo>
                  <a:lnTo>
                    <a:pt x="123901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85C5B424-823E-217C-394B-755E043ACA0D}"/>
                </a:ext>
              </a:extLst>
            </p:cNvPr>
            <p:cNvSpPr txBox="1"/>
            <p:nvPr/>
          </p:nvSpPr>
          <p:spPr>
            <a:xfrm rot="16200000">
              <a:off x="1632164" y="2370977"/>
              <a:ext cx="102624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 </a:t>
              </a:r>
              <a:r>
                <a:rPr lang="en-US" sz="1000" i="1" spc="0" baseline="0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nmbr</a:t>
              </a:r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+</a:t>
              </a:r>
            </a:p>
          </p:txBody>
        </p:sp>
      </p:grpSp>
      <p:grpSp>
        <p:nvGrpSpPr>
          <p:cNvPr id="1270" name="Group 1269">
            <a:extLst>
              <a:ext uri="{FF2B5EF4-FFF2-40B4-BE49-F238E27FC236}">
                <a16:creationId xmlns:a16="http://schemas.microsoft.com/office/drawing/2014/main" id="{80D14AB7-9E7C-C2E4-A0F6-B5F74649B124}"/>
              </a:ext>
            </a:extLst>
          </p:cNvPr>
          <p:cNvGrpSpPr/>
          <p:nvPr/>
        </p:nvGrpSpPr>
        <p:grpSpPr>
          <a:xfrm>
            <a:off x="428840" y="3169096"/>
            <a:ext cx="1620368" cy="1401563"/>
            <a:chOff x="-1894648" y="3083034"/>
            <a:chExt cx="1620368" cy="1401563"/>
          </a:xfrm>
        </p:grpSpPr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929832B3-7689-E011-DF30-A88A089C6745}"/>
                </a:ext>
              </a:extLst>
            </p:cNvPr>
            <p:cNvSpPr/>
            <p:nvPr/>
          </p:nvSpPr>
          <p:spPr>
            <a:xfrm>
              <a:off x="-1430997" y="3784201"/>
              <a:ext cx="12700" cy="248158"/>
            </a:xfrm>
            <a:custGeom>
              <a:avLst/>
              <a:gdLst>
                <a:gd name="csX0" fmla="*/ 0 w 12700"/>
                <a:gd name="csY0" fmla="*/ 248158 h 248158"/>
                <a:gd name="csX1" fmla="*/ 0 w 12700"/>
                <a:gd name="csY1" fmla="*/ 0 h 248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48158">
                  <a:moveTo>
                    <a:pt x="0" y="248158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389936B7-8640-B537-9FE9-236C53DB33DC}"/>
                </a:ext>
              </a:extLst>
            </p:cNvPr>
            <p:cNvSpPr/>
            <p:nvPr/>
          </p:nvSpPr>
          <p:spPr>
            <a:xfrm>
              <a:off x="-1430997" y="4343763"/>
              <a:ext cx="12700" cy="16890"/>
            </a:xfrm>
            <a:custGeom>
              <a:avLst/>
              <a:gdLst>
                <a:gd name="csX0" fmla="*/ 0 w 12700"/>
                <a:gd name="csY0" fmla="*/ 0 h 16890"/>
                <a:gd name="csX1" fmla="*/ 0 w 12700"/>
                <a:gd name="csY1" fmla="*/ 16891 h 16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6890">
                  <a:moveTo>
                    <a:pt x="0" y="0"/>
                  </a:moveTo>
                  <a:lnTo>
                    <a:pt x="0" y="16891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989C4424-E10D-8382-729B-33CA7E596093}"/>
                </a:ext>
              </a:extLst>
            </p:cNvPr>
            <p:cNvSpPr/>
            <p:nvPr/>
          </p:nvSpPr>
          <p:spPr>
            <a:xfrm>
              <a:off x="-1506435" y="4032359"/>
              <a:ext cx="150876" cy="311403"/>
            </a:xfrm>
            <a:custGeom>
              <a:avLst/>
              <a:gdLst>
                <a:gd name="csX0" fmla="*/ 0 w 150876"/>
                <a:gd name="csY0" fmla="*/ 0 h 311403"/>
                <a:gd name="csX1" fmla="*/ 0 w 150876"/>
                <a:gd name="csY1" fmla="*/ 311404 h 311403"/>
                <a:gd name="csX2" fmla="*/ 150876 w 150876"/>
                <a:gd name="csY2" fmla="*/ 311404 h 311403"/>
                <a:gd name="csX3" fmla="*/ 150876 w 150876"/>
                <a:gd name="csY3" fmla="*/ 0 h 311403"/>
                <a:gd name="csX4" fmla="*/ 0 w 150876"/>
                <a:gd name="csY4" fmla="*/ 0 h 311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311403">
                  <a:moveTo>
                    <a:pt x="0" y="0"/>
                  </a:moveTo>
                  <a:lnTo>
                    <a:pt x="0" y="311404"/>
                  </a:lnTo>
                  <a:lnTo>
                    <a:pt x="150876" y="311404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C88E5D32-629F-C533-5E2B-E200BD6A2E2F}"/>
                </a:ext>
              </a:extLst>
            </p:cNvPr>
            <p:cNvSpPr/>
            <p:nvPr/>
          </p:nvSpPr>
          <p:spPr>
            <a:xfrm>
              <a:off x="-1506435" y="4237972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1553B0C8-54FA-A7D4-6F13-C22AD34C1D40}"/>
                </a:ext>
              </a:extLst>
            </p:cNvPr>
            <p:cNvSpPr/>
            <p:nvPr/>
          </p:nvSpPr>
          <p:spPr>
            <a:xfrm>
              <a:off x="-1179537" y="3923266"/>
              <a:ext cx="12700" cy="54990"/>
            </a:xfrm>
            <a:custGeom>
              <a:avLst/>
              <a:gdLst>
                <a:gd name="csX0" fmla="*/ 0 w 12700"/>
                <a:gd name="csY0" fmla="*/ 54991 h 54990"/>
                <a:gd name="csX1" fmla="*/ 0 w 12700"/>
                <a:gd name="csY1" fmla="*/ 0 h 54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54990">
                  <a:moveTo>
                    <a:pt x="0" y="54991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50733E3F-137E-D64A-07D3-B2AEBDC3BB73}"/>
                </a:ext>
              </a:extLst>
            </p:cNvPr>
            <p:cNvSpPr/>
            <p:nvPr/>
          </p:nvSpPr>
          <p:spPr>
            <a:xfrm>
              <a:off x="-1179537" y="4172567"/>
              <a:ext cx="12700" cy="188087"/>
            </a:xfrm>
            <a:custGeom>
              <a:avLst/>
              <a:gdLst>
                <a:gd name="csX0" fmla="*/ 0 w 12700"/>
                <a:gd name="csY0" fmla="*/ 0 h 188087"/>
                <a:gd name="csX1" fmla="*/ 0 w 12700"/>
                <a:gd name="csY1" fmla="*/ 188087 h 188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88087">
                  <a:moveTo>
                    <a:pt x="0" y="0"/>
                  </a:moveTo>
                  <a:lnTo>
                    <a:pt x="0" y="18808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D1C40EF0-2C34-0A2A-CDC1-07F15BD3B7F7}"/>
                </a:ext>
              </a:extLst>
            </p:cNvPr>
            <p:cNvSpPr/>
            <p:nvPr/>
          </p:nvSpPr>
          <p:spPr>
            <a:xfrm>
              <a:off x="-1254975" y="3978257"/>
              <a:ext cx="150876" cy="194309"/>
            </a:xfrm>
            <a:custGeom>
              <a:avLst/>
              <a:gdLst>
                <a:gd name="csX0" fmla="*/ 0 w 150876"/>
                <a:gd name="csY0" fmla="*/ 0 h 194309"/>
                <a:gd name="csX1" fmla="*/ 0 w 150876"/>
                <a:gd name="csY1" fmla="*/ 194310 h 194309"/>
                <a:gd name="csX2" fmla="*/ 150876 w 150876"/>
                <a:gd name="csY2" fmla="*/ 194310 h 194309"/>
                <a:gd name="csX3" fmla="*/ 150876 w 150876"/>
                <a:gd name="csY3" fmla="*/ 0 h 194309"/>
                <a:gd name="csX4" fmla="*/ 0 w 150876"/>
                <a:gd name="csY4" fmla="*/ 0 h 19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94309">
                  <a:moveTo>
                    <a:pt x="0" y="0"/>
                  </a:moveTo>
                  <a:lnTo>
                    <a:pt x="0" y="194310"/>
                  </a:lnTo>
                  <a:lnTo>
                    <a:pt x="150876" y="194310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4E45BC23-4B29-6746-EEE4-E8428083A8AD}"/>
                </a:ext>
              </a:extLst>
            </p:cNvPr>
            <p:cNvSpPr/>
            <p:nvPr/>
          </p:nvSpPr>
          <p:spPr>
            <a:xfrm>
              <a:off x="-1254975" y="4042900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2CD4738D-B520-9BDF-4B49-2E5C02C729E8}"/>
                </a:ext>
              </a:extLst>
            </p:cNvPr>
            <p:cNvSpPr/>
            <p:nvPr/>
          </p:nvSpPr>
          <p:spPr>
            <a:xfrm>
              <a:off x="-928077" y="4158851"/>
              <a:ext cx="12700" cy="50546"/>
            </a:xfrm>
            <a:custGeom>
              <a:avLst/>
              <a:gdLst>
                <a:gd name="csX0" fmla="*/ 0 w 12700"/>
                <a:gd name="csY0" fmla="*/ 50546 h 50546"/>
                <a:gd name="csX1" fmla="*/ 0 w 12700"/>
                <a:gd name="csY1" fmla="*/ 0 h 50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50546">
                  <a:moveTo>
                    <a:pt x="0" y="50546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7D0B81D9-4E7B-FF40-2DC2-DA999820D964}"/>
                </a:ext>
              </a:extLst>
            </p:cNvPr>
            <p:cNvSpPr/>
            <p:nvPr/>
          </p:nvSpPr>
          <p:spPr>
            <a:xfrm>
              <a:off x="-928077" y="4310235"/>
              <a:ext cx="12700" cy="50418"/>
            </a:xfrm>
            <a:custGeom>
              <a:avLst/>
              <a:gdLst>
                <a:gd name="csX0" fmla="*/ 0 w 12700"/>
                <a:gd name="csY0" fmla="*/ 0 h 50418"/>
                <a:gd name="csX1" fmla="*/ 0 w 12700"/>
                <a:gd name="csY1" fmla="*/ 50419 h 50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50418">
                  <a:moveTo>
                    <a:pt x="0" y="0"/>
                  </a:moveTo>
                  <a:lnTo>
                    <a:pt x="0" y="50419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BA93FDDF-F3D1-F52E-06B1-52A1EE14BB0C}"/>
                </a:ext>
              </a:extLst>
            </p:cNvPr>
            <p:cNvSpPr/>
            <p:nvPr/>
          </p:nvSpPr>
          <p:spPr>
            <a:xfrm>
              <a:off x="-1003515" y="4209396"/>
              <a:ext cx="150876" cy="100838"/>
            </a:xfrm>
            <a:custGeom>
              <a:avLst/>
              <a:gdLst>
                <a:gd name="csX0" fmla="*/ 0 w 150876"/>
                <a:gd name="csY0" fmla="*/ 0 h 100838"/>
                <a:gd name="csX1" fmla="*/ 0 w 150876"/>
                <a:gd name="csY1" fmla="*/ 100838 h 100838"/>
                <a:gd name="csX2" fmla="*/ 150876 w 150876"/>
                <a:gd name="csY2" fmla="*/ 100838 h 100838"/>
                <a:gd name="csX3" fmla="*/ 150876 w 150876"/>
                <a:gd name="csY3" fmla="*/ 0 h 100838"/>
                <a:gd name="csX4" fmla="*/ 0 w 150876"/>
                <a:gd name="csY4" fmla="*/ 0 h 100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00838">
                  <a:moveTo>
                    <a:pt x="0" y="0"/>
                  </a:moveTo>
                  <a:lnTo>
                    <a:pt x="0" y="100838"/>
                  </a:lnTo>
                  <a:lnTo>
                    <a:pt x="150876" y="100838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C9791072-132F-7244-D1CC-D4B864564EE9}"/>
                </a:ext>
              </a:extLst>
            </p:cNvPr>
            <p:cNvSpPr/>
            <p:nvPr/>
          </p:nvSpPr>
          <p:spPr>
            <a:xfrm>
              <a:off x="-1003515" y="4259816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E471875F-F22C-2ABE-BD22-F9B004BE2218}"/>
                </a:ext>
              </a:extLst>
            </p:cNvPr>
            <p:cNvSpPr/>
            <p:nvPr/>
          </p:nvSpPr>
          <p:spPr>
            <a:xfrm>
              <a:off x="-425157" y="3626721"/>
              <a:ext cx="12700" cy="128015"/>
            </a:xfrm>
            <a:custGeom>
              <a:avLst/>
              <a:gdLst>
                <a:gd name="csX0" fmla="*/ 0 w 12700"/>
                <a:gd name="csY0" fmla="*/ 128016 h 128015"/>
                <a:gd name="csX1" fmla="*/ 0 w 12700"/>
                <a:gd name="csY1" fmla="*/ 0 h 128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28015">
                  <a:moveTo>
                    <a:pt x="0" y="128016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110251E2-0B83-308B-F30B-C6C3136DC823}"/>
                </a:ext>
              </a:extLst>
            </p:cNvPr>
            <p:cNvSpPr/>
            <p:nvPr/>
          </p:nvSpPr>
          <p:spPr>
            <a:xfrm>
              <a:off x="-425157" y="4033375"/>
              <a:ext cx="12700" cy="27050"/>
            </a:xfrm>
            <a:custGeom>
              <a:avLst/>
              <a:gdLst>
                <a:gd name="csX0" fmla="*/ 0 w 12700"/>
                <a:gd name="csY0" fmla="*/ 0 h 27050"/>
                <a:gd name="csX1" fmla="*/ 0 w 12700"/>
                <a:gd name="csY1" fmla="*/ 27051 h 27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7050">
                  <a:moveTo>
                    <a:pt x="0" y="0"/>
                  </a:moveTo>
                  <a:lnTo>
                    <a:pt x="0" y="27051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D1AFD92D-605F-F87E-716B-9C200B059114}"/>
                </a:ext>
              </a:extLst>
            </p:cNvPr>
            <p:cNvSpPr/>
            <p:nvPr/>
          </p:nvSpPr>
          <p:spPr>
            <a:xfrm>
              <a:off x="-500595" y="3754736"/>
              <a:ext cx="150876" cy="278637"/>
            </a:xfrm>
            <a:custGeom>
              <a:avLst/>
              <a:gdLst>
                <a:gd name="csX0" fmla="*/ 0 w 150876"/>
                <a:gd name="csY0" fmla="*/ 0 h 278637"/>
                <a:gd name="csX1" fmla="*/ 0 w 150876"/>
                <a:gd name="csY1" fmla="*/ 278638 h 278637"/>
                <a:gd name="csX2" fmla="*/ 150876 w 150876"/>
                <a:gd name="csY2" fmla="*/ 278638 h 278637"/>
                <a:gd name="csX3" fmla="*/ 150876 w 150876"/>
                <a:gd name="csY3" fmla="*/ 0 h 278637"/>
                <a:gd name="csX4" fmla="*/ 0 w 150876"/>
                <a:gd name="csY4" fmla="*/ 0 h 278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78637">
                  <a:moveTo>
                    <a:pt x="0" y="0"/>
                  </a:moveTo>
                  <a:lnTo>
                    <a:pt x="0" y="278638"/>
                  </a:lnTo>
                  <a:lnTo>
                    <a:pt x="150876" y="278638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890D7E4B-DC47-F4C6-A353-43EB6B6F9896}"/>
                </a:ext>
              </a:extLst>
            </p:cNvPr>
            <p:cNvSpPr/>
            <p:nvPr/>
          </p:nvSpPr>
          <p:spPr>
            <a:xfrm>
              <a:off x="-500595" y="4021945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7" name="Oval 1216">
              <a:extLst>
                <a:ext uri="{FF2B5EF4-FFF2-40B4-BE49-F238E27FC236}">
                  <a16:creationId xmlns:a16="http://schemas.microsoft.com/office/drawing/2014/main" id="{4BB148DF-AD56-ACA5-815B-5088B1027722}"/>
                </a:ext>
              </a:extLst>
            </p:cNvPr>
            <p:cNvSpPr/>
            <p:nvPr/>
          </p:nvSpPr>
          <p:spPr>
            <a:xfrm>
              <a:off x="-925156" y="434249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8" name="Oval 1217">
              <a:extLst>
                <a:ext uri="{FF2B5EF4-FFF2-40B4-BE49-F238E27FC236}">
                  <a16:creationId xmlns:a16="http://schemas.microsoft.com/office/drawing/2014/main" id="{5ECEB22E-5D29-95A3-405C-09EBECF07997}"/>
                </a:ext>
              </a:extLst>
            </p:cNvPr>
            <p:cNvSpPr/>
            <p:nvPr/>
          </p:nvSpPr>
          <p:spPr>
            <a:xfrm>
              <a:off x="-1175600" y="390777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19" name="Oval 1218">
              <a:extLst>
                <a:ext uri="{FF2B5EF4-FFF2-40B4-BE49-F238E27FC236}">
                  <a16:creationId xmlns:a16="http://schemas.microsoft.com/office/drawing/2014/main" id="{2E59DB81-1C1A-8195-A900-C6A0F5C90251}"/>
                </a:ext>
              </a:extLst>
            </p:cNvPr>
            <p:cNvSpPr/>
            <p:nvPr/>
          </p:nvSpPr>
          <p:spPr>
            <a:xfrm>
              <a:off x="-1208239" y="390535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0" name="Oval 1219">
              <a:extLst>
                <a:ext uri="{FF2B5EF4-FFF2-40B4-BE49-F238E27FC236}">
                  <a16:creationId xmlns:a16="http://schemas.microsoft.com/office/drawing/2014/main" id="{913CC0A9-3688-83A1-C84B-1E25113812F1}"/>
                </a:ext>
              </a:extLst>
            </p:cNvPr>
            <p:cNvSpPr/>
            <p:nvPr/>
          </p:nvSpPr>
          <p:spPr>
            <a:xfrm>
              <a:off x="-426554" y="401915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1" name="Oval 1220">
              <a:extLst>
                <a:ext uri="{FF2B5EF4-FFF2-40B4-BE49-F238E27FC236}">
                  <a16:creationId xmlns:a16="http://schemas.microsoft.com/office/drawing/2014/main" id="{47D80662-8076-C146-336A-BB3E776D9500}"/>
                </a:ext>
              </a:extLst>
            </p:cNvPr>
            <p:cNvSpPr/>
            <p:nvPr/>
          </p:nvSpPr>
          <p:spPr>
            <a:xfrm>
              <a:off x="-1441792" y="43427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2" name="Oval 1221">
              <a:extLst>
                <a:ext uri="{FF2B5EF4-FFF2-40B4-BE49-F238E27FC236}">
                  <a16:creationId xmlns:a16="http://schemas.microsoft.com/office/drawing/2014/main" id="{36A65AB9-6269-69C9-EC59-B5C529D55879}"/>
                </a:ext>
              </a:extLst>
            </p:cNvPr>
            <p:cNvSpPr/>
            <p:nvPr/>
          </p:nvSpPr>
          <p:spPr>
            <a:xfrm>
              <a:off x="-442175" y="4042265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3" name="Oval 1222">
              <a:extLst>
                <a:ext uri="{FF2B5EF4-FFF2-40B4-BE49-F238E27FC236}">
                  <a16:creationId xmlns:a16="http://schemas.microsoft.com/office/drawing/2014/main" id="{C448AAAB-96BF-6631-D130-78B020808EE2}"/>
                </a:ext>
              </a:extLst>
            </p:cNvPr>
            <p:cNvSpPr/>
            <p:nvPr/>
          </p:nvSpPr>
          <p:spPr>
            <a:xfrm>
              <a:off x="-1437093" y="396416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4" name="Oval 1223">
              <a:extLst>
                <a:ext uri="{FF2B5EF4-FFF2-40B4-BE49-F238E27FC236}">
                  <a16:creationId xmlns:a16="http://schemas.microsoft.com/office/drawing/2014/main" id="{C0681A7C-6EDF-0192-D892-A619565EE2C9}"/>
                </a:ext>
              </a:extLst>
            </p:cNvPr>
            <p:cNvSpPr/>
            <p:nvPr/>
          </p:nvSpPr>
          <p:spPr>
            <a:xfrm>
              <a:off x="-461606" y="400340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5" name="Oval 1224">
              <a:extLst>
                <a:ext uri="{FF2B5EF4-FFF2-40B4-BE49-F238E27FC236}">
                  <a16:creationId xmlns:a16="http://schemas.microsoft.com/office/drawing/2014/main" id="{6B145383-D8FC-2A4A-DDC1-93CC7CE70B1D}"/>
                </a:ext>
              </a:extLst>
            </p:cNvPr>
            <p:cNvSpPr/>
            <p:nvPr/>
          </p:nvSpPr>
          <p:spPr>
            <a:xfrm>
              <a:off x="-1441030" y="41649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6" name="Oval 1225">
              <a:extLst>
                <a:ext uri="{FF2B5EF4-FFF2-40B4-BE49-F238E27FC236}">
                  <a16:creationId xmlns:a16="http://schemas.microsoft.com/office/drawing/2014/main" id="{29DA40DF-7839-5B8E-308E-75CF60C70BC0}"/>
                </a:ext>
              </a:extLst>
            </p:cNvPr>
            <p:cNvSpPr/>
            <p:nvPr/>
          </p:nvSpPr>
          <p:spPr>
            <a:xfrm>
              <a:off x="-432904" y="360856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7" name="Oval 1226">
              <a:extLst>
                <a:ext uri="{FF2B5EF4-FFF2-40B4-BE49-F238E27FC236}">
                  <a16:creationId xmlns:a16="http://schemas.microsoft.com/office/drawing/2014/main" id="{50E4A574-AB0C-CE8E-5072-BC8A46F64320}"/>
                </a:ext>
              </a:extLst>
            </p:cNvPr>
            <p:cNvSpPr/>
            <p:nvPr/>
          </p:nvSpPr>
          <p:spPr>
            <a:xfrm>
              <a:off x="-1451063" y="376616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8" name="Oval 1227">
              <a:extLst>
                <a:ext uri="{FF2B5EF4-FFF2-40B4-BE49-F238E27FC236}">
                  <a16:creationId xmlns:a16="http://schemas.microsoft.com/office/drawing/2014/main" id="{818C77A8-7145-F6BF-14E8-234524C8BD2C}"/>
                </a:ext>
              </a:extLst>
            </p:cNvPr>
            <p:cNvSpPr/>
            <p:nvPr/>
          </p:nvSpPr>
          <p:spPr>
            <a:xfrm>
              <a:off x="-432142" y="400429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29" name="Oval 1228">
              <a:extLst>
                <a:ext uri="{FF2B5EF4-FFF2-40B4-BE49-F238E27FC236}">
                  <a16:creationId xmlns:a16="http://schemas.microsoft.com/office/drawing/2014/main" id="{F0931970-35E5-A24E-53DF-10F054ADC23F}"/>
                </a:ext>
              </a:extLst>
            </p:cNvPr>
            <p:cNvSpPr/>
            <p:nvPr/>
          </p:nvSpPr>
          <p:spPr>
            <a:xfrm>
              <a:off x="-1427060" y="427505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0" name="Oval 1229">
              <a:extLst>
                <a:ext uri="{FF2B5EF4-FFF2-40B4-BE49-F238E27FC236}">
                  <a16:creationId xmlns:a16="http://schemas.microsoft.com/office/drawing/2014/main" id="{246A4279-46E3-2A8B-E09E-C0CA0DE53197}"/>
                </a:ext>
              </a:extLst>
            </p:cNvPr>
            <p:cNvSpPr/>
            <p:nvPr/>
          </p:nvSpPr>
          <p:spPr>
            <a:xfrm>
              <a:off x="-1209890" y="402473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1" name="Oval 1230">
              <a:extLst>
                <a:ext uri="{FF2B5EF4-FFF2-40B4-BE49-F238E27FC236}">
                  <a16:creationId xmlns:a16="http://schemas.microsoft.com/office/drawing/2014/main" id="{FE3485C7-42D0-0C10-4CF5-210EA0E3A89F}"/>
                </a:ext>
              </a:extLst>
            </p:cNvPr>
            <p:cNvSpPr/>
            <p:nvPr/>
          </p:nvSpPr>
          <p:spPr>
            <a:xfrm>
              <a:off x="-445096" y="364805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2" name="Oval 1231">
              <a:extLst>
                <a:ext uri="{FF2B5EF4-FFF2-40B4-BE49-F238E27FC236}">
                  <a16:creationId xmlns:a16="http://schemas.microsoft.com/office/drawing/2014/main" id="{A65CFB4E-3D48-1AAD-E3CF-AEB15ABC1F22}"/>
                </a:ext>
              </a:extLst>
            </p:cNvPr>
            <p:cNvSpPr/>
            <p:nvPr/>
          </p:nvSpPr>
          <p:spPr>
            <a:xfrm>
              <a:off x="-1426806" y="43427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3" name="Oval 1232">
              <a:extLst>
                <a:ext uri="{FF2B5EF4-FFF2-40B4-BE49-F238E27FC236}">
                  <a16:creationId xmlns:a16="http://schemas.microsoft.com/office/drawing/2014/main" id="{D7E58795-13E3-243C-5EEC-13F1DFAF9109}"/>
                </a:ext>
              </a:extLst>
            </p:cNvPr>
            <p:cNvSpPr/>
            <p:nvPr/>
          </p:nvSpPr>
          <p:spPr>
            <a:xfrm>
              <a:off x="-921981" y="414069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4" name="Oval 1233">
              <a:extLst>
                <a:ext uri="{FF2B5EF4-FFF2-40B4-BE49-F238E27FC236}">
                  <a16:creationId xmlns:a16="http://schemas.microsoft.com/office/drawing/2014/main" id="{F121882D-99E6-9092-CAF7-38D0DA3D162A}"/>
                </a:ext>
              </a:extLst>
            </p:cNvPr>
            <p:cNvSpPr/>
            <p:nvPr/>
          </p:nvSpPr>
          <p:spPr>
            <a:xfrm>
              <a:off x="-1216748" y="434262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5" name="Oval 1234">
              <a:extLst>
                <a:ext uri="{FF2B5EF4-FFF2-40B4-BE49-F238E27FC236}">
                  <a16:creationId xmlns:a16="http://schemas.microsoft.com/office/drawing/2014/main" id="{E0418BE5-3380-4E98-07CA-8A4BE47DC026}"/>
                </a:ext>
              </a:extLst>
            </p:cNvPr>
            <p:cNvSpPr/>
            <p:nvPr/>
          </p:nvSpPr>
          <p:spPr>
            <a:xfrm>
              <a:off x="-1198841" y="401267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6" name="Oval 1235">
              <a:extLst>
                <a:ext uri="{FF2B5EF4-FFF2-40B4-BE49-F238E27FC236}">
                  <a16:creationId xmlns:a16="http://schemas.microsoft.com/office/drawing/2014/main" id="{F9EAC415-F255-1326-4128-66F9AEAC7921}"/>
                </a:ext>
              </a:extLst>
            </p:cNvPr>
            <p:cNvSpPr/>
            <p:nvPr/>
          </p:nvSpPr>
          <p:spPr>
            <a:xfrm>
              <a:off x="-691603" y="413967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7" name="Oval 1236">
              <a:extLst>
                <a:ext uri="{FF2B5EF4-FFF2-40B4-BE49-F238E27FC236}">
                  <a16:creationId xmlns:a16="http://schemas.microsoft.com/office/drawing/2014/main" id="{53C77D23-D316-4CB1-8C06-8C20BEAD7A0D}"/>
                </a:ext>
              </a:extLst>
            </p:cNvPr>
            <p:cNvSpPr/>
            <p:nvPr/>
          </p:nvSpPr>
          <p:spPr>
            <a:xfrm>
              <a:off x="-1177251" y="416799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38" name="Oval 1237">
              <a:extLst>
                <a:ext uri="{FF2B5EF4-FFF2-40B4-BE49-F238E27FC236}">
                  <a16:creationId xmlns:a16="http://schemas.microsoft.com/office/drawing/2014/main" id="{8D9B277B-7BBD-DD71-214E-EF8D52B5E649}"/>
                </a:ext>
              </a:extLst>
            </p:cNvPr>
            <p:cNvSpPr/>
            <p:nvPr/>
          </p:nvSpPr>
          <p:spPr>
            <a:xfrm>
              <a:off x="-1215732" y="414119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17810DD6-AC9E-8C80-29A8-954A22ADB513}"/>
                </a:ext>
              </a:extLst>
            </p:cNvPr>
            <p:cNvSpPr/>
            <p:nvPr/>
          </p:nvSpPr>
          <p:spPr>
            <a:xfrm>
              <a:off x="-1581872" y="3083034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47" name="TextBox 1246">
              <a:extLst>
                <a:ext uri="{FF2B5EF4-FFF2-40B4-BE49-F238E27FC236}">
                  <a16:creationId xmlns:a16="http://schemas.microsoft.com/office/drawing/2014/main" id="{67990AFE-96B2-BDB3-D576-8324DCC19CE1}"/>
                </a:ext>
              </a:extLst>
            </p:cNvPr>
            <p:cNvSpPr txBox="1"/>
            <p:nvPr/>
          </p:nvSpPr>
          <p:spPr>
            <a:xfrm>
              <a:off x="-1894648" y="4253765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</a:t>
              </a:r>
            </a:p>
          </p:txBody>
        </p:sp>
        <p:sp>
          <p:nvSpPr>
            <p:cNvPr id="1248" name="TextBox 1247">
              <a:extLst>
                <a:ext uri="{FF2B5EF4-FFF2-40B4-BE49-F238E27FC236}">
                  <a16:creationId xmlns:a16="http://schemas.microsoft.com/office/drawing/2014/main" id="{C90E4C30-ABC1-BE34-8F74-D2297691141B}"/>
                </a:ext>
              </a:extLst>
            </p:cNvPr>
            <p:cNvSpPr txBox="1"/>
            <p:nvPr/>
          </p:nvSpPr>
          <p:spPr>
            <a:xfrm>
              <a:off x="-1894648" y="3935757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0.1</a:t>
              </a:r>
            </a:p>
          </p:txBody>
        </p:sp>
        <p:sp>
          <p:nvSpPr>
            <p:cNvPr id="1249" name="TextBox 1248">
              <a:extLst>
                <a:ext uri="{FF2B5EF4-FFF2-40B4-BE49-F238E27FC236}">
                  <a16:creationId xmlns:a16="http://schemas.microsoft.com/office/drawing/2014/main" id="{E141776F-9293-FDAE-BF5C-0560E4F76ADE}"/>
                </a:ext>
              </a:extLst>
            </p:cNvPr>
            <p:cNvSpPr txBox="1"/>
            <p:nvPr/>
          </p:nvSpPr>
          <p:spPr>
            <a:xfrm>
              <a:off x="-1894648" y="3617749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0.2</a:t>
              </a:r>
            </a:p>
          </p:txBody>
        </p:sp>
        <p:sp>
          <p:nvSpPr>
            <p:cNvPr id="1250" name="TextBox 1249">
              <a:extLst>
                <a:ext uri="{FF2B5EF4-FFF2-40B4-BE49-F238E27FC236}">
                  <a16:creationId xmlns:a16="http://schemas.microsoft.com/office/drawing/2014/main" id="{6E2910C9-E7A2-A1B6-5758-6E817F659809}"/>
                </a:ext>
              </a:extLst>
            </p:cNvPr>
            <p:cNvSpPr txBox="1"/>
            <p:nvPr/>
          </p:nvSpPr>
          <p:spPr>
            <a:xfrm>
              <a:off x="-1894648" y="3299741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0.3</a:t>
              </a:r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D6FC4920-B781-953A-9B04-6EDC33F880E4}"/>
                </a:ext>
              </a:extLst>
            </p:cNvPr>
            <p:cNvSpPr/>
            <p:nvPr/>
          </p:nvSpPr>
          <p:spPr>
            <a:xfrm>
              <a:off x="-1616671" y="436065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1CE62F5D-69AC-E7A1-786F-B4F5C7CBEC13}"/>
                </a:ext>
              </a:extLst>
            </p:cNvPr>
            <p:cNvSpPr/>
            <p:nvPr/>
          </p:nvSpPr>
          <p:spPr>
            <a:xfrm>
              <a:off x="-1616671" y="4042646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20D7260F-80AE-0404-B7CB-3D256DF1AFFB}"/>
                </a:ext>
              </a:extLst>
            </p:cNvPr>
            <p:cNvSpPr/>
            <p:nvPr/>
          </p:nvSpPr>
          <p:spPr>
            <a:xfrm>
              <a:off x="-1616671" y="372463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5ACFC2EA-E0B6-F5E8-72EB-3E29C1867EC4}"/>
                </a:ext>
              </a:extLst>
            </p:cNvPr>
            <p:cNvSpPr/>
            <p:nvPr/>
          </p:nvSpPr>
          <p:spPr>
            <a:xfrm>
              <a:off x="-1616671" y="3406629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0120A667-BCBA-2769-D340-EC6F6707C6A7}"/>
                </a:ext>
              </a:extLst>
            </p:cNvPr>
            <p:cNvSpPr/>
            <p:nvPr/>
          </p:nvSpPr>
          <p:spPr>
            <a:xfrm>
              <a:off x="-1581872" y="4442188"/>
              <a:ext cx="1307592" cy="12700"/>
            </a:xfrm>
            <a:custGeom>
              <a:avLst/>
              <a:gdLst>
                <a:gd name="csX0" fmla="*/ 0 w 1307592"/>
                <a:gd name="csY0" fmla="*/ 0 h 12700"/>
                <a:gd name="csX1" fmla="*/ 1307592 w 130759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07592" h="12700">
                  <a:moveTo>
                    <a:pt x="0" y="0"/>
                  </a:moveTo>
                  <a:lnTo>
                    <a:pt x="130759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</p:grpSp>
      <p:sp>
        <p:nvSpPr>
          <p:cNvPr id="1269" name="TextBox 1268">
            <a:extLst>
              <a:ext uri="{FF2B5EF4-FFF2-40B4-BE49-F238E27FC236}">
                <a16:creationId xmlns:a16="http://schemas.microsoft.com/office/drawing/2014/main" id="{8BA38503-5E0B-1ED1-C642-8E571407C430}"/>
              </a:ext>
            </a:extLst>
          </p:cNvPr>
          <p:cNvSpPr txBox="1"/>
          <p:nvPr/>
        </p:nvSpPr>
        <p:spPr>
          <a:xfrm rot="16200000">
            <a:off x="-67120" y="3730189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spc="0" baseline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Expression</a:t>
            </a:r>
          </a:p>
        </p:txBody>
      </p:sp>
      <p:grpSp>
        <p:nvGrpSpPr>
          <p:cNvPr id="1342" name="Group 1341">
            <a:extLst>
              <a:ext uri="{FF2B5EF4-FFF2-40B4-BE49-F238E27FC236}">
                <a16:creationId xmlns:a16="http://schemas.microsoft.com/office/drawing/2014/main" id="{BFAF4C52-A90C-DCB6-87B2-88A47269A2AA}"/>
              </a:ext>
            </a:extLst>
          </p:cNvPr>
          <p:cNvGrpSpPr/>
          <p:nvPr/>
        </p:nvGrpSpPr>
        <p:grpSpPr>
          <a:xfrm>
            <a:off x="2400810" y="3087562"/>
            <a:ext cx="1761200" cy="1483097"/>
            <a:chOff x="4489183" y="4163671"/>
            <a:chExt cx="1761200" cy="1483097"/>
          </a:xfrm>
        </p:grpSpPr>
        <p:sp>
          <p:nvSpPr>
            <p:cNvPr id="1277" name="Rectangle 1276">
              <a:extLst>
                <a:ext uri="{FF2B5EF4-FFF2-40B4-BE49-F238E27FC236}">
                  <a16:creationId xmlns:a16="http://schemas.microsoft.com/office/drawing/2014/main" id="{391DA2A0-2568-4C93-3FAD-2947A1088588}"/>
                </a:ext>
              </a:extLst>
            </p:cNvPr>
            <p:cNvSpPr/>
            <p:nvPr/>
          </p:nvSpPr>
          <p:spPr>
            <a:xfrm>
              <a:off x="5011244" y="4163671"/>
              <a:ext cx="1239139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78" name="Rectangle 1277">
              <a:extLst>
                <a:ext uri="{FF2B5EF4-FFF2-40B4-BE49-F238E27FC236}">
                  <a16:creationId xmlns:a16="http://schemas.microsoft.com/office/drawing/2014/main" id="{F4D8B7C9-91D8-2FFD-A75B-C57104311999}"/>
                </a:ext>
              </a:extLst>
            </p:cNvPr>
            <p:cNvSpPr/>
            <p:nvPr/>
          </p:nvSpPr>
          <p:spPr>
            <a:xfrm>
              <a:off x="5082618" y="5242028"/>
              <a:ext cx="143001" cy="280797"/>
            </a:xfrm>
            <a:prstGeom prst="rect">
              <a:avLst/>
            </a:prstGeom>
            <a:solidFill>
              <a:srgbClr val="1965B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79" name="Rectangle 1278">
              <a:extLst>
                <a:ext uri="{FF2B5EF4-FFF2-40B4-BE49-F238E27FC236}">
                  <a16:creationId xmlns:a16="http://schemas.microsoft.com/office/drawing/2014/main" id="{5C8A2FA5-569A-5E89-B75A-204687C14385}"/>
                </a:ext>
              </a:extLst>
            </p:cNvPr>
            <p:cNvSpPr/>
            <p:nvPr/>
          </p:nvSpPr>
          <p:spPr>
            <a:xfrm>
              <a:off x="5320997" y="5133062"/>
              <a:ext cx="143002" cy="389890"/>
            </a:xfrm>
            <a:prstGeom prst="rect">
              <a:avLst/>
            </a:prstGeom>
            <a:solidFill>
              <a:srgbClr val="4EB265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0" name="Rectangle 1279">
              <a:extLst>
                <a:ext uri="{FF2B5EF4-FFF2-40B4-BE49-F238E27FC236}">
                  <a16:creationId xmlns:a16="http://schemas.microsoft.com/office/drawing/2014/main" id="{7E7976BC-A941-944B-3A43-52726BB970F8}"/>
                </a:ext>
              </a:extLst>
            </p:cNvPr>
            <p:cNvSpPr/>
            <p:nvPr/>
          </p:nvSpPr>
          <p:spPr>
            <a:xfrm>
              <a:off x="5559249" y="5422368"/>
              <a:ext cx="143002" cy="100456"/>
            </a:xfrm>
            <a:prstGeom prst="rect">
              <a:avLst/>
            </a:prstGeom>
            <a:solidFill>
              <a:srgbClr val="F7F056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1" name="Rectangle 1280">
              <a:extLst>
                <a:ext uri="{FF2B5EF4-FFF2-40B4-BE49-F238E27FC236}">
                  <a16:creationId xmlns:a16="http://schemas.microsoft.com/office/drawing/2014/main" id="{9A7D79FB-3624-DF30-5F8D-D8909951634B}"/>
                </a:ext>
              </a:extLst>
            </p:cNvPr>
            <p:cNvSpPr/>
            <p:nvPr/>
          </p:nvSpPr>
          <p:spPr>
            <a:xfrm>
              <a:off x="5797501" y="5321911"/>
              <a:ext cx="143002" cy="200913"/>
            </a:xfrm>
            <a:prstGeom prst="rect">
              <a:avLst/>
            </a:prstGeom>
            <a:solidFill>
              <a:srgbClr val="7BAFDE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2" name="Rectangle 1281">
              <a:extLst>
                <a:ext uri="{FF2B5EF4-FFF2-40B4-BE49-F238E27FC236}">
                  <a16:creationId xmlns:a16="http://schemas.microsoft.com/office/drawing/2014/main" id="{3003C168-07FB-C995-1B0F-77696131D12C}"/>
                </a:ext>
              </a:extLst>
            </p:cNvPr>
            <p:cNvSpPr/>
            <p:nvPr/>
          </p:nvSpPr>
          <p:spPr>
            <a:xfrm>
              <a:off x="6035753" y="4979773"/>
              <a:ext cx="143001" cy="543052"/>
            </a:xfrm>
            <a:prstGeom prst="rect">
              <a:avLst/>
            </a:prstGeom>
            <a:solidFill>
              <a:srgbClr val="DC050C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A0B2A3CC-2100-AB75-9588-0C47AD8FC8D6}"/>
                </a:ext>
              </a:extLst>
            </p:cNvPr>
            <p:cNvSpPr/>
            <p:nvPr/>
          </p:nvSpPr>
          <p:spPr>
            <a:xfrm>
              <a:off x="5106493" y="5121632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1BA8BEAD-1807-FEB1-EBB0-EE0F06131E31}"/>
                </a:ext>
              </a:extLst>
            </p:cNvPr>
            <p:cNvSpPr/>
            <p:nvPr/>
          </p:nvSpPr>
          <p:spPr>
            <a:xfrm>
              <a:off x="5154118" y="5121632"/>
              <a:ext cx="12700" cy="240791"/>
            </a:xfrm>
            <a:custGeom>
              <a:avLst/>
              <a:gdLst>
                <a:gd name="csX0" fmla="*/ 0 w 12700"/>
                <a:gd name="csY0" fmla="*/ 0 h 240791"/>
                <a:gd name="csX1" fmla="*/ 0 w 12700"/>
                <a:gd name="csY1" fmla="*/ 240792 h 2407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40791">
                  <a:moveTo>
                    <a:pt x="0" y="0"/>
                  </a:moveTo>
                  <a:lnTo>
                    <a:pt x="0" y="240792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950D143C-A0F4-2AEB-0D69-59FA891874D1}"/>
                </a:ext>
              </a:extLst>
            </p:cNvPr>
            <p:cNvSpPr/>
            <p:nvPr/>
          </p:nvSpPr>
          <p:spPr>
            <a:xfrm>
              <a:off x="5106493" y="5362424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5A607E93-D1A1-2FA8-BE4C-5CF55B9D34AB}"/>
                </a:ext>
              </a:extLst>
            </p:cNvPr>
            <p:cNvSpPr/>
            <p:nvPr/>
          </p:nvSpPr>
          <p:spPr>
            <a:xfrm>
              <a:off x="5344746" y="5056227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D0548F2D-09F9-86BE-F8A7-91E0AF17A1C1}"/>
                </a:ext>
              </a:extLst>
            </p:cNvPr>
            <p:cNvSpPr/>
            <p:nvPr/>
          </p:nvSpPr>
          <p:spPr>
            <a:xfrm>
              <a:off x="5392498" y="5056227"/>
              <a:ext cx="12700" cy="153542"/>
            </a:xfrm>
            <a:custGeom>
              <a:avLst/>
              <a:gdLst>
                <a:gd name="csX0" fmla="*/ 0 w 12700"/>
                <a:gd name="csY0" fmla="*/ 0 h 153542"/>
                <a:gd name="csX1" fmla="*/ 0 w 12700"/>
                <a:gd name="csY1" fmla="*/ 153543 h 153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53542">
                  <a:moveTo>
                    <a:pt x="0" y="0"/>
                  </a:moveTo>
                  <a:lnTo>
                    <a:pt x="0" y="153543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9CBBACF7-BE6F-1B34-76F1-C2A01D0B0AE9}"/>
                </a:ext>
              </a:extLst>
            </p:cNvPr>
            <p:cNvSpPr/>
            <p:nvPr/>
          </p:nvSpPr>
          <p:spPr>
            <a:xfrm>
              <a:off x="5344746" y="5209769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184A8781-3997-E4E1-D160-AACD65529612}"/>
                </a:ext>
              </a:extLst>
            </p:cNvPr>
            <p:cNvSpPr/>
            <p:nvPr/>
          </p:nvSpPr>
          <p:spPr>
            <a:xfrm>
              <a:off x="5583124" y="5321911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7F7938A9-431F-75D8-9A47-4F99A76303AE}"/>
                </a:ext>
              </a:extLst>
            </p:cNvPr>
            <p:cNvSpPr/>
            <p:nvPr/>
          </p:nvSpPr>
          <p:spPr>
            <a:xfrm>
              <a:off x="5630749" y="5321911"/>
              <a:ext cx="12700" cy="200913"/>
            </a:xfrm>
            <a:custGeom>
              <a:avLst/>
              <a:gdLst>
                <a:gd name="csX0" fmla="*/ 0 w 12700"/>
                <a:gd name="csY0" fmla="*/ 0 h 200913"/>
                <a:gd name="csX1" fmla="*/ 0 w 12700"/>
                <a:gd name="csY1" fmla="*/ 200914 h 200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00913">
                  <a:moveTo>
                    <a:pt x="0" y="0"/>
                  </a:moveTo>
                  <a:lnTo>
                    <a:pt x="0" y="200914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9A5461F2-3B00-40B0-B0C3-4BEFFE428175}"/>
                </a:ext>
              </a:extLst>
            </p:cNvPr>
            <p:cNvSpPr/>
            <p:nvPr/>
          </p:nvSpPr>
          <p:spPr>
            <a:xfrm>
              <a:off x="5583124" y="5522825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26ABA6A4-6D5B-4C6B-9DC6-A409A9166693}"/>
                </a:ext>
              </a:extLst>
            </p:cNvPr>
            <p:cNvSpPr/>
            <p:nvPr/>
          </p:nvSpPr>
          <p:spPr>
            <a:xfrm>
              <a:off x="6059629" y="4913860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BFBA6AFA-7B44-A8A9-9948-847736640DC7}"/>
                </a:ext>
              </a:extLst>
            </p:cNvPr>
            <p:cNvSpPr/>
            <p:nvPr/>
          </p:nvSpPr>
          <p:spPr>
            <a:xfrm>
              <a:off x="6107254" y="4913860"/>
              <a:ext cx="12700" cy="131698"/>
            </a:xfrm>
            <a:custGeom>
              <a:avLst/>
              <a:gdLst>
                <a:gd name="csX0" fmla="*/ 0 w 12700"/>
                <a:gd name="csY0" fmla="*/ 0 h 131698"/>
                <a:gd name="csX1" fmla="*/ 0 w 12700"/>
                <a:gd name="csY1" fmla="*/ 131699 h 1316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1698">
                  <a:moveTo>
                    <a:pt x="0" y="0"/>
                  </a:moveTo>
                  <a:lnTo>
                    <a:pt x="0" y="131699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9404E6CD-5431-7886-31B8-862CE13C31B8}"/>
                </a:ext>
              </a:extLst>
            </p:cNvPr>
            <p:cNvSpPr/>
            <p:nvPr/>
          </p:nvSpPr>
          <p:spPr>
            <a:xfrm>
              <a:off x="6059629" y="5045558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5" name="Oval 1294">
              <a:extLst>
                <a:ext uri="{FF2B5EF4-FFF2-40B4-BE49-F238E27FC236}">
                  <a16:creationId xmlns:a16="http://schemas.microsoft.com/office/drawing/2014/main" id="{137F8DCD-3B26-2222-27EE-2DAFCDD23A08}"/>
                </a:ext>
              </a:extLst>
            </p:cNvPr>
            <p:cNvSpPr/>
            <p:nvPr/>
          </p:nvSpPr>
          <p:spPr>
            <a:xfrm>
              <a:off x="5632401" y="550161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6" name="Oval 1295">
              <a:extLst>
                <a:ext uri="{FF2B5EF4-FFF2-40B4-BE49-F238E27FC236}">
                  <a16:creationId xmlns:a16="http://schemas.microsoft.com/office/drawing/2014/main" id="{94523EB8-6B4C-A25F-046A-A3FE8E534471}"/>
                </a:ext>
              </a:extLst>
            </p:cNvPr>
            <p:cNvSpPr/>
            <p:nvPr/>
          </p:nvSpPr>
          <p:spPr>
            <a:xfrm>
              <a:off x="5395292" y="518322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7" name="Oval 1296">
              <a:extLst>
                <a:ext uri="{FF2B5EF4-FFF2-40B4-BE49-F238E27FC236}">
                  <a16:creationId xmlns:a16="http://schemas.microsoft.com/office/drawing/2014/main" id="{1A427B83-609F-F1DC-C0FC-5C0B7731550F}"/>
                </a:ext>
              </a:extLst>
            </p:cNvPr>
            <p:cNvSpPr/>
            <p:nvPr/>
          </p:nvSpPr>
          <p:spPr>
            <a:xfrm>
              <a:off x="5364177" y="490471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8" name="Oval 1297">
              <a:extLst>
                <a:ext uri="{FF2B5EF4-FFF2-40B4-BE49-F238E27FC236}">
                  <a16:creationId xmlns:a16="http://schemas.microsoft.com/office/drawing/2014/main" id="{25A3AFFB-6E27-164A-750F-CC3AAB4A5643}"/>
                </a:ext>
              </a:extLst>
            </p:cNvPr>
            <p:cNvSpPr/>
            <p:nvPr/>
          </p:nvSpPr>
          <p:spPr>
            <a:xfrm>
              <a:off x="6104968" y="4961104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299" name="Oval 1298">
              <a:extLst>
                <a:ext uri="{FF2B5EF4-FFF2-40B4-BE49-F238E27FC236}">
                  <a16:creationId xmlns:a16="http://schemas.microsoft.com/office/drawing/2014/main" id="{2DB8B28B-4FD9-C20A-7928-251082CBE767}"/>
                </a:ext>
              </a:extLst>
            </p:cNvPr>
            <p:cNvSpPr/>
            <p:nvPr/>
          </p:nvSpPr>
          <p:spPr>
            <a:xfrm>
              <a:off x="6090109" y="510029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0" name="Oval 1299">
              <a:extLst>
                <a:ext uri="{FF2B5EF4-FFF2-40B4-BE49-F238E27FC236}">
                  <a16:creationId xmlns:a16="http://schemas.microsoft.com/office/drawing/2014/main" id="{A6F32A88-CB95-ED36-BCFF-0B6E2080F14A}"/>
                </a:ext>
              </a:extLst>
            </p:cNvPr>
            <p:cNvSpPr/>
            <p:nvPr/>
          </p:nvSpPr>
          <p:spPr>
            <a:xfrm>
              <a:off x="5147388" y="490243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1" name="Oval 1300">
              <a:extLst>
                <a:ext uri="{FF2B5EF4-FFF2-40B4-BE49-F238E27FC236}">
                  <a16:creationId xmlns:a16="http://schemas.microsoft.com/office/drawing/2014/main" id="{C10AFEE3-EADB-45CC-6DCC-3CEC14E7262C}"/>
                </a:ext>
              </a:extLst>
            </p:cNvPr>
            <p:cNvSpPr/>
            <p:nvPr/>
          </p:nvSpPr>
          <p:spPr>
            <a:xfrm>
              <a:off x="6071821" y="514373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2" name="Oval 1301">
              <a:extLst>
                <a:ext uri="{FF2B5EF4-FFF2-40B4-BE49-F238E27FC236}">
                  <a16:creationId xmlns:a16="http://schemas.microsoft.com/office/drawing/2014/main" id="{398F9BD0-D2DB-60D3-A291-4B8F466216F4}"/>
                </a:ext>
              </a:extLst>
            </p:cNvPr>
            <p:cNvSpPr/>
            <p:nvPr/>
          </p:nvSpPr>
          <p:spPr>
            <a:xfrm>
              <a:off x="5143578" y="527504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3" name="Oval 1302">
              <a:extLst>
                <a:ext uri="{FF2B5EF4-FFF2-40B4-BE49-F238E27FC236}">
                  <a16:creationId xmlns:a16="http://schemas.microsoft.com/office/drawing/2014/main" id="{61A1BC88-6F71-E1E9-14B0-913AC9CDB76C}"/>
                </a:ext>
              </a:extLst>
            </p:cNvPr>
            <p:cNvSpPr/>
            <p:nvPr/>
          </p:nvSpPr>
          <p:spPr>
            <a:xfrm>
              <a:off x="6098999" y="4687292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4" name="Oval 1303">
              <a:extLst>
                <a:ext uri="{FF2B5EF4-FFF2-40B4-BE49-F238E27FC236}">
                  <a16:creationId xmlns:a16="http://schemas.microsoft.com/office/drawing/2014/main" id="{FC936A21-9B1B-E3E4-3A31-1DDBE61A840B}"/>
                </a:ext>
              </a:extLst>
            </p:cNvPr>
            <p:cNvSpPr/>
            <p:nvPr/>
          </p:nvSpPr>
          <p:spPr>
            <a:xfrm>
              <a:off x="5134053" y="482597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5" name="Oval 1304">
              <a:extLst>
                <a:ext uri="{FF2B5EF4-FFF2-40B4-BE49-F238E27FC236}">
                  <a16:creationId xmlns:a16="http://schemas.microsoft.com/office/drawing/2014/main" id="{89D7AA0A-E830-A9CC-C13D-B691B55F0BD5}"/>
                </a:ext>
              </a:extLst>
            </p:cNvPr>
            <p:cNvSpPr/>
            <p:nvPr/>
          </p:nvSpPr>
          <p:spPr>
            <a:xfrm>
              <a:off x="6099761" y="4951833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6" name="Oval 1305">
              <a:extLst>
                <a:ext uri="{FF2B5EF4-FFF2-40B4-BE49-F238E27FC236}">
                  <a16:creationId xmlns:a16="http://schemas.microsoft.com/office/drawing/2014/main" id="{654CD566-1F16-F3D1-B6BB-5FC45D974FB6}"/>
                </a:ext>
              </a:extLst>
            </p:cNvPr>
            <p:cNvSpPr/>
            <p:nvPr/>
          </p:nvSpPr>
          <p:spPr>
            <a:xfrm>
              <a:off x="5156786" y="533372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7" name="Oval 1306">
              <a:extLst>
                <a:ext uri="{FF2B5EF4-FFF2-40B4-BE49-F238E27FC236}">
                  <a16:creationId xmlns:a16="http://schemas.microsoft.com/office/drawing/2014/main" id="{5BE39D92-9DC4-F61A-ABE4-74B64B723151}"/>
                </a:ext>
              </a:extLst>
            </p:cNvPr>
            <p:cNvSpPr/>
            <p:nvPr/>
          </p:nvSpPr>
          <p:spPr>
            <a:xfrm>
              <a:off x="5362780" y="496948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8" name="Oval 1307">
              <a:extLst>
                <a:ext uri="{FF2B5EF4-FFF2-40B4-BE49-F238E27FC236}">
                  <a16:creationId xmlns:a16="http://schemas.microsoft.com/office/drawing/2014/main" id="{A1159E0A-FA74-555A-705C-F06A188474A8}"/>
                </a:ext>
              </a:extLst>
            </p:cNvPr>
            <p:cNvSpPr/>
            <p:nvPr/>
          </p:nvSpPr>
          <p:spPr>
            <a:xfrm>
              <a:off x="6087442" y="4921226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09" name="Oval 1308">
              <a:extLst>
                <a:ext uri="{FF2B5EF4-FFF2-40B4-BE49-F238E27FC236}">
                  <a16:creationId xmlns:a16="http://schemas.microsoft.com/office/drawing/2014/main" id="{961E73BE-57AB-7F69-FF34-5EC96ECA5DE2}"/>
                </a:ext>
              </a:extLst>
            </p:cNvPr>
            <p:cNvSpPr/>
            <p:nvPr/>
          </p:nvSpPr>
          <p:spPr>
            <a:xfrm>
              <a:off x="5635449" y="530121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10" name="Oval 1309">
              <a:extLst>
                <a:ext uri="{FF2B5EF4-FFF2-40B4-BE49-F238E27FC236}">
                  <a16:creationId xmlns:a16="http://schemas.microsoft.com/office/drawing/2014/main" id="{97935274-519F-5406-D815-F9505FEA06F2}"/>
                </a:ext>
              </a:extLst>
            </p:cNvPr>
            <p:cNvSpPr/>
            <p:nvPr/>
          </p:nvSpPr>
          <p:spPr>
            <a:xfrm>
              <a:off x="5356176" y="550415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11" name="Oval 1310">
              <a:extLst>
                <a:ext uri="{FF2B5EF4-FFF2-40B4-BE49-F238E27FC236}">
                  <a16:creationId xmlns:a16="http://schemas.microsoft.com/office/drawing/2014/main" id="{3A790FBC-1800-72C0-AEED-E680E50829CE}"/>
                </a:ext>
              </a:extLst>
            </p:cNvPr>
            <p:cNvSpPr/>
            <p:nvPr/>
          </p:nvSpPr>
          <p:spPr>
            <a:xfrm>
              <a:off x="5373194" y="497240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12" name="Oval 1311">
              <a:extLst>
                <a:ext uri="{FF2B5EF4-FFF2-40B4-BE49-F238E27FC236}">
                  <a16:creationId xmlns:a16="http://schemas.microsoft.com/office/drawing/2014/main" id="{FE42A6FA-1DBE-C3A6-7A9B-E2CDD66AF6EA}"/>
                </a:ext>
              </a:extLst>
            </p:cNvPr>
            <p:cNvSpPr/>
            <p:nvPr/>
          </p:nvSpPr>
          <p:spPr>
            <a:xfrm>
              <a:off x="5853889" y="530438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13" name="Oval 1312">
              <a:extLst>
                <a:ext uri="{FF2B5EF4-FFF2-40B4-BE49-F238E27FC236}">
                  <a16:creationId xmlns:a16="http://schemas.microsoft.com/office/drawing/2014/main" id="{25C5229B-89EF-70AC-DC3D-01EC92E4EF6A}"/>
                </a:ext>
              </a:extLst>
            </p:cNvPr>
            <p:cNvSpPr/>
            <p:nvPr/>
          </p:nvSpPr>
          <p:spPr>
            <a:xfrm>
              <a:off x="5393641" y="517776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14" name="Oval 1313">
              <a:extLst>
                <a:ext uri="{FF2B5EF4-FFF2-40B4-BE49-F238E27FC236}">
                  <a16:creationId xmlns:a16="http://schemas.microsoft.com/office/drawing/2014/main" id="{934F2E5D-8B01-A443-3B5A-C50CA6D8B7AE}"/>
                </a:ext>
              </a:extLst>
            </p:cNvPr>
            <p:cNvSpPr/>
            <p:nvPr/>
          </p:nvSpPr>
          <p:spPr>
            <a:xfrm>
              <a:off x="5357192" y="509102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395C18D1-51E6-3ED9-6E37-11A2CE256AB7}"/>
                </a:ext>
              </a:extLst>
            </p:cNvPr>
            <p:cNvSpPr/>
            <p:nvPr/>
          </p:nvSpPr>
          <p:spPr>
            <a:xfrm>
              <a:off x="5011243" y="4163671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23" name="TextBox 1322">
              <a:extLst>
                <a:ext uri="{FF2B5EF4-FFF2-40B4-BE49-F238E27FC236}">
                  <a16:creationId xmlns:a16="http://schemas.microsoft.com/office/drawing/2014/main" id="{C65B7DFD-AC18-DAD3-F44F-4EAA2FBD74DE}"/>
                </a:ext>
              </a:extLst>
            </p:cNvPr>
            <p:cNvSpPr txBox="1"/>
            <p:nvPr/>
          </p:nvSpPr>
          <p:spPr>
            <a:xfrm>
              <a:off x="4692052" y="5415936"/>
              <a:ext cx="3513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0%</a:t>
              </a:r>
            </a:p>
          </p:txBody>
        </p:sp>
        <p:sp>
          <p:nvSpPr>
            <p:cNvPr id="1324" name="TextBox 1323">
              <a:extLst>
                <a:ext uri="{FF2B5EF4-FFF2-40B4-BE49-F238E27FC236}">
                  <a16:creationId xmlns:a16="http://schemas.microsoft.com/office/drawing/2014/main" id="{A4A05124-1322-75C8-FEEB-E5E9023EE19E}"/>
                </a:ext>
              </a:extLst>
            </p:cNvPr>
            <p:cNvSpPr txBox="1"/>
            <p:nvPr/>
          </p:nvSpPr>
          <p:spPr>
            <a:xfrm>
              <a:off x="4692052" y="4953910"/>
              <a:ext cx="3513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5%</a:t>
              </a:r>
            </a:p>
          </p:txBody>
        </p:sp>
        <p:sp>
          <p:nvSpPr>
            <p:cNvPr id="1325" name="TextBox 1324">
              <a:extLst>
                <a:ext uri="{FF2B5EF4-FFF2-40B4-BE49-F238E27FC236}">
                  <a16:creationId xmlns:a16="http://schemas.microsoft.com/office/drawing/2014/main" id="{6DA7FEEA-6D5F-4589-5BB7-94B9134C3415}"/>
                </a:ext>
              </a:extLst>
            </p:cNvPr>
            <p:cNvSpPr txBox="1"/>
            <p:nvPr/>
          </p:nvSpPr>
          <p:spPr>
            <a:xfrm>
              <a:off x="4628915" y="4491757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10%</a:t>
              </a:r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4470A579-E295-5852-7DA1-F754B8A3C240}"/>
                </a:ext>
              </a:extLst>
            </p:cNvPr>
            <p:cNvSpPr/>
            <p:nvPr/>
          </p:nvSpPr>
          <p:spPr>
            <a:xfrm>
              <a:off x="4976446" y="5522825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CFE44FBD-BB83-E0FB-17EE-B2FBC6B6A458}"/>
                </a:ext>
              </a:extLst>
            </p:cNvPr>
            <p:cNvSpPr/>
            <p:nvPr/>
          </p:nvSpPr>
          <p:spPr>
            <a:xfrm>
              <a:off x="4976446" y="5060799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1470D2B0-D700-BD01-289A-3A93899A019F}"/>
                </a:ext>
              </a:extLst>
            </p:cNvPr>
            <p:cNvSpPr/>
            <p:nvPr/>
          </p:nvSpPr>
          <p:spPr>
            <a:xfrm>
              <a:off x="4976446" y="4598645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9F800693-119E-12E1-B6BA-6DDA26B5A5BB}"/>
                </a:ext>
              </a:extLst>
            </p:cNvPr>
            <p:cNvSpPr/>
            <p:nvPr/>
          </p:nvSpPr>
          <p:spPr>
            <a:xfrm>
              <a:off x="5011243" y="5522825"/>
              <a:ext cx="1239012" cy="12700"/>
            </a:xfrm>
            <a:custGeom>
              <a:avLst/>
              <a:gdLst>
                <a:gd name="csX0" fmla="*/ 0 w 1239012"/>
                <a:gd name="csY0" fmla="*/ 0 h 12700"/>
                <a:gd name="csX1" fmla="*/ 1239012 w 123901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39012" h="12700">
                  <a:moveTo>
                    <a:pt x="0" y="0"/>
                  </a:moveTo>
                  <a:lnTo>
                    <a:pt x="123901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41" name="TextBox 1340">
              <a:extLst>
                <a:ext uri="{FF2B5EF4-FFF2-40B4-BE49-F238E27FC236}">
                  <a16:creationId xmlns:a16="http://schemas.microsoft.com/office/drawing/2014/main" id="{C641BA8C-3D64-F5B4-A202-842737FDB1BD}"/>
                </a:ext>
              </a:extLst>
            </p:cNvPr>
            <p:cNvSpPr txBox="1"/>
            <p:nvPr/>
          </p:nvSpPr>
          <p:spPr>
            <a:xfrm rot="16200000">
              <a:off x="4082340" y="4720138"/>
              <a:ext cx="10599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 </a:t>
              </a:r>
              <a:r>
                <a:rPr lang="en-US" sz="10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gnrh1</a:t>
              </a:r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+</a:t>
              </a:r>
            </a:p>
          </p:txBody>
        </p:sp>
      </p:grpSp>
      <p:grpSp>
        <p:nvGrpSpPr>
          <p:cNvPr id="1415" name="Group 1414">
            <a:extLst>
              <a:ext uri="{FF2B5EF4-FFF2-40B4-BE49-F238E27FC236}">
                <a16:creationId xmlns:a16="http://schemas.microsoft.com/office/drawing/2014/main" id="{838898EE-F7F8-04F8-540F-7845F8F11F1E}"/>
              </a:ext>
            </a:extLst>
          </p:cNvPr>
          <p:cNvGrpSpPr/>
          <p:nvPr/>
        </p:nvGrpSpPr>
        <p:grpSpPr>
          <a:xfrm>
            <a:off x="288133" y="4712877"/>
            <a:ext cx="1761075" cy="1401563"/>
            <a:chOff x="4360295" y="4581840"/>
            <a:chExt cx="1761075" cy="1401563"/>
          </a:xfrm>
        </p:grpSpPr>
        <p:sp>
          <p:nvSpPr>
            <p:cNvPr id="1349" name="Rectangle 1348">
              <a:extLst>
                <a:ext uri="{FF2B5EF4-FFF2-40B4-BE49-F238E27FC236}">
                  <a16:creationId xmlns:a16="http://schemas.microsoft.com/office/drawing/2014/main" id="{BA20897C-69A5-BE81-113D-15939CF76FEC}"/>
                </a:ext>
              </a:extLst>
            </p:cNvPr>
            <p:cNvSpPr/>
            <p:nvPr/>
          </p:nvSpPr>
          <p:spPr>
            <a:xfrm>
              <a:off x="4813778" y="4581840"/>
              <a:ext cx="1307591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841E1EA2-F6F1-1AAB-8538-BCD3B7B65BB5}"/>
                </a:ext>
              </a:extLst>
            </p:cNvPr>
            <p:cNvSpPr/>
            <p:nvPr/>
          </p:nvSpPr>
          <p:spPr>
            <a:xfrm>
              <a:off x="4964654" y="5316535"/>
              <a:ext cx="12700" cy="74549"/>
            </a:xfrm>
            <a:custGeom>
              <a:avLst/>
              <a:gdLst>
                <a:gd name="csX0" fmla="*/ 0 w 12700"/>
                <a:gd name="csY0" fmla="*/ 74549 h 74549"/>
                <a:gd name="csX1" fmla="*/ 0 w 12700"/>
                <a:gd name="csY1" fmla="*/ 0 h 745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74549">
                  <a:moveTo>
                    <a:pt x="0" y="74549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76BCE0F1-5EBA-F3D9-F345-0BA35BDDF8C7}"/>
                </a:ext>
              </a:extLst>
            </p:cNvPr>
            <p:cNvSpPr/>
            <p:nvPr/>
          </p:nvSpPr>
          <p:spPr>
            <a:xfrm>
              <a:off x="4964654" y="5687502"/>
              <a:ext cx="12700" cy="85725"/>
            </a:xfrm>
            <a:custGeom>
              <a:avLst/>
              <a:gdLst>
                <a:gd name="csX0" fmla="*/ 0 w 12700"/>
                <a:gd name="csY0" fmla="*/ 0 h 85725"/>
                <a:gd name="csX1" fmla="*/ 0 w 12700"/>
                <a:gd name="csY1" fmla="*/ 85725 h 85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5725">
                  <a:moveTo>
                    <a:pt x="0" y="0"/>
                  </a:moveTo>
                  <a:lnTo>
                    <a:pt x="0" y="85725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DD0BEC0D-FF42-425C-03F3-51E190A712BF}"/>
                </a:ext>
              </a:extLst>
            </p:cNvPr>
            <p:cNvSpPr/>
            <p:nvPr/>
          </p:nvSpPr>
          <p:spPr>
            <a:xfrm>
              <a:off x="4889216" y="5391083"/>
              <a:ext cx="150876" cy="296418"/>
            </a:xfrm>
            <a:custGeom>
              <a:avLst/>
              <a:gdLst>
                <a:gd name="csX0" fmla="*/ 0 w 150876"/>
                <a:gd name="csY0" fmla="*/ 0 h 296418"/>
                <a:gd name="csX1" fmla="*/ 0 w 150876"/>
                <a:gd name="csY1" fmla="*/ 296418 h 296418"/>
                <a:gd name="csX2" fmla="*/ 150876 w 150876"/>
                <a:gd name="csY2" fmla="*/ 296418 h 296418"/>
                <a:gd name="csX3" fmla="*/ 150876 w 150876"/>
                <a:gd name="csY3" fmla="*/ 0 h 296418"/>
                <a:gd name="csX4" fmla="*/ 0 w 150876"/>
                <a:gd name="csY4" fmla="*/ 0 h 296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96418">
                  <a:moveTo>
                    <a:pt x="0" y="0"/>
                  </a:moveTo>
                  <a:lnTo>
                    <a:pt x="0" y="296418"/>
                  </a:lnTo>
                  <a:lnTo>
                    <a:pt x="150876" y="296418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C5C25EE8-44C5-5700-B09D-EDCAF229A7CA}"/>
                </a:ext>
              </a:extLst>
            </p:cNvPr>
            <p:cNvSpPr/>
            <p:nvPr/>
          </p:nvSpPr>
          <p:spPr>
            <a:xfrm>
              <a:off x="4889216" y="5583870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15AD77E9-0D36-86FC-CC58-16BB220B3D92}"/>
                </a:ext>
              </a:extLst>
            </p:cNvPr>
            <p:cNvSpPr/>
            <p:nvPr/>
          </p:nvSpPr>
          <p:spPr>
            <a:xfrm>
              <a:off x="5216114" y="5459156"/>
              <a:ext cx="12700" cy="87503"/>
            </a:xfrm>
            <a:custGeom>
              <a:avLst/>
              <a:gdLst>
                <a:gd name="csX0" fmla="*/ 0 w 12700"/>
                <a:gd name="csY0" fmla="*/ 87503 h 87503"/>
                <a:gd name="csX1" fmla="*/ 0 w 12700"/>
                <a:gd name="csY1" fmla="*/ 0 h 87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7503">
                  <a:moveTo>
                    <a:pt x="0" y="87503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22DEC5B1-A374-D01C-45F2-3390DDD41A60}"/>
                </a:ext>
              </a:extLst>
            </p:cNvPr>
            <p:cNvSpPr/>
            <p:nvPr/>
          </p:nvSpPr>
          <p:spPr>
            <a:xfrm>
              <a:off x="5216114" y="5798119"/>
              <a:ext cx="12700" cy="61340"/>
            </a:xfrm>
            <a:custGeom>
              <a:avLst/>
              <a:gdLst>
                <a:gd name="csX0" fmla="*/ 0 w 12700"/>
                <a:gd name="csY0" fmla="*/ 0 h 61340"/>
                <a:gd name="csX1" fmla="*/ 0 w 12700"/>
                <a:gd name="csY1" fmla="*/ 61341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61340">
                  <a:moveTo>
                    <a:pt x="0" y="0"/>
                  </a:moveTo>
                  <a:lnTo>
                    <a:pt x="0" y="61341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D7A80008-BD29-4806-3E2C-F5E46E7395F3}"/>
                </a:ext>
              </a:extLst>
            </p:cNvPr>
            <p:cNvSpPr/>
            <p:nvPr/>
          </p:nvSpPr>
          <p:spPr>
            <a:xfrm>
              <a:off x="5140675" y="5546658"/>
              <a:ext cx="150876" cy="251460"/>
            </a:xfrm>
            <a:custGeom>
              <a:avLst/>
              <a:gdLst>
                <a:gd name="csX0" fmla="*/ 0 w 150876"/>
                <a:gd name="csY0" fmla="*/ 0 h 251460"/>
                <a:gd name="csX1" fmla="*/ 0 w 150876"/>
                <a:gd name="csY1" fmla="*/ 251460 h 251460"/>
                <a:gd name="csX2" fmla="*/ 150876 w 150876"/>
                <a:gd name="csY2" fmla="*/ 251460 h 251460"/>
                <a:gd name="csX3" fmla="*/ 150876 w 150876"/>
                <a:gd name="csY3" fmla="*/ 0 h 251460"/>
                <a:gd name="csX4" fmla="*/ 0 w 150876"/>
                <a:gd name="csY4" fmla="*/ 0 h 251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51460">
                  <a:moveTo>
                    <a:pt x="0" y="0"/>
                  </a:moveTo>
                  <a:lnTo>
                    <a:pt x="0" y="251460"/>
                  </a:lnTo>
                  <a:lnTo>
                    <a:pt x="150876" y="251460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B294AB23-CEA1-2BCC-41A1-C9BA92E642C3}"/>
                </a:ext>
              </a:extLst>
            </p:cNvPr>
            <p:cNvSpPr/>
            <p:nvPr/>
          </p:nvSpPr>
          <p:spPr>
            <a:xfrm>
              <a:off x="5140676" y="5672389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3A7A1E78-C6BF-77E6-1858-C90B5FFF974E}"/>
                </a:ext>
              </a:extLst>
            </p:cNvPr>
            <p:cNvSpPr/>
            <p:nvPr/>
          </p:nvSpPr>
          <p:spPr>
            <a:xfrm>
              <a:off x="5467574" y="5329870"/>
              <a:ext cx="12700" cy="42418"/>
            </a:xfrm>
            <a:custGeom>
              <a:avLst/>
              <a:gdLst>
                <a:gd name="csX0" fmla="*/ 0 w 12700"/>
                <a:gd name="csY0" fmla="*/ 42418 h 42418"/>
                <a:gd name="csX1" fmla="*/ 0 w 12700"/>
                <a:gd name="csY1" fmla="*/ 0 h 42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2418">
                  <a:moveTo>
                    <a:pt x="0" y="42418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09706FAB-0501-68F2-C7AB-9FE090F384CA}"/>
                </a:ext>
              </a:extLst>
            </p:cNvPr>
            <p:cNvSpPr/>
            <p:nvPr/>
          </p:nvSpPr>
          <p:spPr>
            <a:xfrm>
              <a:off x="5467574" y="5457251"/>
              <a:ext cx="12700" cy="42545"/>
            </a:xfrm>
            <a:custGeom>
              <a:avLst/>
              <a:gdLst>
                <a:gd name="csX0" fmla="*/ 0 w 12700"/>
                <a:gd name="csY0" fmla="*/ 0 h 42545"/>
                <a:gd name="csX1" fmla="*/ 0 w 12700"/>
                <a:gd name="csY1" fmla="*/ 42545 h 4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2545">
                  <a:moveTo>
                    <a:pt x="0" y="0"/>
                  </a:moveTo>
                  <a:lnTo>
                    <a:pt x="0" y="42545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0BA2E324-A2E5-41E8-96CA-42057612CA18}"/>
                </a:ext>
              </a:extLst>
            </p:cNvPr>
            <p:cNvSpPr/>
            <p:nvPr/>
          </p:nvSpPr>
          <p:spPr>
            <a:xfrm>
              <a:off x="5392135" y="5372288"/>
              <a:ext cx="150876" cy="84963"/>
            </a:xfrm>
            <a:custGeom>
              <a:avLst/>
              <a:gdLst>
                <a:gd name="csX0" fmla="*/ 0 w 150876"/>
                <a:gd name="csY0" fmla="*/ 0 h 84963"/>
                <a:gd name="csX1" fmla="*/ 0 w 150876"/>
                <a:gd name="csY1" fmla="*/ 84963 h 84963"/>
                <a:gd name="csX2" fmla="*/ 150876 w 150876"/>
                <a:gd name="csY2" fmla="*/ 84963 h 84963"/>
                <a:gd name="csX3" fmla="*/ 150876 w 150876"/>
                <a:gd name="csY3" fmla="*/ 0 h 84963"/>
                <a:gd name="csX4" fmla="*/ 0 w 150876"/>
                <a:gd name="csY4" fmla="*/ 0 h 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84963">
                  <a:moveTo>
                    <a:pt x="0" y="0"/>
                  </a:moveTo>
                  <a:lnTo>
                    <a:pt x="0" y="84963"/>
                  </a:lnTo>
                  <a:lnTo>
                    <a:pt x="150876" y="84963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9279DFF2-C77B-6612-0872-3D3A358DA199}"/>
                </a:ext>
              </a:extLst>
            </p:cNvPr>
            <p:cNvSpPr/>
            <p:nvPr/>
          </p:nvSpPr>
          <p:spPr>
            <a:xfrm>
              <a:off x="5392136" y="5414833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9414BC59-5F31-2F45-2B20-4E6F17EB318D}"/>
                </a:ext>
              </a:extLst>
            </p:cNvPr>
            <p:cNvSpPr/>
            <p:nvPr/>
          </p:nvSpPr>
          <p:spPr>
            <a:xfrm>
              <a:off x="5970494" y="5125527"/>
              <a:ext cx="12700" cy="101600"/>
            </a:xfrm>
            <a:custGeom>
              <a:avLst/>
              <a:gdLst>
                <a:gd name="csX0" fmla="*/ 0 w 12700"/>
                <a:gd name="csY0" fmla="*/ 101600 h 101600"/>
                <a:gd name="csX1" fmla="*/ 0 w 12700"/>
                <a:gd name="csY1" fmla="*/ 0 h 101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01600">
                  <a:moveTo>
                    <a:pt x="0" y="101600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4222F13C-780A-D08E-C3D5-868D5579B8B7}"/>
                </a:ext>
              </a:extLst>
            </p:cNvPr>
            <p:cNvSpPr/>
            <p:nvPr/>
          </p:nvSpPr>
          <p:spPr>
            <a:xfrm>
              <a:off x="5970494" y="5391846"/>
              <a:ext cx="12700" cy="22986"/>
            </a:xfrm>
            <a:custGeom>
              <a:avLst/>
              <a:gdLst>
                <a:gd name="csX0" fmla="*/ 0 w 12700"/>
                <a:gd name="csY0" fmla="*/ 0 h 22986"/>
                <a:gd name="csX1" fmla="*/ 0 w 12700"/>
                <a:gd name="csY1" fmla="*/ 22987 h 22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2986">
                  <a:moveTo>
                    <a:pt x="0" y="0"/>
                  </a:moveTo>
                  <a:lnTo>
                    <a:pt x="0" y="2298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2CEAA26A-9DCF-B819-B83D-74D809656653}"/>
                </a:ext>
              </a:extLst>
            </p:cNvPr>
            <p:cNvSpPr/>
            <p:nvPr/>
          </p:nvSpPr>
          <p:spPr>
            <a:xfrm>
              <a:off x="5895055" y="5227127"/>
              <a:ext cx="150876" cy="164719"/>
            </a:xfrm>
            <a:custGeom>
              <a:avLst/>
              <a:gdLst>
                <a:gd name="csX0" fmla="*/ 0 w 150876"/>
                <a:gd name="csY0" fmla="*/ 0 h 164719"/>
                <a:gd name="csX1" fmla="*/ 0 w 150876"/>
                <a:gd name="csY1" fmla="*/ 164719 h 164719"/>
                <a:gd name="csX2" fmla="*/ 150876 w 150876"/>
                <a:gd name="csY2" fmla="*/ 164719 h 164719"/>
                <a:gd name="csX3" fmla="*/ 150876 w 150876"/>
                <a:gd name="csY3" fmla="*/ 0 h 164719"/>
                <a:gd name="csX4" fmla="*/ 0 w 150876"/>
                <a:gd name="csY4" fmla="*/ 0 h 164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64719">
                  <a:moveTo>
                    <a:pt x="0" y="0"/>
                  </a:moveTo>
                  <a:lnTo>
                    <a:pt x="0" y="164719"/>
                  </a:lnTo>
                  <a:lnTo>
                    <a:pt x="150876" y="164719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8ECB84B1-8300-9618-7559-9906C7802F9A}"/>
                </a:ext>
              </a:extLst>
            </p:cNvPr>
            <p:cNvSpPr/>
            <p:nvPr/>
          </p:nvSpPr>
          <p:spPr>
            <a:xfrm>
              <a:off x="5895056" y="5347015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6" name="Oval 1365">
              <a:extLst>
                <a:ext uri="{FF2B5EF4-FFF2-40B4-BE49-F238E27FC236}">
                  <a16:creationId xmlns:a16="http://schemas.microsoft.com/office/drawing/2014/main" id="{10DA1FF8-D745-7353-13FF-55D283AA620B}"/>
                </a:ext>
              </a:extLst>
            </p:cNvPr>
            <p:cNvSpPr/>
            <p:nvPr/>
          </p:nvSpPr>
          <p:spPr>
            <a:xfrm>
              <a:off x="5470495" y="531031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7" name="Oval 1366">
              <a:extLst>
                <a:ext uri="{FF2B5EF4-FFF2-40B4-BE49-F238E27FC236}">
                  <a16:creationId xmlns:a16="http://schemas.microsoft.com/office/drawing/2014/main" id="{2B73F295-8044-7AB1-993A-6819066F7858}"/>
                </a:ext>
              </a:extLst>
            </p:cNvPr>
            <p:cNvSpPr/>
            <p:nvPr/>
          </p:nvSpPr>
          <p:spPr>
            <a:xfrm>
              <a:off x="5220051" y="551630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8" name="Oval 1367">
              <a:extLst>
                <a:ext uri="{FF2B5EF4-FFF2-40B4-BE49-F238E27FC236}">
                  <a16:creationId xmlns:a16="http://schemas.microsoft.com/office/drawing/2014/main" id="{F6B42126-D222-20AF-EE61-8B8CD55F494A}"/>
                </a:ext>
              </a:extLst>
            </p:cNvPr>
            <p:cNvSpPr/>
            <p:nvPr/>
          </p:nvSpPr>
          <p:spPr>
            <a:xfrm>
              <a:off x="5187412" y="584269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69" name="Oval 1368">
              <a:extLst>
                <a:ext uri="{FF2B5EF4-FFF2-40B4-BE49-F238E27FC236}">
                  <a16:creationId xmlns:a16="http://schemas.microsoft.com/office/drawing/2014/main" id="{8D992710-02AF-4B7C-B880-DD68D383E85C}"/>
                </a:ext>
              </a:extLst>
            </p:cNvPr>
            <p:cNvSpPr/>
            <p:nvPr/>
          </p:nvSpPr>
          <p:spPr>
            <a:xfrm>
              <a:off x="5969097" y="510749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0" name="Oval 1369">
              <a:extLst>
                <a:ext uri="{FF2B5EF4-FFF2-40B4-BE49-F238E27FC236}">
                  <a16:creationId xmlns:a16="http://schemas.microsoft.com/office/drawing/2014/main" id="{434DD9C3-C2B5-4E0C-4231-39C36533C2BA}"/>
                </a:ext>
              </a:extLst>
            </p:cNvPr>
            <p:cNvSpPr/>
            <p:nvPr/>
          </p:nvSpPr>
          <p:spPr>
            <a:xfrm>
              <a:off x="4953859" y="554551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1" name="Oval 1370">
              <a:extLst>
                <a:ext uri="{FF2B5EF4-FFF2-40B4-BE49-F238E27FC236}">
                  <a16:creationId xmlns:a16="http://schemas.microsoft.com/office/drawing/2014/main" id="{AA8F2665-C37D-B64E-AB3D-6F602BE3ACB4}"/>
                </a:ext>
              </a:extLst>
            </p:cNvPr>
            <p:cNvSpPr/>
            <p:nvPr/>
          </p:nvSpPr>
          <p:spPr>
            <a:xfrm>
              <a:off x="5953476" y="5320980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2" name="Oval 1371">
              <a:extLst>
                <a:ext uri="{FF2B5EF4-FFF2-40B4-BE49-F238E27FC236}">
                  <a16:creationId xmlns:a16="http://schemas.microsoft.com/office/drawing/2014/main" id="{5CF4BABD-79C0-7D9F-57BE-73F0444BF730}"/>
                </a:ext>
              </a:extLst>
            </p:cNvPr>
            <p:cNvSpPr/>
            <p:nvPr/>
          </p:nvSpPr>
          <p:spPr>
            <a:xfrm>
              <a:off x="4958558" y="575532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3" name="Oval 1372">
              <a:extLst>
                <a:ext uri="{FF2B5EF4-FFF2-40B4-BE49-F238E27FC236}">
                  <a16:creationId xmlns:a16="http://schemas.microsoft.com/office/drawing/2014/main" id="{2413E28D-9CFD-528A-A42D-3999DEE1E45A}"/>
                </a:ext>
              </a:extLst>
            </p:cNvPr>
            <p:cNvSpPr/>
            <p:nvPr/>
          </p:nvSpPr>
          <p:spPr>
            <a:xfrm>
              <a:off x="5934045" y="538562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4" name="Oval 1373">
              <a:extLst>
                <a:ext uri="{FF2B5EF4-FFF2-40B4-BE49-F238E27FC236}">
                  <a16:creationId xmlns:a16="http://schemas.microsoft.com/office/drawing/2014/main" id="{81D905B1-FBA1-6532-38CA-118BF6A9D10E}"/>
                </a:ext>
              </a:extLst>
            </p:cNvPr>
            <p:cNvSpPr/>
            <p:nvPr/>
          </p:nvSpPr>
          <p:spPr>
            <a:xfrm>
              <a:off x="4954621" y="531488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5" name="Oval 1374">
              <a:extLst>
                <a:ext uri="{FF2B5EF4-FFF2-40B4-BE49-F238E27FC236}">
                  <a16:creationId xmlns:a16="http://schemas.microsoft.com/office/drawing/2014/main" id="{74C70505-8185-7106-390E-420524BCD80D}"/>
                </a:ext>
              </a:extLst>
            </p:cNvPr>
            <p:cNvSpPr/>
            <p:nvPr/>
          </p:nvSpPr>
          <p:spPr>
            <a:xfrm>
              <a:off x="5962747" y="533469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6" name="Oval 1375">
              <a:extLst>
                <a:ext uri="{FF2B5EF4-FFF2-40B4-BE49-F238E27FC236}">
                  <a16:creationId xmlns:a16="http://schemas.microsoft.com/office/drawing/2014/main" id="{67280783-11B0-B98B-F7F0-C9E273E7B1AF}"/>
                </a:ext>
              </a:extLst>
            </p:cNvPr>
            <p:cNvSpPr/>
            <p:nvPr/>
          </p:nvSpPr>
          <p:spPr>
            <a:xfrm>
              <a:off x="4944588" y="558679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7" name="Oval 1376">
              <a:extLst>
                <a:ext uri="{FF2B5EF4-FFF2-40B4-BE49-F238E27FC236}">
                  <a16:creationId xmlns:a16="http://schemas.microsoft.com/office/drawing/2014/main" id="{64BCD339-3871-EDA0-1037-68518E3683BF}"/>
                </a:ext>
              </a:extLst>
            </p:cNvPr>
            <p:cNvSpPr/>
            <p:nvPr/>
          </p:nvSpPr>
          <p:spPr>
            <a:xfrm>
              <a:off x="5963509" y="539616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8" name="Oval 1377">
              <a:extLst>
                <a:ext uri="{FF2B5EF4-FFF2-40B4-BE49-F238E27FC236}">
                  <a16:creationId xmlns:a16="http://schemas.microsoft.com/office/drawing/2014/main" id="{F7633186-88AC-1216-49FD-6D14396E4FB8}"/>
                </a:ext>
              </a:extLst>
            </p:cNvPr>
            <p:cNvSpPr/>
            <p:nvPr/>
          </p:nvSpPr>
          <p:spPr>
            <a:xfrm>
              <a:off x="4968591" y="530002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79" name="Oval 1378">
              <a:extLst>
                <a:ext uri="{FF2B5EF4-FFF2-40B4-BE49-F238E27FC236}">
                  <a16:creationId xmlns:a16="http://schemas.microsoft.com/office/drawing/2014/main" id="{63D880ED-D3DB-20F1-ADDD-4B0998320FEA}"/>
                </a:ext>
              </a:extLst>
            </p:cNvPr>
            <p:cNvSpPr/>
            <p:nvPr/>
          </p:nvSpPr>
          <p:spPr>
            <a:xfrm>
              <a:off x="5185761" y="544010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0" name="Oval 1379">
              <a:extLst>
                <a:ext uri="{FF2B5EF4-FFF2-40B4-BE49-F238E27FC236}">
                  <a16:creationId xmlns:a16="http://schemas.microsoft.com/office/drawing/2014/main" id="{C87F89A9-8C06-6EC4-0CE0-BD4D6B6C0ECF}"/>
                </a:ext>
              </a:extLst>
            </p:cNvPr>
            <p:cNvSpPr/>
            <p:nvPr/>
          </p:nvSpPr>
          <p:spPr>
            <a:xfrm>
              <a:off x="5950555" y="517289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1" name="Oval 1380">
              <a:extLst>
                <a:ext uri="{FF2B5EF4-FFF2-40B4-BE49-F238E27FC236}">
                  <a16:creationId xmlns:a16="http://schemas.microsoft.com/office/drawing/2014/main" id="{5E325857-EF0C-B2FC-011D-6D340BD3C156}"/>
                </a:ext>
              </a:extLst>
            </p:cNvPr>
            <p:cNvSpPr/>
            <p:nvPr/>
          </p:nvSpPr>
          <p:spPr>
            <a:xfrm>
              <a:off x="4968845" y="569804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2" name="Oval 1381">
              <a:extLst>
                <a:ext uri="{FF2B5EF4-FFF2-40B4-BE49-F238E27FC236}">
                  <a16:creationId xmlns:a16="http://schemas.microsoft.com/office/drawing/2014/main" id="{A83A0E84-4A1F-383B-7F07-99CDBD74F34F}"/>
                </a:ext>
              </a:extLst>
            </p:cNvPr>
            <p:cNvSpPr/>
            <p:nvPr/>
          </p:nvSpPr>
          <p:spPr>
            <a:xfrm>
              <a:off x="5473670" y="548049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3" name="Oval 1382">
              <a:extLst>
                <a:ext uri="{FF2B5EF4-FFF2-40B4-BE49-F238E27FC236}">
                  <a16:creationId xmlns:a16="http://schemas.microsoft.com/office/drawing/2014/main" id="{7FA89290-BB43-B3E3-B324-3E43234B455A}"/>
                </a:ext>
              </a:extLst>
            </p:cNvPr>
            <p:cNvSpPr/>
            <p:nvPr/>
          </p:nvSpPr>
          <p:spPr>
            <a:xfrm>
              <a:off x="5178903" y="565397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4" name="Oval 1383">
              <a:extLst>
                <a:ext uri="{FF2B5EF4-FFF2-40B4-BE49-F238E27FC236}">
                  <a16:creationId xmlns:a16="http://schemas.microsoft.com/office/drawing/2014/main" id="{2456BF11-0DB8-4417-1968-04DD4C3EAADB}"/>
                </a:ext>
              </a:extLst>
            </p:cNvPr>
            <p:cNvSpPr/>
            <p:nvPr/>
          </p:nvSpPr>
          <p:spPr>
            <a:xfrm>
              <a:off x="5196810" y="571899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5" name="Oval 1384">
              <a:extLst>
                <a:ext uri="{FF2B5EF4-FFF2-40B4-BE49-F238E27FC236}">
                  <a16:creationId xmlns:a16="http://schemas.microsoft.com/office/drawing/2014/main" id="{8FBD6256-8CBF-C802-AD56-F785868AB8B2}"/>
                </a:ext>
              </a:extLst>
            </p:cNvPr>
            <p:cNvSpPr/>
            <p:nvPr/>
          </p:nvSpPr>
          <p:spPr>
            <a:xfrm>
              <a:off x="5704048" y="559555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6" name="Oval 1385">
              <a:extLst>
                <a:ext uri="{FF2B5EF4-FFF2-40B4-BE49-F238E27FC236}">
                  <a16:creationId xmlns:a16="http://schemas.microsoft.com/office/drawing/2014/main" id="{39402653-9033-DCBA-E04B-9D847C81684D}"/>
                </a:ext>
              </a:extLst>
            </p:cNvPr>
            <p:cNvSpPr/>
            <p:nvPr/>
          </p:nvSpPr>
          <p:spPr>
            <a:xfrm>
              <a:off x="5218400" y="554094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7" name="Oval 1386">
              <a:extLst>
                <a:ext uri="{FF2B5EF4-FFF2-40B4-BE49-F238E27FC236}">
                  <a16:creationId xmlns:a16="http://schemas.microsoft.com/office/drawing/2014/main" id="{272BC41C-752B-5C1C-B57D-B9AA4D2A3185}"/>
                </a:ext>
              </a:extLst>
            </p:cNvPr>
            <p:cNvSpPr/>
            <p:nvPr/>
          </p:nvSpPr>
          <p:spPr>
            <a:xfrm>
              <a:off x="5179919" y="584002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88" name="TextBox 1387">
              <a:extLst>
                <a:ext uri="{FF2B5EF4-FFF2-40B4-BE49-F238E27FC236}">
                  <a16:creationId xmlns:a16="http://schemas.microsoft.com/office/drawing/2014/main" id="{1D4AEA1B-6CA5-A527-B4A8-EEC5A64A12CD}"/>
                </a:ext>
              </a:extLst>
            </p:cNvPr>
            <p:cNvSpPr txBox="1"/>
            <p:nvPr/>
          </p:nvSpPr>
          <p:spPr>
            <a:xfrm>
              <a:off x="4940594" y="4782715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</a:t>
              </a:r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2B37AB17-43C4-1161-F58A-6C1008DE70CA}"/>
                </a:ext>
              </a:extLst>
            </p:cNvPr>
            <p:cNvSpPr/>
            <p:nvPr/>
          </p:nvSpPr>
          <p:spPr>
            <a:xfrm>
              <a:off x="4964654" y="4962459"/>
              <a:ext cx="226314" cy="12700"/>
            </a:xfrm>
            <a:custGeom>
              <a:avLst/>
              <a:gdLst>
                <a:gd name="csX0" fmla="*/ 0 w 226314"/>
                <a:gd name="csY0" fmla="*/ 0 h 12700"/>
                <a:gd name="csX1" fmla="*/ 226314 w 22631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314" h="12700">
                  <a:moveTo>
                    <a:pt x="0" y="0"/>
                  </a:moveTo>
                  <a:lnTo>
                    <a:pt x="226314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90" name="TextBox 1389">
              <a:extLst>
                <a:ext uri="{FF2B5EF4-FFF2-40B4-BE49-F238E27FC236}">
                  <a16:creationId xmlns:a16="http://schemas.microsoft.com/office/drawing/2014/main" id="{AB5FCDCD-F2B7-CEB3-6EED-5172A6FE2D76}"/>
                </a:ext>
              </a:extLst>
            </p:cNvPr>
            <p:cNvSpPr txBox="1"/>
            <p:nvPr/>
          </p:nvSpPr>
          <p:spPr>
            <a:xfrm>
              <a:off x="5378892" y="4782715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***</a:t>
              </a:r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2A4C9BE5-5828-AC76-73DF-2FC3370FE60D}"/>
                </a:ext>
              </a:extLst>
            </p:cNvPr>
            <p:cNvSpPr/>
            <p:nvPr/>
          </p:nvSpPr>
          <p:spPr>
            <a:xfrm>
              <a:off x="5241260" y="4962459"/>
              <a:ext cx="729234" cy="12700"/>
            </a:xfrm>
            <a:custGeom>
              <a:avLst/>
              <a:gdLst>
                <a:gd name="csX0" fmla="*/ 0 w 729234"/>
                <a:gd name="csY0" fmla="*/ 0 h 12700"/>
                <a:gd name="csX1" fmla="*/ 729234 w 729234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29234" h="12700">
                  <a:moveTo>
                    <a:pt x="0" y="0"/>
                  </a:moveTo>
                  <a:lnTo>
                    <a:pt x="729234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92" name="TextBox 1391">
              <a:extLst>
                <a:ext uri="{FF2B5EF4-FFF2-40B4-BE49-F238E27FC236}">
                  <a16:creationId xmlns:a16="http://schemas.microsoft.com/office/drawing/2014/main" id="{78DF960D-67E5-8117-BBF3-5AD78BC0432E}"/>
                </a:ext>
              </a:extLst>
            </p:cNvPr>
            <p:cNvSpPr txBox="1"/>
            <p:nvPr/>
          </p:nvSpPr>
          <p:spPr>
            <a:xfrm>
              <a:off x="5330357" y="4619647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</a:t>
              </a:r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040CD478-ABAD-0A32-8BE2-8B9DB3FF3E75}"/>
                </a:ext>
              </a:extLst>
            </p:cNvPr>
            <p:cNvSpPr/>
            <p:nvPr/>
          </p:nvSpPr>
          <p:spPr>
            <a:xfrm>
              <a:off x="4964654" y="4799264"/>
              <a:ext cx="1005840" cy="12700"/>
            </a:xfrm>
            <a:custGeom>
              <a:avLst/>
              <a:gdLst>
                <a:gd name="csX0" fmla="*/ 0 w 1005840"/>
                <a:gd name="csY0" fmla="*/ 0 h 12700"/>
                <a:gd name="csX1" fmla="*/ 1005840 w 100584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05840" h="12700">
                  <a:moveTo>
                    <a:pt x="0" y="0"/>
                  </a:moveTo>
                  <a:lnTo>
                    <a:pt x="1005840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DD6F9981-9D84-589A-37DB-345E83CA6783}"/>
                </a:ext>
              </a:extLst>
            </p:cNvPr>
            <p:cNvSpPr/>
            <p:nvPr/>
          </p:nvSpPr>
          <p:spPr>
            <a:xfrm>
              <a:off x="4813778" y="4581840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396" name="TextBox 1395">
              <a:extLst>
                <a:ext uri="{FF2B5EF4-FFF2-40B4-BE49-F238E27FC236}">
                  <a16:creationId xmlns:a16="http://schemas.microsoft.com/office/drawing/2014/main" id="{1D582D79-1268-E05D-9A73-AC091B7C1ED4}"/>
                </a:ext>
              </a:extLst>
            </p:cNvPr>
            <p:cNvSpPr txBox="1"/>
            <p:nvPr/>
          </p:nvSpPr>
          <p:spPr>
            <a:xfrm>
              <a:off x="4501002" y="5752571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0.0</a:t>
              </a:r>
            </a:p>
          </p:txBody>
        </p:sp>
        <p:sp>
          <p:nvSpPr>
            <p:cNvPr id="1397" name="TextBox 1396">
              <a:extLst>
                <a:ext uri="{FF2B5EF4-FFF2-40B4-BE49-F238E27FC236}">
                  <a16:creationId xmlns:a16="http://schemas.microsoft.com/office/drawing/2014/main" id="{A0460AFF-E9F5-9F5C-CE05-F784ABB65157}"/>
                </a:ext>
              </a:extLst>
            </p:cNvPr>
            <p:cNvSpPr txBox="1"/>
            <p:nvPr/>
          </p:nvSpPr>
          <p:spPr>
            <a:xfrm>
              <a:off x="4501002" y="5291434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0.2</a:t>
              </a:r>
            </a:p>
          </p:txBody>
        </p:sp>
        <p:sp>
          <p:nvSpPr>
            <p:cNvPr id="1398" name="TextBox 1397">
              <a:extLst>
                <a:ext uri="{FF2B5EF4-FFF2-40B4-BE49-F238E27FC236}">
                  <a16:creationId xmlns:a16="http://schemas.microsoft.com/office/drawing/2014/main" id="{1923C9E0-D55B-427D-9F65-C902D24DBF59}"/>
                </a:ext>
              </a:extLst>
            </p:cNvPr>
            <p:cNvSpPr txBox="1"/>
            <p:nvPr/>
          </p:nvSpPr>
          <p:spPr>
            <a:xfrm>
              <a:off x="4501002" y="4830424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0.4</a:t>
              </a:r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14DA6AB5-B09B-D7FE-D513-326DAB897404}"/>
                </a:ext>
              </a:extLst>
            </p:cNvPr>
            <p:cNvSpPr/>
            <p:nvPr/>
          </p:nvSpPr>
          <p:spPr>
            <a:xfrm>
              <a:off x="4778979" y="5859460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00" name="Freeform 1399">
              <a:extLst>
                <a:ext uri="{FF2B5EF4-FFF2-40B4-BE49-F238E27FC236}">
                  <a16:creationId xmlns:a16="http://schemas.microsoft.com/office/drawing/2014/main" id="{87062E37-EB06-9D09-A2EB-015FCE082E78}"/>
                </a:ext>
              </a:extLst>
            </p:cNvPr>
            <p:cNvSpPr/>
            <p:nvPr/>
          </p:nvSpPr>
          <p:spPr>
            <a:xfrm>
              <a:off x="4778979" y="5398322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01" name="Freeform 1400">
              <a:extLst>
                <a:ext uri="{FF2B5EF4-FFF2-40B4-BE49-F238E27FC236}">
                  <a16:creationId xmlns:a16="http://schemas.microsoft.com/office/drawing/2014/main" id="{353F471E-4320-57F6-2B02-F7FF6C82E8B9}"/>
                </a:ext>
              </a:extLst>
            </p:cNvPr>
            <p:cNvSpPr/>
            <p:nvPr/>
          </p:nvSpPr>
          <p:spPr>
            <a:xfrm>
              <a:off x="4778979" y="493731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02" name="Freeform 1401">
              <a:extLst>
                <a:ext uri="{FF2B5EF4-FFF2-40B4-BE49-F238E27FC236}">
                  <a16:creationId xmlns:a16="http://schemas.microsoft.com/office/drawing/2014/main" id="{4828E027-CD3E-49A0-6997-8D614C138678}"/>
                </a:ext>
              </a:extLst>
            </p:cNvPr>
            <p:cNvSpPr/>
            <p:nvPr/>
          </p:nvSpPr>
          <p:spPr>
            <a:xfrm>
              <a:off x="4813778" y="5940994"/>
              <a:ext cx="1307592" cy="12700"/>
            </a:xfrm>
            <a:custGeom>
              <a:avLst/>
              <a:gdLst>
                <a:gd name="csX0" fmla="*/ 0 w 1307592"/>
                <a:gd name="csY0" fmla="*/ 0 h 12700"/>
                <a:gd name="csX1" fmla="*/ 1307592 w 130759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07592" h="12700">
                  <a:moveTo>
                    <a:pt x="0" y="0"/>
                  </a:moveTo>
                  <a:lnTo>
                    <a:pt x="130759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14" name="TextBox 1413">
              <a:extLst>
                <a:ext uri="{FF2B5EF4-FFF2-40B4-BE49-F238E27FC236}">
                  <a16:creationId xmlns:a16="http://schemas.microsoft.com/office/drawing/2014/main" id="{C44D3267-5C55-0483-AA8D-39275C10C14C}"/>
                </a:ext>
              </a:extLst>
            </p:cNvPr>
            <p:cNvSpPr txBox="1"/>
            <p:nvPr/>
          </p:nvSpPr>
          <p:spPr>
            <a:xfrm rot="16200000">
              <a:off x="4075281" y="5138307"/>
              <a:ext cx="8162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Expression</a:t>
              </a:r>
            </a:p>
          </p:txBody>
        </p:sp>
      </p:grpSp>
      <p:grpSp>
        <p:nvGrpSpPr>
          <p:cNvPr id="1488" name="Group 1487">
            <a:extLst>
              <a:ext uri="{FF2B5EF4-FFF2-40B4-BE49-F238E27FC236}">
                <a16:creationId xmlns:a16="http://schemas.microsoft.com/office/drawing/2014/main" id="{40C561DD-4C35-62B0-0377-13728041754F}"/>
              </a:ext>
            </a:extLst>
          </p:cNvPr>
          <p:cNvGrpSpPr/>
          <p:nvPr/>
        </p:nvGrpSpPr>
        <p:grpSpPr>
          <a:xfrm>
            <a:off x="2400808" y="4631343"/>
            <a:ext cx="1761202" cy="1483097"/>
            <a:chOff x="4455829" y="4416727"/>
            <a:chExt cx="1761202" cy="1483097"/>
          </a:xfrm>
        </p:grpSpPr>
        <p:sp>
          <p:nvSpPr>
            <p:cNvPr id="1422" name="Rectangle 1421">
              <a:extLst>
                <a:ext uri="{FF2B5EF4-FFF2-40B4-BE49-F238E27FC236}">
                  <a16:creationId xmlns:a16="http://schemas.microsoft.com/office/drawing/2014/main" id="{C670E5FF-6321-DE8D-8D3B-243A63F4D304}"/>
                </a:ext>
              </a:extLst>
            </p:cNvPr>
            <p:cNvSpPr/>
            <p:nvPr/>
          </p:nvSpPr>
          <p:spPr>
            <a:xfrm>
              <a:off x="4977892" y="4416727"/>
              <a:ext cx="1239139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3" name="Rectangle 1422">
              <a:extLst>
                <a:ext uri="{FF2B5EF4-FFF2-40B4-BE49-F238E27FC236}">
                  <a16:creationId xmlns:a16="http://schemas.microsoft.com/office/drawing/2014/main" id="{C6F6C16C-E94C-70F6-D783-9EBB6DB257FE}"/>
                </a:ext>
              </a:extLst>
            </p:cNvPr>
            <p:cNvSpPr/>
            <p:nvPr/>
          </p:nvSpPr>
          <p:spPr>
            <a:xfrm>
              <a:off x="5049266" y="5469557"/>
              <a:ext cx="143001" cy="306324"/>
            </a:xfrm>
            <a:prstGeom prst="rect">
              <a:avLst/>
            </a:prstGeom>
            <a:solidFill>
              <a:srgbClr val="1965B0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4" name="Rectangle 1423">
              <a:extLst>
                <a:ext uri="{FF2B5EF4-FFF2-40B4-BE49-F238E27FC236}">
                  <a16:creationId xmlns:a16="http://schemas.microsoft.com/office/drawing/2014/main" id="{EEDDB189-ED0F-9D39-5E80-492CDBFB61F1}"/>
                </a:ext>
              </a:extLst>
            </p:cNvPr>
            <p:cNvSpPr/>
            <p:nvPr/>
          </p:nvSpPr>
          <p:spPr>
            <a:xfrm>
              <a:off x="5287645" y="5533819"/>
              <a:ext cx="143002" cy="242062"/>
            </a:xfrm>
            <a:prstGeom prst="rect">
              <a:avLst/>
            </a:prstGeom>
            <a:solidFill>
              <a:srgbClr val="4EB265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5" name="Rectangle 1424">
              <a:extLst>
                <a:ext uri="{FF2B5EF4-FFF2-40B4-BE49-F238E27FC236}">
                  <a16:creationId xmlns:a16="http://schemas.microsoft.com/office/drawing/2014/main" id="{F4B08FFB-D385-1661-0346-FB154727DCA0}"/>
                </a:ext>
              </a:extLst>
            </p:cNvPr>
            <p:cNvSpPr/>
            <p:nvPr/>
          </p:nvSpPr>
          <p:spPr>
            <a:xfrm>
              <a:off x="5525897" y="5262547"/>
              <a:ext cx="143002" cy="513334"/>
            </a:xfrm>
            <a:prstGeom prst="rect">
              <a:avLst/>
            </a:prstGeom>
            <a:solidFill>
              <a:srgbClr val="F7F056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6" name="Rectangle 1425">
              <a:extLst>
                <a:ext uri="{FF2B5EF4-FFF2-40B4-BE49-F238E27FC236}">
                  <a16:creationId xmlns:a16="http://schemas.microsoft.com/office/drawing/2014/main" id="{E1857E9F-0848-A1BC-2A9B-0B95CE5BA71C}"/>
                </a:ext>
              </a:extLst>
            </p:cNvPr>
            <p:cNvSpPr/>
            <p:nvPr/>
          </p:nvSpPr>
          <p:spPr>
            <a:xfrm>
              <a:off x="5764149" y="5471335"/>
              <a:ext cx="143002" cy="304672"/>
            </a:xfrm>
            <a:prstGeom prst="rect">
              <a:avLst/>
            </a:prstGeom>
            <a:solidFill>
              <a:srgbClr val="7BAFDE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7" name="Rectangle 1426">
              <a:extLst>
                <a:ext uri="{FF2B5EF4-FFF2-40B4-BE49-F238E27FC236}">
                  <a16:creationId xmlns:a16="http://schemas.microsoft.com/office/drawing/2014/main" id="{E14204AD-3450-44DC-B364-178FD6DACDA1}"/>
                </a:ext>
              </a:extLst>
            </p:cNvPr>
            <p:cNvSpPr/>
            <p:nvPr/>
          </p:nvSpPr>
          <p:spPr>
            <a:xfrm>
              <a:off x="6002401" y="5157899"/>
              <a:ext cx="143001" cy="618109"/>
            </a:xfrm>
            <a:prstGeom prst="rect">
              <a:avLst/>
            </a:prstGeom>
            <a:solidFill>
              <a:srgbClr val="DC050C"/>
            </a:solidFill>
            <a:ln w="13589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8" name="Freeform 1427">
              <a:extLst>
                <a:ext uri="{FF2B5EF4-FFF2-40B4-BE49-F238E27FC236}">
                  <a16:creationId xmlns:a16="http://schemas.microsoft.com/office/drawing/2014/main" id="{8916F8D6-8942-BAE5-58D4-9ED66B3EC374}"/>
                </a:ext>
              </a:extLst>
            </p:cNvPr>
            <p:cNvSpPr/>
            <p:nvPr/>
          </p:nvSpPr>
          <p:spPr>
            <a:xfrm>
              <a:off x="5073141" y="5395897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29" name="Freeform 1428">
              <a:extLst>
                <a:ext uri="{FF2B5EF4-FFF2-40B4-BE49-F238E27FC236}">
                  <a16:creationId xmlns:a16="http://schemas.microsoft.com/office/drawing/2014/main" id="{06F6AE06-655D-EEA8-D466-EC9F690167F9}"/>
                </a:ext>
              </a:extLst>
            </p:cNvPr>
            <p:cNvSpPr/>
            <p:nvPr/>
          </p:nvSpPr>
          <p:spPr>
            <a:xfrm>
              <a:off x="5120766" y="5395897"/>
              <a:ext cx="12700" cy="147447"/>
            </a:xfrm>
            <a:custGeom>
              <a:avLst/>
              <a:gdLst>
                <a:gd name="csX0" fmla="*/ 0 w 12700"/>
                <a:gd name="csY0" fmla="*/ 0 h 147447"/>
                <a:gd name="csX1" fmla="*/ 0 w 12700"/>
                <a:gd name="csY1" fmla="*/ 147447 h 147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47447">
                  <a:moveTo>
                    <a:pt x="0" y="0"/>
                  </a:moveTo>
                  <a:lnTo>
                    <a:pt x="0" y="147447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0" name="Freeform 1429">
              <a:extLst>
                <a:ext uri="{FF2B5EF4-FFF2-40B4-BE49-F238E27FC236}">
                  <a16:creationId xmlns:a16="http://schemas.microsoft.com/office/drawing/2014/main" id="{110B8BC5-70BB-3C88-A735-5C7401DE1D91}"/>
                </a:ext>
              </a:extLst>
            </p:cNvPr>
            <p:cNvSpPr/>
            <p:nvPr/>
          </p:nvSpPr>
          <p:spPr>
            <a:xfrm>
              <a:off x="5073141" y="5543344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1" name="Freeform 1430">
              <a:extLst>
                <a:ext uri="{FF2B5EF4-FFF2-40B4-BE49-F238E27FC236}">
                  <a16:creationId xmlns:a16="http://schemas.microsoft.com/office/drawing/2014/main" id="{ABED7A57-35AA-8E48-F3CC-1998981563EE}"/>
                </a:ext>
              </a:extLst>
            </p:cNvPr>
            <p:cNvSpPr/>
            <p:nvPr/>
          </p:nvSpPr>
          <p:spPr>
            <a:xfrm>
              <a:off x="5311394" y="5457745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2" name="Freeform 1431">
              <a:extLst>
                <a:ext uri="{FF2B5EF4-FFF2-40B4-BE49-F238E27FC236}">
                  <a16:creationId xmlns:a16="http://schemas.microsoft.com/office/drawing/2014/main" id="{81D29680-AE4C-C84F-A415-E0E32093807A}"/>
                </a:ext>
              </a:extLst>
            </p:cNvPr>
            <p:cNvSpPr/>
            <p:nvPr/>
          </p:nvSpPr>
          <p:spPr>
            <a:xfrm>
              <a:off x="5359146" y="5457745"/>
              <a:ext cx="12700" cy="152273"/>
            </a:xfrm>
            <a:custGeom>
              <a:avLst/>
              <a:gdLst>
                <a:gd name="csX0" fmla="*/ 0 w 12700"/>
                <a:gd name="csY0" fmla="*/ 0 h 152273"/>
                <a:gd name="csX1" fmla="*/ 0 w 12700"/>
                <a:gd name="csY1" fmla="*/ 152273 h 152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52273">
                  <a:moveTo>
                    <a:pt x="0" y="0"/>
                  </a:moveTo>
                  <a:lnTo>
                    <a:pt x="0" y="152273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3" name="Freeform 1432">
              <a:extLst>
                <a:ext uri="{FF2B5EF4-FFF2-40B4-BE49-F238E27FC236}">
                  <a16:creationId xmlns:a16="http://schemas.microsoft.com/office/drawing/2014/main" id="{0232725D-6ABA-B791-5442-C99E1AE9495A}"/>
                </a:ext>
              </a:extLst>
            </p:cNvPr>
            <p:cNvSpPr/>
            <p:nvPr/>
          </p:nvSpPr>
          <p:spPr>
            <a:xfrm>
              <a:off x="5311394" y="5610019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4" name="Freeform 1433">
              <a:extLst>
                <a:ext uri="{FF2B5EF4-FFF2-40B4-BE49-F238E27FC236}">
                  <a16:creationId xmlns:a16="http://schemas.microsoft.com/office/drawing/2014/main" id="{19625F5F-BF45-A328-8392-CFC9DAC4A50D}"/>
                </a:ext>
              </a:extLst>
            </p:cNvPr>
            <p:cNvSpPr/>
            <p:nvPr/>
          </p:nvSpPr>
          <p:spPr>
            <a:xfrm>
              <a:off x="5549772" y="5256958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5" name="Freeform 1434">
              <a:extLst>
                <a:ext uri="{FF2B5EF4-FFF2-40B4-BE49-F238E27FC236}">
                  <a16:creationId xmlns:a16="http://schemas.microsoft.com/office/drawing/2014/main" id="{3439ED71-B09F-2F99-9DA9-5F8D17C8A1A9}"/>
                </a:ext>
              </a:extLst>
            </p:cNvPr>
            <p:cNvSpPr/>
            <p:nvPr/>
          </p:nvSpPr>
          <p:spPr>
            <a:xfrm>
              <a:off x="5597397" y="5256958"/>
              <a:ext cx="12700" cy="11302"/>
            </a:xfrm>
            <a:custGeom>
              <a:avLst/>
              <a:gdLst>
                <a:gd name="csX0" fmla="*/ 0 w 12700"/>
                <a:gd name="csY0" fmla="*/ 0 h 11302"/>
                <a:gd name="csX1" fmla="*/ 0 w 12700"/>
                <a:gd name="csY1" fmla="*/ 11303 h 1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1302">
                  <a:moveTo>
                    <a:pt x="0" y="0"/>
                  </a:moveTo>
                  <a:lnTo>
                    <a:pt x="0" y="11303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6" name="Freeform 1435">
              <a:extLst>
                <a:ext uri="{FF2B5EF4-FFF2-40B4-BE49-F238E27FC236}">
                  <a16:creationId xmlns:a16="http://schemas.microsoft.com/office/drawing/2014/main" id="{8AAAAF20-2F00-46D2-4DEA-D0F64EF26D4C}"/>
                </a:ext>
              </a:extLst>
            </p:cNvPr>
            <p:cNvSpPr/>
            <p:nvPr/>
          </p:nvSpPr>
          <p:spPr>
            <a:xfrm>
              <a:off x="5549772" y="5268261"/>
              <a:ext cx="95250" cy="12700"/>
            </a:xfrm>
            <a:custGeom>
              <a:avLst/>
              <a:gdLst>
                <a:gd name="csX0" fmla="*/ 0 w 95250"/>
                <a:gd name="csY0" fmla="*/ 0 h 12700"/>
                <a:gd name="csX1" fmla="*/ 95250 w 95250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0" h="12700">
                  <a:moveTo>
                    <a:pt x="0" y="0"/>
                  </a:moveTo>
                  <a:lnTo>
                    <a:pt x="9525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7" name="Freeform 1436">
              <a:extLst>
                <a:ext uri="{FF2B5EF4-FFF2-40B4-BE49-F238E27FC236}">
                  <a16:creationId xmlns:a16="http://schemas.microsoft.com/office/drawing/2014/main" id="{05578985-4C9C-461E-F40C-E877D8984E8D}"/>
                </a:ext>
              </a:extLst>
            </p:cNvPr>
            <p:cNvSpPr/>
            <p:nvPr/>
          </p:nvSpPr>
          <p:spPr>
            <a:xfrm>
              <a:off x="6026277" y="5093890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8" name="Freeform 1437">
              <a:extLst>
                <a:ext uri="{FF2B5EF4-FFF2-40B4-BE49-F238E27FC236}">
                  <a16:creationId xmlns:a16="http://schemas.microsoft.com/office/drawing/2014/main" id="{C57EC5F4-9D3F-614F-07FA-0DE3979A9662}"/>
                </a:ext>
              </a:extLst>
            </p:cNvPr>
            <p:cNvSpPr/>
            <p:nvPr/>
          </p:nvSpPr>
          <p:spPr>
            <a:xfrm>
              <a:off x="6073902" y="5093890"/>
              <a:ext cx="12700" cy="128015"/>
            </a:xfrm>
            <a:custGeom>
              <a:avLst/>
              <a:gdLst>
                <a:gd name="csX0" fmla="*/ 0 w 12700"/>
                <a:gd name="csY0" fmla="*/ 0 h 128015"/>
                <a:gd name="csX1" fmla="*/ 0 w 12700"/>
                <a:gd name="csY1" fmla="*/ 128016 h 128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28015">
                  <a:moveTo>
                    <a:pt x="0" y="0"/>
                  </a:moveTo>
                  <a:lnTo>
                    <a:pt x="0" y="128016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39" name="Freeform 1438">
              <a:extLst>
                <a:ext uri="{FF2B5EF4-FFF2-40B4-BE49-F238E27FC236}">
                  <a16:creationId xmlns:a16="http://schemas.microsoft.com/office/drawing/2014/main" id="{EE0CA27B-3C94-878F-D3EE-269021E04EC6}"/>
                </a:ext>
              </a:extLst>
            </p:cNvPr>
            <p:cNvSpPr/>
            <p:nvPr/>
          </p:nvSpPr>
          <p:spPr>
            <a:xfrm>
              <a:off x="6026277" y="5221906"/>
              <a:ext cx="95377" cy="12700"/>
            </a:xfrm>
            <a:custGeom>
              <a:avLst/>
              <a:gdLst>
                <a:gd name="csX0" fmla="*/ 0 w 95377"/>
                <a:gd name="csY0" fmla="*/ 0 h 12700"/>
                <a:gd name="csX1" fmla="*/ 95377 w 9537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77" h="12700">
                  <a:moveTo>
                    <a:pt x="0" y="0"/>
                  </a:moveTo>
                  <a:lnTo>
                    <a:pt x="95377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0" name="Oval 1439">
              <a:extLst>
                <a:ext uri="{FF2B5EF4-FFF2-40B4-BE49-F238E27FC236}">
                  <a16:creationId xmlns:a16="http://schemas.microsoft.com/office/drawing/2014/main" id="{9AA9362C-DDDB-C329-DA3F-61DE474BB53B}"/>
                </a:ext>
              </a:extLst>
            </p:cNvPr>
            <p:cNvSpPr/>
            <p:nvPr/>
          </p:nvSpPr>
          <p:spPr>
            <a:xfrm>
              <a:off x="5599049" y="523676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1" name="Oval 1440">
              <a:extLst>
                <a:ext uri="{FF2B5EF4-FFF2-40B4-BE49-F238E27FC236}">
                  <a16:creationId xmlns:a16="http://schemas.microsoft.com/office/drawing/2014/main" id="{01817400-DB8C-62A8-7841-CB0AEAF80A80}"/>
                </a:ext>
              </a:extLst>
            </p:cNvPr>
            <p:cNvSpPr/>
            <p:nvPr/>
          </p:nvSpPr>
          <p:spPr>
            <a:xfrm>
              <a:off x="5361940" y="535335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2" name="Oval 1441">
              <a:extLst>
                <a:ext uri="{FF2B5EF4-FFF2-40B4-BE49-F238E27FC236}">
                  <a16:creationId xmlns:a16="http://schemas.microsoft.com/office/drawing/2014/main" id="{68864BC3-9D12-78CD-5471-878A4D802E3C}"/>
                </a:ext>
              </a:extLst>
            </p:cNvPr>
            <p:cNvSpPr/>
            <p:nvPr/>
          </p:nvSpPr>
          <p:spPr>
            <a:xfrm>
              <a:off x="6071616" y="4988481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3" name="Oval 1442">
              <a:extLst>
                <a:ext uri="{FF2B5EF4-FFF2-40B4-BE49-F238E27FC236}">
                  <a16:creationId xmlns:a16="http://schemas.microsoft.com/office/drawing/2014/main" id="{CE59617F-65FC-70C1-9C2F-190FDA579B22}"/>
                </a:ext>
              </a:extLst>
            </p:cNvPr>
            <p:cNvSpPr/>
            <p:nvPr/>
          </p:nvSpPr>
          <p:spPr>
            <a:xfrm>
              <a:off x="5109464" y="544695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4" name="Oval 1443">
              <a:extLst>
                <a:ext uri="{FF2B5EF4-FFF2-40B4-BE49-F238E27FC236}">
                  <a16:creationId xmlns:a16="http://schemas.microsoft.com/office/drawing/2014/main" id="{87D4AB19-11FE-B9BE-2E1F-5A59DC0A0A67}"/>
                </a:ext>
              </a:extLst>
            </p:cNvPr>
            <p:cNvSpPr/>
            <p:nvPr/>
          </p:nvSpPr>
          <p:spPr>
            <a:xfrm>
              <a:off x="6056757" y="514685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5" name="Oval 1444">
              <a:extLst>
                <a:ext uri="{FF2B5EF4-FFF2-40B4-BE49-F238E27FC236}">
                  <a16:creationId xmlns:a16="http://schemas.microsoft.com/office/drawing/2014/main" id="{E3BCCEE5-7121-ECC0-371F-E97B29D47608}"/>
                </a:ext>
              </a:extLst>
            </p:cNvPr>
            <p:cNvSpPr/>
            <p:nvPr/>
          </p:nvSpPr>
          <p:spPr>
            <a:xfrm>
              <a:off x="5114036" y="565662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6" name="Oval 1445">
              <a:extLst>
                <a:ext uri="{FF2B5EF4-FFF2-40B4-BE49-F238E27FC236}">
                  <a16:creationId xmlns:a16="http://schemas.microsoft.com/office/drawing/2014/main" id="{C7123C3B-69B1-10A9-A654-67880587B8D5}"/>
                </a:ext>
              </a:extLst>
            </p:cNvPr>
            <p:cNvSpPr/>
            <p:nvPr/>
          </p:nvSpPr>
          <p:spPr>
            <a:xfrm>
              <a:off x="6038469" y="534827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7" name="Oval 1446">
              <a:extLst>
                <a:ext uri="{FF2B5EF4-FFF2-40B4-BE49-F238E27FC236}">
                  <a16:creationId xmlns:a16="http://schemas.microsoft.com/office/drawing/2014/main" id="{68F9CAD5-61D4-746E-07EC-FB6952BB2878}"/>
                </a:ext>
              </a:extLst>
            </p:cNvPr>
            <p:cNvSpPr/>
            <p:nvPr/>
          </p:nvSpPr>
          <p:spPr>
            <a:xfrm>
              <a:off x="5110226" y="529556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8" name="Oval 1447">
              <a:extLst>
                <a:ext uri="{FF2B5EF4-FFF2-40B4-BE49-F238E27FC236}">
                  <a16:creationId xmlns:a16="http://schemas.microsoft.com/office/drawing/2014/main" id="{E31EA18E-5FB0-559F-8217-3C07C973E120}"/>
                </a:ext>
              </a:extLst>
            </p:cNvPr>
            <p:cNvSpPr/>
            <p:nvPr/>
          </p:nvSpPr>
          <p:spPr>
            <a:xfrm>
              <a:off x="6065647" y="5138341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49" name="Oval 1448">
              <a:extLst>
                <a:ext uri="{FF2B5EF4-FFF2-40B4-BE49-F238E27FC236}">
                  <a16:creationId xmlns:a16="http://schemas.microsoft.com/office/drawing/2014/main" id="{4B1D19FA-8C10-4E4A-A089-E30A6E07EF87}"/>
                </a:ext>
              </a:extLst>
            </p:cNvPr>
            <p:cNvSpPr/>
            <p:nvPr/>
          </p:nvSpPr>
          <p:spPr>
            <a:xfrm>
              <a:off x="5100701" y="54149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0" name="Oval 1449">
              <a:extLst>
                <a:ext uri="{FF2B5EF4-FFF2-40B4-BE49-F238E27FC236}">
                  <a16:creationId xmlns:a16="http://schemas.microsoft.com/office/drawing/2014/main" id="{988084DD-673C-2984-AD30-6EF836B3BF11}"/>
                </a:ext>
              </a:extLst>
            </p:cNvPr>
            <p:cNvSpPr/>
            <p:nvPr/>
          </p:nvSpPr>
          <p:spPr>
            <a:xfrm>
              <a:off x="6066409" y="5269151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1" name="Oval 1450">
              <a:extLst>
                <a:ext uri="{FF2B5EF4-FFF2-40B4-BE49-F238E27FC236}">
                  <a16:creationId xmlns:a16="http://schemas.microsoft.com/office/drawing/2014/main" id="{12302C3E-A321-1B5F-ACEE-C2116554CF42}"/>
                </a:ext>
              </a:extLst>
            </p:cNvPr>
            <p:cNvSpPr/>
            <p:nvPr/>
          </p:nvSpPr>
          <p:spPr>
            <a:xfrm>
              <a:off x="5123434" y="523130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2" name="Oval 1451">
              <a:extLst>
                <a:ext uri="{FF2B5EF4-FFF2-40B4-BE49-F238E27FC236}">
                  <a16:creationId xmlns:a16="http://schemas.microsoft.com/office/drawing/2014/main" id="{E327DC21-73D6-C97F-FFBB-573694F8D253}"/>
                </a:ext>
              </a:extLst>
            </p:cNvPr>
            <p:cNvSpPr/>
            <p:nvPr/>
          </p:nvSpPr>
          <p:spPr>
            <a:xfrm>
              <a:off x="5329428" y="521746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3" name="Oval 1452">
              <a:extLst>
                <a:ext uri="{FF2B5EF4-FFF2-40B4-BE49-F238E27FC236}">
                  <a16:creationId xmlns:a16="http://schemas.microsoft.com/office/drawing/2014/main" id="{1825C965-7C5B-0C8D-B97E-B9F74CAD5950}"/>
                </a:ext>
              </a:extLst>
            </p:cNvPr>
            <p:cNvSpPr/>
            <p:nvPr/>
          </p:nvSpPr>
          <p:spPr>
            <a:xfrm>
              <a:off x="6054090" y="4944539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4" name="Oval 1453">
              <a:extLst>
                <a:ext uri="{FF2B5EF4-FFF2-40B4-BE49-F238E27FC236}">
                  <a16:creationId xmlns:a16="http://schemas.microsoft.com/office/drawing/2014/main" id="{9F4300C5-9A1E-4A92-A77A-8885CB510DEA}"/>
                </a:ext>
              </a:extLst>
            </p:cNvPr>
            <p:cNvSpPr/>
            <p:nvPr/>
          </p:nvSpPr>
          <p:spPr>
            <a:xfrm>
              <a:off x="5123688" y="566755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5" name="Oval 1454">
              <a:extLst>
                <a:ext uri="{FF2B5EF4-FFF2-40B4-BE49-F238E27FC236}">
                  <a16:creationId xmlns:a16="http://schemas.microsoft.com/office/drawing/2014/main" id="{DC8342CE-A8BE-684F-CA7D-431358778BB8}"/>
                </a:ext>
              </a:extLst>
            </p:cNvPr>
            <p:cNvSpPr/>
            <p:nvPr/>
          </p:nvSpPr>
          <p:spPr>
            <a:xfrm>
              <a:off x="5602097" y="524845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6" name="Oval 1455">
              <a:extLst>
                <a:ext uri="{FF2B5EF4-FFF2-40B4-BE49-F238E27FC236}">
                  <a16:creationId xmlns:a16="http://schemas.microsoft.com/office/drawing/2014/main" id="{DE746AFA-B023-1147-5CC9-52691E407BE3}"/>
                </a:ext>
              </a:extLst>
            </p:cNvPr>
            <p:cNvSpPr/>
            <p:nvPr/>
          </p:nvSpPr>
          <p:spPr>
            <a:xfrm>
              <a:off x="5322824" y="551781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7" name="Oval 1456">
              <a:extLst>
                <a:ext uri="{FF2B5EF4-FFF2-40B4-BE49-F238E27FC236}">
                  <a16:creationId xmlns:a16="http://schemas.microsoft.com/office/drawing/2014/main" id="{F9DE18B0-8F61-850D-47D9-CBDEB5E29690}"/>
                </a:ext>
              </a:extLst>
            </p:cNvPr>
            <p:cNvSpPr/>
            <p:nvPr/>
          </p:nvSpPr>
          <p:spPr>
            <a:xfrm>
              <a:off x="5339842" y="557877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8" name="Oval 1457">
              <a:extLst>
                <a:ext uri="{FF2B5EF4-FFF2-40B4-BE49-F238E27FC236}">
                  <a16:creationId xmlns:a16="http://schemas.microsoft.com/office/drawing/2014/main" id="{40BDFAD3-DFFD-283F-4FE9-76E232AB8B61}"/>
                </a:ext>
              </a:extLst>
            </p:cNvPr>
            <p:cNvSpPr/>
            <p:nvPr/>
          </p:nvSpPr>
          <p:spPr>
            <a:xfrm>
              <a:off x="5820537" y="545355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59" name="Oval 1458">
              <a:extLst>
                <a:ext uri="{FF2B5EF4-FFF2-40B4-BE49-F238E27FC236}">
                  <a16:creationId xmlns:a16="http://schemas.microsoft.com/office/drawing/2014/main" id="{9F0A9C37-852F-1E92-89ED-764A8625A4C7}"/>
                </a:ext>
              </a:extLst>
            </p:cNvPr>
            <p:cNvSpPr/>
            <p:nvPr/>
          </p:nvSpPr>
          <p:spPr>
            <a:xfrm>
              <a:off x="5360289" y="542625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0" name="Oval 1459">
              <a:extLst>
                <a:ext uri="{FF2B5EF4-FFF2-40B4-BE49-F238E27FC236}">
                  <a16:creationId xmlns:a16="http://schemas.microsoft.com/office/drawing/2014/main" id="{F172D0BF-AA3E-FE2B-C99D-E1348ED36639}"/>
                </a:ext>
              </a:extLst>
            </p:cNvPr>
            <p:cNvSpPr/>
            <p:nvPr/>
          </p:nvSpPr>
          <p:spPr>
            <a:xfrm>
              <a:off x="5323840" y="575581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1" name="TextBox 1460">
              <a:extLst>
                <a:ext uri="{FF2B5EF4-FFF2-40B4-BE49-F238E27FC236}">
                  <a16:creationId xmlns:a16="http://schemas.microsoft.com/office/drawing/2014/main" id="{5941D9A0-E36C-4C11-AFC5-28F5EAFADEBD}"/>
                </a:ext>
              </a:extLst>
            </p:cNvPr>
            <p:cNvSpPr txBox="1"/>
            <p:nvPr/>
          </p:nvSpPr>
          <p:spPr>
            <a:xfrm>
              <a:off x="4973845" y="4661645"/>
              <a:ext cx="50847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 = 0.410</a:t>
              </a:r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AA3F06A0-E0C3-C02F-7033-CC0575A6903E}"/>
                </a:ext>
              </a:extLst>
            </p:cNvPr>
            <p:cNvSpPr/>
            <p:nvPr/>
          </p:nvSpPr>
          <p:spPr>
            <a:xfrm>
              <a:off x="5120767" y="4797346"/>
              <a:ext cx="214502" cy="12700"/>
            </a:xfrm>
            <a:custGeom>
              <a:avLst/>
              <a:gdLst>
                <a:gd name="csX0" fmla="*/ 0 w 214502"/>
                <a:gd name="csY0" fmla="*/ 0 h 12700"/>
                <a:gd name="csX1" fmla="*/ 214503 w 21450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02" h="12700">
                  <a:moveTo>
                    <a:pt x="0" y="0"/>
                  </a:moveTo>
                  <a:lnTo>
                    <a:pt x="214503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3" name="TextBox 1462">
              <a:extLst>
                <a:ext uri="{FF2B5EF4-FFF2-40B4-BE49-F238E27FC236}">
                  <a16:creationId xmlns:a16="http://schemas.microsoft.com/office/drawing/2014/main" id="{9FC3B5EF-F05E-612E-BFEE-F1BDE689017A}"/>
                </a:ext>
              </a:extLst>
            </p:cNvPr>
            <p:cNvSpPr txBox="1"/>
            <p:nvPr/>
          </p:nvSpPr>
          <p:spPr>
            <a:xfrm>
              <a:off x="5501477" y="4617602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***</a:t>
              </a:r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3A1817DC-AFBC-5CA5-045D-89632EEE892C}"/>
                </a:ext>
              </a:extLst>
            </p:cNvPr>
            <p:cNvSpPr/>
            <p:nvPr/>
          </p:nvSpPr>
          <p:spPr>
            <a:xfrm>
              <a:off x="5382895" y="4797346"/>
              <a:ext cx="691007" cy="12700"/>
            </a:xfrm>
            <a:custGeom>
              <a:avLst/>
              <a:gdLst>
                <a:gd name="csX0" fmla="*/ 0 w 691007"/>
                <a:gd name="csY0" fmla="*/ 0 h 12700"/>
                <a:gd name="csX1" fmla="*/ 691007 w 69100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91007" h="12700">
                  <a:moveTo>
                    <a:pt x="0" y="0"/>
                  </a:moveTo>
                  <a:lnTo>
                    <a:pt x="691007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5" name="TextBox 1464">
              <a:extLst>
                <a:ext uri="{FF2B5EF4-FFF2-40B4-BE49-F238E27FC236}">
                  <a16:creationId xmlns:a16="http://schemas.microsoft.com/office/drawing/2014/main" id="{FF0A44A4-313C-3BB6-8738-80C81B015234}"/>
                </a:ext>
              </a:extLst>
            </p:cNvPr>
            <p:cNvSpPr txBox="1"/>
            <p:nvPr/>
          </p:nvSpPr>
          <p:spPr>
            <a:xfrm>
              <a:off x="5415296" y="4454534"/>
              <a:ext cx="36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**</a:t>
              </a:r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1CD0E7AA-B0F1-6D83-FECB-B62A6FEAFBA2}"/>
                </a:ext>
              </a:extLst>
            </p:cNvPr>
            <p:cNvSpPr/>
            <p:nvPr/>
          </p:nvSpPr>
          <p:spPr>
            <a:xfrm>
              <a:off x="5120767" y="4634151"/>
              <a:ext cx="953135" cy="12700"/>
            </a:xfrm>
            <a:custGeom>
              <a:avLst/>
              <a:gdLst>
                <a:gd name="csX0" fmla="*/ 0 w 953135"/>
                <a:gd name="csY0" fmla="*/ 0 h 12700"/>
                <a:gd name="csX1" fmla="*/ 953135 w 953135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135" h="12700">
                  <a:moveTo>
                    <a:pt x="0" y="0"/>
                  </a:moveTo>
                  <a:lnTo>
                    <a:pt x="953135" y="0"/>
                  </a:lnTo>
                </a:path>
              </a:pathLst>
            </a:custGeom>
            <a:ln w="1358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1932A277-FCC7-3A15-0BE6-82BE40E30218}"/>
                </a:ext>
              </a:extLst>
            </p:cNvPr>
            <p:cNvSpPr/>
            <p:nvPr/>
          </p:nvSpPr>
          <p:spPr>
            <a:xfrm>
              <a:off x="4977891" y="4416727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69" name="TextBox 1468">
              <a:extLst>
                <a:ext uri="{FF2B5EF4-FFF2-40B4-BE49-F238E27FC236}">
                  <a16:creationId xmlns:a16="http://schemas.microsoft.com/office/drawing/2014/main" id="{54B464C3-394C-FB7A-5AAD-A434CA9863AF}"/>
                </a:ext>
              </a:extLst>
            </p:cNvPr>
            <p:cNvSpPr txBox="1"/>
            <p:nvPr/>
          </p:nvSpPr>
          <p:spPr>
            <a:xfrm>
              <a:off x="4658700" y="5668992"/>
              <a:ext cx="3513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0%</a:t>
              </a:r>
            </a:p>
          </p:txBody>
        </p:sp>
        <p:sp>
          <p:nvSpPr>
            <p:cNvPr id="1470" name="TextBox 1469">
              <a:extLst>
                <a:ext uri="{FF2B5EF4-FFF2-40B4-BE49-F238E27FC236}">
                  <a16:creationId xmlns:a16="http://schemas.microsoft.com/office/drawing/2014/main" id="{D9ABEFF3-FD54-ACFD-6545-FCC203733B54}"/>
                </a:ext>
              </a:extLst>
            </p:cNvPr>
            <p:cNvSpPr txBox="1"/>
            <p:nvPr/>
          </p:nvSpPr>
          <p:spPr>
            <a:xfrm>
              <a:off x="4595563" y="5202013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10%</a:t>
              </a:r>
            </a:p>
          </p:txBody>
        </p:sp>
        <p:sp>
          <p:nvSpPr>
            <p:cNvPr id="1471" name="TextBox 1470">
              <a:extLst>
                <a:ext uri="{FF2B5EF4-FFF2-40B4-BE49-F238E27FC236}">
                  <a16:creationId xmlns:a16="http://schemas.microsoft.com/office/drawing/2014/main" id="{2A228C02-9883-2EDD-1BF3-99C9E3981CE4}"/>
                </a:ext>
              </a:extLst>
            </p:cNvPr>
            <p:cNvSpPr txBox="1"/>
            <p:nvPr/>
          </p:nvSpPr>
          <p:spPr>
            <a:xfrm>
              <a:off x="4595563" y="4734907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20%</a:t>
              </a:r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B717E873-BF23-C5BB-4F1A-B4A3CD806994}"/>
                </a:ext>
              </a:extLst>
            </p:cNvPr>
            <p:cNvSpPr/>
            <p:nvPr/>
          </p:nvSpPr>
          <p:spPr>
            <a:xfrm>
              <a:off x="4943094" y="5775881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ADAFE5A8-30E1-B588-469F-EA09EF01AF16}"/>
                </a:ext>
              </a:extLst>
            </p:cNvPr>
            <p:cNvSpPr/>
            <p:nvPr/>
          </p:nvSpPr>
          <p:spPr>
            <a:xfrm>
              <a:off x="4943094" y="5308902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12E25096-67FE-1E69-D37F-4AEAC5154FFE}"/>
                </a:ext>
              </a:extLst>
            </p:cNvPr>
            <p:cNvSpPr/>
            <p:nvPr/>
          </p:nvSpPr>
          <p:spPr>
            <a:xfrm>
              <a:off x="4943094" y="4841796"/>
              <a:ext cx="34797" cy="12700"/>
            </a:xfrm>
            <a:custGeom>
              <a:avLst/>
              <a:gdLst>
                <a:gd name="csX0" fmla="*/ 0 w 34797"/>
                <a:gd name="csY0" fmla="*/ 0 h 12700"/>
                <a:gd name="csX1" fmla="*/ 34798 w 34797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7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BDD4CD92-0C8A-B5A8-466B-D6D7A83299C3}"/>
                </a:ext>
              </a:extLst>
            </p:cNvPr>
            <p:cNvSpPr/>
            <p:nvPr/>
          </p:nvSpPr>
          <p:spPr>
            <a:xfrm>
              <a:off x="4977891" y="5775881"/>
              <a:ext cx="1239012" cy="12700"/>
            </a:xfrm>
            <a:custGeom>
              <a:avLst/>
              <a:gdLst>
                <a:gd name="csX0" fmla="*/ 0 w 1239012"/>
                <a:gd name="csY0" fmla="*/ 0 h 12700"/>
                <a:gd name="csX1" fmla="*/ 1239012 w 123901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39012" h="12700">
                  <a:moveTo>
                    <a:pt x="0" y="0"/>
                  </a:moveTo>
                  <a:lnTo>
                    <a:pt x="123901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87" name="TextBox 1486">
              <a:extLst>
                <a:ext uri="{FF2B5EF4-FFF2-40B4-BE49-F238E27FC236}">
                  <a16:creationId xmlns:a16="http://schemas.microsoft.com/office/drawing/2014/main" id="{5DAC6E7D-C0EA-F165-514B-457B5F413E63}"/>
                </a:ext>
              </a:extLst>
            </p:cNvPr>
            <p:cNvSpPr txBox="1"/>
            <p:nvPr/>
          </p:nvSpPr>
          <p:spPr>
            <a:xfrm rot="16200000">
              <a:off x="4119519" y="4973194"/>
              <a:ext cx="9188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 </a:t>
              </a:r>
              <a:r>
                <a:rPr lang="en-US" sz="1000" i="1" spc="0" baseline="0" dirty="0" err="1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pgr</a:t>
              </a:r>
              <a:r>
                <a:rPr lang="en-US" sz="1000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+</a:t>
              </a:r>
            </a:p>
          </p:txBody>
        </p:sp>
      </p:grpSp>
      <p:grpSp>
        <p:nvGrpSpPr>
          <p:cNvPr id="1558" name="Group 1557">
            <a:extLst>
              <a:ext uri="{FF2B5EF4-FFF2-40B4-BE49-F238E27FC236}">
                <a16:creationId xmlns:a16="http://schemas.microsoft.com/office/drawing/2014/main" id="{94A71C3A-7B8A-864A-FF92-B9ADFD1773A6}"/>
              </a:ext>
            </a:extLst>
          </p:cNvPr>
          <p:cNvGrpSpPr/>
          <p:nvPr/>
        </p:nvGrpSpPr>
        <p:grpSpPr>
          <a:xfrm>
            <a:off x="4244655" y="4742586"/>
            <a:ext cx="1761075" cy="1371854"/>
            <a:chOff x="4649504" y="4085094"/>
            <a:chExt cx="1761075" cy="1371854"/>
          </a:xfrm>
        </p:grpSpPr>
        <p:sp>
          <p:nvSpPr>
            <p:cNvPr id="1495" name="Rectangle 1494">
              <a:extLst>
                <a:ext uri="{FF2B5EF4-FFF2-40B4-BE49-F238E27FC236}">
                  <a16:creationId xmlns:a16="http://schemas.microsoft.com/office/drawing/2014/main" id="{5F55D541-2944-38DC-47E4-920E0B0CF61E}"/>
                </a:ext>
              </a:extLst>
            </p:cNvPr>
            <p:cNvSpPr/>
            <p:nvPr/>
          </p:nvSpPr>
          <p:spPr>
            <a:xfrm>
              <a:off x="5102987" y="4085094"/>
              <a:ext cx="1307591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81DCE254-79D0-4BB1-6CF6-7CDD9E59CE05}"/>
                </a:ext>
              </a:extLst>
            </p:cNvPr>
            <p:cNvSpPr/>
            <p:nvPr/>
          </p:nvSpPr>
          <p:spPr>
            <a:xfrm>
              <a:off x="5253863" y="4628781"/>
              <a:ext cx="12700" cy="311023"/>
            </a:xfrm>
            <a:custGeom>
              <a:avLst/>
              <a:gdLst>
                <a:gd name="csX0" fmla="*/ 0 w 12700"/>
                <a:gd name="csY0" fmla="*/ 311023 h 311023"/>
                <a:gd name="csX1" fmla="*/ 0 w 12700"/>
                <a:gd name="csY1" fmla="*/ 0 h 311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11023">
                  <a:moveTo>
                    <a:pt x="0" y="311023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600F6DBD-D0E1-A6BE-A0E2-D95162401BD3}"/>
                </a:ext>
              </a:extLst>
            </p:cNvPr>
            <p:cNvSpPr/>
            <p:nvPr/>
          </p:nvSpPr>
          <p:spPr>
            <a:xfrm>
              <a:off x="5253863" y="5171579"/>
              <a:ext cx="12700" cy="162687"/>
            </a:xfrm>
            <a:custGeom>
              <a:avLst/>
              <a:gdLst>
                <a:gd name="csX0" fmla="*/ 0 w 12700"/>
                <a:gd name="csY0" fmla="*/ 0 h 162687"/>
                <a:gd name="csX1" fmla="*/ 0 w 12700"/>
                <a:gd name="csY1" fmla="*/ 162687 h 1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62687">
                  <a:moveTo>
                    <a:pt x="0" y="0"/>
                  </a:moveTo>
                  <a:lnTo>
                    <a:pt x="0" y="16268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B6447CE5-980B-9B2A-FD92-C9BBF569FB73}"/>
                </a:ext>
              </a:extLst>
            </p:cNvPr>
            <p:cNvSpPr/>
            <p:nvPr/>
          </p:nvSpPr>
          <p:spPr>
            <a:xfrm>
              <a:off x="5178425" y="4939803"/>
              <a:ext cx="150876" cy="231775"/>
            </a:xfrm>
            <a:custGeom>
              <a:avLst/>
              <a:gdLst>
                <a:gd name="csX0" fmla="*/ 0 w 150876"/>
                <a:gd name="csY0" fmla="*/ 0 h 231775"/>
                <a:gd name="csX1" fmla="*/ 0 w 150876"/>
                <a:gd name="csY1" fmla="*/ 231775 h 231775"/>
                <a:gd name="csX2" fmla="*/ 150876 w 150876"/>
                <a:gd name="csY2" fmla="*/ 231775 h 231775"/>
                <a:gd name="csX3" fmla="*/ 150876 w 150876"/>
                <a:gd name="csY3" fmla="*/ 0 h 231775"/>
                <a:gd name="csX4" fmla="*/ 0 w 150876"/>
                <a:gd name="csY4" fmla="*/ 0 h 231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31775">
                  <a:moveTo>
                    <a:pt x="0" y="0"/>
                  </a:moveTo>
                  <a:lnTo>
                    <a:pt x="0" y="231775"/>
                  </a:lnTo>
                  <a:lnTo>
                    <a:pt x="150876" y="231775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29426425-AAD6-1C92-1804-374BB9239DFF}"/>
                </a:ext>
              </a:extLst>
            </p:cNvPr>
            <p:cNvSpPr/>
            <p:nvPr/>
          </p:nvSpPr>
          <p:spPr>
            <a:xfrm>
              <a:off x="5178425" y="5070360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A60E4255-8E77-7394-6E6B-1F85EC78F586}"/>
                </a:ext>
              </a:extLst>
            </p:cNvPr>
            <p:cNvSpPr/>
            <p:nvPr/>
          </p:nvSpPr>
          <p:spPr>
            <a:xfrm>
              <a:off x="5505323" y="4855603"/>
              <a:ext cx="12700" cy="59308"/>
            </a:xfrm>
            <a:custGeom>
              <a:avLst/>
              <a:gdLst>
                <a:gd name="csX0" fmla="*/ 0 w 12700"/>
                <a:gd name="csY0" fmla="*/ 59309 h 59308"/>
                <a:gd name="csX1" fmla="*/ 0 w 12700"/>
                <a:gd name="csY1" fmla="*/ 0 h 59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59308">
                  <a:moveTo>
                    <a:pt x="0" y="59309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4A4FC813-443A-3D22-DFFE-4A4B2D6E973E}"/>
                </a:ext>
              </a:extLst>
            </p:cNvPr>
            <p:cNvSpPr/>
            <p:nvPr/>
          </p:nvSpPr>
          <p:spPr>
            <a:xfrm>
              <a:off x="5429884" y="4914911"/>
              <a:ext cx="150876" cy="164464"/>
            </a:xfrm>
            <a:custGeom>
              <a:avLst/>
              <a:gdLst>
                <a:gd name="csX0" fmla="*/ 0 w 150876"/>
                <a:gd name="csY0" fmla="*/ 0 h 164464"/>
                <a:gd name="csX1" fmla="*/ 0 w 150876"/>
                <a:gd name="csY1" fmla="*/ 164465 h 164464"/>
                <a:gd name="csX2" fmla="*/ 150876 w 150876"/>
                <a:gd name="csY2" fmla="*/ 164465 h 164464"/>
                <a:gd name="csX3" fmla="*/ 150876 w 150876"/>
                <a:gd name="csY3" fmla="*/ 0 h 164464"/>
                <a:gd name="csX4" fmla="*/ 0 w 150876"/>
                <a:gd name="csY4" fmla="*/ 0 h 164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64464">
                  <a:moveTo>
                    <a:pt x="0" y="0"/>
                  </a:moveTo>
                  <a:lnTo>
                    <a:pt x="0" y="164465"/>
                  </a:lnTo>
                  <a:lnTo>
                    <a:pt x="150876" y="164465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B8BED5C4-2C26-DA29-4ABA-A3C5FE825E89}"/>
                </a:ext>
              </a:extLst>
            </p:cNvPr>
            <p:cNvSpPr/>
            <p:nvPr/>
          </p:nvSpPr>
          <p:spPr>
            <a:xfrm>
              <a:off x="5429885" y="4961394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A3C7DFDA-E7EF-015A-6CD3-27A346A8B960}"/>
                </a:ext>
              </a:extLst>
            </p:cNvPr>
            <p:cNvSpPr/>
            <p:nvPr/>
          </p:nvSpPr>
          <p:spPr>
            <a:xfrm>
              <a:off x="5756783" y="5071122"/>
              <a:ext cx="12700" cy="20192"/>
            </a:xfrm>
            <a:custGeom>
              <a:avLst/>
              <a:gdLst>
                <a:gd name="csX0" fmla="*/ 0 w 12700"/>
                <a:gd name="csY0" fmla="*/ 20193 h 20192"/>
                <a:gd name="csX1" fmla="*/ 0 w 12700"/>
                <a:gd name="csY1" fmla="*/ 0 h 20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0192">
                  <a:moveTo>
                    <a:pt x="0" y="20193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D618B9D9-51BD-3CE3-CD02-F15B1B383FBD}"/>
                </a:ext>
              </a:extLst>
            </p:cNvPr>
            <p:cNvSpPr/>
            <p:nvPr/>
          </p:nvSpPr>
          <p:spPr>
            <a:xfrm>
              <a:off x="5756783" y="5131447"/>
              <a:ext cx="12700" cy="20065"/>
            </a:xfrm>
            <a:custGeom>
              <a:avLst/>
              <a:gdLst>
                <a:gd name="csX0" fmla="*/ 0 w 12700"/>
                <a:gd name="csY0" fmla="*/ 0 h 20065"/>
                <a:gd name="csX1" fmla="*/ 0 w 12700"/>
                <a:gd name="csY1" fmla="*/ 20066 h 20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20065">
                  <a:moveTo>
                    <a:pt x="0" y="0"/>
                  </a:moveTo>
                  <a:lnTo>
                    <a:pt x="0" y="20066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5" name="Freeform 1504">
              <a:extLst>
                <a:ext uri="{FF2B5EF4-FFF2-40B4-BE49-F238E27FC236}">
                  <a16:creationId xmlns:a16="http://schemas.microsoft.com/office/drawing/2014/main" id="{D9D76C97-7CCB-9610-0F9E-0744E80FA858}"/>
                </a:ext>
              </a:extLst>
            </p:cNvPr>
            <p:cNvSpPr/>
            <p:nvPr/>
          </p:nvSpPr>
          <p:spPr>
            <a:xfrm>
              <a:off x="5681344" y="5091314"/>
              <a:ext cx="150876" cy="40132"/>
            </a:xfrm>
            <a:custGeom>
              <a:avLst/>
              <a:gdLst>
                <a:gd name="csX0" fmla="*/ 0 w 150876"/>
                <a:gd name="csY0" fmla="*/ 0 h 40132"/>
                <a:gd name="csX1" fmla="*/ 0 w 150876"/>
                <a:gd name="csY1" fmla="*/ 40132 h 40132"/>
                <a:gd name="csX2" fmla="*/ 150876 w 150876"/>
                <a:gd name="csY2" fmla="*/ 40132 h 40132"/>
                <a:gd name="csX3" fmla="*/ 150876 w 150876"/>
                <a:gd name="csY3" fmla="*/ 0 h 40132"/>
                <a:gd name="csX4" fmla="*/ 0 w 150876"/>
                <a:gd name="csY4" fmla="*/ 0 h 40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40132">
                  <a:moveTo>
                    <a:pt x="0" y="0"/>
                  </a:moveTo>
                  <a:lnTo>
                    <a:pt x="0" y="40132"/>
                  </a:lnTo>
                  <a:lnTo>
                    <a:pt x="150876" y="40132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6" name="Freeform 1505">
              <a:extLst>
                <a:ext uri="{FF2B5EF4-FFF2-40B4-BE49-F238E27FC236}">
                  <a16:creationId xmlns:a16="http://schemas.microsoft.com/office/drawing/2014/main" id="{AA5E5D85-B57C-F296-44E1-074AA8828F5D}"/>
                </a:ext>
              </a:extLst>
            </p:cNvPr>
            <p:cNvSpPr/>
            <p:nvPr/>
          </p:nvSpPr>
          <p:spPr>
            <a:xfrm>
              <a:off x="5681345" y="5111381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7" name="Freeform 1506">
              <a:extLst>
                <a:ext uri="{FF2B5EF4-FFF2-40B4-BE49-F238E27FC236}">
                  <a16:creationId xmlns:a16="http://schemas.microsoft.com/office/drawing/2014/main" id="{32D279BE-3537-16F7-D5A0-95CA477883D8}"/>
                </a:ext>
              </a:extLst>
            </p:cNvPr>
            <p:cNvSpPr/>
            <p:nvPr/>
          </p:nvSpPr>
          <p:spPr>
            <a:xfrm>
              <a:off x="6259703" y="4882654"/>
              <a:ext cx="12700" cy="80644"/>
            </a:xfrm>
            <a:custGeom>
              <a:avLst/>
              <a:gdLst>
                <a:gd name="csX0" fmla="*/ 0 w 12700"/>
                <a:gd name="csY0" fmla="*/ 80645 h 80644"/>
                <a:gd name="csX1" fmla="*/ 0 w 12700"/>
                <a:gd name="csY1" fmla="*/ 0 h 80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0644">
                  <a:moveTo>
                    <a:pt x="0" y="80645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8" name="Freeform 1507">
              <a:extLst>
                <a:ext uri="{FF2B5EF4-FFF2-40B4-BE49-F238E27FC236}">
                  <a16:creationId xmlns:a16="http://schemas.microsoft.com/office/drawing/2014/main" id="{07D62CB1-386F-606B-E859-0194C3A47BF6}"/>
                </a:ext>
              </a:extLst>
            </p:cNvPr>
            <p:cNvSpPr/>
            <p:nvPr/>
          </p:nvSpPr>
          <p:spPr>
            <a:xfrm>
              <a:off x="6259703" y="5183009"/>
              <a:ext cx="12700" cy="35051"/>
            </a:xfrm>
            <a:custGeom>
              <a:avLst/>
              <a:gdLst>
                <a:gd name="csX0" fmla="*/ 0 w 12700"/>
                <a:gd name="csY0" fmla="*/ 0 h 35051"/>
                <a:gd name="csX1" fmla="*/ 0 w 12700"/>
                <a:gd name="csY1" fmla="*/ 35052 h 35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5051">
                  <a:moveTo>
                    <a:pt x="0" y="0"/>
                  </a:moveTo>
                  <a:lnTo>
                    <a:pt x="0" y="35052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09" name="Freeform 1508">
              <a:extLst>
                <a:ext uri="{FF2B5EF4-FFF2-40B4-BE49-F238E27FC236}">
                  <a16:creationId xmlns:a16="http://schemas.microsoft.com/office/drawing/2014/main" id="{C4455FBF-DD73-4E4E-4A62-BFFDBF6D8AD0}"/>
                </a:ext>
              </a:extLst>
            </p:cNvPr>
            <p:cNvSpPr/>
            <p:nvPr/>
          </p:nvSpPr>
          <p:spPr>
            <a:xfrm>
              <a:off x="6184264" y="4963298"/>
              <a:ext cx="150876" cy="219710"/>
            </a:xfrm>
            <a:custGeom>
              <a:avLst/>
              <a:gdLst>
                <a:gd name="csX0" fmla="*/ 0 w 150876"/>
                <a:gd name="csY0" fmla="*/ 0 h 219710"/>
                <a:gd name="csX1" fmla="*/ 0 w 150876"/>
                <a:gd name="csY1" fmla="*/ 219710 h 219710"/>
                <a:gd name="csX2" fmla="*/ 150876 w 150876"/>
                <a:gd name="csY2" fmla="*/ 219710 h 219710"/>
                <a:gd name="csX3" fmla="*/ 150876 w 150876"/>
                <a:gd name="csY3" fmla="*/ 0 h 219710"/>
                <a:gd name="csX4" fmla="*/ 0 w 150876"/>
                <a:gd name="csY4" fmla="*/ 0 h 2197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19710">
                  <a:moveTo>
                    <a:pt x="0" y="0"/>
                  </a:moveTo>
                  <a:lnTo>
                    <a:pt x="0" y="219710"/>
                  </a:lnTo>
                  <a:lnTo>
                    <a:pt x="150876" y="219710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0" name="Freeform 1509">
              <a:extLst>
                <a:ext uri="{FF2B5EF4-FFF2-40B4-BE49-F238E27FC236}">
                  <a16:creationId xmlns:a16="http://schemas.microsoft.com/office/drawing/2014/main" id="{6C496138-EB2A-0B79-EFE2-D6C15B895A37}"/>
                </a:ext>
              </a:extLst>
            </p:cNvPr>
            <p:cNvSpPr/>
            <p:nvPr/>
          </p:nvSpPr>
          <p:spPr>
            <a:xfrm>
              <a:off x="6184265" y="5106682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1" name="Oval 1510">
              <a:extLst>
                <a:ext uri="{FF2B5EF4-FFF2-40B4-BE49-F238E27FC236}">
                  <a16:creationId xmlns:a16="http://schemas.microsoft.com/office/drawing/2014/main" id="{11910BFC-7FCE-CC58-9E6A-6C5DE14CDC42}"/>
                </a:ext>
              </a:extLst>
            </p:cNvPr>
            <p:cNvSpPr/>
            <p:nvPr/>
          </p:nvSpPr>
          <p:spPr>
            <a:xfrm>
              <a:off x="5759704" y="513347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2" name="Oval 1511">
              <a:extLst>
                <a:ext uri="{FF2B5EF4-FFF2-40B4-BE49-F238E27FC236}">
                  <a16:creationId xmlns:a16="http://schemas.microsoft.com/office/drawing/2014/main" id="{6AC0DFE1-490A-A128-016D-B9781D25FD2A}"/>
                </a:ext>
              </a:extLst>
            </p:cNvPr>
            <p:cNvSpPr/>
            <p:nvPr/>
          </p:nvSpPr>
          <p:spPr>
            <a:xfrm>
              <a:off x="5509260" y="494336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3" name="Oval 1512">
              <a:extLst>
                <a:ext uri="{FF2B5EF4-FFF2-40B4-BE49-F238E27FC236}">
                  <a16:creationId xmlns:a16="http://schemas.microsoft.com/office/drawing/2014/main" id="{4C00C54D-94CD-9F00-C125-2B69105D8CB2}"/>
                </a:ext>
              </a:extLst>
            </p:cNvPr>
            <p:cNvSpPr/>
            <p:nvPr/>
          </p:nvSpPr>
          <p:spPr>
            <a:xfrm>
              <a:off x="6230874" y="511582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4" name="Oval 1513">
              <a:extLst>
                <a:ext uri="{FF2B5EF4-FFF2-40B4-BE49-F238E27FC236}">
                  <a16:creationId xmlns:a16="http://schemas.microsoft.com/office/drawing/2014/main" id="{04D462EF-C0B5-3CED-E357-35011462AAF4}"/>
                </a:ext>
              </a:extLst>
            </p:cNvPr>
            <p:cNvSpPr/>
            <p:nvPr/>
          </p:nvSpPr>
          <p:spPr>
            <a:xfrm>
              <a:off x="5252466" y="512395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5" name="Oval 1514">
              <a:extLst>
                <a:ext uri="{FF2B5EF4-FFF2-40B4-BE49-F238E27FC236}">
                  <a16:creationId xmlns:a16="http://schemas.microsoft.com/office/drawing/2014/main" id="{6C6CBA45-ECB3-BCB9-B7E2-E6C96C312CE6}"/>
                </a:ext>
              </a:extLst>
            </p:cNvPr>
            <p:cNvSpPr/>
            <p:nvPr/>
          </p:nvSpPr>
          <p:spPr>
            <a:xfrm>
              <a:off x="6248781" y="506147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6" name="Oval 1515">
              <a:extLst>
                <a:ext uri="{FF2B5EF4-FFF2-40B4-BE49-F238E27FC236}">
                  <a16:creationId xmlns:a16="http://schemas.microsoft.com/office/drawing/2014/main" id="{F6DCC8EB-48E1-5FDE-2B50-876C955E5FF8}"/>
                </a:ext>
              </a:extLst>
            </p:cNvPr>
            <p:cNvSpPr/>
            <p:nvPr/>
          </p:nvSpPr>
          <p:spPr>
            <a:xfrm>
              <a:off x="5236845" y="46107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7" name="Oval 1516">
              <a:extLst>
                <a:ext uri="{FF2B5EF4-FFF2-40B4-BE49-F238E27FC236}">
                  <a16:creationId xmlns:a16="http://schemas.microsoft.com/office/drawing/2014/main" id="{EC0DB207-080F-F0FC-4A0E-03848C29BA0C}"/>
                </a:ext>
              </a:extLst>
            </p:cNvPr>
            <p:cNvSpPr/>
            <p:nvPr/>
          </p:nvSpPr>
          <p:spPr>
            <a:xfrm>
              <a:off x="6253607" y="520002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8" name="Oval 1517">
              <a:extLst>
                <a:ext uri="{FF2B5EF4-FFF2-40B4-BE49-F238E27FC236}">
                  <a16:creationId xmlns:a16="http://schemas.microsoft.com/office/drawing/2014/main" id="{96C63C70-8272-57F2-BE48-2451AA221B8A}"/>
                </a:ext>
              </a:extLst>
            </p:cNvPr>
            <p:cNvSpPr/>
            <p:nvPr/>
          </p:nvSpPr>
          <p:spPr>
            <a:xfrm>
              <a:off x="5217541" y="516332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19" name="Oval 1518">
              <a:extLst>
                <a:ext uri="{FF2B5EF4-FFF2-40B4-BE49-F238E27FC236}">
                  <a16:creationId xmlns:a16="http://schemas.microsoft.com/office/drawing/2014/main" id="{80A0FF6B-C398-3C5D-6038-8B35A4BCC4F8}"/>
                </a:ext>
              </a:extLst>
            </p:cNvPr>
            <p:cNvSpPr/>
            <p:nvPr/>
          </p:nvSpPr>
          <p:spPr>
            <a:xfrm>
              <a:off x="6249543" y="486462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0" name="Oval 1519">
              <a:extLst>
                <a:ext uri="{FF2B5EF4-FFF2-40B4-BE49-F238E27FC236}">
                  <a16:creationId xmlns:a16="http://schemas.microsoft.com/office/drawing/2014/main" id="{AE5C853D-CCEE-B570-D4CA-560A72C225B1}"/>
                </a:ext>
              </a:extLst>
            </p:cNvPr>
            <p:cNvSpPr/>
            <p:nvPr/>
          </p:nvSpPr>
          <p:spPr>
            <a:xfrm>
              <a:off x="5246243" y="490208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1" name="Oval 1520">
              <a:extLst>
                <a:ext uri="{FF2B5EF4-FFF2-40B4-BE49-F238E27FC236}">
                  <a16:creationId xmlns:a16="http://schemas.microsoft.com/office/drawing/2014/main" id="{94B554A9-DCB4-64C0-B929-E1F5F98F2C78}"/>
                </a:ext>
              </a:extLst>
            </p:cNvPr>
            <p:cNvSpPr/>
            <p:nvPr/>
          </p:nvSpPr>
          <p:spPr>
            <a:xfrm>
              <a:off x="6239510" y="518135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2" name="Oval 1521">
              <a:extLst>
                <a:ext uri="{FF2B5EF4-FFF2-40B4-BE49-F238E27FC236}">
                  <a16:creationId xmlns:a16="http://schemas.microsoft.com/office/drawing/2014/main" id="{36341D00-1AEA-31C4-A468-FECBF20F5BE5}"/>
                </a:ext>
              </a:extLst>
            </p:cNvPr>
            <p:cNvSpPr/>
            <p:nvPr/>
          </p:nvSpPr>
          <p:spPr>
            <a:xfrm>
              <a:off x="5246878" y="498057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3" name="Oval 1522">
              <a:extLst>
                <a:ext uri="{FF2B5EF4-FFF2-40B4-BE49-F238E27FC236}">
                  <a16:creationId xmlns:a16="http://schemas.microsoft.com/office/drawing/2014/main" id="{35EC650D-5A7F-0B44-E526-BA453B1BDCD8}"/>
                </a:ext>
              </a:extLst>
            </p:cNvPr>
            <p:cNvSpPr/>
            <p:nvPr/>
          </p:nvSpPr>
          <p:spPr>
            <a:xfrm>
              <a:off x="5509133" y="489687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4" name="Oval 1523">
              <a:extLst>
                <a:ext uri="{FF2B5EF4-FFF2-40B4-BE49-F238E27FC236}">
                  <a16:creationId xmlns:a16="http://schemas.microsoft.com/office/drawing/2014/main" id="{2846C31B-8828-962C-6651-48E1D886AE3F}"/>
                </a:ext>
              </a:extLst>
            </p:cNvPr>
            <p:cNvSpPr/>
            <p:nvPr/>
          </p:nvSpPr>
          <p:spPr>
            <a:xfrm>
              <a:off x="6229350" y="490653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5" name="Oval 1524">
              <a:extLst>
                <a:ext uri="{FF2B5EF4-FFF2-40B4-BE49-F238E27FC236}">
                  <a16:creationId xmlns:a16="http://schemas.microsoft.com/office/drawing/2014/main" id="{5DA5297F-C26B-ADEB-31A2-4210240ADC74}"/>
                </a:ext>
              </a:extLst>
            </p:cNvPr>
            <p:cNvSpPr/>
            <p:nvPr/>
          </p:nvSpPr>
          <p:spPr>
            <a:xfrm>
              <a:off x="5233924" y="531635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6" name="Oval 1525">
              <a:extLst>
                <a:ext uri="{FF2B5EF4-FFF2-40B4-BE49-F238E27FC236}">
                  <a16:creationId xmlns:a16="http://schemas.microsoft.com/office/drawing/2014/main" id="{9990EB81-E936-490C-7C7A-3D8D09AEF3FB}"/>
                </a:ext>
              </a:extLst>
            </p:cNvPr>
            <p:cNvSpPr/>
            <p:nvPr/>
          </p:nvSpPr>
          <p:spPr>
            <a:xfrm>
              <a:off x="5760847" y="505308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7" name="Oval 1526">
              <a:extLst>
                <a:ext uri="{FF2B5EF4-FFF2-40B4-BE49-F238E27FC236}">
                  <a16:creationId xmlns:a16="http://schemas.microsoft.com/office/drawing/2014/main" id="{749717A2-3D48-BB26-B2E1-62605100A7D5}"/>
                </a:ext>
              </a:extLst>
            </p:cNvPr>
            <p:cNvSpPr/>
            <p:nvPr/>
          </p:nvSpPr>
          <p:spPr>
            <a:xfrm>
              <a:off x="5511419" y="534480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8" name="Oval 1527">
              <a:extLst>
                <a:ext uri="{FF2B5EF4-FFF2-40B4-BE49-F238E27FC236}">
                  <a16:creationId xmlns:a16="http://schemas.microsoft.com/office/drawing/2014/main" id="{64032806-7B3B-15CC-C095-900BC0EDBFED}"/>
                </a:ext>
              </a:extLst>
            </p:cNvPr>
            <p:cNvSpPr/>
            <p:nvPr/>
          </p:nvSpPr>
          <p:spPr>
            <a:xfrm>
              <a:off x="5468112" y="4837569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29" name="Oval 1528">
              <a:extLst>
                <a:ext uri="{FF2B5EF4-FFF2-40B4-BE49-F238E27FC236}">
                  <a16:creationId xmlns:a16="http://schemas.microsoft.com/office/drawing/2014/main" id="{DBA1B0B3-A20A-6145-9494-EEB19CFB4062}"/>
                </a:ext>
              </a:extLst>
            </p:cNvPr>
            <p:cNvSpPr/>
            <p:nvPr/>
          </p:nvSpPr>
          <p:spPr>
            <a:xfrm>
              <a:off x="5988939" y="504534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30" name="Oval 1529">
              <a:extLst>
                <a:ext uri="{FF2B5EF4-FFF2-40B4-BE49-F238E27FC236}">
                  <a16:creationId xmlns:a16="http://schemas.microsoft.com/office/drawing/2014/main" id="{61E55590-B4A0-0E7B-9E33-4FBE0B39FCF9}"/>
                </a:ext>
              </a:extLst>
            </p:cNvPr>
            <p:cNvSpPr/>
            <p:nvPr/>
          </p:nvSpPr>
          <p:spPr>
            <a:xfrm>
              <a:off x="5490337" y="506134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38" name="Freeform 1537">
              <a:extLst>
                <a:ext uri="{FF2B5EF4-FFF2-40B4-BE49-F238E27FC236}">
                  <a16:creationId xmlns:a16="http://schemas.microsoft.com/office/drawing/2014/main" id="{CB94CD6F-61C1-D3BA-B02D-0FB31E893E90}"/>
                </a:ext>
              </a:extLst>
            </p:cNvPr>
            <p:cNvSpPr/>
            <p:nvPr/>
          </p:nvSpPr>
          <p:spPr>
            <a:xfrm>
              <a:off x="5102987" y="4085094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39" name="TextBox 1538">
              <a:extLst>
                <a:ext uri="{FF2B5EF4-FFF2-40B4-BE49-F238E27FC236}">
                  <a16:creationId xmlns:a16="http://schemas.microsoft.com/office/drawing/2014/main" id="{34E23601-7035-31AD-6D23-39A5282F6A74}"/>
                </a:ext>
              </a:extLst>
            </p:cNvPr>
            <p:cNvSpPr txBox="1"/>
            <p:nvPr/>
          </p:nvSpPr>
          <p:spPr>
            <a:xfrm>
              <a:off x="4790211" y="5048815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0.3</a:t>
              </a:r>
            </a:p>
          </p:txBody>
        </p:sp>
        <p:sp>
          <p:nvSpPr>
            <p:cNvPr id="1540" name="TextBox 1539">
              <a:extLst>
                <a:ext uri="{FF2B5EF4-FFF2-40B4-BE49-F238E27FC236}">
                  <a16:creationId xmlns:a16="http://schemas.microsoft.com/office/drawing/2014/main" id="{E454428C-B6EE-338C-4162-3F982540DD03}"/>
                </a:ext>
              </a:extLst>
            </p:cNvPr>
            <p:cNvSpPr txBox="1"/>
            <p:nvPr/>
          </p:nvSpPr>
          <p:spPr>
            <a:xfrm>
              <a:off x="4790211" y="4670609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0.6</a:t>
              </a:r>
            </a:p>
          </p:txBody>
        </p:sp>
        <p:sp>
          <p:nvSpPr>
            <p:cNvPr id="1541" name="TextBox 1540">
              <a:extLst>
                <a:ext uri="{FF2B5EF4-FFF2-40B4-BE49-F238E27FC236}">
                  <a16:creationId xmlns:a16="http://schemas.microsoft.com/office/drawing/2014/main" id="{C7A24FDF-CDEC-3D31-FB65-D6246E6AC7BC}"/>
                </a:ext>
              </a:extLst>
            </p:cNvPr>
            <p:cNvSpPr txBox="1"/>
            <p:nvPr/>
          </p:nvSpPr>
          <p:spPr>
            <a:xfrm>
              <a:off x="4790211" y="4292403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0.9</a:t>
              </a:r>
            </a:p>
          </p:txBody>
        </p:sp>
        <p:sp>
          <p:nvSpPr>
            <p:cNvPr id="1542" name="Freeform 1541">
              <a:extLst>
                <a:ext uri="{FF2B5EF4-FFF2-40B4-BE49-F238E27FC236}">
                  <a16:creationId xmlns:a16="http://schemas.microsoft.com/office/drawing/2014/main" id="{8C157C9F-3A90-9F52-384C-4C49006A04FD}"/>
                </a:ext>
              </a:extLst>
            </p:cNvPr>
            <p:cNvSpPr/>
            <p:nvPr/>
          </p:nvSpPr>
          <p:spPr>
            <a:xfrm>
              <a:off x="5068188" y="515570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43" name="Freeform 1542">
              <a:extLst>
                <a:ext uri="{FF2B5EF4-FFF2-40B4-BE49-F238E27FC236}">
                  <a16:creationId xmlns:a16="http://schemas.microsoft.com/office/drawing/2014/main" id="{EBB1236F-CF1A-6F4C-C53E-6C6960450A0A}"/>
                </a:ext>
              </a:extLst>
            </p:cNvPr>
            <p:cNvSpPr/>
            <p:nvPr/>
          </p:nvSpPr>
          <p:spPr>
            <a:xfrm>
              <a:off x="5068188" y="4777498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44" name="Freeform 1543">
              <a:extLst>
                <a:ext uri="{FF2B5EF4-FFF2-40B4-BE49-F238E27FC236}">
                  <a16:creationId xmlns:a16="http://schemas.microsoft.com/office/drawing/2014/main" id="{E89A218E-08A8-6637-7E66-68A507152EC2}"/>
                </a:ext>
              </a:extLst>
            </p:cNvPr>
            <p:cNvSpPr/>
            <p:nvPr/>
          </p:nvSpPr>
          <p:spPr>
            <a:xfrm>
              <a:off x="5068188" y="4399291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45" name="Freeform 1544">
              <a:extLst>
                <a:ext uri="{FF2B5EF4-FFF2-40B4-BE49-F238E27FC236}">
                  <a16:creationId xmlns:a16="http://schemas.microsoft.com/office/drawing/2014/main" id="{C61CF129-2D10-60FE-66C4-5FA712EBAECE}"/>
                </a:ext>
              </a:extLst>
            </p:cNvPr>
            <p:cNvSpPr/>
            <p:nvPr/>
          </p:nvSpPr>
          <p:spPr>
            <a:xfrm>
              <a:off x="5102987" y="5444248"/>
              <a:ext cx="1307592" cy="12700"/>
            </a:xfrm>
            <a:custGeom>
              <a:avLst/>
              <a:gdLst>
                <a:gd name="csX0" fmla="*/ 0 w 1307592"/>
                <a:gd name="csY0" fmla="*/ 0 h 12700"/>
                <a:gd name="csX1" fmla="*/ 1307592 w 130759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07592" h="12700">
                  <a:moveTo>
                    <a:pt x="0" y="0"/>
                  </a:moveTo>
                  <a:lnTo>
                    <a:pt x="130759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57" name="TextBox 1556">
              <a:extLst>
                <a:ext uri="{FF2B5EF4-FFF2-40B4-BE49-F238E27FC236}">
                  <a16:creationId xmlns:a16="http://schemas.microsoft.com/office/drawing/2014/main" id="{62D5556C-A5AA-6679-72F6-F561DC3B0C77}"/>
                </a:ext>
              </a:extLst>
            </p:cNvPr>
            <p:cNvSpPr txBox="1"/>
            <p:nvPr/>
          </p:nvSpPr>
          <p:spPr>
            <a:xfrm rot="16200000">
              <a:off x="4331628" y="4641561"/>
              <a:ext cx="881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CytoTRACE</a:t>
              </a:r>
            </a:p>
          </p:txBody>
        </p:sp>
      </p:grpSp>
      <p:grpSp>
        <p:nvGrpSpPr>
          <p:cNvPr id="1633" name="Group 1632">
            <a:extLst>
              <a:ext uri="{FF2B5EF4-FFF2-40B4-BE49-F238E27FC236}">
                <a16:creationId xmlns:a16="http://schemas.microsoft.com/office/drawing/2014/main" id="{7AC172D1-309A-E969-F8BE-74AD82D1EA46}"/>
              </a:ext>
            </a:extLst>
          </p:cNvPr>
          <p:cNvGrpSpPr/>
          <p:nvPr/>
        </p:nvGrpSpPr>
        <p:grpSpPr>
          <a:xfrm>
            <a:off x="4244655" y="6175584"/>
            <a:ext cx="1761075" cy="1585840"/>
            <a:chOff x="4625530" y="6060902"/>
            <a:chExt cx="1761075" cy="1585840"/>
          </a:xfrm>
        </p:grpSpPr>
        <p:sp>
          <p:nvSpPr>
            <p:cNvPr id="1567" name="Rectangle 1566">
              <a:extLst>
                <a:ext uri="{FF2B5EF4-FFF2-40B4-BE49-F238E27FC236}">
                  <a16:creationId xmlns:a16="http://schemas.microsoft.com/office/drawing/2014/main" id="{2CA38139-0FC7-4EB0-7974-5A5C9C2B0E3B}"/>
                </a:ext>
              </a:extLst>
            </p:cNvPr>
            <p:cNvSpPr/>
            <p:nvPr/>
          </p:nvSpPr>
          <p:spPr>
            <a:xfrm>
              <a:off x="5079013" y="6060902"/>
              <a:ext cx="1307591" cy="1359154"/>
            </a:xfrm>
            <a:prstGeom prst="rect">
              <a:avLst/>
            </a:prstGeom>
            <a:solidFill>
              <a:srgbClr val="FFFFFF"/>
            </a:solidFill>
            <a:ln w="13589" cap="rnd">
              <a:noFill/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68" name="Freeform 1567">
              <a:extLst>
                <a:ext uri="{FF2B5EF4-FFF2-40B4-BE49-F238E27FC236}">
                  <a16:creationId xmlns:a16="http://schemas.microsoft.com/office/drawing/2014/main" id="{240E402F-456D-F2C4-07FF-26E7AFF3E5A1}"/>
                </a:ext>
              </a:extLst>
            </p:cNvPr>
            <p:cNvSpPr/>
            <p:nvPr/>
          </p:nvSpPr>
          <p:spPr>
            <a:xfrm>
              <a:off x="5229889" y="6604589"/>
              <a:ext cx="12700" cy="88900"/>
            </a:xfrm>
            <a:custGeom>
              <a:avLst/>
              <a:gdLst>
                <a:gd name="csX0" fmla="*/ 0 w 12700"/>
                <a:gd name="csY0" fmla="*/ 88900 h 88900"/>
                <a:gd name="csX1" fmla="*/ 0 w 12700"/>
                <a:gd name="csY1" fmla="*/ 0 h 88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88900">
                  <a:moveTo>
                    <a:pt x="0" y="88900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69" name="Freeform 1568">
              <a:extLst>
                <a:ext uri="{FF2B5EF4-FFF2-40B4-BE49-F238E27FC236}">
                  <a16:creationId xmlns:a16="http://schemas.microsoft.com/office/drawing/2014/main" id="{C88770D4-A91F-F785-F7F2-B3480EA1EA67}"/>
                </a:ext>
              </a:extLst>
            </p:cNvPr>
            <p:cNvSpPr/>
            <p:nvPr/>
          </p:nvSpPr>
          <p:spPr>
            <a:xfrm>
              <a:off x="5229889" y="6910151"/>
              <a:ext cx="12700" cy="10668"/>
            </a:xfrm>
            <a:custGeom>
              <a:avLst/>
              <a:gdLst>
                <a:gd name="csX0" fmla="*/ 0 w 12700"/>
                <a:gd name="csY0" fmla="*/ 0 h 10668"/>
                <a:gd name="csX1" fmla="*/ 0 w 12700"/>
                <a:gd name="csY1" fmla="*/ 10668 h 10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0668">
                  <a:moveTo>
                    <a:pt x="0" y="0"/>
                  </a:moveTo>
                  <a:lnTo>
                    <a:pt x="0" y="10668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0" name="Freeform 1569">
              <a:extLst>
                <a:ext uri="{FF2B5EF4-FFF2-40B4-BE49-F238E27FC236}">
                  <a16:creationId xmlns:a16="http://schemas.microsoft.com/office/drawing/2014/main" id="{657F6E93-C8AC-7497-21CE-5FE4902AB57C}"/>
                </a:ext>
              </a:extLst>
            </p:cNvPr>
            <p:cNvSpPr/>
            <p:nvPr/>
          </p:nvSpPr>
          <p:spPr>
            <a:xfrm>
              <a:off x="5154451" y="6693489"/>
              <a:ext cx="150876" cy="216661"/>
            </a:xfrm>
            <a:custGeom>
              <a:avLst/>
              <a:gdLst>
                <a:gd name="csX0" fmla="*/ 0 w 150876"/>
                <a:gd name="csY0" fmla="*/ 0 h 216661"/>
                <a:gd name="csX1" fmla="*/ 0 w 150876"/>
                <a:gd name="csY1" fmla="*/ 216662 h 216661"/>
                <a:gd name="csX2" fmla="*/ 150876 w 150876"/>
                <a:gd name="csY2" fmla="*/ 216662 h 216661"/>
                <a:gd name="csX3" fmla="*/ 150876 w 150876"/>
                <a:gd name="csY3" fmla="*/ 0 h 216661"/>
                <a:gd name="csX4" fmla="*/ 0 w 150876"/>
                <a:gd name="csY4" fmla="*/ 0 h 216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16661">
                  <a:moveTo>
                    <a:pt x="0" y="0"/>
                  </a:moveTo>
                  <a:lnTo>
                    <a:pt x="0" y="216662"/>
                  </a:lnTo>
                  <a:lnTo>
                    <a:pt x="150876" y="216662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65B0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50A399A5-D006-BF7C-AA01-18DDBC407920}"/>
                </a:ext>
              </a:extLst>
            </p:cNvPr>
            <p:cNvSpPr/>
            <p:nvPr/>
          </p:nvSpPr>
          <p:spPr>
            <a:xfrm>
              <a:off x="5154451" y="6853001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DEF438F1-D46F-5D9D-2D3C-4243AD66861E}"/>
                </a:ext>
              </a:extLst>
            </p:cNvPr>
            <p:cNvSpPr/>
            <p:nvPr/>
          </p:nvSpPr>
          <p:spPr>
            <a:xfrm>
              <a:off x="5481349" y="6615892"/>
              <a:ext cx="12700" cy="92329"/>
            </a:xfrm>
            <a:custGeom>
              <a:avLst/>
              <a:gdLst>
                <a:gd name="csX0" fmla="*/ 0 w 12700"/>
                <a:gd name="csY0" fmla="*/ 92329 h 92329"/>
                <a:gd name="csX1" fmla="*/ 0 w 12700"/>
                <a:gd name="csY1" fmla="*/ 0 h 92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92329">
                  <a:moveTo>
                    <a:pt x="0" y="92329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45803F85-E98F-D6B7-A6FA-06A3F430366B}"/>
                </a:ext>
              </a:extLst>
            </p:cNvPr>
            <p:cNvSpPr/>
            <p:nvPr/>
          </p:nvSpPr>
          <p:spPr>
            <a:xfrm>
              <a:off x="5481349" y="6976699"/>
              <a:ext cx="12700" cy="42037"/>
            </a:xfrm>
            <a:custGeom>
              <a:avLst/>
              <a:gdLst>
                <a:gd name="csX0" fmla="*/ 0 w 12700"/>
                <a:gd name="csY0" fmla="*/ 0 h 42037"/>
                <a:gd name="csX1" fmla="*/ 0 w 12700"/>
                <a:gd name="csY1" fmla="*/ 42037 h 42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2037">
                  <a:moveTo>
                    <a:pt x="0" y="0"/>
                  </a:moveTo>
                  <a:lnTo>
                    <a:pt x="0" y="4203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5698C0C5-5B96-2EA5-96D3-3666A6165913}"/>
                </a:ext>
              </a:extLst>
            </p:cNvPr>
            <p:cNvSpPr/>
            <p:nvPr/>
          </p:nvSpPr>
          <p:spPr>
            <a:xfrm>
              <a:off x="5405910" y="6708221"/>
              <a:ext cx="150876" cy="268477"/>
            </a:xfrm>
            <a:custGeom>
              <a:avLst/>
              <a:gdLst>
                <a:gd name="csX0" fmla="*/ 0 w 150876"/>
                <a:gd name="csY0" fmla="*/ 0 h 268477"/>
                <a:gd name="csX1" fmla="*/ 0 w 150876"/>
                <a:gd name="csY1" fmla="*/ 268478 h 268477"/>
                <a:gd name="csX2" fmla="*/ 150876 w 150876"/>
                <a:gd name="csY2" fmla="*/ 268478 h 268477"/>
                <a:gd name="csX3" fmla="*/ 150876 w 150876"/>
                <a:gd name="csY3" fmla="*/ 0 h 268477"/>
                <a:gd name="csX4" fmla="*/ 0 w 150876"/>
                <a:gd name="csY4" fmla="*/ 0 h 268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268477">
                  <a:moveTo>
                    <a:pt x="0" y="0"/>
                  </a:moveTo>
                  <a:lnTo>
                    <a:pt x="0" y="268478"/>
                  </a:lnTo>
                  <a:lnTo>
                    <a:pt x="150876" y="268478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EB265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5" name="Freeform 1574">
              <a:extLst>
                <a:ext uri="{FF2B5EF4-FFF2-40B4-BE49-F238E27FC236}">
                  <a16:creationId xmlns:a16="http://schemas.microsoft.com/office/drawing/2014/main" id="{841359C5-1564-E0EF-BDA8-F68A4CCA73D9}"/>
                </a:ext>
              </a:extLst>
            </p:cNvPr>
            <p:cNvSpPr/>
            <p:nvPr/>
          </p:nvSpPr>
          <p:spPr>
            <a:xfrm>
              <a:off x="5405911" y="6939107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6" name="Freeform 1575">
              <a:extLst>
                <a:ext uri="{FF2B5EF4-FFF2-40B4-BE49-F238E27FC236}">
                  <a16:creationId xmlns:a16="http://schemas.microsoft.com/office/drawing/2014/main" id="{8BF63526-4453-E6DE-5D97-C76400C27D30}"/>
                </a:ext>
              </a:extLst>
            </p:cNvPr>
            <p:cNvSpPr/>
            <p:nvPr/>
          </p:nvSpPr>
          <p:spPr>
            <a:xfrm>
              <a:off x="5732809" y="6641800"/>
              <a:ext cx="12700" cy="75184"/>
            </a:xfrm>
            <a:custGeom>
              <a:avLst/>
              <a:gdLst>
                <a:gd name="csX0" fmla="*/ 0 w 12700"/>
                <a:gd name="csY0" fmla="*/ 75184 h 75184"/>
                <a:gd name="csX1" fmla="*/ 0 w 12700"/>
                <a:gd name="csY1" fmla="*/ 0 h 75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75184">
                  <a:moveTo>
                    <a:pt x="0" y="75184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7" name="Freeform 1576">
              <a:extLst>
                <a:ext uri="{FF2B5EF4-FFF2-40B4-BE49-F238E27FC236}">
                  <a16:creationId xmlns:a16="http://schemas.microsoft.com/office/drawing/2014/main" id="{96CA1587-BFE2-D396-604B-19CBE6AC576B}"/>
                </a:ext>
              </a:extLst>
            </p:cNvPr>
            <p:cNvSpPr/>
            <p:nvPr/>
          </p:nvSpPr>
          <p:spPr>
            <a:xfrm>
              <a:off x="5732809" y="6867479"/>
              <a:ext cx="12700" cy="75184"/>
            </a:xfrm>
            <a:custGeom>
              <a:avLst/>
              <a:gdLst>
                <a:gd name="csX0" fmla="*/ 0 w 12700"/>
                <a:gd name="csY0" fmla="*/ 0 h 75184"/>
                <a:gd name="csX1" fmla="*/ 0 w 12700"/>
                <a:gd name="csY1" fmla="*/ 75184 h 75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75184">
                  <a:moveTo>
                    <a:pt x="0" y="0"/>
                  </a:moveTo>
                  <a:lnTo>
                    <a:pt x="0" y="75184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8" name="Freeform 1577">
              <a:extLst>
                <a:ext uri="{FF2B5EF4-FFF2-40B4-BE49-F238E27FC236}">
                  <a16:creationId xmlns:a16="http://schemas.microsoft.com/office/drawing/2014/main" id="{ACA4201D-B839-DCE9-1F29-37DAE2CF978B}"/>
                </a:ext>
              </a:extLst>
            </p:cNvPr>
            <p:cNvSpPr/>
            <p:nvPr/>
          </p:nvSpPr>
          <p:spPr>
            <a:xfrm>
              <a:off x="5657370" y="6716983"/>
              <a:ext cx="150876" cy="150494"/>
            </a:xfrm>
            <a:custGeom>
              <a:avLst/>
              <a:gdLst>
                <a:gd name="csX0" fmla="*/ 0 w 150876"/>
                <a:gd name="csY0" fmla="*/ 0 h 150494"/>
                <a:gd name="csX1" fmla="*/ 0 w 150876"/>
                <a:gd name="csY1" fmla="*/ 150495 h 150494"/>
                <a:gd name="csX2" fmla="*/ 150876 w 150876"/>
                <a:gd name="csY2" fmla="*/ 150495 h 150494"/>
                <a:gd name="csX3" fmla="*/ 150876 w 150876"/>
                <a:gd name="csY3" fmla="*/ 0 h 150494"/>
                <a:gd name="csX4" fmla="*/ 0 w 150876"/>
                <a:gd name="csY4" fmla="*/ 0 h 1504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50494">
                  <a:moveTo>
                    <a:pt x="0" y="0"/>
                  </a:moveTo>
                  <a:lnTo>
                    <a:pt x="0" y="150495"/>
                  </a:lnTo>
                  <a:lnTo>
                    <a:pt x="150876" y="150495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F056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79" name="Freeform 1578">
              <a:extLst>
                <a:ext uri="{FF2B5EF4-FFF2-40B4-BE49-F238E27FC236}">
                  <a16:creationId xmlns:a16="http://schemas.microsoft.com/office/drawing/2014/main" id="{E2D4941B-D169-44B1-3B48-05AAF3648F5F}"/>
                </a:ext>
              </a:extLst>
            </p:cNvPr>
            <p:cNvSpPr/>
            <p:nvPr/>
          </p:nvSpPr>
          <p:spPr>
            <a:xfrm>
              <a:off x="5657371" y="6792168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0" name="Freeform 1579">
              <a:extLst>
                <a:ext uri="{FF2B5EF4-FFF2-40B4-BE49-F238E27FC236}">
                  <a16:creationId xmlns:a16="http://schemas.microsoft.com/office/drawing/2014/main" id="{F4EDBFE1-B237-27E5-9E49-BB1A347655A6}"/>
                </a:ext>
              </a:extLst>
            </p:cNvPr>
            <p:cNvSpPr/>
            <p:nvPr/>
          </p:nvSpPr>
          <p:spPr>
            <a:xfrm>
              <a:off x="6235729" y="6811726"/>
              <a:ext cx="12700" cy="41529"/>
            </a:xfrm>
            <a:custGeom>
              <a:avLst/>
              <a:gdLst>
                <a:gd name="csX0" fmla="*/ 0 w 12700"/>
                <a:gd name="csY0" fmla="*/ 41529 h 41529"/>
                <a:gd name="csX1" fmla="*/ 0 w 12700"/>
                <a:gd name="csY1" fmla="*/ 0 h 415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41529">
                  <a:moveTo>
                    <a:pt x="0" y="41529"/>
                  </a:moveTo>
                  <a:lnTo>
                    <a:pt x="0" y="0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1" name="Freeform 1580">
              <a:extLst>
                <a:ext uri="{FF2B5EF4-FFF2-40B4-BE49-F238E27FC236}">
                  <a16:creationId xmlns:a16="http://schemas.microsoft.com/office/drawing/2014/main" id="{13E9A452-F5D1-2B98-DAAB-05D1146774CE}"/>
                </a:ext>
              </a:extLst>
            </p:cNvPr>
            <p:cNvSpPr/>
            <p:nvPr/>
          </p:nvSpPr>
          <p:spPr>
            <a:xfrm>
              <a:off x="6235729" y="6990034"/>
              <a:ext cx="12700" cy="14096"/>
            </a:xfrm>
            <a:custGeom>
              <a:avLst/>
              <a:gdLst>
                <a:gd name="csX0" fmla="*/ 0 w 12700"/>
                <a:gd name="csY0" fmla="*/ 0 h 14096"/>
                <a:gd name="csX1" fmla="*/ 0 w 12700"/>
                <a:gd name="csY1" fmla="*/ 14097 h 14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4096">
                  <a:moveTo>
                    <a:pt x="0" y="0"/>
                  </a:moveTo>
                  <a:lnTo>
                    <a:pt x="0" y="14097"/>
                  </a:lnTo>
                </a:path>
              </a:pathLst>
            </a:custGeom>
            <a:ln w="13589" cap="flat">
              <a:solidFill>
                <a:srgbClr val="333333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2" name="Freeform 1581">
              <a:extLst>
                <a:ext uri="{FF2B5EF4-FFF2-40B4-BE49-F238E27FC236}">
                  <a16:creationId xmlns:a16="http://schemas.microsoft.com/office/drawing/2014/main" id="{6ADF1992-D580-82EE-F17F-A8777863A909}"/>
                </a:ext>
              </a:extLst>
            </p:cNvPr>
            <p:cNvSpPr/>
            <p:nvPr/>
          </p:nvSpPr>
          <p:spPr>
            <a:xfrm>
              <a:off x="6160290" y="6853255"/>
              <a:ext cx="150876" cy="136778"/>
            </a:xfrm>
            <a:custGeom>
              <a:avLst/>
              <a:gdLst>
                <a:gd name="csX0" fmla="*/ 0 w 150876"/>
                <a:gd name="csY0" fmla="*/ 0 h 136778"/>
                <a:gd name="csX1" fmla="*/ 0 w 150876"/>
                <a:gd name="csY1" fmla="*/ 136779 h 136778"/>
                <a:gd name="csX2" fmla="*/ 150876 w 150876"/>
                <a:gd name="csY2" fmla="*/ 136779 h 136778"/>
                <a:gd name="csX3" fmla="*/ 150876 w 150876"/>
                <a:gd name="csY3" fmla="*/ 0 h 136778"/>
                <a:gd name="csX4" fmla="*/ 0 w 150876"/>
                <a:gd name="csY4" fmla="*/ 0 h 136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0876" h="136778">
                  <a:moveTo>
                    <a:pt x="0" y="0"/>
                  </a:moveTo>
                  <a:lnTo>
                    <a:pt x="0" y="136779"/>
                  </a:lnTo>
                  <a:lnTo>
                    <a:pt x="150876" y="136779"/>
                  </a:lnTo>
                  <a:lnTo>
                    <a:pt x="150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050C"/>
            </a:solidFill>
            <a:ln w="13589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3" name="Freeform 1582">
              <a:extLst>
                <a:ext uri="{FF2B5EF4-FFF2-40B4-BE49-F238E27FC236}">
                  <a16:creationId xmlns:a16="http://schemas.microsoft.com/office/drawing/2014/main" id="{3FBFF2AB-06ED-A702-3BAC-36ACFB88AA2B}"/>
                </a:ext>
              </a:extLst>
            </p:cNvPr>
            <p:cNvSpPr/>
            <p:nvPr/>
          </p:nvSpPr>
          <p:spPr>
            <a:xfrm>
              <a:off x="6160291" y="6913326"/>
              <a:ext cx="150876" cy="12700"/>
            </a:xfrm>
            <a:custGeom>
              <a:avLst/>
              <a:gdLst>
                <a:gd name="csX0" fmla="*/ 0 w 150876"/>
                <a:gd name="csY0" fmla="*/ 0 h 12700"/>
                <a:gd name="csX1" fmla="*/ 150876 w 150876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0876" h="12700">
                  <a:moveTo>
                    <a:pt x="0" y="0"/>
                  </a:moveTo>
                  <a:lnTo>
                    <a:pt x="150876" y="0"/>
                  </a:lnTo>
                </a:path>
              </a:pathLst>
            </a:custGeom>
            <a:ln w="27051" cap="flat">
              <a:solidFill>
                <a:srgbClr val="333333"/>
              </a:solidFill>
              <a:prstDash val="solid"/>
              <a:miter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4" name="Oval 1583">
              <a:extLst>
                <a:ext uri="{FF2B5EF4-FFF2-40B4-BE49-F238E27FC236}">
                  <a16:creationId xmlns:a16="http://schemas.microsoft.com/office/drawing/2014/main" id="{755EB4D3-9D7B-1A40-10B0-6AC8B9FE5365}"/>
                </a:ext>
              </a:extLst>
            </p:cNvPr>
            <p:cNvSpPr/>
            <p:nvPr/>
          </p:nvSpPr>
          <p:spPr>
            <a:xfrm>
              <a:off x="5735730" y="692374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5" name="Oval 1584">
              <a:extLst>
                <a:ext uri="{FF2B5EF4-FFF2-40B4-BE49-F238E27FC236}">
                  <a16:creationId xmlns:a16="http://schemas.microsoft.com/office/drawing/2014/main" id="{58487A8E-61A6-D8AC-A5B4-3EDE8E35CC6A}"/>
                </a:ext>
              </a:extLst>
            </p:cNvPr>
            <p:cNvSpPr/>
            <p:nvPr/>
          </p:nvSpPr>
          <p:spPr>
            <a:xfrm>
              <a:off x="5485286" y="6999940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6" name="Oval 1585">
              <a:extLst>
                <a:ext uri="{FF2B5EF4-FFF2-40B4-BE49-F238E27FC236}">
                  <a16:creationId xmlns:a16="http://schemas.microsoft.com/office/drawing/2014/main" id="{A02B2201-BFFA-1A35-823D-EA40A73A48D6}"/>
                </a:ext>
              </a:extLst>
            </p:cNvPr>
            <p:cNvSpPr/>
            <p:nvPr/>
          </p:nvSpPr>
          <p:spPr>
            <a:xfrm>
              <a:off x="5452647" y="692183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7" name="Oval 1586">
              <a:extLst>
                <a:ext uri="{FF2B5EF4-FFF2-40B4-BE49-F238E27FC236}">
                  <a16:creationId xmlns:a16="http://schemas.microsoft.com/office/drawing/2014/main" id="{2BF2E9F4-EF6D-780C-85FA-C5365845CA6B}"/>
                </a:ext>
              </a:extLst>
            </p:cNvPr>
            <p:cNvSpPr/>
            <p:nvPr/>
          </p:nvSpPr>
          <p:spPr>
            <a:xfrm>
              <a:off x="6234332" y="684906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8" name="Oval 1587">
              <a:extLst>
                <a:ext uri="{FF2B5EF4-FFF2-40B4-BE49-F238E27FC236}">
                  <a16:creationId xmlns:a16="http://schemas.microsoft.com/office/drawing/2014/main" id="{77234757-784C-1707-85AC-528FF7DBC3B3}"/>
                </a:ext>
              </a:extLst>
            </p:cNvPr>
            <p:cNvSpPr/>
            <p:nvPr/>
          </p:nvSpPr>
          <p:spPr>
            <a:xfrm>
              <a:off x="5219094" y="663087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89" name="Oval 1588">
              <a:extLst>
                <a:ext uri="{FF2B5EF4-FFF2-40B4-BE49-F238E27FC236}">
                  <a16:creationId xmlns:a16="http://schemas.microsoft.com/office/drawing/2014/main" id="{4E30F9D8-EF93-F96F-9D3D-9AD17BE30F3D}"/>
                </a:ext>
              </a:extLst>
            </p:cNvPr>
            <p:cNvSpPr/>
            <p:nvPr/>
          </p:nvSpPr>
          <p:spPr>
            <a:xfrm>
              <a:off x="6218711" y="6981525"/>
              <a:ext cx="36067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0" name="Oval 1589">
              <a:extLst>
                <a:ext uri="{FF2B5EF4-FFF2-40B4-BE49-F238E27FC236}">
                  <a16:creationId xmlns:a16="http://schemas.microsoft.com/office/drawing/2014/main" id="{75E17CE0-4BB5-D6A1-57C4-5194CD398A60}"/>
                </a:ext>
              </a:extLst>
            </p:cNvPr>
            <p:cNvSpPr/>
            <p:nvPr/>
          </p:nvSpPr>
          <p:spPr>
            <a:xfrm>
              <a:off x="5223793" y="658668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1" name="Oval 1590">
              <a:extLst>
                <a:ext uri="{FF2B5EF4-FFF2-40B4-BE49-F238E27FC236}">
                  <a16:creationId xmlns:a16="http://schemas.microsoft.com/office/drawing/2014/main" id="{59F7D091-6F29-8964-73CA-C1278937A824}"/>
                </a:ext>
              </a:extLst>
            </p:cNvPr>
            <p:cNvSpPr/>
            <p:nvPr/>
          </p:nvSpPr>
          <p:spPr>
            <a:xfrm>
              <a:off x="6199280" y="698546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2" name="Oval 1591">
              <a:extLst>
                <a:ext uri="{FF2B5EF4-FFF2-40B4-BE49-F238E27FC236}">
                  <a16:creationId xmlns:a16="http://schemas.microsoft.com/office/drawing/2014/main" id="{C46C5D78-1811-331F-989F-A12BAD7AC2C4}"/>
                </a:ext>
              </a:extLst>
            </p:cNvPr>
            <p:cNvSpPr/>
            <p:nvPr/>
          </p:nvSpPr>
          <p:spPr>
            <a:xfrm>
              <a:off x="5219856" y="6809313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3" name="Oval 1592">
              <a:extLst>
                <a:ext uri="{FF2B5EF4-FFF2-40B4-BE49-F238E27FC236}">
                  <a16:creationId xmlns:a16="http://schemas.microsoft.com/office/drawing/2014/main" id="{ACDB1380-A52F-0193-7911-BE77D40EF598}"/>
                </a:ext>
              </a:extLst>
            </p:cNvPr>
            <p:cNvSpPr/>
            <p:nvPr/>
          </p:nvSpPr>
          <p:spPr>
            <a:xfrm>
              <a:off x="6227982" y="683014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4" name="Oval 1593">
              <a:extLst>
                <a:ext uri="{FF2B5EF4-FFF2-40B4-BE49-F238E27FC236}">
                  <a16:creationId xmlns:a16="http://schemas.microsoft.com/office/drawing/2014/main" id="{36C36E44-9987-88E5-2A5F-033F58586A8D}"/>
                </a:ext>
              </a:extLst>
            </p:cNvPr>
            <p:cNvSpPr/>
            <p:nvPr/>
          </p:nvSpPr>
          <p:spPr>
            <a:xfrm>
              <a:off x="5209823" y="690291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5" name="Oval 1594">
              <a:extLst>
                <a:ext uri="{FF2B5EF4-FFF2-40B4-BE49-F238E27FC236}">
                  <a16:creationId xmlns:a16="http://schemas.microsoft.com/office/drawing/2014/main" id="{C0A36BC3-E337-E79B-7FC9-D1205B2D2D5F}"/>
                </a:ext>
              </a:extLst>
            </p:cNvPr>
            <p:cNvSpPr/>
            <p:nvPr/>
          </p:nvSpPr>
          <p:spPr>
            <a:xfrm>
              <a:off x="6228744" y="6941266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6" name="Oval 1595">
              <a:extLst>
                <a:ext uri="{FF2B5EF4-FFF2-40B4-BE49-F238E27FC236}">
                  <a16:creationId xmlns:a16="http://schemas.microsoft.com/office/drawing/2014/main" id="{80934111-76CF-92C6-4C7E-15AE9D38C674}"/>
                </a:ext>
              </a:extLst>
            </p:cNvPr>
            <p:cNvSpPr/>
            <p:nvPr/>
          </p:nvSpPr>
          <p:spPr>
            <a:xfrm>
              <a:off x="5233826" y="732137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7" name="Oval 1596">
              <a:extLst>
                <a:ext uri="{FF2B5EF4-FFF2-40B4-BE49-F238E27FC236}">
                  <a16:creationId xmlns:a16="http://schemas.microsoft.com/office/drawing/2014/main" id="{4A7D4BD8-BBCF-6103-B028-7308467B1A4F}"/>
                </a:ext>
              </a:extLst>
            </p:cNvPr>
            <p:cNvSpPr/>
            <p:nvPr/>
          </p:nvSpPr>
          <p:spPr>
            <a:xfrm>
              <a:off x="5450996" y="670707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8" name="Oval 1597">
              <a:extLst>
                <a:ext uri="{FF2B5EF4-FFF2-40B4-BE49-F238E27FC236}">
                  <a16:creationId xmlns:a16="http://schemas.microsoft.com/office/drawing/2014/main" id="{59E39D54-35E3-EE96-AD2C-A97D55FDC148}"/>
                </a:ext>
              </a:extLst>
            </p:cNvPr>
            <p:cNvSpPr/>
            <p:nvPr/>
          </p:nvSpPr>
          <p:spPr>
            <a:xfrm>
              <a:off x="6215790" y="6794581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599" name="Oval 1598">
              <a:extLst>
                <a:ext uri="{FF2B5EF4-FFF2-40B4-BE49-F238E27FC236}">
                  <a16:creationId xmlns:a16="http://schemas.microsoft.com/office/drawing/2014/main" id="{AF32F1FA-3BA9-235B-CF31-03998A607F0A}"/>
                </a:ext>
              </a:extLst>
            </p:cNvPr>
            <p:cNvSpPr/>
            <p:nvPr/>
          </p:nvSpPr>
          <p:spPr>
            <a:xfrm>
              <a:off x="5234080" y="686074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0C6749B5-D0FF-9C8A-180D-B5FA369E314D}"/>
                </a:ext>
              </a:extLst>
            </p:cNvPr>
            <p:cNvSpPr/>
            <p:nvPr/>
          </p:nvSpPr>
          <p:spPr>
            <a:xfrm>
              <a:off x="5738905" y="6623004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3743D6A0-4A56-F42A-8AC6-E532FB4F5E7C}"/>
                </a:ext>
              </a:extLst>
            </p:cNvPr>
            <p:cNvSpPr/>
            <p:nvPr/>
          </p:nvSpPr>
          <p:spPr>
            <a:xfrm>
              <a:off x="5444138" y="692894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B1B9B946-D847-A6CF-C76D-F0E9E514FBD9}"/>
                </a:ext>
              </a:extLst>
            </p:cNvPr>
            <p:cNvSpPr/>
            <p:nvPr/>
          </p:nvSpPr>
          <p:spPr>
            <a:xfrm>
              <a:off x="5462045" y="6597985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28D9658C-C8EE-6950-FE33-A7EDBE1E0BB7}"/>
                </a:ext>
              </a:extLst>
            </p:cNvPr>
            <p:cNvSpPr/>
            <p:nvPr/>
          </p:nvSpPr>
          <p:spPr>
            <a:xfrm>
              <a:off x="5969283" y="6752417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03EBD9CA-20D8-159A-47F7-30ED003653D9}"/>
                </a:ext>
              </a:extLst>
            </p:cNvPr>
            <p:cNvSpPr/>
            <p:nvPr/>
          </p:nvSpPr>
          <p:spPr>
            <a:xfrm>
              <a:off x="5483635" y="6989018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F49CDC4E-C662-4567-50C6-2CDE9E697864}"/>
                </a:ext>
              </a:extLst>
            </p:cNvPr>
            <p:cNvSpPr/>
            <p:nvPr/>
          </p:nvSpPr>
          <p:spPr>
            <a:xfrm>
              <a:off x="5445154" y="6671772"/>
              <a:ext cx="36068" cy="36068"/>
            </a:xfrm>
            <a:prstGeom prst="ellipse">
              <a:avLst/>
            </a:prstGeom>
            <a:solidFill>
              <a:srgbClr val="000000"/>
            </a:solidFill>
            <a:ln w="901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13" name="Freeform 1612">
              <a:extLst>
                <a:ext uri="{FF2B5EF4-FFF2-40B4-BE49-F238E27FC236}">
                  <a16:creationId xmlns:a16="http://schemas.microsoft.com/office/drawing/2014/main" id="{03947D3D-E139-5194-22E1-EFCBA3FD01A9}"/>
                </a:ext>
              </a:extLst>
            </p:cNvPr>
            <p:cNvSpPr/>
            <p:nvPr/>
          </p:nvSpPr>
          <p:spPr>
            <a:xfrm>
              <a:off x="5079013" y="6060902"/>
              <a:ext cx="12700" cy="1359153"/>
            </a:xfrm>
            <a:custGeom>
              <a:avLst/>
              <a:gdLst>
                <a:gd name="csX0" fmla="*/ 0 w 12700"/>
                <a:gd name="csY0" fmla="*/ 1359154 h 1359153"/>
                <a:gd name="csX1" fmla="*/ 0 w 12700"/>
                <a:gd name="csY1" fmla="*/ 0 h 1359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1359153">
                  <a:moveTo>
                    <a:pt x="0" y="1359154"/>
                  </a:moveTo>
                  <a:lnTo>
                    <a:pt x="0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14" name="TextBox 1613">
              <a:extLst>
                <a:ext uri="{FF2B5EF4-FFF2-40B4-BE49-F238E27FC236}">
                  <a16:creationId xmlns:a16="http://schemas.microsoft.com/office/drawing/2014/main" id="{C2B7CEBC-5282-DE0B-A61B-DFAF755B3389}"/>
                </a:ext>
              </a:extLst>
            </p:cNvPr>
            <p:cNvSpPr txBox="1"/>
            <p:nvPr/>
          </p:nvSpPr>
          <p:spPr>
            <a:xfrm>
              <a:off x="4766237" y="7046594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0.3</a:t>
              </a:r>
            </a:p>
          </p:txBody>
        </p:sp>
        <p:sp>
          <p:nvSpPr>
            <p:cNvPr id="1615" name="TextBox 1614">
              <a:extLst>
                <a:ext uri="{FF2B5EF4-FFF2-40B4-BE49-F238E27FC236}">
                  <a16:creationId xmlns:a16="http://schemas.microsoft.com/office/drawing/2014/main" id="{60C8D953-0921-E4BD-BC57-A68555429FBF}"/>
                </a:ext>
              </a:extLst>
            </p:cNvPr>
            <p:cNvSpPr txBox="1"/>
            <p:nvPr/>
          </p:nvSpPr>
          <p:spPr>
            <a:xfrm>
              <a:off x="4766237" y="6657085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0.6</a:t>
              </a:r>
            </a:p>
          </p:txBody>
        </p:sp>
        <p:sp>
          <p:nvSpPr>
            <p:cNvPr id="1616" name="TextBox 1615">
              <a:extLst>
                <a:ext uri="{FF2B5EF4-FFF2-40B4-BE49-F238E27FC236}">
                  <a16:creationId xmlns:a16="http://schemas.microsoft.com/office/drawing/2014/main" id="{EED24282-E912-4A90-F4DF-E75749358649}"/>
                </a:ext>
              </a:extLst>
            </p:cNvPr>
            <p:cNvSpPr txBox="1"/>
            <p:nvPr/>
          </p:nvSpPr>
          <p:spPr>
            <a:xfrm>
              <a:off x="4766237" y="6267703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0.9</a:t>
              </a:r>
            </a:p>
          </p:txBody>
        </p:sp>
        <p:sp>
          <p:nvSpPr>
            <p:cNvPr id="1617" name="Freeform 1616">
              <a:extLst>
                <a:ext uri="{FF2B5EF4-FFF2-40B4-BE49-F238E27FC236}">
                  <a16:creationId xmlns:a16="http://schemas.microsoft.com/office/drawing/2014/main" id="{FFF98AA4-538B-AB66-E183-F3D61E906BFB}"/>
                </a:ext>
              </a:extLst>
            </p:cNvPr>
            <p:cNvSpPr/>
            <p:nvPr/>
          </p:nvSpPr>
          <p:spPr>
            <a:xfrm>
              <a:off x="5044214" y="7153483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18" name="Freeform 1617">
              <a:extLst>
                <a:ext uri="{FF2B5EF4-FFF2-40B4-BE49-F238E27FC236}">
                  <a16:creationId xmlns:a16="http://schemas.microsoft.com/office/drawing/2014/main" id="{8AECCAFF-8BB8-5912-5A83-4D51CB355DF6}"/>
                </a:ext>
              </a:extLst>
            </p:cNvPr>
            <p:cNvSpPr/>
            <p:nvPr/>
          </p:nvSpPr>
          <p:spPr>
            <a:xfrm>
              <a:off x="5044214" y="6763974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19" name="Freeform 1618">
              <a:extLst>
                <a:ext uri="{FF2B5EF4-FFF2-40B4-BE49-F238E27FC236}">
                  <a16:creationId xmlns:a16="http://schemas.microsoft.com/office/drawing/2014/main" id="{A260CF39-1C75-95C6-BD0F-68F16EFC6F7B}"/>
                </a:ext>
              </a:extLst>
            </p:cNvPr>
            <p:cNvSpPr/>
            <p:nvPr/>
          </p:nvSpPr>
          <p:spPr>
            <a:xfrm>
              <a:off x="5044214" y="6374592"/>
              <a:ext cx="34798" cy="12700"/>
            </a:xfrm>
            <a:custGeom>
              <a:avLst/>
              <a:gdLst>
                <a:gd name="csX0" fmla="*/ 0 w 34798"/>
                <a:gd name="csY0" fmla="*/ 0 h 12700"/>
                <a:gd name="csX1" fmla="*/ 34798 w 34798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798" h="12700">
                  <a:moveTo>
                    <a:pt x="0" y="0"/>
                  </a:moveTo>
                  <a:lnTo>
                    <a:pt x="34798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0" name="Freeform 1619">
              <a:extLst>
                <a:ext uri="{FF2B5EF4-FFF2-40B4-BE49-F238E27FC236}">
                  <a16:creationId xmlns:a16="http://schemas.microsoft.com/office/drawing/2014/main" id="{5CE0AE8D-DAD5-CF8B-3ED3-99B1B15E07FD}"/>
                </a:ext>
              </a:extLst>
            </p:cNvPr>
            <p:cNvSpPr/>
            <p:nvPr/>
          </p:nvSpPr>
          <p:spPr>
            <a:xfrm>
              <a:off x="5079013" y="7420056"/>
              <a:ext cx="1307592" cy="12700"/>
            </a:xfrm>
            <a:custGeom>
              <a:avLst/>
              <a:gdLst>
                <a:gd name="csX0" fmla="*/ 0 w 1307592"/>
                <a:gd name="csY0" fmla="*/ 0 h 12700"/>
                <a:gd name="csX1" fmla="*/ 1307592 w 1307592"/>
                <a:gd name="csY1" fmla="*/ 0 h 1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07592" h="12700">
                  <a:moveTo>
                    <a:pt x="0" y="0"/>
                  </a:moveTo>
                  <a:lnTo>
                    <a:pt x="1307592" y="0"/>
                  </a:lnTo>
                </a:path>
              </a:pathLst>
            </a:custGeom>
            <a:noFill/>
            <a:ln w="13589" cap="sq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1" name="Freeform 1620">
              <a:extLst>
                <a:ext uri="{FF2B5EF4-FFF2-40B4-BE49-F238E27FC236}">
                  <a16:creationId xmlns:a16="http://schemas.microsoft.com/office/drawing/2014/main" id="{EFEAE2EF-5ACE-CA16-EB48-AE0431D9899D}"/>
                </a:ext>
              </a:extLst>
            </p:cNvPr>
            <p:cNvSpPr/>
            <p:nvPr/>
          </p:nvSpPr>
          <p:spPr>
            <a:xfrm>
              <a:off x="5229888" y="7420056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2" name="Freeform 1621">
              <a:extLst>
                <a:ext uri="{FF2B5EF4-FFF2-40B4-BE49-F238E27FC236}">
                  <a16:creationId xmlns:a16="http://schemas.microsoft.com/office/drawing/2014/main" id="{4AADF5B2-1B02-6491-2C7C-172CF1692400}"/>
                </a:ext>
              </a:extLst>
            </p:cNvPr>
            <p:cNvSpPr/>
            <p:nvPr/>
          </p:nvSpPr>
          <p:spPr>
            <a:xfrm>
              <a:off x="5481348" y="7420056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3" name="Freeform 1622">
              <a:extLst>
                <a:ext uri="{FF2B5EF4-FFF2-40B4-BE49-F238E27FC236}">
                  <a16:creationId xmlns:a16="http://schemas.microsoft.com/office/drawing/2014/main" id="{FCAF8B5C-3123-F7C6-8235-61C9B27508FE}"/>
                </a:ext>
              </a:extLst>
            </p:cNvPr>
            <p:cNvSpPr/>
            <p:nvPr/>
          </p:nvSpPr>
          <p:spPr>
            <a:xfrm>
              <a:off x="5732809" y="7420056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4" name="Freeform 1623">
              <a:extLst>
                <a:ext uri="{FF2B5EF4-FFF2-40B4-BE49-F238E27FC236}">
                  <a16:creationId xmlns:a16="http://schemas.microsoft.com/office/drawing/2014/main" id="{49C95B3B-E126-9229-347D-460BBA586250}"/>
                </a:ext>
              </a:extLst>
            </p:cNvPr>
            <p:cNvSpPr/>
            <p:nvPr/>
          </p:nvSpPr>
          <p:spPr>
            <a:xfrm>
              <a:off x="5984268" y="7420056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5" name="Freeform 1624">
              <a:extLst>
                <a:ext uri="{FF2B5EF4-FFF2-40B4-BE49-F238E27FC236}">
                  <a16:creationId xmlns:a16="http://schemas.microsoft.com/office/drawing/2014/main" id="{A8EE8916-8EF9-D368-557A-C79B146FA93C}"/>
                </a:ext>
              </a:extLst>
            </p:cNvPr>
            <p:cNvSpPr/>
            <p:nvPr/>
          </p:nvSpPr>
          <p:spPr>
            <a:xfrm>
              <a:off x="6235728" y="7420056"/>
              <a:ext cx="12700" cy="34797"/>
            </a:xfrm>
            <a:custGeom>
              <a:avLst/>
              <a:gdLst>
                <a:gd name="csX0" fmla="*/ 0 w 12700"/>
                <a:gd name="csY0" fmla="*/ 34798 h 34797"/>
                <a:gd name="csX1" fmla="*/ 0 w 12700"/>
                <a:gd name="csY1" fmla="*/ 0 h 34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34797">
                  <a:moveTo>
                    <a:pt x="0" y="34798"/>
                  </a:moveTo>
                  <a:lnTo>
                    <a:pt x="0" y="0"/>
                  </a:lnTo>
                </a:path>
              </a:pathLst>
            </a:custGeom>
            <a:noFill/>
            <a:ln w="13589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algn="ctr"/>
              <a:endParaRPr lang="en-US" sz="2400"/>
            </a:p>
          </p:txBody>
        </p:sp>
        <p:sp>
          <p:nvSpPr>
            <p:cNvPr id="1626" name="TextBox 1625">
              <a:extLst>
                <a:ext uri="{FF2B5EF4-FFF2-40B4-BE49-F238E27FC236}">
                  <a16:creationId xmlns:a16="http://schemas.microsoft.com/office/drawing/2014/main" id="{8AB34276-E79A-88DF-1447-8241AD5F8C8E}"/>
                </a:ext>
              </a:extLst>
            </p:cNvPr>
            <p:cNvSpPr txBox="1"/>
            <p:nvPr/>
          </p:nvSpPr>
          <p:spPr>
            <a:xfrm>
              <a:off x="5089465" y="7415910"/>
              <a:ext cx="2808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</a:t>
              </a:r>
            </a:p>
          </p:txBody>
        </p:sp>
        <p:sp>
          <p:nvSpPr>
            <p:cNvPr id="1627" name="TextBox 1626">
              <a:extLst>
                <a:ext uri="{FF2B5EF4-FFF2-40B4-BE49-F238E27FC236}">
                  <a16:creationId xmlns:a16="http://schemas.microsoft.com/office/drawing/2014/main" id="{6D955A41-1697-3F2A-4D3D-C928A674BEB7}"/>
                </a:ext>
              </a:extLst>
            </p:cNvPr>
            <p:cNvSpPr txBox="1"/>
            <p:nvPr/>
          </p:nvSpPr>
          <p:spPr>
            <a:xfrm>
              <a:off x="5372985" y="7415910"/>
              <a:ext cx="21672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</a:t>
              </a:r>
            </a:p>
          </p:txBody>
        </p:sp>
        <p:sp>
          <p:nvSpPr>
            <p:cNvPr id="1628" name="TextBox 1627">
              <a:extLst>
                <a:ext uri="{FF2B5EF4-FFF2-40B4-BE49-F238E27FC236}">
                  <a16:creationId xmlns:a16="http://schemas.microsoft.com/office/drawing/2014/main" id="{B5CEDA44-F95D-BFAA-2467-98C20F96FAB5}"/>
                </a:ext>
              </a:extLst>
            </p:cNvPr>
            <p:cNvSpPr txBox="1"/>
            <p:nvPr/>
          </p:nvSpPr>
          <p:spPr>
            <a:xfrm>
              <a:off x="5592385" y="7415910"/>
              <a:ext cx="28084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LI</a:t>
              </a:r>
            </a:p>
          </p:txBody>
        </p:sp>
        <p:sp>
          <p:nvSpPr>
            <p:cNvPr id="1629" name="TextBox 1628">
              <a:extLst>
                <a:ext uri="{FF2B5EF4-FFF2-40B4-BE49-F238E27FC236}">
                  <a16:creationId xmlns:a16="http://schemas.microsoft.com/office/drawing/2014/main" id="{8A461CC7-C72A-5890-F6C3-D98F60BD574E}"/>
                </a:ext>
              </a:extLst>
            </p:cNvPr>
            <p:cNvSpPr txBox="1"/>
            <p:nvPr/>
          </p:nvSpPr>
          <p:spPr>
            <a:xfrm>
              <a:off x="5814991" y="7415910"/>
              <a:ext cx="3385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NF</a:t>
              </a:r>
            </a:p>
          </p:txBody>
        </p:sp>
        <p:sp>
          <p:nvSpPr>
            <p:cNvPr id="1630" name="TextBox 1629">
              <a:extLst>
                <a:ext uri="{FF2B5EF4-FFF2-40B4-BE49-F238E27FC236}">
                  <a16:creationId xmlns:a16="http://schemas.microsoft.com/office/drawing/2014/main" id="{B0A97E5F-00BD-5A2D-EC0A-F74ABD385848}"/>
                </a:ext>
              </a:extLst>
            </p:cNvPr>
            <p:cNvSpPr txBox="1"/>
            <p:nvPr/>
          </p:nvSpPr>
          <p:spPr>
            <a:xfrm>
              <a:off x="6108129" y="7415910"/>
              <a:ext cx="2551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</a:t>
              </a:r>
            </a:p>
          </p:txBody>
        </p:sp>
        <p:sp>
          <p:nvSpPr>
            <p:cNvPr id="1632" name="TextBox 1631">
              <a:extLst>
                <a:ext uri="{FF2B5EF4-FFF2-40B4-BE49-F238E27FC236}">
                  <a16:creationId xmlns:a16="http://schemas.microsoft.com/office/drawing/2014/main" id="{B303AABC-7A16-D785-8C86-0595C9940DFE}"/>
                </a:ext>
              </a:extLst>
            </p:cNvPr>
            <p:cNvSpPr txBox="1"/>
            <p:nvPr/>
          </p:nvSpPr>
          <p:spPr>
            <a:xfrm rot="16200000">
              <a:off x="4307654" y="6617369"/>
              <a:ext cx="88197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CytoTRACE</a:t>
              </a:r>
            </a:p>
          </p:txBody>
        </p:sp>
      </p:grpSp>
      <p:grpSp>
        <p:nvGrpSpPr>
          <p:cNvPr id="1634" name="Graphic 1561">
            <a:extLst>
              <a:ext uri="{FF2B5EF4-FFF2-40B4-BE49-F238E27FC236}">
                <a16:creationId xmlns:a16="http://schemas.microsoft.com/office/drawing/2014/main" id="{501AA223-D6DB-FA41-6EE3-2A6E150F9816}"/>
              </a:ext>
            </a:extLst>
          </p:cNvPr>
          <p:cNvGrpSpPr/>
          <p:nvPr/>
        </p:nvGrpSpPr>
        <p:grpSpPr>
          <a:xfrm>
            <a:off x="2400808" y="6175584"/>
            <a:ext cx="1761202" cy="1585840"/>
            <a:chOff x="2216099" y="5836983"/>
            <a:chExt cx="1761202" cy="1585840"/>
          </a:xfrm>
        </p:grpSpPr>
        <p:grpSp>
          <p:nvGrpSpPr>
            <p:cNvPr id="1637" name="Graphic 1561">
              <a:extLst>
                <a:ext uri="{FF2B5EF4-FFF2-40B4-BE49-F238E27FC236}">
                  <a16:creationId xmlns:a16="http://schemas.microsoft.com/office/drawing/2014/main" id="{52BCE9BC-1D68-D0F2-0445-99767ADE0B7E}"/>
                </a:ext>
              </a:extLst>
            </p:cNvPr>
            <p:cNvGrpSpPr/>
            <p:nvPr/>
          </p:nvGrpSpPr>
          <p:grpSpPr>
            <a:xfrm>
              <a:off x="2734115" y="5836983"/>
              <a:ext cx="1243186" cy="1359280"/>
              <a:chOff x="2734115" y="5836983"/>
              <a:chExt cx="1243186" cy="1359280"/>
            </a:xfrm>
          </p:grpSpPr>
          <p:sp>
            <p:nvSpPr>
              <p:cNvPr id="1638" name="Rectangle 1637">
                <a:extLst>
                  <a:ext uri="{FF2B5EF4-FFF2-40B4-BE49-F238E27FC236}">
                    <a16:creationId xmlns:a16="http://schemas.microsoft.com/office/drawing/2014/main" id="{1C80196E-0C53-E405-C2A1-66EE4BA9E705}"/>
                  </a:ext>
                </a:extLst>
              </p:cNvPr>
              <p:cNvSpPr/>
              <p:nvPr/>
            </p:nvSpPr>
            <p:spPr>
              <a:xfrm>
                <a:off x="2738162" y="5836983"/>
                <a:ext cx="1239139" cy="1359154"/>
              </a:xfrm>
              <a:prstGeom prst="rect">
                <a:avLst/>
              </a:prstGeom>
              <a:solidFill>
                <a:srgbClr val="FFFFFF"/>
              </a:solidFill>
              <a:ln w="13589" cap="rnd">
                <a:noFill/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39" name="Rectangle 1638">
                <a:extLst>
                  <a:ext uri="{FF2B5EF4-FFF2-40B4-BE49-F238E27FC236}">
                    <a16:creationId xmlns:a16="http://schemas.microsoft.com/office/drawing/2014/main" id="{1D0BABF7-983C-5289-941D-B00E6DD7F232}"/>
                  </a:ext>
                </a:extLst>
              </p:cNvPr>
              <p:cNvSpPr/>
              <p:nvPr/>
            </p:nvSpPr>
            <p:spPr>
              <a:xfrm>
                <a:off x="2809536" y="7012876"/>
                <a:ext cx="143001" cy="183261"/>
              </a:xfrm>
              <a:prstGeom prst="rect">
                <a:avLst/>
              </a:prstGeom>
              <a:solidFill>
                <a:srgbClr val="1965B0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0" name="Rectangle 1639">
                <a:extLst>
                  <a:ext uri="{FF2B5EF4-FFF2-40B4-BE49-F238E27FC236}">
                    <a16:creationId xmlns:a16="http://schemas.microsoft.com/office/drawing/2014/main" id="{4F7D9E68-E8B7-7486-B0F2-27F2EBD2D1E5}"/>
                  </a:ext>
                </a:extLst>
              </p:cNvPr>
              <p:cNvSpPr/>
              <p:nvPr/>
            </p:nvSpPr>
            <p:spPr>
              <a:xfrm>
                <a:off x="3047915" y="7000430"/>
                <a:ext cx="143002" cy="195706"/>
              </a:xfrm>
              <a:prstGeom prst="rect">
                <a:avLst/>
              </a:prstGeom>
              <a:solidFill>
                <a:srgbClr val="4EB265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1" name="Rectangle 1640">
                <a:extLst>
                  <a:ext uri="{FF2B5EF4-FFF2-40B4-BE49-F238E27FC236}">
                    <a16:creationId xmlns:a16="http://schemas.microsoft.com/office/drawing/2014/main" id="{B9E0B561-9A24-6ADF-EA13-8E071B4587F5}"/>
                  </a:ext>
                </a:extLst>
              </p:cNvPr>
              <p:cNvSpPr/>
              <p:nvPr/>
            </p:nvSpPr>
            <p:spPr>
              <a:xfrm>
                <a:off x="3286167" y="6668833"/>
                <a:ext cx="143002" cy="527304"/>
              </a:xfrm>
              <a:prstGeom prst="rect">
                <a:avLst/>
              </a:prstGeom>
              <a:solidFill>
                <a:srgbClr val="F7F056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2" name="Rectangle 1641">
                <a:extLst>
                  <a:ext uri="{FF2B5EF4-FFF2-40B4-BE49-F238E27FC236}">
                    <a16:creationId xmlns:a16="http://schemas.microsoft.com/office/drawing/2014/main" id="{1591FBD4-8AB8-E0DD-DF4D-7188DC6DBF0C}"/>
                  </a:ext>
                </a:extLst>
              </p:cNvPr>
              <p:cNvSpPr/>
              <p:nvPr/>
            </p:nvSpPr>
            <p:spPr>
              <a:xfrm>
                <a:off x="3524419" y="6507289"/>
                <a:ext cx="143002" cy="688848"/>
              </a:xfrm>
              <a:prstGeom prst="rect">
                <a:avLst/>
              </a:prstGeom>
              <a:solidFill>
                <a:srgbClr val="7BAFDE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3" name="Rectangle 1642">
                <a:extLst>
                  <a:ext uri="{FF2B5EF4-FFF2-40B4-BE49-F238E27FC236}">
                    <a16:creationId xmlns:a16="http://schemas.microsoft.com/office/drawing/2014/main" id="{B19E3A10-328A-127A-D9F6-9474635A3D7F}"/>
                  </a:ext>
                </a:extLst>
              </p:cNvPr>
              <p:cNvSpPr/>
              <p:nvPr/>
            </p:nvSpPr>
            <p:spPr>
              <a:xfrm>
                <a:off x="3762671" y="6741731"/>
                <a:ext cx="143001" cy="454532"/>
              </a:xfrm>
              <a:prstGeom prst="rect">
                <a:avLst/>
              </a:prstGeom>
              <a:solidFill>
                <a:srgbClr val="DC050C"/>
              </a:solidFill>
              <a:ln w="13589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DB5CC59D-56C7-CBB4-6340-E6D7FE624014}"/>
                  </a:ext>
                </a:extLst>
              </p:cNvPr>
              <p:cNvSpPr/>
              <p:nvPr/>
            </p:nvSpPr>
            <p:spPr>
              <a:xfrm>
                <a:off x="2833411" y="6961948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D8310C3F-D369-8E6B-FFCA-5B0DC70E3748}"/>
                  </a:ext>
                </a:extLst>
              </p:cNvPr>
              <p:cNvSpPr/>
              <p:nvPr/>
            </p:nvSpPr>
            <p:spPr>
              <a:xfrm>
                <a:off x="2881036" y="6961948"/>
                <a:ext cx="12700" cy="101854"/>
              </a:xfrm>
              <a:custGeom>
                <a:avLst/>
                <a:gdLst>
                  <a:gd name="csX0" fmla="*/ 0 w 12700"/>
                  <a:gd name="csY0" fmla="*/ 0 h 101854"/>
                  <a:gd name="csX1" fmla="*/ 0 w 12700"/>
                  <a:gd name="csY1" fmla="*/ 101854 h 101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1854">
                    <a:moveTo>
                      <a:pt x="0" y="0"/>
                    </a:moveTo>
                    <a:lnTo>
                      <a:pt x="0" y="10185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FA7B6AF-EFB2-BB6B-EBD1-C80537F4F01D}"/>
                  </a:ext>
                </a:extLst>
              </p:cNvPr>
              <p:cNvSpPr/>
              <p:nvPr/>
            </p:nvSpPr>
            <p:spPr>
              <a:xfrm>
                <a:off x="2833411" y="706380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295B7008-447E-F0A2-F137-4DDF4FA350A6}"/>
                  </a:ext>
                </a:extLst>
              </p:cNvPr>
              <p:cNvSpPr/>
              <p:nvPr/>
            </p:nvSpPr>
            <p:spPr>
              <a:xfrm>
                <a:off x="3071664" y="6973887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14388E66-8F8F-AAFE-C270-C0360315E76D}"/>
                  </a:ext>
                </a:extLst>
              </p:cNvPr>
              <p:cNvSpPr/>
              <p:nvPr/>
            </p:nvSpPr>
            <p:spPr>
              <a:xfrm>
                <a:off x="3119416" y="6973887"/>
                <a:ext cx="12700" cy="53086"/>
              </a:xfrm>
              <a:custGeom>
                <a:avLst/>
                <a:gdLst>
                  <a:gd name="csX0" fmla="*/ 0 w 12700"/>
                  <a:gd name="csY0" fmla="*/ 0 h 53086"/>
                  <a:gd name="csX1" fmla="*/ 0 w 12700"/>
                  <a:gd name="csY1" fmla="*/ 53086 h 530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53086">
                    <a:moveTo>
                      <a:pt x="0" y="0"/>
                    </a:moveTo>
                    <a:lnTo>
                      <a:pt x="0" y="53086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65D4B380-EECB-4D59-651A-2D82CE1FA819}"/>
                  </a:ext>
                </a:extLst>
              </p:cNvPr>
              <p:cNvSpPr/>
              <p:nvPr/>
            </p:nvSpPr>
            <p:spPr>
              <a:xfrm>
                <a:off x="3071664" y="7026973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A456CAFA-0577-CB5A-FEC6-D2310AE6F2AE}"/>
                  </a:ext>
                </a:extLst>
              </p:cNvPr>
              <p:cNvSpPr/>
              <p:nvPr/>
            </p:nvSpPr>
            <p:spPr>
              <a:xfrm>
                <a:off x="3310042" y="6658292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790A0E1D-AB4F-AA11-6F9A-1048D45042C9}"/>
                  </a:ext>
                </a:extLst>
              </p:cNvPr>
              <p:cNvSpPr/>
              <p:nvPr/>
            </p:nvSpPr>
            <p:spPr>
              <a:xfrm>
                <a:off x="3357667" y="6658292"/>
                <a:ext cx="12700" cy="21208"/>
              </a:xfrm>
              <a:custGeom>
                <a:avLst/>
                <a:gdLst>
                  <a:gd name="csX0" fmla="*/ 0 w 12700"/>
                  <a:gd name="csY0" fmla="*/ 0 h 21208"/>
                  <a:gd name="csX1" fmla="*/ 0 w 12700"/>
                  <a:gd name="csY1" fmla="*/ 21209 h 212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21208">
                    <a:moveTo>
                      <a:pt x="0" y="0"/>
                    </a:moveTo>
                    <a:lnTo>
                      <a:pt x="0" y="21209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7FF2718A-135C-265F-A8AA-4E3CA5919B88}"/>
                  </a:ext>
                </a:extLst>
              </p:cNvPr>
              <p:cNvSpPr/>
              <p:nvPr/>
            </p:nvSpPr>
            <p:spPr>
              <a:xfrm>
                <a:off x="3310042" y="6679500"/>
                <a:ext cx="95250" cy="12700"/>
              </a:xfrm>
              <a:custGeom>
                <a:avLst/>
                <a:gdLst>
                  <a:gd name="csX0" fmla="*/ 0 w 95250"/>
                  <a:gd name="csY0" fmla="*/ 0 h 12700"/>
                  <a:gd name="csX1" fmla="*/ 95250 w 9525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250" h="12700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F932B4BB-146B-680D-4914-5ADE325AB436}"/>
                  </a:ext>
                </a:extLst>
              </p:cNvPr>
              <p:cNvSpPr/>
              <p:nvPr/>
            </p:nvSpPr>
            <p:spPr>
              <a:xfrm>
                <a:off x="3786547" y="6650798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BA7899CF-61EF-BA66-CE6F-3B1B8406AC0E}"/>
                  </a:ext>
                </a:extLst>
              </p:cNvPr>
              <p:cNvSpPr/>
              <p:nvPr/>
            </p:nvSpPr>
            <p:spPr>
              <a:xfrm>
                <a:off x="3834172" y="6650798"/>
                <a:ext cx="12700" cy="181863"/>
              </a:xfrm>
              <a:custGeom>
                <a:avLst/>
                <a:gdLst>
                  <a:gd name="csX0" fmla="*/ 0 w 12700"/>
                  <a:gd name="csY0" fmla="*/ 0 h 181863"/>
                  <a:gd name="csX1" fmla="*/ 0 w 12700"/>
                  <a:gd name="csY1" fmla="*/ 181864 h 181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81863">
                    <a:moveTo>
                      <a:pt x="0" y="0"/>
                    </a:moveTo>
                    <a:lnTo>
                      <a:pt x="0" y="181864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053DB999-C5CC-5619-8CF9-7B951E61546D}"/>
                  </a:ext>
                </a:extLst>
              </p:cNvPr>
              <p:cNvSpPr/>
              <p:nvPr/>
            </p:nvSpPr>
            <p:spPr>
              <a:xfrm>
                <a:off x="3786547" y="6832662"/>
                <a:ext cx="95377" cy="12700"/>
              </a:xfrm>
              <a:custGeom>
                <a:avLst/>
                <a:gdLst>
                  <a:gd name="csX0" fmla="*/ 0 w 95377"/>
                  <a:gd name="csY0" fmla="*/ 0 h 12700"/>
                  <a:gd name="csX1" fmla="*/ 95377 w 9537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77" h="12700">
                    <a:moveTo>
                      <a:pt x="0" y="0"/>
                    </a:moveTo>
                    <a:lnTo>
                      <a:pt x="95377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6" name="Oval 1655">
                <a:extLst>
                  <a:ext uri="{FF2B5EF4-FFF2-40B4-BE49-F238E27FC236}">
                    <a16:creationId xmlns:a16="http://schemas.microsoft.com/office/drawing/2014/main" id="{EC89E434-3C6A-1CF6-F619-E52A7AAD58A5}"/>
                  </a:ext>
                </a:extLst>
              </p:cNvPr>
              <p:cNvSpPr/>
              <p:nvPr/>
            </p:nvSpPr>
            <p:spPr>
              <a:xfrm>
                <a:off x="3359319" y="663975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7" name="Oval 1656">
                <a:extLst>
                  <a:ext uri="{FF2B5EF4-FFF2-40B4-BE49-F238E27FC236}">
                    <a16:creationId xmlns:a16="http://schemas.microsoft.com/office/drawing/2014/main" id="{8D4B7668-FB48-D117-FFA8-60FC9F534041}"/>
                  </a:ext>
                </a:extLst>
              </p:cNvPr>
              <p:cNvSpPr/>
              <p:nvPr/>
            </p:nvSpPr>
            <p:spPr>
              <a:xfrm>
                <a:off x="3122210" y="697287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8" name="Oval 1657">
                <a:extLst>
                  <a:ext uri="{FF2B5EF4-FFF2-40B4-BE49-F238E27FC236}">
                    <a16:creationId xmlns:a16="http://schemas.microsoft.com/office/drawing/2014/main" id="{CCEAF6F2-A419-CB2C-90BB-B1A65EC63518}"/>
                  </a:ext>
                </a:extLst>
              </p:cNvPr>
              <p:cNvSpPr/>
              <p:nvPr/>
            </p:nvSpPr>
            <p:spPr>
              <a:xfrm>
                <a:off x="3091095" y="709237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59" name="Oval 1658">
                <a:extLst>
                  <a:ext uri="{FF2B5EF4-FFF2-40B4-BE49-F238E27FC236}">
                    <a16:creationId xmlns:a16="http://schemas.microsoft.com/office/drawing/2014/main" id="{1739E0F3-D610-3BA5-83E4-99923EAF16D0}"/>
                  </a:ext>
                </a:extLst>
              </p:cNvPr>
              <p:cNvSpPr/>
              <p:nvPr/>
            </p:nvSpPr>
            <p:spPr>
              <a:xfrm>
                <a:off x="3831886" y="6805358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0" name="Oval 1659">
                <a:extLst>
                  <a:ext uri="{FF2B5EF4-FFF2-40B4-BE49-F238E27FC236}">
                    <a16:creationId xmlns:a16="http://schemas.microsoft.com/office/drawing/2014/main" id="{C7FBB558-DA8A-B9A8-6BE1-172BF14837FE}"/>
                  </a:ext>
                </a:extLst>
              </p:cNvPr>
              <p:cNvSpPr/>
              <p:nvPr/>
            </p:nvSpPr>
            <p:spPr>
              <a:xfrm>
                <a:off x="2869734" y="678211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1" name="Oval 1660">
                <a:extLst>
                  <a:ext uri="{FF2B5EF4-FFF2-40B4-BE49-F238E27FC236}">
                    <a16:creationId xmlns:a16="http://schemas.microsoft.com/office/drawing/2014/main" id="{CA74049C-F85F-8CED-4F18-D203DCD79974}"/>
                  </a:ext>
                </a:extLst>
              </p:cNvPr>
              <p:cNvSpPr/>
              <p:nvPr/>
            </p:nvSpPr>
            <p:spPr>
              <a:xfrm>
                <a:off x="3817027" y="694810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2" name="Oval 1661">
                <a:extLst>
                  <a:ext uri="{FF2B5EF4-FFF2-40B4-BE49-F238E27FC236}">
                    <a16:creationId xmlns:a16="http://schemas.microsoft.com/office/drawing/2014/main" id="{DB87B604-0A9E-A7B6-5856-0045B93C8532}"/>
                  </a:ext>
                </a:extLst>
              </p:cNvPr>
              <p:cNvSpPr/>
              <p:nvPr/>
            </p:nvSpPr>
            <p:spPr>
              <a:xfrm>
                <a:off x="2874306" y="700601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3" name="Oval 1662">
                <a:extLst>
                  <a:ext uri="{FF2B5EF4-FFF2-40B4-BE49-F238E27FC236}">
                    <a16:creationId xmlns:a16="http://schemas.microsoft.com/office/drawing/2014/main" id="{7B6DBBB8-166A-0104-8F2E-7EA8D8D4E9C2}"/>
                  </a:ext>
                </a:extLst>
              </p:cNvPr>
              <p:cNvSpPr/>
              <p:nvPr/>
            </p:nvSpPr>
            <p:spPr>
              <a:xfrm>
                <a:off x="3798739" y="679329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4" name="Oval 1663">
                <a:extLst>
                  <a:ext uri="{FF2B5EF4-FFF2-40B4-BE49-F238E27FC236}">
                    <a16:creationId xmlns:a16="http://schemas.microsoft.com/office/drawing/2014/main" id="{4D0A01EE-2F57-62B6-D0B8-41AF20C40623}"/>
                  </a:ext>
                </a:extLst>
              </p:cNvPr>
              <p:cNvSpPr/>
              <p:nvPr/>
            </p:nvSpPr>
            <p:spPr>
              <a:xfrm>
                <a:off x="2870496" y="7129081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5" name="Oval 1664">
                <a:extLst>
                  <a:ext uri="{FF2B5EF4-FFF2-40B4-BE49-F238E27FC236}">
                    <a16:creationId xmlns:a16="http://schemas.microsoft.com/office/drawing/2014/main" id="{DBE4B746-BAD6-C645-474E-49CFB02585A4}"/>
                  </a:ext>
                </a:extLst>
              </p:cNvPr>
              <p:cNvSpPr/>
              <p:nvPr/>
            </p:nvSpPr>
            <p:spPr>
              <a:xfrm>
                <a:off x="3825917" y="6362382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6" name="Oval 1665">
                <a:extLst>
                  <a:ext uri="{FF2B5EF4-FFF2-40B4-BE49-F238E27FC236}">
                    <a16:creationId xmlns:a16="http://schemas.microsoft.com/office/drawing/2014/main" id="{1AC7DABE-EA89-892A-C16B-AAA3A8FB3495}"/>
                  </a:ext>
                </a:extLst>
              </p:cNvPr>
              <p:cNvSpPr/>
              <p:nvPr/>
            </p:nvSpPr>
            <p:spPr>
              <a:xfrm>
                <a:off x="2860971" y="700347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7" name="Oval 1666">
                <a:extLst>
                  <a:ext uri="{FF2B5EF4-FFF2-40B4-BE49-F238E27FC236}">
                    <a16:creationId xmlns:a16="http://schemas.microsoft.com/office/drawing/2014/main" id="{EBBD9DE8-9D95-F6FF-0F4E-AB0DD7F73D9C}"/>
                  </a:ext>
                </a:extLst>
              </p:cNvPr>
              <p:cNvSpPr/>
              <p:nvPr/>
            </p:nvSpPr>
            <p:spPr>
              <a:xfrm>
                <a:off x="3826679" y="6882320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8" name="Oval 1667">
                <a:extLst>
                  <a:ext uri="{FF2B5EF4-FFF2-40B4-BE49-F238E27FC236}">
                    <a16:creationId xmlns:a16="http://schemas.microsoft.com/office/drawing/2014/main" id="{6A4B1897-4ED2-024D-8D51-D29342A599D5}"/>
                  </a:ext>
                </a:extLst>
              </p:cNvPr>
              <p:cNvSpPr/>
              <p:nvPr/>
            </p:nvSpPr>
            <p:spPr>
              <a:xfrm>
                <a:off x="2883704" y="710380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69" name="Oval 1668">
                <a:extLst>
                  <a:ext uri="{FF2B5EF4-FFF2-40B4-BE49-F238E27FC236}">
                    <a16:creationId xmlns:a16="http://schemas.microsoft.com/office/drawing/2014/main" id="{9B527AB0-3E13-19BD-D2AA-5D264395ED43}"/>
                  </a:ext>
                </a:extLst>
              </p:cNvPr>
              <p:cNvSpPr/>
              <p:nvPr/>
            </p:nvSpPr>
            <p:spPr>
              <a:xfrm>
                <a:off x="3089698" y="694937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0" name="Oval 1669">
                <a:extLst>
                  <a:ext uri="{FF2B5EF4-FFF2-40B4-BE49-F238E27FC236}">
                    <a16:creationId xmlns:a16="http://schemas.microsoft.com/office/drawing/2014/main" id="{668AC661-4877-2763-3CF4-4AD5FC12B2F5}"/>
                  </a:ext>
                </a:extLst>
              </p:cNvPr>
              <p:cNvSpPr/>
              <p:nvPr/>
            </p:nvSpPr>
            <p:spPr>
              <a:xfrm>
                <a:off x="3814360" y="6549834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1" name="Oval 1670">
                <a:extLst>
                  <a:ext uri="{FF2B5EF4-FFF2-40B4-BE49-F238E27FC236}">
                    <a16:creationId xmlns:a16="http://schemas.microsoft.com/office/drawing/2014/main" id="{880A9585-3253-DE6B-E2F4-C5B6F6B51516}"/>
                  </a:ext>
                </a:extLst>
              </p:cNvPr>
              <p:cNvSpPr/>
              <p:nvPr/>
            </p:nvSpPr>
            <p:spPr>
              <a:xfrm>
                <a:off x="2883958" y="6945439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2" name="Oval 1671">
                <a:extLst>
                  <a:ext uri="{FF2B5EF4-FFF2-40B4-BE49-F238E27FC236}">
                    <a16:creationId xmlns:a16="http://schemas.microsoft.com/office/drawing/2014/main" id="{CDEB5299-97CF-C505-35B6-2F92980C46AD}"/>
                  </a:ext>
                </a:extLst>
              </p:cNvPr>
              <p:cNvSpPr/>
              <p:nvPr/>
            </p:nvSpPr>
            <p:spPr>
              <a:xfrm>
                <a:off x="3362367" y="666108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3" name="Oval 1672">
                <a:extLst>
                  <a:ext uri="{FF2B5EF4-FFF2-40B4-BE49-F238E27FC236}">
                    <a16:creationId xmlns:a16="http://schemas.microsoft.com/office/drawing/2014/main" id="{524E7186-32DF-38B7-5CD4-739B7D3E765E}"/>
                  </a:ext>
                </a:extLst>
              </p:cNvPr>
              <p:cNvSpPr/>
              <p:nvPr/>
            </p:nvSpPr>
            <p:spPr>
              <a:xfrm>
                <a:off x="3083094" y="687330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4" name="Oval 1673">
                <a:extLst>
                  <a:ext uri="{FF2B5EF4-FFF2-40B4-BE49-F238E27FC236}">
                    <a16:creationId xmlns:a16="http://schemas.microsoft.com/office/drawing/2014/main" id="{2E8454BA-A51D-C279-D36B-B7CD2E5E313E}"/>
                  </a:ext>
                </a:extLst>
              </p:cNvPr>
              <p:cNvSpPr/>
              <p:nvPr/>
            </p:nvSpPr>
            <p:spPr>
              <a:xfrm>
                <a:off x="3100112" y="69497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5" name="Oval 1674">
                <a:extLst>
                  <a:ext uri="{FF2B5EF4-FFF2-40B4-BE49-F238E27FC236}">
                    <a16:creationId xmlns:a16="http://schemas.microsoft.com/office/drawing/2014/main" id="{74AD357F-F45D-B1B7-BF8D-875FA0B7FDDA}"/>
                  </a:ext>
                </a:extLst>
              </p:cNvPr>
              <p:cNvSpPr/>
              <p:nvPr/>
            </p:nvSpPr>
            <p:spPr>
              <a:xfrm>
                <a:off x="3580807" y="648925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6" name="Oval 1675">
                <a:extLst>
                  <a:ext uri="{FF2B5EF4-FFF2-40B4-BE49-F238E27FC236}">
                    <a16:creationId xmlns:a16="http://schemas.microsoft.com/office/drawing/2014/main" id="{BCF2D63B-5CDF-51ED-5EBF-B1653C0BD820}"/>
                  </a:ext>
                </a:extLst>
              </p:cNvPr>
              <p:cNvSpPr/>
              <p:nvPr/>
            </p:nvSpPr>
            <p:spPr>
              <a:xfrm>
                <a:off x="3120559" y="703713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7" name="Oval 1676">
                <a:extLst>
                  <a:ext uri="{FF2B5EF4-FFF2-40B4-BE49-F238E27FC236}">
                    <a16:creationId xmlns:a16="http://schemas.microsoft.com/office/drawing/2014/main" id="{B8603E43-06EB-AABE-56DA-2DEE4DF1C4D3}"/>
                  </a:ext>
                </a:extLst>
              </p:cNvPr>
              <p:cNvSpPr/>
              <p:nvPr/>
            </p:nvSpPr>
            <p:spPr>
              <a:xfrm>
                <a:off x="3084110" y="700170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78" name="TextBox 1677">
                <a:extLst>
                  <a:ext uri="{FF2B5EF4-FFF2-40B4-BE49-F238E27FC236}">
                    <a16:creationId xmlns:a16="http://schemas.microsoft.com/office/drawing/2014/main" id="{23A9B376-0B95-4045-B39D-E6A1894F58D1}"/>
                  </a:ext>
                </a:extLst>
              </p:cNvPr>
              <p:cNvSpPr txBox="1"/>
              <p:nvPr/>
            </p:nvSpPr>
            <p:spPr>
              <a:xfrm>
                <a:off x="2734115" y="6092875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0.556</a:t>
                </a: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A561DA1D-9FCF-9CFE-6835-6356C7124CF5}"/>
                  </a:ext>
                </a:extLst>
              </p:cNvPr>
              <p:cNvSpPr/>
              <p:nvPr/>
            </p:nvSpPr>
            <p:spPr>
              <a:xfrm>
                <a:off x="2881037" y="6217602"/>
                <a:ext cx="214502" cy="12700"/>
              </a:xfrm>
              <a:custGeom>
                <a:avLst/>
                <a:gdLst>
                  <a:gd name="csX0" fmla="*/ 0 w 214502"/>
                  <a:gd name="csY0" fmla="*/ 0 h 12700"/>
                  <a:gd name="csX1" fmla="*/ 214503 w 21450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4502" h="12700">
                    <a:moveTo>
                      <a:pt x="0" y="0"/>
                    </a:moveTo>
                    <a:lnTo>
                      <a:pt x="214503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80" name="TextBox 1679">
                <a:extLst>
                  <a:ext uri="{FF2B5EF4-FFF2-40B4-BE49-F238E27FC236}">
                    <a16:creationId xmlns:a16="http://schemas.microsoft.com/office/drawing/2014/main" id="{92B97435-CC2F-78EC-5D4F-B68D12718088}"/>
                  </a:ext>
                </a:extLst>
              </p:cNvPr>
              <p:cNvSpPr txBox="1"/>
              <p:nvPr/>
            </p:nvSpPr>
            <p:spPr>
              <a:xfrm>
                <a:off x="3306630" y="6037858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75D2B84E-FD3C-4BC8-AD56-769A5B0FD14C}"/>
                  </a:ext>
                </a:extLst>
              </p:cNvPr>
              <p:cNvSpPr/>
              <p:nvPr/>
            </p:nvSpPr>
            <p:spPr>
              <a:xfrm>
                <a:off x="3143165" y="6217602"/>
                <a:ext cx="691007" cy="12700"/>
              </a:xfrm>
              <a:custGeom>
                <a:avLst/>
                <a:gdLst>
                  <a:gd name="csX0" fmla="*/ 0 w 691007"/>
                  <a:gd name="csY0" fmla="*/ 0 h 12700"/>
                  <a:gd name="csX1" fmla="*/ 691007 w 69100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91007" h="12700">
                    <a:moveTo>
                      <a:pt x="0" y="0"/>
                    </a:moveTo>
                    <a:lnTo>
                      <a:pt x="691007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82" name="TextBox 1681">
                <a:extLst>
                  <a:ext uri="{FF2B5EF4-FFF2-40B4-BE49-F238E27FC236}">
                    <a16:creationId xmlns:a16="http://schemas.microsoft.com/office/drawing/2014/main" id="{276319B8-D0AB-883E-3DD3-5F34CF3FB69F}"/>
                  </a:ext>
                </a:extLst>
              </p:cNvPr>
              <p:cNvSpPr txBox="1"/>
              <p:nvPr/>
            </p:nvSpPr>
            <p:spPr>
              <a:xfrm>
                <a:off x="3130683" y="5874790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96364854-3A33-2CB7-8195-79623C1B1EF7}"/>
                  </a:ext>
                </a:extLst>
              </p:cNvPr>
              <p:cNvSpPr/>
              <p:nvPr/>
            </p:nvSpPr>
            <p:spPr>
              <a:xfrm>
                <a:off x="2881037" y="6054407"/>
                <a:ext cx="953135" cy="12700"/>
              </a:xfrm>
              <a:custGeom>
                <a:avLst/>
                <a:gdLst>
                  <a:gd name="csX0" fmla="*/ 0 w 953135"/>
                  <a:gd name="csY0" fmla="*/ 0 h 12700"/>
                  <a:gd name="csX1" fmla="*/ 953135 w 95313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53135" h="12700">
                    <a:moveTo>
                      <a:pt x="0" y="0"/>
                    </a:moveTo>
                    <a:lnTo>
                      <a:pt x="953135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1684" name="Graphic 1561">
              <a:extLst>
                <a:ext uri="{FF2B5EF4-FFF2-40B4-BE49-F238E27FC236}">
                  <a16:creationId xmlns:a16="http://schemas.microsoft.com/office/drawing/2014/main" id="{94B34C55-A770-1519-4984-7107C6B3A953}"/>
                </a:ext>
              </a:extLst>
            </p:cNvPr>
            <p:cNvGrpSpPr/>
            <p:nvPr/>
          </p:nvGrpSpPr>
          <p:grpSpPr>
            <a:xfrm>
              <a:off x="2216099" y="5836983"/>
              <a:ext cx="1761074" cy="1585840"/>
              <a:chOff x="2216099" y="5836983"/>
              <a:chExt cx="1761074" cy="1585840"/>
            </a:xfrm>
          </p:grpSpPr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1ED332D7-1F03-EA45-66BF-63469CADC87F}"/>
                  </a:ext>
                </a:extLst>
              </p:cNvPr>
              <p:cNvSpPr/>
              <p:nvPr/>
            </p:nvSpPr>
            <p:spPr>
              <a:xfrm>
                <a:off x="2738161" y="5836983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86" name="TextBox 1685">
                <a:extLst>
                  <a:ext uri="{FF2B5EF4-FFF2-40B4-BE49-F238E27FC236}">
                    <a16:creationId xmlns:a16="http://schemas.microsoft.com/office/drawing/2014/main" id="{D5D566BE-000E-86DE-42D2-3F37C579C928}"/>
                  </a:ext>
                </a:extLst>
              </p:cNvPr>
              <p:cNvSpPr txBox="1"/>
              <p:nvPr/>
            </p:nvSpPr>
            <p:spPr>
              <a:xfrm>
                <a:off x="2418970" y="7089248"/>
                <a:ext cx="35137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0%</a:t>
                </a:r>
              </a:p>
            </p:txBody>
          </p:sp>
          <p:sp>
            <p:nvSpPr>
              <p:cNvPr id="1687" name="TextBox 1686">
                <a:extLst>
                  <a:ext uri="{FF2B5EF4-FFF2-40B4-BE49-F238E27FC236}">
                    <a16:creationId xmlns:a16="http://schemas.microsoft.com/office/drawing/2014/main" id="{4E08761B-AC83-4922-CADF-748A732D1745}"/>
                  </a:ext>
                </a:extLst>
              </p:cNvPr>
              <p:cNvSpPr txBox="1"/>
              <p:nvPr/>
            </p:nvSpPr>
            <p:spPr>
              <a:xfrm>
                <a:off x="2355833" y="6693135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10%</a:t>
                </a:r>
              </a:p>
            </p:txBody>
          </p:sp>
          <p:sp>
            <p:nvSpPr>
              <p:cNvPr id="1688" name="TextBox 1687">
                <a:extLst>
                  <a:ext uri="{FF2B5EF4-FFF2-40B4-BE49-F238E27FC236}">
                    <a16:creationId xmlns:a16="http://schemas.microsoft.com/office/drawing/2014/main" id="{4BAEF645-3F8F-A267-202D-8FDE98D07411}"/>
                  </a:ext>
                </a:extLst>
              </p:cNvPr>
              <p:cNvSpPr txBox="1"/>
              <p:nvPr/>
            </p:nvSpPr>
            <p:spPr>
              <a:xfrm>
                <a:off x="2355833" y="6297022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20%</a:t>
                </a: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A56C7A35-E2FE-7835-0365-05E523D1352E}"/>
                  </a:ext>
                </a:extLst>
              </p:cNvPr>
              <p:cNvSpPr/>
              <p:nvPr/>
            </p:nvSpPr>
            <p:spPr>
              <a:xfrm>
                <a:off x="2703364" y="7196137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68F8D7D3-97B2-A88D-4F96-9133B1A0F764}"/>
                  </a:ext>
                </a:extLst>
              </p:cNvPr>
              <p:cNvSpPr/>
              <p:nvPr/>
            </p:nvSpPr>
            <p:spPr>
              <a:xfrm>
                <a:off x="2703364" y="6800023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13F1862-2959-1096-5791-6BB26F80D887}"/>
                  </a:ext>
                </a:extLst>
              </p:cNvPr>
              <p:cNvSpPr/>
              <p:nvPr/>
            </p:nvSpPr>
            <p:spPr>
              <a:xfrm>
                <a:off x="2703364" y="6403910"/>
                <a:ext cx="34797" cy="12700"/>
              </a:xfrm>
              <a:custGeom>
                <a:avLst/>
                <a:gdLst>
                  <a:gd name="csX0" fmla="*/ 0 w 34797"/>
                  <a:gd name="csY0" fmla="*/ 0 h 12700"/>
                  <a:gd name="csX1" fmla="*/ 34798 w 34797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7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0770ADBA-12E0-18B0-C780-ECD3DFBDF508}"/>
                  </a:ext>
                </a:extLst>
              </p:cNvPr>
              <p:cNvSpPr/>
              <p:nvPr/>
            </p:nvSpPr>
            <p:spPr>
              <a:xfrm>
                <a:off x="2738161" y="7196137"/>
                <a:ext cx="1239012" cy="12700"/>
              </a:xfrm>
              <a:custGeom>
                <a:avLst/>
                <a:gdLst>
                  <a:gd name="csX0" fmla="*/ 0 w 1239012"/>
                  <a:gd name="csY0" fmla="*/ 0 h 12700"/>
                  <a:gd name="csX1" fmla="*/ 1239012 w 123901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39012" h="12700">
                    <a:moveTo>
                      <a:pt x="0" y="0"/>
                    </a:moveTo>
                    <a:lnTo>
                      <a:pt x="123901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38C97CA2-3540-5AED-E8F3-25BDB11142C9}"/>
                  </a:ext>
                </a:extLst>
              </p:cNvPr>
              <p:cNvSpPr/>
              <p:nvPr/>
            </p:nvSpPr>
            <p:spPr>
              <a:xfrm>
                <a:off x="2881036" y="719613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93C2B685-8B98-A336-584C-58CD4B1D3469}"/>
                  </a:ext>
                </a:extLst>
              </p:cNvPr>
              <p:cNvSpPr/>
              <p:nvPr/>
            </p:nvSpPr>
            <p:spPr>
              <a:xfrm>
                <a:off x="3119416" y="719613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721E8271-280C-B4C4-94C0-D86F1D46B3E1}"/>
                  </a:ext>
                </a:extLst>
              </p:cNvPr>
              <p:cNvSpPr/>
              <p:nvPr/>
            </p:nvSpPr>
            <p:spPr>
              <a:xfrm>
                <a:off x="3357667" y="719613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62480751-CF85-67BE-5250-05C02C918231}"/>
                  </a:ext>
                </a:extLst>
              </p:cNvPr>
              <p:cNvSpPr/>
              <p:nvPr/>
            </p:nvSpPr>
            <p:spPr>
              <a:xfrm>
                <a:off x="3595920" y="719613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1816DA35-94C1-8751-0C3B-B1852EFB4781}"/>
                  </a:ext>
                </a:extLst>
              </p:cNvPr>
              <p:cNvSpPr/>
              <p:nvPr/>
            </p:nvSpPr>
            <p:spPr>
              <a:xfrm>
                <a:off x="3834172" y="7196137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00" name="TextBox 1699">
                <a:extLst>
                  <a:ext uri="{FF2B5EF4-FFF2-40B4-BE49-F238E27FC236}">
                    <a16:creationId xmlns:a16="http://schemas.microsoft.com/office/drawing/2014/main" id="{C84DEEA3-BC38-E16A-8724-9123B10BA88D}"/>
                  </a:ext>
                </a:extLst>
              </p:cNvPr>
              <p:cNvSpPr txBox="1"/>
              <p:nvPr/>
            </p:nvSpPr>
            <p:spPr>
              <a:xfrm>
                <a:off x="2740613" y="7191991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701" name="TextBox 1700">
                <a:extLst>
                  <a:ext uri="{FF2B5EF4-FFF2-40B4-BE49-F238E27FC236}">
                    <a16:creationId xmlns:a16="http://schemas.microsoft.com/office/drawing/2014/main" id="{7D06CBAD-CD9E-4302-90DF-22222F8FA41B}"/>
                  </a:ext>
                </a:extLst>
              </p:cNvPr>
              <p:cNvSpPr txBox="1"/>
              <p:nvPr/>
            </p:nvSpPr>
            <p:spPr>
              <a:xfrm>
                <a:off x="3011052" y="7191991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702" name="TextBox 1701">
                <a:extLst>
                  <a:ext uri="{FF2B5EF4-FFF2-40B4-BE49-F238E27FC236}">
                    <a16:creationId xmlns:a16="http://schemas.microsoft.com/office/drawing/2014/main" id="{751D0B88-0BA1-8D82-EF91-A3850481C2AF}"/>
                  </a:ext>
                </a:extLst>
              </p:cNvPr>
              <p:cNvSpPr txBox="1"/>
              <p:nvPr/>
            </p:nvSpPr>
            <p:spPr>
              <a:xfrm>
                <a:off x="3217244" y="7191991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23639D38-F8FD-FAF5-5CC4-9FFCBA6C32E4}"/>
                  </a:ext>
                </a:extLst>
              </p:cNvPr>
              <p:cNvSpPr txBox="1"/>
              <p:nvPr/>
            </p:nvSpPr>
            <p:spPr>
              <a:xfrm>
                <a:off x="3426642" y="7191991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D3196A98-434B-9ED0-3891-0717762A8A64}"/>
                  </a:ext>
                </a:extLst>
              </p:cNvPr>
              <p:cNvSpPr txBox="1"/>
              <p:nvPr/>
            </p:nvSpPr>
            <p:spPr>
              <a:xfrm>
                <a:off x="3706572" y="7191991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5F88D58C-E1A0-9BE2-38A8-38FBA110FDB9}"/>
                  </a:ext>
                </a:extLst>
              </p:cNvPr>
              <p:cNvSpPr txBox="1"/>
              <p:nvPr/>
            </p:nvSpPr>
            <p:spPr>
              <a:xfrm rot="16200000">
                <a:off x="1783608" y="6393450"/>
                <a:ext cx="111120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Percent </a:t>
                </a:r>
                <a:r>
                  <a:rPr lang="en-US" sz="1000" i="1" spc="0" baseline="0" dirty="0" err="1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ar_like</a:t>
                </a:r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+</a:t>
                </a:r>
              </a:p>
            </p:txBody>
          </p:sp>
        </p:grpSp>
      </p:grpSp>
      <p:sp>
        <p:nvSpPr>
          <p:cNvPr id="1707" name="TextBox 1706">
            <a:extLst>
              <a:ext uri="{FF2B5EF4-FFF2-40B4-BE49-F238E27FC236}">
                <a16:creationId xmlns:a16="http://schemas.microsoft.com/office/drawing/2014/main" id="{DD1E8B39-8438-E99A-5DF8-EF9AD6107645}"/>
              </a:ext>
            </a:extLst>
          </p:cNvPr>
          <p:cNvSpPr txBox="1"/>
          <p:nvPr/>
        </p:nvSpPr>
        <p:spPr>
          <a:xfrm>
            <a:off x="751756" y="4499624"/>
            <a:ext cx="3443726" cy="25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39" i="1" dirty="0" err="1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pgr</a:t>
            </a:r>
            <a:endParaRPr lang="en-US" sz="1039" i="1" dirty="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1708" name="TextBox 1707">
            <a:extLst>
              <a:ext uri="{FF2B5EF4-FFF2-40B4-BE49-F238E27FC236}">
                <a16:creationId xmlns:a16="http://schemas.microsoft.com/office/drawing/2014/main" id="{2FF76490-2AD0-4783-23E6-C8F573CD0062}"/>
              </a:ext>
            </a:extLst>
          </p:cNvPr>
          <p:cNvSpPr txBox="1"/>
          <p:nvPr/>
        </p:nvSpPr>
        <p:spPr>
          <a:xfrm>
            <a:off x="1460351" y="5985679"/>
            <a:ext cx="2035885" cy="252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39" i="1" dirty="0" err="1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ar</a:t>
            </a:r>
            <a:r>
              <a:rPr lang="en-US" sz="1039" i="1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-like</a:t>
            </a:r>
            <a:endParaRPr lang="en-US" sz="1039" dirty="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grpSp>
        <p:nvGrpSpPr>
          <p:cNvPr id="1711" name="Graphic 1709">
            <a:extLst>
              <a:ext uri="{FF2B5EF4-FFF2-40B4-BE49-F238E27FC236}">
                <a16:creationId xmlns:a16="http://schemas.microsoft.com/office/drawing/2014/main" id="{D2DDB0A2-6EB6-FD92-66EE-3C30CCB8AEBF}"/>
              </a:ext>
            </a:extLst>
          </p:cNvPr>
          <p:cNvGrpSpPr/>
          <p:nvPr/>
        </p:nvGrpSpPr>
        <p:grpSpPr>
          <a:xfrm>
            <a:off x="307504" y="6182034"/>
            <a:ext cx="1761075" cy="1734178"/>
            <a:chOff x="-2305935" y="4394614"/>
            <a:chExt cx="1761075" cy="1734178"/>
          </a:xfrm>
        </p:grpSpPr>
        <p:grpSp>
          <p:nvGrpSpPr>
            <p:cNvPr id="1714" name="Graphic 1709">
              <a:extLst>
                <a:ext uri="{FF2B5EF4-FFF2-40B4-BE49-F238E27FC236}">
                  <a16:creationId xmlns:a16="http://schemas.microsoft.com/office/drawing/2014/main" id="{A62DD49C-2409-E695-9C0E-2D9DF3F50301}"/>
                </a:ext>
              </a:extLst>
            </p:cNvPr>
            <p:cNvGrpSpPr/>
            <p:nvPr/>
          </p:nvGrpSpPr>
          <p:grpSpPr>
            <a:xfrm>
              <a:off x="-1842656" y="4432421"/>
              <a:ext cx="1222357" cy="1257847"/>
              <a:chOff x="-1842656" y="4432421"/>
              <a:chExt cx="1222357" cy="1257847"/>
            </a:xfrm>
          </p:grpSpPr>
          <p:sp>
            <p:nvSpPr>
              <p:cNvPr id="1716" name="Freeform 1715">
                <a:extLst>
                  <a:ext uri="{FF2B5EF4-FFF2-40B4-BE49-F238E27FC236}">
                    <a16:creationId xmlns:a16="http://schemas.microsoft.com/office/drawing/2014/main" id="{5EF832B5-B71C-ADC4-F333-7591C961DBFA}"/>
                  </a:ext>
                </a:extLst>
              </p:cNvPr>
              <p:cNvSpPr/>
              <p:nvPr/>
            </p:nvSpPr>
            <p:spPr>
              <a:xfrm>
                <a:off x="-1701577" y="5408582"/>
                <a:ext cx="12700" cy="109220"/>
              </a:xfrm>
              <a:custGeom>
                <a:avLst/>
                <a:gdLst>
                  <a:gd name="csX0" fmla="*/ 0 w 12700"/>
                  <a:gd name="csY0" fmla="*/ 109220 h 109220"/>
                  <a:gd name="csX1" fmla="*/ 0 w 12700"/>
                  <a:gd name="csY1" fmla="*/ 0 h 10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09220">
                    <a:moveTo>
                      <a:pt x="0" y="109220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17" name="Freeform 1716">
                <a:extLst>
                  <a:ext uri="{FF2B5EF4-FFF2-40B4-BE49-F238E27FC236}">
                    <a16:creationId xmlns:a16="http://schemas.microsoft.com/office/drawing/2014/main" id="{B37AEC3F-8B21-C4DA-74D1-FC4AF9A302F1}"/>
                  </a:ext>
                </a:extLst>
              </p:cNvPr>
              <p:cNvSpPr/>
              <p:nvPr/>
            </p:nvSpPr>
            <p:spPr>
              <a:xfrm>
                <a:off x="-1701577" y="5661058"/>
                <a:ext cx="12700" cy="9525"/>
              </a:xfrm>
              <a:custGeom>
                <a:avLst/>
                <a:gdLst>
                  <a:gd name="csX0" fmla="*/ 0 w 12700"/>
                  <a:gd name="csY0" fmla="*/ 0 h 9525"/>
                  <a:gd name="csX1" fmla="*/ 0 w 12700"/>
                  <a:gd name="csY1" fmla="*/ 9525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9525">
                    <a:moveTo>
                      <a:pt x="0" y="0"/>
                    </a:moveTo>
                    <a:lnTo>
                      <a:pt x="0" y="9525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18" name="Freeform 1717">
                <a:extLst>
                  <a:ext uri="{FF2B5EF4-FFF2-40B4-BE49-F238E27FC236}">
                    <a16:creationId xmlns:a16="http://schemas.microsoft.com/office/drawing/2014/main" id="{01AED027-348D-7F07-074F-9F22CF41CB4E}"/>
                  </a:ext>
                </a:extLst>
              </p:cNvPr>
              <p:cNvSpPr/>
              <p:nvPr/>
            </p:nvSpPr>
            <p:spPr>
              <a:xfrm>
                <a:off x="-1777015" y="5517801"/>
                <a:ext cx="150876" cy="143255"/>
              </a:xfrm>
              <a:custGeom>
                <a:avLst/>
                <a:gdLst>
                  <a:gd name="csX0" fmla="*/ 0 w 150876"/>
                  <a:gd name="csY0" fmla="*/ 0 h 143255"/>
                  <a:gd name="csX1" fmla="*/ 0 w 150876"/>
                  <a:gd name="csY1" fmla="*/ 143256 h 143255"/>
                  <a:gd name="csX2" fmla="*/ 150876 w 150876"/>
                  <a:gd name="csY2" fmla="*/ 143256 h 143255"/>
                  <a:gd name="csX3" fmla="*/ 150876 w 150876"/>
                  <a:gd name="csY3" fmla="*/ 0 h 143255"/>
                  <a:gd name="csX4" fmla="*/ 0 w 150876"/>
                  <a:gd name="csY4" fmla="*/ 0 h 1432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143255">
                    <a:moveTo>
                      <a:pt x="0" y="0"/>
                    </a:moveTo>
                    <a:lnTo>
                      <a:pt x="0" y="143256"/>
                    </a:lnTo>
                    <a:lnTo>
                      <a:pt x="150876" y="143256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965B0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19" name="Freeform 1718">
                <a:extLst>
                  <a:ext uri="{FF2B5EF4-FFF2-40B4-BE49-F238E27FC236}">
                    <a16:creationId xmlns:a16="http://schemas.microsoft.com/office/drawing/2014/main" id="{EC605821-8F29-3495-6A5F-989D6C439D6D}"/>
                  </a:ext>
                </a:extLst>
              </p:cNvPr>
              <p:cNvSpPr/>
              <p:nvPr/>
            </p:nvSpPr>
            <p:spPr>
              <a:xfrm>
                <a:off x="-1777015" y="5601876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0" name="Freeform 1719">
                <a:extLst>
                  <a:ext uri="{FF2B5EF4-FFF2-40B4-BE49-F238E27FC236}">
                    <a16:creationId xmlns:a16="http://schemas.microsoft.com/office/drawing/2014/main" id="{EAE4889B-9709-D23E-9925-F28888B89FA0}"/>
                  </a:ext>
                </a:extLst>
              </p:cNvPr>
              <p:cNvSpPr/>
              <p:nvPr/>
            </p:nvSpPr>
            <p:spPr>
              <a:xfrm>
                <a:off x="-1450117" y="5534566"/>
                <a:ext cx="12700" cy="7239"/>
              </a:xfrm>
              <a:custGeom>
                <a:avLst/>
                <a:gdLst>
                  <a:gd name="csX0" fmla="*/ 0 w 12700"/>
                  <a:gd name="csY0" fmla="*/ 7239 h 7239"/>
                  <a:gd name="csX1" fmla="*/ 0 w 12700"/>
                  <a:gd name="csY1" fmla="*/ 0 h 72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7239">
                    <a:moveTo>
                      <a:pt x="0" y="7239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1" name="Freeform 1720">
                <a:extLst>
                  <a:ext uri="{FF2B5EF4-FFF2-40B4-BE49-F238E27FC236}">
                    <a16:creationId xmlns:a16="http://schemas.microsoft.com/office/drawing/2014/main" id="{213CB199-F049-6223-3DB5-350FE61CD7FB}"/>
                  </a:ext>
                </a:extLst>
              </p:cNvPr>
              <p:cNvSpPr/>
              <p:nvPr/>
            </p:nvSpPr>
            <p:spPr>
              <a:xfrm>
                <a:off x="-1450117" y="5586001"/>
                <a:ext cx="12700" cy="8889"/>
              </a:xfrm>
              <a:custGeom>
                <a:avLst/>
                <a:gdLst>
                  <a:gd name="csX0" fmla="*/ 0 w 12700"/>
                  <a:gd name="csY0" fmla="*/ 0 h 8889"/>
                  <a:gd name="csX1" fmla="*/ 0 w 12700"/>
                  <a:gd name="csY1" fmla="*/ 8890 h 88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8889">
                    <a:moveTo>
                      <a:pt x="0" y="0"/>
                    </a:moveTo>
                    <a:lnTo>
                      <a:pt x="0" y="889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2" name="Freeform 1721">
                <a:extLst>
                  <a:ext uri="{FF2B5EF4-FFF2-40B4-BE49-F238E27FC236}">
                    <a16:creationId xmlns:a16="http://schemas.microsoft.com/office/drawing/2014/main" id="{EF780D14-72F4-2168-2034-7E0A07C622E0}"/>
                  </a:ext>
                </a:extLst>
              </p:cNvPr>
              <p:cNvSpPr/>
              <p:nvPr/>
            </p:nvSpPr>
            <p:spPr>
              <a:xfrm>
                <a:off x="-1525555" y="5541804"/>
                <a:ext cx="150876" cy="44196"/>
              </a:xfrm>
              <a:custGeom>
                <a:avLst/>
                <a:gdLst>
                  <a:gd name="csX0" fmla="*/ 0 w 150876"/>
                  <a:gd name="csY0" fmla="*/ 0 h 44196"/>
                  <a:gd name="csX1" fmla="*/ 0 w 150876"/>
                  <a:gd name="csY1" fmla="*/ 44196 h 44196"/>
                  <a:gd name="csX2" fmla="*/ 150876 w 150876"/>
                  <a:gd name="csY2" fmla="*/ 44196 h 44196"/>
                  <a:gd name="csX3" fmla="*/ 150876 w 150876"/>
                  <a:gd name="csY3" fmla="*/ 0 h 44196"/>
                  <a:gd name="csX4" fmla="*/ 0 w 150876"/>
                  <a:gd name="csY4" fmla="*/ 0 h 441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150876" y="44196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EB265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3" name="Freeform 1722">
                <a:extLst>
                  <a:ext uri="{FF2B5EF4-FFF2-40B4-BE49-F238E27FC236}">
                    <a16:creationId xmlns:a16="http://schemas.microsoft.com/office/drawing/2014/main" id="{F3754FF0-2160-2C3C-6AFE-20EB2D2DC380}"/>
                  </a:ext>
                </a:extLst>
              </p:cNvPr>
              <p:cNvSpPr/>
              <p:nvPr/>
            </p:nvSpPr>
            <p:spPr>
              <a:xfrm>
                <a:off x="-1525555" y="5565554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4" name="Freeform 1723">
                <a:extLst>
                  <a:ext uri="{FF2B5EF4-FFF2-40B4-BE49-F238E27FC236}">
                    <a16:creationId xmlns:a16="http://schemas.microsoft.com/office/drawing/2014/main" id="{1CB315B5-8946-E3C6-9156-0D789E82E79B}"/>
                  </a:ext>
                </a:extLst>
              </p:cNvPr>
              <p:cNvSpPr/>
              <p:nvPr/>
            </p:nvSpPr>
            <p:spPr>
              <a:xfrm>
                <a:off x="-1198657" y="5136802"/>
                <a:ext cx="12700" cy="30099"/>
              </a:xfrm>
              <a:custGeom>
                <a:avLst/>
                <a:gdLst>
                  <a:gd name="csX0" fmla="*/ 0 w 12700"/>
                  <a:gd name="csY0" fmla="*/ 30099 h 30099"/>
                  <a:gd name="csX1" fmla="*/ 0 w 12700"/>
                  <a:gd name="csY1" fmla="*/ 0 h 300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0099">
                    <a:moveTo>
                      <a:pt x="0" y="30099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5" name="Freeform 1724">
                <a:extLst>
                  <a:ext uri="{FF2B5EF4-FFF2-40B4-BE49-F238E27FC236}">
                    <a16:creationId xmlns:a16="http://schemas.microsoft.com/office/drawing/2014/main" id="{35429AF7-CFF6-8C19-8B78-FC531E3DE5FC}"/>
                  </a:ext>
                </a:extLst>
              </p:cNvPr>
              <p:cNvSpPr/>
              <p:nvPr/>
            </p:nvSpPr>
            <p:spPr>
              <a:xfrm>
                <a:off x="-1198657" y="5227099"/>
                <a:ext cx="12700" cy="30099"/>
              </a:xfrm>
              <a:custGeom>
                <a:avLst/>
                <a:gdLst>
                  <a:gd name="csX0" fmla="*/ 0 w 12700"/>
                  <a:gd name="csY0" fmla="*/ 0 h 30099"/>
                  <a:gd name="csX1" fmla="*/ 0 w 12700"/>
                  <a:gd name="csY1" fmla="*/ 30099 h 300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0099">
                    <a:moveTo>
                      <a:pt x="0" y="0"/>
                    </a:moveTo>
                    <a:lnTo>
                      <a:pt x="0" y="30099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6" name="Freeform 1725">
                <a:extLst>
                  <a:ext uri="{FF2B5EF4-FFF2-40B4-BE49-F238E27FC236}">
                    <a16:creationId xmlns:a16="http://schemas.microsoft.com/office/drawing/2014/main" id="{5B0B3029-FAB0-647F-2A16-FBB47DDA2915}"/>
                  </a:ext>
                </a:extLst>
              </p:cNvPr>
              <p:cNvSpPr/>
              <p:nvPr/>
            </p:nvSpPr>
            <p:spPr>
              <a:xfrm>
                <a:off x="-1274095" y="5166901"/>
                <a:ext cx="150876" cy="60197"/>
              </a:xfrm>
              <a:custGeom>
                <a:avLst/>
                <a:gdLst>
                  <a:gd name="csX0" fmla="*/ 0 w 150876"/>
                  <a:gd name="csY0" fmla="*/ 0 h 60197"/>
                  <a:gd name="csX1" fmla="*/ 0 w 150876"/>
                  <a:gd name="csY1" fmla="*/ 60198 h 60197"/>
                  <a:gd name="csX2" fmla="*/ 150876 w 150876"/>
                  <a:gd name="csY2" fmla="*/ 60198 h 60197"/>
                  <a:gd name="csX3" fmla="*/ 150876 w 150876"/>
                  <a:gd name="csY3" fmla="*/ 0 h 60197"/>
                  <a:gd name="csX4" fmla="*/ 0 w 150876"/>
                  <a:gd name="csY4" fmla="*/ 0 h 601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60197">
                    <a:moveTo>
                      <a:pt x="0" y="0"/>
                    </a:moveTo>
                    <a:lnTo>
                      <a:pt x="0" y="60198"/>
                    </a:lnTo>
                    <a:lnTo>
                      <a:pt x="150876" y="60198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7F056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7" name="Freeform 1726">
                <a:extLst>
                  <a:ext uri="{FF2B5EF4-FFF2-40B4-BE49-F238E27FC236}">
                    <a16:creationId xmlns:a16="http://schemas.microsoft.com/office/drawing/2014/main" id="{FD2E6FC5-3E70-ED5D-0E61-8F772562E18C}"/>
                  </a:ext>
                </a:extLst>
              </p:cNvPr>
              <p:cNvSpPr/>
              <p:nvPr/>
            </p:nvSpPr>
            <p:spPr>
              <a:xfrm>
                <a:off x="-1274095" y="5197000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8" name="Freeform 1727">
                <a:extLst>
                  <a:ext uri="{FF2B5EF4-FFF2-40B4-BE49-F238E27FC236}">
                    <a16:creationId xmlns:a16="http://schemas.microsoft.com/office/drawing/2014/main" id="{AE472642-D436-A734-8028-8C1756486AAD}"/>
                  </a:ext>
                </a:extLst>
              </p:cNvPr>
              <p:cNvSpPr/>
              <p:nvPr/>
            </p:nvSpPr>
            <p:spPr>
              <a:xfrm>
                <a:off x="-695737" y="5082319"/>
                <a:ext cx="12700" cy="123443"/>
              </a:xfrm>
              <a:custGeom>
                <a:avLst/>
                <a:gdLst>
                  <a:gd name="csX0" fmla="*/ 0 w 12700"/>
                  <a:gd name="csY0" fmla="*/ 123444 h 123443"/>
                  <a:gd name="csX1" fmla="*/ 0 w 12700"/>
                  <a:gd name="csY1" fmla="*/ 0 h 123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23443">
                    <a:moveTo>
                      <a:pt x="0" y="123444"/>
                    </a:moveTo>
                    <a:lnTo>
                      <a:pt x="0" y="0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29" name="Freeform 1728">
                <a:extLst>
                  <a:ext uri="{FF2B5EF4-FFF2-40B4-BE49-F238E27FC236}">
                    <a16:creationId xmlns:a16="http://schemas.microsoft.com/office/drawing/2014/main" id="{7B03828B-E2F2-EF40-10B2-0091BDF3AA7C}"/>
                  </a:ext>
                </a:extLst>
              </p:cNvPr>
              <p:cNvSpPr/>
              <p:nvPr/>
            </p:nvSpPr>
            <p:spPr>
              <a:xfrm>
                <a:off x="-695737" y="5466748"/>
                <a:ext cx="12700" cy="34162"/>
              </a:xfrm>
              <a:custGeom>
                <a:avLst/>
                <a:gdLst>
                  <a:gd name="csX0" fmla="*/ 0 w 12700"/>
                  <a:gd name="csY0" fmla="*/ 0 h 34162"/>
                  <a:gd name="csX1" fmla="*/ 0 w 12700"/>
                  <a:gd name="csY1" fmla="*/ 34163 h 341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162">
                    <a:moveTo>
                      <a:pt x="0" y="0"/>
                    </a:moveTo>
                    <a:lnTo>
                      <a:pt x="0" y="34163"/>
                    </a:lnTo>
                  </a:path>
                </a:pathLst>
              </a:custGeom>
              <a:ln w="13589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0" name="Freeform 1729">
                <a:extLst>
                  <a:ext uri="{FF2B5EF4-FFF2-40B4-BE49-F238E27FC236}">
                    <a16:creationId xmlns:a16="http://schemas.microsoft.com/office/drawing/2014/main" id="{77150118-1D50-1586-C55D-D57A773DF546}"/>
                  </a:ext>
                </a:extLst>
              </p:cNvPr>
              <p:cNvSpPr/>
              <p:nvPr/>
            </p:nvSpPr>
            <p:spPr>
              <a:xfrm>
                <a:off x="-771175" y="5205762"/>
                <a:ext cx="150876" cy="260985"/>
              </a:xfrm>
              <a:custGeom>
                <a:avLst/>
                <a:gdLst>
                  <a:gd name="csX0" fmla="*/ 0 w 150876"/>
                  <a:gd name="csY0" fmla="*/ 0 h 260985"/>
                  <a:gd name="csX1" fmla="*/ 0 w 150876"/>
                  <a:gd name="csY1" fmla="*/ 260985 h 260985"/>
                  <a:gd name="csX2" fmla="*/ 150876 w 150876"/>
                  <a:gd name="csY2" fmla="*/ 260985 h 260985"/>
                  <a:gd name="csX3" fmla="*/ 150876 w 150876"/>
                  <a:gd name="csY3" fmla="*/ 0 h 260985"/>
                  <a:gd name="csX4" fmla="*/ 0 w 150876"/>
                  <a:gd name="csY4" fmla="*/ 0 h 2609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876" h="260985">
                    <a:moveTo>
                      <a:pt x="0" y="0"/>
                    </a:moveTo>
                    <a:lnTo>
                      <a:pt x="0" y="260985"/>
                    </a:lnTo>
                    <a:lnTo>
                      <a:pt x="150876" y="260985"/>
                    </a:lnTo>
                    <a:lnTo>
                      <a:pt x="15087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050C"/>
              </a:solidFill>
              <a:ln w="13589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1" name="Freeform 1730">
                <a:extLst>
                  <a:ext uri="{FF2B5EF4-FFF2-40B4-BE49-F238E27FC236}">
                    <a16:creationId xmlns:a16="http://schemas.microsoft.com/office/drawing/2014/main" id="{A6BCAEAA-B4C6-DBC4-CEEF-9D8B6404FD46}"/>
                  </a:ext>
                </a:extLst>
              </p:cNvPr>
              <p:cNvSpPr/>
              <p:nvPr/>
            </p:nvSpPr>
            <p:spPr>
              <a:xfrm>
                <a:off x="-771175" y="5360449"/>
                <a:ext cx="150876" cy="12700"/>
              </a:xfrm>
              <a:custGeom>
                <a:avLst/>
                <a:gdLst>
                  <a:gd name="csX0" fmla="*/ 0 w 150876"/>
                  <a:gd name="csY0" fmla="*/ 0 h 12700"/>
                  <a:gd name="csX1" fmla="*/ 150876 w 150876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0876" h="12700">
                    <a:moveTo>
                      <a:pt x="0" y="0"/>
                    </a:moveTo>
                    <a:lnTo>
                      <a:pt x="150876" y="0"/>
                    </a:lnTo>
                  </a:path>
                </a:pathLst>
              </a:custGeom>
              <a:ln w="27051" cap="flat">
                <a:solidFill>
                  <a:srgbClr val="333333"/>
                </a:solidFill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72C4A7D8-1758-97D5-3A9A-59F8F900FEF9}"/>
                  </a:ext>
                </a:extLst>
              </p:cNvPr>
              <p:cNvSpPr/>
              <p:nvPr/>
            </p:nvSpPr>
            <p:spPr>
              <a:xfrm>
                <a:off x="-1195736" y="511876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A3D15578-4FFE-7337-FEDD-BAC017A6CC67}"/>
                  </a:ext>
                </a:extLst>
              </p:cNvPr>
              <p:cNvSpPr/>
              <p:nvPr/>
            </p:nvSpPr>
            <p:spPr>
              <a:xfrm>
                <a:off x="-1446180" y="551640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4" name="Oval 1733">
                <a:extLst>
                  <a:ext uri="{FF2B5EF4-FFF2-40B4-BE49-F238E27FC236}">
                    <a16:creationId xmlns:a16="http://schemas.microsoft.com/office/drawing/2014/main" id="{BAE56BF3-D72A-6CA4-4F57-7BA9C7F99757}"/>
                  </a:ext>
                </a:extLst>
              </p:cNvPr>
              <p:cNvSpPr/>
              <p:nvPr/>
            </p:nvSpPr>
            <p:spPr>
              <a:xfrm>
                <a:off x="-1478819" y="565420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5" name="Oval 1734">
                <a:extLst>
                  <a:ext uri="{FF2B5EF4-FFF2-40B4-BE49-F238E27FC236}">
                    <a16:creationId xmlns:a16="http://schemas.microsoft.com/office/drawing/2014/main" id="{266D1E05-EFC9-7910-DE64-105C79EBCC35}"/>
                  </a:ext>
                </a:extLst>
              </p:cNvPr>
              <p:cNvSpPr/>
              <p:nvPr/>
            </p:nvSpPr>
            <p:spPr>
              <a:xfrm>
                <a:off x="-697134" y="542356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6" name="Oval 1735">
                <a:extLst>
                  <a:ext uri="{FF2B5EF4-FFF2-40B4-BE49-F238E27FC236}">
                    <a16:creationId xmlns:a16="http://schemas.microsoft.com/office/drawing/2014/main" id="{35B591D0-EB5F-77BC-D78E-4F911DA22B0B}"/>
                  </a:ext>
                </a:extLst>
              </p:cNvPr>
              <p:cNvSpPr/>
              <p:nvPr/>
            </p:nvSpPr>
            <p:spPr>
              <a:xfrm>
                <a:off x="-1712372" y="539054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95BE2C61-AE0F-E30E-A085-FA1490052039}"/>
                  </a:ext>
                </a:extLst>
              </p:cNvPr>
              <p:cNvSpPr/>
              <p:nvPr/>
            </p:nvSpPr>
            <p:spPr>
              <a:xfrm>
                <a:off x="-712755" y="5482877"/>
                <a:ext cx="36067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8" name="Oval 1737">
                <a:extLst>
                  <a:ext uri="{FF2B5EF4-FFF2-40B4-BE49-F238E27FC236}">
                    <a16:creationId xmlns:a16="http://schemas.microsoft.com/office/drawing/2014/main" id="{536BD13D-DE4F-8689-840A-DAF0B30372E4}"/>
                  </a:ext>
                </a:extLst>
              </p:cNvPr>
              <p:cNvSpPr/>
              <p:nvPr/>
            </p:nvSpPr>
            <p:spPr>
              <a:xfrm>
                <a:off x="-1707673" y="561762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39" name="Oval 1738">
                <a:extLst>
                  <a:ext uri="{FF2B5EF4-FFF2-40B4-BE49-F238E27FC236}">
                    <a16:creationId xmlns:a16="http://schemas.microsoft.com/office/drawing/2014/main" id="{DA8175AF-5E51-3ED3-22FC-F8D98B567585}"/>
                  </a:ext>
                </a:extLst>
              </p:cNvPr>
              <p:cNvSpPr/>
              <p:nvPr/>
            </p:nvSpPr>
            <p:spPr>
              <a:xfrm>
                <a:off x="-732186" y="526113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0" name="Oval 1739">
                <a:extLst>
                  <a:ext uri="{FF2B5EF4-FFF2-40B4-BE49-F238E27FC236}">
                    <a16:creationId xmlns:a16="http://schemas.microsoft.com/office/drawing/2014/main" id="{4C1D43B6-1ED5-A3D5-BE08-D95A4DA39D53}"/>
                  </a:ext>
                </a:extLst>
              </p:cNvPr>
              <p:cNvSpPr/>
              <p:nvPr/>
            </p:nvSpPr>
            <p:spPr>
              <a:xfrm>
                <a:off x="-1711610" y="5652422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1" name="Oval 1740">
                <a:extLst>
                  <a:ext uri="{FF2B5EF4-FFF2-40B4-BE49-F238E27FC236}">
                    <a16:creationId xmlns:a16="http://schemas.microsoft.com/office/drawing/2014/main" id="{43A6FCD2-E9BE-8F87-FA59-EC0D05F323E6}"/>
                  </a:ext>
                </a:extLst>
              </p:cNvPr>
              <p:cNvSpPr/>
              <p:nvPr/>
            </p:nvSpPr>
            <p:spPr>
              <a:xfrm>
                <a:off x="-703484" y="5064285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2" name="Oval 1741">
                <a:extLst>
                  <a:ext uri="{FF2B5EF4-FFF2-40B4-BE49-F238E27FC236}">
                    <a16:creationId xmlns:a16="http://schemas.microsoft.com/office/drawing/2014/main" id="{E6977635-DBD4-0C2B-C467-ABE461473511}"/>
                  </a:ext>
                </a:extLst>
              </p:cNvPr>
              <p:cNvSpPr/>
              <p:nvPr/>
            </p:nvSpPr>
            <p:spPr>
              <a:xfrm>
                <a:off x="-1721643" y="5550060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3" name="Oval 1742">
                <a:extLst>
                  <a:ext uri="{FF2B5EF4-FFF2-40B4-BE49-F238E27FC236}">
                    <a16:creationId xmlns:a16="http://schemas.microsoft.com/office/drawing/2014/main" id="{04DA1A56-A9DF-AAE5-BB91-68F320151B3B}"/>
                  </a:ext>
                </a:extLst>
              </p:cNvPr>
              <p:cNvSpPr/>
              <p:nvPr/>
            </p:nvSpPr>
            <p:spPr>
              <a:xfrm>
                <a:off x="-702722" y="5457096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37E53885-B78A-7957-A962-10DCEC045EE0}"/>
                  </a:ext>
                </a:extLst>
              </p:cNvPr>
              <p:cNvSpPr/>
              <p:nvPr/>
            </p:nvSpPr>
            <p:spPr>
              <a:xfrm>
                <a:off x="-1697640" y="565153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19C90CF9-0ED2-B64C-BD07-0C9B56268F98}"/>
                  </a:ext>
                </a:extLst>
              </p:cNvPr>
              <p:cNvSpPr/>
              <p:nvPr/>
            </p:nvSpPr>
            <p:spPr>
              <a:xfrm>
                <a:off x="-1480470" y="555907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643ECE1E-4C42-1B6D-6560-316A591E1FBF}"/>
                  </a:ext>
                </a:extLst>
              </p:cNvPr>
              <p:cNvSpPr/>
              <p:nvPr/>
            </p:nvSpPr>
            <p:spPr>
              <a:xfrm>
                <a:off x="-715676" y="516321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7" name="Oval 1746">
                <a:extLst>
                  <a:ext uri="{FF2B5EF4-FFF2-40B4-BE49-F238E27FC236}">
                    <a16:creationId xmlns:a16="http://schemas.microsoft.com/office/drawing/2014/main" id="{9CA0C950-BE71-72CD-064C-E3470AF2C199}"/>
                  </a:ext>
                </a:extLst>
              </p:cNvPr>
              <p:cNvSpPr/>
              <p:nvPr/>
            </p:nvSpPr>
            <p:spPr>
              <a:xfrm>
                <a:off x="-1697386" y="548300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8" name="Oval 1747">
                <a:extLst>
                  <a:ext uri="{FF2B5EF4-FFF2-40B4-BE49-F238E27FC236}">
                    <a16:creationId xmlns:a16="http://schemas.microsoft.com/office/drawing/2014/main" id="{F3AD120E-6E7E-ADF1-D0AD-BB77FB014E95}"/>
                  </a:ext>
                </a:extLst>
              </p:cNvPr>
              <p:cNvSpPr/>
              <p:nvPr/>
            </p:nvSpPr>
            <p:spPr>
              <a:xfrm>
                <a:off x="-1192561" y="5239164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49" name="Oval 1748">
                <a:extLst>
                  <a:ext uri="{FF2B5EF4-FFF2-40B4-BE49-F238E27FC236}">
                    <a16:creationId xmlns:a16="http://schemas.microsoft.com/office/drawing/2014/main" id="{27F639EB-1453-E7D0-6620-BC2ED4F9AA11}"/>
                  </a:ext>
                </a:extLst>
              </p:cNvPr>
              <p:cNvSpPr/>
              <p:nvPr/>
            </p:nvSpPr>
            <p:spPr>
              <a:xfrm>
                <a:off x="-1487328" y="5431188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0" name="Oval 1749">
                <a:extLst>
                  <a:ext uri="{FF2B5EF4-FFF2-40B4-BE49-F238E27FC236}">
                    <a16:creationId xmlns:a16="http://schemas.microsoft.com/office/drawing/2014/main" id="{9C960091-1A96-8C4B-8672-D49D788B3F84}"/>
                  </a:ext>
                </a:extLst>
              </p:cNvPr>
              <p:cNvSpPr/>
              <p:nvPr/>
            </p:nvSpPr>
            <p:spPr>
              <a:xfrm>
                <a:off x="-1469421" y="557685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1" name="Oval 1750">
                <a:extLst>
                  <a:ext uri="{FF2B5EF4-FFF2-40B4-BE49-F238E27FC236}">
                    <a16:creationId xmlns:a16="http://schemas.microsoft.com/office/drawing/2014/main" id="{8F25976A-3848-89CE-2347-4DA4B53231C5}"/>
                  </a:ext>
                </a:extLst>
              </p:cNvPr>
              <p:cNvSpPr/>
              <p:nvPr/>
            </p:nvSpPr>
            <p:spPr>
              <a:xfrm>
                <a:off x="-962183" y="492026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2" name="Oval 1751">
                <a:extLst>
                  <a:ext uri="{FF2B5EF4-FFF2-40B4-BE49-F238E27FC236}">
                    <a16:creationId xmlns:a16="http://schemas.microsoft.com/office/drawing/2014/main" id="{C3D664E7-2BBF-8D4A-71A6-B36040B71BF2}"/>
                  </a:ext>
                </a:extLst>
              </p:cNvPr>
              <p:cNvSpPr/>
              <p:nvPr/>
            </p:nvSpPr>
            <p:spPr>
              <a:xfrm>
                <a:off x="-1447831" y="5547647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3" name="Oval 1752">
                <a:extLst>
                  <a:ext uri="{FF2B5EF4-FFF2-40B4-BE49-F238E27FC236}">
                    <a16:creationId xmlns:a16="http://schemas.microsoft.com/office/drawing/2014/main" id="{E5A0C0BC-2B5D-2281-DB71-04B605E35089}"/>
                  </a:ext>
                </a:extLst>
              </p:cNvPr>
              <p:cNvSpPr/>
              <p:nvPr/>
            </p:nvSpPr>
            <p:spPr>
              <a:xfrm>
                <a:off x="-1486312" y="5530883"/>
                <a:ext cx="36068" cy="36068"/>
              </a:xfrm>
              <a:prstGeom prst="ellipse">
                <a:avLst/>
              </a:prstGeom>
              <a:solidFill>
                <a:srgbClr val="000000"/>
              </a:solidFill>
              <a:ln w="9017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4" name="TextBox 1753">
                <a:extLst>
                  <a:ext uri="{FF2B5EF4-FFF2-40B4-BE49-F238E27FC236}">
                    <a16:creationId xmlns:a16="http://schemas.microsoft.com/office/drawing/2014/main" id="{03851B42-501F-FAEF-599C-C0E93C8995AE}"/>
                  </a:ext>
                </a:extLst>
              </p:cNvPr>
              <p:cNvSpPr txBox="1"/>
              <p:nvPr/>
            </p:nvSpPr>
            <p:spPr>
              <a:xfrm>
                <a:off x="-1842656" y="4621631"/>
                <a:ext cx="5084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 = 0.620</a:t>
                </a:r>
              </a:p>
            </p:txBody>
          </p:sp>
          <p:sp>
            <p:nvSpPr>
              <p:cNvPr id="1755" name="Freeform 1754">
                <a:extLst>
                  <a:ext uri="{FF2B5EF4-FFF2-40B4-BE49-F238E27FC236}">
                    <a16:creationId xmlns:a16="http://schemas.microsoft.com/office/drawing/2014/main" id="{8F51752E-91C6-0EF6-4455-EE444ECD9FD2}"/>
                  </a:ext>
                </a:extLst>
              </p:cNvPr>
              <p:cNvSpPr/>
              <p:nvPr/>
            </p:nvSpPr>
            <p:spPr>
              <a:xfrm>
                <a:off x="-1701577" y="4775233"/>
                <a:ext cx="226314" cy="12700"/>
              </a:xfrm>
              <a:custGeom>
                <a:avLst/>
                <a:gdLst>
                  <a:gd name="csX0" fmla="*/ 0 w 226314"/>
                  <a:gd name="csY0" fmla="*/ 0 h 12700"/>
                  <a:gd name="csX1" fmla="*/ 226314 w 2263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314" h="12700">
                    <a:moveTo>
                      <a:pt x="0" y="0"/>
                    </a:moveTo>
                    <a:lnTo>
                      <a:pt x="22631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6" name="TextBox 1755">
                <a:extLst>
                  <a:ext uri="{FF2B5EF4-FFF2-40B4-BE49-F238E27FC236}">
                    <a16:creationId xmlns:a16="http://schemas.microsoft.com/office/drawing/2014/main" id="{BD6C94B0-80E7-B07A-00C4-6AA7922A5BF8}"/>
                  </a:ext>
                </a:extLst>
              </p:cNvPr>
              <p:cNvSpPr txBox="1"/>
              <p:nvPr/>
            </p:nvSpPr>
            <p:spPr>
              <a:xfrm>
                <a:off x="-1287338" y="4595489"/>
                <a:ext cx="453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***</a:t>
                </a:r>
              </a:p>
            </p:txBody>
          </p:sp>
          <p:sp>
            <p:nvSpPr>
              <p:cNvPr id="1757" name="Freeform 1756">
                <a:extLst>
                  <a:ext uri="{FF2B5EF4-FFF2-40B4-BE49-F238E27FC236}">
                    <a16:creationId xmlns:a16="http://schemas.microsoft.com/office/drawing/2014/main" id="{214A5089-1FFE-6483-489F-463138E1107F}"/>
                  </a:ext>
                </a:extLst>
              </p:cNvPr>
              <p:cNvSpPr/>
              <p:nvPr/>
            </p:nvSpPr>
            <p:spPr>
              <a:xfrm>
                <a:off x="-1424971" y="4775233"/>
                <a:ext cx="729234" cy="12700"/>
              </a:xfrm>
              <a:custGeom>
                <a:avLst/>
                <a:gdLst>
                  <a:gd name="csX0" fmla="*/ 0 w 729234"/>
                  <a:gd name="csY0" fmla="*/ 0 h 12700"/>
                  <a:gd name="csX1" fmla="*/ 729234 w 72923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29234" h="12700">
                    <a:moveTo>
                      <a:pt x="0" y="0"/>
                    </a:moveTo>
                    <a:lnTo>
                      <a:pt x="729234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58" name="TextBox 1757">
                <a:extLst>
                  <a:ext uri="{FF2B5EF4-FFF2-40B4-BE49-F238E27FC236}">
                    <a16:creationId xmlns:a16="http://schemas.microsoft.com/office/drawing/2014/main" id="{B54EFD3F-76B9-958C-4526-88125BA21193}"/>
                  </a:ext>
                </a:extLst>
              </p:cNvPr>
              <p:cNvSpPr txBox="1"/>
              <p:nvPr/>
            </p:nvSpPr>
            <p:spPr>
              <a:xfrm>
                <a:off x="-1380758" y="4432421"/>
                <a:ext cx="3642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**</a:t>
                </a:r>
              </a:p>
            </p:txBody>
          </p:sp>
          <p:sp>
            <p:nvSpPr>
              <p:cNvPr id="1759" name="Freeform 1758">
                <a:extLst>
                  <a:ext uri="{FF2B5EF4-FFF2-40B4-BE49-F238E27FC236}">
                    <a16:creationId xmlns:a16="http://schemas.microsoft.com/office/drawing/2014/main" id="{8BECDE98-98FB-8D89-3BC6-3B6D0090D544}"/>
                  </a:ext>
                </a:extLst>
              </p:cNvPr>
              <p:cNvSpPr/>
              <p:nvPr/>
            </p:nvSpPr>
            <p:spPr>
              <a:xfrm>
                <a:off x="-1701577" y="4612038"/>
                <a:ext cx="1005840" cy="12700"/>
              </a:xfrm>
              <a:custGeom>
                <a:avLst/>
                <a:gdLst>
                  <a:gd name="csX0" fmla="*/ 0 w 1005840"/>
                  <a:gd name="csY0" fmla="*/ 0 h 12700"/>
                  <a:gd name="csX1" fmla="*/ 1005840 w 1005840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05840" h="12700">
                    <a:moveTo>
                      <a:pt x="0" y="0"/>
                    </a:moveTo>
                    <a:lnTo>
                      <a:pt x="1005840" y="0"/>
                    </a:lnTo>
                  </a:path>
                </a:pathLst>
              </a:custGeom>
              <a:ln w="13589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</p:grpSp>
        <p:grpSp>
          <p:nvGrpSpPr>
            <p:cNvPr id="1760" name="Graphic 1709">
              <a:extLst>
                <a:ext uri="{FF2B5EF4-FFF2-40B4-BE49-F238E27FC236}">
                  <a16:creationId xmlns:a16="http://schemas.microsoft.com/office/drawing/2014/main" id="{719F6CEF-A552-E16E-786C-810D3D3A7495}"/>
                </a:ext>
              </a:extLst>
            </p:cNvPr>
            <p:cNvGrpSpPr/>
            <p:nvPr/>
          </p:nvGrpSpPr>
          <p:grpSpPr>
            <a:xfrm>
              <a:off x="-2305935" y="4394614"/>
              <a:ext cx="1761075" cy="1734178"/>
              <a:chOff x="-2305935" y="4394614"/>
              <a:chExt cx="1761075" cy="1734178"/>
            </a:xfrm>
          </p:grpSpPr>
          <p:sp>
            <p:nvSpPr>
              <p:cNvPr id="1761" name="Freeform 1760">
                <a:extLst>
                  <a:ext uri="{FF2B5EF4-FFF2-40B4-BE49-F238E27FC236}">
                    <a16:creationId xmlns:a16="http://schemas.microsoft.com/office/drawing/2014/main" id="{7048E6C5-93E9-F66E-0B0A-1286216FD013}"/>
                  </a:ext>
                </a:extLst>
              </p:cNvPr>
              <p:cNvSpPr/>
              <p:nvPr/>
            </p:nvSpPr>
            <p:spPr>
              <a:xfrm>
                <a:off x="-1852452" y="4394614"/>
                <a:ext cx="12700" cy="1359153"/>
              </a:xfrm>
              <a:custGeom>
                <a:avLst/>
                <a:gdLst>
                  <a:gd name="csX0" fmla="*/ 0 w 12700"/>
                  <a:gd name="csY0" fmla="*/ 1359154 h 1359153"/>
                  <a:gd name="csX1" fmla="*/ 0 w 12700"/>
                  <a:gd name="csY1" fmla="*/ 0 h 13591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359153">
                    <a:moveTo>
                      <a:pt x="0" y="1359154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62" name="TextBox 1761">
                <a:extLst>
                  <a:ext uri="{FF2B5EF4-FFF2-40B4-BE49-F238E27FC236}">
                    <a16:creationId xmlns:a16="http://schemas.microsoft.com/office/drawing/2014/main" id="{90355E04-97CB-2167-9EAE-6E2E82A0ED84}"/>
                  </a:ext>
                </a:extLst>
              </p:cNvPr>
              <p:cNvSpPr txBox="1"/>
              <p:nvPr/>
            </p:nvSpPr>
            <p:spPr>
              <a:xfrm>
                <a:off x="-2165228" y="5390466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0.1</a:t>
                </a:r>
              </a:p>
            </p:txBody>
          </p:sp>
          <p:sp>
            <p:nvSpPr>
              <p:cNvPr id="1763" name="TextBox 1762">
                <a:extLst>
                  <a:ext uri="{FF2B5EF4-FFF2-40B4-BE49-F238E27FC236}">
                    <a16:creationId xmlns:a16="http://schemas.microsoft.com/office/drawing/2014/main" id="{5813ADDD-A1DC-F4B1-AB2C-57DBA9D9641C}"/>
                  </a:ext>
                </a:extLst>
              </p:cNvPr>
              <p:cNvSpPr txBox="1"/>
              <p:nvPr/>
            </p:nvSpPr>
            <p:spPr>
              <a:xfrm>
                <a:off x="-2165228" y="5126179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0.2</a:t>
                </a:r>
              </a:p>
            </p:txBody>
          </p:sp>
          <p:sp>
            <p:nvSpPr>
              <p:cNvPr id="1764" name="TextBox 1763">
                <a:extLst>
                  <a:ext uri="{FF2B5EF4-FFF2-40B4-BE49-F238E27FC236}">
                    <a16:creationId xmlns:a16="http://schemas.microsoft.com/office/drawing/2014/main" id="{51DA315C-6339-1298-644F-B13EC6118320}"/>
                  </a:ext>
                </a:extLst>
              </p:cNvPr>
              <p:cNvSpPr txBox="1"/>
              <p:nvPr/>
            </p:nvSpPr>
            <p:spPr>
              <a:xfrm>
                <a:off x="-2165228" y="4862019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0.3</a:t>
                </a:r>
              </a:p>
            </p:txBody>
          </p:sp>
          <p:sp>
            <p:nvSpPr>
              <p:cNvPr id="1765" name="TextBox 1764">
                <a:extLst>
                  <a:ext uri="{FF2B5EF4-FFF2-40B4-BE49-F238E27FC236}">
                    <a16:creationId xmlns:a16="http://schemas.microsoft.com/office/drawing/2014/main" id="{BAEBA1E0-5F31-B8BC-4EF6-E9E204C9D630}"/>
                  </a:ext>
                </a:extLst>
              </p:cNvPr>
              <p:cNvSpPr txBox="1"/>
              <p:nvPr/>
            </p:nvSpPr>
            <p:spPr>
              <a:xfrm>
                <a:off x="-2165228" y="4597859"/>
                <a:ext cx="34496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0.4</a:t>
                </a:r>
              </a:p>
            </p:txBody>
          </p:sp>
          <p:sp>
            <p:nvSpPr>
              <p:cNvPr id="1767" name="Freeform 1766">
                <a:extLst>
                  <a:ext uri="{FF2B5EF4-FFF2-40B4-BE49-F238E27FC236}">
                    <a16:creationId xmlns:a16="http://schemas.microsoft.com/office/drawing/2014/main" id="{12A8875E-AAAD-8E1C-98A8-DB38D2B392AD}"/>
                  </a:ext>
                </a:extLst>
              </p:cNvPr>
              <p:cNvSpPr/>
              <p:nvPr/>
            </p:nvSpPr>
            <p:spPr>
              <a:xfrm>
                <a:off x="-1887251" y="5497354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68" name="Freeform 1767">
                <a:extLst>
                  <a:ext uri="{FF2B5EF4-FFF2-40B4-BE49-F238E27FC236}">
                    <a16:creationId xmlns:a16="http://schemas.microsoft.com/office/drawing/2014/main" id="{81070960-A4E4-2715-C831-754E61E89DAE}"/>
                  </a:ext>
                </a:extLst>
              </p:cNvPr>
              <p:cNvSpPr/>
              <p:nvPr/>
            </p:nvSpPr>
            <p:spPr>
              <a:xfrm>
                <a:off x="-1887251" y="523306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69" name="Freeform 1768">
                <a:extLst>
                  <a:ext uri="{FF2B5EF4-FFF2-40B4-BE49-F238E27FC236}">
                    <a16:creationId xmlns:a16="http://schemas.microsoft.com/office/drawing/2014/main" id="{C57D958F-E856-2C29-9388-46136BEA8673}"/>
                  </a:ext>
                </a:extLst>
              </p:cNvPr>
              <p:cNvSpPr/>
              <p:nvPr/>
            </p:nvSpPr>
            <p:spPr>
              <a:xfrm>
                <a:off x="-1887251" y="4968908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0" name="Freeform 1769">
                <a:extLst>
                  <a:ext uri="{FF2B5EF4-FFF2-40B4-BE49-F238E27FC236}">
                    <a16:creationId xmlns:a16="http://schemas.microsoft.com/office/drawing/2014/main" id="{47CBEA3A-D428-8EA2-EE5A-11105C9FA006}"/>
                  </a:ext>
                </a:extLst>
              </p:cNvPr>
              <p:cNvSpPr/>
              <p:nvPr/>
            </p:nvSpPr>
            <p:spPr>
              <a:xfrm>
                <a:off x="-1887251" y="4704747"/>
                <a:ext cx="34798" cy="12700"/>
              </a:xfrm>
              <a:custGeom>
                <a:avLst/>
                <a:gdLst>
                  <a:gd name="csX0" fmla="*/ 0 w 34798"/>
                  <a:gd name="csY0" fmla="*/ 0 h 12700"/>
                  <a:gd name="csX1" fmla="*/ 34798 w 34798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798" h="12700">
                    <a:moveTo>
                      <a:pt x="0" y="0"/>
                    </a:moveTo>
                    <a:lnTo>
                      <a:pt x="34798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2" name="Freeform 1771">
                <a:extLst>
                  <a:ext uri="{FF2B5EF4-FFF2-40B4-BE49-F238E27FC236}">
                    <a16:creationId xmlns:a16="http://schemas.microsoft.com/office/drawing/2014/main" id="{DD8E9249-BEE7-F34B-6EE7-BA81B03E9CDA}"/>
                  </a:ext>
                </a:extLst>
              </p:cNvPr>
              <p:cNvSpPr/>
              <p:nvPr/>
            </p:nvSpPr>
            <p:spPr>
              <a:xfrm>
                <a:off x="-1852452" y="5753768"/>
                <a:ext cx="1307592" cy="12700"/>
              </a:xfrm>
              <a:custGeom>
                <a:avLst/>
                <a:gdLst>
                  <a:gd name="csX0" fmla="*/ 0 w 1307592"/>
                  <a:gd name="csY0" fmla="*/ 0 h 12700"/>
                  <a:gd name="csX1" fmla="*/ 1307592 w 130759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07592" h="12700">
                    <a:moveTo>
                      <a:pt x="0" y="0"/>
                    </a:moveTo>
                    <a:lnTo>
                      <a:pt x="1307592" y="0"/>
                    </a:lnTo>
                  </a:path>
                </a:pathLst>
              </a:custGeom>
              <a:noFill/>
              <a:ln w="13589" cap="sq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3" name="Freeform 1772">
                <a:extLst>
                  <a:ext uri="{FF2B5EF4-FFF2-40B4-BE49-F238E27FC236}">
                    <a16:creationId xmlns:a16="http://schemas.microsoft.com/office/drawing/2014/main" id="{89F3BC6C-105E-96E9-4E2C-08EA754EDD1A}"/>
                  </a:ext>
                </a:extLst>
              </p:cNvPr>
              <p:cNvSpPr/>
              <p:nvPr/>
            </p:nvSpPr>
            <p:spPr>
              <a:xfrm>
                <a:off x="-1701577" y="575376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4" name="Freeform 1773">
                <a:extLst>
                  <a:ext uri="{FF2B5EF4-FFF2-40B4-BE49-F238E27FC236}">
                    <a16:creationId xmlns:a16="http://schemas.microsoft.com/office/drawing/2014/main" id="{0F2A6452-241D-61BC-DF1E-17E43465163E}"/>
                  </a:ext>
                </a:extLst>
              </p:cNvPr>
              <p:cNvSpPr/>
              <p:nvPr/>
            </p:nvSpPr>
            <p:spPr>
              <a:xfrm>
                <a:off x="-1450117" y="575376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5" name="Freeform 1774">
                <a:extLst>
                  <a:ext uri="{FF2B5EF4-FFF2-40B4-BE49-F238E27FC236}">
                    <a16:creationId xmlns:a16="http://schemas.microsoft.com/office/drawing/2014/main" id="{F357CF56-AC88-695A-1D5D-722724CEDCDC}"/>
                  </a:ext>
                </a:extLst>
              </p:cNvPr>
              <p:cNvSpPr/>
              <p:nvPr/>
            </p:nvSpPr>
            <p:spPr>
              <a:xfrm>
                <a:off x="-1198656" y="575376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6" name="Freeform 1775">
                <a:extLst>
                  <a:ext uri="{FF2B5EF4-FFF2-40B4-BE49-F238E27FC236}">
                    <a16:creationId xmlns:a16="http://schemas.microsoft.com/office/drawing/2014/main" id="{AE94E71C-6707-301E-00E5-7B959E39788D}"/>
                  </a:ext>
                </a:extLst>
              </p:cNvPr>
              <p:cNvSpPr/>
              <p:nvPr/>
            </p:nvSpPr>
            <p:spPr>
              <a:xfrm>
                <a:off x="-947197" y="575376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7" name="Freeform 1776">
                <a:extLst>
                  <a:ext uri="{FF2B5EF4-FFF2-40B4-BE49-F238E27FC236}">
                    <a16:creationId xmlns:a16="http://schemas.microsoft.com/office/drawing/2014/main" id="{73640E7F-AF7A-7DCE-FB9E-BC186FAD1F97}"/>
                  </a:ext>
                </a:extLst>
              </p:cNvPr>
              <p:cNvSpPr/>
              <p:nvPr/>
            </p:nvSpPr>
            <p:spPr>
              <a:xfrm>
                <a:off x="-695737" y="5753768"/>
                <a:ext cx="12700" cy="34797"/>
              </a:xfrm>
              <a:custGeom>
                <a:avLst/>
                <a:gdLst>
                  <a:gd name="csX0" fmla="*/ 0 w 12700"/>
                  <a:gd name="csY0" fmla="*/ 34798 h 34797"/>
                  <a:gd name="csX1" fmla="*/ 0 w 12700"/>
                  <a:gd name="csY1" fmla="*/ 0 h 34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4797">
                    <a:moveTo>
                      <a:pt x="0" y="34798"/>
                    </a:moveTo>
                    <a:lnTo>
                      <a:pt x="0" y="0"/>
                    </a:lnTo>
                  </a:path>
                </a:pathLst>
              </a:custGeom>
              <a:noFill/>
              <a:ln w="13589" cap="flat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algn="ctr"/>
                <a:endParaRPr lang="en-US" sz="2400"/>
              </a:p>
            </p:txBody>
          </p:sp>
          <p:sp>
            <p:nvSpPr>
              <p:cNvPr id="1778" name="TextBox 1777">
                <a:extLst>
                  <a:ext uri="{FF2B5EF4-FFF2-40B4-BE49-F238E27FC236}">
                    <a16:creationId xmlns:a16="http://schemas.microsoft.com/office/drawing/2014/main" id="{E1534009-98E3-0932-67CE-F0A62EBA3847}"/>
                  </a:ext>
                </a:extLst>
              </p:cNvPr>
              <p:cNvSpPr txBox="1"/>
              <p:nvPr/>
            </p:nvSpPr>
            <p:spPr>
              <a:xfrm>
                <a:off x="-1842000" y="5749622"/>
                <a:ext cx="28084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M</a:t>
                </a:r>
              </a:p>
            </p:txBody>
          </p:sp>
          <p:sp>
            <p:nvSpPr>
              <p:cNvPr id="1779" name="TextBox 1778">
                <a:extLst>
                  <a:ext uri="{FF2B5EF4-FFF2-40B4-BE49-F238E27FC236}">
                    <a16:creationId xmlns:a16="http://schemas.microsoft.com/office/drawing/2014/main" id="{A8312FC2-A9B2-2E91-CAF0-85F672715DBF}"/>
                  </a:ext>
                </a:extLst>
              </p:cNvPr>
              <p:cNvSpPr txBox="1"/>
              <p:nvPr/>
            </p:nvSpPr>
            <p:spPr>
              <a:xfrm>
                <a:off x="-1558480" y="5749622"/>
                <a:ext cx="21672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I</a:t>
                </a:r>
              </a:p>
            </p:txBody>
          </p:sp>
          <p:sp>
            <p:nvSpPr>
              <p:cNvPr id="1780" name="TextBox 1779">
                <a:extLst>
                  <a:ext uri="{FF2B5EF4-FFF2-40B4-BE49-F238E27FC236}">
                    <a16:creationId xmlns:a16="http://schemas.microsoft.com/office/drawing/2014/main" id="{D38E735B-8B2D-221B-C5F3-B2FFCFA6F584}"/>
                  </a:ext>
                </a:extLst>
              </p:cNvPr>
              <p:cNvSpPr txBox="1"/>
              <p:nvPr/>
            </p:nvSpPr>
            <p:spPr>
              <a:xfrm>
                <a:off x="-1339080" y="5749622"/>
                <a:ext cx="280846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LI</a:t>
                </a:r>
              </a:p>
            </p:txBody>
          </p:sp>
          <p:sp>
            <p:nvSpPr>
              <p:cNvPr id="1781" name="TextBox 1780">
                <a:extLst>
                  <a:ext uri="{FF2B5EF4-FFF2-40B4-BE49-F238E27FC236}">
                    <a16:creationId xmlns:a16="http://schemas.microsoft.com/office/drawing/2014/main" id="{6DDA2E17-25E7-D5D0-0E36-F807F7114620}"/>
                  </a:ext>
                </a:extLst>
              </p:cNvPr>
              <p:cNvSpPr txBox="1"/>
              <p:nvPr/>
            </p:nvSpPr>
            <p:spPr>
              <a:xfrm>
                <a:off x="-1116474" y="5749622"/>
                <a:ext cx="338555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NF</a:t>
                </a:r>
              </a:p>
            </p:txBody>
          </p:sp>
          <p:sp>
            <p:nvSpPr>
              <p:cNvPr id="1782" name="TextBox 1781">
                <a:extLst>
                  <a:ext uri="{FF2B5EF4-FFF2-40B4-BE49-F238E27FC236}">
                    <a16:creationId xmlns:a16="http://schemas.microsoft.com/office/drawing/2014/main" id="{000ADBD6-DB77-90D9-1D05-02E93EBACACB}"/>
                  </a:ext>
                </a:extLst>
              </p:cNvPr>
              <p:cNvSpPr txBox="1"/>
              <p:nvPr/>
            </p:nvSpPr>
            <p:spPr>
              <a:xfrm>
                <a:off x="-823336" y="5749622"/>
                <a:ext cx="2551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F</a:t>
                </a:r>
              </a:p>
            </p:txBody>
          </p:sp>
          <p:sp>
            <p:nvSpPr>
              <p:cNvPr id="1783" name="TextBox 1782">
                <a:extLst>
                  <a:ext uri="{FF2B5EF4-FFF2-40B4-BE49-F238E27FC236}">
                    <a16:creationId xmlns:a16="http://schemas.microsoft.com/office/drawing/2014/main" id="{EBFE4DFC-DC27-5E55-E0D8-74DC6FC4CE12}"/>
                  </a:ext>
                </a:extLst>
              </p:cNvPr>
              <p:cNvSpPr txBox="1"/>
              <p:nvPr/>
            </p:nvSpPr>
            <p:spPr>
              <a:xfrm>
                <a:off x="-1471328" y="5882571"/>
                <a:ext cx="54534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Phase</a:t>
                </a:r>
              </a:p>
            </p:txBody>
          </p:sp>
          <p:sp>
            <p:nvSpPr>
              <p:cNvPr id="1784" name="TextBox 1783">
                <a:extLst>
                  <a:ext uri="{FF2B5EF4-FFF2-40B4-BE49-F238E27FC236}">
                    <a16:creationId xmlns:a16="http://schemas.microsoft.com/office/drawing/2014/main" id="{AF44ADAC-42B8-FAAC-923F-401E4F7B7F42}"/>
                  </a:ext>
                </a:extLst>
              </p:cNvPr>
              <p:cNvSpPr txBox="1"/>
              <p:nvPr/>
            </p:nvSpPr>
            <p:spPr>
              <a:xfrm rot="16200000">
                <a:off x="-2590949" y="4951081"/>
                <a:ext cx="81625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Expression</a:t>
                </a:r>
              </a:p>
            </p:txBody>
          </p:sp>
        </p:grpSp>
      </p:grpSp>
      <p:sp>
        <p:nvSpPr>
          <p:cNvPr id="1785" name="TextBox 1784">
            <a:extLst>
              <a:ext uri="{FF2B5EF4-FFF2-40B4-BE49-F238E27FC236}">
                <a16:creationId xmlns:a16="http://schemas.microsoft.com/office/drawing/2014/main" id="{6E43127C-6666-DCAD-B521-73EE39B853ED}"/>
              </a:ext>
            </a:extLst>
          </p:cNvPr>
          <p:cNvSpPr txBox="1"/>
          <p:nvPr/>
        </p:nvSpPr>
        <p:spPr>
          <a:xfrm>
            <a:off x="4729159" y="4991388"/>
            <a:ext cx="1235411" cy="1889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6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Main effect p &gt; 0.05</a:t>
            </a:r>
          </a:p>
        </p:txBody>
      </p:sp>
      <p:sp>
        <p:nvSpPr>
          <p:cNvPr id="1786" name="TextBox 1785">
            <a:extLst>
              <a:ext uri="{FF2B5EF4-FFF2-40B4-BE49-F238E27FC236}">
                <a16:creationId xmlns:a16="http://schemas.microsoft.com/office/drawing/2014/main" id="{FAB09BDC-876C-E597-CE80-B2F38D195290}"/>
              </a:ext>
            </a:extLst>
          </p:cNvPr>
          <p:cNvSpPr txBox="1"/>
          <p:nvPr/>
        </p:nvSpPr>
        <p:spPr>
          <a:xfrm>
            <a:off x="4802046" y="6399658"/>
            <a:ext cx="1235411" cy="1889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6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Main effect p &gt; 0.05</a:t>
            </a:r>
          </a:p>
        </p:txBody>
      </p:sp>
      <p:sp>
        <p:nvSpPr>
          <p:cNvPr id="1787" name="TextBox 1786">
            <a:extLst>
              <a:ext uri="{FF2B5EF4-FFF2-40B4-BE49-F238E27FC236}">
                <a16:creationId xmlns:a16="http://schemas.microsoft.com/office/drawing/2014/main" id="{BAE7499B-03E7-0EB5-C9BF-0CBD26F9ECED}"/>
              </a:ext>
            </a:extLst>
          </p:cNvPr>
          <p:cNvSpPr txBox="1"/>
          <p:nvPr/>
        </p:nvSpPr>
        <p:spPr>
          <a:xfrm>
            <a:off x="2958042" y="3179629"/>
            <a:ext cx="1235411" cy="1889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86401" tIns="43200" rIns="86401" bIns="432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6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Main effect p &gt; 0.05</a:t>
            </a:r>
          </a:p>
        </p:txBody>
      </p:sp>
    </p:spTree>
    <p:extLst>
      <p:ext uri="{BB962C8B-B14F-4D97-AF65-F5344CB8AC3E}">
        <p14:creationId xmlns:p14="http://schemas.microsoft.com/office/powerpoint/2010/main" val="3552592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aphic 4">
            <a:extLst>
              <a:ext uri="{FF2B5EF4-FFF2-40B4-BE49-F238E27FC236}">
                <a16:creationId xmlns:a16="http://schemas.microsoft.com/office/drawing/2014/main" id="{8B7D1BF7-2B1F-3665-EA92-D9AFC6C33DB0}"/>
              </a:ext>
            </a:extLst>
          </p:cNvPr>
          <p:cNvGrpSpPr/>
          <p:nvPr/>
        </p:nvGrpSpPr>
        <p:grpSpPr>
          <a:xfrm>
            <a:off x="-6384" y="0"/>
            <a:ext cx="2932464" cy="2853690"/>
            <a:chOff x="-6384" y="-399796"/>
            <a:chExt cx="2932464" cy="285369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CE4B95-F36A-86BA-57BE-5813FD7DE420}"/>
                </a:ext>
              </a:extLst>
            </p:cNvPr>
            <p:cNvSpPr/>
            <p:nvPr/>
          </p:nvSpPr>
          <p:spPr>
            <a:xfrm>
              <a:off x="0" y="0"/>
              <a:ext cx="2921000" cy="2374900"/>
            </a:xfrm>
            <a:prstGeom prst="rect">
              <a:avLst/>
            </a:prstGeom>
            <a:solidFill>
              <a:srgbClr val="FFFFFF"/>
            </a:solidFill>
            <a:ln w="12672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53B4DEB-E516-046B-9CCC-5C833DC746AC}"/>
                </a:ext>
              </a:extLst>
            </p:cNvPr>
            <p:cNvSpPr/>
            <p:nvPr/>
          </p:nvSpPr>
          <p:spPr>
            <a:xfrm>
              <a:off x="0" y="0"/>
              <a:ext cx="2926080" cy="2377440"/>
            </a:xfrm>
            <a:prstGeom prst="rect">
              <a:avLst/>
            </a:prstGeom>
            <a:solidFill>
              <a:srgbClr val="FFFFFF"/>
            </a:solidFill>
            <a:ln w="12292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Graphic 4">
              <a:extLst>
                <a:ext uri="{FF2B5EF4-FFF2-40B4-BE49-F238E27FC236}">
                  <a16:creationId xmlns:a16="http://schemas.microsoft.com/office/drawing/2014/main" id="{D2147A6F-76F2-ED68-0C14-CF58F1F8BF14}"/>
                </a:ext>
              </a:extLst>
            </p:cNvPr>
            <p:cNvGrpSpPr/>
            <p:nvPr/>
          </p:nvGrpSpPr>
          <p:grpSpPr>
            <a:xfrm>
              <a:off x="439166" y="63246"/>
              <a:ext cx="1556385" cy="1927606"/>
              <a:chOff x="439166" y="63246"/>
              <a:chExt cx="1556385" cy="1927606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67472D0-B4FD-5183-0EB9-C56AF3B43FD7}"/>
                  </a:ext>
                </a:extLst>
              </p:cNvPr>
              <p:cNvSpPr/>
              <p:nvPr/>
            </p:nvSpPr>
            <p:spPr>
              <a:xfrm>
                <a:off x="439166" y="63246"/>
                <a:ext cx="1556385" cy="1927605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3BBB8F48-B95A-6324-4125-D0297D8D177E}"/>
                  </a:ext>
                </a:extLst>
              </p:cNvPr>
              <p:cNvSpPr/>
              <p:nvPr/>
            </p:nvSpPr>
            <p:spPr>
              <a:xfrm>
                <a:off x="439166" y="1715516"/>
                <a:ext cx="1556385" cy="12700"/>
              </a:xfrm>
              <a:custGeom>
                <a:avLst/>
                <a:gdLst>
                  <a:gd name="csX0" fmla="*/ 0 w 1556385"/>
                  <a:gd name="csY0" fmla="*/ 0 h 12700"/>
                  <a:gd name="csX1" fmla="*/ 1556385 w 155638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56385" h="12700">
                    <a:moveTo>
                      <a:pt x="0" y="0"/>
                    </a:moveTo>
                    <a:lnTo>
                      <a:pt x="1556385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AE2E9937-82E0-7B11-2298-BF47644F7E93}"/>
                  </a:ext>
                </a:extLst>
              </p:cNvPr>
              <p:cNvSpPr/>
              <p:nvPr/>
            </p:nvSpPr>
            <p:spPr>
              <a:xfrm>
                <a:off x="439166" y="1256538"/>
                <a:ext cx="1556385" cy="12700"/>
              </a:xfrm>
              <a:custGeom>
                <a:avLst/>
                <a:gdLst>
                  <a:gd name="csX0" fmla="*/ 0 w 1556385"/>
                  <a:gd name="csY0" fmla="*/ 0 h 12700"/>
                  <a:gd name="csX1" fmla="*/ 1556385 w 155638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56385" h="12700">
                    <a:moveTo>
                      <a:pt x="0" y="0"/>
                    </a:moveTo>
                    <a:lnTo>
                      <a:pt x="1556385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A7CE9A2B-E7EB-6856-8331-68C4CAD44678}"/>
                  </a:ext>
                </a:extLst>
              </p:cNvPr>
              <p:cNvSpPr/>
              <p:nvPr/>
            </p:nvSpPr>
            <p:spPr>
              <a:xfrm>
                <a:off x="439166" y="797559"/>
                <a:ext cx="1556385" cy="12700"/>
              </a:xfrm>
              <a:custGeom>
                <a:avLst/>
                <a:gdLst>
                  <a:gd name="csX0" fmla="*/ 0 w 1556385"/>
                  <a:gd name="csY0" fmla="*/ 0 h 12700"/>
                  <a:gd name="csX1" fmla="*/ 1556385 w 155638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56385" h="12700">
                    <a:moveTo>
                      <a:pt x="0" y="0"/>
                    </a:moveTo>
                    <a:lnTo>
                      <a:pt x="1556385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974D4FAA-2742-CC00-F7D9-08702A892FF3}"/>
                  </a:ext>
                </a:extLst>
              </p:cNvPr>
              <p:cNvSpPr/>
              <p:nvPr/>
            </p:nvSpPr>
            <p:spPr>
              <a:xfrm>
                <a:off x="439166" y="338581"/>
                <a:ext cx="1556385" cy="12700"/>
              </a:xfrm>
              <a:custGeom>
                <a:avLst/>
                <a:gdLst>
                  <a:gd name="csX0" fmla="*/ 0 w 1556385"/>
                  <a:gd name="csY0" fmla="*/ 0 h 12700"/>
                  <a:gd name="csX1" fmla="*/ 1556385 w 1556385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556385" h="12700">
                    <a:moveTo>
                      <a:pt x="0" y="0"/>
                    </a:moveTo>
                    <a:lnTo>
                      <a:pt x="1556385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AD193941-1608-85D4-866E-56E710A730EA}"/>
                  </a:ext>
                </a:extLst>
              </p:cNvPr>
              <p:cNvSpPr/>
              <p:nvPr/>
            </p:nvSpPr>
            <p:spPr>
              <a:xfrm>
                <a:off x="618744" y="63246"/>
                <a:ext cx="12700" cy="1927605"/>
              </a:xfrm>
              <a:custGeom>
                <a:avLst/>
                <a:gdLst>
                  <a:gd name="csX0" fmla="*/ 0 w 12700"/>
                  <a:gd name="csY0" fmla="*/ 1927606 h 1927605"/>
                  <a:gd name="csX1" fmla="*/ 0 w 12700"/>
                  <a:gd name="csY1" fmla="*/ 0 h 1927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27605">
                    <a:moveTo>
                      <a:pt x="0" y="1927606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7E3C1EBE-F247-8F81-F610-961744827E49}"/>
                  </a:ext>
                </a:extLst>
              </p:cNvPr>
              <p:cNvSpPr/>
              <p:nvPr/>
            </p:nvSpPr>
            <p:spPr>
              <a:xfrm>
                <a:off x="918083" y="63246"/>
                <a:ext cx="12700" cy="1927605"/>
              </a:xfrm>
              <a:custGeom>
                <a:avLst/>
                <a:gdLst>
                  <a:gd name="csX0" fmla="*/ 0 w 12700"/>
                  <a:gd name="csY0" fmla="*/ 1927606 h 1927605"/>
                  <a:gd name="csX1" fmla="*/ 0 w 12700"/>
                  <a:gd name="csY1" fmla="*/ 0 h 1927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27605">
                    <a:moveTo>
                      <a:pt x="0" y="1927606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AAB0E7CC-5E54-898F-52EE-F02BBBE4786E}"/>
                  </a:ext>
                </a:extLst>
              </p:cNvPr>
              <p:cNvSpPr/>
              <p:nvPr/>
            </p:nvSpPr>
            <p:spPr>
              <a:xfrm>
                <a:off x="1217422" y="63246"/>
                <a:ext cx="12700" cy="1927605"/>
              </a:xfrm>
              <a:custGeom>
                <a:avLst/>
                <a:gdLst>
                  <a:gd name="csX0" fmla="*/ 0 w 12700"/>
                  <a:gd name="csY0" fmla="*/ 1927606 h 1927605"/>
                  <a:gd name="csX1" fmla="*/ 0 w 12700"/>
                  <a:gd name="csY1" fmla="*/ 0 h 1927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27605">
                    <a:moveTo>
                      <a:pt x="0" y="1927606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05A81025-7D0A-AC64-E226-32791A1EA042}"/>
                  </a:ext>
                </a:extLst>
              </p:cNvPr>
              <p:cNvSpPr/>
              <p:nvPr/>
            </p:nvSpPr>
            <p:spPr>
              <a:xfrm>
                <a:off x="1516761" y="63246"/>
                <a:ext cx="12700" cy="1927605"/>
              </a:xfrm>
              <a:custGeom>
                <a:avLst/>
                <a:gdLst>
                  <a:gd name="csX0" fmla="*/ 0 w 12700"/>
                  <a:gd name="csY0" fmla="*/ 1927606 h 1927605"/>
                  <a:gd name="csX1" fmla="*/ 0 w 12700"/>
                  <a:gd name="csY1" fmla="*/ 0 h 1927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27605">
                    <a:moveTo>
                      <a:pt x="0" y="1927606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8D19CD61-DC67-F208-A778-24A3B583D9F0}"/>
                  </a:ext>
                </a:extLst>
              </p:cNvPr>
              <p:cNvSpPr/>
              <p:nvPr/>
            </p:nvSpPr>
            <p:spPr>
              <a:xfrm>
                <a:off x="1815973" y="63246"/>
                <a:ext cx="12700" cy="1927605"/>
              </a:xfrm>
              <a:custGeom>
                <a:avLst/>
                <a:gdLst>
                  <a:gd name="csX0" fmla="*/ 0 w 12700"/>
                  <a:gd name="csY0" fmla="*/ 1927606 h 1927605"/>
                  <a:gd name="csX1" fmla="*/ 0 w 12700"/>
                  <a:gd name="csY1" fmla="*/ 0 h 1927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1927605">
                    <a:moveTo>
                      <a:pt x="0" y="1927606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EBEBE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23CF9DBA-F6F5-8FAE-5B94-5D43C0ECD56F}"/>
                  </a:ext>
                </a:extLst>
              </p:cNvPr>
              <p:cNvSpPr/>
              <p:nvPr/>
            </p:nvSpPr>
            <p:spPr>
              <a:xfrm>
                <a:off x="578739" y="298577"/>
                <a:ext cx="80009" cy="80009"/>
              </a:xfrm>
              <a:prstGeom prst="ellipse">
                <a:avLst/>
              </a:prstGeom>
              <a:solidFill>
                <a:srgbClr val="DF2E1E"/>
              </a:solidFill>
              <a:ln w="8110" cap="rnd">
                <a:solidFill>
                  <a:srgbClr val="DF2E1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9B94A36A-3903-2B13-E31C-5BCDFBF6F432}"/>
                  </a:ext>
                </a:extLst>
              </p:cNvPr>
              <p:cNvSpPr/>
              <p:nvPr/>
            </p:nvSpPr>
            <p:spPr>
              <a:xfrm>
                <a:off x="593598" y="772414"/>
                <a:ext cx="50291" cy="50292"/>
              </a:xfrm>
              <a:prstGeom prst="ellipse">
                <a:avLst/>
              </a:prstGeom>
              <a:solidFill>
                <a:srgbClr val="AFB8CE"/>
              </a:solidFill>
              <a:ln w="8110" cap="rnd">
                <a:solidFill>
                  <a:srgbClr val="AFB8C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54D8FCA-6267-DFFF-E050-233F65227F87}"/>
                  </a:ext>
                </a:extLst>
              </p:cNvPr>
              <p:cNvSpPr/>
              <p:nvPr/>
            </p:nvSpPr>
            <p:spPr>
              <a:xfrm>
                <a:off x="598297" y="1236091"/>
                <a:ext cx="40893" cy="40893"/>
              </a:xfrm>
              <a:prstGeom prst="ellipse">
                <a:avLst/>
              </a:prstGeom>
              <a:solidFill>
                <a:srgbClr val="6E8ABE"/>
              </a:solidFill>
              <a:ln w="8110" cap="rnd">
                <a:solidFill>
                  <a:srgbClr val="6E8ABE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5930CB4-596C-8D5A-A90E-49316FB434DE}"/>
                  </a:ext>
                </a:extLst>
              </p:cNvPr>
              <p:cNvSpPr/>
              <p:nvPr/>
            </p:nvSpPr>
            <p:spPr>
              <a:xfrm>
                <a:off x="590550" y="1687322"/>
                <a:ext cx="56387" cy="56387"/>
              </a:xfrm>
              <a:prstGeom prst="ellipse">
                <a:avLst/>
              </a:prstGeom>
              <a:solidFill>
                <a:srgbClr val="DAD7D7"/>
              </a:solidFill>
              <a:ln w="8110" cap="rnd">
                <a:solidFill>
                  <a:srgbClr val="DAD7D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8584E5B-BF36-6A3B-58D9-211463497E8A}"/>
                  </a:ext>
                </a:extLst>
              </p:cNvPr>
              <p:cNvSpPr/>
              <p:nvPr/>
            </p:nvSpPr>
            <p:spPr>
              <a:xfrm>
                <a:off x="855853" y="276352"/>
                <a:ext cx="124460" cy="124460"/>
              </a:xfrm>
              <a:prstGeom prst="ellipse">
                <a:avLst/>
              </a:prstGeom>
              <a:solidFill>
                <a:srgbClr val="DC050C"/>
              </a:solidFill>
              <a:ln w="8110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4409A34-90DE-5219-0A7C-B72406B3DDC1}"/>
                  </a:ext>
                </a:extLst>
              </p:cNvPr>
              <p:cNvSpPr/>
              <p:nvPr/>
            </p:nvSpPr>
            <p:spPr>
              <a:xfrm>
                <a:off x="890143" y="769619"/>
                <a:ext cx="55880" cy="55880"/>
              </a:xfrm>
              <a:prstGeom prst="ellipse">
                <a:avLst/>
              </a:prstGeom>
              <a:solidFill>
                <a:srgbClr val="BAC0D1"/>
              </a:solidFill>
              <a:ln w="8110" cap="rnd">
                <a:solidFill>
                  <a:srgbClr val="BAC0D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145344-DB35-367E-0403-BFF88A00D43D}"/>
                  </a:ext>
                </a:extLst>
              </p:cNvPr>
              <p:cNvSpPr/>
              <p:nvPr/>
            </p:nvSpPr>
            <p:spPr>
              <a:xfrm>
                <a:off x="897636" y="1236091"/>
                <a:ext cx="40893" cy="40893"/>
              </a:xfrm>
              <a:prstGeom prst="ellipse">
                <a:avLst/>
              </a:prstGeom>
              <a:solidFill>
                <a:srgbClr val="A2AECB"/>
              </a:solidFill>
              <a:ln w="8110" cap="rnd">
                <a:solidFill>
                  <a:srgbClr val="A2AEC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2FDCDAE-F535-4803-2518-34B58F3BA1B6}"/>
                  </a:ext>
                </a:extLst>
              </p:cNvPr>
              <p:cNvSpPr/>
              <p:nvPr/>
            </p:nvSpPr>
            <p:spPr>
              <a:xfrm>
                <a:off x="914019" y="1711452"/>
                <a:ext cx="8127" cy="8127"/>
              </a:xfrm>
              <a:prstGeom prst="ellipse">
                <a:avLst/>
              </a:prstGeom>
              <a:solidFill>
                <a:srgbClr val="92A2C7"/>
              </a:solidFill>
              <a:ln w="8110" cap="rnd">
                <a:solidFill>
                  <a:srgbClr val="92A2C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291A366-188F-1503-6413-EA1C319BC43C}"/>
                  </a:ext>
                </a:extLst>
              </p:cNvPr>
              <p:cNvSpPr/>
              <p:nvPr/>
            </p:nvSpPr>
            <p:spPr>
              <a:xfrm>
                <a:off x="1190244" y="311404"/>
                <a:ext cx="54356" cy="54356"/>
              </a:xfrm>
              <a:prstGeom prst="ellipse">
                <a:avLst/>
              </a:prstGeom>
              <a:solidFill>
                <a:srgbClr val="E99B88"/>
              </a:solidFill>
              <a:ln w="8110" cap="rnd">
                <a:solidFill>
                  <a:srgbClr val="E99B8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91B3CAA-5988-9E4C-F882-D2AA688DA30F}"/>
                  </a:ext>
                </a:extLst>
              </p:cNvPr>
              <p:cNvSpPr/>
              <p:nvPr/>
            </p:nvSpPr>
            <p:spPr>
              <a:xfrm>
                <a:off x="1189482" y="769619"/>
                <a:ext cx="55880" cy="55880"/>
              </a:xfrm>
              <a:prstGeom prst="ellipse">
                <a:avLst/>
              </a:prstGeom>
              <a:solidFill>
                <a:srgbClr val="E86951"/>
              </a:solidFill>
              <a:ln w="8110" cap="rnd">
                <a:solidFill>
                  <a:srgbClr val="E8695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0E8D34E-D812-543D-859E-B8905648644D}"/>
                  </a:ext>
                </a:extLst>
              </p:cNvPr>
              <p:cNvSpPr/>
              <p:nvPr/>
            </p:nvSpPr>
            <p:spPr>
              <a:xfrm>
                <a:off x="1192149" y="1231265"/>
                <a:ext cx="50545" cy="50545"/>
              </a:xfrm>
              <a:prstGeom prst="ellipse">
                <a:avLst/>
              </a:prstGeom>
              <a:solidFill>
                <a:srgbClr val="BDC3D2"/>
              </a:solidFill>
              <a:ln w="8110" cap="rnd">
                <a:solidFill>
                  <a:srgbClr val="BDC3D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076368AF-79A6-E105-2F3C-73AB7F861345}"/>
                  </a:ext>
                </a:extLst>
              </p:cNvPr>
              <p:cNvSpPr/>
              <p:nvPr/>
            </p:nvSpPr>
            <p:spPr>
              <a:xfrm>
                <a:off x="1213358" y="1711452"/>
                <a:ext cx="8127" cy="8127"/>
              </a:xfrm>
              <a:prstGeom prst="ellipse">
                <a:avLst/>
              </a:prstGeom>
              <a:solidFill>
                <a:srgbClr val="4573B6"/>
              </a:solidFill>
              <a:ln w="8110" cap="rnd">
                <a:solidFill>
                  <a:srgbClr val="4573B6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1F7D667-4270-496D-3A11-F2A884804610}"/>
                  </a:ext>
                </a:extLst>
              </p:cNvPr>
              <p:cNvSpPr/>
              <p:nvPr/>
            </p:nvSpPr>
            <p:spPr>
              <a:xfrm>
                <a:off x="1441450" y="263271"/>
                <a:ext cx="150622" cy="150622"/>
              </a:xfrm>
              <a:prstGeom prst="ellipse">
                <a:avLst/>
              </a:prstGeom>
              <a:solidFill>
                <a:srgbClr val="E8A393"/>
              </a:solidFill>
              <a:ln w="8110" cap="rnd">
                <a:solidFill>
                  <a:srgbClr val="E8A39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9BEEA29-A1D1-DE98-44A0-E3644865F5AC}"/>
                  </a:ext>
                </a:extLst>
              </p:cNvPr>
              <p:cNvSpPr/>
              <p:nvPr/>
            </p:nvSpPr>
            <p:spPr>
              <a:xfrm>
                <a:off x="1448054" y="728853"/>
                <a:ext cx="137413" cy="137413"/>
              </a:xfrm>
              <a:prstGeom prst="ellipse">
                <a:avLst/>
              </a:prstGeom>
              <a:solidFill>
                <a:srgbClr val="D4D5D8"/>
              </a:solidFill>
              <a:ln w="8110" cap="rnd">
                <a:solidFill>
                  <a:srgbClr val="D4D5D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45724FC8-09AD-CB9C-D4C5-BCCDD4325975}"/>
                  </a:ext>
                </a:extLst>
              </p:cNvPr>
              <p:cNvSpPr/>
              <p:nvPr/>
            </p:nvSpPr>
            <p:spPr>
              <a:xfrm>
                <a:off x="1431417" y="1171194"/>
                <a:ext cx="170687" cy="170687"/>
              </a:xfrm>
              <a:prstGeom prst="ellipse">
                <a:avLst/>
              </a:prstGeom>
              <a:solidFill>
                <a:srgbClr val="E87057"/>
              </a:solidFill>
              <a:ln w="8110" cap="rnd">
                <a:solidFill>
                  <a:srgbClr val="E8705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095E3C9-E228-C85D-451F-DB7AA11A85F1}"/>
                  </a:ext>
                </a:extLst>
              </p:cNvPr>
              <p:cNvSpPr/>
              <p:nvPr/>
            </p:nvSpPr>
            <p:spPr>
              <a:xfrm>
                <a:off x="1475867" y="1674622"/>
                <a:ext cx="81787" cy="81787"/>
              </a:xfrm>
              <a:prstGeom prst="ellipse">
                <a:avLst/>
              </a:prstGeom>
              <a:solidFill>
                <a:srgbClr val="356DB3"/>
              </a:solidFill>
              <a:ln w="8110" cap="rnd">
                <a:solidFill>
                  <a:srgbClr val="356DB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405E3A18-C6AA-A822-6065-4D2E3EC26205}"/>
                  </a:ext>
                </a:extLst>
              </p:cNvPr>
              <p:cNvSpPr/>
              <p:nvPr/>
            </p:nvSpPr>
            <p:spPr>
              <a:xfrm>
                <a:off x="1743202" y="265811"/>
                <a:ext cx="145541" cy="145542"/>
              </a:xfrm>
              <a:prstGeom prst="ellipse">
                <a:avLst/>
              </a:prstGeom>
              <a:solidFill>
                <a:srgbClr val="DC090D"/>
              </a:solidFill>
              <a:ln w="8110" cap="rnd">
                <a:solidFill>
                  <a:srgbClr val="DC090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DA1FA2D8-31B8-D713-D8E3-361983C7FC30}"/>
                  </a:ext>
                </a:extLst>
              </p:cNvPr>
              <p:cNvSpPr/>
              <p:nvPr/>
            </p:nvSpPr>
            <p:spPr>
              <a:xfrm>
                <a:off x="1771269" y="752855"/>
                <a:ext cx="89408" cy="89407"/>
              </a:xfrm>
              <a:prstGeom prst="ellipse">
                <a:avLst/>
              </a:prstGeom>
              <a:solidFill>
                <a:srgbClr val="BEC3D2"/>
              </a:solidFill>
              <a:ln w="8110" cap="rnd">
                <a:solidFill>
                  <a:srgbClr val="BEC3D2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3726A40-6C97-EB2B-0CAB-17CA2E56A1AF}"/>
                  </a:ext>
                </a:extLst>
              </p:cNvPr>
              <p:cNvSpPr/>
              <p:nvPr/>
            </p:nvSpPr>
            <p:spPr>
              <a:xfrm>
                <a:off x="1777746" y="1218311"/>
                <a:ext cx="76453" cy="76454"/>
              </a:xfrm>
              <a:prstGeom prst="ellipse">
                <a:avLst/>
              </a:prstGeom>
              <a:solidFill>
                <a:srgbClr val="A0ADCB"/>
              </a:solidFill>
              <a:ln w="8110" cap="rnd">
                <a:solidFill>
                  <a:srgbClr val="A0ADCB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EE61C75-1485-CAC1-E022-4224675460BE}"/>
                  </a:ext>
                </a:extLst>
              </p:cNvPr>
              <p:cNvSpPr/>
              <p:nvPr/>
            </p:nvSpPr>
            <p:spPr>
              <a:xfrm>
                <a:off x="1784096" y="1683639"/>
                <a:ext cx="63753" cy="63753"/>
              </a:xfrm>
              <a:prstGeom prst="ellipse">
                <a:avLst/>
              </a:prstGeom>
              <a:solidFill>
                <a:srgbClr val="91A1C7"/>
              </a:solidFill>
              <a:ln w="8110" cap="rnd">
                <a:solidFill>
                  <a:srgbClr val="91A1C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AC8239-1980-8867-FBA6-C5980281A2CF}"/>
                  </a:ext>
                </a:extLst>
              </p:cNvPr>
              <p:cNvSpPr/>
              <p:nvPr/>
            </p:nvSpPr>
            <p:spPr>
              <a:xfrm>
                <a:off x="439166" y="63246"/>
                <a:ext cx="1556385" cy="1927605"/>
              </a:xfrm>
              <a:prstGeom prst="rect">
                <a:avLst/>
              </a:prstGeom>
              <a:noFill/>
              <a:ln w="12292" cap="rnd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5" name="Graphic 4">
              <a:extLst>
                <a:ext uri="{FF2B5EF4-FFF2-40B4-BE49-F238E27FC236}">
                  <a16:creationId xmlns:a16="http://schemas.microsoft.com/office/drawing/2014/main" id="{02FAF500-7156-6E91-A7F9-7F65515200F8}"/>
                </a:ext>
              </a:extLst>
            </p:cNvPr>
            <p:cNvGrpSpPr/>
            <p:nvPr/>
          </p:nvGrpSpPr>
          <p:grpSpPr>
            <a:xfrm>
              <a:off x="-6384" y="-399796"/>
              <a:ext cx="2897404" cy="2853690"/>
              <a:chOff x="-6384" y="-399796"/>
              <a:chExt cx="2897404" cy="2853690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4F48162-A71F-90BB-E75D-6B139037A27D}"/>
                  </a:ext>
                </a:extLst>
              </p:cNvPr>
              <p:cNvSpPr txBox="1"/>
              <p:nvPr/>
            </p:nvSpPr>
            <p:spPr>
              <a:xfrm>
                <a:off x="121314" y="1614142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latin typeface="Arial"/>
                    <a:cs typeface="Arial"/>
                    <a:sym typeface="Arial"/>
                    <a:rtl val="0"/>
                  </a:rPr>
                  <a:t>6_3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E7B2295-094F-271A-2350-834D24421BE1}"/>
                  </a:ext>
                </a:extLst>
              </p:cNvPr>
              <p:cNvSpPr txBox="1"/>
              <p:nvPr/>
            </p:nvSpPr>
            <p:spPr>
              <a:xfrm>
                <a:off x="121314" y="1155164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latin typeface="Arial"/>
                    <a:cs typeface="Arial"/>
                    <a:sym typeface="Arial"/>
                    <a:rtl val="0"/>
                  </a:rPr>
                  <a:t>6_2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973AC62-AAE9-D6E0-C10D-AAC067FD266E}"/>
                  </a:ext>
                </a:extLst>
              </p:cNvPr>
              <p:cNvSpPr txBox="1"/>
              <p:nvPr/>
            </p:nvSpPr>
            <p:spPr>
              <a:xfrm>
                <a:off x="121314" y="696313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latin typeface="Arial"/>
                    <a:cs typeface="Arial"/>
                    <a:sym typeface="Arial"/>
                    <a:rtl val="0"/>
                  </a:rPr>
                  <a:t>6_1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326FA11-3FEB-CFF4-7028-657F7118FD95}"/>
                  </a:ext>
                </a:extLst>
              </p:cNvPr>
              <p:cNvSpPr txBox="1"/>
              <p:nvPr/>
            </p:nvSpPr>
            <p:spPr>
              <a:xfrm>
                <a:off x="121314" y="237335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latin typeface="Arial"/>
                    <a:cs typeface="Arial"/>
                    <a:sym typeface="Arial"/>
                    <a:rtl val="0"/>
                  </a:rPr>
                  <a:t>6_0</a:t>
                </a: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FB8BD194-AF46-D355-27F5-2C3A3E1E0B42}"/>
                  </a:ext>
                </a:extLst>
              </p:cNvPr>
              <p:cNvSpPr/>
              <p:nvPr/>
            </p:nvSpPr>
            <p:spPr>
              <a:xfrm>
                <a:off x="407543" y="1715516"/>
                <a:ext cx="31623" cy="12700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4A64D22F-1C2C-9F1E-A930-F35C42AA4355}"/>
                  </a:ext>
                </a:extLst>
              </p:cNvPr>
              <p:cNvSpPr/>
              <p:nvPr/>
            </p:nvSpPr>
            <p:spPr>
              <a:xfrm>
                <a:off x="407543" y="1256538"/>
                <a:ext cx="31623" cy="12700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CD9F450-9E30-EFC3-A1D3-96A927868FE4}"/>
                  </a:ext>
                </a:extLst>
              </p:cNvPr>
              <p:cNvSpPr/>
              <p:nvPr/>
            </p:nvSpPr>
            <p:spPr>
              <a:xfrm>
                <a:off x="407543" y="797559"/>
                <a:ext cx="31623" cy="12700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917C86D6-DCC8-5FF1-2F14-E78A445CFA6D}"/>
                  </a:ext>
                </a:extLst>
              </p:cNvPr>
              <p:cNvSpPr/>
              <p:nvPr/>
            </p:nvSpPr>
            <p:spPr>
              <a:xfrm>
                <a:off x="407543" y="338581"/>
                <a:ext cx="31623" cy="12700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1DC645C-7D5A-F9BA-13A9-F51049635423}"/>
                  </a:ext>
                </a:extLst>
              </p:cNvPr>
              <p:cNvSpPr/>
              <p:nvPr/>
            </p:nvSpPr>
            <p:spPr>
              <a:xfrm>
                <a:off x="618744" y="1990851"/>
                <a:ext cx="12700" cy="31623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EC4C9D8-1AE5-02B4-BBFF-AB50BDEAC490}"/>
                  </a:ext>
                </a:extLst>
              </p:cNvPr>
              <p:cNvSpPr/>
              <p:nvPr/>
            </p:nvSpPr>
            <p:spPr>
              <a:xfrm>
                <a:off x="918083" y="1990851"/>
                <a:ext cx="12700" cy="31623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6FDD885C-C76D-E5C5-8558-FC7F411256EF}"/>
                  </a:ext>
                </a:extLst>
              </p:cNvPr>
              <p:cNvSpPr/>
              <p:nvPr/>
            </p:nvSpPr>
            <p:spPr>
              <a:xfrm>
                <a:off x="1217422" y="1990851"/>
                <a:ext cx="12700" cy="31623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39B6DC41-451E-3A26-E502-6CE5D34E22C5}"/>
                  </a:ext>
                </a:extLst>
              </p:cNvPr>
              <p:cNvSpPr/>
              <p:nvPr/>
            </p:nvSpPr>
            <p:spPr>
              <a:xfrm>
                <a:off x="1516761" y="1990851"/>
                <a:ext cx="12700" cy="31623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969369FB-B374-F63F-80F6-786AADEE09E2}"/>
                  </a:ext>
                </a:extLst>
              </p:cNvPr>
              <p:cNvSpPr/>
              <p:nvPr/>
            </p:nvSpPr>
            <p:spPr>
              <a:xfrm>
                <a:off x="1815973" y="1990851"/>
                <a:ext cx="12700" cy="31623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292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B4B666-533B-1519-25FA-932F89ABED88}"/>
                  </a:ext>
                </a:extLst>
              </p:cNvPr>
              <p:cNvSpPr txBox="1"/>
              <p:nvPr/>
            </p:nvSpPr>
            <p:spPr>
              <a:xfrm rot="18900000">
                <a:off x="403298" y="2053838"/>
                <a:ext cx="34015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drd3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1C376E-18B8-73FD-52B6-5BB02CB9058D}"/>
                  </a:ext>
                </a:extLst>
              </p:cNvPr>
              <p:cNvSpPr txBox="1"/>
              <p:nvPr/>
            </p:nvSpPr>
            <p:spPr>
              <a:xfrm rot="18900000">
                <a:off x="645042" y="2081778"/>
                <a:ext cx="39946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tacr3a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115C59-8B97-65A6-CD61-7537A07BE828}"/>
                  </a:ext>
                </a:extLst>
              </p:cNvPr>
              <p:cNvSpPr txBox="1"/>
              <p:nvPr/>
            </p:nvSpPr>
            <p:spPr>
              <a:xfrm rot="18900000">
                <a:off x="964780" y="2071798"/>
                <a:ext cx="37863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npy7r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616C11C-1469-75DB-8163-577FA4B97F9A}"/>
                  </a:ext>
                </a:extLst>
              </p:cNvPr>
              <p:cNvSpPr txBox="1"/>
              <p:nvPr/>
            </p:nvSpPr>
            <p:spPr>
              <a:xfrm rot="18900000">
                <a:off x="1280951" y="2063783"/>
                <a:ext cx="36099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nmbr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530D61A-24B9-C570-3F2B-9A16E599F7B0}"/>
                  </a:ext>
                </a:extLst>
              </p:cNvPr>
              <p:cNvSpPr txBox="1"/>
              <p:nvPr/>
            </p:nvSpPr>
            <p:spPr>
              <a:xfrm rot="18900000">
                <a:off x="1597087" y="2055802"/>
                <a:ext cx="34336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cckb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2C2B453-A9E5-5DC7-A1A1-927D071EFED1}"/>
                  </a:ext>
                </a:extLst>
              </p:cNvPr>
              <p:cNvSpPr txBox="1"/>
              <p:nvPr/>
            </p:nvSpPr>
            <p:spPr>
              <a:xfrm rot="-5400000">
                <a:off x="-281176" y="910387"/>
                <a:ext cx="782905" cy="2333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Subcluster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B30BBCB-F7DC-9031-C530-53FAAFB1702A}"/>
                  </a:ext>
                </a:extLst>
              </p:cNvPr>
              <p:cNvSpPr/>
              <p:nvPr/>
            </p:nvSpPr>
            <p:spPr>
              <a:xfrm>
                <a:off x="2122170" y="-399796"/>
                <a:ext cx="606551" cy="1185291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6457697C-4595-F79E-3538-876F7BD74D0B}"/>
                  </a:ext>
                </a:extLst>
              </p:cNvPr>
              <p:cNvSpPr/>
              <p:nvPr/>
            </p:nvSpPr>
            <p:spPr>
              <a:xfrm>
                <a:off x="2185416" y="-155575"/>
                <a:ext cx="219456" cy="219456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E7651372-AB5B-8E8C-6EF7-221D2159E7FF}"/>
                  </a:ext>
                </a:extLst>
              </p:cNvPr>
              <p:cNvSpPr/>
              <p:nvPr/>
            </p:nvSpPr>
            <p:spPr>
              <a:xfrm>
                <a:off x="2291080" y="-49911"/>
                <a:ext cx="8127" cy="8127"/>
              </a:xfrm>
              <a:prstGeom prst="ellipse">
                <a:avLst/>
              </a:prstGeom>
              <a:solidFill>
                <a:srgbClr val="000000"/>
              </a:solidFill>
              <a:ln w="811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B5E8D5E0-216A-22E3-D26E-C89DFCBE3883}"/>
                  </a:ext>
                </a:extLst>
              </p:cNvPr>
              <p:cNvSpPr/>
              <p:nvPr/>
            </p:nvSpPr>
            <p:spPr>
              <a:xfrm>
                <a:off x="2185416" y="63881"/>
                <a:ext cx="219456" cy="219456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7B144BB7-0E0A-C964-0F6D-B9E09D7B8991}"/>
                  </a:ext>
                </a:extLst>
              </p:cNvPr>
              <p:cNvSpPr/>
              <p:nvPr/>
            </p:nvSpPr>
            <p:spPr>
              <a:xfrm>
                <a:off x="2245487" y="123952"/>
                <a:ext cx="99313" cy="99313"/>
              </a:xfrm>
              <a:prstGeom prst="ellipse">
                <a:avLst/>
              </a:prstGeom>
              <a:solidFill>
                <a:srgbClr val="000000"/>
              </a:solidFill>
              <a:ln w="811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820B566-82AA-49F4-5171-F2D9AF69A520}"/>
                  </a:ext>
                </a:extLst>
              </p:cNvPr>
              <p:cNvSpPr/>
              <p:nvPr/>
            </p:nvSpPr>
            <p:spPr>
              <a:xfrm>
                <a:off x="2185416" y="283337"/>
                <a:ext cx="219456" cy="219456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D514EA75-8FA7-901D-245D-3E34B843E186}"/>
                  </a:ext>
                </a:extLst>
              </p:cNvPr>
              <p:cNvSpPr/>
              <p:nvPr/>
            </p:nvSpPr>
            <p:spPr>
              <a:xfrm>
                <a:off x="2226691" y="324612"/>
                <a:ext cx="136905" cy="136905"/>
              </a:xfrm>
              <a:prstGeom prst="ellipse">
                <a:avLst/>
              </a:prstGeom>
              <a:solidFill>
                <a:srgbClr val="000000"/>
              </a:solidFill>
              <a:ln w="811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8CA7CE4-2A20-E759-8F82-9C14A99C491C}"/>
                  </a:ext>
                </a:extLst>
              </p:cNvPr>
              <p:cNvSpPr/>
              <p:nvPr/>
            </p:nvSpPr>
            <p:spPr>
              <a:xfrm>
                <a:off x="2185416" y="502793"/>
                <a:ext cx="219456" cy="219456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4DF5C74-B521-3BB3-1338-3DC5CDC6B177}"/>
                  </a:ext>
                </a:extLst>
              </p:cNvPr>
              <p:cNvSpPr/>
              <p:nvPr/>
            </p:nvSpPr>
            <p:spPr>
              <a:xfrm>
                <a:off x="2212213" y="529590"/>
                <a:ext cx="165862" cy="165862"/>
              </a:xfrm>
              <a:prstGeom prst="ellipse">
                <a:avLst/>
              </a:prstGeom>
              <a:solidFill>
                <a:srgbClr val="000000"/>
              </a:solidFill>
              <a:ln w="811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3E12886-9430-A9F6-5F4B-1E4AC07208BF}"/>
                  </a:ext>
                </a:extLst>
              </p:cNvPr>
              <p:cNvSpPr txBox="1"/>
              <p:nvPr/>
            </p:nvSpPr>
            <p:spPr>
              <a:xfrm>
                <a:off x="2376677" y="-147220"/>
                <a:ext cx="239385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038F1C0-EAC5-9A62-A4B7-31ADD769109A}"/>
                  </a:ext>
                </a:extLst>
              </p:cNvPr>
              <p:cNvSpPr txBox="1"/>
              <p:nvPr/>
            </p:nvSpPr>
            <p:spPr>
              <a:xfrm>
                <a:off x="2376677" y="72235"/>
                <a:ext cx="295890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5778161E-82FB-4091-59D8-A1DF603098BB}"/>
                  </a:ext>
                </a:extLst>
              </p:cNvPr>
              <p:cNvSpPr txBox="1"/>
              <p:nvPr/>
            </p:nvSpPr>
            <p:spPr>
              <a:xfrm>
                <a:off x="2376677" y="291691"/>
                <a:ext cx="295890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812F12F-3860-561E-39EB-6AAEFB45E177}"/>
                  </a:ext>
                </a:extLst>
              </p:cNvPr>
              <p:cNvSpPr txBox="1"/>
              <p:nvPr/>
            </p:nvSpPr>
            <p:spPr>
              <a:xfrm>
                <a:off x="2376677" y="511147"/>
                <a:ext cx="295890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30</a:t>
                </a: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984680E-1BD2-35B2-8651-54E98A9C2E26}"/>
                  </a:ext>
                </a:extLst>
              </p:cNvPr>
              <p:cNvSpPr/>
              <p:nvPr/>
            </p:nvSpPr>
            <p:spPr>
              <a:xfrm>
                <a:off x="2122170" y="911987"/>
                <a:ext cx="740663" cy="1541907"/>
              </a:xfrm>
              <a:prstGeom prst="rect">
                <a:avLst/>
              </a:prstGeom>
              <a:solidFill>
                <a:srgbClr val="FFFFFF"/>
              </a:solidFill>
              <a:ln w="12292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1E29C68-4B53-6F51-E129-D7F5BE5594C4}"/>
                  </a:ext>
                </a:extLst>
              </p:cNvPr>
              <p:cNvSpPr txBox="1"/>
              <p:nvPr/>
            </p:nvSpPr>
            <p:spPr>
              <a:xfrm>
                <a:off x="2093976" y="918937"/>
                <a:ext cx="571197" cy="2333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Scaled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04EE0BA-A44A-6867-A5DF-0C9E7B585646}"/>
                  </a:ext>
                </a:extLst>
              </p:cNvPr>
              <p:cNvSpPr txBox="1"/>
              <p:nvPr/>
            </p:nvSpPr>
            <p:spPr>
              <a:xfrm>
                <a:off x="2093976" y="1056097"/>
                <a:ext cx="797044" cy="2333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expression</a:t>
                </a: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20E3562F-FB53-7BB0-90D8-3DF0D1C4C5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85416" y="1293368"/>
                <a:ext cx="219456" cy="1097280"/>
              </a:xfrm>
              <a:custGeom>
                <a:avLst/>
                <a:gdLst>
                  <a:gd name="csX0" fmla="*/ 0 w 219456"/>
                  <a:gd name="csY0" fmla="*/ 0 h 1097280"/>
                  <a:gd name="csX1" fmla="*/ 219456 w 219456"/>
                  <a:gd name="csY1" fmla="*/ 0 h 1097280"/>
                  <a:gd name="csX2" fmla="*/ 219456 w 219456"/>
                  <a:gd name="csY2" fmla="*/ 1097280 h 1097280"/>
                  <a:gd name="csX3" fmla="*/ 0 w 219456"/>
                  <a:gd name="csY3" fmla="*/ 1097280 h 10972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9456" h="1097280">
                    <a:moveTo>
                      <a:pt x="0" y="0"/>
                    </a:moveTo>
                    <a:lnTo>
                      <a:pt x="219456" y="0"/>
                    </a:lnTo>
                    <a:lnTo>
                      <a:pt x="219456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</p:spPr>
          </p:pic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1E596658-911D-E523-B4AC-5FB0FB42707A}"/>
                  </a:ext>
                </a:extLst>
              </p:cNvPr>
              <p:cNvSpPr/>
              <p:nvPr/>
            </p:nvSpPr>
            <p:spPr>
              <a:xfrm>
                <a:off x="2360929" y="2245741"/>
                <a:ext cx="43942" cy="12700"/>
              </a:xfrm>
              <a:custGeom>
                <a:avLst/>
                <a:gdLst>
                  <a:gd name="csX0" fmla="*/ 0 w 43942"/>
                  <a:gd name="csY0" fmla="*/ 0 h 12700"/>
                  <a:gd name="csX1" fmla="*/ 43942 w 439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2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1E620BA4-A551-9B5C-C06C-34913D328351}"/>
                  </a:ext>
                </a:extLst>
              </p:cNvPr>
              <p:cNvSpPr/>
              <p:nvPr/>
            </p:nvSpPr>
            <p:spPr>
              <a:xfrm>
                <a:off x="2360929" y="2054225"/>
                <a:ext cx="43942" cy="12700"/>
              </a:xfrm>
              <a:custGeom>
                <a:avLst/>
                <a:gdLst>
                  <a:gd name="csX0" fmla="*/ 0 w 43942"/>
                  <a:gd name="csY0" fmla="*/ 0 h 12700"/>
                  <a:gd name="csX1" fmla="*/ 43942 w 439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2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16DB7C5A-7D0F-22EF-0B77-789455F5D036}"/>
                  </a:ext>
                </a:extLst>
              </p:cNvPr>
              <p:cNvSpPr/>
              <p:nvPr/>
            </p:nvSpPr>
            <p:spPr>
              <a:xfrm>
                <a:off x="2360929" y="1862835"/>
                <a:ext cx="43942" cy="12700"/>
              </a:xfrm>
              <a:custGeom>
                <a:avLst/>
                <a:gdLst>
                  <a:gd name="csX0" fmla="*/ 0 w 43942"/>
                  <a:gd name="csY0" fmla="*/ 0 h 12700"/>
                  <a:gd name="csX1" fmla="*/ 43942 w 439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2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AB90261-E7C1-3022-1F1B-CC69A388B9F8}"/>
                  </a:ext>
                </a:extLst>
              </p:cNvPr>
              <p:cNvSpPr/>
              <p:nvPr/>
            </p:nvSpPr>
            <p:spPr>
              <a:xfrm>
                <a:off x="2360929" y="1671320"/>
                <a:ext cx="43942" cy="12700"/>
              </a:xfrm>
              <a:custGeom>
                <a:avLst/>
                <a:gdLst>
                  <a:gd name="csX0" fmla="*/ 0 w 43942"/>
                  <a:gd name="csY0" fmla="*/ 0 h 12700"/>
                  <a:gd name="csX1" fmla="*/ 43942 w 439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2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CF429ABF-407F-F9EF-E824-52C5764074FC}"/>
                  </a:ext>
                </a:extLst>
              </p:cNvPr>
              <p:cNvSpPr/>
              <p:nvPr/>
            </p:nvSpPr>
            <p:spPr>
              <a:xfrm>
                <a:off x="2360929" y="1479930"/>
                <a:ext cx="43942" cy="12700"/>
              </a:xfrm>
              <a:custGeom>
                <a:avLst/>
                <a:gdLst>
                  <a:gd name="csX0" fmla="*/ 0 w 43942"/>
                  <a:gd name="csY0" fmla="*/ 0 h 12700"/>
                  <a:gd name="csX1" fmla="*/ 43942 w 43942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2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49AF473F-8123-45B0-E384-98CAA258C3C3}"/>
                  </a:ext>
                </a:extLst>
              </p:cNvPr>
              <p:cNvSpPr/>
              <p:nvPr/>
            </p:nvSpPr>
            <p:spPr>
              <a:xfrm>
                <a:off x="2185416" y="2245741"/>
                <a:ext cx="43814" cy="12700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77F2F674-D372-9642-80E3-C442AC0B7A79}"/>
                  </a:ext>
                </a:extLst>
              </p:cNvPr>
              <p:cNvSpPr/>
              <p:nvPr/>
            </p:nvSpPr>
            <p:spPr>
              <a:xfrm>
                <a:off x="2185416" y="2054225"/>
                <a:ext cx="43814" cy="12700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AB44A69F-7316-431D-0622-7C7B9DE59FA7}"/>
                  </a:ext>
                </a:extLst>
              </p:cNvPr>
              <p:cNvSpPr/>
              <p:nvPr/>
            </p:nvSpPr>
            <p:spPr>
              <a:xfrm>
                <a:off x="2185416" y="1862835"/>
                <a:ext cx="43814" cy="12700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782B2949-B5ED-B4BD-C310-5CBAB170A5AF}"/>
                  </a:ext>
                </a:extLst>
              </p:cNvPr>
              <p:cNvSpPr/>
              <p:nvPr/>
            </p:nvSpPr>
            <p:spPr>
              <a:xfrm>
                <a:off x="2185416" y="1671320"/>
                <a:ext cx="43814" cy="12700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4A07C807-BEF8-7C67-4CB1-344FCFA1E80C}"/>
                  </a:ext>
                </a:extLst>
              </p:cNvPr>
              <p:cNvSpPr/>
              <p:nvPr/>
            </p:nvSpPr>
            <p:spPr>
              <a:xfrm>
                <a:off x="2185416" y="1479930"/>
                <a:ext cx="43814" cy="12700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16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94EFF90-509C-A0F7-0D7A-814074672722}"/>
                  </a:ext>
                </a:extLst>
              </p:cNvPr>
              <p:cNvSpPr txBox="1"/>
              <p:nvPr/>
            </p:nvSpPr>
            <p:spPr>
              <a:xfrm>
                <a:off x="2376677" y="2144367"/>
                <a:ext cx="357951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-1.0</a:t>
                </a: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F23ECB0-389B-BCB9-50C5-606DE007DFF1}"/>
                  </a:ext>
                </a:extLst>
              </p:cNvPr>
              <p:cNvSpPr txBox="1"/>
              <p:nvPr/>
            </p:nvSpPr>
            <p:spPr>
              <a:xfrm>
                <a:off x="2376677" y="1952978"/>
                <a:ext cx="357951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-0.5</a:t>
                </a: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9E7D3AD-3313-ED47-72A0-69C1D1BF11C1}"/>
                  </a:ext>
                </a:extLst>
              </p:cNvPr>
              <p:cNvSpPr txBox="1"/>
              <p:nvPr/>
            </p:nvSpPr>
            <p:spPr>
              <a:xfrm>
                <a:off x="2376677" y="1761462"/>
                <a:ext cx="324117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0.0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9EAD66E-817B-F97D-98F8-5FF2CD31A4BE}"/>
                  </a:ext>
                </a:extLst>
              </p:cNvPr>
              <p:cNvSpPr txBox="1"/>
              <p:nvPr/>
            </p:nvSpPr>
            <p:spPr>
              <a:xfrm>
                <a:off x="2376677" y="1570073"/>
                <a:ext cx="324117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0.5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F44F5D-CC57-DB88-C6D4-01EB825EEF72}"/>
                  </a:ext>
                </a:extLst>
              </p:cNvPr>
              <p:cNvSpPr txBox="1"/>
              <p:nvPr/>
            </p:nvSpPr>
            <p:spPr>
              <a:xfrm>
                <a:off x="2376677" y="1378684"/>
                <a:ext cx="324117" cy="2049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1.0</a:t>
                </a:r>
              </a:p>
            </p:txBody>
          </p:sp>
        </p:grpSp>
      </p:grpSp>
      <p:grpSp>
        <p:nvGrpSpPr>
          <p:cNvPr id="1441" name="Group 1440">
            <a:extLst>
              <a:ext uri="{FF2B5EF4-FFF2-40B4-BE49-F238E27FC236}">
                <a16:creationId xmlns:a16="http://schemas.microsoft.com/office/drawing/2014/main" id="{650628A2-C683-293F-D502-DF3E7955B04B}"/>
              </a:ext>
            </a:extLst>
          </p:cNvPr>
          <p:cNvGrpSpPr/>
          <p:nvPr/>
        </p:nvGrpSpPr>
        <p:grpSpPr>
          <a:xfrm>
            <a:off x="2629660" y="274984"/>
            <a:ext cx="3376989" cy="1455722"/>
            <a:chOff x="2629660" y="607492"/>
            <a:chExt cx="3376989" cy="1455722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245DB32-1671-8B91-8E71-9653D8B962DF}"/>
                </a:ext>
              </a:extLst>
            </p:cNvPr>
            <p:cNvSpPr txBox="1"/>
            <p:nvPr/>
          </p:nvSpPr>
          <p:spPr>
            <a:xfrm rot="18900000">
              <a:off x="3018573" y="1878548"/>
              <a:ext cx="39946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i="1" spc="0" baseline="0">
                  <a:ln/>
                  <a:latin typeface="Arial"/>
                  <a:cs typeface="Arial"/>
                  <a:sym typeface="Arial"/>
                  <a:rtl val="0"/>
                </a:rPr>
                <a:t>tacr3a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AE63198B-8D78-7329-9D37-C6C3C9B05477}"/>
                </a:ext>
              </a:extLst>
            </p:cNvPr>
            <p:cNvSpPr txBox="1"/>
            <p:nvPr/>
          </p:nvSpPr>
          <p:spPr>
            <a:xfrm rot="18900000">
              <a:off x="4036625" y="1878548"/>
              <a:ext cx="39946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i="1" spc="0" baseline="0">
                  <a:ln/>
                  <a:latin typeface="Arial"/>
                  <a:cs typeface="Arial"/>
                  <a:sym typeface="Arial"/>
                  <a:rtl val="0"/>
                </a:rPr>
                <a:t>tacr3a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AAF4DE1B-192A-240C-47BD-83C0E1568727}"/>
                </a:ext>
              </a:extLst>
            </p:cNvPr>
            <p:cNvSpPr txBox="1"/>
            <p:nvPr/>
          </p:nvSpPr>
          <p:spPr>
            <a:xfrm rot="18900000">
              <a:off x="5054676" y="1878548"/>
              <a:ext cx="39946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600" i="1" spc="0" baseline="0">
                  <a:ln/>
                  <a:latin typeface="Arial"/>
                  <a:cs typeface="Arial"/>
                  <a:sym typeface="Arial"/>
                  <a:rtl val="0"/>
                </a:rPr>
                <a:t>tacr3a</a:t>
              </a:r>
            </a:p>
          </p:txBody>
        </p:sp>
        <p:grpSp>
          <p:nvGrpSpPr>
            <p:cNvPr id="1439" name="Group 1438">
              <a:extLst>
                <a:ext uri="{FF2B5EF4-FFF2-40B4-BE49-F238E27FC236}">
                  <a16:creationId xmlns:a16="http://schemas.microsoft.com/office/drawing/2014/main" id="{367F5D0C-B524-9515-CF32-B438F5DE0B85}"/>
                </a:ext>
              </a:extLst>
            </p:cNvPr>
            <p:cNvGrpSpPr/>
            <p:nvPr/>
          </p:nvGrpSpPr>
          <p:grpSpPr>
            <a:xfrm>
              <a:off x="2629660" y="607492"/>
              <a:ext cx="3376989" cy="1449276"/>
              <a:chOff x="2629660" y="607492"/>
              <a:chExt cx="3376989" cy="1449276"/>
            </a:xfrm>
          </p:grpSpPr>
          <p:grpSp>
            <p:nvGrpSpPr>
              <p:cNvPr id="101" name="Graphic 6">
                <a:extLst>
                  <a:ext uri="{FF2B5EF4-FFF2-40B4-BE49-F238E27FC236}">
                    <a16:creationId xmlns:a16="http://schemas.microsoft.com/office/drawing/2014/main" id="{34A845E8-31C9-9D0F-7842-B736D91B9DED}"/>
                  </a:ext>
                </a:extLst>
              </p:cNvPr>
              <p:cNvGrpSpPr/>
              <p:nvPr/>
            </p:nvGrpSpPr>
            <p:grpSpPr>
              <a:xfrm>
                <a:off x="2964940" y="733734"/>
                <a:ext cx="977201" cy="1118781"/>
                <a:chOff x="439166" y="2633599"/>
                <a:chExt cx="1512951" cy="1732152"/>
              </a:xfrm>
            </p:grpSpPr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EBE59FE-6526-3198-BAC6-BECBB23A55D2}"/>
                    </a:ext>
                  </a:extLst>
                </p:cNvPr>
                <p:cNvSpPr/>
                <p:nvPr/>
              </p:nvSpPr>
              <p:spPr>
                <a:xfrm>
                  <a:off x="439166" y="2633599"/>
                  <a:ext cx="1512950" cy="1732152"/>
                </a:xfrm>
                <a:prstGeom prst="rect">
                  <a:avLst/>
                </a:prstGeom>
                <a:solidFill>
                  <a:srgbClr val="FFFFFF"/>
                </a:solidFill>
                <a:ln w="12313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87D30F9D-56EE-3DB2-C602-120ACC4B894E}"/>
                    </a:ext>
                  </a:extLst>
                </p:cNvPr>
                <p:cNvSpPr/>
                <p:nvPr/>
              </p:nvSpPr>
              <p:spPr>
                <a:xfrm>
                  <a:off x="439166" y="4118229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22F7B1FB-8D42-DD44-9860-C2225EFB1915}"/>
                    </a:ext>
                  </a:extLst>
                </p:cNvPr>
                <p:cNvSpPr/>
                <p:nvPr/>
              </p:nvSpPr>
              <p:spPr>
                <a:xfrm>
                  <a:off x="439166" y="3705860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D5302D59-0CDE-A668-3A76-29F6F1E031AA}"/>
                    </a:ext>
                  </a:extLst>
                </p:cNvPr>
                <p:cNvSpPr/>
                <p:nvPr/>
              </p:nvSpPr>
              <p:spPr>
                <a:xfrm>
                  <a:off x="439166" y="3293491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CF63F72-B3FF-27C6-910E-CD8D44DC0F69}"/>
                    </a:ext>
                  </a:extLst>
                </p:cNvPr>
                <p:cNvSpPr/>
                <p:nvPr/>
              </p:nvSpPr>
              <p:spPr>
                <a:xfrm>
                  <a:off x="439166" y="2880994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E5896D49-1FC8-0F53-F3E4-2E03A85FECBD}"/>
                    </a:ext>
                  </a:extLst>
                </p:cNvPr>
                <p:cNvSpPr/>
                <p:nvPr/>
              </p:nvSpPr>
              <p:spPr>
                <a:xfrm>
                  <a:off x="613791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B0A2C34E-C825-1B5F-94D7-B5A265E5D27B}"/>
                    </a:ext>
                  </a:extLst>
                </p:cNvPr>
                <p:cNvSpPr/>
                <p:nvPr/>
              </p:nvSpPr>
              <p:spPr>
                <a:xfrm>
                  <a:off x="904747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D946313E-1B3E-9494-FE16-96B63F37BA37}"/>
                    </a:ext>
                  </a:extLst>
                </p:cNvPr>
                <p:cNvSpPr/>
                <p:nvPr/>
              </p:nvSpPr>
              <p:spPr>
                <a:xfrm>
                  <a:off x="1195705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928160AB-7137-C408-4B8A-E9F5725E9172}"/>
                    </a:ext>
                  </a:extLst>
                </p:cNvPr>
                <p:cNvSpPr/>
                <p:nvPr/>
              </p:nvSpPr>
              <p:spPr>
                <a:xfrm>
                  <a:off x="1486661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7FFE45DC-0529-49C8-D130-E0163E7DC86E}"/>
                    </a:ext>
                  </a:extLst>
                </p:cNvPr>
                <p:cNvSpPr/>
                <p:nvPr/>
              </p:nvSpPr>
              <p:spPr>
                <a:xfrm>
                  <a:off x="1777619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EDA606EF-2A4A-2AEA-FF19-0019F4BD24CE}"/>
                    </a:ext>
                  </a:extLst>
                </p:cNvPr>
                <p:cNvSpPr/>
                <p:nvPr/>
              </p:nvSpPr>
              <p:spPr>
                <a:xfrm>
                  <a:off x="589915" y="2857119"/>
                  <a:ext cx="47752" cy="47752"/>
                </a:xfrm>
                <a:prstGeom prst="ellipse">
                  <a:avLst/>
                </a:prstGeom>
                <a:solidFill>
                  <a:srgbClr val="C7CBD5"/>
                </a:solidFill>
                <a:ln w="8124" cap="rnd">
                  <a:solidFill>
                    <a:srgbClr val="C7CBD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34893F4D-8618-2CA4-8089-BA7D7874C2F4}"/>
                    </a:ext>
                  </a:extLst>
                </p:cNvPr>
                <p:cNvSpPr/>
                <p:nvPr/>
              </p:nvSpPr>
              <p:spPr>
                <a:xfrm>
                  <a:off x="592074" y="3271774"/>
                  <a:ext cx="43434" cy="43433"/>
                </a:xfrm>
                <a:prstGeom prst="ellipse">
                  <a:avLst/>
                </a:prstGeom>
                <a:solidFill>
                  <a:srgbClr val="CACDD5"/>
                </a:solidFill>
                <a:ln w="8124" cap="rnd">
                  <a:solidFill>
                    <a:srgbClr val="CACDD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9C7539C8-7A64-E9EC-2056-C0B0AB8F9FDB}"/>
                    </a:ext>
                  </a:extLst>
                </p:cNvPr>
                <p:cNvSpPr/>
                <p:nvPr/>
              </p:nvSpPr>
              <p:spPr>
                <a:xfrm>
                  <a:off x="609727" y="3701796"/>
                  <a:ext cx="8128" cy="8127"/>
                </a:xfrm>
                <a:prstGeom prst="ellipse">
                  <a:avLst/>
                </a:prstGeom>
                <a:solidFill>
                  <a:srgbClr val="9EABCA"/>
                </a:solidFill>
                <a:ln w="8124" cap="rnd">
                  <a:solidFill>
                    <a:srgbClr val="9EABCA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BCD2C296-3EEE-8DDD-5CEE-A20004F22821}"/>
                    </a:ext>
                  </a:extLst>
                </p:cNvPr>
                <p:cNvSpPr/>
                <p:nvPr/>
              </p:nvSpPr>
              <p:spPr>
                <a:xfrm>
                  <a:off x="581786" y="4086225"/>
                  <a:ext cx="64008" cy="64008"/>
                </a:xfrm>
                <a:prstGeom prst="ellipse">
                  <a:avLst/>
                </a:prstGeom>
                <a:solidFill>
                  <a:srgbClr val="E1C4BD"/>
                </a:solidFill>
                <a:ln w="8124" cap="rnd">
                  <a:solidFill>
                    <a:srgbClr val="E1C4B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6" name="Oval 115">
                  <a:extLst>
                    <a:ext uri="{FF2B5EF4-FFF2-40B4-BE49-F238E27FC236}">
                      <a16:creationId xmlns:a16="http://schemas.microsoft.com/office/drawing/2014/main" id="{52C6C1BE-7A34-10CB-3053-99129DA8A32B}"/>
                    </a:ext>
                  </a:extLst>
                </p:cNvPr>
                <p:cNvSpPr/>
                <p:nvPr/>
              </p:nvSpPr>
              <p:spPr>
                <a:xfrm>
                  <a:off x="845947" y="2822194"/>
                  <a:ext cx="117601" cy="117602"/>
                </a:xfrm>
                <a:prstGeom prst="ellipse">
                  <a:avLst/>
                </a:prstGeom>
                <a:solidFill>
                  <a:srgbClr val="E97E67"/>
                </a:solidFill>
                <a:ln w="8124" cap="rnd">
                  <a:solidFill>
                    <a:srgbClr val="E97E67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EBE7E740-E7E0-C531-9D18-086BBDE2B7E7}"/>
                    </a:ext>
                  </a:extLst>
                </p:cNvPr>
                <p:cNvSpPr/>
                <p:nvPr/>
              </p:nvSpPr>
              <p:spPr>
                <a:xfrm>
                  <a:off x="883031" y="3271774"/>
                  <a:ext cx="43433" cy="43433"/>
                </a:xfrm>
                <a:prstGeom prst="ellipse">
                  <a:avLst/>
                </a:prstGeom>
                <a:solidFill>
                  <a:srgbClr val="C5C9D4"/>
                </a:solidFill>
                <a:ln w="8124" cap="rnd">
                  <a:solidFill>
                    <a:srgbClr val="C5C9D4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8" name="Oval 117">
                  <a:extLst>
                    <a:ext uri="{FF2B5EF4-FFF2-40B4-BE49-F238E27FC236}">
                      <a16:creationId xmlns:a16="http://schemas.microsoft.com/office/drawing/2014/main" id="{ADE7C0F5-F6BE-7D69-B294-FDA3C590F2A0}"/>
                    </a:ext>
                  </a:extLst>
                </p:cNvPr>
                <p:cNvSpPr/>
                <p:nvPr/>
              </p:nvSpPr>
              <p:spPr>
                <a:xfrm>
                  <a:off x="886079" y="3687191"/>
                  <a:ext cx="37337" cy="37337"/>
                </a:xfrm>
                <a:prstGeom prst="ellipse">
                  <a:avLst/>
                </a:prstGeom>
                <a:solidFill>
                  <a:srgbClr val="BDC3D2"/>
                </a:solidFill>
                <a:ln w="8124" cap="rnd">
                  <a:solidFill>
                    <a:srgbClr val="BDC3D2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68B580D2-19C9-2CBC-EE34-C86AEAB9845E}"/>
                    </a:ext>
                  </a:extLst>
                </p:cNvPr>
                <p:cNvSpPr/>
                <p:nvPr/>
              </p:nvSpPr>
              <p:spPr>
                <a:xfrm>
                  <a:off x="900684" y="4114165"/>
                  <a:ext cx="8127" cy="8127"/>
                </a:xfrm>
                <a:prstGeom prst="ellipse">
                  <a:avLst/>
                </a:prstGeom>
                <a:solidFill>
                  <a:srgbClr val="B7BED1"/>
                </a:solidFill>
                <a:ln w="8124" cap="rnd">
                  <a:solidFill>
                    <a:srgbClr val="B7BED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BFF7DFF8-7BE5-0D39-8EFC-6D26A88A7AAB}"/>
                    </a:ext>
                  </a:extLst>
                </p:cNvPr>
                <p:cNvSpPr/>
                <p:nvPr/>
              </p:nvSpPr>
              <p:spPr>
                <a:xfrm>
                  <a:off x="1161415" y="2846705"/>
                  <a:ext cx="68580" cy="68580"/>
                </a:xfrm>
                <a:prstGeom prst="ellipse">
                  <a:avLst/>
                </a:prstGeom>
                <a:solidFill>
                  <a:srgbClr val="E9755D"/>
                </a:solidFill>
                <a:ln w="8124" cap="rnd">
                  <a:solidFill>
                    <a:srgbClr val="E9755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757FA76A-2986-B406-1440-01634C1056C7}"/>
                    </a:ext>
                  </a:extLst>
                </p:cNvPr>
                <p:cNvSpPr/>
                <p:nvPr/>
              </p:nvSpPr>
              <p:spPr>
                <a:xfrm>
                  <a:off x="1161034" y="3258820"/>
                  <a:ext cx="69342" cy="69342"/>
                </a:xfrm>
                <a:prstGeom prst="ellipse">
                  <a:avLst/>
                </a:prstGeom>
                <a:solidFill>
                  <a:srgbClr val="E65D44"/>
                </a:solidFill>
                <a:ln w="8124" cap="rnd">
                  <a:solidFill>
                    <a:srgbClr val="E65D44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3042CDA3-C67E-C670-7087-423DBF170AA6}"/>
                    </a:ext>
                  </a:extLst>
                </p:cNvPr>
                <p:cNvSpPr/>
                <p:nvPr/>
              </p:nvSpPr>
              <p:spPr>
                <a:xfrm>
                  <a:off x="1177036" y="3687191"/>
                  <a:ext cx="37337" cy="37337"/>
                </a:xfrm>
                <a:prstGeom prst="ellipse">
                  <a:avLst/>
                </a:prstGeom>
                <a:solidFill>
                  <a:srgbClr val="C8CBD5"/>
                </a:solidFill>
                <a:ln w="8124" cap="rnd">
                  <a:solidFill>
                    <a:srgbClr val="C8CBD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8369AC96-9E6D-6EA7-4112-79E9FE54F10B}"/>
                    </a:ext>
                  </a:extLst>
                </p:cNvPr>
                <p:cNvSpPr/>
                <p:nvPr/>
              </p:nvSpPr>
              <p:spPr>
                <a:xfrm>
                  <a:off x="1191641" y="4114165"/>
                  <a:ext cx="8127" cy="8127"/>
                </a:xfrm>
                <a:prstGeom prst="ellipse">
                  <a:avLst/>
                </a:prstGeom>
                <a:solidFill>
                  <a:srgbClr val="ACB5CE"/>
                </a:solidFill>
                <a:ln w="8124" cap="rnd">
                  <a:solidFill>
                    <a:srgbClr val="ACB5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366E0472-56B8-A8EE-25C1-31F428900EC1}"/>
                    </a:ext>
                  </a:extLst>
                </p:cNvPr>
                <p:cNvSpPr/>
                <p:nvPr/>
              </p:nvSpPr>
              <p:spPr>
                <a:xfrm>
                  <a:off x="1416939" y="2811272"/>
                  <a:ext cx="139445" cy="139446"/>
                </a:xfrm>
                <a:prstGeom prst="ellipse">
                  <a:avLst/>
                </a:prstGeom>
                <a:solidFill>
                  <a:srgbClr val="E8A595"/>
                </a:solidFill>
                <a:ln w="8124" cap="rnd">
                  <a:solidFill>
                    <a:srgbClr val="E8A59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48619FC-45EA-2E10-3345-000B9D2862E6}"/>
                    </a:ext>
                  </a:extLst>
                </p:cNvPr>
                <p:cNvSpPr/>
                <p:nvPr/>
              </p:nvSpPr>
              <p:spPr>
                <a:xfrm>
                  <a:off x="1419987" y="3226816"/>
                  <a:ext cx="133350" cy="133350"/>
                </a:xfrm>
                <a:prstGeom prst="ellipse">
                  <a:avLst/>
                </a:prstGeom>
                <a:solidFill>
                  <a:srgbClr val="DECECA"/>
                </a:solidFill>
                <a:ln w="8124" cap="rnd">
                  <a:solidFill>
                    <a:srgbClr val="DECECA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37165894-941C-0620-7257-507B129AC8DF}"/>
                    </a:ext>
                  </a:extLst>
                </p:cNvPr>
                <p:cNvSpPr/>
                <p:nvPr/>
              </p:nvSpPr>
              <p:spPr>
                <a:xfrm>
                  <a:off x="1401318" y="3620516"/>
                  <a:ext cx="170687" cy="170687"/>
                </a:xfrm>
                <a:prstGeom prst="ellipse">
                  <a:avLst/>
                </a:prstGeom>
                <a:solidFill>
                  <a:srgbClr val="E7664D"/>
                </a:solidFill>
                <a:ln w="8124" cap="rnd">
                  <a:solidFill>
                    <a:srgbClr val="E7664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D7D257D4-6FF4-0606-6421-C42B40BF53B9}"/>
                    </a:ext>
                  </a:extLst>
                </p:cNvPr>
                <p:cNvSpPr/>
                <p:nvPr/>
              </p:nvSpPr>
              <p:spPr>
                <a:xfrm>
                  <a:off x="1482598" y="4114165"/>
                  <a:ext cx="8127" cy="8127"/>
                </a:xfrm>
                <a:prstGeom prst="ellipse">
                  <a:avLst/>
                </a:prstGeom>
                <a:solidFill>
                  <a:srgbClr val="6A88BE"/>
                </a:solidFill>
                <a:ln w="8124" cap="rnd">
                  <a:solidFill>
                    <a:srgbClr val="6A88B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56896066-4FB9-3942-EBF0-99F704F4A42D}"/>
                    </a:ext>
                  </a:extLst>
                </p:cNvPr>
                <p:cNvSpPr/>
                <p:nvPr/>
              </p:nvSpPr>
              <p:spPr>
                <a:xfrm>
                  <a:off x="1717548" y="2820924"/>
                  <a:ext cx="120141" cy="120141"/>
                </a:xfrm>
                <a:prstGeom prst="ellipse">
                  <a:avLst/>
                </a:prstGeom>
                <a:solidFill>
                  <a:srgbClr val="E99886"/>
                </a:solidFill>
                <a:ln w="8124" cap="rnd">
                  <a:solidFill>
                    <a:srgbClr val="E9988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0135EF9C-CA92-0A9E-199B-0FEFD344CE78}"/>
                    </a:ext>
                  </a:extLst>
                </p:cNvPr>
                <p:cNvSpPr/>
                <p:nvPr/>
              </p:nvSpPr>
              <p:spPr>
                <a:xfrm>
                  <a:off x="1745614" y="3261487"/>
                  <a:ext cx="64008" cy="64007"/>
                </a:xfrm>
                <a:prstGeom prst="ellipse">
                  <a:avLst/>
                </a:prstGeom>
                <a:solidFill>
                  <a:srgbClr val="BAC1D1"/>
                </a:solidFill>
                <a:ln w="8124" cap="rnd">
                  <a:solidFill>
                    <a:srgbClr val="BAC1D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7D923283-4FA4-7A81-D471-70E40236792B}"/>
                    </a:ext>
                  </a:extLst>
                </p:cNvPr>
                <p:cNvSpPr/>
                <p:nvPr/>
              </p:nvSpPr>
              <p:spPr>
                <a:xfrm>
                  <a:off x="1740916" y="3669157"/>
                  <a:ext cx="73405" cy="73406"/>
                </a:xfrm>
                <a:prstGeom prst="ellipse">
                  <a:avLst/>
                </a:prstGeom>
                <a:solidFill>
                  <a:srgbClr val="C0C5D3"/>
                </a:solidFill>
                <a:ln w="8124" cap="rnd">
                  <a:solidFill>
                    <a:srgbClr val="C0C5D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1F729A16-1C6A-2383-CD40-4F5092CE4F3B}"/>
                    </a:ext>
                  </a:extLst>
                </p:cNvPr>
                <p:cNvSpPr/>
                <p:nvPr/>
              </p:nvSpPr>
              <p:spPr>
                <a:xfrm>
                  <a:off x="1773555" y="4114165"/>
                  <a:ext cx="8127" cy="8127"/>
                </a:xfrm>
                <a:prstGeom prst="ellipse">
                  <a:avLst/>
                </a:prstGeom>
                <a:solidFill>
                  <a:srgbClr val="A1ADCB"/>
                </a:solidFill>
                <a:ln w="8124" cap="rnd">
                  <a:solidFill>
                    <a:srgbClr val="A1ADC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7799A11C-363B-5204-F181-7007AE8F644C}"/>
                    </a:ext>
                  </a:extLst>
                </p:cNvPr>
                <p:cNvSpPr/>
                <p:nvPr/>
              </p:nvSpPr>
              <p:spPr>
                <a:xfrm>
                  <a:off x="439166" y="2633599"/>
                  <a:ext cx="1512950" cy="1732152"/>
                </a:xfrm>
                <a:prstGeom prst="rect">
                  <a:avLst/>
                </a:prstGeom>
                <a:noFill/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33" name="Graphic 6">
                <a:extLst>
                  <a:ext uri="{FF2B5EF4-FFF2-40B4-BE49-F238E27FC236}">
                    <a16:creationId xmlns:a16="http://schemas.microsoft.com/office/drawing/2014/main" id="{120BDBB0-444C-083F-26D8-DA16E8D85377}"/>
                  </a:ext>
                </a:extLst>
              </p:cNvPr>
              <p:cNvGrpSpPr/>
              <p:nvPr/>
            </p:nvGrpSpPr>
            <p:grpSpPr>
              <a:xfrm>
                <a:off x="3982991" y="733734"/>
                <a:ext cx="977201" cy="1118781"/>
                <a:chOff x="2015363" y="2633599"/>
                <a:chExt cx="1512951" cy="1732152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ADF2CB9-ACF7-CC34-AE00-FBC9AE859384}"/>
                    </a:ext>
                  </a:extLst>
                </p:cNvPr>
                <p:cNvSpPr/>
                <p:nvPr/>
              </p:nvSpPr>
              <p:spPr>
                <a:xfrm>
                  <a:off x="2015363" y="2633599"/>
                  <a:ext cx="1512951" cy="1732152"/>
                </a:xfrm>
                <a:prstGeom prst="rect">
                  <a:avLst/>
                </a:prstGeom>
                <a:solidFill>
                  <a:srgbClr val="FFFFFF"/>
                </a:solidFill>
                <a:ln w="12313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Freeform 134">
                  <a:extLst>
                    <a:ext uri="{FF2B5EF4-FFF2-40B4-BE49-F238E27FC236}">
                      <a16:creationId xmlns:a16="http://schemas.microsoft.com/office/drawing/2014/main" id="{10EBECEA-DC73-797E-5FD6-67BE5A98B3F5}"/>
                    </a:ext>
                  </a:extLst>
                </p:cNvPr>
                <p:cNvSpPr/>
                <p:nvPr/>
              </p:nvSpPr>
              <p:spPr>
                <a:xfrm>
                  <a:off x="2015363" y="4118229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6" name="Freeform 135">
                  <a:extLst>
                    <a:ext uri="{FF2B5EF4-FFF2-40B4-BE49-F238E27FC236}">
                      <a16:creationId xmlns:a16="http://schemas.microsoft.com/office/drawing/2014/main" id="{55081ED4-2F01-1D78-BDAB-F4DBA14CEF9D}"/>
                    </a:ext>
                  </a:extLst>
                </p:cNvPr>
                <p:cNvSpPr/>
                <p:nvPr/>
              </p:nvSpPr>
              <p:spPr>
                <a:xfrm>
                  <a:off x="2015363" y="3705860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Freeform 136">
                  <a:extLst>
                    <a:ext uri="{FF2B5EF4-FFF2-40B4-BE49-F238E27FC236}">
                      <a16:creationId xmlns:a16="http://schemas.microsoft.com/office/drawing/2014/main" id="{46A7BB54-D102-8EEA-F64E-01EAE6E6BE6F}"/>
                    </a:ext>
                  </a:extLst>
                </p:cNvPr>
                <p:cNvSpPr/>
                <p:nvPr/>
              </p:nvSpPr>
              <p:spPr>
                <a:xfrm>
                  <a:off x="2015363" y="3293491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8" name="Freeform 137">
                  <a:extLst>
                    <a:ext uri="{FF2B5EF4-FFF2-40B4-BE49-F238E27FC236}">
                      <a16:creationId xmlns:a16="http://schemas.microsoft.com/office/drawing/2014/main" id="{A6EB346A-3830-0417-D33A-6BB0A8097CCB}"/>
                    </a:ext>
                  </a:extLst>
                </p:cNvPr>
                <p:cNvSpPr/>
                <p:nvPr/>
              </p:nvSpPr>
              <p:spPr>
                <a:xfrm>
                  <a:off x="2015363" y="2880994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Freeform 138">
                  <a:extLst>
                    <a:ext uri="{FF2B5EF4-FFF2-40B4-BE49-F238E27FC236}">
                      <a16:creationId xmlns:a16="http://schemas.microsoft.com/office/drawing/2014/main" id="{9F3D3420-101E-09A1-224B-E50A85556A5A}"/>
                    </a:ext>
                  </a:extLst>
                </p:cNvPr>
                <p:cNvSpPr/>
                <p:nvPr/>
              </p:nvSpPr>
              <p:spPr>
                <a:xfrm>
                  <a:off x="2189988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0" name="Freeform 139">
                  <a:extLst>
                    <a:ext uri="{FF2B5EF4-FFF2-40B4-BE49-F238E27FC236}">
                      <a16:creationId xmlns:a16="http://schemas.microsoft.com/office/drawing/2014/main" id="{7FC6D6A9-F04B-B5A4-80C3-F29998570944}"/>
                    </a:ext>
                  </a:extLst>
                </p:cNvPr>
                <p:cNvSpPr/>
                <p:nvPr/>
              </p:nvSpPr>
              <p:spPr>
                <a:xfrm>
                  <a:off x="2480945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Freeform 140">
                  <a:extLst>
                    <a:ext uri="{FF2B5EF4-FFF2-40B4-BE49-F238E27FC236}">
                      <a16:creationId xmlns:a16="http://schemas.microsoft.com/office/drawing/2014/main" id="{1ECEB16D-8566-7837-49BC-7A52627B8995}"/>
                    </a:ext>
                  </a:extLst>
                </p:cNvPr>
                <p:cNvSpPr/>
                <p:nvPr/>
              </p:nvSpPr>
              <p:spPr>
                <a:xfrm>
                  <a:off x="2771901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2" name="Freeform 141">
                  <a:extLst>
                    <a:ext uri="{FF2B5EF4-FFF2-40B4-BE49-F238E27FC236}">
                      <a16:creationId xmlns:a16="http://schemas.microsoft.com/office/drawing/2014/main" id="{58E2E4E5-04D4-A886-2930-4B8BA990B26A}"/>
                    </a:ext>
                  </a:extLst>
                </p:cNvPr>
                <p:cNvSpPr/>
                <p:nvPr/>
              </p:nvSpPr>
              <p:spPr>
                <a:xfrm>
                  <a:off x="3062858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Freeform 142">
                  <a:extLst>
                    <a:ext uri="{FF2B5EF4-FFF2-40B4-BE49-F238E27FC236}">
                      <a16:creationId xmlns:a16="http://schemas.microsoft.com/office/drawing/2014/main" id="{02402444-3660-95C0-E012-5ACC0FA1F894}"/>
                    </a:ext>
                  </a:extLst>
                </p:cNvPr>
                <p:cNvSpPr/>
                <p:nvPr/>
              </p:nvSpPr>
              <p:spPr>
                <a:xfrm>
                  <a:off x="3353815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4" name="Oval 143">
                  <a:extLst>
                    <a:ext uri="{FF2B5EF4-FFF2-40B4-BE49-F238E27FC236}">
                      <a16:creationId xmlns:a16="http://schemas.microsoft.com/office/drawing/2014/main" id="{53E06929-1D9B-BA05-241E-37776B246118}"/>
                    </a:ext>
                  </a:extLst>
                </p:cNvPr>
                <p:cNvSpPr/>
                <p:nvPr/>
              </p:nvSpPr>
              <p:spPr>
                <a:xfrm>
                  <a:off x="2160905" y="2851912"/>
                  <a:ext cx="58165" cy="58165"/>
                </a:xfrm>
                <a:prstGeom prst="ellipse">
                  <a:avLst/>
                </a:prstGeom>
                <a:solidFill>
                  <a:srgbClr val="DECECA"/>
                </a:solidFill>
                <a:ln w="8124" cap="rnd">
                  <a:solidFill>
                    <a:srgbClr val="DECECA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Oval 144">
                  <a:extLst>
                    <a:ext uri="{FF2B5EF4-FFF2-40B4-BE49-F238E27FC236}">
                      <a16:creationId xmlns:a16="http://schemas.microsoft.com/office/drawing/2014/main" id="{796F06C2-2569-6EF1-2667-4C1BD30CD474}"/>
                    </a:ext>
                  </a:extLst>
                </p:cNvPr>
                <p:cNvSpPr/>
                <p:nvPr/>
              </p:nvSpPr>
              <p:spPr>
                <a:xfrm>
                  <a:off x="2167255" y="3270758"/>
                  <a:ext cx="45465" cy="45466"/>
                </a:xfrm>
                <a:prstGeom prst="ellipse">
                  <a:avLst/>
                </a:prstGeom>
                <a:solidFill>
                  <a:srgbClr val="C7CAD4"/>
                </a:solidFill>
                <a:ln w="8124" cap="rnd">
                  <a:solidFill>
                    <a:srgbClr val="C7CAD4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6" name="Oval 145">
                  <a:extLst>
                    <a:ext uri="{FF2B5EF4-FFF2-40B4-BE49-F238E27FC236}">
                      <a16:creationId xmlns:a16="http://schemas.microsoft.com/office/drawing/2014/main" id="{45B9B5C1-3EAD-2359-B9D2-927B92B754B5}"/>
                    </a:ext>
                  </a:extLst>
                </p:cNvPr>
                <p:cNvSpPr/>
                <p:nvPr/>
              </p:nvSpPr>
              <p:spPr>
                <a:xfrm>
                  <a:off x="2169922" y="3685794"/>
                  <a:ext cx="40132" cy="40131"/>
                </a:xfrm>
                <a:prstGeom prst="ellipse">
                  <a:avLst/>
                </a:prstGeom>
                <a:solidFill>
                  <a:srgbClr val="B3BBD0"/>
                </a:solidFill>
                <a:ln w="8124" cap="rnd">
                  <a:solidFill>
                    <a:srgbClr val="B3BBD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69707CFB-2786-98BA-1139-DD0A78D8A125}"/>
                    </a:ext>
                  </a:extLst>
                </p:cNvPr>
                <p:cNvSpPr/>
                <p:nvPr/>
              </p:nvSpPr>
              <p:spPr>
                <a:xfrm>
                  <a:off x="2185924" y="4114165"/>
                  <a:ext cx="8127" cy="8127"/>
                </a:xfrm>
                <a:prstGeom prst="ellipse">
                  <a:avLst/>
                </a:prstGeom>
                <a:solidFill>
                  <a:srgbClr val="9EABCA"/>
                </a:solidFill>
                <a:ln w="8124" cap="rnd">
                  <a:solidFill>
                    <a:srgbClr val="9EABCA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8" name="Oval 147">
                  <a:extLst>
                    <a:ext uri="{FF2B5EF4-FFF2-40B4-BE49-F238E27FC236}">
                      <a16:creationId xmlns:a16="http://schemas.microsoft.com/office/drawing/2014/main" id="{27B8DEEF-309F-7EF2-576A-3EEE08698FFA}"/>
                    </a:ext>
                  </a:extLst>
                </p:cNvPr>
                <p:cNvSpPr/>
                <p:nvPr/>
              </p:nvSpPr>
              <p:spPr>
                <a:xfrm>
                  <a:off x="2409952" y="2810002"/>
                  <a:ext cx="141986" cy="141985"/>
                </a:xfrm>
                <a:prstGeom prst="ellipse">
                  <a:avLst/>
                </a:prstGeom>
                <a:solidFill>
                  <a:srgbClr val="DF271A"/>
                </a:solidFill>
                <a:ln w="8124" cap="rnd">
                  <a:solidFill>
                    <a:srgbClr val="DF271A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Oval 148">
                  <a:extLst>
                    <a:ext uri="{FF2B5EF4-FFF2-40B4-BE49-F238E27FC236}">
                      <a16:creationId xmlns:a16="http://schemas.microsoft.com/office/drawing/2014/main" id="{04F88C14-C9D9-10DB-4624-2F98A56493C2}"/>
                    </a:ext>
                  </a:extLst>
                </p:cNvPr>
                <p:cNvSpPr/>
                <p:nvPr/>
              </p:nvSpPr>
              <p:spPr>
                <a:xfrm>
                  <a:off x="2454021" y="3266567"/>
                  <a:ext cx="53848" cy="53848"/>
                </a:xfrm>
                <a:prstGeom prst="ellipse">
                  <a:avLst/>
                </a:prstGeom>
                <a:solidFill>
                  <a:srgbClr val="C9CCD5"/>
                </a:solidFill>
                <a:ln w="8124" cap="rnd">
                  <a:solidFill>
                    <a:srgbClr val="C9CCD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5E71DC40-29F3-BE1D-F887-2087440E8BF1}"/>
                    </a:ext>
                  </a:extLst>
                </p:cNvPr>
                <p:cNvSpPr/>
                <p:nvPr/>
              </p:nvSpPr>
              <p:spPr>
                <a:xfrm>
                  <a:off x="2476881" y="3701796"/>
                  <a:ext cx="8127" cy="8127"/>
                </a:xfrm>
                <a:prstGeom prst="ellipse">
                  <a:avLst/>
                </a:prstGeom>
                <a:solidFill>
                  <a:srgbClr val="B7BED1"/>
                </a:solidFill>
                <a:ln w="8124" cap="rnd">
                  <a:solidFill>
                    <a:srgbClr val="B7BED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8B712102-D1F2-DB77-7BF3-E21100416022}"/>
                    </a:ext>
                  </a:extLst>
                </p:cNvPr>
                <p:cNvSpPr/>
                <p:nvPr/>
              </p:nvSpPr>
              <p:spPr>
                <a:xfrm>
                  <a:off x="2476881" y="4114165"/>
                  <a:ext cx="8127" cy="8127"/>
                </a:xfrm>
                <a:prstGeom prst="ellipse">
                  <a:avLst/>
                </a:prstGeom>
                <a:solidFill>
                  <a:srgbClr val="B7BED1"/>
                </a:solidFill>
                <a:ln w="8124" cap="rnd">
                  <a:solidFill>
                    <a:srgbClr val="B7BED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2" name="Oval 151">
                  <a:extLst>
                    <a:ext uri="{FF2B5EF4-FFF2-40B4-BE49-F238E27FC236}">
                      <a16:creationId xmlns:a16="http://schemas.microsoft.com/office/drawing/2014/main" id="{63316F27-DF45-E6F3-A029-5DFEF834B91D}"/>
                    </a:ext>
                  </a:extLst>
                </p:cNvPr>
                <p:cNvSpPr/>
                <p:nvPr/>
              </p:nvSpPr>
              <p:spPr>
                <a:xfrm>
                  <a:off x="2747391" y="2856484"/>
                  <a:ext cx="49022" cy="49021"/>
                </a:xfrm>
                <a:prstGeom prst="ellipse">
                  <a:avLst/>
                </a:prstGeom>
                <a:solidFill>
                  <a:srgbClr val="DFCCC7"/>
                </a:solidFill>
                <a:ln w="8124" cap="rnd">
                  <a:solidFill>
                    <a:srgbClr val="DFCCC7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BDF68825-D3E5-0C73-4073-5C29651294CC}"/>
                    </a:ext>
                  </a:extLst>
                </p:cNvPr>
                <p:cNvSpPr/>
                <p:nvPr/>
              </p:nvSpPr>
              <p:spPr>
                <a:xfrm>
                  <a:off x="2767838" y="3289427"/>
                  <a:ext cx="8127" cy="8127"/>
                </a:xfrm>
                <a:prstGeom prst="ellipse">
                  <a:avLst/>
                </a:prstGeom>
                <a:solidFill>
                  <a:srgbClr val="ACB5CE"/>
                </a:solidFill>
                <a:ln w="8124" cap="rnd">
                  <a:solidFill>
                    <a:srgbClr val="ACB5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27C2FF4C-049E-263B-D1D5-518B294D6A61}"/>
                    </a:ext>
                  </a:extLst>
                </p:cNvPr>
                <p:cNvSpPr/>
                <p:nvPr/>
              </p:nvSpPr>
              <p:spPr>
                <a:xfrm>
                  <a:off x="2735834" y="3669792"/>
                  <a:ext cx="72136" cy="72136"/>
                </a:xfrm>
                <a:prstGeom prst="ellipse">
                  <a:avLst/>
                </a:prstGeom>
                <a:solidFill>
                  <a:srgbClr val="E7AC9E"/>
                </a:solidFill>
                <a:ln w="8124" cap="rnd">
                  <a:solidFill>
                    <a:srgbClr val="E7AC9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4ED14E2A-E4B5-CBA1-275C-76A1DA487C14}"/>
                    </a:ext>
                  </a:extLst>
                </p:cNvPr>
                <p:cNvSpPr/>
                <p:nvPr/>
              </p:nvSpPr>
              <p:spPr>
                <a:xfrm>
                  <a:off x="2767838" y="4114165"/>
                  <a:ext cx="8127" cy="8127"/>
                </a:xfrm>
                <a:prstGeom prst="ellipse">
                  <a:avLst/>
                </a:prstGeom>
                <a:solidFill>
                  <a:srgbClr val="ACB5CE"/>
                </a:solidFill>
                <a:ln w="8124" cap="rnd">
                  <a:solidFill>
                    <a:srgbClr val="ACB5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9C63A0BD-E59B-22EB-3C61-A12840BADB40}"/>
                    </a:ext>
                  </a:extLst>
                </p:cNvPr>
                <p:cNvSpPr/>
                <p:nvPr/>
              </p:nvSpPr>
              <p:spPr>
                <a:xfrm>
                  <a:off x="2995167" y="2813304"/>
                  <a:ext cx="135382" cy="135381"/>
                </a:xfrm>
                <a:prstGeom prst="ellipse">
                  <a:avLst/>
                </a:prstGeom>
                <a:solidFill>
                  <a:srgbClr val="DDD1CE"/>
                </a:solidFill>
                <a:ln w="8124" cap="rnd">
                  <a:solidFill>
                    <a:srgbClr val="DDD1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01BEB3A0-CE9E-035D-A226-373F06E5B569}"/>
                    </a:ext>
                  </a:extLst>
                </p:cNvPr>
                <p:cNvSpPr/>
                <p:nvPr/>
              </p:nvSpPr>
              <p:spPr>
                <a:xfrm>
                  <a:off x="2999613" y="3230245"/>
                  <a:ext cx="126491" cy="126492"/>
                </a:xfrm>
                <a:prstGeom prst="ellipse">
                  <a:avLst/>
                </a:prstGeom>
                <a:solidFill>
                  <a:srgbClr val="D1D2D7"/>
                </a:solidFill>
                <a:ln w="8124" cap="rnd">
                  <a:solidFill>
                    <a:srgbClr val="D1D2D7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B2440B44-A648-1C51-EE6D-2A7649C628BA}"/>
                    </a:ext>
                  </a:extLst>
                </p:cNvPr>
                <p:cNvSpPr/>
                <p:nvPr/>
              </p:nvSpPr>
              <p:spPr>
                <a:xfrm>
                  <a:off x="2983610" y="3626612"/>
                  <a:ext cx="158496" cy="158495"/>
                </a:xfrm>
                <a:prstGeom prst="ellipse">
                  <a:avLst/>
                </a:prstGeom>
                <a:solidFill>
                  <a:srgbClr val="E7AEA0"/>
                </a:solidFill>
                <a:ln w="8124" cap="rnd">
                  <a:solidFill>
                    <a:srgbClr val="E7AEA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25EF8BA-82BF-D73F-39FA-B724F67C7BCC}"/>
                    </a:ext>
                  </a:extLst>
                </p:cNvPr>
                <p:cNvSpPr/>
                <p:nvPr/>
              </p:nvSpPr>
              <p:spPr>
                <a:xfrm>
                  <a:off x="3008122" y="4063492"/>
                  <a:ext cx="109474" cy="109474"/>
                </a:xfrm>
                <a:prstGeom prst="ellipse">
                  <a:avLst/>
                </a:prstGeom>
                <a:solidFill>
                  <a:srgbClr val="CACDD5"/>
                </a:solidFill>
                <a:ln w="8124" cap="rnd">
                  <a:solidFill>
                    <a:srgbClr val="CACDD5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6D2B57CD-C7DB-4F59-334B-63509D39B010}"/>
                    </a:ext>
                  </a:extLst>
                </p:cNvPr>
                <p:cNvSpPr/>
                <p:nvPr/>
              </p:nvSpPr>
              <p:spPr>
                <a:xfrm>
                  <a:off x="3297681" y="2824861"/>
                  <a:ext cx="112268" cy="112268"/>
                </a:xfrm>
                <a:prstGeom prst="ellipse">
                  <a:avLst/>
                </a:prstGeom>
                <a:solidFill>
                  <a:srgbClr val="E7AFA2"/>
                </a:solidFill>
                <a:ln w="8124" cap="rnd">
                  <a:solidFill>
                    <a:srgbClr val="E7AFA2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1" name="Oval 160">
                  <a:extLst>
                    <a:ext uri="{FF2B5EF4-FFF2-40B4-BE49-F238E27FC236}">
                      <a16:creationId xmlns:a16="http://schemas.microsoft.com/office/drawing/2014/main" id="{289C5217-D2F6-751C-C1C6-E1E69D6BAD64}"/>
                    </a:ext>
                  </a:extLst>
                </p:cNvPr>
                <p:cNvSpPr/>
                <p:nvPr/>
              </p:nvSpPr>
              <p:spPr>
                <a:xfrm>
                  <a:off x="3310128" y="3249803"/>
                  <a:ext cx="87375" cy="87375"/>
                </a:xfrm>
                <a:prstGeom prst="ellipse">
                  <a:avLst/>
                </a:prstGeom>
                <a:solidFill>
                  <a:srgbClr val="DAD8D7"/>
                </a:solidFill>
                <a:ln w="8124" cap="rnd">
                  <a:solidFill>
                    <a:srgbClr val="DAD8D7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A92521AC-7A7E-B87E-CCB1-F9ECDB47C4E3}"/>
                    </a:ext>
                  </a:extLst>
                </p:cNvPr>
                <p:cNvSpPr/>
                <p:nvPr/>
              </p:nvSpPr>
              <p:spPr>
                <a:xfrm>
                  <a:off x="3317748" y="3669792"/>
                  <a:ext cx="72135" cy="72136"/>
                </a:xfrm>
                <a:prstGeom prst="ellipse">
                  <a:avLst/>
                </a:prstGeom>
                <a:solidFill>
                  <a:srgbClr val="C7CAD4"/>
                </a:solidFill>
                <a:ln w="8124" cap="rnd">
                  <a:solidFill>
                    <a:srgbClr val="C7CAD4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3" name="Oval 162">
                  <a:extLst>
                    <a:ext uri="{FF2B5EF4-FFF2-40B4-BE49-F238E27FC236}">
                      <a16:creationId xmlns:a16="http://schemas.microsoft.com/office/drawing/2014/main" id="{A7752B74-6044-DCB6-7676-4372A63B7769}"/>
                    </a:ext>
                  </a:extLst>
                </p:cNvPr>
                <p:cNvSpPr/>
                <p:nvPr/>
              </p:nvSpPr>
              <p:spPr>
                <a:xfrm>
                  <a:off x="3327018" y="4091432"/>
                  <a:ext cx="53594" cy="53594"/>
                </a:xfrm>
                <a:prstGeom prst="ellipse">
                  <a:avLst/>
                </a:prstGeom>
                <a:solidFill>
                  <a:srgbClr val="ADB6CE"/>
                </a:solidFill>
                <a:ln w="8124" cap="rnd">
                  <a:solidFill>
                    <a:srgbClr val="ADB6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0F34DEB0-A0DF-09CF-EBF9-A28A61701933}"/>
                    </a:ext>
                  </a:extLst>
                </p:cNvPr>
                <p:cNvSpPr/>
                <p:nvPr/>
              </p:nvSpPr>
              <p:spPr>
                <a:xfrm>
                  <a:off x="2015363" y="2633599"/>
                  <a:ext cx="1512951" cy="1732152"/>
                </a:xfrm>
                <a:prstGeom prst="rect">
                  <a:avLst/>
                </a:prstGeom>
                <a:noFill/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5" name="Graphic 6">
                <a:extLst>
                  <a:ext uri="{FF2B5EF4-FFF2-40B4-BE49-F238E27FC236}">
                    <a16:creationId xmlns:a16="http://schemas.microsoft.com/office/drawing/2014/main" id="{DEB76E30-296B-4920-C5C4-824C914E2D59}"/>
                  </a:ext>
                </a:extLst>
              </p:cNvPr>
              <p:cNvGrpSpPr/>
              <p:nvPr/>
            </p:nvGrpSpPr>
            <p:grpSpPr>
              <a:xfrm>
                <a:off x="5001042" y="733734"/>
                <a:ext cx="977201" cy="1118781"/>
                <a:chOff x="3591559" y="2633599"/>
                <a:chExt cx="1512951" cy="1732152"/>
              </a:xfrm>
            </p:grpSpPr>
            <p:sp>
              <p:nvSpPr>
                <p:cNvPr id="166" name="Rectangle 165">
                  <a:extLst>
                    <a:ext uri="{FF2B5EF4-FFF2-40B4-BE49-F238E27FC236}">
                      <a16:creationId xmlns:a16="http://schemas.microsoft.com/office/drawing/2014/main" id="{59B8EED5-1BAD-6658-C4C9-B35E9A003121}"/>
                    </a:ext>
                  </a:extLst>
                </p:cNvPr>
                <p:cNvSpPr/>
                <p:nvPr/>
              </p:nvSpPr>
              <p:spPr>
                <a:xfrm>
                  <a:off x="3591560" y="2633599"/>
                  <a:ext cx="1512951" cy="1732152"/>
                </a:xfrm>
                <a:prstGeom prst="rect">
                  <a:avLst/>
                </a:prstGeom>
                <a:solidFill>
                  <a:srgbClr val="FFFFFF"/>
                </a:solidFill>
                <a:ln w="12313" cap="rnd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7" name="Freeform 166">
                  <a:extLst>
                    <a:ext uri="{FF2B5EF4-FFF2-40B4-BE49-F238E27FC236}">
                      <a16:creationId xmlns:a16="http://schemas.microsoft.com/office/drawing/2014/main" id="{991B94A4-77AC-5DE9-234F-C91ED5D531A6}"/>
                    </a:ext>
                  </a:extLst>
                </p:cNvPr>
                <p:cNvSpPr/>
                <p:nvPr/>
              </p:nvSpPr>
              <p:spPr>
                <a:xfrm>
                  <a:off x="3591559" y="4118229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8" name="Freeform 167">
                  <a:extLst>
                    <a:ext uri="{FF2B5EF4-FFF2-40B4-BE49-F238E27FC236}">
                      <a16:creationId xmlns:a16="http://schemas.microsoft.com/office/drawing/2014/main" id="{34B2E276-E181-F3B5-C90D-A2B85BEF61E7}"/>
                    </a:ext>
                  </a:extLst>
                </p:cNvPr>
                <p:cNvSpPr/>
                <p:nvPr/>
              </p:nvSpPr>
              <p:spPr>
                <a:xfrm>
                  <a:off x="3591559" y="3705860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9" name="Freeform 168">
                  <a:extLst>
                    <a:ext uri="{FF2B5EF4-FFF2-40B4-BE49-F238E27FC236}">
                      <a16:creationId xmlns:a16="http://schemas.microsoft.com/office/drawing/2014/main" id="{888ABF27-4D8D-1600-472E-C7DACCC25158}"/>
                    </a:ext>
                  </a:extLst>
                </p:cNvPr>
                <p:cNvSpPr/>
                <p:nvPr/>
              </p:nvSpPr>
              <p:spPr>
                <a:xfrm>
                  <a:off x="3591559" y="3293491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0" name="Freeform 169">
                  <a:extLst>
                    <a:ext uri="{FF2B5EF4-FFF2-40B4-BE49-F238E27FC236}">
                      <a16:creationId xmlns:a16="http://schemas.microsoft.com/office/drawing/2014/main" id="{B75B340C-71FE-00D9-18C1-524E49BCD877}"/>
                    </a:ext>
                  </a:extLst>
                </p:cNvPr>
                <p:cNvSpPr/>
                <p:nvPr/>
              </p:nvSpPr>
              <p:spPr>
                <a:xfrm>
                  <a:off x="3591559" y="2880994"/>
                  <a:ext cx="1512951" cy="12700"/>
                </a:xfrm>
                <a:custGeom>
                  <a:avLst/>
                  <a:gdLst>
                    <a:gd name="csX0" fmla="*/ 0 w 1512951"/>
                    <a:gd name="csY0" fmla="*/ 0 h 12700"/>
                    <a:gd name="csX1" fmla="*/ 1512951 w 1512951"/>
                    <a:gd name="csY1" fmla="*/ 0 h 12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512951" h="12700">
                      <a:moveTo>
                        <a:pt x="0" y="0"/>
                      </a:moveTo>
                      <a:lnTo>
                        <a:pt x="1512951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1" name="Freeform 170">
                  <a:extLst>
                    <a:ext uri="{FF2B5EF4-FFF2-40B4-BE49-F238E27FC236}">
                      <a16:creationId xmlns:a16="http://schemas.microsoft.com/office/drawing/2014/main" id="{33BC9140-428E-C60C-0DC5-553ABFA1A4FD}"/>
                    </a:ext>
                  </a:extLst>
                </p:cNvPr>
                <p:cNvSpPr/>
                <p:nvPr/>
              </p:nvSpPr>
              <p:spPr>
                <a:xfrm>
                  <a:off x="3766184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2" name="Freeform 171">
                  <a:extLst>
                    <a:ext uri="{FF2B5EF4-FFF2-40B4-BE49-F238E27FC236}">
                      <a16:creationId xmlns:a16="http://schemas.microsoft.com/office/drawing/2014/main" id="{830AB9EA-64CE-75D9-EBED-B0FDCE4728BA}"/>
                    </a:ext>
                  </a:extLst>
                </p:cNvPr>
                <p:cNvSpPr/>
                <p:nvPr/>
              </p:nvSpPr>
              <p:spPr>
                <a:xfrm>
                  <a:off x="4057141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3" name="Freeform 172">
                  <a:extLst>
                    <a:ext uri="{FF2B5EF4-FFF2-40B4-BE49-F238E27FC236}">
                      <a16:creationId xmlns:a16="http://schemas.microsoft.com/office/drawing/2014/main" id="{5C25C4EF-2BD2-E3F5-3319-2F54A9A93651}"/>
                    </a:ext>
                  </a:extLst>
                </p:cNvPr>
                <p:cNvSpPr/>
                <p:nvPr/>
              </p:nvSpPr>
              <p:spPr>
                <a:xfrm>
                  <a:off x="4348098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3AFC57EC-30E9-76A2-6303-28DD88356366}"/>
                    </a:ext>
                  </a:extLst>
                </p:cNvPr>
                <p:cNvSpPr/>
                <p:nvPr/>
              </p:nvSpPr>
              <p:spPr>
                <a:xfrm>
                  <a:off x="4639055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956457FB-C8BB-0864-3AF7-AD8837DF253B}"/>
                    </a:ext>
                  </a:extLst>
                </p:cNvPr>
                <p:cNvSpPr/>
                <p:nvPr/>
              </p:nvSpPr>
              <p:spPr>
                <a:xfrm>
                  <a:off x="4930013" y="2633599"/>
                  <a:ext cx="12700" cy="1732152"/>
                </a:xfrm>
                <a:custGeom>
                  <a:avLst/>
                  <a:gdLst>
                    <a:gd name="csX0" fmla="*/ 0 w 12700"/>
                    <a:gd name="csY0" fmla="*/ 1732153 h 1732152"/>
                    <a:gd name="csX1" fmla="*/ 0 w 12700"/>
                    <a:gd name="csY1" fmla="*/ 0 h 17321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12700" h="1732152">
                      <a:moveTo>
                        <a:pt x="0" y="173215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2313" cap="flat">
                  <a:solidFill>
                    <a:srgbClr val="EBEBEB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6E80C487-142A-7C6E-115F-34BB54AA17FB}"/>
                    </a:ext>
                  </a:extLst>
                </p:cNvPr>
                <p:cNvSpPr/>
                <p:nvPr/>
              </p:nvSpPr>
              <p:spPr>
                <a:xfrm>
                  <a:off x="3719576" y="2834386"/>
                  <a:ext cx="93218" cy="93218"/>
                </a:xfrm>
                <a:prstGeom prst="ellipse">
                  <a:avLst/>
                </a:prstGeom>
                <a:solidFill>
                  <a:srgbClr val="DC050C"/>
                </a:solidFill>
                <a:ln w="8124" cap="rnd">
                  <a:solidFill>
                    <a:srgbClr val="DC050C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7" name="Oval 176">
                  <a:extLst>
                    <a:ext uri="{FF2B5EF4-FFF2-40B4-BE49-F238E27FC236}">
                      <a16:creationId xmlns:a16="http://schemas.microsoft.com/office/drawing/2014/main" id="{BCFAFA78-F1C5-43C2-1C7C-31086B8BE24D}"/>
                    </a:ext>
                  </a:extLst>
                </p:cNvPr>
                <p:cNvSpPr/>
                <p:nvPr/>
              </p:nvSpPr>
              <p:spPr>
                <a:xfrm>
                  <a:off x="3742436" y="3269742"/>
                  <a:ext cx="47498" cy="47498"/>
                </a:xfrm>
                <a:prstGeom prst="ellipse">
                  <a:avLst/>
                </a:prstGeom>
                <a:solidFill>
                  <a:srgbClr val="D5D6D8"/>
                </a:solidFill>
                <a:ln w="8124" cap="rnd">
                  <a:solidFill>
                    <a:srgbClr val="D5D6D8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" name="Oval 177">
                  <a:extLst>
                    <a:ext uri="{FF2B5EF4-FFF2-40B4-BE49-F238E27FC236}">
                      <a16:creationId xmlns:a16="http://schemas.microsoft.com/office/drawing/2014/main" id="{32828A48-197E-3185-CA42-D8DFB163D375}"/>
                    </a:ext>
                  </a:extLst>
                </p:cNvPr>
                <p:cNvSpPr/>
                <p:nvPr/>
              </p:nvSpPr>
              <p:spPr>
                <a:xfrm>
                  <a:off x="3743071" y="3682746"/>
                  <a:ext cx="46227" cy="46227"/>
                </a:xfrm>
                <a:prstGeom prst="ellipse">
                  <a:avLst/>
                </a:prstGeom>
                <a:solidFill>
                  <a:srgbClr val="CCCED6"/>
                </a:solidFill>
                <a:ln w="8124" cap="rnd">
                  <a:solidFill>
                    <a:srgbClr val="CCCED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943BE88E-ACA2-FA60-CF5E-F18D2C1D8F90}"/>
                    </a:ext>
                  </a:extLst>
                </p:cNvPr>
                <p:cNvSpPr/>
                <p:nvPr/>
              </p:nvSpPr>
              <p:spPr>
                <a:xfrm>
                  <a:off x="3737483" y="4089527"/>
                  <a:ext cx="57403" cy="57403"/>
                </a:xfrm>
                <a:prstGeom prst="ellipse">
                  <a:avLst/>
                </a:prstGeom>
                <a:solidFill>
                  <a:srgbClr val="E6B2A6"/>
                </a:solidFill>
                <a:ln w="8124" cap="rnd">
                  <a:solidFill>
                    <a:srgbClr val="E6B2A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0" name="Oval 179">
                  <a:extLst>
                    <a:ext uri="{FF2B5EF4-FFF2-40B4-BE49-F238E27FC236}">
                      <a16:creationId xmlns:a16="http://schemas.microsoft.com/office/drawing/2014/main" id="{C5FD5965-9EA0-0498-77C1-5AD9BDF198FC}"/>
                    </a:ext>
                  </a:extLst>
                </p:cNvPr>
                <p:cNvSpPr/>
                <p:nvPr/>
              </p:nvSpPr>
              <p:spPr>
                <a:xfrm>
                  <a:off x="4022979" y="2846832"/>
                  <a:ext cx="68325" cy="68325"/>
                </a:xfrm>
                <a:prstGeom prst="ellipse">
                  <a:avLst/>
                </a:prstGeom>
                <a:solidFill>
                  <a:srgbClr val="D9D9D9"/>
                </a:solidFill>
                <a:ln w="8124" cap="rnd">
                  <a:solidFill>
                    <a:srgbClr val="D9D9D9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1" name="Oval 180">
                  <a:extLst>
                    <a:ext uri="{FF2B5EF4-FFF2-40B4-BE49-F238E27FC236}">
                      <a16:creationId xmlns:a16="http://schemas.microsoft.com/office/drawing/2014/main" id="{764A96F5-86C5-8B4C-B68F-EF5D1D34534A}"/>
                    </a:ext>
                  </a:extLst>
                </p:cNvPr>
                <p:cNvSpPr/>
                <p:nvPr/>
              </p:nvSpPr>
              <p:spPr>
                <a:xfrm>
                  <a:off x="4030344" y="3266694"/>
                  <a:ext cx="53594" cy="53593"/>
                </a:xfrm>
                <a:prstGeom prst="ellipse">
                  <a:avLst/>
                </a:prstGeom>
                <a:solidFill>
                  <a:srgbClr val="CED0D6"/>
                </a:solidFill>
                <a:ln w="8124" cap="rnd">
                  <a:solidFill>
                    <a:srgbClr val="CED0D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2" name="Oval 181">
                  <a:extLst>
                    <a:ext uri="{FF2B5EF4-FFF2-40B4-BE49-F238E27FC236}">
                      <a16:creationId xmlns:a16="http://schemas.microsoft.com/office/drawing/2014/main" id="{22E85ADC-C524-E07A-D1B7-162A720C5CAD}"/>
                    </a:ext>
                  </a:extLst>
                </p:cNvPr>
                <p:cNvSpPr/>
                <p:nvPr/>
              </p:nvSpPr>
              <p:spPr>
                <a:xfrm>
                  <a:off x="4034028" y="3682746"/>
                  <a:ext cx="46227" cy="46227"/>
                </a:xfrm>
                <a:prstGeom prst="ellipse">
                  <a:avLst/>
                </a:prstGeom>
                <a:solidFill>
                  <a:srgbClr val="C4C9D4"/>
                </a:solidFill>
                <a:ln w="8124" cap="rnd">
                  <a:solidFill>
                    <a:srgbClr val="C4C9D4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3" name="Oval 182">
                  <a:extLst>
                    <a:ext uri="{FF2B5EF4-FFF2-40B4-BE49-F238E27FC236}">
                      <a16:creationId xmlns:a16="http://schemas.microsoft.com/office/drawing/2014/main" id="{CE057381-7E73-9C52-BECE-566E0E6936FF}"/>
                    </a:ext>
                  </a:extLst>
                </p:cNvPr>
                <p:cNvSpPr/>
                <p:nvPr/>
              </p:nvSpPr>
              <p:spPr>
                <a:xfrm>
                  <a:off x="4053078" y="4114165"/>
                  <a:ext cx="8127" cy="8127"/>
                </a:xfrm>
                <a:prstGeom prst="ellipse">
                  <a:avLst/>
                </a:prstGeom>
                <a:solidFill>
                  <a:srgbClr val="B7BED1"/>
                </a:solidFill>
                <a:ln w="8124" cap="rnd">
                  <a:solidFill>
                    <a:srgbClr val="B7BED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751C558F-495D-1A1B-7704-F4F2F1D2878E}"/>
                    </a:ext>
                  </a:extLst>
                </p:cNvPr>
                <p:cNvSpPr/>
                <p:nvPr/>
              </p:nvSpPr>
              <p:spPr>
                <a:xfrm>
                  <a:off x="4334510" y="2867406"/>
                  <a:ext cx="27177" cy="27178"/>
                </a:xfrm>
                <a:prstGeom prst="ellipse">
                  <a:avLst/>
                </a:prstGeom>
                <a:solidFill>
                  <a:srgbClr val="B6BDD0"/>
                </a:solidFill>
                <a:ln w="8124" cap="rnd">
                  <a:solidFill>
                    <a:srgbClr val="B6BDD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5" name="Oval 184">
                  <a:extLst>
                    <a:ext uri="{FF2B5EF4-FFF2-40B4-BE49-F238E27FC236}">
                      <a16:creationId xmlns:a16="http://schemas.microsoft.com/office/drawing/2014/main" id="{1CC72B01-1DB2-138B-719C-2C7C3F0C8AD4}"/>
                    </a:ext>
                  </a:extLst>
                </p:cNvPr>
                <p:cNvSpPr/>
                <p:nvPr/>
              </p:nvSpPr>
              <p:spPr>
                <a:xfrm>
                  <a:off x="4324350" y="3269742"/>
                  <a:ext cx="47498" cy="47498"/>
                </a:xfrm>
                <a:prstGeom prst="ellipse">
                  <a:avLst/>
                </a:prstGeom>
                <a:solidFill>
                  <a:srgbClr val="E0C8C2"/>
                </a:solidFill>
                <a:ln w="8124" cap="rnd">
                  <a:solidFill>
                    <a:srgbClr val="E0C8C2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6" name="Oval 185">
                  <a:extLst>
                    <a:ext uri="{FF2B5EF4-FFF2-40B4-BE49-F238E27FC236}">
                      <a16:creationId xmlns:a16="http://schemas.microsoft.com/office/drawing/2014/main" id="{99DFB075-0638-D472-3455-FB0DB05108AC}"/>
                    </a:ext>
                  </a:extLst>
                </p:cNvPr>
                <p:cNvSpPr/>
                <p:nvPr/>
              </p:nvSpPr>
              <p:spPr>
                <a:xfrm>
                  <a:off x="4344035" y="3701796"/>
                  <a:ext cx="8127" cy="8127"/>
                </a:xfrm>
                <a:prstGeom prst="ellipse">
                  <a:avLst/>
                </a:prstGeom>
                <a:solidFill>
                  <a:srgbClr val="ACB5CE"/>
                </a:solidFill>
                <a:ln w="8124" cap="rnd">
                  <a:solidFill>
                    <a:srgbClr val="ACB5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7" name="Oval 186">
                  <a:extLst>
                    <a:ext uri="{FF2B5EF4-FFF2-40B4-BE49-F238E27FC236}">
                      <a16:creationId xmlns:a16="http://schemas.microsoft.com/office/drawing/2014/main" id="{EC2B3328-46D8-8C0A-BDE9-FB36F00601F5}"/>
                    </a:ext>
                  </a:extLst>
                </p:cNvPr>
                <p:cNvSpPr/>
                <p:nvPr/>
              </p:nvSpPr>
              <p:spPr>
                <a:xfrm>
                  <a:off x="4344035" y="4114165"/>
                  <a:ext cx="8127" cy="8127"/>
                </a:xfrm>
                <a:prstGeom prst="ellipse">
                  <a:avLst/>
                </a:prstGeom>
                <a:solidFill>
                  <a:srgbClr val="ACB5CE"/>
                </a:solidFill>
                <a:ln w="8124" cap="rnd">
                  <a:solidFill>
                    <a:srgbClr val="ACB5C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8" name="Oval 187">
                  <a:extLst>
                    <a:ext uri="{FF2B5EF4-FFF2-40B4-BE49-F238E27FC236}">
                      <a16:creationId xmlns:a16="http://schemas.microsoft.com/office/drawing/2014/main" id="{5718BDB5-C8E3-0F5B-E011-817735AA7109}"/>
                    </a:ext>
                  </a:extLst>
                </p:cNvPr>
                <p:cNvSpPr/>
                <p:nvPr/>
              </p:nvSpPr>
              <p:spPr>
                <a:xfrm>
                  <a:off x="4573396" y="2815336"/>
                  <a:ext cx="131318" cy="131318"/>
                </a:xfrm>
                <a:prstGeom prst="ellipse">
                  <a:avLst/>
                </a:prstGeom>
                <a:solidFill>
                  <a:srgbClr val="E1C6C0"/>
                </a:solidFill>
                <a:ln w="8124" cap="rnd">
                  <a:solidFill>
                    <a:srgbClr val="E1C6C0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" name="Oval 188">
                  <a:extLst>
                    <a:ext uri="{FF2B5EF4-FFF2-40B4-BE49-F238E27FC236}">
                      <a16:creationId xmlns:a16="http://schemas.microsoft.com/office/drawing/2014/main" id="{AB5698E0-C19A-6727-501D-395538280829}"/>
                    </a:ext>
                  </a:extLst>
                </p:cNvPr>
                <p:cNvSpPr/>
                <p:nvPr/>
              </p:nvSpPr>
              <p:spPr>
                <a:xfrm>
                  <a:off x="4583048" y="3237484"/>
                  <a:ext cx="112014" cy="112013"/>
                </a:xfrm>
                <a:prstGeom prst="ellipse">
                  <a:avLst/>
                </a:prstGeom>
                <a:solidFill>
                  <a:srgbClr val="CDCFD6"/>
                </a:solidFill>
                <a:ln w="8124" cap="rnd">
                  <a:solidFill>
                    <a:srgbClr val="CDCFD6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" name="Oval 189">
                  <a:extLst>
                    <a:ext uri="{FF2B5EF4-FFF2-40B4-BE49-F238E27FC236}">
                      <a16:creationId xmlns:a16="http://schemas.microsoft.com/office/drawing/2014/main" id="{A8BC4557-CE97-27FD-E118-5234346E8970}"/>
                    </a:ext>
                  </a:extLst>
                </p:cNvPr>
                <p:cNvSpPr/>
                <p:nvPr/>
              </p:nvSpPr>
              <p:spPr>
                <a:xfrm>
                  <a:off x="4573396" y="3640201"/>
                  <a:ext cx="131318" cy="131318"/>
                </a:xfrm>
                <a:prstGeom prst="ellipse">
                  <a:avLst/>
                </a:prstGeom>
                <a:solidFill>
                  <a:srgbClr val="D5D6D8"/>
                </a:solidFill>
                <a:ln w="8124" cap="rnd">
                  <a:solidFill>
                    <a:srgbClr val="D5D6D8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1" name="Oval 190">
                  <a:extLst>
                    <a:ext uri="{FF2B5EF4-FFF2-40B4-BE49-F238E27FC236}">
                      <a16:creationId xmlns:a16="http://schemas.microsoft.com/office/drawing/2014/main" id="{BC34406C-E492-7799-2937-017BE64817B2}"/>
                    </a:ext>
                  </a:extLst>
                </p:cNvPr>
                <p:cNvSpPr/>
                <p:nvPr/>
              </p:nvSpPr>
              <p:spPr>
                <a:xfrm>
                  <a:off x="4610354" y="4089527"/>
                  <a:ext cx="57403" cy="57403"/>
                </a:xfrm>
                <a:prstGeom prst="ellipse">
                  <a:avLst/>
                </a:prstGeom>
                <a:solidFill>
                  <a:srgbClr val="7E94C2"/>
                </a:solidFill>
                <a:ln w="8124" cap="rnd">
                  <a:solidFill>
                    <a:srgbClr val="7E94C2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2" name="Oval 191">
                  <a:extLst>
                    <a:ext uri="{FF2B5EF4-FFF2-40B4-BE49-F238E27FC236}">
                      <a16:creationId xmlns:a16="http://schemas.microsoft.com/office/drawing/2014/main" id="{4B10305A-92AD-01AF-D5E1-D9AB09A120F5}"/>
                    </a:ext>
                  </a:extLst>
                </p:cNvPr>
                <p:cNvSpPr/>
                <p:nvPr/>
              </p:nvSpPr>
              <p:spPr>
                <a:xfrm>
                  <a:off x="4854829" y="2805811"/>
                  <a:ext cx="150368" cy="150368"/>
                </a:xfrm>
                <a:prstGeom prst="ellipse">
                  <a:avLst/>
                </a:prstGeom>
                <a:solidFill>
                  <a:srgbClr val="DF2C1D"/>
                </a:solidFill>
                <a:ln w="8124" cap="rnd">
                  <a:solidFill>
                    <a:srgbClr val="DF2C1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3" name="Oval 192">
                  <a:extLst>
                    <a:ext uri="{FF2B5EF4-FFF2-40B4-BE49-F238E27FC236}">
                      <a16:creationId xmlns:a16="http://schemas.microsoft.com/office/drawing/2014/main" id="{45395957-A5E4-16CE-7228-4D79DCA3D0FE}"/>
                    </a:ext>
                  </a:extLst>
                </p:cNvPr>
                <p:cNvSpPr/>
                <p:nvPr/>
              </p:nvSpPr>
              <p:spPr>
                <a:xfrm>
                  <a:off x="4886706" y="3250184"/>
                  <a:ext cx="86614" cy="86613"/>
                </a:xfrm>
                <a:prstGeom prst="ellipse">
                  <a:avLst/>
                </a:prstGeom>
                <a:solidFill>
                  <a:srgbClr val="D1D2D7"/>
                </a:solidFill>
                <a:ln w="8124" cap="rnd">
                  <a:solidFill>
                    <a:srgbClr val="D1D2D7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4" name="Oval 193">
                  <a:extLst>
                    <a:ext uri="{FF2B5EF4-FFF2-40B4-BE49-F238E27FC236}">
                      <a16:creationId xmlns:a16="http://schemas.microsoft.com/office/drawing/2014/main" id="{3A36666B-D5D4-4E26-FA0B-F20529390654}"/>
                    </a:ext>
                  </a:extLst>
                </p:cNvPr>
                <p:cNvSpPr/>
                <p:nvPr/>
              </p:nvSpPr>
              <p:spPr>
                <a:xfrm>
                  <a:off x="4899025" y="3674872"/>
                  <a:ext cx="61975" cy="61975"/>
                </a:xfrm>
                <a:prstGeom prst="ellipse">
                  <a:avLst/>
                </a:prstGeom>
                <a:solidFill>
                  <a:srgbClr val="B1BACF"/>
                </a:solidFill>
                <a:ln w="8124" cap="rnd">
                  <a:solidFill>
                    <a:srgbClr val="B1BACF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5" name="Oval 194">
                  <a:extLst>
                    <a:ext uri="{FF2B5EF4-FFF2-40B4-BE49-F238E27FC236}">
                      <a16:creationId xmlns:a16="http://schemas.microsoft.com/office/drawing/2014/main" id="{5796FBE7-DB37-170D-0A83-F8CFCF96928F}"/>
                    </a:ext>
                  </a:extLst>
                </p:cNvPr>
                <p:cNvSpPr/>
                <p:nvPr/>
              </p:nvSpPr>
              <p:spPr>
                <a:xfrm>
                  <a:off x="4895723" y="4083939"/>
                  <a:ext cx="68579" cy="68579"/>
                </a:xfrm>
                <a:prstGeom prst="ellipse">
                  <a:avLst/>
                </a:prstGeom>
                <a:solidFill>
                  <a:srgbClr val="C0C5D3"/>
                </a:solidFill>
                <a:ln w="8124" cap="rnd">
                  <a:solidFill>
                    <a:srgbClr val="C0C5D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E096AF1A-46A6-C20D-B307-C73B2FCC55D7}"/>
                    </a:ext>
                  </a:extLst>
                </p:cNvPr>
                <p:cNvSpPr/>
                <p:nvPr/>
              </p:nvSpPr>
              <p:spPr>
                <a:xfrm>
                  <a:off x="3591560" y="2633599"/>
                  <a:ext cx="1512951" cy="1732152"/>
                </a:xfrm>
                <a:prstGeom prst="rect">
                  <a:avLst/>
                </a:prstGeom>
                <a:noFill/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7" name="Graphic 6">
                <a:extLst>
                  <a:ext uri="{FF2B5EF4-FFF2-40B4-BE49-F238E27FC236}">
                    <a16:creationId xmlns:a16="http://schemas.microsoft.com/office/drawing/2014/main" id="{FFE2F67A-9964-DBCB-BF5E-D4192C2491FD}"/>
                  </a:ext>
                </a:extLst>
              </p:cNvPr>
              <p:cNvGrpSpPr/>
              <p:nvPr/>
            </p:nvGrpSpPr>
            <p:grpSpPr>
              <a:xfrm>
                <a:off x="2964940" y="607492"/>
                <a:ext cx="977201" cy="126241"/>
                <a:chOff x="439166" y="2438146"/>
                <a:chExt cx="1512950" cy="195453"/>
              </a:xfrm>
            </p:grpSpPr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C1812B76-0B39-2D2D-9520-80AD210303A9}"/>
                    </a:ext>
                  </a:extLst>
                </p:cNvPr>
                <p:cNvSpPr/>
                <p:nvPr/>
              </p:nvSpPr>
              <p:spPr>
                <a:xfrm>
                  <a:off x="439166" y="2438146"/>
                  <a:ext cx="1512950" cy="195453"/>
                </a:xfrm>
                <a:prstGeom prst="rect">
                  <a:avLst/>
                </a:prstGeom>
                <a:solidFill>
                  <a:srgbClr val="D9D9D9"/>
                </a:solidFill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A959C256-E59B-F75B-3FA6-5A76D7127999}"/>
                    </a:ext>
                  </a:extLst>
                </p:cNvPr>
                <p:cNvSpPr txBox="1"/>
                <p:nvPr/>
              </p:nvSpPr>
              <p:spPr>
                <a:xfrm>
                  <a:off x="1061948" y="2434562"/>
                  <a:ext cx="267513" cy="20494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600" spc="0" baseline="0">
                      <a:ln/>
                      <a:solidFill>
                        <a:srgbClr val="1A1A1A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</a:t>
                  </a:r>
                </a:p>
              </p:txBody>
            </p:sp>
          </p:grpSp>
          <p:grpSp>
            <p:nvGrpSpPr>
              <p:cNvPr id="200" name="Graphic 6">
                <a:extLst>
                  <a:ext uri="{FF2B5EF4-FFF2-40B4-BE49-F238E27FC236}">
                    <a16:creationId xmlns:a16="http://schemas.microsoft.com/office/drawing/2014/main" id="{2E26DE0D-2647-B8D1-86B1-69E996B7DDA9}"/>
                  </a:ext>
                </a:extLst>
              </p:cNvPr>
              <p:cNvGrpSpPr/>
              <p:nvPr/>
            </p:nvGrpSpPr>
            <p:grpSpPr>
              <a:xfrm>
                <a:off x="3982991" y="607492"/>
                <a:ext cx="977201" cy="126241"/>
                <a:chOff x="2015363" y="2438146"/>
                <a:chExt cx="1512951" cy="195453"/>
              </a:xfrm>
            </p:grpSpPr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90B905D6-E571-8ABB-AF50-5CCA9FE56DA0}"/>
                    </a:ext>
                  </a:extLst>
                </p:cNvPr>
                <p:cNvSpPr/>
                <p:nvPr/>
              </p:nvSpPr>
              <p:spPr>
                <a:xfrm>
                  <a:off x="2015363" y="2438146"/>
                  <a:ext cx="1512951" cy="195453"/>
                </a:xfrm>
                <a:prstGeom prst="rect">
                  <a:avLst/>
                </a:prstGeom>
                <a:solidFill>
                  <a:srgbClr val="D9D9D9"/>
                </a:solidFill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46ACBEAB-D909-ACD0-6227-F75727FDD4B5}"/>
                    </a:ext>
                  </a:extLst>
                </p:cNvPr>
                <p:cNvSpPr txBox="1"/>
                <p:nvPr/>
              </p:nvSpPr>
              <p:spPr>
                <a:xfrm>
                  <a:off x="2666348" y="2434562"/>
                  <a:ext cx="211107" cy="20494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600" spc="0" baseline="0">
                      <a:ln/>
                      <a:solidFill>
                        <a:srgbClr val="1A1A1A"/>
                      </a:solidFill>
                      <a:latin typeface="Arial"/>
                      <a:cs typeface="Arial"/>
                      <a:sym typeface="Arial"/>
                      <a:rtl val="0"/>
                    </a:rPr>
                    <a:t>I</a:t>
                  </a:r>
                </a:p>
              </p:txBody>
            </p:sp>
          </p:grpSp>
          <p:grpSp>
            <p:nvGrpSpPr>
              <p:cNvPr id="203" name="Graphic 6">
                <a:extLst>
                  <a:ext uri="{FF2B5EF4-FFF2-40B4-BE49-F238E27FC236}">
                    <a16:creationId xmlns:a16="http://schemas.microsoft.com/office/drawing/2014/main" id="{8BFCA90D-AF94-DE8B-6581-90041494E86D}"/>
                  </a:ext>
                </a:extLst>
              </p:cNvPr>
              <p:cNvGrpSpPr/>
              <p:nvPr/>
            </p:nvGrpSpPr>
            <p:grpSpPr>
              <a:xfrm>
                <a:off x="5001043" y="607492"/>
                <a:ext cx="977201" cy="126241"/>
                <a:chOff x="3591560" y="2438146"/>
                <a:chExt cx="1512951" cy="195453"/>
              </a:xfrm>
            </p:grpSpPr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D3859EFA-84CD-1630-677B-6396268008A6}"/>
                    </a:ext>
                  </a:extLst>
                </p:cNvPr>
                <p:cNvSpPr/>
                <p:nvPr/>
              </p:nvSpPr>
              <p:spPr>
                <a:xfrm>
                  <a:off x="3591560" y="2438146"/>
                  <a:ext cx="1512951" cy="195453"/>
                </a:xfrm>
                <a:prstGeom prst="rect">
                  <a:avLst/>
                </a:prstGeom>
                <a:solidFill>
                  <a:srgbClr val="D9D9D9"/>
                </a:solidFill>
                <a:ln w="12313" cap="rnd">
                  <a:solidFill>
                    <a:srgbClr val="333333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CAD46C29-730A-F805-705F-7845031A841F}"/>
                    </a:ext>
                  </a:extLst>
                </p:cNvPr>
                <p:cNvSpPr txBox="1"/>
                <p:nvPr/>
              </p:nvSpPr>
              <p:spPr>
                <a:xfrm>
                  <a:off x="4225628" y="2434562"/>
                  <a:ext cx="244941" cy="20494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600" spc="0" baseline="0">
                      <a:ln/>
                      <a:solidFill>
                        <a:srgbClr val="1A1A1A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</a:t>
                  </a:r>
                </a:p>
              </p:txBody>
            </p:sp>
          </p:grpSp>
          <p:sp>
            <p:nvSpPr>
              <p:cNvPr id="207" name="Freeform 206">
                <a:extLst>
                  <a:ext uri="{FF2B5EF4-FFF2-40B4-BE49-F238E27FC236}">
                    <a16:creationId xmlns:a16="http://schemas.microsoft.com/office/drawing/2014/main" id="{0E5A9E7B-18AC-5F60-48EF-A73BB5FB52F6}"/>
                  </a:ext>
                </a:extLst>
              </p:cNvPr>
              <p:cNvSpPr/>
              <p:nvPr/>
            </p:nvSpPr>
            <p:spPr>
              <a:xfrm>
                <a:off x="3077728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" name="Freeform 207">
                <a:extLst>
                  <a:ext uri="{FF2B5EF4-FFF2-40B4-BE49-F238E27FC236}">
                    <a16:creationId xmlns:a16="http://schemas.microsoft.com/office/drawing/2014/main" id="{6B407AD9-4DA8-1383-75EE-20DAB019AABF}"/>
                  </a:ext>
                </a:extLst>
              </p:cNvPr>
              <p:cNvSpPr/>
              <p:nvPr/>
            </p:nvSpPr>
            <p:spPr>
              <a:xfrm>
                <a:off x="3265654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Freeform 208">
                <a:extLst>
                  <a:ext uri="{FF2B5EF4-FFF2-40B4-BE49-F238E27FC236}">
                    <a16:creationId xmlns:a16="http://schemas.microsoft.com/office/drawing/2014/main" id="{7872B991-0E08-B559-D0CC-CA4C6F05F3E7}"/>
                  </a:ext>
                </a:extLst>
              </p:cNvPr>
              <p:cNvSpPr/>
              <p:nvPr/>
            </p:nvSpPr>
            <p:spPr>
              <a:xfrm>
                <a:off x="3453582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031D92D5-C1D4-93C8-CA49-BEE8B82A1B85}"/>
                  </a:ext>
                </a:extLst>
              </p:cNvPr>
              <p:cNvSpPr/>
              <p:nvPr/>
            </p:nvSpPr>
            <p:spPr>
              <a:xfrm>
                <a:off x="3641507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AFE5059D-7AC9-4401-38FA-925C3C71AC6B}"/>
                  </a:ext>
                </a:extLst>
              </p:cNvPr>
              <p:cNvSpPr/>
              <p:nvPr/>
            </p:nvSpPr>
            <p:spPr>
              <a:xfrm>
                <a:off x="3829435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7607D58B-5553-91E8-4FA7-590C20DC217D}"/>
                  </a:ext>
                </a:extLst>
              </p:cNvPr>
              <p:cNvSpPr txBox="1"/>
              <p:nvPr/>
            </p:nvSpPr>
            <p:spPr>
              <a:xfrm rot="18900000">
                <a:off x="2878348" y="1860502"/>
                <a:ext cx="34015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drd3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8D269E74-63DA-4372-D054-BC0F7461A428}"/>
                  </a:ext>
                </a:extLst>
              </p:cNvPr>
              <p:cNvSpPr txBox="1"/>
              <p:nvPr/>
            </p:nvSpPr>
            <p:spPr>
              <a:xfrm rot="18900000">
                <a:off x="3223364" y="1872102"/>
                <a:ext cx="37863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npy7r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9711E4D5-30AA-9295-27E8-A0A244B88F05}"/>
                  </a:ext>
                </a:extLst>
              </p:cNvPr>
              <p:cNvSpPr txBox="1"/>
              <p:nvPr/>
            </p:nvSpPr>
            <p:spPr>
              <a:xfrm rot="18900000">
                <a:off x="3425285" y="1866926"/>
                <a:ext cx="36099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nmbr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1E22C756-FC8F-60FA-9BE8-753F9F9F8B7F}"/>
                  </a:ext>
                </a:extLst>
              </p:cNvPr>
              <p:cNvSpPr txBox="1"/>
              <p:nvPr/>
            </p:nvSpPr>
            <p:spPr>
              <a:xfrm rot="18900000">
                <a:off x="3627182" y="1861771"/>
                <a:ext cx="34336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c</a:t>
                </a:r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ckb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17" name="Freeform 216">
                <a:extLst>
                  <a:ext uri="{FF2B5EF4-FFF2-40B4-BE49-F238E27FC236}">
                    <a16:creationId xmlns:a16="http://schemas.microsoft.com/office/drawing/2014/main" id="{A0A9A803-B4D6-8BED-65C8-A2F0762BD3F3}"/>
                  </a:ext>
                </a:extLst>
              </p:cNvPr>
              <p:cNvSpPr/>
              <p:nvPr/>
            </p:nvSpPr>
            <p:spPr>
              <a:xfrm>
                <a:off x="4095780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" name="Freeform 217">
                <a:extLst>
                  <a:ext uri="{FF2B5EF4-FFF2-40B4-BE49-F238E27FC236}">
                    <a16:creationId xmlns:a16="http://schemas.microsoft.com/office/drawing/2014/main" id="{27C58B22-6BF3-157D-37A0-A091F597F708}"/>
                  </a:ext>
                </a:extLst>
              </p:cNvPr>
              <p:cNvSpPr/>
              <p:nvPr/>
            </p:nvSpPr>
            <p:spPr>
              <a:xfrm>
                <a:off x="4283706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11C953E0-F58F-AC67-8FB6-B48E1F86EBFC}"/>
                  </a:ext>
                </a:extLst>
              </p:cNvPr>
              <p:cNvSpPr/>
              <p:nvPr/>
            </p:nvSpPr>
            <p:spPr>
              <a:xfrm>
                <a:off x="4471632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Freeform 219">
                <a:extLst>
                  <a:ext uri="{FF2B5EF4-FFF2-40B4-BE49-F238E27FC236}">
                    <a16:creationId xmlns:a16="http://schemas.microsoft.com/office/drawing/2014/main" id="{C07E037E-BDC0-2275-2551-A00A5F289CA9}"/>
                  </a:ext>
                </a:extLst>
              </p:cNvPr>
              <p:cNvSpPr/>
              <p:nvPr/>
            </p:nvSpPr>
            <p:spPr>
              <a:xfrm>
                <a:off x="4659559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" name="Freeform 220">
                <a:extLst>
                  <a:ext uri="{FF2B5EF4-FFF2-40B4-BE49-F238E27FC236}">
                    <a16:creationId xmlns:a16="http://schemas.microsoft.com/office/drawing/2014/main" id="{F0518DF7-3336-AE3A-273C-84F9382AD405}"/>
                  </a:ext>
                </a:extLst>
              </p:cNvPr>
              <p:cNvSpPr/>
              <p:nvPr/>
            </p:nvSpPr>
            <p:spPr>
              <a:xfrm>
                <a:off x="4847485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48489F08-CE15-CDD2-F9CC-52D77EF26273}"/>
                  </a:ext>
                </a:extLst>
              </p:cNvPr>
              <p:cNvSpPr txBox="1"/>
              <p:nvPr/>
            </p:nvSpPr>
            <p:spPr>
              <a:xfrm rot="18900000">
                <a:off x="3896399" y="1860502"/>
                <a:ext cx="34015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drd3</a:t>
                </a:r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B613035C-3A3B-C64E-2F6B-CC1A08AFB1D3}"/>
                  </a:ext>
                </a:extLst>
              </p:cNvPr>
              <p:cNvSpPr txBox="1"/>
              <p:nvPr/>
            </p:nvSpPr>
            <p:spPr>
              <a:xfrm rot="18900000">
                <a:off x="4241415" y="1872102"/>
                <a:ext cx="37863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npy7r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ED688B1B-1399-6CAC-D4AA-A75C451DB939}"/>
                  </a:ext>
                </a:extLst>
              </p:cNvPr>
              <p:cNvSpPr txBox="1"/>
              <p:nvPr/>
            </p:nvSpPr>
            <p:spPr>
              <a:xfrm rot="18900000">
                <a:off x="4443337" y="1866926"/>
                <a:ext cx="36099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nmbr</a:t>
                </a: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0B6CA29D-8600-11E4-48D6-3E970DA27A59}"/>
                  </a:ext>
                </a:extLst>
              </p:cNvPr>
              <p:cNvSpPr txBox="1"/>
              <p:nvPr/>
            </p:nvSpPr>
            <p:spPr>
              <a:xfrm rot="18900000">
                <a:off x="4645233" y="1861771"/>
                <a:ext cx="34336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cckb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461F8662-43D9-1554-CE1D-C73EA4324E22}"/>
                  </a:ext>
                </a:extLst>
              </p:cNvPr>
              <p:cNvSpPr/>
              <p:nvPr/>
            </p:nvSpPr>
            <p:spPr>
              <a:xfrm>
                <a:off x="5113831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A0238DDB-26CB-85E0-BF71-455A761A6517}"/>
                  </a:ext>
                </a:extLst>
              </p:cNvPr>
              <p:cNvSpPr/>
              <p:nvPr/>
            </p:nvSpPr>
            <p:spPr>
              <a:xfrm>
                <a:off x="5301757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892C0EC5-07E8-768C-71F9-9CD6A3359A7B}"/>
                  </a:ext>
                </a:extLst>
              </p:cNvPr>
              <p:cNvSpPr/>
              <p:nvPr/>
            </p:nvSpPr>
            <p:spPr>
              <a:xfrm>
                <a:off x="5489684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C343A7D1-5B8A-A668-5F40-FEE0B25F7118}"/>
                  </a:ext>
                </a:extLst>
              </p:cNvPr>
              <p:cNvSpPr/>
              <p:nvPr/>
            </p:nvSpPr>
            <p:spPr>
              <a:xfrm>
                <a:off x="5677610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508903E3-125C-A2CD-78E2-D2A73377158D}"/>
                  </a:ext>
                </a:extLst>
              </p:cNvPr>
              <p:cNvSpPr/>
              <p:nvPr/>
            </p:nvSpPr>
            <p:spPr>
              <a:xfrm>
                <a:off x="5865538" y="1852515"/>
                <a:ext cx="8203" cy="20425"/>
              </a:xfrm>
              <a:custGeom>
                <a:avLst/>
                <a:gdLst>
                  <a:gd name="csX0" fmla="*/ 0 w 12700"/>
                  <a:gd name="csY0" fmla="*/ 31623 h 31623"/>
                  <a:gd name="csX1" fmla="*/ 0 w 12700"/>
                  <a:gd name="csY1" fmla="*/ 0 h 31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700" h="31623">
                    <a:moveTo>
                      <a:pt x="0" y="31623"/>
                    </a:moveTo>
                    <a:lnTo>
                      <a:pt x="0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DC29D6F0-8624-C223-F09C-4B4D5CACEEFC}"/>
                  </a:ext>
                </a:extLst>
              </p:cNvPr>
              <p:cNvSpPr txBox="1"/>
              <p:nvPr/>
            </p:nvSpPr>
            <p:spPr>
              <a:xfrm rot="18900000">
                <a:off x="4914451" y="1860502"/>
                <a:ext cx="34015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drd3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9EBFAC20-E906-C0BC-1780-F58534333EC8}"/>
                  </a:ext>
                </a:extLst>
              </p:cNvPr>
              <p:cNvSpPr txBox="1"/>
              <p:nvPr/>
            </p:nvSpPr>
            <p:spPr>
              <a:xfrm rot="18900000">
                <a:off x="5259467" y="1872102"/>
                <a:ext cx="37863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>
                    <a:ln/>
                    <a:latin typeface="Arial"/>
                    <a:cs typeface="Arial"/>
                    <a:sym typeface="Arial"/>
                    <a:rtl val="0"/>
                  </a:rPr>
                  <a:t>npy7r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993AAE4-2AF8-F0C1-CCE3-8B66CE694CE1}"/>
                  </a:ext>
                </a:extLst>
              </p:cNvPr>
              <p:cNvSpPr txBox="1"/>
              <p:nvPr/>
            </p:nvSpPr>
            <p:spPr>
              <a:xfrm rot="18900000">
                <a:off x="5461388" y="1866926"/>
                <a:ext cx="36099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nmbr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75A49F3-27CD-8DEE-89C3-2F78052528EA}"/>
                  </a:ext>
                </a:extLst>
              </p:cNvPr>
              <p:cNvSpPr txBox="1"/>
              <p:nvPr/>
            </p:nvSpPr>
            <p:spPr>
              <a:xfrm rot="18900000">
                <a:off x="5663285" y="1861771"/>
                <a:ext cx="34336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i="1" spc="0" baseline="0" dirty="0" err="1">
                    <a:ln/>
                    <a:latin typeface="Arial"/>
                    <a:cs typeface="Arial"/>
                    <a:sym typeface="Arial"/>
                    <a:rtl val="0"/>
                  </a:rPr>
                  <a:t>cckb</a:t>
                </a:r>
                <a:endParaRPr lang="en-US" sz="600" i="1" spc="0" baseline="0" dirty="0">
                  <a:ln/>
                  <a:latin typeface="Arial"/>
                  <a:cs typeface="Arial"/>
                  <a:sym typeface="Arial"/>
                  <a:rtl val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B9D0762-9871-65B8-EABF-38BC7A400292}"/>
                  </a:ext>
                </a:extLst>
              </p:cNvPr>
              <p:cNvSpPr txBox="1"/>
              <p:nvPr/>
            </p:nvSpPr>
            <p:spPr>
              <a:xfrm>
                <a:off x="2714490" y="1599028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latin typeface="Arial"/>
                    <a:cs typeface="Arial"/>
                    <a:sym typeface="Arial"/>
                    <a:rtl val="0"/>
                  </a:rPr>
                  <a:t>6_3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78E5F7BA-1E49-F39C-3253-D276F00AA95D}"/>
                  </a:ext>
                </a:extLst>
              </p:cNvPr>
              <p:cNvSpPr txBox="1"/>
              <p:nvPr/>
            </p:nvSpPr>
            <p:spPr>
              <a:xfrm>
                <a:off x="2706200" y="1337151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6_2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E46D0E74-DDB8-719B-3961-5A95A8CC8410}"/>
                  </a:ext>
                </a:extLst>
              </p:cNvPr>
              <p:cNvSpPr txBox="1"/>
              <p:nvPr/>
            </p:nvSpPr>
            <p:spPr>
              <a:xfrm>
                <a:off x="2729952" y="1076661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6_1</a:t>
                </a: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2F26BEF4-ED69-D18F-6E2C-059F57598602}"/>
                  </a:ext>
                </a:extLst>
              </p:cNvPr>
              <p:cNvSpPr txBox="1"/>
              <p:nvPr/>
            </p:nvSpPr>
            <p:spPr>
              <a:xfrm>
                <a:off x="2722472" y="798394"/>
                <a:ext cx="3145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latin typeface="Arial"/>
                    <a:cs typeface="Arial"/>
                    <a:sym typeface="Arial"/>
                    <a:rtl val="0"/>
                  </a:rPr>
                  <a:t>6_0</a:t>
                </a:r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73D7FDE8-6946-2454-3A21-2C83F67149B6}"/>
                  </a:ext>
                </a:extLst>
              </p:cNvPr>
              <p:cNvSpPr/>
              <p:nvPr/>
            </p:nvSpPr>
            <p:spPr>
              <a:xfrm>
                <a:off x="2944515" y="1692643"/>
                <a:ext cx="20425" cy="8203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A52777AA-E4A6-843D-BC80-2723405A9541}"/>
                  </a:ext>
                </a:extLst>
              </p:cNvPr>
              <p:cNvSpPr/>
              <p:nvPr/>
            </p:nvSpPr>
            <p:spPr>
              <a:xfrm>
                <a:off x="2944515" y="1426297"/>
                <a:ext cx="20425" cy="8203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5EDAF6B6-4C1D-69CB-9195-D77978E20452}"/>
                  </a:ext>
                </a:extLst>
              </p:cNvPr>
              <p:cNvSpPr/>
              <p:nvPr/>
            </p:nvSpPr>
            <p:spPr>
              <a:xfrm>
                <a:off x="2944515" y="1159952"/>
                <a:ext cx="20425" cy="8203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B62A6E22-844E-5025-E7D5-1B7F4401BD33}"/>
                  </a:ext>
                </a:extLst>
              </p:cNvPr>
              <p:cNvSpPr/>
              <p:nvPr/>
            </p:nvSpPr>
            <p:spPr>
              <a:xfrm>
                <a:off x="2944515" y="893524"/>
                <a:ext cx="20425" cy="8203"/>
              </a:xfrm>
              <a:custGeom>
                <a:avLst/>
                <a:gdLst>
                  <a:gd name="csX0" fmla="*/ 0 w 31623"/>
                  <a:gd name="csY0" fmla="*/ 0 h 12700"/>
                  <a:gd name="csX1" fmla="*/ 31623 w 31623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1623" h="12700">
                    <a:moveTo>
                      <a:pt x="0" y="0"/>
                    </a:moveTo>
                    <a:lnTo>
                      <a:pt x="31623" y="0"/>
                    </a:lnTo>
                  </a:path>
                </a:pathLst>
              </a:custGeom>
              <a:noFill/>
              <a:ln w="12313" cap="flat">
                <a:solidFill>
                  <a:srgbClr val="33333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B3111F3C-0BF9-3620-DCA9-7F4ED1E066B0}"/>
                  </a:ext>
                </a:extLst>
              </p:cNvPr>
              <p:cNvSpPr txBox="1"/>
              <p:nvPr/>
            </p:nvSpPr>
            <p:spPr>
              <a:xfrm rot="16200000">
                <a:off x="2452175" y="1217733"/>
                <a:ext cx="505671" cy="1507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Subcluster</a:t>
                </a:r>
              </a:p>
            </p:txBody>
          </p:sp>
        </p:grpSp>
      </p:grpSp>
      <p:grpSp>
        <p:nvGrpSpPr>
          <p:cNvPr id="1442" name="Group 1441">
            <a:extLst>
              <a:ext uri="{FF2B5EF4-FFF2-40B4-BE49-F238E27FC236}">
                <a16:creationId xmlns:a16="http://schemas.microsoft.com/office/drawing/2014/main" id="{D0C1E4E4-4141-7A1E-92D9-A8879BFBFB07}"/>
              </a:ext>
            </a:extLst>
          </p:cNvPr>
          <p:cNvGrpSpPr/>
          <p:nvPr/>
        </p:nvGrpSpPr>
        <p:grpSpPr>
          <a:xfrm>
            <a:off x="5384483" y="1796078"/>
            <a:ext cx="514804" cy="1061890"/>
            <a:chOff x="5384483" y="2128586"/>
            <a:chExt cx="514804" cy="1061890"/>
          </a:xfrm>
        </p:grpSpPr>
        <p:grpSp>
          <p:nvGrpSpPr>
            <p:cNvPr id="1432" name="Group 1431">
              <a:extLst>
                <a:ext uri="{FF2B5EF4-FFF2-40B4-BE49-F238E27FC236}">
                  <a16:creationId xmlns:a16="http://schemas.microsoft.com/office/drawing/2014/main" id="{4C2F6CE2-C08D-B72C-1C2F-6D9E7BB3E613}"/>
                </a:ext>
              </a:extLst>
            </p:cNvPr>
            <p:cNvGrpSpPr/>
            <p:nvPr/>
          </p:nvGrpSpPr>
          <p:grpSpPr>
            <a:xfrm>
              <a:off x="5384483" y="2128586"/>
              <a:ext cx="514804" cy="239291"/>
              <a:chOff x="6041816" y="305114"/>
              <a:chExt cx="514804" cy="239291"/>
            </a:xfrm>
          </p:grpSpPr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A02A5BC-E649-2403-8C39-1B05FF70570D}"/>
                  </a:ext>
                </a:extLst>
              </p:cNvPr>
              <p:cNvSpPr txBox="1"/>
              <p:nvPr/>
            </p:nvSpPr>
            <p:spPr>
              <a:xfrm>
                <a:off x="6041816" y="305114"/>
                <a:ext cx="368931" cy="1507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Scaled</a:t>
                </a:r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C6D2DF7-C7D8-FCB3-4C51-61EC64F7738E}"/>
                  </a:ext>
                </a:extLst>
              </p:cNvPr>
              <p:cNvSpPr txBox="1"/>
              <p:nvPr/>
            </p:nvSpPr>
            <p:spPr>
              <a:xfrm>
                <a:off x="6041816" y="393704"/>
                <a:ext cx="514804" cy="1507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75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expression</a:t>
                </a:r>
              </a:p>
            </p:txBody>
          </p:sp>
        </p:grpSp>
        <p:grpSp>
          <p:nvGrpSpPr>
            <p:cNvPr id="1431" name="Group 1430">
              <a:extLst>
                <a:ext uri="{FF2B5EF4-FFF2-40B4-BE49-F238E27FC236}">
                  <a16:creationId xmlns:a16="http://schemas.microsoft.com/office/drawing/2014/main" id="{AD296DD3-1AFB-DAF8-3482-239604F979DE}"/>
                </a:ext>
              </a:extLst>
            </p:cNvPr>
            <p:cNvGrpSpPr/>
            <p:nvPr/>
          </p:nvGrpSpPr>
          <p:grpSpPr>
            <a:xfrm>
              <a:off x="5454890" y="2481753"/>
              <a:ext cx="300004" cy="708723"/>
              <a:chOff x="6100876" y="546956"/>
              <a:chExt cx="300004" cy="708723"/>
            </a:xfrm>
          </p:grpSpPr>
          <p:pic>
            <p:nvPicPr>
              <p:cNvPr id="249" name="Picture 248">
                <a:extLst>
                  <a:ext uri="{FF2B5EF4-FFF2-40B4-BE49-F238E27FC236}">
                    <a16:creationId xmlns:a16="http://schemas.microsoft.com/office/drawing/2014/main" id="{062D7700-29F1-FA46-CF98-9E48A7209C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00876" y="546956"/>
                <a:ext cx="141744" cy="708723"/>
              </a:xfrm>
              <a:custGeom>
                <a:avLst/>
                <a:gdLst>
                  <a:gd name="csX0" fmla="*/ 0 w 219455"/>
                  <a:gd name="csY0" fmla="*/ 0 h 1097280"/>
                  <a:gd name="csX1" fmla="*/ 219456 w 219455"/>
                  <a:gd name="csY1" fmla="*/ 0 h 1097280"/>
                  <a:gd name="csX2" fmla="*/ 219456 w 219455"/>
                  <a:gd name="csY2" fmla="*/ 1097280 h 1097280"/>
                  <a:gd name="csX3" fmla="*/ 0 w 219455"/>
                  <a:gd name="csY3" fmla="*/ 1097280 h 10972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19455" h="1097280">
                    <a:moveTo>
                      <a:pt x="0" y="0"/>
                    </a:moveTo>
                    <a:lnTo>
                      <a:pt x="219456" y="0"/>
                    </a:lnTo>
                    <a:lnTo>
                      <a:pt x="219456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</p:spPr>
          </p:pic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1A1CE769-ABB6-B5EE-A813-E944C8950F4F}"/>
                  </a:ext>
                </a:extLst>
              </p:cNvPr>
              <p:cNvSpPr/>
              <p:nvPr/>
            </p:nvSpPr>
            <p:spPr>
              <a:xfrm>
                <a:off x="6214239" y="1121398"/>
                <a:ext cx="28381" cy="8203"/>
              </a:xfrm>
              <a:custGeom>
                <a:avLst/>
                <a:gdLst>
                  <a:gd name="csX0" fmla="*/ 0 w 43941"/>
                  <a:gd name="csY0" fmla="*/ 0 h 12700"/>
                  <a:gd name="csX1" fmla="*/ 43942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DFFDEB5B-65D0-661F-7927-AA5FF0FA9AA7}"/>
                  </a:ext>
                </a:extLst>
              </p:cNvPr>
              <p:cNvSpPr/>
              <p:nvPr/>
            </p:nvSpPr>
            <p:spPr>
              <a:xfrm>
                <a:off x="6214239" y="968087"/>
                <a:ext cx="28381" cy="8203"/>
              </a:xfrm>
              <a:custGeom>
                <a:avLst/>
                <a:gdLst>
                  <a:gd name="csX0" fmla="*/ 0 w 43941"/>
                  <a:gd name="csY0" fmla="*/ 0 h 12700"/>
                  <a:gd name="csX1" fmla="*/ 43942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Freeform 251">
                <a:extLst>
                  <a:ext uri="{FF2B5EF4-FFF2-40B4-BE49-F238E27FC236}">
                    <a16:creationId xmlns:a16="http://schemas.microsoft.com/office/drawing/2014/main" id="{CC35F1B4-FA78-3E22-CE3C-A21500065B4A}"/>
                  </a:ext>
                </a:extLst>
              </p:cNvPr>
              <p:cNvSpPr/>
              <p:nvPr/>
            </p:nvSpPr>
            <p:spPr>
              <a:xfrm>
                <a:off x="6214239" y="814777"/>
                <a:ext cx="28381" cy="8203"/>
              </a:xfrm>
              <a:custGeom>
                <a:avLst/>
                <a:gdLst>
                  <a:gd name="csX0" fmla="*/ 0 w 43941"/>
                  <a:gd name="csY0" fmla="*/ 0 h 12700"/>
                  <a:gd name="csX1" fmla="*/ 43942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A6043E25-7116-7AA2-53C5-EE6E4749EF02}"/>
                  </a:ext>
                </a:extLst>
              </p:cNvPr>
              <p:cNvSpPr/>
              <p:nvPr/>
            </p:nvSpPr>
            <p:spPr>
              <a:xfrm>
                <a:off x="6214239" y="661467"/>
                <a:ext cx="28381" cy="8203"/>
              </a:xfrm>
              <a:custGeom>
                <a:avLst/>
                <a:gdLst>
                  <a:gd name="csX0" fmla="*/ 0 w 43941"/>
                  <a:gd name="csY0" fmla="*/ 0 h 12700"/>
                  <a:gd name="csX1" fmla="*/ 43942 w 43941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941" h="12700">
                    <a:moveTo>
                      <a:pt x="0" y="0"/>
                    </a:moveTo>
                    <a:lnTo>
                      <a:pt x="43942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5B4A6E77-972A-C74C-A587-6E0721C7027E}"/>
                  </a:ext>
                </a:extLst>
              </p:cNvPr>
              <p:cNvSpPr/>
              <p:nvPr/>
            </p:nvSpPr>
            <p:spPr>
              <a:xfrm>
                <a:off x="6100876" y="1121398"/>
                <a:ext cx="28299" cy="8203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C83E9886-2D5F-4B72-1516-2E17A8BDCB77}"/>
                  </a:ext>
                </a:extLst>
              </p:cNvPr>
              <p:cNvSpPr/>
              <p:nvPr/>
            </p:nvSpPr>
            <p:spPr>
              <a:xfrm>
                <a:off x="6100876" y="968087"/>
                <a:ext cx="28299" cy="8203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F724492D-1FED-0F9F-1EE3-CF963F442E78}"/>
                  </a:ext>
                </a:extLst>
              </p:cNvPr>
              <p:cNvSpPr/>
              <p:nvPr/>
            </p:nvSpPr>
            <p:spPr>
              <a:xfrm>
                <a:off x="6100876" y="814777"/>
                <a:ext cx="28299" cy="8203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33B8FFCE-7E7C-117D-60D5-CF209E2B872B}"/>
                  </a:ext>
                </a:extLst>
              </p:cNvPr>
              <p:cNvSpPr/>
              <p:nvPr/>
            </p:nvSpPr>
            <p:spPr>
              <a:xfrm>
                <a:off x="6100876" y="661467"/>
                <a:ext cx="28299" cy="8203"/>
              </a:xfrm>
              <a:custGeom>
                <a:avLst/>
                <a:gdLst>
                  <a:gd name="csX0" fmla="*/ 43815 w 43814"/>
                  <a:gd name="csY0" fmla="*/ 0 h 12700"/>
                  <a:gd name="csX1" fmla="*/ 0 w 43814"/>
                  <a:gd name="csY1" fmla="*/ 0 h 12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3814" h="12700">
                    <a:moveTo>
                      <a:pt x="43815" y="0"/>
                    </a:moveTo>
                    <a:lnTo>
                      <a:pt x="0" y="0"/>
                    </a:lnTo>
                  </a:path>
                </a:pathLst>
              </a:custGeom>
              <a:noFill/>
              <a:ln w="4823" cap="flat">
                <a:solidFill>
                  <a:srgbClr val="FFFFF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0548702E-C829-943E-1CE8-D408ABB5496D}"/>
                  </a:ext>
                </a:extLst>
              </p:cNvPr>
              <p:cNvSpPr txBox="1"/>
              <p:nvPr/>
            </p:nvSpPr>
            <p:spPr>
              <a:xfrm>
                <a:off x="6224411" y="1056004"/>
                <a:ext cx="176469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-1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716E979C-A39F-3F6E-5B9D-770B7E95DACC}"/>
                  </a:ext>
                </a:extLst>
              </p:cNvPr>
              <p:cNvSpPr txBox="1"/>
              <p:nvPr/>
            </p:nvSpPr>
            <p:spPr>
              <a:xfrm>
                <a:off x="6224411" y="902693"/>
                <a:ext cx="154617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85C83F2A-6D61-BAD7-A41A-BAF1B1E832EF}"/>
                  </a:ext>
                </a:extLst>
              </p:cNvPr>
              <p:cNvSpPr txBox="1"/>
              <p:nvPr/>
            </p:nvSpPr>
            <p:spPr>
              <a:xfrm>
                <a:off x="6224411" y="749383"/>
                <a:ext cx="154617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</a:t>
                </a:r>
              </a:p>
            </p:txBody>
          </p:sp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BB278BE1-5F64-26ED-9530-CFC994C747B1}"/>
                  </a:ext>
                </a:extLst>
              </p:cNvPr>
              <p:cNvSpPr txBox="1"/>
              <p:nvPr/>
            </p:nvSpPr>
            <p:spPr>
              <a:xfrm>
                <a:off x="6224411" y="596072"/>
                <a:ext cx="154617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</a:t>
                </a:r>
              </a:p>
            </p:txBody>
          </p:sp>
        </p:grpSp>
      </p:grpSp>
      <p:grpSp>
        <p:nvGrpSpPr>
          <p:cNvPr id="1433" name="Group 1432">
            <a:extLst>
              <a:ext uri="{FF2B5EF4-FFF2-40B4-BE49-F238E27FC236}">
                <a16:creationId xmlns:a16="http://schemas.microsoft.com/office/drawing/2014/main" id="{562D7641-E0B4-7D78-3005-2A6B57802FF4}"/>
              </a:ext>
            </a:extLst>
          </p:cNvPr>
          <p:cNvGrpSpPr/>
          <p:nvPr/>
        </p:nvGrpSpPr>
        <p:grpSpPr>
          <a:xfrm>
            <a:off x="4719111" y="1793432"/>
            <a:ext cx="657552" cy="1103827"/>
            <a:chOff x="3049908" y="2086649"/>
            <a:chExt cx="657552" cy="1103827"/>
          </a:xfrm>
        </p:grpSpPr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35E34769-4C9D-CCAE-678E-9D6B0161784A}"/>
                </a:ext>
              </a:extLst>
            </p:cNvPr>
            <p:cNvSpPr txBox="1"/>
            <p:nvPr/>
          </p:nvSpPr>
          <p:spPr>
            <a:xfrm>
              <a:off x="3049908" y="2086649"/>
              <a:ext cx="657552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Percent</a:t>
              </a:r>
            </a:p>
            <a:p>
              <a:r>
                <a:rPr lang="en-US" sz="75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Expressing</a:t>
              </a:r>
            </a:p>
          </p:txBody>
        </p:sp>
        <p:grpSp>
          <p:nvGrpSpPr>
            <p:cNvPr id="1430" name="Group 1429">
              <a:extLst>
                <a:ext uri="{FF2B5EF4-FFF2-40B4-BE49-F238E27FC236}">
                  <a16:creationId xmlns:a16="http://schemas.microsoft.com/office/drawing/2014/main" id="{7066E226-2096-C211-BB92-00A09665A142}"/>
                </a:ext>
              </a:extLst>
            </p:cNvPr>
            <p:cNvGrpSpPr/>
            <p:nvPr/>
          </p:nvGrpSpPr>
          <p:grpSpPr>
            <a:xfrm>
              <a:off x="3049908" y="2481753"/>
              <a:ext cx="314648" cy="708723"/>
              <a:chOff x="6100876" y="1535969"/>
              <a:chExt cx="314648" cy="708723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DAD163C7-F808-6A06-8139-2AF420E04D88}"/>
                  </a:ext>
                </a:extLst>
              </p:cNvPr>
              <p:cNvSpPr/>
              <p:nvPr/>
            </p:nvSpPr>
            <p:spPr>
              <a:xfrm>
                <a:off x="6100876" y="1535969"/>
                <a:ext cx="141744" cy="141744"/>
              </a:xfrm>
              <a:prstGeom prst="rect">
                <a:avLst/>
              </a:prstGeom>
              <a:solidFill>
                <a:srgbClr val="FFFFFF"/>
              </a:solidFill>
              <a:ln w="12313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386870DB-383A-5FCD-779E-19FAEDD98760}"/>
                  </a:ext>
                </a:extLst>
              </p:cNvPr>
              <p:cNvSpPr/>
              <p:nvPr/>
            </p:nvSpPr>
            <p:spPr>
              <a:xfrm>
                <a:off x="6169124" y="1604216"/>
                <a:ext cx="5249" cy="5249"/>
              </a:xfrm>
              <a:prstGeom prst="ellipse">
                <a:avLst/>
              </a:prstGeom>
              <a:solidFill>
                <a:srgbClr val="000000"/>
              </a:solidFill>
              <a:ln w="812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" name="Rectangle 265">
                <a:extLst>
                  <a:ext uri="{FF2B5EF4-FFF2-40B4-BE49-F238E27FC236}">
                    <a16:creationId xmlns:a16="http://schemas.microsoft.com/office/drawing/2014/main" id="{1DD8812B-CE13-A3DF-7166-9F42A718784A}"/>
                  </a:ext>
                </a:extLst>
              </p:cNvPr>
              <p:cNvSpPr/>
              <p:nvPr/>
            </p:nvSpPr>
            <p:spPr>
              <a:xfrm>
                <a:off x="6100876" y="1677713"/>
                <a:ext cx="141744" cy="141745"/>
              </a:xfrm>
              <a:prstGeom prst="rect">
                <a:avLst/>
              </a:prstGeom>
              <a:solidFill>
                <a:srgbClr val="FFFFFF"/>
              </a:solidFill>
              <a:ln w="12313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CC205101-9649-12ED-4324-72BB16FEB2F1}"/>
                  </a:ext>
                </a:extLst>
              </p:cNvPr>
              <p:cNvSpPr/>
              <p:nvPr/>
            </p:nvSpPr>
            <p:spPr>
              <a:xfrm>
                <a:off x="6142957" y="1719794"/>
                <a:ext cx="57583" cy="57583"/>
              </a:xfrm>
              <a:prstGeom prst="ellipse">
                <a:avLst/>
              </a:prstGeom>
              <a:solidFill>
                <a:srgbClr val="000000"/>
              </a:solidFill>
              <a:ln w="812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" name="Rectangle 267">
                <a:extLst>
                  <a:ext uri="{FF2B5EF4-FFF2-40B4-BE49-F238E27FC236}">
                    <a16:creationId xmlns:a16="http://schemas.microsoft.com/office/drawing/2014/main" id="{8D8D8851-E353-25D4-F4D6-618E169E30C9}"/>
                  </a:ext>
                </a:extLst>
              </p:cNvPr>
              <p:cNvSpPr/>
              <p:nvPr/>
            </p:nvSpPr>
            <p:spPr>
              <a:xfrm>
                <a:off x="6100876" y="1819458"/>
                <a:ext cx="141744" cy="141745"/>
              </a:xfrm>
              <a:prstGeom prst="rect">
                <a:avLst/>
              </a:prstGeom>
              <a:solidFill>
                <a:srgbClr val="FFFFFF"/>
              </a:solidFill>
              <a:ln w="12313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0577A1CF-8FEA-A5A8-C197-309D6CFDE9D2}"/>
                  </a:ext>
                </a:extLst>
              </p:cNvPr>
              <p:cNvSpPr/>
              <p:nvPr/>
            </p:nvSpPr>
            <p:spPr>
              <a:xfrm>
                <a:off x="6132129" y="1850711"/>
                <a:ext cx="79239" cy="79239"/>
              </a:xfrm>
              <a:prstGeom prst="ellipse">
                <a:avLst/>
              </a:prstGeom>
              <a:solidFill>
                <a:srgbClr val="000000"/>
              </a:solidFill>
              <a:ln w="812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8AB5D07A-4DB3-96CB-4D75-D4482BE99D85}"/>
                  </a:ext>
                </a:extLst>
              </p:cNvPr>
              <p:cNvSpPr/>
              <p:nvPr/>
            </p:nvSpPr>
            <p:spPr>
              <a:xfrm>
                <a:off x="6100876" y="1961203"/>
                <a:ext cx="141744" cy="141745"/>
              </a:xfrm>
              <a:prstGeom prst="rect">
                <a:avLst/>
              </a:prstGeom>
              <a:solidFill>
                <a:srgbClr val="FFFFFF"/>
              </a:solidFill>
              <a:ln w="12313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433CF56D-BDBA-059F-184A-88C4C066409C}"/>
                  </a:ext>
                </a:extLst>
              </p:cNvPr>
              <p:cNvSpPr/>
              <p:nvPr/>
            </p:nvSpPr>
            <p:spPr>
              <a:xfrm>
                <a:off x="6123762" y="1984089"/>
                <a:ext cx="95973" cy="95972"/>
              </a:xfrm>
              <a:prstGeom prst="ellipse">
                <a:avLst/>
              </a:prstGeom>
              <a:solidFill>
                <a:srgbClr val="000000"/>
              </a:solidFill>
              <a:ln w="812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04B94478-152A-11A6-0889-143749BE7E13}"/>
                  </a:ext>
                </a:extLst>
              </p:cNvPr>
              <p:cNvSpPr/>
              <p:nvPr/>
            </p:nvSpPr>
            <p:spPr>
              <a:xfrm>
                <a:off x="6100876" y="2102947"/>
                <a:ext cx="141744" cy="141745"/>
              </a:xfrm>
              <a:prstGeom prst="rect">
                <a:avLst/>
              </a:prstGeom>
              <a:solidFill>
                <a:srgbClr val="FFFFFF"/>
              </a:solidFill>
              <a:ln w="12313"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445D6664-83F9-A192-EB20-BDBC01256B67}"/>
                  </a:ext>
                </a:extLst>
              </p:cNvPr>
              <p:cNvSpPr/>
              <p:nvPr/>
            </p:nvSpPr>
            <p:spPr>
              <a:xfrm>
                <a:off x="6116790" y="2118861"/>
                <a:ext cx="109917" cy="109917"/>
              </a:xfrm>
              <a:prstGeom prst="ellipse">
                <a:avLst/>
              </a:prstGeom>
              <a:solidFill>
                <a:srgbClr val="000000"/>
              </a:solidFill>
              <a:ln w="8124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9F465090-5B51-930B-6A38-8E0EA09A3D31}"/>
                  </a:ext>
                </a:extLst>
              </p:cNvPr>
              <p:cNvSpPr txBox="1"/>
              <p:nvPr/>
            </p:nvSpPr>
            <p:spPr>
              <a:xfrm>
                <a:off x="6224411" y="1541447"/>
                <a:ext cx="154617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19DB5CD-C97B-C4FF-6E97-F0AEAD295C9E}"/>
                  </a:ext>
                </a:extLst>
              </p:cNvPr>
              <p:cNvSpPr txBox="1"/>
              <p:nvPr/>
            </p:nvSpPr>
            <p:spPr>
              <a:xfrm>
                <a:off x="6224411" y="1683191"/>
                <a:ext cx="191113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10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2F01C6C-98E8-0450-CB60-9D5CCDD2BB0B}"/>
                  </a:ext>
                </a:extLst>
              </p:cNvPr>
              <p:cNvSpPr txBox="1"/>
              <p:nvPr/>
            </p:nvSpPr>
            <p:spPr>
              <a:xfrm>
                <a:off x="6224411" y="1824936"/>
                <a:ext cx="191113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89CE0F11-E3D4-A96A-A1B7-F0C90F780B42}"/>
                  </a:ext>
                </a:extLst>
              </p:cNvPr>
              <p:cNvSpPr txBox="1"/>
              <p:nvPr/>
            </p:nvSpPr>
            <p:spPr>
              <a:xfrm>
                <a:off x="6224411" y="1966681"/>
                <a:ext cx="191113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30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7127F2C8-4362-4060-F3B1-19982663056B}"/>
                  </a:ext>
                </a:extLst>
              </p:cNvPr>
              <p:cNvSpPr txBox="1"/>
              <p:nvPr/>
            </p:nvSpPr>
            <p:spPr>
              <a:xfrm>
                <a:off x="6224411" y="2108425"/>
                <a:ext cx="191113" cy="13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6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40</a:t>
                </a:r>
              </a:p>
            </p:txBody>
          </p:sp>
        </p:grpSp>
      </p:grpSp>
      <p:pic>
        <p:nvPicPr>
          <p:cNvPr id="9" name="Graphic 8">
            <a:extLst>
              <a:ext uri="{FF2B5EF4-FFF2-40B4-BE49-F238E27FC236}">
                <a16:creationId xmlns:a16="http://schemas.microsoft.com/office/drawing/2014/main" id="{112A6E31-AF52-15F5-9041-16D266049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" y="2903539"/>
            <a:ext cx="2743200" cy="2184400"/>
          </a:xfrm>
          <a:prstGeom prst="rect">
            <a:avLst/>
          </a:prstGeom>
        </p:spPr>
      </p:pic>
      <p:pic>
        <p:nvPicPr>
          <p:cNvPr id="280" name="Graphic 279">
            <a:extLst>
              <a:ext uri="{FF2B5EF4-FFF2-40B4-BE49-F238E27FC236}">
                <a16:creationId xmlns:a16="http://schemas.microsoft.com/office/drawing/2014/main" id="{AC478FC3-7126-9AC5-CDA9-A7D6287FF5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03433" y="2903539"/>
            <a:ext cx="2743200" cy="2184400"/>
          </a:xfrm>
          <a:prstGeom prst="rect">
            <a:avLst/>
          </a:prstGeom>
        </p:spPr>
      </p:pic>
      <p:grpSp>
        <p:nvGrpSpPr>
          <p:cNvPr id="1448" name="Graphic 281">
            <a:extLst>
              <a:ext uri="{FF2B5EF4-FFF2-40B4-BE49-F238E27FC236}">
                <a16:creationId xmlns:a16="http://schemas.microsoft.com/office/drawing/2014/main" id="{2C6AF082-20C3-3EEB-DDF6-93835AACCCBA}"/>
              </a:ext>
            </a:extLst>
          </p:cNvPr>
          <p:cNvGrpSpPr/>
          <p:nvPr/>
        </p:nvGrpSpPr>
        <p:grpSpPr>
          <a:xfrm>
            <a:off x="0" y="4039733"/>
            <a:ext cx="2600284" cy="4357624"/>
            <a:chOff x="0" y="4039733"/>
            <a:chExt cx="2600284" cy="4357624"/>
          </a:xfrm>
        </p:grpSpPr>
        <p:sp>
          <p:nvSpPr>
            <p:cNvPr id="1449" name="Rectangle 1448">
              <a:extLst>
                <a:ext uri="{FF2B5EF4-FFF2-40B4-BE49-F238E27FC236}">
                  <a16:creationId xmlns:a16="http://schemas.microsoft.com/office/drawing/2014/main" id="{5C97A693-257F-83C5-8896-F429BB497F90}"/>
                </a:ext>
              </a:extLst>
            </p:cNvPr>
            <p:cNvSpPr/>
            <p:nvPr/>
          </p:nvSpPr>
          <p:spPr>
            <a:xfrm>
              <a:off x="0" y="5265091"/>
              <a:ext cx="1216152" cy="1216152"/>
            </a:xfrm>
            <a:prstGeom prst="rect">
              <a:avLst/>
            </a:prstGeom>
            <a:noFill/>
            <a:ln w="8401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0" name="Rectangle 1449">
              <a:extLst>
                <a:ext uri="{FF2B5EF4-FFF2-40B4-BE49-F238E27FC236}">
                  <a16:creationId xmlns:a16="http://schemas.microsoft.com/office/drawing/2014/main" id="{06A62DD4-F106-3F8D-C808-2025D147BF88}"/>
                </a:ext>
              </a:extLst>
            </p:cNvPr>
            <p:cNvSpPr/>
            <p:nvPr/>
          </p:nvSpPr>
          <p:spPr>
            <a:xfrm>
              <a:off x="0" y="5265091"/>
              <a:ext cx="1216152" cy="1216152"/>
            </a:xfrm>
            <a:prstGeom prst="rect">
              <a:avLst/>
            </a:prstGeom>
            <a:noFill/>
            <a:ln w="0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51" name="Graphic 281">
              <a:extLst>
                <a:ext uri="{FF2B5EF4-FFF2-40B4-BE49-F238E27FC236}">
                  <a16:creationId xmlns:a16="http://schemas.microsoft.com/office/drawing/2014/main" id="{9721E891-598E-1EBF-191F-75751F434C7F}"/>
                </a:ext>
              </a:extLst>
            </p:cNvPr>
            <p:cNvGrpSpPr/>
            <p:nvPr/>
          </p:nvGrpSpPr>
          <p:grpSpPr>
            <a:xfrm>
              <a:off x="38173" y="4039733"/>
              <a:ext cx="2562111" cy="4357624"/>
              <a:chOff x="38173" y="4039733"/>
              <a:chExt cx="2562111" cy="4357624"/>
            </a:xfrm>
          </p:grpSpPr>
          <p:sp>
            <p:nvSpPr>
              <p:cNvPr id="1452" name="Oval 1451">
                <a:extLst>
                  <a:ext uri="{FF2B5EF4-FFF2-40B4-BE49-F238E27FC236}">
                    <a16:creationId xmlns:a16="http://schemas.microsoft.com/office/drawing/2014/main" id="{CA4C8C48-AFE6-218E-E563-814956271D53}"/>
                  </a:ext>
                </a:extLst>
              </p:cNvPr>
              <p:cNvSpPr/>
              <p:nvPr/>
            </p:nvSpPr>
            <p:spPr>
              <a:xfrm>
                <a:off x="543214" y="6284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3" name="Oval 1452">
                <a:extLst>
                  <a:ext uri="{FF2B5EF4-FFF2-40B4-BE49-F238E27FC236}">
                    <a16:creationId xmlns:a16="http://schemas.microsoft.com/office/drawing/2014/main" id="{F673EE69-0988-CB35-35AF-AF33C6B86FB0}"/>
                  </a:ext>
                </a:extLst>
              </p:cNvPr>
              <p:cNvSpPr/>
              <p:nvPr/>
            </p:nvSpPr>
            <p:spPr>
              <a:xfrm>
                <a:off x="461799" y="59632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4" name="Oval 1453">
                <a:extLst>
                  <a:ext uri="{FF2B5EF4-FFF2-40B4-BE49-F238E27FC236}">
                    <a16:creationId xmlns:a16="http://schemas.microsoft.com/office/drawing/2014/main" id="{E5E9DA9E-7876-EC01-716C-E784538247E9}"/>
                  </a:ext>
                </a:extLst>
              </p:cNvPr>
              <p:cNvSpPr/>
              <p:nvPr/>
            </p:nvSpPr>
            <p:spPr>
              <a:xfrm>
                <a:off x="347278" y="63437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5" name="Oval 1454">
                <a:extLst>
                  <a:ext uri="{FF2B5EF4-FFF2-40B4-BE49-F238E27FC236}">
                    <a16:creationId xmlns:a16="http://schemas.microsoft.com/office/drawing/2014/main" id="{B698B399-8ECA-911A-6882-792EC9B9AFE7}"/>
                  </a:ext>
                </a:extLst>
              </p:cNvPr>
              <p:cNvSpPr/>
              <p:nvPr/>
            </p:nvSpPr>
            <p:spPr>
              <a:xfrm>
                <a:off x="326418" y="62512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6" name="Oval 1455">
                <a:extLst>
                  <a:ext uri="{FF2B5EF4-FFF2-40B4-BE49-F238E27FC236}">
                    <a16:creationId xmlns:a16="http://schemas.microsoft.com/office/drawing/2014/main" id="{56B117A0-CAED-4139-FAA8-BA5C14CBC25B}"/>
                  </a:ext>
                </a:extLst>
              </p:cNvPr>
              <p:cNvSpPr/>
              <p:nvPr/>
            </p:nvSpPr>
            <p:spPr>
              <a:xfrm>
                <a:off x="916505" y="5473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7" name="Oval 1456">
                <a:extLst>
                  <a:ext uri="{FF2B5EF4-FFF2-40B4-BE49-F238E27FC236}">
                    <a16:creationId xmlns:a16="http://schemas.microsoft.com/office/drawing/2014/main" id="{46BB3B66-D41B-A93F-A72B-CF0E3FF9F569}"/>
                  </a:ext>
                </a:extLst>
              </p:cNvPr>
              <p:cNvSpPr/>
              <p:nvPr/>
            </p:nvSpPr>
            <p:spPr>
              <a:xfrm>
                <a:off x="193655" y="61523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8" name="Oval 1457">
                <a:extLst>
                  <a:ext uri="{FF2B5EF4-FFF2-40B4-BE49-F238E27FC236}">
                    <a16:creationId xmlns:a16="http://schemas.microsoft.com/office/drawing/2014/main" id="{FDE427CF-33FE-376C-1996-B021145915D6}"/>
                  </a:ext>
                </a:extLst>
              </p:cNvPr>
              <p:cNvSpPr/>
              <p:nvPr/>
            </p:nvSpPr>
            <p:spPr>
              <a:xfrm>
                <a:off x="297619" y="62311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9" name="Oval 1458">
                <a:extLst>
                  <a:ext uri="{FF2B5EF4-FFF2-40B4-BE49-F238E27FC236}">
                    <a16:creationId xmlns:a16="http://schemas.microsoft.com/office/drawing/2014/main" id="{178A7ECA-E28E-88AF-4C9D-09AD63C2C7A5}"/>
                  </a:ext>
                </a:extLst>
              </p:cNvPr>
              <p:cNvSpPr/>
              <p:nvPr/>
            </p:nvSpPr>
            <p:spPr>
              <a:xfrm>
                <a:off x="358258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0" name="Oval 1459">
                <a:extLst>
                  <a:ext uri="{FF2B5EF4-FFF2-40B4-BE49-F238E27FC236}">
                    <a16:creationId xmlns:a16="http://schemas.microsoft.com/office/drawing/2014/main" id="{A8806468-8B09-3D18-4C5A-D3CD0F31FE9E}"/>
                  </a:ext>
                </a:extLst>
              </p:cNvPr>
              <p:cNvSpPr/>
              <p:nvPr/>
            </p:nvSpPr>
            <p:spPr>
              <a:xfrm>
                <a:off x="92647" y="597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1" name="Oval 1460">
                <a:extLst>
                  <a:ext uri="{FF2B5EF4-FFF2-40B4-BE49-F238E27FC236}">
                    <a16:creationId xmlns:a16="http://schemas.microsoft.com/office/drawing/2014/main" id="{4D611394-F641-0CE1-E0E0-A85853386A26}"/>
                  </a:ext>
                </a:extLst>
              </p:cNvPr>
              <p:cNvSpPr/>
              <p:nvPr/>
            </p:nvSpPr>
            <p:spPr>
              <a:xfrm>
                <a:off x="246777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2" name="Oval 1461">
                <a:extLst>
                  <a:ext uri="{FF2B5EF4-FFF2-40B4-BE49-F238E27FC236}">
                    <a16:creationId xmlns:a16="http://schemas.microsoft.com/office/drawing/2014/main" id="{1CE2CF1B-D114-F798-CD0A-3747E7A108C0}"/>
                  </a:ext>
                </a:extLst>
              </p:cNvPr>
              <p:cNvSpPr/>
              <p:nvPr/>
            </p:nvSpPr>
            <p:spPr>
              <a:xfrm>
                <a:off x="352852" y="62945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3" name="Oval 1462">
                <a:extLst>
                  <a:ext uri="{FF2B5EF4-FFF2-40B4-BE49-F238E27FC236}">
                    <a16:creationId xmlns:a16="http://schemas.microsoft.com/office/drawing/2014/main" id="{4CD26B95-1349-7E9D-99A0-CE17E854120A}"/>
                  </a:ext>
                </a:extLst>
              </p:cNvPr>
              <p:cNvSpPr/>
              <p:nvPr/>
            </p:nvSpPr>
            <p:spPr>
              <a:xfrm>
                <a:off x="275914" y="60525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4" name="Oval 1463">
                <a:extLst>
                  <a:ext uri="{FF2B5EF4-FFF2-40B4-BE49-F238E27FC236}">
                    <a16:creationId xmlns:a16="http://schemas.microsoft.com/office/drawing/2014/main" id="{A6593789-7447-1850-608B-AF5796017859}"/>
                  </a:ext>
                </a:extLst>
              </p:cNvPr>
              <p:cNvSpPr/>
              <p:nvPr/>
            </p:nvSpPr>
            <p:spPr>
              <a:xfrm>
                <a:off x="469907" y="6311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5" name="Oval 1464">
                <a:extLst>
                  <a:ext uri="{FF2B5EF4-FFF2-40B4-BE49-F238E27FC236}">
                    <a16:creationId xmlns:a16="http://schemas.microsoft.com/office/drawing/2014/main" id="{B2B87001-8F4B-0B91-8367-B89FC2F39DEE}"/>
                  </a:ext>
                </a:extLst>
              </p:cNvPr>
              <p:cNvSpPr/>
              <p:nvPr/>
            </p:nvSpPr>
            <p:spPr>
              <a:xfrm>
                <a:off x="324222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6" name="Oval 1465">
                <a:extLst>
                  <a:ext uri="{FF2B5EF4-FFF2-40B4-BE49-F238E27FC236}">
                    <a16:creationId xmlns:a16="http://schemas.microsoft.com/office/drawing/2014/main" id="{974FCFB5-B80E-D90A-A21B-F9AF10191E7F}"/>
                  </a:ext>
                </a:extLst>
              </p:cNvPr>
              <p:cNvSpPr/>
              <p:nvPr/>
            </p:nvSpPr>
            <p:spPr>
              <a:xfrm>
                <a:off x="995808" y="55072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7" name="Oval 1466">
                <a:extLst>
                  <a:ext uri="{FF2B5EF4-FFF2-40B4-BE49-F238E27FC236}">
                    <a16:creationId xmlns:a16="http://schemas.microsoft.com/office/drawing/2014/main" id="{0136013A-6FF3-6E04-FBFB-68F33FB43189}"/>
                  </a:ext>
                </a:extLst>
              </p:cNvPr>
              <p:cNvSpPr/>
              <p:nvPr/>
            </p:nvSpPr>
            <p:spPr>
              <a:xfrm>
                <a:off x="965320" y="5471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8" name="Oval 1467">
                <a:extLst>
                  <a:ext uri="{FF2B5EF4-FFF2-40B4-BE49-F238E27FC236}">
                    <a16:creationId xmlns:a16="http://schemas.microsoft.com/office/drawing/2014/main" id="{8DD03D4C-5684-3C86-7FBE-A4C8714F6DBA}"/>
                  </a:ext>
                </a:extLst>
              </p:cNvPr>
              <p:cNvSpPr/>
              <p:nvPr/>
            </p:nvSpPr>
            <p:spPr>
              <a:xfrm>
                <a:off x="173386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69" name="Oval 1468">
                <a:extLst>
                  <a:ext uri="{FF2B5EF4-FFF2-40B4-BE49-F238E27FC236}">
                    <a16:creationId xmlns:a16="http://schemas.microsoft.com/office/drawing/2014/main" id="{B376B84E-36FB-4AF6-A09B-2933F2FF049B}"/>
                  </a:ext>
                </a:extLst>
              </p:cNvPr>
              <p:cNvSpPr/>
              <p:nvPr/>
            </p:nvSpPr>
            <p:spPr>
              <a:xfrm>
                <a:off x="320337" y="6372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0" name="Oval 1469">
                <a:extLst>
                  <a:ext uri="{FF2B5EF4-FFF2-40B4-BE49-F238E27FC236}">
                    <a16:creationId xmlns:a16="http://schemas.microsoft.com/office/drawing/2014/main" id="{56D8547F-3CDC-98F4-F09B-D6AFAFE2E0EB}"/>
                  </a:ext>
                </a:extLst>
              </p:cNvPr>
              <p:cNvSpPr/>
              <p:nvPr/>
            </p:nvSpPr>
            <p:spPr>
              <a:xfrm>
                <a:off x="509010" y="601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1" name="Oval 1470">
                <a:extLst>
                  <a:ext uri="{FF2B5EF4-FFF2-40B4-BE49-F238E27FC236}">
                    <a16:creationId xmlns:a16="http://schemas.microsoft.com/office/drawing/2014/main" id="{2329F3DD-558E-D3EC-88E3-5FEAE77FE8CC}"/>
                  </a:ext>
                </a:extLst>
              </p:cNvPr>
              <p:cNvSpPr/>
              <p:nvPr/>
            </p:nvSpPr>
            <p:spPr>
              <a:xfrm>
                <a:off x="532995" y="61652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2" name="Oval 1471">
                <a:extLst>
                  <a:ext uri="{FF2B5EF4-FFF2-40B4-BE49-F238E27FC236}">
                    <a16:creationId xmlns:a16="http://schemas.microsoft.com/office/drawing/2014/main" id="{C022099A-524A-D667-B93B-F2700AC4C8BF}"/>
                  </a:ext>
                </a:extLst>
              </p:cNvPr>
              <p:cNvSpPr/>
              <p:nvPr/>
            </p:nvSpPr>
            <p:spPr>
              <a:xfrm>
                <a:off x="434014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3" name="Oval 1472">
                <a:extLst>
                  <a:ext uri="{FF2B5EF4-FFF2-40B4-BE49-F238E27FC236}">
                    <a16:creationId xmlns:a16="http://schemas.microsoft.com/office/drawing/2014/main" id="{78AD7749-1B25-8500-21F6-5D5E0AE0D942}"/>
                  </a:ext>
                </a:extLst>
              </p:cNvPr>
              <p:cNvSpPr/>
              <p:nvPr/>
            </p:nvSpPr>
            <p:spPr>
              <a:xfrm>
                <a:off x="444233" y="6347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4" name="Oval 1473">
                <a:extLst>
                  <a:ext uri="{FF2B5EF4-FFF2-40B4-BE49-F238E27FC236}">
                    <a16:creationId xmlns:a16="http://schemas.microsoft.com/office/drawing/2014/main" id="{6598753D-977A-F639-46C3-10875B9CF5F8}"/>
                  </a:ext>
                </a:extLst>
              </p:cNvPr>
              <p:cNvSpPr/>
              <p:nvPr/>
            </p:nvSpPr>
            <p:spPr>
              <a:xfrm>
                <a:off x="60723" y="6001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5" name="Oval 1474">
                <a:extLst>
                  <a:ext uri="{FF2B5EF4-FFF2-40B4-BE49-F238E27FC236}">
                    <a16:creationId xmlns:a16="http://schemas.microsoft.com/office/drawing/2014/main" id="{E883C9C0-C195-D447-1E55-102C5FEA45BC}"/>
                  </a:ext>
                </a:extLst>
              </p:cNvPr>
              <p:cNvSpPr/>
              <p:nvPr/>
            </p:nvSpPr>
            <p:spPr>
              <a:xfrm>
                <a:off x="418643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6" name="Oval 1475">
                <a:extLst>
                  <a:ext uri="{FF2B5EF4-FFF2-40B4-BE49-F238E27FC236}">
                    <a16:creationId xmlns:a16="http://schemas.microsoft.com/office/drawing/2014/main" id="{268D7BB8-E345-82DF-3889-13AD61B7541B}"/>
                  </a:ext>
                </a:extLst>
              </p:cNvPr>
              <p:cNvSpPr/>
              <p:nvPr/>
            </p:nvSpPr>
            <p:spPr>
              <a:xfrm>
                <a:off x="963969" y="5476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7" name="Oval 1476">
                <a:extLst>
                  <a:ext uri="{FF2B5EF4-FFF2-40B4-BE49-F238E27FC236}">
                    <a16:creationId xmlns:a16="http://schemas.microsoft.com/office/drawing/2014/main" id="{7B3AE2D9-C20C-4DE6-23F5-841C4B9FE664}"/>
                  </a:ext>
                </a:extLst>
              </p:cNvPr>
              <p:cNvSpPr/>
              <p:nvPr/>
            </p:nvSpPr>
            <p:spPr>
              <a:xfrm>
                <a:off x="949865" y="550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8" name="Oval 1477">
                <a:extLst>
                  <a:ext uri="{FF2B5EF4-FFF2-40B4-BE49-F238E27FC236}">
                    <a16:creationId xmlns:a16="http://schemas.microsoft.com/office/drawing/2014/main" id="{E45C7078-C504-8EA7-EC75-4869FCB13741}"/>
                  </a:ext>
                </a:extLst>
              </p:cNvPr>
              <p:cNvSpPr/>
              <p:nvPr/>
            </p:nvSpPr>
            <p:spPr>
              <a:xfrm>
                <a:off x="74658" y="598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79" name="Oval 1478">
                <a:extLst>
                  <a:ext uri="{FF2B5EF4-FFF2-40B4-BE49-F238E27FC236}">
                    <a16:creationId xmlns:a16="http://schemas.microsoft.com/office/drawing/2014/main" id="{A452A780-8945-1449-8275-56988F5B9835}"/>
                  </a:ext>
                </a:extLst>
              </p:cNvPr>
              <p:cNvSpPr/>
              <p:nvPr/>
            </p:nvSpPr>
            <p:spPr>
              <a:xfrm>
                <a:off x="64861" y="60007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0" name="Oval 1479">
                <a:extLst>
                  <a:ext uri="{FF2B5EF4-FFF2-40B4-BE49-F238E27FC236}">
                    <a16:creationId xmlns:a16="http://schemas.microsoft.com/office/drawing/2014/main" id="{12A6950D-A8BB-23C8-F588-5DD9635D3652}"/>
                  </a:ext>
                </a:extLst>
              </p:cNvPr>
              <p:cNvSpPr/>
              <p:nvPr/>
            </p:nvSpPr>
            <p:spPr>
              <a:xfrm>
                <a:off x="948683" y="5477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1" name="Oval 1480">
                <a:extLst>
                  <a:ext uri="{FF2B5EF4-FFF2-40B4-BE49-F238E27FC236}">
                    <a16:creationId xmlns:a16="http://schemas.microsoft.com/office/drawing/2014/main" id="{D07DED38-F7D5-9823-70AB-684243244F7E}"/>
                  </a:ext>
                </a:extLst>
              </p:cNvPr>
              <p:cNvSpPr/>
              <p:nvPr/>
            </p:nvSpPr>
            <p:spPr>
              <a:xfrm>
                <a:off x="243230" y="606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2" name="Oval 1481">
                <a:extLst>
                  <a:ext uri="{FF2B5EF4-FFF2-40B4-BE49-F238E27FC236}">
                    <a16:creationId xmlns:a16="http://schemas.microsoft.com/office/drawing/2014/main" id="{C9D441DE-DA3E-C670-B3FD-7A5FAAA9EDD7}"/>
                  </a:ext>
                </a:extLst>
              </p:cNvPr>
              <p:cNvSpPr/>
              <p:nvPr/>
            </p:nvSpPr>
            <p:spPr>
              <a:xfrm>
                <a:off x="502084" y="6309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3" name="Oval 1482">
                <a:extLst>
                  <a:ext uri="{FF2B5EF4-FFF2-40B4-BE49-F238E27FC236}">
                    <a16:creationId xmlns:a16="http://schemas.microsoft.com/office/drawing/2014/main" id="{26808468-9173-5131-D828-740148A64785}"/>
                  </a:ext>
                </a:extLst>
              </p:cNvPr>
              <p:cNvSpPr/>
              <p:nvPr/>
            </p:nvSpPr>
            <p:spPr>
              <a:xfrm>
                <a:off x="243652" y="6089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4" name="Oval 1483">
                <a:extLst>
                  <a:ext uri="{FF2B5EF4-FFF2-40B4-BE49-F238E27FC236}">
                    <a16:creationId xmlns:a16="http://schemas.microsoft.com/office/drawing/2014/main" id="{67392996-C645-9884-7657-BC0034EB064E}"/>
                  </a:ext>
                </a:extLst>
              </p:cNvPr>
              <p:cNvSpPr/>
              <p:nvPr/>
            </p:nvSpPr>
            <p:spPr>
              <a:xfrm>
                <a:off x="452763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5" name="Oval 1484">
                <a:extLst>
                  <a:ext uri="{FF2B5EF4-FFF2-40B4-BE49-F238E27FC236}">
                    <a16:creationId xmlns:a16="http://schemas.microsoft.com/office/drawing/2014/main" id="{E6FDB12A-EB5F-1CF8-DED1-3A2A213708D9}"/>
                  </a:ext>
                </a:extLst>
              </p:cNvPr>
              <p:cNvSpPr/>
              <p:nvPr/>
            </p:nvSpPr>
            <p:spPr>
              <a:xfrm>
                <a:off x="427595" y="629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6" name="Oval 1485">
                <a:extLst>
                  <a:ext uri="{FF2B5EF4-FFF2-40B4-BE49-F238E27FC236}">
                    <a16:creationId xmlns:a16="http://schemas.microsoft.com/office/drawing/2014/main" id="{EE33D8A0-6C90-CE17-8D44-4C11A61B83E5}"/>
                  </a:ext>
                </a:extLst>
              </p:cNvPr>
              <p:cNvSpPr/>
              <p:nvPr/>
            </p:nvSpPr>
            <p:spPr>
              <a:xfrm>
                <a:off x="298548" y="6291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7" name="Oval 1486">
                <a:extLst>
                  <a:ext uri="{FF2B5EF4-FFF2-40B4-BE49-F238E27FC236}">
                    <a16:creationId xmlns:a16="http://schemas.microsoft.com/office/drawing/2014/main" id="{78824156-31F0-9824-D6A5-ACEBF0C677BA}"/>
                  </a:ext>
                </a:extLst>
              </p:cNvPr>
              <p:cNvSpPr/>
              <p:nvPr/>
            </p:nvSpPr>
            <p:spPr>
              <a:xfrm>
                <a:off x="453945" y="62587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8" name="Oval 1487">
                <a:extLst>
                  <a:ext uri="{FF2B5EF4-FFF2-40B4-BE49-F238E27FC236}">
                    <a16:creationId xmlns:a16="http://schemas.microsoft.com/office/drawing/2014/main" id="{75519222-FF2F-C7D2-4270-4F646DD5A3C1}"/>
                  </a:ext>
                </a:extLst>
              </p:cNvPr>
              <p:cNvSpPr/>
              <p:nvPr/>
            </p:nvSpPr>
            <p:spPr>
              <a:xfrm>
                <a:off x="172963" y="6195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9" name="Oval 1488">
                <a:extLst>
                  <a:ext uri="{FF2B5EF4-FFF2-40B4-BE49-F238E27FC236}">
                    <a16:creationId xmlns:a16="http://schemas.microsoft.com/office/drawing/2014/main" id="{DF3B2EA2-8592-B5A9-85D0-D04D4712458B}"/>
                  </a:ext>
                </a:extLst>
              </p:cNvPr>
              <p:cNvSpPr/>
              <p:nvPr/>
            </p:nvSpPr>
            <p:spPr>
              <a:xfrm>
                <a:off x="1016162" y="5736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0" name="Oval 1489">
                <a:extLst>
                  <a:ext uri="{FF2B5EF4-FFF2-40B4-BE49-F238E27FC236}">
                    <a16:creationId xmlns:a16="http://schemas.microsoft.com/office/drawing/2014/main" id="{879A909D-B895-D276-34AE-A5EC6A692406}"/>
                  </a:ext>
                </a:extLst>
              </p:cNvPr>
              <p:cNvSpPr/>
              <p:nvPr/>
            </p:nvSpPr>
            <p:spPr>
              <a:xfrm>
                <a:off x="179382" y="6208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1" name="Oval 1490">
                <a:extLst>
                  <a:ext uri="{FF2B5EF4-FFF2-40B4-BE49-F238E27FC236}">
                    <a16:creationId xmlns:a16="http://schemas.microsoft.com/office/drawing/2014/main" id="{D942ECC6-EE55-D3FF-B1A5-076890E4E569}"/>
                  </a:ext>
                </a:extLst>
              </p:cNvPr>
              <p:cNvSpPr/>
              <p:nvPr/>
            </p:nvSpPr>
            <p:spPr>
              <a:xfrm>
                <a:off x="250324" y="6300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2" name="Oval 1491">
                <a:extLst>
                  <a:ext uri="{FF2B5EF4-FFF2-40B4-BE49-F238E27FC236}">
                    <a16:creationId xmlns:a16="http://schemas.microsoft.com/office/drawing/2014/main" id="{60D4564D-BD30-3904-10ED-A0D211A2C407}"/>
                  </a:ext>
                </a:extLst>
              </p:cNvPr>
              <p:cNvSpPr/>
              <p:nvPr/>
            </p:nvSpPr>
            <p:spPr>
              <a:xfrm>
                <a:off x="88593" y="5996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3" name="Oval 1492">
                <a:extLst>
                  <a:ext uri="{FF2B5EF4-FFF2-40B4-BE49-F238E27FC236}">
                    <a16:creationId xmlns:a16="http://schemas.microsoft.com/office/drawing/2014/main" id="{581D8FA1-00E0-021D-44C2-FB1EC129A57A}"/>
                  </a:ext>
                </a:extLst>
              </p:cNvPr>
              <p:cNvSpPr/>
              <p:nvPr/>
            </p:nvSpPr>
            <p:spPr>
              <a:xfrm>
                <a:off x="64608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4" name="Oval 1493">
                <a:extLst>
                  <a:ext uri="{FF2B5EF4-FFF2-40B4-BE49-F238E27FC236}">
                    <a16:creationId xmlns:a16="http://schemas.microsoft.com/office/drawing/2014/main" id="{B88542F9-6855-3D07-5038-59E84D558A3F}"/>
                  </a:ext>
                </a:extLst>
              </p:cNvPr>
              <p:cNvSpPr/>
              <p:nvPr/>
            </p:nvSpPr>
            <p:spPr>
              <a:xfrm>
                <a:off x="292129" y="63912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5" name="Oval 1494">
                <a:extLst>
                  <a:ext uri="{FF2B5EF4-FFF2-40B4-BE49-F238E27FC236}">
                    <a16:creationId xmlns:a16="http://schemas.microsoft.com/office/drawing/2014/main" id="{0330A94F-6676-5C87-1790-F9C5A40A9EAA}"/>
                  </a:ext>
                </a:extLst>
              </p:cNvPr>
              <p:cNvSpPr/>
              <p:nvPr/>
            </p:nvSpPr>
            <p:spPr>
              <a:xfrm>
                <a:off x="429115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6" name="Oval 1495">
                <a:extLst>
                  <a:ext uri="{FF2B5EF4-FFF2-40B4-BE49-F238E27FC236}">
                    <a16:creationId xmlns:a16="http://schemas.microsoft.com/office/drawing/2014/main" id="{4862B121-D828-74CA-F48B-62255E7F817F}"/>
                  </a:ext>
                </a:extLst>
              </p:cNvPr>
              <p:cNvSpPr/>
              <p:nvPr/>
            </p:nvSpPr>
            <p:spPr>
              <a:xfrm>
                <a:off x="413576" y="6353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7" name="Oval 1496">
                <a:extLst>
                  <a:ext uri="{FF2B5EF4-FFF2-40B4-BE49-F238E27FC236}">
                    <a16:creationId xmlns:a16="http://schemas.microsoft.com/office/drawing/2014/main" id="{1C4DD525-AADE-3066-BA5D-8820C3DF4C71}"/>
                  </a:ext>
                </a:extLst>
              </p:cNvPr>
              <p:cNvSpPr/>
              <p:nvPr/>
            </p:nvSpPr>
            <p:spPr>
              <a:xfrm>
                <a:off x="206154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8" name="Oval 1497">
                <a:extLst>
                  <a:ext uri="{FF2B5EF4-FFF2-40B4-BE49-F238E27FC236}">
                    <a16:creationId xmlns:a16="http://schemas.microsoft.com/office/drawing/2014/main" id="{14D7786C-C303-7065-7075-EE7300516256}"/>
                  </a:ext>
                </a:extLst>
              </p:cNvPr>
              <p:cNvSpPr/>
              <p:nvPr/>
            </p:nvSpPr>
            <p:spPr>
              <a:xfrm>
                <a:off x="454874" y="62929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9" name="Oval 1498">
                <a:extLst>
                  <a:ext uri="{FF2B5EF4-FFF2-40B4-BE49-F238E27FC236}">
                    <a16:creationId xmlns:a16="http://schemas.microsoft.com/office/drawing/2014/main" id="{A72CF5BA-F6D6-D36D-47C9-687DE3885172}"/>
                  </a:ext>
                </a:extLst>
              </p:cNvPr>
              <p:cNvSpPr/>
              <p:nvPr/>
            </p:nvSpPr>
            <p:spPr>
              <a:xfrm>
                <a:off x="994879" y="56534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0" name="Oval 1499">
                <a:extLst>
                  <a:ext uri="{FF2B5EF4-FFF2-40B4-BE49-F238E27FC236}">
                    <a16:creationId xmlns:a16="http://schemas.microsoft.com/office/drawing/2014/main" id="{38083929-0158-A500-55E7-2B5CFFF55B25}"/>
                  </a:ext>
                </a:extLst>
              </p:cNvPr>
              <p:cNvSpPr/>
              <p:nvPr/>
            </p:nvSpPr>
            <p:spPr>
              <a:xfrm>
                <a:off x="991670" y="5489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1" name="Oval 1500">
                <a:extLst>
                  <a:ext uri="{FF2B5EF4-FFF2-40B4-BE49-F238E27FC236}">
                    <a16:creationId xmlns:a16="http://schemas.microsoft.com/office/drawing/2014/main" id="{C4ECA761-DD62-9174-F0BD-9DFCEE7E66D1}"/>
                  </a:ext>
                </a:extLst>
              </p:cNvPr>
              <p:cNvSpPr/>
              <p:nvPr/>
            </p:nvSpPr>
            <p:spPr>
              <a:xfrm>
                <a:off x="866846" y="561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2" name="Oval 1501">
                <a:extLst>
                  <a:ext uri="{FF2B5EF4-FFF2-40B4-BE49-F238E27FC236}">
                    <a16:creationId xmlns:a16="http://schemas.microsoft.com/office/drawing/2014/main" id="{12F53407-2B55-0320-C423-7CFBB45100E4}"/>
                  </a:ext>
                </a:extLst>
              </p:cNvPr>
              <p:cNvSpPr/>
              <p:nvPr/>
            </p:nvSpPr>
            <p:spPr>
              <a:xfrm>
                <a:off x="255391" y="60707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3" name="Oval 1502">
                <a:extLst>
                  <a:ext uri="{FF2B5EF4-FFF2-40B4-BE49-F238E27FC236}">
                    <a16:creationId xmlns:a16="http://schemas.microsoft.com/office/drawing/2014/main" id="{5F079205-F975-91E3-7BD1-51621B891E17}"/>
                  </a:ext>
                </a:extLst>
              </p:cNvPr>
              <p:cNvSpPr/>
              <p:nvPr/>
            </p:nvSpPr>
            <p:spPr>
              <a:xfrm>
                <a:off x="396093" y="630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4" name="Oval 1503">
                <a:extLst>
                  <a:ext uri="{FF2B5EF4-FFF2-40B4-BE49-F238E27FC236}">
                    <a16:creationId xmlns:a16="http://schemas.microsoft.com/office/drawing/2014/main" id="{F0FFDF7A-0594-DD7E-81E7-9C67AD603D26}"/>
                  </a:ext>
                </a:extLst>
              </p:cNvPr>
              <p:cNvSpPr/>
              <p:nvPr/>
            </p:nvSpPr>
            <p:spPr>
              <a:xfrm>
                <a:off x="918954" y="5816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5" name="Oval 1504">
                <a:extLst>
                  <a:ext uri="{FF2B5EF4-FFF2-40B4-BE49-F238E27FC236}">
                    <a16:creationId xmlns:a16="http://schemas.microsoft.com/office/drawing/2014/main" id="{DB63A555-F78F-A44F-DD24-F47B09C5BE31}"/>
                  </a:ext>
                </a:extLst>
              </p:cNvPr>
              <p:cNvSpPr/>
              <p:nvPr/>
            </p:nvSpPr>
            <p:spPr>
              <a:xfrm>
                <a:off x="196020" y="6159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6" name="Oval 1505">
                <a:extLst>
                  <a:ext uri="{FF2B5EF4-FFF2-40B4-BE49-F238E27FC236}">
                    <a16:creationId xmlns:a16="http://schemas.microsoft.com/office/drawing/2014/main" id="{B0EBE25E-3B12-91F0-F536-EA71612E7A7A}"/>
                  </a:ext>
                </a:extLst>
              </p:cNvPr>
              <p:cNvSpPr/>
              <p:nvPr/>
            </p:nvSpPr>
            <p:spPr>
              <a:xfrm>
                <a:off x="1020216" y="55437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7" name="Oval 1506">
                <a:extLst>
                  <a:ext uri="{FF2B5EF4-FFF2-40B4-BE49-F238E27FC236}">
                    <a16:creationId xmlns:a16="http://schemas.microsoft.com/office/drawing/2014/main" id="{DA3DF895-97BD-8B06-01D1-FB2F612C19FA}"/>
                  </a:ext>
                </a:extLst>
              </p:cNvPr>
              <p:cNvSpPr/>
              <p:nvPr/>
            </p:nvSpPr>
            <p:spPr>
              <a:xfrm>
                <a:off x="204550" y="6099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8" name="Oval 1507">
                <a:extLst>
                  <a:ext uri="{FF2B5EF4-FFF2-40B4-BE49-F238E27FC236}">
                    <a16:creationId xmlns:a16="http://schemas.microsoft.com/office/drawing/2014/main" id="{9E309A2A-2200-17E3-1BFC-40219A63E396}"/>
                  </a:ext>
                </a:extLst>
              </p:cNvPr>
              <p:cNvSpPr/>
              <p:nvPr/>
            </p:nvSpPr>
            <p:spPr>
              <a:xfrm>
                <a:off x="550393" y="55535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09" name="Oval 1508">
                <a:extLst>
                  <a:ext uri="{FF2B5EF4-FFF2-40B4-BE49-F238E27FC236}">
                    <a16:creationId xmlns:a16="http://schemas.microsoft.com/office/drawing/2014/main" id="{FB2F0CE9-B4AF-7B9F-E324-5C4150C48028}"/>
                  </a:ext>
                </a:extLst>
              </p:cNvPr>
              <p:cNvSpPr/>
              <p:nvPr/>
            </p:nvSpPr>
            <p:spPr>
              <a:xfrm>
                <a:off x="441784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0" name="Oval 1509">
                <a:extLst>
                  <a:ext uri="{FF2B5EF4-FFF2-40B4-BE49-F238E27FC236}">
                    <a16:creationId xmlns:a16="http://schemas.microsoft.com/office/drawing/2014/main" id="{981C72FC-0B68-E333-753E-149A87BA15F8}"/>
                  </a:ext>
                </a:extLst>
              </p:cNvPr>
              <p:cNvSpPr/>
              <p:nvPr/>
            </p:nvSpPr>
            <p:spPr>
              <a:xfrm>
                <a:off x="288244" y="62007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1" name="Oval 1510">
                <a:extLst>
                  <a:ext uri="{FF2B5EF4-FFF2-40B4-BE49-F238E27FC236}">
                    <a16:creationId xmlns:a16="http://schemas.microsoft.com/office/drawing/2014/main" id="{A48C3F7D-95EC-7E55-213F-EE6ED34DBAE4}"/>
                  </a:ext>
                </a:extLst>
              </p:cNvPr>
              <p:cNvSpPr/>
              <p:nvPr/>
            </p:nvSpPr>
            <p:spPr>
              <a:xfrm>
                <a:off x="238416" y="606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2" name="Oval 1511">
                <a:extLst>
                  <a:ext uri="{FF2B5EF4-FFF2-40B4-BE49-F238E27FC236}">
                    <a16:creationId xmlns:a16="http://schemas.microsoft.com/office/drawing/2014/main" id="{3969A881-D49E-4116-850A-BFA01FBB080D}"/>
                  </a:ext>
                </a:extLst>
              </p:cNvPr>
              <p:cNvSpPr/>
              <p:nvPr/>
            </p:nvSpPr>
            <p:spPr>
              <a:xfrm>
                <a:off x="233349" y="6097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3" name="Oval 1512">
                <a:extLst>
                  <a:ext uri="{FF2B5EF4-FFF2-40B4-BE49-F238E27FC236}">
                    <a16:creationId xmlns:a16="http://schemas.microsoft.com/office/drawing/2014/main" id="{22D06C7E-7867-367B-F2B5-3E4796DB3D48}"/>
                  </a:ext>
                </a:extLst>
              </p:cNvPr>
              <p:cNvSpPr/>
              <p:nvPr/>
            </p:nvSpPr>
            <p:spPr>
              <a:xfrm>
                <a:off x="445584" y="63367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4" name="Oval 1513">
                <a:extLst>
                  <a:ext uri="{FF2B5EF4-FFF2-40B4-BE49-F238E27FC236}">
                    <a16:creationId xmlns:a16="http://schemas.microsoft.com/office/drawing/2014/main" id="{9067068C-A60D-553F-4336-68CBC47F2612}"/>
                  </a:ext>
                </a:extLst>
              </p:cNvPr>
              <p:cNvSpPr/>
              <p:nvPr/>
            </p:nvSpPr>
            <p:spPr>
              <a:xfrm>
                <a:off x="469400" y="632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5" name="Oval 1514">
                <a:extLst>
                  <a:ext uri="{FF2B5EF4-FFF2-40B4-BE49-F238E27FC236}">
                    <a16:creationId xmlns:a16="http://schemas.microsoft.com/office/drawing/2014/main" id="{D65DDF1A-4C7F-6301-8FA4-F55427885715}"/>
                  </a:ext>
                </a:extLst>
              </p:cNvPr>
              <p:cNvSpPr/>
              <p:nvPr/>
            </p:nvSpPr>
            <p:spPr>
              <a:xfrm>
                <a:off x="960675" y="5671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6" name="Oval 1515">
                <a:extLst>
                  <a:ext uri="{FF2B5EF4-FFF2-40B4-BE49-F238E27FC236}">
                    <a16:creationId xmlns:a16="http://schemas.microsoft.com/office/drawing/2014/main" id="{4C2ABA56-22F5-6105-ABA8-0704E6C15FEB}"/>
                  </a:ext>
                </a:extLst>
              </p:cNvPr>
              <p:cNvSpPr/>
              <p:nvPr/>
            </p:nvSpPr>
            <p:spPr>
              <a:xfrm>
                <a:off x="49068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7" name="Oval 1516">
                <a:extLst>
                  <a:ext uri="{FF2B5EF4-FFF2-40B4-BE49-F238E27FC236}">
                    <a16:creationId xmlns:a16="http://schemas.microsoft.com/office/drawing/2014/main" id="{479C93A7-B485-C54F-4229-FBDF0965911A}"/>
                  </a:ext>
                </a:extLst>
              </p:cNvPr>
              <p:cNvSpPr/>
              <p:nvPr/>
            </p:nvSpPr>
            <p:spPr>
              <a:xfrm>
                <a:off x="222201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8" name="Oval 1517">
                <a:extLst>
                  <a:ext uri="{FF2B5EF4-FFF2-40B4-BE49-F238E27FC236}">
                    <a16:creationId xmlns:a16="http://schemas.microsoft.com/office/drawing/2014/main" id="{62954A2A-0A30-4E0A-089E-51344B084E97}"/>
                  </a:ext>
                </a:extLst>
              </p:cNvPr>
              <p:cNvSpPr/>
              <p:nvPr/>
            </p:nvSpPr>
            <p:spPr>
              <a:xfrm>
                <a:off x="266539" y="602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19" name="Oval 1518">
                <a:extLst>
                  <a:ext uri="{FF2B5EF4-FFF2-40B4-BE49-F238E27FC236}">
                    <a16:creationId xmlns:a16="http://schemas.microsoft.com/office/drawing/2014/main" id="{F1FF7320-E8F9-37EC-8099-AF336C34682F}"/>
                  </a:ext>
                </a:extLst>
              </p:cNvPr>
              <p:cNvSpPr/>
              <p:nvPr/>
            </p:nvSpPr>
            <p:spPr>
              <a:xfrm>
                <a:off x="264175" y="63121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0" name="Oval 1519">
                <a:extLst>
                  <a:ext uri="{FF2B5EF4-FFF2-40B4-BE49-F238E27FC236}">
                    <a16:creationId xmlns:a16="http://schemas.microsoft.com/office/drawing/2014/main" id="{E6648320-FA2B-1867-B2E1-6932F73EA4A5}"/>
                  </a:ext>
                </a:extLst>
              </p:cNvPr>
              <p:cNvSpPr/>
              <p:nvPr/>
            </p:nvSpPr>
            <p:spPr>
              <a:xfrm>
                <a:off x="189939" y="60931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1" name="Oval 1520">
                <a:extLst>
                  <a:ext uri="{FF2B5EF4-FFF2-40B4-BE49-F238E27FC236}">
                    <a16:creationId xmlns:a16="http://schemas.microsoft.com/office/drawing/2014/main" id="{9BED871D-B8D2-8399-3841-6C4E7619F4E2}"/>
                  </a:ext>
                </a:extLst>
              </p:cNvPr>
              <p:cNvSpPr/>
              <p:nvPr/>
            </p:nvSpPr>
            <p:spPr>
              <a:xfrm>
                <a:off x="153539" y="4039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2" name="Oval 1521">
                <a:extLst>
                  <a:ext uri="{FF2B5EF4-FFF2-40B4-BE49-F238E27FC236}">
                    <a16:creationId xmlns:a16="http://schemas.microsoft.com/office/drawing/2014/main" id="{5FE779FE-7086-603B-2AB9-ECAEE7AF7B7E}"/>
                  </a:ext>
                </a:extLst>
              </p:cNvPr>
              <p:cNvSpPr/>
              <p:nvPr/>
            </p:nvSpPr>
            <p:spPr>
              <a:xfrm>
                <a:off x="590847" y="5124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3" name="Oval 1522">
                <a:extLst>
                  <a:ext uri="{FF2B5EF4-FFF2-40B4-BE49-F238E27FC236}">
                    <a16:creationId xmlns:a16="http://schemas.microsoft.com/office/drawing/2014/main" id="{30EDFEE0-D423-8981-105C-C5560BA016DF}"/>
                  </a:ext>
                </a:extLst>
              </p:cNvPr>
              <p:cNvSpPr/>
              <p:nvPr/>
            </p:nvSpPr>
            <p:spPr>
              <a:xfrm>
                <a:off x="251591" y="6076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4" name="Oval 1523">
                <a:extLst>
                  <a:ext uri="{FF2B5EF4-FFF2-40B4-BE49-F238E27FC236}">
                    <a16:creationId xmlns:a16="http://schemas.microsoft.com/office/drawing/2014/main" id="{29B967F6-EFBF-FB05-B1F6-EF11F42E01F0}"/>
                  </a:ext>
                </a:extLst>
              </p:cNvPr>
              <p:cNvSpPr/>
              <p:nvPr/>
            </p:nvSpPr>
            <p:spPr>
              <a:xfrm>
                <a:off x="999524" y="5495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5" name="Oval 1524">
                <a:extLst>
                  <a:ext uri="{FF2B5EF4-FFF2-40B4-BE49-F238E27FC236}">
                    <a16:creationId xmlns:a16="http://schemas.microsoft.com/office/drawing/2014/main" id="{B7BC8CAC-686D-D2FB-4C2B-0F226884EE4F}"/>
                  </a:ext>
                </a:extLst>
              </p:cNvPr>
              <p:cNvSpPr/>
              <p:nvPr/>
            </p:nvSpPr>
            <p:spPr>
              <a:xfrm>
                <a:off x="357835" y="60726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6" name="Oval 1525">
                <a:extLst>
                  <a:ext uri="{FF2B5EF4-FFF2-40B4-BE49-F238E27FC236}">
                    <a16:creationId xmlns:a16="http://schemas.microsoft.com/office/drawing/2014/main" id="{5E703A38-1798-89FD-A767-A96E803CD141}"/>
                  </a:ext>
                </a:extLst>
              </p:cNvPr>
              <p:cNvSpPr/>
              <p:nvPr/>
            </p:nvSpPr>
            <p:spPr>
              <a:xfrm>
                <a:off x="441699" y="63275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7" name="Oval 1526">
                <a:extLst>
                  <a:ext uri="{FF2B5EF4-FFF2-40B4-BE49-F238E27FC236}">
                    <a16:creationId xmlns:a16="http://schemas.microsoft.com/office/drawing/2014/main" id="{8A59F755-755C-9B0C-5304-92A8CBA1A696}"/>
                  </a:ext>
                </a:extLst>
              </p:cNvPr>
              <p:cNvSpPr/>
              <p:nvPr/>
            </p:nvSpPr>
            <p:spPr>
              <a:xfrm>
                <a:off x="197202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8" name="Oval 1527">
                <a:extLst>
                  <a:ext uri="{FF2B5EF4-FFF2-40B4-BE49-F238E27FC236}">
                    <a16:creationId xmlns:a16="http://schemas.microsoft.com/office/drawing/2014/main" id="{4CACFAA3-15EF-6E71-7EF9-71DC879631BC}"/>
                  </a:ext>
                </a:extLst>
              </p:cNvPr>
              <p:cNvSpPr/>
              <p:nvPr/>
            </p:nvSpPr>
            <p:spPr>
              <a:xfrm>
                <a:off x="484856" y="6270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9" name="Oval 1528">
                <a:extLst>
                  <a:ext uri="{FF2B5EF4-FFF2-40B4-BE49-F238E27FC236}">
                    <a16:creationId xmlns:a16="http://schemas.microsoft.com/office/drawing/2014/main" id="{9EA2A56B-BCDF-B7D0-64AC-650F3062DA4B}"/>
                  </a:ext>
                </a:extLst>
              </p:cNvPr>
              <p:cNvSpPr/>
              <p:nvPr/>
            </p:nvSpPr>
            <p:spPr>
              <a:xfrm>
                <a:off x="951976" y="5463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0" name="Oval 1529">
                <a:extLst>
                  <a:ext uri="{FF2B5EF4-FFF2-40B4-BE49-F238E27FC236}">
                    <a16:creationId xmlns:a16="http://schemas.microsoft.com/office/drawing/2014/main" id="{584B2A6F-4DBD-08A5-F72D-690CDE131C09}"/>
                  </a:ext>
                </a:extLst>
              </p:cNvPr>
              <p:cNvSpPr/>
              <p:nvPr/>
            </p:nvSpPr>
            <p:spPr>
              <a:xfrm>
                <a:off x="364169" y="60139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1" name="Oval 1530">
                <a:extLst>
                  <a:ext uri="{FF2B5EF4-FFF2-40B4-BE49-F238E27FC236}">
                    <a16:creationId xmlns:a16="http://schemas.microsoft.com/office/drawing/2014/main" id="{A2AD8B1D-430E-5D2E-0A0E-169F9EFEE9FF}"/>
                  </a:ext>
                </a:extLst>
              </p:cNvPr>
              <p:cNvSpPr/>
              <p:nvPr/>
            </p:nvSpPr>
            <p:spPr>
              <a:xfrm>
                <a:off x="948514" y="54655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2" name="Oval 1531">
                <a:extLst>
                  <a:ext uri="{FF2B5EF4-FFF2-40B4-BE49-F238E27FC236}">
                    <a16:creationId xmlns:a16="http://schemas.microsoft.com/office/drawing/2014/main" id="{5055F07D-1E16-0734-D930-6C126285049C}"/>
                  </a:ext>
                </a:extLst>
              </p:cNvPr>
              <p:cNvSpPr/>
              <p:nvPr/>
            </p:nvSpPr>
            <p:spPr>
              <a:xfrm>
                <a:off x="252182" y="6078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3" name="Oval 1532">
                <a:extLst>
                  <a:ext uri="{FF2B5EF4-FFF2-40B4-BE49-F238E27FC236}">
                    <a16:creationId xmlns:a16="http://schemas.microsoft.com/office/drawing/2014/main" id="{48D1FFB3-E017-B216-DE66-D9196B75245C}"/>
                  </a:ext>
                </a:extLst>
              </p:cNvPr>
              <p:cNvSpPr/>
              <p:nvPr/>
            </p:nvSpPr>
            <p:spPr>
              <a:xfrm>
                <a:off x="990910" y="54921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4" name="Oval 1533">
                <a:extLst>
                  <a:ext uri="{FF2B5EF4-FFF2-40B4-BE49-F238E27FC236}">
                    <a16:creationId xmlns:a16="http://schemas.microsoft.com/office/drawing/2014/main" id="{9BFD27F9-D6BD-DC03-D8DF-F4C7CC76BFBD}"/>
                  </a:ext>
                </a:extLst>
              </p:cNvPr>
              <p:cNvSpPr/>
              <p:nvPr/>
            </p:nvSpPr>
            <p:spPr>
              <a:xfrm>
                <a:off x="183013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5" name="Oval 1534">
                <a:extLst>
                  <a:ext uri="{FF2B5EF4-FFF2-40B4-BE49-F238E27FC236}">
                    <a16:creationId xmlns:a16="http://schemas.microsoft.com/office/drawing/2014/main" id="{F67F0682-F47A-F9A2-5944-5D56917021B7}"/>
                  </a:ext>
                </a:extLst>
              </p:cNvPr>
              <p:cNvSpPr/>
              <p:nvPr/>
            </p:nvSpPr>
            <p:spPr>
              <a:xfrm>
                <a:off x="296437" y="6148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6" name="Oval 1535">
                <a:extLst>
                  <a:ext uri="{FF2B5EF4-FFF2-40B4-BE49-F238E27FC236}">
                    <a16:creationId xmlns:a16="http://schemas.microsoft.com/office/drawing/2014/main" id="{E5B4816D-0BA3-246A-D2CD-BF89243C934E}"/>
                  </a:ext>
                </a:extLst>
              </p:cNvPr>
              <p:cNvSpPr/>
              <p:nvPr/>
            </p:nvSpPr>
            <p:spPr>
              <a:xfrm>
                <a:off x="973259" y="548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7" name="Oval 1536">
                <a:extLst>
                  <a:ext uri="{FF2B5EF4-FFF2-40B4-BE49-F238E27FC236}">
                    <a16:creationId xmlns:a16="http://schemas.microsoft.com/office/drawing/2014/main" id="{A6EBD6D4-7C06-E3D7-F1AD-3575D71C60D2}"/>
                  </a:ext>
                </a:extLst>
              </p:cNvPr>
              <p:cNvSpPr/>
              <p:nvPr/>
            </p:nvSpPr>
            <p:spPr>
              <a:xfrm>
                <a:off x="897165" y="56220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8" name="Oval 1537">
                <a:extLst>
                  <a:ext uri="{FF2B5EF4-FFF2-40B4-BE49-F238E27FC236}">
                    <a16:creationId xmlns:a16="http://schemas.microsoft.com/office/drawing/2014/main" id="{C5A7BF8C-0789-5C5B-1A3D-9F5CB199CC0D}"/>
                  </a:ext>
                </a:extLst>
              </p:cNvPr>
              <p:cNvSpPr/>
              <p:nvPr/>
            </p:nvSpPr>
            <p:spPr>
              <a:xfrm>
                <a:off x="286049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39" name="Oval 1538">
                <a:extLst>
                  <a:ext uri="{FF2B5EF4-FFF2-40B4-BE49-F238E27FC236}">
                    <a16:creationId xmlns:a16="http://schemas.microsoft.com/office/drawing/2014/main" id="{EC2470EB-776E-AF7F-AA1E-F6651CD78542}"/>
                  </a:ext>
                </a:extLst>
              </p:cNvPr>
              <p:cNvSpPr/>
              <p:nvPr/>
            </p:nvSpPr>
            <p:spPr>
              <a:xfrm>
                <a:off x="1017344" y="565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0" name="Oval 1539">
                <a:extLst>
                  <a:ext uri="{FF2B5EF4-FFF2-40B4-BE49-F238E27FC236}">
                    <a16:creationId xmlns:a16="http://schemas.microsoft.com/office/drawing/2014/main" id="{4047536A-F80C-E8AD-AE63-F21BA90D96CB}"/>
                  </a:ext>
                </a:extLst>
              </p:cNvPr>
              <p:cNvSpPr/>
              <p:nvPr/>
            </p:nvSpPr>
            <p:spPr>
              <a:xfrm>
                <a:off x="308767" y="62076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1" name="Oval 1540">
                <a:extLst>
                  <a:ext uri="{FF2B5EF4-FFF2-40B4-BE49-F238E27FC236}">
                    <a16:creationId xmlns:a16="http://schemas.microsoft.com/office/drawing/2014/main" id="{367C3BFA-29E6-9B04-2F18-31E4F5AEDADD}"/>
                  </a:ext>
                </a:extLst>
              </p:cNvPr>
              <p:cNvSpPr/>
              <p:nvPr/>
            </p:nvSpPr>
            <p:spPr>
              <a:xfrm>
                <a:off x="435281" y="62727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2" name="Oval 1541">
                <a:extLst>
                  <a:ext uri="{FF2B5EF4-FFF2-40B4-BE49-F238E27FC236}">
                    <a16:creationId xmlns:a16="http://schemas.microsoft.com/office/drawing/2014/main" id="{9F85A27C-FF74-3929-7F17-D8709F57E0DC}"/>
                  </a:ext>
                </a:extLst>
              </p:cNvPr>
              <p:cNvSpPr/>
              <p:nvPr/>
            </p:nvSpPr>
            <p:spPr>
              <a:xfrm>
                <a:off x="794383" y="6093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3" name="Oval 1542">
                <a:extLst>
                  <a:ext uri="{FF2B5EF4-FFF2-40B4-BE49-F238E27FC236}">
                    <a16:creationId xmlns:a16="http://schemas.microsoft.com/office/drawing/2014/main" id="{CC289B05-5586-4729-B227-3527438988C5}"/>
                  </a:ext>
                </a:extLst>
              </p:cNvPr>
              <p:cNvSpPr/>
              <p:nvPr/>
            </p:nvSpPr>
            <p:spPr>
              <a:xfrm>
                <a:off x="637719" y="638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4" name="Oval 1543">
                <a:extLst>
                  <a:ext uri="{FF2B5EF4-FFF2-40B4-BE49-F238E27FC236}">
                    <a16:creationId xmlns:a16="http://schemas.microsoft.com/office/drawing/2014/main" id="{6798C161-FFD0-C0C8-5F5C-40240F2B3A0F}"/>
                  </a:ext>
                </a:extLst>
              </p:cNvPr>
              <p:cNvSpPr/>
              <p:nvPr/>
            </p:nvSpPr>
            <p:spPr>
              <a:xfrm>
                <a:off x="225157" y="60736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5" name="Oval 1544">
                <a:extLst>
                  <a:ext uri="{FF2B5EF4-FFF2-40B4-BE49-F238E27FC236}">
                    <a16:creationId xmlns:a16="http://schemas.microsoft.com/office/drawing/2014/main" id="{D5F010E5-C380-8C3E-81C0-212E19CC40AD}"/>
                  </a:ext>
                </a:extLst>
              </p:cNvPr>
              <p:cNvSpPr/>
              <p:nvPr/>
            </p:nvSpPr>
            <p:spPr>
              <a:xfrm>
                <a:off x="238247" y="6064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6" name="Oval 1545">
                <a:extLst>
                  <a:ext uri="{FF2B5EF4-FFF2-40B4-BE49-F238E27FC236}">
                    <a16:creationId xmlns:a16="http://schemas.microsoft.com/office/drawing/2014/main" id="{988AE546-966B-D4EB-19FE-69590E107E92}"/>
                  </a:ext>
                </a:extLst>
              </p:cNvPr>
              <p:cNvSpPr/>
              <p:nvPr/>
            </p:nvSpPr>
            <p:spPr>
              <a:xfrm>
                <a:off x="952821" y="547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7" name="Oval 1546">
                <a:extLst>
                  <a:ext uri="{FF2B5EF4-FFF2-40B4-BE49-F238E27FC236}">
                    <a16:creationId xmlns:a16="http://schemas.microsoft.com/office/drawing/2014/main" id="{FAF902D1-E6DE-F862-2542-A381DE105B3E}"/>
                  </a:ext>
                </a:extLst>
              </p:cNvPr>
              <p:cNvSpPr/>
              <p:nvPr/>
            </p:nvSpPr>
            <p:spPr>
              <a:xfrm>
                <a:off x="396854" y="625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8" name="Oval 1547">
                <a:extLst>
                  <a:ext uri="{FF2B5EF4-FFF2-40B4-BE49-F238E27FC236}">
                    <a16:creationId xmlns:a16="http://schemas.microsoft.com/office/drawing/2014/main" id="{1384C538-7188-D1B6-59F6-367EA4C27E92}"/>
                  </a:ext>
                </a:extLst>
              </p:cNvPr>
              <p:cNvSpPr/>
              <p:nvPr/>
            </p:nvSpPr>
            <p:spPr>
              <a:xfrm>
                <a:off x="229295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49" name="Oval 1548">
                <a:extLst>
                  <a:ext uri="{FF2B5EF4-FFF2-40B4-BE49-F238E27FC236}">
                    <a16:creationId xmlns:a16="http://schemas.microsoft.com/office/drawing/2014/main" id="{48E611D7-B130-0FF6-07A1-42FEC2288617}"/>
                  </a:ext>
                </a:extLst>
              </p:cNvPr>
              <p:cNvSpPr/>
              <p:nvPr/>
            </p:nvSpPr>
            <p:spPr>
              <a:xfrm>
                <a:off x="255391" y="6052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0" name="Oval 1549">
                <a:extLst>
                  <a:ext uri="{FF2B5EF4-FFF2-40B4-BE49-F238E27FC236}">
                    <a16:creationId xmlns:a16="http://schemas.microsoft.com/office/drawing/2014/main" id="{51AFD3AF-3354-A0B1-4692-E6236252DF91}"/>
                  </a:ext>
                </a:extLst>
              </p:cNvPr>
              <p:cNvSpPr/>
              <p:nvPr/>
            </p:nvSpPr>
            <p:spPr>
              <a:xfrm>
                <a:off x="942771" y="5621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1" name="Oval 1550">
                <a:extLst>
                  <a:ext uri="{FF2B5EF4-FFF2-40B4-BE49-F238E27FC236}">
                    <a16:creationId xmlns:a16="http://schemas.microsoft.com/office/drawing/2014/main" id="{2B888267-E628-BAD9-F368-94F9917760E9}"/>
                  </a:ext>
                </a:extLst>
              </p:cNvPr>
              <p:cNvSpPr/>
              <p:nvPr/>
            </p:nvSpPr>
            <p:spPr>
              <a:xfrm>
                <a:off x="348714" y="62577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2" name="Oval 1551">
                <a:extLst>
                  <a:ext uri="{FF2B5EF4-FFF2-40B4-BE49-F238E27FC236}">
                    <a16:creationId xmlns:a16="http://schemas.microsoft.com/office/drawing/2014/main" id="{92C0A776-C83E-B4F6-C193-A2F2419304C9}"/>
                  </a:ext>
                </a:extLst>
              </p:cNvPr>
              <p:cNvSpPr/>
              <p:nvPr/>
            </p:nvSpPr>
            <p:spPr>
              <a:xfrm>
                <a:off x="56669" y="599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3" name="Oval 1552">
                <a:extLst>
                  <a:ext uri="{FF2B5EF4-FFF2-40B4-BE49-F238E27FC236}">
                    <a16:creationId xmlns:a16="http://schemas.microsoft.com/office/drawing/2014/main" id="{EEE6690A-CBA7-F8C0-9336-8EB146265DDA}"/>
                  </a:ext>
                </a:extLst>
              </p:cNvPr>
              <p:cNvSpPr/>
              <p:nvPr/>
            </p:nvSpPr>
            <p:spPr>
              <a:xfrm>
                <a:off x="184027" y="59990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4" name="Oval 1553">
                <a:extLst>
                  <a:ext uri="{FF2B5EF4-FFF2-40B4-BE49-F238E27FC236}">
                    <a16:creationId xmlns:a16="http://schemas.microsoft.com/office/drawing/2014/main" id="{7D9E665E-6D8F-3ACE-E6C2-675D7305FD6F}"/>
                  </a:ext>
                </a:extLst>
              </p:cNvPr>
              <p:cNvSpPr/>
              <p:nvPr/>
            </p:nvSpPr>
            <p:spPr>
              <a:xfrm>
                <a:off x="917012" y="549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5" name="Oval 1554">
                <a:extLst>
                  <a:ext uri="{FF2B5EF4-FFF2-40B4-BE49-F238E27FC236}">
                    <a16:creationId xmlns:a16="http://schemas.microsoft.com/office/drawing/2014/main" id="{F83F15A0-B548-2920-BFB3-2A65548CC360}"/>
                  </a:ext>
                </a:extLst>
              </p:cNvPr>
              <p:cNvSpPr/>
              <p:nvPr/>
            </p:nvSpPr>
            <p:spPr>
              <a:xfrm>
                <a:off x="305304" y="6374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" name="Oval 1555">
                <a:extLst>
                  <a:ext uri="{FF2B5EF4-FFF2-40B4-BE49-F238E27FC236}">
                    <a16:creationId xmlns:a16="http://schemas.microsoft.com/office/drawing/2014/main" id="{4798BDD3-E0DC-80CD-AF1B-9D309F102822}"/>
                  </a:ext>
                </a:extLst>
              </p:cNvPr>
              <p:cNvSpPr/>
              <p:nvPr/>
            </p:nvSpPr>
            <p:spPr>
              <a:xfrm>
                <a:off x="189517" y="61295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7" name="Oval 1556">
                <a:extLst>
                  <a:ext uri="{FF2B5EF4-FFF2-40B4-BE49-F238E27FC236}">
                    <a16:creationId xmlns:a16="http://schemas.microsoft.com/office/drawing/2014/main" id="{ABCC4379-80EB-CE4F-F13F-A5C2A21CB476}"/>
                  </a:ext>
                </a:extLst>
              </p:cNvPr>
              <p:cNvSpPr/>
              <p:nvPr/>
            </p:nvSpPr>
            <p:spPr>
              <a:xfrm>
                <a:off x="171359" y="6113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8" name="Oval 1557">
                <a:extLst>
                  <a:ext uri="{FF2B5EF4-FFF2-40B4-BE49-F238E27FC236}">
                    <a16:creationId xmlns:a16="http://schemas.microsoft.com/office/drawing/2014/main" id="{77685A6C-71CC-8988-3340-465F798D1F2E}"/>
                  </a:ext>
                </a:extLst>
              </p:cNvPr>
              <p:cNvSpPr/>
              <p:nvPr/>
            </p:nvSpPr>
            <p:spPr>
              <a:xfrm>
                <a:off x="268144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9" name="Oval 1558">
                <a:extLst>
                  <a:ext uri="{FF2B5EF4-FFF2-40B4-BE49-F238E27FC236}">
                    <a16:creationId xmlns:a16="http://schemas.microsoft.com/office/drawing/2014/main" id="{9CD24E5D-CA2A-2A5A-14D0-6D6EAB5B616B}"/>
                  </a:ext>
                </a:extLst>
              </p:cNvPr>
              <p:cNvSpPr/>
              <p:nvPr/>
            </p:nvSpPr>
            <p:spPr>
              <a:xfrm>
                <a:off x="385790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0" name="Oval 1559">
                <a:extLst>
                  <a:ext uri="{FF2B5EF4-FFF2-40B4-BE49-F238E27FC236}">
                    <a16:creationId xmlns:a16="http://schemas.microsoft.com/office/drawing/2014/main" id="{06D3B938-7D3C-1978-CA5A-C11F131E96E2}"/>
                  </a:ext>
                </a:extLst>
              </p:cNvPr>
              <p:cNvSpPr/>
              <p:nvPr/>
            </p:nvSpPr>
            <p:spPr>
              <a:xfrm>
                <a:off x="380638" y="60713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1" name="Oval 1560">
                <a:extLst>
                  <a:ext uri="{FF2B5EF4-FFF2-40B4-BE49-F238E27FC236}">
                    <a16:creationId xmlns:a16="http://schemas.microsoft.com/office/drawing/2014/main" id="{1C559C5C-C7D1-733C-6E8A-832CB55E91D6}"/>
                  </a:ext>
                </a:extLst>
              </p:cNvPr>
              <p:cNvSpPr/>
              <p:nvPr/>
            </p:nvSpPr>
            <p:spPr>
              <a:xfrm>
                <a:off x="148725" y="600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2" name="Oval 1561">
                <a:extLst>
                  <a:ext uri="{FF2B5EF4-FFF2-40B4-BE49-F238E27FC236}">
                    <a16:creationId xmlns:a16="http://schemas.microsoft.com/office/drawing/2014/main" id="{0AA28547-ECF4-B01E-134C-D2E667B89894}"/>
                  </a:ext>
                </a:extLst>
              </p:cNvPr>
              <p:cNvSpPr/>
              <p:nvPr/>
            </p:nvSpPr>
            <p:spPr>
              <a:xfrm>
                <a:off x="947838" y="5501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3" name="Oval 1562">
                <a:extLst>
                  <a:ext uri="{FF2B5EF4-FFF2-40B4-BE49-F238E27FC236}">
                    <a16:creationId xmlns:a16="http://schemas.microsoft.com/office/drawing/2014/main" id="{0AC6CBA9-6ED9-F891-3235-A03D1AC025F4}"/>
                  </a:ext>
                </a:extLst>
              </p:cNvPr>
              <p:cNvSpPr/>
              <p:nvPr/>
            </p:nvSpPr>
            <p:spPr>
              <a:xfrm>
                <a:off x="950034" y="5660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4" name="Oval 1563">
                <a:extLst>
                  <a:ext uri="{FF2B5EF4-FFF2-40B4-BE49-F238E27FC236}">
                    <a16:creationId xmlns:a16="http://schemas.microsoft.com/office/drawing/2014/main" id="{43DF9A89-31BB-4204-24AC-1E1ADD8C8D0A}"/>
                  </a:ext>
                </a:extLst>
              </p:cNvPr>
              <p:cNvSpPr/>
              <p:nvPr/>
            </p:nvSpPr>
            <p:spPr>
              <a:xfrm>
                <a:off x="306318" y="6180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5" name="Oval 1564">
                <a:extLst>
                  <a:ext uri="{FF2B5EF4-FFF2-40B4-BE49-F238E27FC236}">
                    <a16:creationId xmlns:a16="http://schemas.microsoft.com/office/drawing/2014/main" id="{5DC2D9E3-DCC5-BDC5-194B-8CCA1A37D21D}"/>
                  </a:ext>
                </a:extLst>
              </p:cNvPr>
              <p:cNvSpPr/>
              <p:nvPr/>
            </p:nvSpPr>
            <p:spPr>
              <a:xfrm>
                <a:off x="252773" y="618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6" name="Oval 1565">
                <a:extLst>
                  <a:ext uri="{FF2B5EF4-FFF2-40B4-BE49-F238E27FC236}">
                    <a16:creationId xmlns:a16="http://schemas.microsoft.com/office/drawing/2014/main" id="{FCADDFB3-8C40-AB4F-C989-FF167A16BB27}"/>
                  </a:ext>
                </a:extLst>
              </p:cNvPr>
              <p:cNvSpPr/>
              <p:nvPr/>
            </p:nvSpPr>
            <p:spPr>
              <a:xfrm>
                <a:off x="536120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7" name="Oval 1566">
                <a:extLst>
                  <a:ext uri="{FF2B5EF4-FFF2-40B4-BE49-F238E27FC236}">
                    <a16:creationId xmlns:a16="http://schemas.microsoft.com/office/drawing/2014/main" id="{497A9A67-023C-9DFD-BAD2-8F5E924AFCCD}"/>
                  </a:ext>
                </a:extLst>
              </p:cNvPr>
              <p:cNvSpPr/>
              <p:nvPr/>
            </p:nvSpPr>
            <p:spPr>
              <a:xfrm>
                <a:off x="464671" y="63450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8" name="Oval 1567">
                <a:extLst>
                  <a:ext uri="{FF2B5EF4-FFF2-40B4-BE49-F238E27FC236}">
                    <a16:creationId xmlns:a16="http://schemas.microsoft.com/office/drawing/2014/main" id="{70B6E949-868C-9802-1FE2-16AB4C3D2DA7}"/>
                  </a:ext>
                </a:extLst>
              </p:cNvPr>
              <p:cNvSpPr/>
              <p:nvPr/>
            </p:nvSpPr>
            <p:spPr>
              <a:xfrm>
                <a:off x="204465" y="616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9" name="Oval 1568">
                <a:extLst>
                  <a:ext uri="{FF2B5EF4-FFF2-40B4-BE49-F238E27FC236}">
                    <a16:creationId xmlns:a16="http://schemas.microsoft.com/office/drawing/2014/main" id="{223551D5-0F1A-5519-E5A4-0D58BA56FB20}"/>
                  </a:ext>
                </a:extLst>
              </p:cNvPr>
              <p:cNvSpPr/>
              <p:nvPr/>
            </p:nvSpPr>
            <p:spPr>
              <a:xfrm>
                <a:off x="233180" y="61815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0" name="Oval 1569">
                <a:extLst>
                  <a:ext uri="{FF2B5EF4-FFF2-40B4-BE49-F238E27FC236}">
                    <a16:creationId xmlns:a16="http://schemas.microsoft.com/office/drawing/2014/main" id="{675DBEEF-F5A0-8C4A-7484-672B64ED88BF}"/>
                  </a:ext>
                </a:extLst>
              </p:cNvPr>
              <p:cNvSpPr/>
              <p:nvPr/>
            </p:nvSpPr>
            <p:spPr>
              <a:xfrm>
                <a:off x="298548" y="6147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1" name="Oval 1570">
                <a:extLst>
                  <a:ext uri="{FF2B5EF4-FFF2-40B4-BE49-F238E27FC236}">
                    <a16:creationId xmlns:a16="http://schemas.microsoft.com/office/drawing/2014/main" id="{E13F96A0-67B5-CB73-63B8-0BFB70B6C553}"/>
                  </a:ext>
                </a:extLst>
              </p:cNvPr>
              <p:cNvSpPr/>
              <p:nvPr/>
            </p:nvSpPr>
            <p:spPr>
              <a:xfrm>
                <a:off x="281404" y="60535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2" name="Oval 1571">
                <a:extLst>
                  <a:ext uri="{FF2B5EF4-FFF2-40B4-BE49-F238E27FC236}">
                    <a16:creationId xmlns:a16="http://schemas.microsoft.com/office/drawing/2014/main" id="{9092958E-2F80-6198-1EC9-752EE7391949}"/>
                  </a:ext>
                </a:extLst>
              </p:cNvPr>
              <p:cNvSpPr/>
              <p:nvPr/>
            </p:nvSpPr>
            <p:spPr>
              <a:xfrm>
                <a:off x="84117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3" name="Oval 1572">
                <a:extLst>
                  <a:ext uri="{FF2B5EF4-FFF2-40B4-BE49-F238E27FC236}">
                    <a16:creationId xmlns:a16="http://schemas.microsoft.com/office/drawing/2014/main" id="{CD3D5718-B193-1839-BFD3-B282A79A7BC5}"/>
                  </a:ext>
                </a:extLst>
              </p:cNvPr>
              <p:cNvSpPr/>
              <p:nvPr/>
            </p:nvSpPr>
            <p:spPr>
              <a:xfrm>
                <a:off x="364676" y="628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4" name="Oval 1573">
                <a:extLst>
                  <a:ext uri="{FF2B5EF4-FFF2-40B4-BE49-F238E27FC236}">
                    <a16:creationId xmlns:a16="http://schemas.microsoft.com/office/drawing/2014/main" id="{5A60EEA3-8D72-5C07-7E6C-1E710B0C333B}"/>
                  </a:ext>
                </a:extLst>
              </p:cNvPr>
              <p:cNvSpPr/>
              <p:nvPr/>
            </p:nvSpPr>
            <p:spPr>
              <a:xfrm>
                <a:off x="194415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5" name="Oval 1574">
                <a:extLst>
                  <a:ext uri="{FF2B5EF4-FFF2-40B4-BE49-F238E27FC236}">
                    <a16:creationId xmlns:a16="http://schemas.microsoft.com/office/drawing/2014/main" id="{573398DB-22A9-7847-3C84-529E28EDC283}"/>
                  </a:ext>
                </a:extLst>
              </p:cNvPr>
              <p:cNvSpPr/>
              <p:nvPr/>
            </p:nvSpPr>
            <p:spPr>
              <a:xfrm>
                <a:off x="382412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6" name="Oval 1575">
                <a:extLst>
                  <a:ext uri="{FF2B5EF4-FFF2-40B4-BE49-F238E27FC236}">
                    <a16:creationId xmlns:a16="http://schemas.microsoft.com/office/drawing/2014/main" id="{11ACBD36-4C23-E2BA-48F2-A5DF7D3E23F0}"/>
                  </a:ext>
                </a:extLst>
              </p:cNvPr>
              <p:cNvSpPr/>
              <p:nvPr/>
            </p:nvSpPr>
            <p:spPr>
              <a:xfrm>
                <a:off x="1163029" y="65118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" name="Oval 1576">
                <a:extLst>
                  <a:ext uri="{FF2B5EF4-FFF2-40B4-BE49-F238E27FC236}">
                    <a16:creationId xmlns:a16="http://schemas.microsoft.com/office/drawing/2014/main" id="{FCFCED4A-0F78-2591-038F-D521F4722FEE}"/>
                  </a:ext>
                </a:extLst>
              </p:cNvPr>
              <p:cNvSpPr/>
              <p:nvPr/>
            </p:nvSpPr>
            <p:spPr>
              <a:xfrm>
                <a:off x="206323" y="6197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8" name="Oval 1577">
                <a:extLst>
                  <a:ext uri="{FF2B5EF4-FFF2-40B4-BE49-F238E27FC236}">
                    <a16:creationId xmlns:a16="http://schemas.microsoft.com/office/drawing/2014/main" id="{76DB864F-908B-9561-F0D9-37DDDDC4787E}"/>
                  </a:ext>
                </a:extLst>
              </p:cNvPr>
              <p:cNvSpPr/>
              <p:nvPr/>
            </p:nvSpPr>
            <p:spPr>
              <a:xfrm>
                <a:off x="193233" y="6212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" name="Oval 1578">
                <a:extLst>
                  <a:ext uri="{FF2B5EF4-FFF2-40B4-BE49-F238E27FC236}">
                    <a16:creationId xmlns:a16="http://schemas.microsoft.com/office/drawing/2014/main" id="{23E84FCF-D841-54C8-A55B-D0514C95E790}"/>
                  </a:ext>
                </a:extLst>
              </p:cNvPr>
              <p:cNvSpPr/>
              <p:nvPr/>
            </p:nvSpPr>
            <p:spPr>
              <a:xfrm>
                <a:off x="347954" y="600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0" name="Oval 1579">
                <a:extLst>
                  <a:ext uri="{FF2B5EF4-FFF2-40B4-BE49-F238E27FC236}">
                    <a16:creationId xmlns:a16="http://schemas.microsoft.com/office/drawing/2014/main" id="{739E0B8D-F00C-C008-07D7-AE745610B503}"/>
                  </a:ext>
                </a:extLst>
              </p:cNvPr>
              <p:cNvSpPr/>
              <p:nvPr/>
            </p:nvSpPr>
            <p:spPr>
              <a:xfrm>
                <a:off x="943700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1" name="Oval 1580">
                <a:extLst>
                  <a:ext uri="{FF2B5EF4-FFF2-40B4-BE49-F238E27FC236}">
                    <a16:creationId xmlns:a16="http://schemas.microsoft.com/office/drawing/2014/main" id="{B1106B76-5A22-A14F-96DD-D5DD40114050}"/>
                  </a:ext>
                </a:extLst>
              </p:cNvPr>
              <p:cNvSpPr/>
              <p:nvPr/>
            </p:nvSpPr>
            <p:spPr>
              <a:xfrm>
                <a:off x="339593" y="6250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2" name="Oval 1581">
                <a:extLst>
                  <a:ext uri="{FF2B5EF4-FFF2-40B4-BE49-F238E27FC236}">
                    <a16:creationId xmlns:a16="http://schemas.microsoft.com/office/drawing/2014/main" id="{C4FA1C71-4155-4241-F7BD-4BB12A25FD14}"/>
                  </a:ext>
                </a:extLst>
              </p:cNvPr>
              <p:cNvSpPr/>
              <p:nvPr/>
            </p:nvSpPr>
            <p:spPr>
              <a:xfrm>
                <a:off x="949274" y="5467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3" name="Oval 1582">
                <a:extLst>
                  <a:ext uri="{FF2B5EF4-FFF2-40B4-BE49-F238E27FC236}">
                    <a16:creationId xmlns:a16="http://schemas.microsoft.com/office/drawing/2014/main" id="{058E2C70-9A26-0FBE-81DE-1CBA8E169FDB}"/>
                  </a:ext>
                </a:extLst>
              </p:cNvPr>
              <p:cNvSpPr/>
              <p:nvPr/>
            </p:nvSpPr>
            <p:spPr>
              <a:xfrm>
                <a:off x="218991" y="60872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4" name="Oval 1583">
                <a:extLst>
                  <a:ext uri="{FF2B5EF4-FFF2-40B4-BE49-F238E27FC236}">
                    <a16:creationId xmlns:a16="http://schemas.microsoft.com/office/drawing/2014/main" id="{4FE0E40C-E7D4-1A04-AB01-1237C357EE6C}"/>
                  </a:ext>
                </a:extLst>
              </p:cNvPr>
              <p:cNvSpPr/>
              <p:nvPr/>
            </p:nvSpPr>
            <p:spPr>
              <a:xfrm>
                <a:off x="414927" y="63578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5" name="Oval 1584">
                <a:extLst>
                  <a:ext uri="{FF2B5EF4-FFF2-40B4-BE49-F238E27FC236}">
                    <a16:creationId xmlns:a16="http://schemas.microsoft.com/office/drawing/2014/main" id="{A2119D3C-797E-8F8E-90C1-7310ADE9D9E0}"/>
                  </a:ext>
                </a:extLst>
              </p:cNvPr>
              <p:cNvSpPr/>
              <p:nvPr/>
            </p:nvSpPr>
            <p:spPr>
              <a:xfrm>
                <a:off x="554193" y="6216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6" name="Oval 1585">
                <a:extLst>
                  <a:ext uri="{FF2B5EF4-FFF2-40B4-BE49-F238E27FC236}">
                    <a16:creationId xmlns:a16="http://schemas.microsoft.com/office/drawing/2014/main" id="{DDDC5B4E-961B-DB07-4156-CDE9275CC834}"/>
                  </a:ext>
                </a:extLst>
              </p:cNvPr>
              <p:cNvSpPr/>
              <p:nvPr/>
            </p:nvSpPr>
            <p:spPr>
              <a:xfrm>
                <a:off x="104470" y="598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" name="Oval 1586">
                <a:extLst>
                  <a:ext uri="{FF2B5EF4-FFF2-40B4-BE49-F238E27FC236}">
                    <a16:creationId xmlns:a16="http://schemas.microsoft.com/office/drawing/2014/main" id="{46E06760-AAD4-1F07-A15A-5AE394C31A52}"/>
                  </a:ext>
                </a:extLst>
              </p:cNvPr>
              <p:cNvSpPr/>
              <p:nvPr/>
            </p:nvSpPr>
            <p:spPr>
              <a:xfrm>
                <a:off x="375740" y="6242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8" name="Oval 1587">
                <a:extLst>
                  <a:ext uri="{FF2B5EF4-FFF2-40B4-BE49-F238E27FC236}">
                    <a16:creationId xmlns:a16="http://schemas.microsoft.com/office/drawing/2014/main" id="{1FE40FE8-F4F5-4490-72E4-FE6824855E3C}"/>
                  </a:ext>
                </a:extLst>
              </p:cNvPr>
              <p:cNvSpPr/>
              <p:nvPr/>
            </p:nvSpPr>
            <p:spPr>
              <a:xfrm>
                <a:off x="380554" y="6108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9" name="Oval 1588">
                <a:extLst>
                  <a:ext uri="{FF2B5EF4-FFF2-40B4-BE49-F238E27FC236}">
                    <a16:creationId xmlns:a16="http://schemas.microsoft.com/office/drawing/2014/main" id="{26EEE006-F8DA-ACBD-A2C7-7A868ADB06EE}"/>
                  </a:ext>
                </a:extLst>
              </p:cNvPr>
              <p:cNvSpPr/>
              <p:nvPr/>
            </p:nvSpPr>
            <p:spPr>
              <a:xfrm>
                <a:off x="928667" y="553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0" name="Oval 1589">
                <a:extLst>
                  <a:ext uri="{FF2B5EF4-FFF2-40B4-BE49-F238E27FC236}">
                    <a16:creationId xmlns:a16="http://schemas.microsoft.com/office/drawing/2014/main" id="{6C20C11E-8338-1F06-51D3-21A5EBE2C099}"/>
                  </a:ext>
                </a:extLst>
              </p:cNvPr>
              <p:cNvSpPr/>
              <p:nvPr/>
            </p:nvSpPr>
            <p:spPr>
              <a:xfrm>
                <a:off x="261303" y="6177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1" name="Oval 1590">
                <a:extLst>
                  <a:ext uri="{FF2B5EF4-FFF2-40B4-BE49-F238E27FC236}">
                    <a16:creationId xmlns:a16="http://schemas.microsoft.com/office/drawing/2014/main" id="{ED34EDB2-3E44-4D72-248C-EF5E8E45561C}"/>
                  </a:ext>
                </a:extLst>
              </p:cNvPr>
              <p:cNvSpPr/>
              <p:nvPr/>
            </p:nvSpPr>
            <p:spPr>
              <a:xfrm>
                <a:off x="322702" y="61343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2" name="Oval 1591">
                <a:extLst>
                  <a:ext uri="{FF2B5EF4-FFF2-40B4-BE49-F238E27FC236}">
                    <a16:creationId xmlns:a16="http://schemas.microsoft.com/office/drawing/2014/main" id="{73AFB5C0-7CAF-2789-D958-2FD338187497}"/>
                  </a:ext>
                </a:extLst>
              </p:cNvPr>
              <p:cNvSpPr/>
              <p:nvPr/>
            </p:nvSpPr>
            <p:spPr>
              <a:xfrm>
                <a:off x="178875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3" name="Oval 1592">
                <a:extLst>
                  <a:ext uri="{FF2B5EF4-FFF2-40B4-BE49-F238E27FC236}">
                    <a16:creationId xmlns:a16="http://schemas.microsoft.com/office/drawing/2014/main" id="{B6A24877-D5D5-23C8-8EC0-AE78A2FEFB91}"/>
                  </a:ext>
                </a:extLst>
              </p:cNvPr>
              <p:cNvSpPr/>
              <p:nvPr/>
            </p:nvSpPr>
            <p:spPr>
              <a:xfrm>
                <a:off x="451496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4" name="Oval 1593">
                <a:extLst>
                  <a:ext uri="{FF2B5EF4-FFF2-40B4-BE49-F238E27FC236}">
                    <a16:creationId xmlns:a16="http://schemas.microsoft.com/office/drawing/2014/main" id="{347B6897-08DB-8069-22AA-04917C780728}"/>
                  </a:ext>
                </a:extLst>
              </p:cNvPr>
              <p:cNvSpPr/>
              <p:nvPr/>
            </p:nvSpPr>
            <p:spPr>
              <a:xfrm>
                <a:off x="291538" y="6339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5" name="Oval 1594">
                <a:extLst>
                  <a:ext uri="{FF2B5EF4-FFF2-40B4-BE49-F238E27FC236}">
                    <a16:creationId xmlns:a16="http://schemas.microsoft.com/office/drawing/2014/main" id="{A4053110-0202-AEE6-64CD-EE159B6FD51C}"/>
                  </a:ext>
                </a:extLst>
              </p:cNvPr>
              <p:cNvSpPr/>
              <p:nvPr/>
            </p:nvSpPr>
            <p:spPr>
              <a:xfrm>
                <a:off x="79387" y="598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6" name="Oval 1595">
                <a:extLst>
                  <a:ext uri="{FF2B5EF4-FFF2-40B4-BE49-F238E27FC236}">
                    <a16:creationId xmlns:a16="http://schemas.microsoft.com/office/drawing/2014/main" id="{9F932D8E-A19C-66DA-E259-6E2C88EB6EF2}"/>
                  </a:ext>
                </a:extLst>
              </p:cNvPr>
              <p:cNvSpPr/>
              <p:nvPr/>
            </p:nvSpPr>
            <p:spPr>
              <a:xfrm>
                <a:off x="932045" y="5581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" name="Oval 1596">
                <a:extLst>
                  <a:ext uri="{FF2B5EF4-FFF2-40B4-BE49-F238E27FC236}">
                    <a16:creationId xmlns:a16="http://schemas.microsoft.com/office/drawing/2014/main" id="{366DD04F-906D-8529-4C91-E7061A511E0C}"/>
                  </a:ext>
                </a:extLst>
              </p:cNvPr>
              <p:cNvSpPr/>
              <p:nvPr/>
            </p:nvSpPr>
            <p:spPr>
              <a:xfrm>
                <a:off x="265357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" name="Oval 1597">
                <a:extLst>
                  <a:ext uri="{FF2B5EF4-FFF2-40B4-BE49-F238E27FC236}">
                    <a16:creationId xmlns:a16="http://schemas.microsoft.com/office/drawing/2014/main" id="{AF8B4B53-2178-500B-FB18-51360BEAFCDB}"/>
                  </a:ext>
                </a:extLst>
              </p:cNvPr>
              <p:cNvSpPr/>
              <p:nvPr/>
            </p:nvSpPr>
            <p:spPr>
              <a:xfrm>
                <a:off x="576152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9" name="Oval 1598">
                <a:extLst>
                  <a:ext uri="{FF2B5EF4-FFF2-40B4-BE49-F238E27FC236}">
                    <a16:creationId xmlns:a16="http://schemas.microsoft.com/office/drawing/2014/main" id="{90EFDA08-180B-995C-7F3A-70ADFDA83ECF}"/>
                  </a:ext>
                </a:extLst>
              </p:cNvPr>
              <p:cNvSpPr/>
              <p:nvPr/>
            </p:nvSpPr>
            <p:spPr>
              <a:xfrm>
                <a:off x="403019" y="63286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0" name="Oval 1599">
                <a:extLst>
                  <a:ext uri="{FF2B5EF4-FFF2-40B4-BE49-F238E27FC236}">
                    <a16:creationId xmlns:a16="http://schemas.microsoft.com/office/drawing/2014/main" id="{755AE9C8-70FA-CA4F-75E6-76B447283496}"/>
                  </a:ext>
                </a:extLst>
              </p:cNvPr>
              <p:cNvSpPr/>
              <p:nvPr/>
            </p:nvSpPr>
            <p:spPr>
              <a:xfrm>
                <a:off x="420501" y="6269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1" name="Oval 1600">
                <a:extLst>
                  <a:ext uri="{FF2B5EF4-FFF2-40B4-BE49-F238E27FC236}">
                    <a16:creationId xmlns:a16="http://schemas.microsoft.com/office/drawing/2014/main" id="{FC26E52D-354D-D041-2BE0-714360AAB463}"/>
                  </a:ext>
                </a:extLst>
              </p:cNvPr>
              <p:cNvSpPr/>
              <p:nvPr/>
            </p:nvSpPr>
            <p:spPr>
              <a:xfrm>
                <a:off x="293650" y="614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2" name="Oval 1601">
                <a:extLst>
                  <a:ext uri="{FF2B5EF4-FFF2-40B4-BE49-F238E27FC236}">
                    <a16:creationId xmlns:a16="http://schemas.microsoft.com/office/drawing/2014/main" id="{73791E7B-FD01-7060-D129-4DBA0C0B99AC}"/>
                  </a:ext>
                </a:extLst>
              </p:cNvPr>
              <p:cNvSpPr/>
              <p:nvPr/>
            </p:nvSpPr>
            <p:spPr>
              <a:xfrm>
                <a:off x="172879" y="61489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3" name="Oval 1602">
                <a:extLst>
                  <a:ext uri="{FF2B5EF4-FFF2-40B4-BE49-F238E27FC236}">
                    <a16:creationId xmlns:a16="http://schemas.microsoft.com/office/drawing/2014/main" id="{2399DFAC-032D-0B44-B611-46CF7F43DE09}"/>
                  </a:ext>
                </a:extLst>
              </p:cNvPr>
              <p:cNvSpPr/>
              <p:nvPr/>
            </p:nvSpPr>
            <p:spPr>
              <a:xfrm>
                <a:off x="290440" y="62814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4" name="Oval 1603">
                <a:extLst>
                  <a:ext uri="{FF2B5EF4-FFF2-40B4-BE49-F238E27FC236}">
                    <a16:creationId xmlns:a16="http://schemas.microsoft.com/office/drawing/2014/main" id="{77B91AFB-C61C-D5E0-04F9-D17225B0EEBC}"/>
                  </a:ext>
                </a:extLst>
              </p:cNvPr>
              <p:cNvSpPr/>
              <p:nvPr/>
            </p:nvSpPr>
            <p:spPr>
              <a:xfrm>
                <a:off x="246693" y="6297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5" name="Oval 1604">
                <a:extLst>
                  <a:ext uri="{FF2B5EF4-FFF2-40B4-BE49-F238E27FC236}">
                    <a16:creationId xmlns:a16="http://schemas.microsoft.com/office/drawing/2014/main" id="{D3CD544D-8BF1-8197-2179-43FBD5B37D73}"/>
                  </a:ext>
                </a:extLst>
              </p:cNvPr>
              <p:cNvSpPr/>
              <p:nvPr/>
            </p:nvSpPr>
            <p:spPr>
              <a:xfrm>
                <a:off x="1041752" y="5769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6" name="Oval 1605">
                <a:extLst>
                  <a:ext uri="{FF2B5EF4-FFF2-40B4-BE49-F238E27FC236}">
                    <a16:creationId xmlns:a16="http://schemas.microsoft.com/office/drawing/2014/main" id="{71D1F396-712F-C2BA-3A4B-CFA516D98854}"/>
                  </a:ext>
                </a:extLst>
              </p:cNvPr>
              <p:cNvSpPr/>
              <p:nvPr/>
            </p:nvSpPr>
            <p:spPr>
              <a:xfrm>
                <a:off x="315186" y="63598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7" name="Oval 1606">
                <a:extLst>
                  <a:ext uri="{FF2B5EF4-FFF2-40B4-BE49-F238E27FC236}">
                    <a16:creationId xmlns:a16="http://schemas.microsoft.com/office/drawing/2014/main" id="{E49242EF-B975-765C-C2AA-080F3A7B8307}"/>
                  </a:ext>
                </a:extLst>
              </p:cNvPr>
              <p:cNvSpPr/>
              <p:nvPr/>
            </p:nvSpPr>
            <p:spPr>
              <a:xfrm>
                <a:off x="321182" y="63823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8" name="Oval 1607">
                <a:extLst>
                  <a:ext uri="{FF2B5EF4-FFF2-40B4-BE49-F238E27FC236}">
                    <a16:creationId xmlns:a16="http://schemas.microsoft.com/office/drawing/2014/main" id="{4C84FF84-C856-F0D7-B23E-AF0EB840B1EE}"/>
                  </a:ext>
                </a:extLst>
              </p:cNvPr>
              <p:cNvSpPr/>
              <p:nvPr/>
            </p:nvSpPr>
            <p:spPr>
              <a:xfrm>
                <a:off x="285542" y="604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9" name="Oval 1608">
                <a:extLst>
                  <a:ext uri="{FF2B5EF4-FFF2-40B4-BE49-F238E27FC236}">
                    <a16:creationId xmlns:a16="http://schemas.microsoft.com/office/drawing/2014/main" id="{56D6EFDF-7ED6-3F6E-9524-89F29D6DCF3B}"/>
                  </a:ext>
                </a:extLst>
              </p:cNvPr>
              <p:cNvSpPr/>
              <p:nvPr/>
            </p:nvSpPr>
            <p:spPr>
              <a:xfrm>
                <a:off x="232926" y="61288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0" name="Oval 1609">
                <a:extLst>
                  <a:ext uri="{FF2B5EF4-FFF2-40B4-BE49-F238E27FC236}">
                    <a16:creationId xmlns:a16="http://schemas.microsoft.com/office/drawing/2014/main" id="{1191B45A-520A-C171-7237-A8495F3EDABF}"/>
                  </a:ext>
                </a:extLst>
              </p:cNvPr>
              <p:cNvSpPr/>
              <p:nvPr/>
            </p:nvSpPr>
            <p:spPr>
              <a:xfrm>
                <a:off x="348123" y="6265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1" name="Oval 1610">
                <a:extLst>
                  <a:ext uri="{FF2B5EF4-FFF2-40B4-BE49-F238E27FC236}">
                    <a16:creationId xmlns:a16="http://schemas.microsoft.com/office/drawing/2014/main" id="{A7E89946-20E1-8A8E-4C81-8A3E09FEDE40}"/>
                  </a:ext>
                </a:extLst>
              </p:cNvPr>
              <p:cNvSpPr/>
              <p:nvPr/>
            </p:nvSpPr>
            <p:spPr>
              <a:xfrm>
                <a:off x="930187" y="5577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2" name="Oval 1611">
                <a:extLst>
                  <a:ext uri="{FF2B5EF4-FFF2-40B4-BE49-F238E27FC236}">
                    <a16:creationId xmlns:a16="http://schemas.microsoft.com/office/drawing/2014/main" id="{7C5BF452-4428-1719-A882-1BD37717A0E3}"/>
                  </a:ext>
                </a:extLst>
              </p:cNvPr>
              <p:cNvSpPr/>
              <p:nvPr/>
            </p:nvSpPr>
            <p:spPr>
              <a:xfrm>
                <a:off x="297450" y="6228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3" name="Oval 1612">
                <a:extLst>
                  <a:ext uri="{FF2B5EF4-FFF2-40B4-BE49-F238E27FC236}">
                    <a16:creationId xmlns:a16="http://schemas.microsoft.com/office/drawing/2014/main" id="{39C4F552-8BD1-5641-7857-5AD7A654A6FE}"/>
                  </a:ext>
                </a:extLst>
              </p:cNvPr>
              <p:cNvSpPr/>
              <p:nvPr/>
            </p:nvSpPr>
            <p:spPr>
              <a:xfrm>
                <a:off x="461039" y="605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4" name="Oval 1613">
                <a:extLst>
                  <a:ext uri="{FF2B5EF4-FFF2-40B4-BE49-F238E27FC236}">
                    <a16:creationId xmlns:a16="http://schemas.microsoft.com/office/drawing/2014/main" id="{B3B4DD0C-E326-D540-F86F-F1A36ECFE039}"/>
                  </a:ext>
                </a:extLst>
              </p:cNvPr>
              <p:cNvSpPr/>
              <p:nvPr/>
            </p:nvSpPr>
            <p:spPr>
              <a:xfrm>
                <a:off x="450060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5" name="Oval 1614">
                <a:extLst>
                  <a:ext uri="{FF2B5EF4-FFF2-40B4-BE49-F238E27FC236}">
                    <a16:creationId xmlns:a16="http://schemas.microsoft.com/office/drawing/2014/main" id="{33367A3C-6FD4-5912-3BF1-9238F203A409}"/>
                  </a:ext>
                </a:extLst>
              </p:cNvPr>
              <p:cNvSpPr/>
              <p:nvPr/>
            </p:nvSpPr>
            <p:spPr>
              <a:xfrm>
                <a:off x="573956" y="6217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6" name="Oval 1615">
                <a:extLst>
                  <a:ext uri="{FF2B5EF4-FFF2-40B4-BE49-F238E27FC236}">
                    <a16:creationId xmlns:a16="http://schemas.microsoft.com/office/drawing/2014/main" id="{BA83AF65-F483-2A9C-F721-7DFB6CC94F92}"/>
                  </a:ext>
                </a:extLst>
              </p:cNvPr>
              <p:cNvSpPr/>
              <p:nvPr/>
            </p:nvSpPr>
            <p:spPr>
              <a:xfrm>
                <a:off x="755365" y="60878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7" name="Oval 1616">
                <a:extLst>
                  <a:ext uri="{FF2B5EF4-FFF2-40B4-BE49-F238E27FC236}">
                    <a16:creationId xmlns:a16="http://schemas.microsoft.com/office/drawing/2014/main" id="{407060EA-8B12-5479-DE72-A8A5BCD6AFD0}"/>
                  </a:ext>
                </a:extLst>
              </p:cNvPr>
              <p:cNvSpPr/>
              <p:nvPr/>
            </p:nvSpPr>
            <p:spPr>
              <a:xfrm>
                <a:off x="516020" y="6293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8" name="Oval 1617">
                <a:extLst>
                  <a:ext uri="{FF2B5EF4-FFF2-40B4-BE49-F238E27FC236}">
                    <a16:creationId xmlns:a16="http://schemas.microsoft.com/office/drawing/2014/main" id="{55657A23-22D4-06C6-BADB-495662BDEB96}"/>
                  </a:ext>
                </a:extLst>
              </p:cNvPr>
              <p:cNvSpPr/>
              <p:nvPr/>
            </p:nvSpPr>
            <p:spPr>
              <a:xfrm>
                <a:off x="122375" y="5891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9" name="Oval 1618">
                <a:extLst>
                  <a:ext uri="{FF2B5EF4-FFF2-40B4-BE49-F238E27FC236}">
                    <a16:creationId xmlns:a16="http://schemas.microsoft.com/office/drawing/2014/main" id="{14F6A194-8148-4382-B115-CA580FE9C6AF}"/>
                  </a:ext>
                </a:extLst>
              </p:cNvPr>
              <p:cNvSpPr/>
              <p:nvPr/>
            </p:nvSpPr>
            <p:spPr>
              <a:xfrm>
                <a:off x="231744" y="6151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0" name="Oval 1619">
                <a:extLst>
                  <a:ext uri="{FF2B5EF4-FFF2-40B4-BE49-F238E27FC236}">
                    <a16:creationId xmlns:a16="http://schemas.microsoft.com/office/drawing/2014/main" id="{3CEF184E-7E45-2266-A817-5424B04BDD2A}"/>
                  </a:ext>
                </a:extLst>
              </p:cNvPr>
              <p:cNvSpPr/>
              <p:nvPr/>
            </p:nvSpPr>
            <p:spPr>
              <a:xfrm>
                <a:off x="1018949" y="55233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1" name="Oval 1620">
                <a:extLst>
                  <a:ext uri="{FF2B5EF4-FFF2-40B4-BE49-F238E27FC236}">
                    <a16:creationId xmlns:a16="http://schemas.microsoft.com/office/drawing/2014/main" id="{012C63CB-ECB6-9449-6B31-6D3FE885A83E}"/>
                  </a:ext>
                </a:extLst>
              </p:cNvPr>
              <p:cNvSpPr/>
              <p:nvPr/>
            </p:nvSpPr>
            <p:spPr>
              <a:xfrm>
                <a:off x="331063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2" name="Oval 1621">
                <a:extLst>
                  <a:ext uri="{FF2B5EF4-FFF2-40B4-BE49-F238E27FC236}">
                    <a16:creationId xmlns:a16="http://schemas.microsoft.com/office/drawing/2014/main" id="{53046699-BA22-D1ED-C9F1-6400F8AB7739}"/>
                  </a:ext>
                </a:extLst>
              </p:cNvPr>
              <p:cNvSpPr/>
              <p:nvPr/>
            </p:nvSpPr>
            <p:spPr>
              <a:xfrm>
                <a:off x="981958" y="5563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3" name="Oval 1622">
                <a:extLst>
                  <a:ext uri="{FF2B5EF4-FFF2-40B4-BE49-F238E27FC236}">
                    <a16:creationId xmlns:a16="http://schemas.microsoft.com/office/drawing/2014/main" id="{9D4F8166-B16E-D741-6B5F-67B0C2D8D3B1}"/>
                  </a:ext>
                </a:extLst>
              </p:cNvPr>
              <p:cNvSpPr/>
              <p:nvPr/>
            </p:nvSpPr>
            <p:spPr>
              <a:xfrm>
                <a:off x="527505" y="6289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4" name="Oval 1623">
                <a:extLst>
                  <a:ext uri="{FF2B5EF4-FFF2-40B4-BE49-F238E27FC236}">
                    <a16:creationId xmlns:a16="http://schemas.microsoft.com/office/drawing/2014/main" id="{B2674DBA-7F65-7C0B-AAAD-56C071596353}"/>
                  </a:ext>
                </a:extLst>
              </p:cNvPr>
              <p:cNvSpPr/>
              <p:nvPr/>
            </p:nvSpPr>
            <p:spPr>
              <a:xfrm>
                <a:off x="372446" y="62964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5" name="Oval 1624">
                <a:extLst>
                  <a:ext uri="{FF2B5EF4-FFF2-40B4-BE49-F238E27FC236}">
                    <a16:creationId xmlns:a16="http://schemas.microsoft.com/office/drawing/2014/main" id="{F4F1A8FA-292D-3499-5CC8-D24804AF58B9}"/>
                  </a:ext>
                </a:extLst>
              </p:cNvPr>
              <p:cNvSpPr/>
              <p:nvPr/>
            </p:nvSpPr>
            <p:spPr>
              <a:xfrm>
                <a:off x="223721" y="6133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6" name="Oval 1625">
                <a:extLst>
                  <a:ext uri="{FF2B5EF4-FFF2-40B4-BE49-F238E27FC236}">
                    <a16:creationId xmlns:a16="http://schemas.microsoft.com/office/drawing/2014/main" id="{A7035ABE-6A4B-1BBE-DC47-E4C04D5417A1}"/>
                  </a:ext>
                </a:extLst>
              </p:cNvPr>
              <p:cNvSpPr/>
              <p:nvPr/>
            </p:nvSpPr>
            <p:spPr>
              <a:xfrm>
                <a:off x="948091" y="5479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7" name="Oval 1626">
                <a:extLst>
                  <a:ext uri="{FF2B5EF4-FFF2-40B4-BE49-F238E27FC236}">
                    <a16:creationId xmlns:a16="http://schemas.microsoft.com/office/drawing/2014/main" id="{09D25CFF-EFAC-89DA-7E45-37CE429605F9}"/>
                  </a:ext>
                </a:extLst>
              </p:cNvPr>
              <p:cNvSpPr/>
              <p:nvPr/>
            </p:nvSpPr>
            <p:spPr>
              <a:xfrm>
                <a:off x="377091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8" name="Oval 1627">
                <a:extLst>
                  <a:ext uri="{FF2B5EF4-FFF2-40B4-BE49-F238E27FC236}">
                    <a16:creationId xmlns:a16="http://schemas.microsoft.com/office/drawing/2014/main" id="{96096D50-A52F-2434-FE7B-972026A258EC}"/>
                  </a:ext>
                </a:extLst>
              </p:cNvPr>
              <p:cNvSpPr/>
              <p:nvPr/>
            </p:nvSpPr>
            <p:spPr>
              <a:xfrm>
                <a:off x="94674" y="59666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9" name="Oval 1628">
                <a:extLst>
                  <a:ext uri="{FF2B5EF4-FFF2-40B4-BE49-F238E27FC236}">
                    <a16:creationId xmlns:a16="http://schemas.microsoft.com/office/drawing/2014/main" id="{63B07D18-3B07-F181-5470-8B43FE791647}"/>
                  </a:ext>
                </a:extLst>
              </p:cNvPr>
              <p:cNvSpPr/>
              <p:nvPr/>
            </p:nvSpPr>
            <p:spPr>
              <a:xfrm>
                <a:off x="941419" y="5484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0" name="Oval 1629">
                <a:extLst>
                  <a:ext uri="{FF2B5EF4-FFF2-40B4-BE49-F238E27FC236}">
                    <a16:creationId xmlns:a16="http://schemas.microsoft.com/office/drawing/2014/main" id="{2E003B62-5962-B7A5-07A2-8B7B88B3434C}"/>
                  </a:ext>
                </a:extLst>
              </p:cNvPr>
              <p:cNvSpPr/>
              <p:nvPr/>
            </p:nvSpPr>
            <p:spPr>
              <a:xfrm>
                <a:off x="455465" y="62348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1" name="Oval 1630">
                <a:extLst>
                  <a:ext uri="{FF2B5EF4-FFF2-40B4-BE49-F238E27FC236}">
                    <a16:creationId xmlns:a16="http://schemas.microsoft.com/office/drawing/2014/main" id="{688AC137-BA24-3CD3-4625-7F91534168B0}"/>
                  </a:ext>
                </a:extLst>
              </p:cNvPr>
              <p:cNvSpPr/>
              <p:nvPr/>
            </p:nvSpPr>
            <p:spPr>
              <a:xfrm>
                <a:off x="424217" y="6211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2" name="Oval 1631">
                <a:extLst>
                  <a:ext uri="{FF2B5EF4-FFF2-40B4-BE49-F238E27FC236}">
                    <a16:creationId xmlns:a16="http://schemas.microsoft.com/office/drawing/2014/main" id="{27E4B7D3-0774-4542-8544-DC6ED6EA0F62}"/>
                  </a:ext>
                </a:extLst>
              </p:cNvPr>
              <p:cNvSpPr/>
              <p:nvPr/>
            </p:nvSpPr>
            <p:spPr>
              <a:xfrm>
                <a:off x="260290" y="63021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3" name="Oval 1632">
                <a:extLst>
                  <a:ext uri="{FF2B5EF4-FFF2-40B4-BE49-F238E27FC236}">
                    <a16:creationId xmlns:a16="http://schemas.microsoft.com/office/drawing/2014/main" id="{2A8276C3-B40E-77C2-747F-2ADE989FBA1E}"/>
                  </a:ext>
                </a:extLst>
              </p:cNvPr>
              <p:cNvSpPr/>
              <p:nvPr/>
            </p:nvSpPr>
            <p:spPr>
              <a:xfrm>
                <a:off x="370081" y="63709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4" name="Oval 1633">
                <a:extLst>
                  <a:ext uri="{FF2B5EF4-FFF2-40B4-BE49-F238E27FC236}">
                    <a16:creationId xmlns:a16="http://schemas.microsoft.com/office/drawing/2014/main" id="{4F1C21CB-7E0F-7E20-356E-94A9F51E3BE2}"/>
                  </a:ext>
                </a:extLst>
              </p:cNvPr>
              <p:cNvSpPr/>
              <p:nvPr/>
            </p:nvSpPr>
            <p:spPr>
              <a:xfrm>
                <a:off x="474299" y="631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5" name="Oval 1634">
                <a:extLst>
                  <a:ext uri="{FF2B5EF4-FFF2-40B4-BE49-F238E27FC236}">
                    <a16:creationId xmlns:a16="http://schemas.microsoft.com/office/drawing/2014/main" id="{643AFC47-0424-4AE2-FB92-C821413837A9}"/>
                  </a:ext>
                </a:extLst>
              </p:cNvPr>
              <p:cNvSpPr/>
              <p:nvPr/>
            </p:nvSpPr>
            <p:spPr>
              <a:xfrm>
                <a:off x="351417" y="6192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6" name="Oval 1635">
                <a:extLst>
                  <a:ext uri="{FF2B5EF4-FFF2-40B4-BE49-F238E27FC236}">
                    <a16:creationId xmlns:a16="http://schemas.microsoft.com/office/drawing/2014/main" id="{F955213C-2AFD-8CFB-FD32-8DAF22ACB18C}"/>
                  </a:ext>
                </a:extLst>
              </p:cNvPr>
              <p:cNvSpPr/>
              <p:nvPr/>
            </p:nvSpPr>
            <p:spPr>
              <a:xfrm>
                <a:off x="506983" y="6289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7" name="Oval 1636">
                <a:extLst>
                  <a:ext uri="{FF2B5EF4-FFF2-40B4-BE49-F238E27FC236}">
                    <a16:creationId xmlns:a16="http://schemas.microsoft.com/office/drawing/2014/main" id="{82573A7E-71FA-6BC5-1493-E3107C8C81E9}"/>
                  </a:ext>
                </a:extLst>
              </p:cNvPr>
              <p:cNvSpPr/>
              <p:nvPr/>
            </p:nvSpPr>
            <p:spPr>
              <a:xfrm>
                <a:off x="113169" y="5940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8" name="Oval 1637">
                <a:extLst>
                  <a:ext uri="{FF2B5EF4-FFF2-40B4-BE49-F238E27FC236}">
                    <a16:creationId xmlns:a16="http://schemas.microsoft.com/office/drawing/2014/main" id="{7714FDDA-6012-CB65-BAF3-577D1C6A71DA}"/>
                  </a:ext>
                </a:extLst>
              </p:cNvPr>
              <p:cNvSpPr/>
              <p:nvPr/>
            </p:nvSpPr>
            <p:spPr>
              <a:xfrm>
                <a:off x="972583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39" name="Oval 1638">
                <a:extLst>
                  <a:ext uri="{FF2B5EF4-FFF2-40B4-BE49-F238E27FC236}">
                    <a16:creationId xmlns:a16="http://schemas.microsoft.com/office/drawing/2014/main" id="{25C6C6B2-51A1-53D0-2D18-2225980700F1}"/>
                  </a:ext>
                </a:extLst>
              </p:cNvPr>
              <p:cNvSpPr/>
              <p:nvPr/>
            </p:nvSpPr>
            <p:spPr>
              <a:xfrm>
                <a:off x="419656" y="6321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0" name="Oval 1639">
                <a:extLst>
                  <a:ext uri="{FF2B5EF4-FFF2-40B4-BE49-F238E27FC236}">
                    <a16:creationId xmlns:a16="http://schemas.microsoft.com/office/drawing/2014/main" id="{C67C3AA4-446C-0E0E-4D22-3BBDC0EC18A2}"/>
                  </a:ext>
                </a:extLst>
              </p:cNvPr>
              <p:cNvSpPr/>
              <p:nvPr/>
            </p:nvSpPr>
            <p:spPr>
              <a:xfrm>
                <a:off x="974695" y="5543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1" name="Oval 1640">
                <a:extLst>
                  <a:ext uri="{FF2B5EF4-FFF2-40B4-BE49-F238E27FC236}">
                    <a16:creationId xmlns:a16="http://schemas.microsoft.com/office/drawing/2014/main" id="{1CA0ADB8-3E35-EE52-56A7-DC6DEEC24355}"/>
                  </a:ext>
                </a:extLst>
              </p:cNvPr>
              <p:cNvSpPr/>
              <p:nvPr/>
            </p:nvSpPr>
            <p:spPr>
              <a:xfrm>
                <a:off x="82765" y="59980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2" name="Oval 1641">
                <a:extLst>
                  <a:ext uri="{FF2B5EF4-FFF2-40B4-BE49-F238E27FC236}">
                    <a16:creationId xmlns:a16="http://schemas.microsoft.com/office/drawing/2014/main" id="{AB109EB2-7464-506F-8097-702035F7FDF3}"/>
                  </a:ext>
                </a:extLst>
              </p:cNvPr>
              <p:cNvSpPr/>
              <p:nvPr/>
            </p:nvSpPr>
            <p:spPr>
              <a:xfrm>
                <a:off x="238585" y="614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3" name="Oval 1642">
                <a:extLst>
                  <a:ext uri="{FF2B5EF4-FFF2-40B4-BE49-F238E27FC236}">
                    <a16:creationId xmlns:a16="http://schemas.microsoft.com/office/drawing/2014/main" id="{D737BA4C-A55A-AC18-2623-49DDAA37C221}"/>
                  </a:ext>
                </a:extLst>
              </p:cNvPr>
              <p:cNvSpPr/>
              <p:nvPr/>
            </p:nvSpPr>
            <p:spPr>
              <a:xfrm>
                <a:off x="353697" y="63157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4" name="Oval 1643">
                <a:extLst>
                  <a:ext uri="{FF2B5EF4-FFF2-40B4-BE49-F238E27FC236}">
                    <a16:creationId xmlns:a16="http://schemas.microsoft.com/office/drawing/2014/main" id="{EE651BF0-9DF3-EBB5-B967-0FA1E5028796}"/>
                  </a:ext>
                </a:extLst>
              </p:cNvPr>
              <p:cNvSpPr/>
              <p:nvPr/>
            </p:nvSpPr>
            <p:spPr>
              <a:xfrm>
                <a:off x="942179" y="54803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5" name="Oval 1644">
                <a:extLst>
                  <a:ext uri="{FF2B5EF4-FFF2-40B4-BE49-F238E27FC236}">
                    <a16:creationId xmlns:a16="http://schemas.microsoft.com/office/drawing/2014/main" id="{15C694EC-37BC-82AE-1106-85C7646D551A}"/>
                  </a:ext>
                </a:extLst>
              </p:cNvPr>
              <p:cNvSpPr/>
              <p:nvPr/>
            </p:nvSpPr>
            <p:spPr>
              <a:xfrm>
                <a:off x="371348" y="639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6" name="Oval 1645">
                <a:extLst>
                  <a:ext uri="{FF2B5EF4-FFF2-40B4-BE49-F238E27FC236}">
                    <a16:creationId xmlns:a16="http://schemas.microsoft.com/office/drawing/2014/main" id="{74E078A7-02E1-CDA8-046B-488096395FA8}"/>
                  </a:ext>
                </a:extLst>
              </p:cNvPr>
              <p:cNvSpPr/>
              <p:nvPr/>
            </p:nvSpPr>
            <p:spPr>
              <a:xfrm>
                <a:off x="247537" y="6063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7" name="Oval 1646">
                <a:extLst>
                  <a:ext uri="{FF2B5EF4-FFF2-40B4-BE49-F238E27FC236}">
                    <a16:creationId xmlns:a16="http://schemas.microsoft.com/office/drawing/2014/main" id="{FB3A2C3A-5E00-DE86-D78A-C60CDF46A91D}"/>
                  </a:ext>
                </a:extLst>
              </p:cNvPr>
              <p:cNvSpPr/>
              <p:nvPr/>
            </p:nvSpPr>
            <p:spPr>
              <a:xfrm>
                <a:off x="267975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8" name="Oval 1647">
                <a:extLst>
                  <a:ext uri="{FF2B5EF4-FFF2-40B4-BE49-F238E27FC236}">
                    <a16:creationId xmlns:a16="http://schemas.microsoft.com/office/drawing/2014/main" id="{28C2C868-7910-3902-1A11-EEDEC0059499}"/>
                  </a:ext>
                </a:extLst>
              </p:cNvPr>
              <p:cNvSpPr/>
              <p:nvPr/>
            </p:nvSpPr>
            <p:spPr>
              <a:xfrm>
                <a:off x="652161" y="626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9" name="Oval 1648">
                <a:extLst>
                  <a:ext uri="{FF2B5EF4-FFF2-40B4-BE49-F238E27FC236}">
                    <a16:creationId xmlns:a16="http://schemas.microsoft.com/office/drawing/2014/main" id="{A05AA9A0-966D-2FA0-369B-0042F02255EE}"/>
                  </a:ext>
                </a:extLst>
              </p:cNvPr>
              <p:cNvSpPr/>
              <p:nvPr/>
            </p:nvSpPr>
            <p:spPr>
              <a:xfrm>
                <a:off x="452425" y="58546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0" name="Oval 1649">
                <a:extLst>
                  <a:ext uri="{FF2B5EF4-FFF2-40B4-BE49-F238E27FC236}">
                    <a16:creationId xmlns:a16="http://schemas.microsoft.com/office/drawing/2014/main" id="{B9F8ADE9-7A70-6D3D-76F2-636DA99B7452}"/>
                  </a:ext>
                </a:extLst>
              </p:cNvPr>
              <p:cNvSpPr/>
              <p:nvPr/>
            </p:nvSpPr>
            <p:spPr>
              <a:xfrm>
                <a:off x="353275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1" name="Oval 1650">
                <a:extLst>
                  <a:ext uri="{FF2B5EF4-FFF2-40B4-BE49-F238E27FC236}">
                    <a16:creationId xmlns:a16="http://schemas.microsoft.com/office/drawing/2014/main" id="{72D04D40-CBED-3FBC-0BA6-5AAA75A221EC}"/>
                  </a:ext>
                </a:extLst>
              </p:cNvPr>
              <p:cNvSpPr/>
              <p:nvPr/>
            </p:nvSpPr>
            <p:spPr>
              <a:xfrm>
                <a:off x="252689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2" name="Oval 1651">
                <a:extLst>
                  <a:ext uri="{FF2B5EF4-FFF2-40B4-BE49-F238E27FC236}">
                    <a16:creationId xmlns:a16="http://schemas.microsoft.com/office/drawing/2014/main" id="{C7142ADA-6238-856F-04F2-749B849BC030}"/>
                  </a:ext>
                </a:extLst>
              </p:cNvPr>
              <p:cNvSpPr/>
              <p:nvPr/>
            </p:nvSpPr>
            <p:spPr>
              <a:xfrm>
                <a:off x="360116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3" name="Oval 1652">
                <a:extLst>
                  <a:ext uri="{FF2B5EF4-FFF2-40B4-BE49-F238E27FC236}">
                    <a16:creationId xmlns:a16="http://schemas.microsoft.com/office/drawing/2014/main" id="{00D9F073-B64D-19BA-F2C3-A653812AFB80}"/>
                  </a:ext>
                </a:extLst>
              </p:cNvPr>
              <p:cNvSpPr/>
              <p:nvPr/>
            </p:nvSpPr>
            <p:spPr>
              <a:xfrm>
                <a:off x="585948" y="62679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4" name="Oval 1653">
                <a:extLst>
                  <a:ext uri="{FF2B5EF4-FFF2-40B4-BE49-F238E27FC236}">
                    <a16:creationId xmlns:a16="http://schemas.microsoft.com/office/drawing/2014/main" id="{FE4EF394-8CA1-EC2A-DCAA-27F6A52E6037}"/>
                  </a:ext>
                </a:extLst>
              </p:cNvPr>
              <p:cNvSpPr/>
              <p:nvPr/>
            </p:nvSpPr>
            <p:spPr>
              <a:xfrm>
                <a:off x="297450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5" name="Oval 1654">
                <a:extLst>
                  <a:ext uri="{FF2B5EF4-FFF2-40B4-BE49-F238E27FC236}">
                    <a16:creationId xmlns:a16="http://schemas.microsoft.com/office/drawing/2014/main" id="{21E573ED-5746-E743-3F43-6C34E1018E09}"/>
                  </a:ext>
                </a:extLst>
              </p:cNvPr>
              <p:cNvSpPr/>
              <p:nvPr/>
            </p:nvSpPr>
            <p:spPr>
              <a:xfrm>
                <a:off x="416025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6" name="Oval 1655">
                <a:extLst>
                  <a:ext uri="{FF2B5EF4-FFF2-40B4-BE49-F238E27FC236}">
                    <a16:creationId xmlns:a16="http://schemas.microsoft.com/office/drawing/2014/main" id="{90C16F8F-774B-1725-C6E2-30D1364945A9}"/>
                  </a:ext>
                </a:extLst>
              </p:cNvPr>
              <p:cNvSpPr/>
              <p:nvPr/>
            </p:nvSpPr>
            <p:spPr>
              <a:xfrm>
                <a:off x="211897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7" name="Oval 1656">
                <a:extLst>
                  <a:ext uri="{FF2B5EF4-FFF2-40B4-BE49-F238E27FC236}">
                    <a16:creationId xmlns:a16="http://schemas.microsoft.com/office/drawing/2014/main" id="{0F2420FF-023D-50EF-566A-085110280F2B}"/>
                  </a:ext>
                </a:extLst>
              </p:cNvPr>
              <p:cNvSpPr/>
              <p:nvPr/>
            </p:nvSpPr>
            <p:spPr>
              <a:xfrm>
                <a:off x="213502" y="6182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8" name="Oval 1657">
                <a:extLst>
                  <a:ext uri="{FF2B5EF4-FFF2-40B4-BE49-F238E27FC236}">
                    <a16:creationId xmlns:a16="http://schemas.microsoft.com/office/drawing/2014/main" id="{1CB96FD1-DA1B-9377-3F37-1CCC5BB2C010}"/>
                  </a:ext>
                </a:extLst>
              </p:cNvPr>
              <p:cNvSpPr/>
              <p:nvPr/>
            </p:nvSpPr>
            <p:spPr>
              <a:xfrm>
                <a:off x="388493" y="62029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59" name="Oval 1658">
                <a:extLst>
                  <a:ext uri="{FF2B5EF4-FFF2-40B4-BE49-F238E27FC236}">
                    <a16:creationId xmlns:a16="http://schemas.microsoft.com/office/drawing/2014/main" id="{E447BCD5-D628-A761-FA52-95257FE13EF1}"/>
                  </a:ext>
                </a:extLst>
              </p:cNvPr>
              <p:cNvSpPr/>
              <p:nvPr/>
            </p:nvSpPr>
            <p:spPr>
              <a:xfrm>
                <a:off x="246101" y="60724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0" name="Oval 1659">
                <a:extLst>
                  <a:ext uri="{FF2B5EF4-FFF2-40B4-BE49-F238E27FC236}">
                    <a16:creationId xmlns:a16="http://schemas.microsoft.com/office/drawing/2014/main" id="{A25C1F8D-5203-1E74-15BD-C87A53D5C55A}"/>
                  </a:ext>
                </a:extLst>
              </p:cNvPr>
              <p:cNvSpPr/>
              <p:nvPr/>
            </p:nvSpPr>
            <p:spPr>
              <a:xfrm>
                <a:off x="538316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1" name="Oval 1660">
                <a:extLst>
                  <a:ext uri="{FF2B5EF4-FFF2-40B4-BE49-F238E27FC236}">
                    <a16:creationId xmlns:a16="http://schemas.microsoft.com/office/drawing/2014/main" id="{7742D6D9-AB9F-4D3F-4DD1-4ED04A8299D8}"/>
                  </a:ext>
                </a:extLst>
              </p:cNvPr>
              <p:cNvSpPr/>
              <p:nvPr/>
            </p:nvSpPr>
            <p:spPr>
              <a:xfrm>
                <a:off x="200411" y="618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2" name="Oval 1661">
                <a:extLst>
                  <a:ext uri="{FF2B5EF4-FFF2-40B4-BE49-F238E27FC236}">
                    <a16:creationId xmlns:a16="http://schemas.microsoft.com/office/drawing/2014/main" id="{EE49D373-D6E6-BB95-EB89-CBC5D6A1F574}"/>
                  </a:ext>
                </a:extLst>
              </p:cNvPr>
              <p:cNvSpPr/>
              <p:nvPr/>
            </p:nvSpPr>
            <p:spPr>
              <a:xfrm>
                <a:off x="174061" y="61634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3" name="Oval 1662">
                <a:extLst>
                  <a:ext uri="{FF2B5EF4-FFF2-40B4-BE49-F238E27FC236}">
                    <a16:creationId xmlns:a16="http://schemas.microsoft.com/office/drawing/2014/main" id="{A35E6626-2D9A-8F68-3E62-C62F8C80A4BE}"/>
                  </a:ext>
                </a:extLst>
              </p:cNvPr>
              <p:cNvSpPr/>
              <p:nvPr/>
            </p:nvSpPr>
            <p:spPr>
              <a:xfrm>
                <a:off x="443895" y="597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4" name="Oval 1663">
                <a:extLst>
                  <a:ext uri="{FF2B5EF4-FFF2-40B4-BE49-F238E27FC236}">
                    <a16:creationId xmlns:a16="http://schemas.microsoft.com/office/drawing/2014/main" id="{02D5DEEC-49ED-6038-6714-22DFF9C5F8BB}"/>
                  </a:ext>
                </a:extLst>
              </p:cNvPr>
              <p:cNvSpPr/>
              <p:nvPr/>
            </p:nvSpPr>
            <p:spPr>
              <a:xfrm>
                <a:off x="208350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5" name="Oval 1664">
                <a:extLst>
                  <a:ext uri="{FF2B5EF4-FFF2-40B4-BE49-F238E27FC236}">
                    <a16:creationId xmlns:a16="http://schemas.microsoft.com/office/drawing/2014/main" id="{B7BD4A85-FD12-4D2F-982A-3A24B3227F68}"/>
                  </a:ext>
                </a:extLst>
              </p:cNvPr>
              <p:cNvSpPr/>
              <p:nvPr/>
            </p:nvSpPr>
            <p:spPr>
              <a:xfrm>
                <a:off x="974357" y="569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6" name="Oval 1665">
                <a:extLst>
                  <a:ext uri="{FF2B5EF4-FFF2-40B4-BE49-F238E27FC236}">
                    <a16:creationId xmlns:a16="http://schemas.microsoft.com/office/drawing/2014/main" id="{310D2C91-0D6E-8AA5-D6E6-745EE5AF96B6}"/>
                  </a:ext>
                </a:extLst>
              </p:cNvPr>
              <p:cNvSpPr/>
              <p:nvPr/>
            </p:nvSpPr>
            <p:spPr>
              <a:xfrm>
                <a:off x="278448" y="63585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7" name="Oval 1666">
                <a:extLst>
                  <a:ext uri="{FF2B5EF4-FFF2-40B4-BE49-F238E27FC236}">
                    <a16:creationId xmlns:a16="http://schemas.microsoft.com/office/drawing/2014/main" id="{11E81343-6C65-16F8-D842-17C1B9B0AAF2}"/>
                  </a:ext>
                </a:extLst>
              </p:cNvPr>
              <p:cNvSpPr/>
              <p:nvPr/>
            </p:nvSpPr>
            <p:spPr>
              <a:xfrm>
                <a:off x="105906" y="60020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8" name="Oval 1667">
                <a:extLst>
                  <a:ext uri="{FF2B5EF4-FFF2-40B4-BE49-F238E27FC236}">
                    <a16:creationId xmlns:a16="http://schemas.microsoft.com/office/drawing/2014/main" id="{B0A1B653-55CB-0A36-5C56-EE34487A4924}"/>
                  </a:ext>
                </a:extLst>
              </p:cNvPr>
              <p:cNvSpPr/>
              <p:nvPr/>
            </p:nvSpPr>
            <p:spPr>
              <a:xfrm>
                <a:off x="1224428" y="519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9" name="Oval 1668">
                <a:extLst>
                  <a:ext uri="{FF2B5EF4-FFF2-40B4-BE49-F238E27FC236}">
                    <a16:creationId xmlns:a16="http://schemas.microsoft.com/office/drawing/2014/main" id="{A55FBDED-DFE4-BB99-39CE-B38E9E1D77EA}"/>
                  </a:ext>
                </a:extLst>
              </p:cNvPr>
              <p:cNvSpPr/>
              <p:nvPr/>
            </p:nvSpPr>
            <p:spPr>
              <a:xfrm>
                <a:off x="1006703" y="55335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0" name="Oval 1669">
                <a:extLst>
                  <a:ext uri="{FF2B5EF4-FFF2-40B4-BE49-F238E27FC236}">
                    <a16:creationId xmlns:a16="http://schemas.microsoft.com/office/drawing/2014/main" id="{97892A4E-6D6E-3D54-4F70-0233913762CD}"/>
                  </a:ext>
                </a:extLst>
              </p:cNvPr>
              <p:cNvSpPr/>
              <p:nvPr/>
            </p:nvSpPr>
            <p:spPr>
              <a:xfrm>
                <a:off x="289427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1" name="Oval 1670">
                <a:extLst>
                  <a:ext uri="{FF2B5EF4-FFF2-40B4-BE49-F238E27FC236}">
                    <a16:creationId xmlns:a16="http://schemas.microsoft.com/office/drawing/2014/main" id="{A25CB6A8-A7AA-8600-0262-85766F3C66D5}"/>
                  </a:ext>
                </a:extLst>
              </p:cNvPr>
              <p:cNvSpPr/>
              <p:nvPr/>
            </p:nvSpPr>
            <p:spPr>
              <a:xfrm>
                <a:off x="128033" y="60091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2" name="Oval 1671">
                <a:extLst>
                  <a:ext uri="{FF2B5EF4-FFF2-40B4-BE49-F238E27FC236}">
                    <a16:creationId xmlns:a16="http://schemas.microsoft.com/office/drawing/2014/main" id="{22D03C73-C32E-65BD-0733-9386FA22E4B5}"/>
                  </a:ext>
                </a:extLst>
              </p:cNvPr>
              <p:cNvSpPr/>
              <p:nvPr/>
            </p:nvSpPr>
            <p:spPr>
              <a:xfrm>
                <a:off x="299984" y="62316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3" name="Oval 1672">
                <a:extLst>
                  <a:ext uri="{FF2B5EF4-FFF2-40B4-BE49-F238E27FC236}">
                    <a16:creationId xmlns:a16="http://schemas.microsoft.com/office/drawing/2014/main" id="{8031BDC0-264E-F9A3-E36C-6349FF9F6FAB}"/>
                  </a:ext>
                </a:extLst>
              </p:cNvPr>
              <p:cNvSpPr/>
              <p:nvPr/>
            </p:nvSpPr>
            <p:spPr>
              <a:xfrm>
                <a:off x="946064" y="566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4" name="Oval 1673">
                <a:extLst>
                  <a:ext uri="{FF2B5EF4-FFF2-40B4-BE49-F238E27FC236}">
                    <a16:creationId xmlns:a16="http://schemas.microsoft.com/office/drawing/2014/main" id="{A8509908-FCF0-9080-F07D-CE85B3648122}"/>
                  </a:ext>
                </a:extLst>
              </p:cNvPr>
              <p:cNvSpPr/>
              <p:nvPr/>
            </p:nvSpPr>
            <p:spPr>
              <a:xfrm>
                <a:off x="987447" y="5483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5" name="Oval 1674">
                <a:extLst>
                  <a:ext uri="{FF2B5EF4-FFF2-40B4-BE49-F238E27FC236}">
                    <a16:creationId xmlns:a16="http://schemas.microsoft.com/office/drawing/2014/main" id="{ED593B47-ED11-18BA-54EF-F6633BEFEA60}"/>
                  </a:ext>
                </a:extLst>
              </p:cNvPr>
              <p:cNvSpPr/>
              <p:nvPr/>
            </p:nvSpPr>
            <p:spPr>
              <a:xfrm>
                <a:off x="428017" y="63199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6" name="Oval 1675">
                <a:extLst>
                  <a:ext uri="{FF2B5EF4-FFF2-40B4-BE49-F238E27FC236}">
                    <a16:creationId xmlns:a16="http://schemas.microsoft.com/office/drawing/2014/main" id="{34590F73-03AD-4B1D-CA40-7700B5CECEE6}"/>
                  </a:ext>
                </a:extLst>
              </p:cNvPr>
              <p:cNvSpPr/>
              <p:nvPr/>
            </p:nvSpPr>
            <p:spPr>
              <a:xfrm>
                <a:off x="274394" y="60948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7" name="Oval 1676">
                <a:extLst>
                  <a:ext uri="{FF2B5EF4-FFF2-40B4-BE49-F238E27FC236}">
                    <a16:creationId xmlns:a16="http://schemas.microsoft.com/office/drawing/2014/main" id="{736406CB-969D-5E29-51B3-B29C66D3CDB0}"/>
                  </a:ext>
                </a:extLst>
              </p:cNvPr>
              <p:cNvSpPr/>
              <p:nvPr/>
            </p:nvSpPr>
            <p:spPr>
              <a:xfrm>
                <a:off x="135719" y="5993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8" name="Oval 1677">
                <a:extLst>
                  <a:ext uri="{FF2B5EF4-FFF2-40B4-BE49-F238E27FC236}">
                    <a16:creationId xmlns:a16="http://schemas.microsoft.com/office/drawing/2014/main" id="{4D40707B-B91A-E576-5E30-D509B04FC8E6}"/>
                  </a:ext>
                </a:extLst>
              </p:cNvPr>
              <p:cNvSpPr/>
              <p:nvPr/>
            </p:nvSpPr>
            <p:spPr>
              <a:xfrm>
                <a:off x="314257" y="63685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9" name="Oval 1678">
                <a:extLst>
                  <a:ext uri="{FF2B5EF4-FFF2-40B4-BE49-F238E27FC236}">
                    <a16:creationId xmlns:a16="http://schemas.microsoft.com/office/drawing/2014/main" id="{ECD3B44E-193E-876A-9362-D110D0063994}"/>
                  </a:ext>
                </a:extLst>
              </p:cNvPr>
              <p:cNvSpPr/>
              <p:nvPr/>
            </p:nvSpPr>
            <p:spPr>
              <a:xfrm>
                <a:off x="1005605" y="55242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0" name="Oval 1679">
                <a:extLst>
                  <a:ext uri="{FF2B5EF4-FFF2-40B4-BE49-F238E27FC236}">
                    <a16:creationId xmlns:a16="http://schemas.microsoft.com/office/drawing/2014/main" id="{B9EAC3E3-4C8B-02A2-30FA-84BB05499F7C}"/>
                  </a:ext>
                </a:extLst>
              </p:cNvPr>
              <p:cNvSpPr/>
              <p:nvPr/>
            </p:nvSpPr>
            <p:spPr>
              <a:xfrm>
                <a:off x="498031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1" name="Oval 1680">
                <a:extLst>
                  <a:ext uri="{FF2B5EF4-FFF2-40B4-BE49-F238E27FC236}">
                    <a16:creationId xmlns:a16="http://schemas.microsoft.com/office/drawing/2014/main" id="{BBC2F6A9-DF7E-BA56-1ADF-6D7E8BEA2B04}"/>
                  </a:ext>
                </a:extLst>
              </p:cNvPr>
              <p:cNvSpPr/>
              <p:nvPr/>
            </p:nvSpPr>
            <p:spPr>
              <a:xfrm>
                <a:off x="289342" y="6349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2" name="Oval 1681">
                <a:extLst>
                  <a:ext uri="{FF2B5EF4-FFF2-40B4-BE49-F238E27FC236}">
                    <a16:creationId xmlns:a16="http://schemas.microsoft.com/office/drawing/2014/main" id="{47B2C7AD-1086-C253-5865-184388043E75}"/>
                  </a:ext>
                </a:extLst>
              </p:cNvPr>
              <p:cNvSpPr/>
              <p:nvPr/>
            </p:nvSpPr>
            <p:spPr>
              <a:xfrm>
                <a:off x="356484" y="632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3" name="Oval 1682">
                <a:extLst>
                  <a:ext uri="{FF2B5EF4-FFF2-40B4-BE49-F238E27FC236}">
                    <a16:creationId xmlns:a16="http://schemas.microsoft.com/office/drawing/2014/main" id="{EFC2A485-E2E4-61B8-FF67-7291727A60E0}"/>
                  </a:ext>
                </a:extLst>
              </p:cNvPr>
              <p:cNvSpPr/>
              <p:nvPr/>
            </p:nvSpPr>
            <p:spPr>
              <a:xfrm>
                <a:off x="385114" y="63415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4" name="Oval 1683">
                <a:extLst>
                  <a:ext uri="{FF2B5EF4-FFF2-40B4-BE49-F238E27FC236}">
                    <a16:creationId xmlns:a16="http://schemas.microsoft.com/office/drawing/2014/main" id="{81E4C163-C7E5-AD6E-74AA-7EDCC8210F94}"/>
                  </a:ext>
                </a:extLst>
              </p:cNvPr>
              <p:cNvSpPr/>
              <p:nvPr/>
            </p:nvSpPr>
            <p:spPr>
              <a:xfrm>
                <a:off x="588313" y="58937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5" name="Oval 1684">
                <a:extLst>
                  <a:ext uri="{FF2B5EF4-FFF2-40B4-BE49-F238E27FC236}">
                    <a16:creationId xmlns:a16="http://schemas.microsoft.com/office/drawing/2014/main" id="{CC6DE40A-E143-C97A-E3E1-5155046F67CA}"/>
                  </a:ext>
                </a:extLst>
              </p:cNvPr>
              <p:cNvSpPr/>
              <p:nvPr/>
            </p:nvSpPr>
            <p:spPr>
              <a:xfrm>
                <a:off x="574462" y="6201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6" name="Oval 1685">
                <a:extLst>
                  <a:ext uri="{FF2B5EF4-FFF2-40B4-BE49-F238E27FC236}">
                    <a16:creationId xmlns:a16="http://schemas.microsoft.com/office/drawing/2014/main" id="{C33FE5C3-7ED0-2C7C-AD4A-D416A01F8DC6}"/>
                  </a:ext>
                </a:extLst>
              </p:cNvPr>
              <p:cNvSpPr/>
              <p:nvPr/>
            </p:nvSpPr>
            <p:spPr>
              <a:xfrm>
                <a:off x="454705" y="63266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7" name="Oval 1686">
                <a:extLst>
                  <a:ext uri="{FF2B5EF4-FFF2-40B4-BE49-F238E27FC236}">
                    <a16:creationId xmlns:a16="http://schemas.microsoft.com/office/drawing/2014/main" id="{3B38619E-975D-DFAD-3A48-D1845A5B3FB0}"/>
                  </a:ext>
                </a:extLst>
              </p:cNvPr>
              <p:cNvSpPr/>
              <p:nvPr/>
            </p:nvSpPr>
            <p:spPr>
              <a:xfrm>
                <a:off x="395080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8" name="Oval 1687">
                <a:extLst>
                  <a:ext uri="{FF2B5EF4-FFF2-40B4-BE49-F238E27FC236}">
                    <a16:creationId xmlns:a16="http://schemas.microsoft.com/office/drawing/2014/main" id="{0029D5C6-B60D-45C8-2A1D-EE7A0B5F7C32}"/>
                  </a:ext>
                </a:extLst>
              </p:cNvPr>
              <p:cNvSpPr/>
              <p:nvPr/>
            </p:nvSpPr>
            <p:spPr>
              <a:xfrm>
                <a:off x="909749" y="5640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9" name="Oval 1688">
                <a:extLst>
                  <a:ext uri="{FF2B5EF4-FFF2-40B4-BE49-F238E27FC236}">
                    <a16:creationId xmlns:a16="http://schemas.microsoft.com/office/drawing/2014/main" id="{7A182595-046B-E2C4-9135-9D875840CBC6}"/>
                  </a:ext>
                </a:extLst>
              </p:cNvPr>
              <p:cNvSpPr/>
              <p:nvPr/>
            </p:nvSpPr>
            <p:spPr>
              <a:xfrm>
                <a:off x="576236" y="60180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0" name="Oval 1689">
                <a:extLst>
                  <a:ext uri="{FF2B5EF4-FFF2-40B4-BE49-F238E27FC236}">
                    <a16:creationId xmlns:a16="http://schemas.microsoft.com/office/drawing/2014/main" id="{D9B2B0C3-D313-4852-FD5E-114073C5AA45}"/>
                  </a:ext>
                </a:extLst>
              </p:cNvPr>
              <p:cNvSpPr/>
              <p:nvPr/>
            </p:nvSpPr>
            <p:spPr>
              <a:xfrm>
                <a:off x="231997" y="61496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1" name="Oval 1690">
                <a:extLst>
                  <a:ext uri="{FF2B5EF4-FFF2-40B4-BE49-F238E27FC236}">
                    <a16:creationId xmlns:a16="http://schemas.microsoft.com/office/drawing/2014/main" id="{DD8629BE-0391-FB46-19B0-7B419C3AE2E5}"/>
                  </a:ext>
                </a:extLst>
              </p:cNvPr>
              <p:cNvSpPr/>
              <p:nvPr/>
            </p:nvSpPr>
            <p:spPr>
              <a:xfrm>
                <a:off x="220343" y="6155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2" name="Oval 1691">
                <a:extLst>
                  <a:ext uri="{FF2B5EF4-FFF2-40B4-BE49-F238E27FC236}">
                    <a16:creationId xmlns:a16="http://schemas.microsoft.com/office/drawing/2014/main" id="{1CEEB9CC-AEE2-AAA4-E785-2CE5E1284EE7}"/>
                  </a:ext>
                </a:extLst>
              </p:cNvPr>
              <p:cNvSpPr/>
              <p:nvPr/>
            </p:nvSpPr>
            <p:spPr>
              <a:xfrm>
                <a:off x="993950" y="552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3" name="Oval 1692">
                <a:extLst>
                  <a:ext uri="{FF2B5EF4-FFF2-40B4-BE49-F238E27FC236}">
                    <a16:creationId xmlns:a16="http://schemas.microsoft.com/office/drawing/2014/main" id="{66F3C26D-2827-8484-E374-90563566C73E}"/>
                  </a:ext>
                </a:extLst>
              </p:cNvPr>
              <p:cNvSpPr/>
              <p:nvPr/>
            </p:nvSpPr>
            <p:spPr>
              <a:xfrm>
                <a:off x="291623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4" name="Oval 1693">
                <a:extLst>
                  <a:ext uri="{FF2B5EF4-FFF2-40B4-BE49-F238E27FC236}">
                    <a16:creationId xmlns:a16="http://schemas.microsoft.com/office/drawing/2014/main" id="{9742E6F4-A578-5D3D-63C9-D5965365C00F}"/>
                  </a:ext>
                </a:extLst>
              </p:cNvPr>
              <p:cNvSpPr/>
              <p:nvPr/>
            </p:nvSpPr>
            <p:spPr>
              <a:xfrm>
                <a:off x="417883" y="63352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5" name="Oval 1694">
                <a:extLst>
                  <a:ext uri="{FF2B5EF4-FFF2-40B4-BE49-F238E27FC236}">
                    <a16:creationId xmlns:a16="http://schemas.microsoft.com/office/drawing/2014/main" id="{69FDAB6C-D831-3B31-BE50-506F93610684}"/>
                  </a:ext>
                </a:extLst>
              </p:cNvPr>
              <p:cNvSpPr/>
              <p:nvPr/>
            </p:nvSpPr>
            <p:spPr>
              <a:xfrm>
                <a:off x="311892" y="6380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6" name="Oval 1695">
                <a:extLst>
                  <a:ext uri="{FF2B5EF4-FFF2-40B4-BE49-F238E27FC236}">
                    <a16:creationId xmlns:a16="http://schemas.microsoft.com/office/drawing/2014/main" id="{6AD10AD8-BDDA-4526-A84D-C7B3E98F5951}"/>
                  </a:ext>
                </a:extLst>
              </p:cNvPr>
              <p:cNvSpPr/>
              <p:nvPr/>
            </p:nvSpPr>
            <p:spPr>
              <a:xfrm>
                <a:off x="957297" y="569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7" name="Oval 1696">
                <a:extLst>
                  <a:ext uri="{FF2B5EF4-FFF2-40B4-BE49-F238E27FC236}">
                    <a16:creationId xmlns:a16="http://schemas.microsoft.com/office/drawing/2014/main" id="{BD176C7C-8B5C-B292-696E-AE277F181C8E}"/>
                  </a:ext>
                </a:extLst>
              </p:cNvPr>
              <p:cNvSpPr/>
              <p:nvPr/>
            </p:nvSpPr>
            <p:spPr>
              <a:xfrm>
                <a:off x="993528" y="5554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8" name="Oval 1697">
                <a:extLst>
                  <a:ext uri="{FF2B5EF4-FFF2-40B4-BE49-F238E27FC236}">
                    <a16:creationId xmlns:a16="http://schemas.microsoft.com/office/drawing/2014/main" id="{283B2A33-7B77-7226-D28B-AFA20D8B4B60}"/>
                  </a:ext>
                </a:extLst>
              </p:cNvPr>
              <p:cNvSpPr/>
              <p:nvPr/>
            </p:nvSpPr>
            <p:spPr>
              <a:xfrm>
                <a:off x="70013" y="6005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9" name="Oval 1698">
                <a:extLst>
                  <a:ext uri="{FF2B5EF4-FFF2-40B4-BE49-F238E27FC236}">
                    <a16:creationId xmlns:a16="http://schemas.microsoft.com/office/drawing/2014/main" id="{ED5712C1-3EAB-BDF7-2570-ED50E8B30B84}"/>
                  </a:ext>
                </a:extLst>
              </p:cNvPr>
              <p:cNvSpPr/>
              <p:nvPr/>
            </p:nvSpPr>
            <p:spPr>
              <a:xfrm>
                <a:off x="538569" y="605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0" name="Oval 1699">
                <a:extLst>
                  <a:ext uri="{FF2B5EF4-FFF2-40B4-BE49-F238E27FC236}">
                    <a16:creationId xmlns:a16="http://schemas.microsoft.com/office/drawing/2014/main" id="{0A497F5D-E0FC-02A8-B43D-54B70A4D1BB4}"/>
                  </a:ext>
                </a:extLst>
              </p:cNvPr>
              <p:cNvSpPr/>
              <p:nvPr/>
            </p:nvSpPr>
            <p:spPr>
              <a:xfrm>
                <a:off x="171865" y="61859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1" name="Oval 1700">
                <a:extLst>
                  <a:ext uri="{FF2B5EF4-FFF2-40B4-BE49-F238E27FC236}">
                    <a16:creationId xmlns:a16="http://schemas.microsoft.com/office/drawing/2014/main" id="{C9CAC797-B0CA-B6FE-BD82-9DE1BFB2C7ED}"/>
                  </a:ext>
                </a:extLst>
              </p:cNvPr>
              <p:cNvSpPr/>
              <p:nvPr/>
            </p:nvSpPr>
            <p:spPr>
              <a:xfrm>
                <a:off x="953665" y="54560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2" name="Oval 1701">
                <a:extLst>
                  <a:ext uri="{FF2B5EF4-FFF2-40B4-BE49-F238E27FC236}">
                    <a16:creationId xmlns:a16="http://schemas.microsoft.com/office/drawing/2014/main" id="{C324B8B3-F4A9-3AAC-C688-B79F00BBB30A}"/>
                  </a:ext>
                </a:extLst>
              </p:cNvPr>
              <p:cNvSpPr/>
              <p:nvPr/>
            </p:nvSpPr>
            <p:spPr>
              <a:xfrm>
                <a:off x="437139" y="632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3" name="Oval 1702">
                <a:extLst>
                  <a:ext uri="{FF2B5EF4-FFF2-40B4-BE49-F238E27FC236}">
                    <a16:creationId xmlns:a16="http://schemas.microsoft.com/office/drawing/2014/main" id="{EBD7F308-D855-9E80-7614-00CBB9C3D015}"/>
                  </a:ext>
                </a:extLst>
              </p:cNvPr>
              <p:cNvSpPr/>
              <p:nvPr/>
            </p:nvSpPr>
            <p:spPr>
              <a:xfrm>
                <a:off x="944882" y="54767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4" name="Oval 1703">
                <a:extLst>
                  <a:ext uri="{FF2B5EF4-FFF2-40B4-BE49-F238E27FC236}">
                    <a16:creationId xmlns:a16="http://schemas.microsoft.com/office/drawing/2014/main" id="{0D20A6D0-73B9-3CB3-6EFB-B517B2B8818E}"/>
                  </a:ext>
                </a:extLst>
              </p:cNvPr>
              <p:cNvSpPr/>
              <p:nvPr/>
            </p:nvSpPr>
            <p:spPr>
              <a:xfrm>
                <a:off x="427680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5" name="Oval 1704">
                <a:extLst>
                  <a:ext uri="{FF2B5EF4-FFF2-40B4-BE49-F238E27FC236}">
                    <a16:creationId xmlns:a16="http://schemas.microsoft.com/office/drawing/2014/main" id="{E56B47CA-359F-7EC1-4780-699C14A29754}"/>
                  </a:ext>
                </a:extLst>
              </p:cNvPr>
              <p:cNvSpPr/>
              <p:nvPr/>
            </p:nvSpPr>
            <p:spPr>
              <a:xfrm>
                <a:off x="345336" y="6285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6" name="Oval 1705">
                <a:extLst>
                  <a:ext uri="{FF2B5EF4-FFF2-40B4-BE49-F238E27FC236}">
                    <a16:creationId xmlns:a16="http://schemas.microsoft.com/office/drawing/2014/main" id="{DD3FC4C1-5E9C-CA33-AF05-C73BD7DF3BCB}"/>
                  </a:ext>
                </a:extLst>
              </p:cNvPr>
              <p:cNvSpPr/>
              <p:nvPr/>
            </p:nvSpPr>
            <p:spPr>
              <a:xfrm>
                <a:off x="405637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7" name="Oval 1706">
                <a:extLst>
                  <a:ext uri="{FF2B5EF4-FFF2-40B4-BE49-F238E27FC236}">
                    <a16:creationId xmlns:a16="http://schemas.microsoft.com/office/drawing/2014/main" id="{7167BA9E-4587-9374-7938-B082311F4E49}"/>
                  </a:ext>
                </a:extLst>
              </p:cNvPr>
              <p:cNvSpPr/>
              <p:nvPr/>
            </p:nvSpPr>
            <p:spPr>
              <a:xfrm>
                <a:off x="231153" y="6231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8" name="Oval 1707">
                <a:extLst>
                  <a:ext uri="{FF2B5EF4-FFF2-40B4-BE49-F238E27FC236}">
                    <a16:creationId xmlns:a16="http://schemas.microsoft.com/office/drawing/2014/main" id="{E8389B28-4F28-9339-1AF6-DB4DC6290996}"/>
                  </a:ext>
                </a:extLst>
              </p:cNvPr>
              <p:cNvSpPr/>
              <p:nvPr/>
            </p:nvSpPr>
            <p:spPr>
              <a:xfrm>
                <a:off x="441868" y="5955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9" name="Oval 1708">
                <a:extLst>
                  <a:ext uri="{FF2B5EF4-FFF2-40B4-BE49-F238E27FC236}">
                    <a16:creationId xmlns:a16="http://schemas.microsoft.com/office/drawing/2014/main" id="{307174FC-C29F-039C-1941-CC2E20BB8E50}"/>
                  </a:ext>
                </a:extLst>
              </p:cNvPr>
              <p:cNvSpPr/>
              <p:nvPr/>
            </p:nvSpPr>
            <p:spPr>
              <a:xfrm>
                <a:off x="818706" y="566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0" name="Oval 1709">
                <a:extLst>
                  <a:ext uri="{FF2B5EF4-FFF2-40B4-BE49-F238E27FC236}">
                    <a16:creationId xmlns:a16="http://schemas.microsoft.com/office/drawing/2014/main" id="{0FAA9F6D-870A-886E-5FBE-52D741180E84}"/>
                  </a:ext>
                </a:extLst>
              </p:cNvPr>
              <p:cNvSpPr/>
              <p:nvPr/>
            </p:nvSpPr>
            <p:spPr>
              <a:xfrm>
                <a:off x="67226" y="6012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1" name="Oval 1710">
                <a:extLst>
                  <a:ext uri="{FF2B5EF4-FFF2-40B4-BE49-F238E27FC236}">
                    <a16:creationId xmlns:a16="http://schemas.microsoft.com/office/drawing/2014/main" id="{65A27831-DA7A-C602-15F1-D65EFD46CCDE}"/>
                  </a:ext>
                </a:extLst>
              </p:cNvPr>
              <p:cNvSpPr/>
              <p:nvPr/>
            </p:nvSpPr>
            <p:spPr>
              <a:xfrm>
                <a:off x="275238" y="6346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2" name="Oval 1711">
                <a:extLst>
                  <a:ext uri="{FF2B5EF4-FFF2-40B4-BE49-F238E27FC236}">
                    <a16:creationId xmlns:a16="http://schemas.microsoft.com/office/drawing/2014/main" id="{3DBE1168-3E3F-241E-C34B-2AECB9A01D42}"/>
                  </a:ext>
                </a:extLst>
              </p:cNvPr>
              <p:cNvSpPr/>
              <p:nvPr/>
            </p:nvSpPr>
            <p:spPr>
              <a:xfrm>
                <a:off x="74742" y="59741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3" name="Oval 1712">
                <a:extLst>
                  <a:ext uri="{FF2B5EF4-FFF2-40B4-BE49-F238E27FC236}">
                    <a16:creationId xmlns:a16="http://schemas.microsoft.com/office/drawing/2014/main" id="{E7974189-88A0-93CF-19A6-0D35BDC4AD6B}"/>
                  </a:ext>
                </a:extLst>
              </p:cNvPr>
              <p:cNvSpPr/>
              <p:nvPr/>
            </p:nvSpPr>
            <p:spPr>
              <a:xfrm>
                <a:off x="198469" y="61810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4" name="Oval 1713">
                <a:extLst>
                  <a:ext uri="{FF2B5EF4-FFF2-40B4-BE49-F238E27FC236}">
                    <a16:creationId xmlns:a16="http://schemas.microsoft.com/office/drawing/2014/main" id="{7287CD28-8CC3-680F-078E-8AC385137558}"/>
                  </a:ext>
                </a:extLst>
              </p:cNvPr>
              <p:cNvSpPr/>
              <p:nvPr/>
            </p:nvSpPr>
            <p:spPr>
              <a:xfrm>
                <a:off x="518807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5" name="Oval 1714">
                <a:extLst>
                  <a:ext uri="{FF2B5EF4-FFF2-40B4-BE49-F238E27FC236}">
                    <a16:creationId xmlns:a16="http://schemas.microsoft.com/office/drawing/2014/main" id="{A4567972-F6F5-D83F-7CC4-622A07FF9A45}"/>
                  </a:ext>
                </a:extLst>
              </p:cNvPr>
              <p:cNvSpPr/>
              <p:nvPr/>
            </p:nvSpPr>
            <p:spPr>
              <a:xfrm>
                <a:off x="319999" y="63011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6" name="Oval 1715">
                <a:extLst>
                  <a:ext uri="{FF2B5EF4-FFF2-40B4-BE49-F238E27FC236}">
                    <a16:creationId xmlns:a16="http://schemas.microsoft.com/office/drawing/2014/main" id="{9A240C90-4079-4674-6BC3-4EC0436C699D}"/>
                  </a:ext>
                </a:extLst>
              </p:cNvPr>
              <p:cNvSpPr/>
              <p:nvPr/>
            </p:nvSpPr>
            <p:spPr>
              <a:xfrm>
                <a:off x="165954" y="61829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7" name="Oval 1716">
                <a:extLst>
                  <a:ext uri="{FF2B5EF4-FFF2-40B4-BE49-F238E27FC236}">
                    <a16:creationId xmlns:a16="http://schemas.microsoft.com/office/drawing/2014/main" id="{3D41677A-AEE1-7A68-ACAA-1DE0CCA16878}"/>
                  </a:ext>
                </a:extLst>
              </p:cNvPr>
              <p:cNvSpPr/>
              <p:nvPr/>
            </p:nvSpPr>
            <p:spPr>
              <a:xfrm>
                <a:off x="348968" y="631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8" name="Oval 1717">
                <a:extLst>
                  <a:ext uri="{FF2B5EF4-FFF2-40B4-BE49-F238E27FC236}">
                    <a16:creationId xmlns:a16="http://schemas.microsoft.com/office/drawing/2014/main" id="{7B2F2AC4-AA07-E1DE-63FC-B77C094F8070}"/>
                  </a:ext>
                </a:extLst>
              </p:cNvPr>
              <p:cNvSpPr/>
              <p:nvPr/>
            </p:nvSpPr>
            <p:spPr>
              <a:xfrm>
                <a:off x="331401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9" name="Oval 1718">
                <a:extLst>
                  <a:ext uri="{FF2B5EF4-FFF2-40B4-BE49-F238E27FC236}">
                    <a16:creationId xmlns:a16="http://schemas.microsoft.com/office/drawing/2014/main" id="{9EEBEAFF-A01A-4020-2C79-5C60D821E939}"/>
                  </a:ext>
                </a:extLst>
              </p:cNvPr>
              <p:cNvSpPr/>
              <p:nvPr/>
            </p:nvSpPr>
            <p:spPr>
              <a:xfrm>
                <a:off x="948851" y="54962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0" name="Oval 1719">
                <a:extLst>
                  <a:ext uri="{FF2B5EF4-FFF2-40B4-BE49-F238E27FC236}">
                    <a16:creationId xmlns:a16="http://schemas.microsoft.com/office/drawing/2014/main" id="{D7341958-53E3-73EE-6620-E70FF6452C77}"/>
                  </a:ext>
                </a:extLst>
              </p:cNvPr>
              <p:cNvSpPr/>
              <p:nvPr/>
            </p:nvSpPr>
            <p:spPr>
              <a:xfrm>
                <a:off x="195597" y="6139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1" name="Oval 1720">
                <a:extLst>
                  <a:ext uri="{FF2B5EF4-FFF2-40B4-BE49-F238E27FC236}">
                    <a16:creationId xmlns:a16="http://schemas.microsoft.com/office/drawing/2014/main" id="{81E9350A-6214-C433-E412-231B55B10B23}"/>
                  </a:ext>
                </a:extLst>
              </p:cNvPr>
              <p:cNvSpPr/>
              <p:nvPr/>
            </p:nvSpPr>
            <p:spPr>
              <a:xfrm>
                <a:off x="491865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2" name="Oval 1721">
                <a:extLst>
                  <a:ext uri="{FF2B5EF4-FFF2-40B4-BE49-F238E27FC236}">
                    <a16:creationId xmlns:a16="http://schemas.microsoft.com/office/drawing/2014/main" id="{010C15C6-7050-D67A-46CD-B2DA9665581D}"/>
                  </a:ext>
                </a:extLst>
              </p:cNvPr>
              <p:cNvSpPr/>
              <p:nvPr/>
            </p:nvSpPr>
            <p:spPr>
              <a:xfrm>
                <a:off x="443557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3" name="Oval 1722">
                <a:extLst>
                  <a:ext uri="{FF2B5EF4-FFF2-40B4-BE49-F238E27FC236}">
                    <a16:creationId xmlns:a16="http://schemas.microsoft.com/office/drawing/2014/main" id="{92A94C56-20D6-2396-489C-0DA1427D07FF}"/>
                  </a:ext>
                </a:extLst>
              </p:cNvPr>
              <p:cNvSpPr/>
              <p:nvPr/>
            </p:nvSpPr>
            <p:spPr>
              <a:xfrm>
                <a:off x="372362" y="6102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4" name="Oval 1723">
                <a:extLst>
                  <a:ext uri="{FF2B5EF4-FFF2-40B4-BE49-F238E27FC236}">
                    <a16:creationId xmlns:a16="http://schemas.microsoft.com/office/drawing/2014/main" id="{EAFC0B7E-C4B6-19E1-989A-1BDDF100346C}"/>
                  </a:ext>
                </a:extLst>
              </p:cNvPr>
              <p:cNvSpPr/>
              <p:nvPr/>
            </p:nvSpPr>
            <p:spPr>
              <a:xfrm>
                <a:off x="518638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5" name="Oval 1724">
                <a:extLst>
                  <a:ext uri="{FF2B5EF4-FFF2-40B4-BE49-F238E27FC236}">
                    <a16:creationId xmlns:a16="http://schemas.microsoft.com/office/drawing/2014/main" id="{4EDB6C42-866A-0899-3336-B5FAC496CDB5}"/>
                  </a:ext>
                </a:extLst>
              </p:cNvPr>
              <p:cNvSpPr/>
              <p:nvPr/>
            </p:nvSpPr>
            <p:spPr>
              <a:xfrm>
                <a:off x="398374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6" name="Oval 1725">
                <a:extLst>
                  <a:ext uri="{FF2B5EF4-FFF2-40B4-BE49-F238E27FC236}">
                    <a16:creationId xmlns:a16="http://schemas.microsoft.com/office/drawing/2014/main" id="{E9F6E95C-51AF-8689-6BA9-F5E89252ACC6}"/>
                  </a:ext>
                </a:extLst>
              </p:cNvPr>
              <p:cNvSpPr/>
              <p:nvPr/>
            </p:nvSpPr>
            <p:spPr>
              <a:xfrm>
                <a:off x="451327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7" name="Oval 1726">
                <a:extLst>
                  <a:ext uri="{FF2B5EF4-FFF2-40B4-BE49-F238E27FC236}">
                    <a16:creationId xmlns:a16="http://schemas.microsoft.com/office/drawing/2014/main" id="{C7A6CD9E-8DED-AC9F-C787-F7BC2A4751B1}"/>
                  </a:ext>
                </a:extLst>
              </p:cNvPr>
              <p:cNvSpPr/>
              <p:nvPr/>
            </p:nvSpPr>
            <p:spPr>
              <a:xfrm>
                <a:off x="979931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8" name="Oval 1727">
                <a:extLst>
                  <a:ext uri="{FF2B5EF4-FFF2-40B4-BE49-F238E27FC236}">
                    <a16:creationId xmlns:a16="http://schemas.microsoft.com/office/drawing/2014/main" id="{82D7C32D-CB13-61CC-99DE-D4BC735B2520}"/>
                  </a:ext>
                </a:extLst>
              </p:cNvPr>
              <p:cNvSpPr/>
              <p:nvPr/>
            </p:nvSpPr>
            <p:spPr>
              <a:xfrm>
                <a:off x="977988" y="5520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9" name="Oval 1728">
                <a:extLst>
                  <a:ext uri="{FF2B5EF4-FFF2-40B4-BE49-F238E27FC236}">
                    <a16:creationId xmlns:a16="http://schemas.microsoft.com/office/drawing/2014/main" id="{73162CCE-89C9-FBFE-A0F3-766654F91D70}"/>
                  </a:ext>
                </a:extLst>
              </p:cNvPr>
              <p:cNvSpPr/>
              <p:nvPr/>
            </p:nvSpPr>
            <p:spPr>
              <a:xfrm>
                <a:off x="214600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0" name="Oval 1729">
                <a:extLst>
                  <a:ext uri="{FF2B5EF4-FFF2-40B4-BE49-F238E27FC236}">
                    <a16:creationId xmlns:a16="http://schemas.microsoft.com/office/drawing/2014/main" id="{671A2686-DBA5-CBCF-BDA0-B2451237EDCC}"/>
                  </a:ext>
                </a:extLst>
              </p:cNvPr>
              <p:cNvSpPr/>
              <p:nvPr/>
            </p:nvSpPr>
            <p:spPr>
              <a:xfrm>
                <a:off x="348292" y="6147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23B26794-2746-DD2A-B0CD-4042D4213B10}"/>
                  </a:ext>
                </a:extLst>
              </p:cNvPr>
              <p:cNvSpPr/>
              <p:nvPr/>
            </p:nvSpPr>
            <p:spPr>
              <a:xfrm>
                <a:off x="334864" y="614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D36A87CF-01D6-6B42-A4AA-C69A91F2EE27}"/>
                  </a:ext>
                </a:extLst>
              </p:cNvPr>
              <p:cNvSpPr/>
              <p:nvPr/>
            </p:nvSpPr>
            <p:spPr>
              <a:xfrm>
                <a:off x="311976" y="6171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A0FFB5A0-9266-4FA7-5545-DE687EC3220A}"/>
                  </a:ext>
                </a:extLst>
              </p:cNvPr>
              <p:cNvSpPr/>
              <p:nvPr/>
            </p:nvSpPr>
            <p:spPr>
              <a:xfrm>
                <a:off x="472103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4" name="Oval 1733">
                <a:extLst>
                  <a:ext uri="{FF2B5EF4-FFF2-40B4-BE49-F238E27FC236}">
                    <a16:creationId xmlns:a16="http://schemas.microsoft.com/office/drawing/2014/main" id="{5361962D-AF3E-B5EC-2313-C0AC5DEF4C0D}"/>
                  </a:ext>
                </a:extLst>
              </p:cNvPr>
              <p:cNvSpPr/>
              <p:nvPr/>
            </p:nvSpPr>
            <p:spPr>
              <a:xfrm>
                <a:off x="294494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5" name="Oval 1734">
                <a:extLst>
                  <a:ext uri="{FF2B5EF4-FFF2-40B4-BE49-F238E27FC236}">
                    <a16:creationId xmlns:a16="http://schemas.microsoft.com/office/drawing/2014/main" id="{6E327FC9-DB5D-73FD-ECF2-EE5365C77898}"/>
                  </a:ext>
                </a:extLst>
              </p:cNvPr>
              <p:cNvSpPr/>
              <p:nvPr/>
            </p:nvSpPr>
            <p:spPr>
              <a:xfrm>
                <a:off x="398374" y="61726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6" name="Oval 1735">
                <a:extLst>
                  <a:ext uri="{FF2B5EF4-FFF2-40B4-BE49-F238E27FC236}">
                    <a16:creationId xmlns:a16="http://schemas.microsoft.com/office/drawing/2014/main" id="{715F6725-BA64-A3D9-2605-463DEB44D98D}"/>
                  </a:ext>
                </a:extLst>
              </p:cNvPr>
              <p:cNvSpPr/>
              <p:nvPr/>
            </p:nvSpPr>
            <p:spPr>
              <a:xfrm>
                <a:off x="75080" y="597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C15DDEE-1103-B7C0-9404-54D067826F73}"/>
                  </a:ext>
                </a:extLst>
              </p:cNvPr>
              <p:cNvSpPr/>
              <p:nvPr/>
            </p:nvSpPr>
            <p:spPr>
              <a:xfrm>
                <a:off x="945135" y="5478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8" name="Oval 1737">
                <a:extLst>
                  <a:ext uri="{FF2B5EF4-FFF2-40B4-BE49-F238E27FC236}">
                    <a16:creationId xmlns:a16="http://schemas.microsoft.com/office/drawing/2014/main" id="{7C7FC110-D06E-AF25-8629-A5D3F228417D}"/>
                  </a:ext>
                </a:extLst>
              </p:cNvPr>
              <p:cNvSpPr/>
              <p:nvPr/>
            </p:nvSpPr>
            <p:spPr>
              <a:xfrm>
                <a:off x="412900" y="63333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9" name="Oval 1738">
                <a:extLst>
                  <a:ext uri="{FF2B5EF4-FFF2-40B4-BE49-F238E27FC236}">
                    <a16:creationId xmlns:a16="http://schemas.microsoft.com/office/drawing/2014/main" id="{D347FFD1-00C6-589A-942A-7B17D19BB6D8}"/>
                  </a:ext>
                </a:extLst>
              </p:cNvPr>
              <p:cNvSpPr/>
              <p:nvPr/>
            </p:nvSpPr>
            <p:spPr>
              <a:xfrm>
                <a:off x="494146" y="62625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0" name="Oval 1739">
                <a:extLst>
                  <a:ext uri="{FF2B5EF4-FFF2-40B4-BE49-F238E27FC236}">
                    <a16:creationId xmlns:a16="http://schemas.microsoft.com/office/drawing/2014/main" id="{5E6948F1-9E0F-5464-CFC7-C5EB505765FD}"/>
                  </a:ext>
                </a:extLst>
              </p:cNvPr>
              <p:cNvSpPr/>
              <p:nvPr/>
            </p:nvSpPr>
            <p:spPr>
              <a:xfrm>
                <a:off x="1154837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1" name="Oval 1740">
                <a:extLst>
                  <a:ext uri="{FF2B5EF4-FFF2-40B4-BE49-F238E27FC236}">
                    <a16:creationId xmlns:a16="http://schemas.microsoft.com/office/drawing/2014/main" id="{FC6A4631-BC78-4FBD-1CF7-DA7F2D75FC89}"/>
                  </a:ext>
                </a:extLst>
              </p:cNvPr>
              <p:cNvSpPr/>
              <p:nvPr/>
            </p:nvSpPr>
            <p:spPr>
              <a:xfrm>
                <a:off x="963124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2" name="Oval 1741">
                <a:extLst>
                  <a:ext uri="{FF2B5EF4-FFF2-40B4-BE49-F238E27FC236}">
                    <a16:creationId xmlns:a16="http://schemas.microsoft.com/office/drawing/2014/main" id="{492073CC-47DB-0ACC-11FD-7D092E7D2773}"/>
                  </a:ext>
                </a:extLst>
              </p:cNvPr>
              <p:cNvSpPr/>
              <p:nvPr/>
            </p:nvSpPr>
            <p:spPr>
              <a:xfrm>
                <a:off x="190446" y="6132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3" name="Oval 1742">
                <a:extLst>
                  <a:ext uri="{FF2B5EF4-FFF2-40B4-BE49-F238E27FC236}">
                    <a16:creationId xmlns:a16="http://schemas.microsoft.com/office/drawing/2014/main" id="{33AB62B8-6B7B-F936-05E3-446CC267327F}"/>
                  </a:ext>
                </a:extLst>
              </p:cNvPr>
              <p:cNvSpPr/>
              <p:nvPr/>
            </p:nvSpPr>
            <p:spPr>
              <a:xfrm>
                <a:off x="962364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BF9597FA-1AD0-5209-EAC8-AC88EA350EB9}"/>
                  </a:ext>
                </a:extLst>
              </p:cNvPr>
              <p:cNvSpPr/>
              <p:nvPr/>
            </p:nvSpPr>
            <p:spPr>
              <a:xfrm>
                <a:off x="84455" y="599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E4E379EB-8C8B-1E1C-16BB-CCABD4C0E326}"/>
                  </a:ext>
                </a:extLst>
              </p:cNvPr>
              <p:cNvSpPr/>
              <p:nvPr/>
            </p:nvSpPr>
            <p:spPr>
              <a:xfrm>
                <a:off x="286217" y="61723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7B24F860-640C-9464-95D1-B62F4B55A9EE}"/>
                  </a:ext>
                </a:extLst>
              </p:cNvPr>
              <p:cNvSpPr/>
              <p:nvPr/>
            </p:nvSpPr>
            <p:spPr>
              <a:xfrm>
                <a:off x="510699" y="62979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7" name="Oval 1746">
                <a:extLst>
                  <a:ext uri="{FF2B5EF4-FFF2-40B4-BE49-F238E27FC236}">
                    <a16:creationId xmlns:a16="http://schemas.microsoft.com/office/drawing/2014/main" id="{DD15F15D-D552-7318-1872-6046671725F1}"/>
                  </a:ext>
                </a:extLst>
              </p:cNvPr>
              <p:cNvSpPr/>
              <p:nvPr/>
            </p:nvSpPr>
            <p:spPr>
              <a:xfrm>
                <a:off x="221609" y="6089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8" name="Oval 1747">
                <a:extLst>
                  <a:ext uri="{FF2B5EF4-FFF2-40B4-BE49-F238E27FC236}">
                    <a16:creationId xmlns:a16="http://schemas.microsoft.com/office/drawing/2014/main" id="{79D6D772-7C75-B851-D960-2B0F8B94F530}"/>
                  </a:ext>
                </a:extLst>
              </p:cNvPr>
              <p:cNvSpPr/>
              <p:nvPr/>
            </p:nvSpPr>
            <p:spPr>
              <a:xfrm>
                <a:off x="128540" y="599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49" name="Oval 1748">
                <a:extLst>
                  <a:ext uri="{FF2B5EF4-FFF2-40B4-BE49-F238E27FC236}">
                    <a16:creationId xmlns:a16="http://schemas.microsoft.com/office/drawing/2014/main" id="{4F1622C7-B03B-A14E-981E-C81BD2A141AA}"/>
                  </a:ext>
                </a:extLst>
              </p:cNvPr>
              <p:cNvSpPr/>
              <p:nvPr/>
            </p:nvSpPr>
            <p:spPr>
              <a:xfrm>
                <a:off x="291200" y="6377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0" name="Oval 1749">
                <a:extLst>
                  <a:ext uri="{FF2B5EF4-FFF2-40B4-BE49-F238E27FC236}">
                    <a16:creationId xmlns:a16="http://schemas.microsoft.com/office/drawing/2014/main" id="{FC5E6F5B-6899-C6DB-982D-2B7DACBA127B}"/>
                  </a:ext>
                </a:extLst>
              </p:cNvPr>
              <p:cNvSpPr/>
              <p:nvPr/>
            </p:nvSpPr>
            <p:spPr>
              <a:xfrm>
                <a:off x="267806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1" name="Oval 1750">
                <a:extLst>
                  <a:ext uri="{FF2B5EF4-FFF2-40B4-BE49-F238E27FC236}">
                    <a16:creationId xmlns:a16="http://schemas.microsoft.com/office/drawing/2014/main" id="{69A12756-F5C2-C9BD-B071-AE798F396495}"/>
                  </a:ext>
                </a:extLst>
              </p:cNvPr>
              <p:cNvSpPr/>
              <p:nvPr/>
            </p:nvSpPr>
            <p:spPr>
              <a:xfrm>
                <a:off x="393306" y="6342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2" name="Oval 1751">
                <a:extLst>
                  <a:ext uri="{FF2B5EF4-FFF2-40B4-BE49-F238E27FC236}">
                    <a16:creationId xmlns:a16="http://schemas.microsoft.com/office/drawing/2014/main" id="{46DFAF88-5585-21EC-2ABF-5C90BBD1F2F2}"/>
                  </a:ext>
                </a:extLst>
              </p:cNvPr>
              <p:cNvSpPr/>
              <p:nvPr/>
            </p:nvSpPr>
            <p:spPr>
              <a:xfrm>
                <a:off x="925288" y="55236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3" name="Oval 1752">
                <a:extLst>
                  <a:ext uri="{FF2B5EF4-FFF2-40B4-BE49-F238E27FC236}">
                    <a16:creationId xmlns:a16="http://schemas.microsoft.com/office/drawing/2014/main" id="{70701412-7886-0C74-FC75-CA79C825F146}"/>
                  </a:ext>
                </a:extLst>
              </p:cNvPr>
              <p:cNvSpPr/>
              <p:nvPr/>
            </p:nvSpPr>
            <p:spPr>
              <a:xfrm>
                <a:off x="231997" y="6213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4" name="Oval 1753">
                <a:extLst>
                  <a:ext uri="{FF2B5EF4-FFF2-40B4-BE49-F238E27FC236}">
                    <a16:creationId xmlns:a16="http://schemas.microsoft.com/office/drawing/2014/main" id="{517C3A56-8D07-4E66-C3F1-C607BC1EABC3}"/>
                  </a:ext>
                </a:extLst>
              </p:cNvPr>
              <p:cNvSpPr/>
              <p:nvPr/>
            </p:nvSpPr>
            <p:spPr>
              <a:xfrm>
                <a:off x="184534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5" name="Oval 1754">
                <a:extLst>
                  <a:ext uri="{FF2B5EF4-FFF2-40B4-BE49-F238E27FC236}">
                    <a16:creationId xmlns:a16="http://schemas.microsoft.com/office/drawing/2014/main" id="{97FA9BB8-53E3-19EF-AEAB-008C49B388D0}"/>
                  </a:ext>
                </a:extLst>
              </p:cNvPr>
              <p:cNvSpPr/>
              <p:nvPr/>
            </p:nvSpPr>
            <p:spPr>
              <a:xfrm>
                <a:off x="364592" y="63559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6" name="Oval 1755">
                <a:extLst>
                  <a:ext uri="{FF2B5EF4-FFF2-40B4-BE49-F238E27FC236}">
                    <a16:creationId xmlns:a16="http://schemas.microsoft.com/office/drawing/2014/main" id="{33029DF4-2FB2-DD2D-1B2B-228CA6AD61F0}"/>
                  </a:ext>
                </a:extLst>
              </p:cNvPr>
              <p:cNvSpPr/>
              <p:nvPr/>
            </p:nvSpPr>
            <p:spPr>
              <a:xfrm>
                <a:off x="963378" y="5501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7" name="Oval 1756">
                <a:extLst>
                  <a:ext uri="{FF2B5EF4-FFF2-40B4-BE49-F238E27FC236}">
                    <a16:creationId xmlns:a16="http://schemas.microsoft.com/office/drawing/2014/main" id="{1BF775A0-0067-AEEE-1964-1C49806327F3}"/>
                  </a:ext>
                </a:extLst>
              </p:cNvPr>
              <p:cNvSpPr/>
              <p:nvPr/>
            </p:nvSpPr>
            <p:spPr>
              <a:xfrm>
                <a:off x="447780" y="6297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8" name="Oval 1757">
                <a:extLst>
                  <a:ext uri="{FF2B5EF4-FFF2-40B4-BE49-F238E27FC236}">
                    <a16:creationId xmlns:a16="http://schemas.microsoft.com/office/drawing/2014/main" id="{B4D0D9E0-9054-AA97-472B-3BB3F670A041}"/>
                  </a:ext>
                </a:extLst>
              </p:cNvPr>
              <p:cNvSpPr/>
              <p:nvPr/>
            </p:nvSpPr>
            <p:spPr>
              <a:xfrm>
                <a:off x="195344" y="6127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9" name="Oval 1758">
                <a:extLst>
                  <a:ext uri="{FF2B5EF4-FFF2-40B4-BE49-F238E27FC236}">
                    <a16:creationId xmlns:a16="http://schemas.microsoft.com/office/drawing/2014/main" id="{3452031A-94BD-381F-7798-862531C37FC9}"/>
                  </a:ext>
                </a:extLst>
              </p:cNvPr>
              <p:cNvSpPr/>
              <p:nvPr/>
            </p:nvSpPr>
            <p:spPr>
              <a:xfrm>
                <a:off x="434520" y="60852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0" name="Oval 1759">
                <a:extLst>
                  <a:ext uri="{FF2B5EF4-FFF2-40B4-BE49-F238E27FC236}">
                    <a16:creationId xmlns:a16="http://schemas.microsoft.com/office/drawing/2014/main" id="{D9504EF6-843A-1911-96A2-AFB19C7A7455}"/>
                  </a:ext>
                </a:extLst>
              </p:cNvPr>
              <p:cNvSpPr/>
              <p:nvPr/>
            </p:nvSpPr>
            <p:spPr>
              <a:xfrm>
                <a:off x="321435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1" name="Oval 1760">
                <a:extLst>
                  <a:ext uri="{FF2B5EF4-FFF2-40B4-BE49-F238E27FC236}">
                    <a16:creationId xmlns:a16="http://schemas.microsoft.com/office/drawing/2014/main" id="{75210458-ADE8-EB3C-EE89-48B387830813}"/>
                  </a:ext>
                </a:extLst>
              </p:cNvPr>
              <p:cNvSpPr/>
              <p:nvPr/>
            </p:nvSpPr>
            <p:spPr>
              <a:xfrm>
                <a:off x="428102" y="5945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2" name="Oval 1761">
                <a:extLst>
                  <a:ext uri="{FF2B5EF4-FFF2-40B4-BE49-F238E27FC236}">
                    <a16:creationId xmlns:a16="http://schemas.microsoft.com/office/drawing/2014/main" id="{8FF3F77E-28C2-3BC7-CDD7-9199E53EBD92}"/>
                  </a:ext>
                </a:extLst>
              </p:cNvPr>
              <p:cNvSpPr/>
              <p:nvPr/>
            </p:nvSpPr>
            <p:spPr>
              <a:xfrm>
                <a:off x="356400" y="63319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3" name="Oval 1762">
                <a:extLst>
                  <a:ext uri="{FF2B5EF4-FFF2-40B4-BE49-F238E27FC236}">
                    <a16:creationId xmlns:a16="http://schemas.microsoft.com/office/drawing/2014/main" id="{98CB4384-0E45-89B4-1CA1-C3587109BDF2}"/>
                  </a:ext>
                </a:extLst>
              </p:cNvPr>
              <p:cNvSpPr/>
              <p:nvPr/>
            </p:nvSpPr>
            <p:spPr>
              <a:xfrm>
                <a:off x="306233" y="6173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4" name="Oval 1763">
                <a:extLst>
                  <a:ext uri="{FF2B5EF4-FFF2-40B4-BE49-F238E27FC236}">
                    <a16:creationId xmlns:a16="http://schemas.microsoft.com/office/drawing/2014/main" id="{136E0CDD-35BB-5853-1AAE-9060C7A3AC0F}"/>
                  </a:ext>
                </a:extLst>
              </p:cNvPr>
              <p:cNvSpPr/>
              <p:nvPr/>
            </p:nvSpPr>
            <p:spPr>
              <a:xfrm>
                <a:off x="282670" y="6284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5" name="Oval 1764">
                <a:extLst>
                  <a:ext uri="{FF2B5EF4-FFF2-40B4-BE49-F238E27FC236}">
                    <a16:creationId xmlns:a16="http://schemas.microsoft.com/office/drawing/2014/main" id="{3F83F0C0-A158-F323-7E09-CE7C1626105E}"/>
                  </a:ext>
                </a:extLst>
              </p:cNvPr>
              <p:cNvSpPr/>
              <p:nvPr/>
            </p:nvSpPr>
            <p:spPr>
              <a:xfrm>
                <a:off x="282839" y="63562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6" name="Oval 1765">
                <a:extLst>
                  <a:ext uri="{FF2B5EF4-FFF2-40B4-BE49-F238E27FC236}">
                    <a16:creationId xmlns:a16="http://schemas.microsoft.com/office/drawing/2014/main" id="{0C042446-EB08-6899-E2FF-4FADD5EA1703}"/>
                  </a:ext>
                </a:extLst>
              </p:cNvPr>
              <p:cNvSpPr/>
              <p:nvPr/>
            </p:nvSpPr>
            <p:spPr>
              <a:xfrm>
                <a:off x="422612" y="6266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7" name="Oval 1766">
                <a:extLst>
                  <a:ext uri="{FF2B5EF4-FFF2-40B4-BE49-F238E27FC236}">
                    <a16:creationId xmlns:a16="http://schemas.microsoft.com/office/drawing/2014/main" id="{CB8686A0-51B1-81AE-412E-9A6B87500A3F}"/>
                  </a:ext>
                </a:extLst>
              </p:cNvPr>
              <p:cNvSpPr/>
              <p:nvPr/>
            </p:nvSpPr>
            <p:spPr>
              <a:xfrm>
                <a:off x="159619" y="6010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8" name="Oval 1767">
                <a:extLst>
                  <a:ext uri="{FF2B5EF4-FFF2-40B4-BE49-F238E27FC236}">
                    <a16:creationId xmlns:a16="http://schemas.microsoft.com/office/drawing/2014/main" id="{CB70CDE3-B478-626E-C961-49DC2A08ED2E}"/>
                  </a:ext>
                </a:extLst>
              </p:cNvPr>
              <p:cNvSpPr/>
              <p:nvPr/>
            </p:nvSpPr>
            <p:spPr>
              <a:xfrm>
                <a:off x="356146" y="6136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9" name="Oval 1768">
                <a:extLst>
                  <a:ext uri="{FF2B5EF4-FFF2-40B4-BE49-F238E27FC236}">
                    <a16:creationId xmlns:a16="http://schemas.microsoft.com/office/drawing/2014/main" id="{EC8A6A3E-B225-649F-D96F-0DDAE4B394B8}"/>
                  </a:ext>
                </a:extLst>
              </p:cNvPr>
              <p:cNvSpPr/>
              <p:nvPr/>
            </p:nvSpPr>
            <p:spPr>
              <a:xfrm>
                <a:off x="100585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0" name="Oval 1769">
                <a:extLst>
                  <a:ext uri="{FF2B5EF4-FFF2-40B4-BE49-F238E27FC236}">
                    <a16:creationId xmlns:a16="http://schemas.microsoft.com/office/drawing/2014/main" id="{2D4FE757-61A6-7E49-4D1C-622B87E1B5DA}"/>
                  </a:ext>
                </a:extLst>
              </p:cNvPr>
              <p:cNvSpPr/>
              <p:nvPr/>
            </p:nvSpPr>
            <p:spPr>
              <a:xfrm>
                <a:off x="540089" y="607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1" name="Oval 1770">
                <a:extLst>
                  <a:ext uri="{FF2B5EF4-FFF2-40B4-BE49-F238E27FC236}">
                    <a16:creationId xmlns:a16="http://schemas.microsoft.com/office/drawing/2014/main" id="{A02C4DFB-29A4-E9DF-6ABE-E87274F67FE6}"/>
                  </a:ext>
                </a:extLst>
              </p:cNvPr>
              <p:cNvSpPr/>
              <p:nvPr/>
            </p:nvSpPr>
            <p:spPr>
              <a:xfrm>
                <a:off x="50250" y="597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2" name="Oval 1771">
                <a:extLst>
                  <a:ext uri="{FF2B5EF4-FFF2-40B4-BE49-F238E27FC236}">
                    <a16:creationId xmlns:a16="http://schemas.microsoft.com/office/drawing/2014/main" id="{F466971E-88C3-2D92-AF6F-70BD3C3A9155}"/>
                  </a:ext>
                </a:extLst>
              </p:cNvPr>
              <p:cNvSpPr/>
              <p:nvPr/>
            </p:nvSpPr>
            <p:spPr>
              <a:xfrm>
                <a:off x="965067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3" name="Oval 1772">
                <a:extLst>
                  <a:ext uri="{FF2B5EF4-FFF2-40B4-BE49-F238E27FC236}">
                    <a16:creationId xmlns:a16="http://schemas.microsoft.com/office/drawing/2014/main" id="{27E26AFB-F4AC-E0A3-A77A-7DEB9C308CC9}"/>
                  </a:ext>
                </a:extLst>
              </p:cNvPr>
              <p:cNvSpPr/>
              <p:nvPr/>
            </p:nvSpPr>
            <p:spPr>
              <a:xfrm>
                <a:off x="420585" y="637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4" name="Oval 1773">
                <a:extLst>
                  <a:ext uri="{FF2B5EF4-FFF2-40B4-BE49-F238E27FC236}">
                    <a16:creationId xmlns:a16="http://schemas.microsoft.com/office/drawing/2014/main" id="{9128CDFE-FE57-D853-F1D6-E48EEDF05EB7}"/>
                  </a:ext>
                </a:extLst>
              </p:cNvPr>
              <p:cNvSpPr/>
              <p:nvPr/>
            </p:nvSpPr>
            <p:spPr>
              <a:xfrm>
                <a:off x="482829" y="61791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5" name="Oval 1774">
                <a:extLst>
                  <a:ext uri="{FF2B5EF4-FFF2-40B4-BE49-F238E27FC236}">
                    <a16:creationId xmlns:a16="http://schemas.microsoft.com/office/drawing/2014/main" id="{2800504E-701D-7C41-B0DD-B88F79CC3247}"/>
                  </a:ext>
                </a:extLst>
              </p:cNvPr>
              <p:cNvSpPr/>
              <p:nvPr/>
            </p:nvSpPr>
            <p:spPr>
              <a:xfrm>
                <a:off x="88677" y="5978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6" name="Oval 1775">
                <a:extLst>
                  <a:ext uri="{FF2B5EF4-FFF2-40B4-BE49-F238E27FC236}">
                    <a16:creationId xmlns:a16="http://schemas.microsoft.com/office/drawing/2014/main" id="{6CCB0BAB-E43D-CDB3-0DE5-2566F40E83EE}"/>
                  </a:ext>
                </a:extLst>
              </p:cNvPr>
              <p:cNvSpPr/>
              <p:nvPr/>
            </p:nvSpPr>
            <p:spPr>
              <a:xfrm>
                <a:off x="293987" y="61242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7" name="Oval 1776">
                <a:extLst>
                  <a:ext uri="{FF2B5EF4-FFF2-40B4-BE49-F238E27FC236}">
                    <a16:creationId xmlns:a16="http://schemas.microsoft.com/office/drawing/2014/main" id="{48A2B30E-6ED3-0385-0EF0-DE0D980D925C}"/>
                  </a:ext>
                </a:extLst>
              </p:cNvPr>
              <p:cNvSpPr/>
              <p:nvPr/>
            </p:nvSpPr>
            <p:spPr>
              <a:xfrm>
                <a:off x="351755" y="5888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8" name="Oval 1777">
                <a:extLst>
                  <a:ext uri="{FF2B5EF4-FFF2-40B4-BE49-F238E27FC236}">
                    <a16:creationId xmlns:a16="http://schemas.microsoft.com/office/drawing/2014/main" id="{DB2FA6B2-9D0C-1833-C52C-DEDE4252E829}"/>
                  </a:ext>
                </a:extLst>
              </p:cNvPr>
              <p:cNvSpPr/>
              <p:nvPr/>
            </p:nvSpPr>
            <p:spPr>
              <a:xfrm>
                <a:off x="319324" y="63655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0F13B119-0522-C62F-AAB0-5E01397C3F54}"/>
                  </a:ext>
                </a:extLst>
              </p:cNvPr>
              <p:cNvSpPr/>
              <p:nvPr/>
            </p:nvSpPr>
            <p:spPr>
              <a:xfrm>
                <a:off x="486038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0" name="Oval 1779">
                <a:extLst>
                  <a:ext uri="{FF2B5EF4-FFF2-40B4-BE49-F238E27FC236}">
                    <a16:creationId xmlns:a16="http://schemas.microsoft.com/office/drawing/2014/main" id="{E0CAB970-3AC5-38EF-D6EB-2DB58EE04CB6}"/>
                  </a:ext>
                </a:extLst>
              </p:cNvPr>
              <p:cNvSpPr/>
              <p:nvPr/>
            </p:nvSpPr>
            <p:spPr>
              <a:xfrm>
                <a:off x="163420" y="61261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1" name="Oval 1780">
                <a:extLst>
                  <a:ext uri="{FF2B5EF4-FFF2-40B4-BE49-F238E27FC236}">
                    <a16:creationId xmlns:a16="http://schemas.microsoft.com/office/drawing/2014/main" id="{3FC75170-44B8-3A8B-5756-F665A27FD8C1}"/>
                  </a:ext>
                </a:extLst>
              </p:cNvPr>
              <p:cNvSpPr/>
              <p:nvPr/>
            </p:nvSpPr>
            <p:spPr>
              <a:xfrm>
                <a:off x="977819" y="54972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2" name="Oval 1781">
                <a:extLst>
                  <a:ext uri="{FF2B5EF4-FFF2-40B4-BE49-F238E27FC236}">
                    <a16:creationId xmlns:a16="http://schemas.microsoft.com/office/drawing/2014/main" id="{8E522A7F-DB65-F787-E3DD-33EED9328F09}"/>
                  </a:ext>
                </a:extLst>
              </p:cNvPr>
              <p:cNvSpPr/>
              <p:nvPr/>
            </p:nvSpPr>
            <p:spPr>
              <a:xfrm>
                <a:off x="408255" y="63596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3" name="Oval 1782">
                <a:extLst>
                  <a:ext uri="{FF2B5EF4-FFF2-40B4-BE49-F238E27FC236}">
                    <a16:creationId xmlns:a16="http://schemas.microsoft.com/office/drawing/2014/main" id="{2B9FB920-AF2F-2489-A1CD-65D5C2E9EDF8}"/>
                  </a:ext>
                </a:extLst>
              </p:cNvPr>
              <p:cNvSpPr/>
              <p:nvPr/>
            </p:nvSpPr>
            <p:spPr>
              <a:xfrm>
                <a:off x="943531" y="550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4" name="Oval 1783">
                <a:extLst>
                  <a:ext uri="{FF2B5EF4-FFF2-40B4-BE49-F238E27FC236}">
                    <a16:creationId xmlns:a16="http://schemas.microsoft.com/office/drawing/2014/main" id="{F494AB8A-1882-573E-D33A-454E8E6A7896}"/>
                  </a:ext>
                </a:extLst>
              </p:cNvPr>
              <p:cNvSpPr/>
              <p:nvPr/>
            </p:nvSpPr>
            <p:spPr>
              <a:xfrm>
                <a:off x="571084" y="62596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5" name="Oval 1784">
                <a:extLst>
                  <a:ext uri="{FF2B5EF4-FFF2-40B4-BE49-F238E27FC236}">
                    <a16:creationId xmlns:a16="http://schemas.microsoft.com/office/drawing/2014/main" id="{CDD38395-CB4A-8A14-969B-BBFE88247E91}"/>
                  </a:ext>
                </a:extLst>
              </p:cNvPr>
              <p:cNvSpPr/>
              <p:nvPr/>
            </p:nvSpPr>
            <p:spPr>
              <a:xfrm>
                <a:off x="185378" y="61602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6" name="Oval 1785">
                <a:extLst>
                  <a:ext uri="{FF2B5EF4-FFF2-40B4-BE49-F238E27FC236}">
                    <a16:creationId xmlns:a16="http://schemas.microsoft.com/office/drawing/2014/main" id="{5CE81023-7FEA-29B0-5CC5-E4B63844D5DA}"/>
                  </a:ext>
                </a:extLst>
              </p:cNvPr>
              <p:cNvSpPr/>
              <p:nvPr/>
            </p:nvSpPr>
            <p:spPr>
              <a:xfrm>
                <a:off x="214600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7" name="Oval 1786">
                <a:extLst>
                  <a:ext uri="{FF2B5EF4-FFF2-40B4-BE49-F238E27FC236}">
                    <a16:creationId xmlns:a16="http://schemas.microsoft.com/office/drawing/2014/main" id="{D7BC2FAF-D7F4-16FE-8E29-B23DC38B7898}"/>
                  </a:ext>
                </a:extLst>
              </p:cNvPr>
              <p:cNvSpPr/>
              <p:nvPr/>
            </p:nvSpPr>
            <p:spPr>
              <a:xfrm>
                <a:off x="270002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8" name="Oval 1787">
                <a:extLst>
                  <a:ext uri="{FF2B5EF4-FFF2-40B4-BE49-F238E27FC236}">
                    <a16:creationId xmlns:a16="http://schemas.microsoft.com/office/drawing/2014/main" id="{4B4ECE3B-00CA-8010-DA2B-EF4539CAAE1A}"/>
                  </a:ext>
                </a:extLst>
              </p:cNvPr>
              <p:cNvSpPr/>
              <p:nvPr/>
            </p:nvSpPr>
            <p:spPr>
              <a:xfrm>
                <a:off x="347025" y="6116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89" name="Oval 1788">
                <a:extLst>
                  <a:ext uri="{FF2B5EF4-FFF2-40B4-BE49-F238E27FC236}">
                    <a16:creationId xmlns:a16="http://schemas.microsoft.com/office/drawing/2014/main" id="{D98C4CE7-40BE-5191-F653-919CCBD63A80}"/>
                  </a:ext>
                </a:extLst>
              </p:cNvPr>
              <p:cNvSpPr/>
              <p:nvPr/>
            </p:nvSpPr>
            <p:spPr>
              <a:xfrm>
                <a:off x="962449" y="56617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0" name="Oval 1789">
                <a:extLst>
                  <a:ext uri="{FF2B5EF4-FFF2-40B4-BE49-F238E27FC236}">
                    <a16:creationId xmlns:a16="http://schemas.microsoft.com/office/drawing/2014/main" id="{E33E9870-AD9F-C003-BD9D-FB945777F821}"/>
                  </a:ext>
                </a:extLst>
              </p:cNvPr>
              <p:cNvSpPr/>
              <p:nvPr/>
            </p:nvSpPr>
            <p:spPr>
              <a:xfrm>
                <a:off x="427849" y="59584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1" name="Oval 1790">
                <a:extLst>
                  <a:ext uri="{FF2B5EF4-FFF2-40B4-BE49-F238E27FC236}">
                    <a16:creationId xmlns:a16="http://schemas.microsoft.com/office/drawing/2014/main" id="{A62347EF-3A20-3276-6322-285FD003F66B}"/>
                  </a:ext>
                </a:extLst>
              </p:cNvPr>
              <p:cNvSpPr/>
              <p:nvPr/>
            </p:nvSpPr>
            <p:spPr>
              <a:xfrm>
                <a:off x="337482" y="63804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2" name="Oval 1791">
                <a:extLst>
                  <a:ext uri="{FF2B5EF4-FFF2-40B4-BE49-F238E27FC236}">
                    <a16:creationId xmlns:a16="http://schemas.microsoft.com/office/drawing/2014/main" id="{F299238F-AAEF-106A-25EE-FD5328AF78D9}"/>
                  </a:ext>
                </a:extLst>
              </p:cNvPr>
              <p:cNvSpPr/>
              <p:nvPr/>
            </p:nvSpPr>
            <p:spPr>
              <a:xfrm>
                <a:off x="205479" y="61491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3" name="Oval 1792">
                <a:extLst>
                  <a:ext uri="{FF2B5EF4-FFF2-40B4-BE49-F238E27FC236}">
                    <a16:creationId xmlns:a16="http://schemas.microsoft.com/office/drawing/2014/main" id="{DEDB4C4E-C079-C99A-3DE6-D831A1FAB573}"/>
                  </a:ext>
                </a:extLst>
              </p:cNvPr>
              <p:cNvSpPr/>
              <p:nvPr/>
            </p:nvSpPr>
            <p:spPr>
              <a:xfrm>
                <a:off x="106244" y="5989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4" name="Oval 1793">
                <a:extLst>
                  <a:ext uri="{FF2B5EF4-FFF2-40B4-BE49-F238E27FC236}">
                    <a16:creationId xmlns:a16="http://schemas.microsoft.com/office/drawing/2014/main" id="{584DC12C-5FCE-9542-E0ED-2551F6BCFD69}"/>
                  </a:ext>
                </a:extLst>
              </p:cNvPr>
              <p:cNvSpPr/>
              <p:nvPr/>
            </p:nvSpPr>
            <p:spPr>
              <a:xfrm>
                <a:off x="433507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5" name="Oval 1794">
                <a:extLst>
                  <a:ext uri="{FF2B5EF4-FFF2-40B4-BE49-F238E27FC236}">
                    <a16:creationId xmlns:a16="http://schemas.microsoft.com/office/drawing/2014/main" id="{16981B93-4ADF-6FA8-9100-147CCC0BB01E}"/>
                  </a:ext>
                </a:extLst>
              </p:cNvPr>
              <p:cNvSpPr/>
              <p:nvPr/>
            </p:nvSpPr>
            <p:spPr>
              <a:xfrm>
                <a:off x="397276" y="6252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6" name="Oval 1795">
                <a:extLst>
                  <a:ext uri="{FF2B5EF4-FFF2-40B4-BE49-F238E27FC236}">
                    <a16:creationId xmlns:a16="http://schemas.microsoft.com/office/drawing/2014/main" id="{EEE31517-2077-AB0E-84D0-B33F8AB36307}"/>
                  </a:ext>
                </a:extLst>
              </p:cNvPr>
              <p:cNvSpPr/>
              <p:nvPr/>
            </p:nvSpPr>
            <p:spPr>
              <a:xfrm>
                <a:off x="428017" y="63563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7" name="Oval 1796">
                <a:extLst>
                  <a:ext uri="{FF2B5EF4-FFF2-40B4-BE49-F238E27FC236}">
                    <a16:creationId xmlns:a16="http://schemas.microsoft.com/office/drawing/2014/main" id="{10A21DB0-8338-4177-77A7-A64D47D3C5F9}"/>
                  </a:ext>
                </a:extLst>
              </p:cNvPr>
              <p:cNvSpPr/>
              <p:nvPr/>
            </p:nvSpPr>
            <p:spPr>
              <a:xfrm>
                <a:off x="955017" y="5493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8" name="Oval 1797">
                <a:extLst>
                  <a:ext uri="{FF2B5EF4-FFF2-40B4-BE49-F238E27FC236}">
                    <a16:creationId xmlns:a16="http://schemas.microsoft.com/office/drawing/2014/main" id="{84E94696-0B3C-5A85-D044-96A7953C91D0}"/>
                  </a:ext>
                </a:extLst>
              </p:cNvPr>
              <p:cNvSpPr/>
              <p:nvPr/>
            </p:nvSpPr>
            <p:spPr>
              <a:xfrm>
                <a:off x="177693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9" name="Oval 1798">
                <a:extLst>
                  <a:ext uri="{FF2B5EF4-FFF2-40B4-BE49-F238E27FC236}">
                    <a16:creationId xmlns:a16="http://schemas.microsoft.com/office/drawing/2014/main" id="{F77E1A00-5DFB-B000-CABE-0DE6DB6E9667}"/>
                  </a:ext>
                </a:extLst>
              </p:cNvPr>
              <p:cNvSpPr/>
              <p:nvPr/>
            </p:nvSpPr>
            <p:spPr>
              <a:xfrm>
                <a:off x="975117" y="55902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0" name="Oval 1799">
                <a:extLst>
                  <a:ext uri="{FF2B5EF4-FFF2-40B4-BE49-F238E27FC236}">
                    <a16:creationId xmlns:a16="http://schemas.microsoft.com/office/drawing/2014/main" id="{0AA7CDF1-DE05-BEFF-E2AE-D8D78968702D}"/>
                  </a:ext>
                </a:extLst>
              </p:cNvPr>
              <p:cNvSpPr/>
              <p:nvPr/>
            </p:nvSpPr>
            <p:spPr>
              <a:xfrm>
                <a:off x="682058" y="5231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1" name="Oval 1800">
                <a:extLst>
                  <a:ext uri="{FF2B5EF4-FFF2-40B4-BE49-F238E27FC236}">
                    <a16:creationId xmlns:a16="http://schemas.microsoft.com/office/drawing/2014/main" id="{52076747-9FE6-09F1-0D69-595B6917904A}"/>
                  </a:ext>
                </a:extLst>
              </p:cNvPr>
              <p:cNvSpPr/>
              <p:nvPr/>
            </p:nvSpPr>
            <p:spPr>
              <a:xfrm>
                <a:off x="295676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2" name="Oval 1801">
                <a:extLst>
                  <a:ext uri="{FF2B5EF4-FFF2-40B4-BE49-F238E27FC236}">
                    <a16:creationId xmlns:a16="http://schemas.microsoft.com/office/drawing/2014/main" id="{185075C5-9931-5240-5AA8-B47DFFA3AC5F}"/>
                  </a:ext>
                </a:extLst>
              </p:cNvPr>
              <p:cNvSpPr/>
              <p:nvPr/>
            </p:nvSpPr>
            <p:spPr>
              <a:xfrm>
                <a:off x="962280" y="55009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3" name="Oval 1802">
                <a:extLst>
                  <a:ext uri="{FF2B5EF4-FFF2-40B4-BE49-F238E27FC236}">
                    <a16:creationId xmlns:a16="http://schemas.microsoft.com/office/drawing/2014/main" id="{64250C33-F971-1AEF-7A32-545EC37A3ACA}"/>
                  </a:ext>
                </a:extLst>
              </p:cNvPr>
              <p:cNvSpPr/>
              <p:nvPr/>
            </p:nvSpPr>
            <p:spPr>
              <a:xfrm>
                <a:off x="224565" y="61187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4" name="Oval 1803">
                <a:extLst>
                  <a:ext uri="{FF2B5EF4-FFF2-40B4-BE49-F238E27FC236}">
                    <a16:creationId xmlns:a16="http://schemas.microsoft.com/office/drawing/2014/main" id="{9D613C8F-EA20-30A9-99A6-6568D3981FE7}"/>
                  </a:ext>
                </a:extLst>
              </p:cNvPr>
              <p:cNvSpPr/>
              <p:nvPr/>
            </p:nvSpPr>
            <p:spPr>
              <a:xfrm>
                <a:off x="924359" y="5553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5" name="Oval 1804">
                <a:extLst>
                  <a:ext uri="{FF2B5EF4-FFF2-40B4-BE49-F238E27FC236}">
                    <a16:creationId xmlns:a16="http://schemas.microsoft.com/office/drawing/2014/main" id="{C4BD15E0-A225-1294-2A30-F5D9ED9066B8}"/>
                  </a:ext>
                </a:extLst>
              </p:cNvPr>
              <p:cNvSpPr/>
              <p:nvPr/>
            </p:nvSpPr>
            <p:spPr>
              <a:xfrm>
                <a:off x="470921" y="6294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6" name="Oval 1805">
                <a:extLst>
                  <a:ext uri="{FF2B5EF4-FFF2-40B4-BE49-F238E27FC236}">
                    <a16:creationId xmlns:a16="http://schemas.microsoft.com/office/drawing/2014/main" id="{869860C8-1B84-58E0-580B-5D071BD05056}"/>
                  </a:ext>
                </a:extLst>
              </p:cNvPr>
              <p:cNvSpPr/>
              <p:nvPr/>
            </p:nvSpPr>
            <p:spPr>
              <a:xfrm>
                <a:off x="922248" y="54811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7" name="Oval 1806">
                <a:extLst>
                  <a:ext uri="{FF2B5EF4-FFF2-40B4-BE49-F238E27FC236}">
                    <a16:creationId xmlns:a16="http://schemas.microsoft.com/office/drawing/2014/main" id="{1A401DCE-B724-3962-8AC9-F12C9BF7D392}"/>
                  </a:ext>
                </a:extLst>
              </p:cNvPr>
              <p:cNvSpPr/>
              <p:nvPr/>
            </p:nvSpPr>
            <p:spPr>
              <a:xfrm>
                <a:off x="241203" y="61348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8" name="Oval 1807">
                <a:extLst>
                  <a:ext uri="{FF2B5EF4-FFF2-40B4-BE49-F238E27FC236}">
                    <a16:creationId xmlns:a16="http://schemas.microsoft.com/office/drawing/2014/main" id="{201314B8-AADF-A02B-A76B-510041525059}"/>
                  </a:ext>
                </a:extLst>
              </p:cNvPr>
              <p:cNvSpPr/>
              <p:nvPr/>
            </p:nvSpPr>
            <p:spPr>
              <a:xfrm>
                <a:off x="943108" y="5556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09" name="Oval 1808">
                <a:extLst>
                  <a:ext uri="{FF2B5EF4-FFF2-40B4-BE49-F238E27FC236}">
                    <a16:creationId xmlns:a16="http://schemas.microsoft.com/office/drawing/2014/main" id="{2D18CC34-8F98-7747-D8A8-5303CB6E2F86}"/>
                  </a:ext>
                </a:extLst>
              </p:cNvPr>
              <p:cNvSpPr/>
              <p:nvPr/>
            </p:nvSpPr>
            <p:spPr>
              <a:xfrm>
                <a:off x="227183" y="6062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0" name="Oval 1809">
                <a:extLst>
                  <a:ext uri="{FF2B5EF4-FFF2-40B4-BE49-F238E27FC236}">
                    <a16:creationId xmlns:a16="http://schemas.microsoft.com/office/drawing/2014/main" id="{DB19237B-22EF-68AB-82DD-C9765A2E7BEC}"/>
                  </a:ext>
                </a:extLst>
              </p:cNvPr>
              <p:cNvSpPr/>
              <p:nvPr/>
            </p:nvSpPr>
            <p:spPr>
              <a:xfrm>
                <a:off x="300490" y="6386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1" name="Oval 1810">
                <a:extLst>
                  <a:ext uri="{FF2B5EF4-FFF2-40B4-BE49-F238E27FC236}">
                    <a16:creationId xmlns:a16="http://schemas.microsoft.com/office/drawing/2014/main" id="{BBF29085-5920-FB6C-4A86-B497D0ADFE38}"/>
                  </a:ext>
                </a:extLst>
              </p:cNvPr>
              <p:cNvSpPr/>
              <p:nvPr/>
            </p:nvSpPr>
            <p:spPr>
              <a:xfrm>
                <a:off x="364845" y="63032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2" name="Oval 1811">
                <a:extLst>
                  <a:ext uri="{FF2B5EF4-FFF2-40B4-BE49-F238E27FC236}">
                    <a16:creationId xmlns:a16="http://schemas.microsoft.com/office/drawing/2014/main" id="{DA09208E-C6FC-892B-F586-700AD647FE46}"/>
                  </a:ext>
                </a:extLst>
              </p:cNvPr>
              <p:cNvSpPr/>
              <p:nvPr/>
            </p:nvSpPr>
            <p:spPr>
              <a:xfrm>
                <a:off x="78543" y="5972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3" name="Oval 1812">
                <a:extLst>
                  <a:ext uri="{FF2B5EF4-FFF2-40B4-BE49-F238E27FC236}">
                    <a16:creationId xmlns:a16="http://schemas.microsoft.com/office/drawing/2014/main" id="{0B7DA7CF-F1CA-8A39-1A51-C70956DA0A96}"/>
                  </a:ext>
                </a:extLst>
              </p:cNvPr>
              <p:cNvSpPr/>
              <p:nvPr/>
            </p:nvSpPr>
            <p:spPr>
              <a:xfrm>
                <a:off x="437561" y="6196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4" name="Oval 1813">
                <a:extLst>
                  <a:ext uri="{FF2B5EF4-FFF2-40B4-BE49-F238E27FC236}">
                    <a16:creationId xmlns:a16="http://schemas.microsoft.com/office/drawing/2014/main" id="{A852EC28-5275-A247-13E9-4464E3B1803F}"/>
                  </a:ext>
                </a:extLst>
              </p:cNvPr>
              <p:cNvSpPr/>
              <p:nvPr/>
            </p:nvSpPr>
            <p:spPr>
              <a:xfrm>
                <a:off x="902739" y="5603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5" name="Oval 1814">
                <a:extLst>
                  <a:ext uri="{FF2B5EF4-FFF2-40B4-BE49-F238E27FC236}">
                    <a16:creationId xmlns:a16="http://schemas.microsoft.com/office/drawing/2014/main" id="{1E49944B-5238-2E8B-2329-3EC43A3DD2B6}"/>
                  </a:ext>
                </a:extLst>
              </p:cNvPr>
              <p:cNvSpPr/>
              <p:nvPr/>
            </p:nvSpPr>
            <p:spPr>
              <a:xfrm>
                <a:off x="136394" y="600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6" name="Oval 1815">
                <a:extLst>
                  <a:ext uri="{FF2B5EF4-FFF2-40B4-BE49-F238E27FC236}">
                    <a16:creationId xmlns:a16="http://schemas.microsoft.com/office/drawing/2014/main" id="{F46E4F86-36C2-2877-862C-02A6A9115723}"/>
                  </a:ext>
                </a:extLst>
              </p:cNvPr>
              <p:cNvSpPr/>
              <p:nvPr/>
            </p:nvSpPr>
            <p:spPr>
              <a:xfrm>
                <a:off x="332414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7" name="Oval 1816">
                <a:extLst>
                  <a:ext uri="{FF2B5EF4-FFF2-40B4-BE49-F238E27FC236}">
                    <a16:creationId xmlns:a16="http://schemas.microsoft.com/office/drawing/2014/main" id="{29317E93-18E8-7FD3-458F-86CC366723C8}"/>
                  </a:ext>
                </a:extLst>
              </p:cNvPr>
              <p:cNvSpPr/>
              <p:nvPr/>
            </p:nvSpPr>
            <p:spPr>
              <a:xfrm>
                <a:off x="1007548" y="550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8" name="Oval 1817">
                <a:extLst>
                  <a:ext uri="{FF2B5EF4-FFF2-40B4-BE49-F238E27FC236}">
                    <a16:creationId xmlns:a16="http://schemas.microsoft.com/office/drawing/2014/main" id="{90DAA9B8-BD74-8123-D95B-DEF79787FF8E}"/>
                  </a:ext>
                </a:extLst>
              </p:cNvPr>
              <p:cNvSpPr/>
              <p:nvPr/>
            </p:nvSpPr>
            <p:spPr>
              <a:xfrm>
                <a:off x="906371" y="554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9" name="Oval 1818">
                <a:extLst>
                  <a:ext uri="{FF2B5EF4-FFF2-40B4-BE49-F238E27FC236}">
                    <a16:creationId xmlns:a16="http://schemas.microsoft.com/office/drawing/2014/main" id="{5761E87B-C0BE-8F25-8231-15C46845B645}"/>
                  </a:ext>
                </a:extLst>
              </p:cNvPr>
              <p:cNvSpPr/>
              <p:nvPr/>
            </p:nvSpPr>
            <p:spPr>
              <a:xfrm>
                <a:off x="311301" y="639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0" name="Oval 1819">
                <a:extLst>
                  <a:ext uri="{FF2B5EF4-FFF2-40B4-BE49-F238E27FC236}">
                    <a16:creationId xmlns:a16="http://schemas.microsoft.com/office/drawing/2014/main" id="{A10EB6B9-A383-8D60-4017-DCE6061E1C4D}"/>
                  </a:ext>
                </a:extLst>
              </p:cNvPr>
              <p:cNvSpPr/>
              <p:nvPr/>
            </p:nvSpPr>
            <p:spPr>
              <a:xfrm>
                <a:off x="337735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1" name="Oval 1820">
                <a:extLst>
                  <a:ext uri="{FF2B5EF4-FFF2-40B4-BE49-F238E27FC236}">
                    <a16:creationId xmlns:a16="http://schemas.microsoft.com/office/drawing/2014/main" id="{75A17F01-C77C-1FF3-F07E-E662B5DABA8C}"/>
                  </a:ext>
                </a:extLst>
              </p:cNvPr>
              <p:cNvSpPr/>
              <p:nvPr/>
            </p:nvSpPr>
            <p:spPr>
              <a:xfrm>
                <a:off x="437392" y="63129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2" name="Oval 1821">
                <a:extLst>
                  <a:ext uri="{FF2B5EF4-FFF2-40B4-BE49-F238E27FC236}">
                    <a16:creationId xmlns:a16="http://schemas.microsoft.com/office/drawing/2014/main" id="{64368849-6467-7619-6A76-5F08B7548980}"/>
                  </a:ext>
                </a:extLst>
              </p:cNvPr>
              <p:cNvSpPr/>
              <p:nvPr/>
            </p:nvSpPr>
            <p:spPr>
              <a:xfrm>
                <a:off x="310625" y="62993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3" name="Oval 1822">
                <a:extLst>
                  <a:ext uri="{FF2B5EF4-FFF2-40B4-BE49-F238E27FC236}">
                    <a16:creationId xmlns:a16="http://schemas.microsoft.com/office/drawing/2014/main" id="{92C5BD69-23EA-D8F4-02E0-195E2FC1AB16}"/>
                  </a:ext>
                </a:extLst>
              </p:cNvPr>
              <p:cNvSpPr/>
              <p:nvPr/>
            </p:nvSpPr>
            <p:spPr>
              <a:xfrm>
                <a:off x="443050" y="63206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4" name="Oval 1823">
                <a:extLst>
                  <a:ext uri="{FF2B5EF4-FFF2-40B4-BE49-F238E27FC236}">
                    <a16:creationId xmlns:a16="http://schemas.microsoft.com/office/drawing/2014/main" id="{683A3151-7032-DEBD-14D1-CA04C4963814}"/>
                  </a:ext>
                </a:extLst>
              </p:cNvPr>
              <p:cNvSpPr/>
              <p:nvPr/>
            </p:nvSpPr>
            <p:spPr>
              <a:xfrm>
                <a:off x="191797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5" name="Oval 1824">
                <a:extLst>
                  <a:ext uri="{FF2B5EF4-FFF2-40B4-BE49-F238E27FC236}">
                    <a16:creationId xmlns:a16="http://schemas.microsoft.com/office/drawing/2014/main" id="{65CE0784-A4D8-6FBC-8741-5473C6BB46E0}"/>
                  </a:ext>
                </a:extLst>
              </p:cNvPr>
              <p:cNvSpPr/>
              <p:nvPr/>
            </p:nvSpPr>
            <p:spPr>
              <a:xfrm>
                <a:off x="141377" y="5969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6" name="Oval 1825">
                <a:extLst>
                  <a:ext uri="{FF2B5EF4-FFF2-40B4-BE49-F238E27FC236}">
                    <a16:creationId xmlns:a16="http://schemas.microsoft.com/office/drawing/2014/main" id="{FFFB7BC9-2836-8675-8706-A6DFD6101487}"/>
                  </a:ext>
                </a:extLst>
              </p:cNvPr>
              <p:cNvSpPr/>
              <p:nvPr/>
            </p:nvSpPr>
            <p:spPr>
              <a:xfrm>
                <a:off x="2589474" y="8386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7" name="Oval 1826">
                <a:extLst>
                  <a:ext uri="{FF2B5EF4-FFF2-40B4-BE49-F238E27FC236}">
                    <a16:creationId xmlns:a16="http://schemas.microsoft.com/office/drawing/2014/main" id="{74A84022-184B-FFE2-EBA2-E7428141EC7E}"/>
                  </a:ext>
                </a:extLst>
              </p:cNvPr>
              <p:cNvSpPr/>
              <p:nvPr/>
            </p:nvSpPr>
            <p:spPr>
              <a:xfrm>
                <a:off x="407579" y="60817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8" name="Oval 1827">
                <a:extLst>
                  <a:ext uri="{FF2B5EF4-FFF2-40B4-BE49-F238E27FC236}">
                    <a16:creationId xmlns:a16="http://schemas.microsoft.com/office/drawing/2014/main" id="{4FDCB316-7496-8D6D-5292-A9708E635124}"/>
                  </a:ext>
                </a:extLst>
              </p:cNvPr>
              <p:cNvSpPr/>
              <p:nvPr/>
            </p:nvSpPr>
            <p:spPr>
              <a:xfrm>
                <a:off x="481055" y="6153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9" name="Oval 1828">
                <a:extLst>
                  <a:ext uri="{FF2B5EF4-FFF2-40B4-BE49-F238E27FC236}">
                    <a16:creationId xmlns:a16="http://schemas.microsoft.com/office/drawing/2014/main" id="{0870501C-BAD6-E717-558F-77440F39135C}"/>
                  </a:ext>
                </a:extLst>
              </p:cNvPr>
              <p:cNvSpPr/>
              <p:nvPr/>
            </p:nvSpPr>
            <p:spPr>
              <a:xfrm>
                <a:off x="358342" y="6389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0" name="Oval 1829">
                <a:extLst>
                  <a:ext uri="{FF2B5EF4-FFF2-40B4-BE49-F238E27FC236}">
                    <a16:creationId xmlns:a16="http://schemas.microsoft.com/office/drawing/2014/main" id="{ADEFD17B-A6E5-B065-101A-317B50420A14}"/>
                  </a:ext>
                </a:extLst>
              </p:cNvPr>
              <p:cNvSpPr/>
              <p:nvPr/>
            </p:nvSpPr>
            <p:spPr>
              <a:xfrm>
                <a:off x="681214" y="640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1" name="Oval 1830">
                <a:extLst>
                  <a:ext uri="{FF2B5EF4-FFF2-40B4-BE49-F238E27FC236}">
                    <a16:creationId xmlns:a16="http://schemas.microsoft.com/office/drawing/2014/main" id="{D5A22295-1839-F128-264F-BBC66368FE16}"/>
                  </a:ext>
                </a:extLst>
              </p:cNvPr>
              <p:cNvSpPr/>
              <p:nvPr/>
            </p:nvSpPr>
            <p:spPr>
              <a:xfrm>
                <a:off x="320422" y="62245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2" name="Oval 1831">
                <a:extLst>
                  <a:ext uri="{FF2B5EF4-FFF2-40B4-BE49-F238E27FC236}">
                    <a16:creationId xmlns:a16="http://schemas.microsoft.com/office/drawing/2014/main" id="{5543EF58-A698-3B89-6921-2C0588E30E1F}"/>
                  </a:ext>
                </a:extLst>
              </p:cNvPr>
              <p:cNvSpPr/>
              <p:nvPr/>
            </p:nvSpPr>
            <p:spPr>
              <a:xfrm>
                <a:off x="374557" y="63541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3" name="Oval 1832">
                <a:extLst>
                  <a:ext uri="{FF2B5EF4-FFF2-40B4-BE49-F238E27FC236}">
                    <a16:creationId xmlns:a16="http://schemas.microsoft.com/office/drawing/2014/main" id="{27799E0F-481D-5D2B-EB51-C913C1079A7D}"/>
                  </a:ext>
                </a:extLst>
              </p:cNvPr>
              <p:cNvSpPr/>
              <p:nvPr/>
            </p:nvSpPr>
            <p:spPr>
              <a:xfrm>
                <a:off x="407917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4" name="Oval 1833">
                <a:extLst>
                  <a:ext uri="{FF2B5EF4-FFF2-40B4-BE49-F238E27FC236}">
                    <a16:creationId xmlns:a16="http://schemas.microsoft.com/office/drawing/2014/main" id="{F63E9642-20D3-6D1E-5192-61A03C376681}"/>
                  </a:ext>
                </a:extLst>
              </p:cNvPr>
              <p:cNvSpPr/>
              <p:nvPr/>
            </p:nvSpPr>
            <p:spPr>
              <a:xfrm>
                <a:off x="107849" y="6013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5" name="Oval 1834">
                <a:extLst>
                  <a:ext uri="{FF2B5EF4-FFF2-40B4-BE49-F238E27FC236}">
                    <a16:creationId xmlns:a16="http://schemas.microsoft.com/office/drawing/2014/main" id="{0F69518C-1690-9D30-D18C-6D544BAD86ED}"/>
                  </a:ext>
                </a:extLst>
              </p:cNvPr>
              <p:cNvSpPr/>
              <p:nvPr/>
            </p:nvSpPr>
            <p:spPr>
              <a:xfrm>
                <a:off x="142728" y="5995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6" name="Oval 1835">
                <a:extLst>
                  <a:ext uri="{FF2B5EF4-FFF2-40B4-BE49-F238E27FC236}">
                    <a16:creationId xmlns:a16="http://schemas.microsoft.com/office/drawing/2014/main" id="{F41F4B46-1704-1699-0F8C-B699CCAD0766}"/>
                  </a:ext>
                </a:extLst>
              </p:cNvPr>
              <p:cNvSpPr/>
              <p:nvPr/>
            </p:nvSpPr>
            <p:spPr>
              <a:xfrm>
                <a:off x="192304" y="6173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7" name="Oval 1836">
                <a:extLst>
                  <a:ext uri="{FF2B5EF4-FFF2-40B4-BE49-F238E27FC236}">
                    <a16:creationId xmlns:a16="http://schemas.microsoft.com/office/drawing/2014/main" id="{9FC38530-419D-C884-4F27-011DD7BDB13E}"/>
                  </a:ext>
                </a:extLst>
              </p:cNvPr>
              <p:cNvSpPr/>
              <p:nvPr/>
            </p:nvSpPr>
            <p:spPr>
              <a:xfrm>
                <a:off x="353444" y="62754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8" name="Oval 1837">
                <a:extLst>
                  <a:ext uri="{FF2B5EF4-FFF2-40B4-BE49-F238E27FC236}">
                    <a16:creationId xmlns:a16="http://schemas.microsoft.com/office/drawing/2014/main" id="{476AC803-8127-0A4A-EB1F-5C6AAF8852A2}"/>
                  </a:ext>
                </a:extLst>
              </p:cNvPr>
              <p:cNvSpPr/>
              <p:nvPr/>
            </p:nvSpPr>
            <p:spPr>
              <a:xfrm>
                <a:off x="465515" y="6139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9" name="Oval 1838">
                <a:extLst>
                  <a:ext uri="{FF2B5EF4-FFF2-40B4-BE49-F238E27FC236}">
                    <a16:creationId xmlns:a16="http://schemas.microsoft.com/office/drawing/2014/main" id="{F6A48291-92FE-50C3-E866-13F3556D0C85}"/>
                  </a:ext>
                </a:extLst>
              </p:cNvPr>
              <p:cNvSpPr/>
              <p:nvPr/>
            </p:nvSpPr>
            <p:spPr>
              <a:xfrm>
                <a:off x="369237" y="6292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0" name="Oval 1839">
                <a:extLst>
                  <a:ext uri="{FF2B5EF4-FFF2-40B4-BE49-F238E27FC236}">
                    <a16:creationId xmlns:a16="http://schemas.microsoft.com/office/drawing/2014/main" id="{4E3A7927-92BA-F243-0CC6-BCEEDA9E6279}"/>
                  </a:ext>
                </a:extLst>
              </p:cNvPr>
              <p:cNvSpPr/>
              <p:nvPr/>
            </p:nvSpPr>
            <p:spPr>
              <a:xfrm>
                <a:off x="107849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1" name="Oval 1840">
                <a:extLst>
                  <a:ext uri="{FF2B5EF4-FFF2-40B4-BE49-F238E27FC236}">
                    <a16:creationId xmlns:a16="http://schemas.microsoft.com/office/drawing/2014/main" id="{3CA4A999-DCB0-1F99-8CB6-594E46CFA488}"/>
                  </a:ext>
                </a:extLst>
              </p:cNvPr>
              <p:cNvSpPr/>
              <p:nvPr/>
            </p:nvSpPr>
            <p:spPr>
              <a:xfrm>
                <a:off x="993781" y="549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2" name="Oval 1841">
                <a:extLst>
                  <a:ext uri="{FF2B5EF4-FFF2-40B4-BE49-F238E27FC236}">
                    <a16:creationId xmlns:a16="http://schemas.microsoft.com/office/drawing/2014/main" id="{CBED6181-4243-9A6A-BE3D-E9A8277438E9}"/>
                  </a:ext>
                </a:extLst>
              </p:cNvPr>
              <p:cNvSpPr/>
              <p:nvPr/>
            </p:nvSpPr>
            <p:spPr>
              <a:xfrm>
                <a:off x="485700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3" name="Oval 1842">
                <a:extLst>
                  <a:ext uri="{FF2B5EF4-FFF2-40B4-BE49-F238E27FC236}">
                    <a16:creationId xmlns:a16="http://schemas.microsoft.com/office/drawing/2014/main" id="{00E9BAAD-055F-7DB7-6D36-5CCD9F550BA6}"/>
                  </a:ext>
                </a:extLst>
              </p:cNvPr>
              <p:cNvSpPr/>
              <p:nvPr/>
            </p:nvSpPr>
            <p:spPr>
              <a:xfrm>
                <a:off x="888044" y="55409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4" name="Oval 1843">
                <a:extLst>
                  <a:ext uri="{FF2B5EF4-FFF2-40B4-BE49-F238E27FC236}">
                    <a16:creationId xmlns:a16="http://schemas.microsoft.com/office/drawing/2014/main" id="{5C6615D1-B220-5E25-E54F-373925FADFF2}"/>
                  </a:ext>
                </a:extLst>
              </p:cNvPr>
              <p:cNvSpPr/>
              <p:nvPr/>
            </p:nvSpPr>
            <p:spPr>
              <a:xfrm>
                <a:off x="310541" y="636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5" name="Oval 1844">
                <a:extLst>
                  <a:ext uri="{FF2B5EF4-FFF2-40B4-BE49-F238E27FC236}">
                    <a16:creationId xmlns:a16="http://schemas.microsoft.com/office/drawing/2014/main" id="{57519CBE-F82D-A82C-1F4D-1240A954779B}"/>
                  </a:ext>
                </a:extLst>
              </p:cNvPr>
              <p:cNvSpPr/>
              <p:nvPr/>
            </p:nvSpPr>
            <p:spPr>
              <a:xfrm>
                <a:off x="578770" y="602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6" name="Oval 1845">
                <a:extLst>
                  <a:ext uri="{FF2B5EF4-FFF2-40B4-BE49-F238E27FC236}">
                    <a16:creationId xmlns:a16="http://schemas.microsoft.com/office/drawing/2014/main" id="{44BDC94E-EAAB-AEC6-2B6F-80E734371C0C}"/>
                  </a:ext>
                </a:extLst>
              </p:cNvPr>
              <p:cNvSpPr/>
              <p:nvPr/>
            </p:nvSpPr>
            <p:spPr>
              <a:xfrm>
                <a:off x="67310" y="6003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7" name="Oval 1846">
                <a:extLst>
                  <a:ext uri="{FF2B5EF4-FFF2-40B4-BE49-F238E27FC236}">
                    <a16:creationId xmlns:a16="http://schemas.microsoft.com/office/drawing/2014/main" id="{C1459D13-24E7-4CCD-59D0-2C24810A5C64}"/>
                  </a:ext>
                </a:extLst>
              </p:cNvPr>
              <p:cNvSpPr/>
              <p:nvPr/>
            </p:nvSpPr>
            <p:spPr>
              <a:xfrm>
                <a:off x="953834" y="5432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8" name="Oval 1847">
                <a:extLst>
                  <a:ext uri="{FF2B5EF4-FFF2-40B4-BE49-F238E27FC236}">
                    <a16:creationId xmlns:a16="http://schemas.microsoft.com/office/drawing/2014/main" id="{3BA76FE5-CA08-391C-0B42-ABE787BC6864}"/>
                  </a:ext>
                </a:extLst>
              </p:cNvPr>
              <p:cNvSpPr/>
              <p:nvPr/>
            </p:nvSpPr>
            <p:spPr>
              <a:xfrm>
                <a:off x="955017" y="561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49" name="Oval 1848">
                <a:extLst>
                  <a:ext uri="{FF2B5EF4-FFF2-40B4-BE49-F238E27FC236}">
                    <a16:creationId xmlns:a16="http://schemas.microsoft.com/office/drawing/2014/main" id="{2EFB8ABB-EB29-3673-A882-3DF68C59F799}"/>
                  </a:ext>
                </a:extLst>
              </p:cNvPr>
              <p:cNvSpPr/>
              <p:nvPr/>
            </p:nvSpPr>
            <p:spPr>
              <a:xfrm>
                <a:off x="258347" y="6038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0" name="Oval 1849">
                <a:extLst>
                  <a:ext uri="{FF2B5EF4-FFF2-40B4-BE49-F238E27FC236}">
                    <a16:creationId xmlns:a16="http://schemas.microsoft.com/office/drawing/2014/main" id="{C4D75324-4064-99D8-C2FB-9C934CC4AE08}"/>
                  </a:ext>
                </a:extLst>
              </p:cNvPr>
              <p:cNvSpPr/>
              <p:nvPr/>
            </p:nvSpPr>
            <p:spPr>
              <a:xfrm>
                <a:off x="179635" y="62086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1" name="Oval 1850">
                <a:extLst>
                  <a:ext uri="{FF2B5EF4-FFF2-40B4-BE49-F238E27FC236}">
                    <a16:creationId xmlns:a16="http://schemas.microsoft.com/office/drawing/2014/main" id="{910644BF-9D01-F52A-FAA8-D0CFCD547077}"/>
                  </a:ext>
                </a:extLst>
              </p:cNvPr>
              <p:cNvSpPr/>
              <p:nvPr/>
            </p:nvSpPr>
            <p:spPr>
              <a:xfrm>
                <a:off x="996231" y="54644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2" name="Oval 1851">
                <a:extLst>
                  <a:ext uri="{FF2B5EF4-FFF2-40B4-BE49-F238E27FC236}">
                    <a16:creationId xmlns:a16="http://schemas.microsoft.com/office/drawing/2014/main" id="{A4FD13C0-B5AB-D38B-7AD7-7B434199A9EF}"/>
                  </a:ext>
                </a:extLst>
              </p:cNvPr>
              <p:cNvSpPr/>
              <p:nvPr/>
            </p:nvSpPr>
            <p:spPr>
              <a:xfrm>
                <a:off x="51517" y="599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3" name="Oval 1852">
                <a:extLst>
                  <a:ext uri="{FF2B5EF4-FFF2-40B4-BE49-F238E27FC236}">
                    <a16:creationId xmlns:a16="http://schemas.microsoft.com/office/drawing/2014/main" id="{326A24CF-4674-53A3-8AC5-B57650B237AD}"/>
                  </a:ext>
                </a:extLst>
              </p:cNvPr>
              <p:cNvSpPr/>
              <p:nvPr/>
            </p:nvSpPr>
            <p:spPr>
              <a:xfrm>
                <a:off x="207421" y="61686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4" name="Oval 1853">
                <a:extLst>
                  <a:ext uri="{FF2B5EF4-FFF2-40B4-BE49-F238E27FC236}">
                    <a16:creationId xmlns:a16="http://schemas.microsoft.com/office/drawing/2014/main" id="{B1EC8F19-4FDF-C920-BC3F-B8A18533D0BB}"/>
                  </a:ext>
                </a:extLst>
              </p:cNvPr>
              <p:cNvSpPr/>
              <p:nvPr/>
            </p:nvSpPr>
            <p:spPr>
              <a:xfrm>
                <a:off x="974357" y="5472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5" name="Oval 1854">
                <a:extLst>
                  <a:ext uri="{FF2B5EF4-FFF2-40B4-BE49-F238E27FC236}">
                    <a16:creationId xmlns:a16="http://schemas.microsoft.com/office/drawing/2014/main" id="{87F2202F-5927-E943-46B3-7A8C964FE9DF}"/>
                  </a:ext>
                </a:extLst>
              </p:cNvPr>
              <p:cNvSpPr/>
              <p:nvPr/>
            </p:nvSpPr>
            <p:spPr>
              <a:xfrm>
                <a:off x="502760" y="62741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6" name="Oval 1855">
                <a:extLst>
                  <a:ext uri="{FF2B5EF4-FFF2-40B4-BE49-F238E27FC236}">
                    <a16:creationId xmlns:a16="http://schemas.microsoft.com/office/drawing/2014/main" id="{E69636BD-9EA7-8B01-F35E-F3D246202876}"/>
                  </a:ext>
                </a:extLst>
              </p:cNvPr>
              <p:cNvSpPr/>
              <p:nvPr/>
            </p:nvSpPr>
            <p:spPr>
              <a:xfrm>
                <a:off x="982887" y="570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7" name="Oval 1856">
                <a:extLst>
                  <a:ext uri="{FF2B5EF4-FFF2-40B4-BE49-F238E27FC236}">
                    <a16:creationId xmlns:a16="http://schemas.microsoft.com/office/drawing/2014/main" id="{C812A739-27EE-B25A-C661-4D769E1D10FA}"/>
                  </a:ext>
                </a:extLst>
              </p:cNvPr>
              <p:cNvSpPr/>
              <p:nvPr/>
            </p:nvSpPr>
            <p:spPr>
              <a:xfrm>
                <a:off x="410029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8" name="Oval 1857">
                <a:extLst>
                  <a:ext uri="{FF2B5EF4-FFF2-40B4-BE49-F238E27FC236}">
                    <a16:creationId xmlns:a16="http://schemas.microsoft.com/office/drawing/2014/main" id="{8F82BA44-AB1C-8D5D-F0D4-1C3D29955DED}"/>
                  </a:ext>
                </a:extLst>
              </p:cNvPr>
              <p:cNvSpPr/>
              <p:nvPr/>
            </p:nvSpPr>
            <p:spPr>
              <a:xfrm>
                <a:off x="227352" y="61800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9" name="Oval 1858">
                <a:extLst>
                  <a:ext uri="{FF2B5EF4-FFF2-40B4-BE49-F238E27FC236}">
                    <a16:creationId xmlns:a16="http://schemas.microsoft.com/office/drawing/2014/main" id="{0BB23206-E3DF-2236-F242-B52057D53388}"/>
                  </a:ext>
                </a:extLst>
              </p:cNvPr>
              <p:cNvSpPr/>
              <p:nvPr/>
            </p:nvSpPr>
            <p:spPr>
              <a:xfrm>
                <a:off x="937703" y="55566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0" name="Oval 1859">
                <a:extLst>
                  <a:ext uri="{FF2B5EF4-FFF2-40B4-BE49-F238E27FC236}">
                    <a16:creationId xmlns:a16="http://schemas.microsoft.com/office/drawing/2014/main" id="{381823B7-6B84-97E9-28D4-D90BCEC9A5D3}"/>
                  </a:ext>
                </a:extLst>
              </p:cNvPr>
              <p:cNvSpPr/>
              <p:nvPr/>
            </p:nvSpPr>
            <p:spPr>
              <a:xfrm>
                <a:off x="986265" y="54835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1" name="Oval 1860">
                <a:extLst>
                  <a:ext uri="{FF2B5EF4-FFF2-40B4-BE49-F238E27FC236}">
                    <a16:creationId xmlns:a16="http://schemas.microsoft.com/office/drawing/2014/main" id="{F92A3962-F247-83B6-1F39-F1318EAEB9E7}"/>
                  </a:ext>
                </a:extLst>
              </p:cNvPr>
              <p:cNvSpPr/>
              <p:nvPr/>
            </p:nvSpPr>
            <p:spPr>
              <a:xfrm>
                <a:off x="430382" y="6263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2" name="Oval 1861">
                <a:extLst>
                  <a:ext uri="{FF2B5EF4-FFF2-40B4-BE49-F238E27FC236}">
                    <a16:creationId xmlns:a16="http://schemas.microsoft.com/office/drawing/2014/main" id="{3060C218-C9F1-86E5-D6CC-F0FEC404C0E1}"/>
                  </a:ext>
                </a:extLst>
              </p:cNvPr>
              <p:cNvSpPr/>
              <p:nvPr/>
            </p:nvSpPr>
            <p:spPr>
              <a:xfrm>
                <a:off x="299561" y="628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3" name="Oval 1862">
                <a:extLst>
                  <a:ext uri="{FF2B5EF4-FFF2-40B4-BE49-F238E27FC236}">
                    <a16:creationId xmlns:a16="http://schemas.microsoft.com/office/drawing/2014/main" id="{52C5C46C-51E2-9505-BFB9-20A78B196416}"/>
                  </a:ext>
                </a:extLst>
              </p:cNvPr>
              <p:cNvSpPr/>
              <p:nvPr/>
            </p:nvSpPr>
            <p:spPr>
              <a:xfrm>
                <a:off x="447358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4" name="Oval 1863">
                <a:extLst>
                  <a:ext uri="{FF2B5EF4-FFF2-40B4-BE49-F238E27FC236}">
                    <a16:creationId xmlns:a16="http://schemas.microsoft.com/office/drawing/2014/main" id="{47124E67-7908-D489-C33D-7DF8604AD808}"/>
                  </a:ext>
                </a:extLst>
              </p:cNvPr>
              <p:cNvSpPr/>
              <p:nvPr/>
            </p:nvSpPr>
            <p:spPr>
              <a:xfrm>
                <a:off x="950456" y="54947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5" name="Oval 1864">
                <a:extLst>
                  <a:ext uri="{FF2B5EF4-FFF2-40B4-BE49-F238E27FC236}">
                    <a16:creationId xmlns:a16="http://schemas.microsoft.com/office/drawing/2014/main" id="{AA0AE26C-BCA5-7950-6223-B4F11BA821CE}"/>
                  </a:ext>
                </a:extLst>
              </p:cNvPr>
              <p:cNvSpPr/>
              <p:nvPr/>
            </p:nvSpPr>
            <p:spPr>
              <a:xfrm>
                <a:off x="437814" y="5879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6" name="Oval 1865">
                <a:extLst>
                  <a:ext uri="{FF2B5EF4-FFF2-40B4-BE49-F238E27FC236}">
                    <a16:creationId xmlns:a16="http://schemas.microsoft.com/office/drawing/2014/main" id="{0B509E0C-8CD5-9131-ACA8-0ABC34064144}"/>
                  </a:ext>
                </a:extLst>
              </p:cNvPr>
              <p:cNvSpPr/>
              <p:nvPr/>
            </p:nvSpPr>
            <p:spPr>
              <a:xfrm>
                <a:off x="274647" y="62475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7" name="Oval 1866">
                <a:extLst>
                  <a:ext uri="{FF2B5EF4-FFF2-40B4-BE49-F238E27FC236}">
                    <a16:creationId xmlns:a16="http://schemas.microsoft.com/office/drawing/2014/main" id="{D4F3C697-B993-7BCC-E078-DBA77901336D}"/>
                  </a:ext>
                </a:extLst>
              </p:cNvPr>
              <p:cNvSpPr/>
              <p:nvPr/>
            </p:nvSpPr>
            <p:spPr>
              <a:xfrm>
                <a:off x="198722" y="6170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8" name="Oval 1867">
                <a:extLst>
                  <a:ext uri="{FF2B5EF4-FFF2-40B4-BE49-F238E27FC236}">
                    <a16:creationId xmlns:a16="http://schemas.microsoft.com/office/drawing/2014/main" id="{FFEC2D69-86BF-1D97-0036-A81409D8B1D7}"/>
                  </a:ext>
                </a:extLst>
              </p:cNvPr>
              <p:cNvSpPr/>
              <p:nvPr/>
            </p:nvSpPr>
            <p:spPr>
              <a:xfrm>
                <a:off x="1097999" y="803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9" name="Oval 1868">
                <a:extLst>
                  <a:ext uri="{FF2B5EF4-FFF2-40B4-BE49-F238E27FC236}">
                    <a16:creationId xmlns:a16="http://schemas.microsoft.com/office/drawing/2014/main" id="{3CF7A65E-573F-8B8E-65A7-253746E7607E}"/>
                  </a:ext>
                </a:extLst>
              </p:cNvPr>
              <p:cNvSpPr/>
              <p:nvPr/>
            </p:nvSpPr>
            <p:spPr>
              <a:xfrm>
                <a:off x="204381" y="6013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0" name="Oval 1869">
                <a:extLst>
                  <a:ext uri="{FF2B5EF4-FFF2-40B4-BE49-F238E27FC236}">
                    <a16:creationId xmlns:a16="http://schemas.microsoft.com/office/drawing/2014/main" id="{5CE8E162-F584-3ED5-824B-E963CACCA21B}"/>
                  </a:ext>
                </a:extLst>
              </p:cNvPr>
              <p:cNvSpPr/>
              <p:nvPr/>
            </p:nvSpPr>
            <p:spPr>
              <a:xfrm>
                <a:off x="81414" y="600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1" name="Oval 1870">
                <a:extLst>
                  <a:ext uri="{FF2B5EF4-FFF2-40B4-BE49-F238E27FC236}">
                    <a16:creationId xmlns:a16="http://schemas.microsoft.com/office/drawing/2014/main" id="{AE6AB1DD-B301-2148-BA1A-3DA703E68CCD}"/>
                  </a:ext>
                </a:extLst>
              </p:cNvPr>
              <p:cNvSpPr/>
              <p:nvPr/>
            </p:nvSpPr>
            <p:spPr>
              <a:xfrm>
                <a:off x="320422" y="6403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2" name="Oval 1871">
                <a:extLst>
                  <a:ext uri="{FF2B5EF4-FFF2-40B4-BE49-F238E27FC236}">
                    <a16:creationId xmlns:a16="http://schemas.microsoft.com/office/drawing/2014/main" id="{8B3DEB5D-58FB-00D5-C2A9-764F74E2D556}"/>
                  </a:ext>
                </a:extLst>
              </p:cNvPr>
              <p:cNvSpPr/>
              <p:nvPr/>
            </p:nvSpPr>
            <p:spPr>
              <a:xfrm>
                <a:off x="276674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3" name="Oval 1872">
                <a:extLst>
                  <a:ext uri="{FF2B5EF4-FFF2-40B4-BE49-F238E27FC236}">
                    <a16:creationId xmlns:a16="http://schemas.microsoft.com/office/drawing/2014/main" id="{D7A179E5-58E4-AF01-184B-AA660C9F345C}"/>
                  </a:ext>
                </a:extLst>
              </p:cNvPr>
              <p:cNvSpPr/>
              <p:nvPr/>
            </p:nvSpPr>
            <p:spPr>
              <a:xfrm>
                <a:off x="995133" y="5516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4" name="Oval 1873">
                <a:extLst>
                  <a:ext uri="{FF2B5EF4-FFF2-40B4-BE49-F238E27FC236}">
                    <a16:creationId xmlns:a16="http://schemas.microsoft.com/office/drawing/2014/main" id="{2F0FA28D-E835-E2DB-2F4E-3B350B6EA8DF}"/>
                  </a:ext>
                </a:extLst>
              </p:cNvPr>
              <p:cNvSpPr/>
              <p:nvPr/>
            </p:nvSpPr>
            <p:spPr>
              <a:xfrm>
                <a:off x="403272" y="63440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5" name="Oval 1874">
                <a:extLst>
                  <a:ext uri="{FF2B5EF4-FFF2-40B4-BE49-F238E27FC236}">
                    <a16:creationId xmlns:a16="http://schemas.microsoft.com/office/drawing/2014/main" id="{6C92AB44-8849-9FC2-0CE6-9BA6C33C1E4C}"/>
                  </a:ext>
                </a:extLst>
              </p:cNvPr>
              <p:cNvSpPr/>
              <p:nvPr/>
            </p:nvSpPr>
            <p:spPr>
              <a:xfrm>
                <a:off x="180649" y="61922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6" name="Oval 1875">
                <a:extLst>
                  <a:ext uri="{FF2B5EF4-FFF2-40B4-BE49-F238E27FC236}">
                    <a16:creationId xmlns:a16="http://schemas.microsoft.com/office/drawing/2014/main" id="{14AD0467-2F5A-7D5A-6A8C-6B14534D852E}"/>
                  </a:ext>
                </a:extLst>
              </p:cNvPr>
              <p:cNvSpPr/>
              <p:nvPr/>
            </p:nvSpPr>
            <p:spPr>
              <a:xfrm>
                <a:off x="389253" y="631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7" name="Oval 1876">
                <a:extLst>
                  <a:ext uri="{FF2B5EF4-FFF2-40B4-BE49-F238E27FC236}">
                    <a16:creationId xmlns:a16="http://schemas.microsoft.com/office/drawing/2014/main" id="{F86121F6-181B-4E31-1BA2-2E5F38187B4A}"/>
                  </a:ext>
                </a:extLst>
              </p:cNvPr>
              <p:cNvSpPr/>
              <p:nvPr/>
            </p:nvSpPr>
            <p:spPr>
              <a:xfrm>
                <a:off x="463235" y="62427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8" name="Oval 1877">
                <a:extLst>
                  <a:ext uri="{FF2B5EF4-FFF2-40B4-BE49-F238E27FC236}">
                    <a16:creationId xmlns:a16="http://schemas.microsoft.com/office/drawing/2014/main" id="{7BD18837-6074-85AA-37D0-3E1AF6931FCD}"/>
                  </a:ext>
                </a:extLst>
              </p:cNvPr>
              <p:cNvSpPr/>
              <p:nvPr/>
            </p:nvSpPr>
            <p:spPr>
              <a:xfrm>
                <a:off x="455888" y="6305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79" name="Oval 1878">
                <a:extLst>
                  <a:ext uri="{FF2B5EF4-FFF2-40B4-BE49-F238E27FC236}">
                    <a16:creationId xmlns:a16="http://schemas.microsoft.com/office/drawing/2014/main" id="{7FD155FE-88CC-D0C1-55C8-F428F57D6A12}"/>
                  </a:ext>
                </a:extLst>
              </p:cNvPr>
              <p:cNvSpPr/>
              <p:nvPr/>
            </p:nvSpPr>
            <p:spPr>
              <a:xfrm>
                <a:off x="508250" y="58284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0" name="Oval 1879">
                <a:extLst>
                  <a:ext uri="{FF2B5EF4-FFF2-40B4-BE49-F238E27FC236}">
                    <a16:creationId xmlns:a16="http://schemas.microsoft.com/office/drawing/2014/main" id="{01F09FCD-9733-4087-0EC6-6961942B6A95}"/>
                  </a:ext>
                </a:extLst>
              </p:cNvPr>
              <p:cNvSpPr/>
              <p:nvPr/>
            </p:nvSpPr>
            <p:spPr>
              <a:xfrm>
                <a:off x="235038" y="61441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1" name="Oval 1880">
                <a:extLst>
                  <a:ext uri="{FF2B5EF4-FFF2-40B4-BE49-F238E27FC236}">
                    <a16:creationId xmlns:a16="http://schemas.microsoft.com/office/drawing/2014/main" id="{6968A16E-2BAD-20AD-61F7-921C8D75D7B2}"/>
                  </a:ext>
                </a:extLst>
              </p:cNvPr>
              <p:cNvSpPr/>
              <p:nvPr/>
            </p:nvSpPr>
            <p:spPr>
              <a:xfrm>
                <a:off x="76854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2" name="Oval 1881">
                <a:extLst>
                  <a:ext uri="{FF2B5EF4-FFF2-40B4-BE49-F238E27FC236}">
                    <a16:creationId xmlns:a16="http://schemas.microsoft.com/office/drawing/2014/main" id="{F13CA304-C12E-4E83-B6C0-C1E6917E34C2}"/>
                  </a:ext>
                </a:extLst>
              </p:cNvPr>
              <p:cNvSpPr/>
              <p:nvPr/>
            </p:nvSpPr>
            <p:spPr>
              <a:xfrm>
                <a:off x="317804" y="62938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3" name="Oval 1882">
                <a:extLst>
                  <a:ext uri="{FF2B5EF4-FFF2-40B4-BE49-F238E27FC236}">
                    <a16:creationId xmlns:a16="http://schemas.microsoft.com/office/drawing/2014/main" id="{4DDA11E5-72CA-0826-D762-6D7D8CF6B5C2}"/>
                  </a:ext>
                </a:extLst>
              </p:cNvPr>
              <p:cNvSpPr/>
              <p:nvPr/>
            </p:nvSpPr>
            <p:spPr>
              <a:xfrm>
                <a:off x="55655" y="59998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4" name="Oval 1883">
                <a:extLst>
                  <a:ext uri="{FF2B5EF4-FFF2-40B4-BE49-F238E27FC236}">
                    <a16:creationId xmlns:a16="http://schemas.microsoft.com/office/drawing/2014/main" id="{4C6A03F5-A75D-CCF7-F91F-4E1B9E5339D5}"/>
                  </a:ext>
                </a:extLst>
              </p:cNvPr>
              <p:cNvSpPr/>
              <p:nvPr/>
            </p:nvSpPr>
            <p:spPr>
              <a:xfrm>
                <a:off x="190192" y="6128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5" name="Oval 1884">
                <a:extLst>
                  <a:ext uri="{FF2B5EF4-FFF2-40B4-BE49-F238E27FC236}">
                    <a16:creationId xmlns:a16="http://schemas.microsoft.com/office/drawing/2014/main" id="{1367FD20-D9CD-BBA1-FD6E-542C6A62645B}"/>
                  </a:ext>
                </a:extLst>
              </p:cNvPr>
              <p:cNvSpPr/>
              <p:nvPr/>
            </p:nvSpPr>
            <p:spPr>
              <a:xfrm>
                <a:off x="205479" y="61206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6" name="Oval 1885">
                <a:extLst>
                  <a:ext uri="{FF2B5EF4-FFF2-40B4-BE49-F238E27FC236}">
                    <a16:creationId xmlns:a16="http://schemas.microsoft.com/office/drawing/2014/main" id="{946404D7-50F4-968D-8548-FD22B8BBD02D}"/>
                  </a:ext>
                </a:extLst>
              </p:cNvPr>
              <p:cNvSpPr/>
              <p:nvPr/>
            </p:nvSpPr>
            <p:spPr>
              <a:xfrm>
                <a:off x="928836" y="5628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7" name="Oval 1886">
                <a:extLst>
                  <a:ext uri="{FF2B5EF4-FFF2-40B4-BE49-F238E27FC236}">
                    <a16:creationId xmlns:a16="http://schemas.microsoft.com/office/drawing/2014/main" id="{25BD5DA0-6501-1B5A-FB1C-1FFDB3EB745E}"/>
                  </a:ext>
                </a:extLst>
              </p:cNvPr>
              <p:cNvSpPr/>
              <p:nvPr/>
            </p:nvSpPr>
            <p:spPr>
              <a:xfrm>
                <a:off x="385199" y="62527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8" name="Oval 1887">
                <a:extLst>
                  <a:ext uri="{FF2B5EF4-FFF2-40B4-BE49-F238E27FC236}">
                    <a16:creationId xmlns:a16="http://schemas.microsoft.com/office/drawing/2014/main" id="{967E4EB8-59D4-E4B9-8EC2-950E31060959}"/>
                  </a:ext>
                </a:extLst>
              </p:cNvPr>
              <p:cNvSpPr/>
              <p:nvPr/>
            </p:nvSpPr>
            <p:spPr>
              <a:xfrm>
                <a:off x="419994" y="623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9" name="Oval 1888">
                <a:extLst>
                  <a:ext uri="{FF2B5EF4-FFF2-40B4-BE49-F238E27FC236}">
                    <a16:creationId xmlns:a16="http://schemas.microsoft.com/office/drawing/2014/main" id="{7175342B-732B-DD90-CB13-541F921CD019}"/>
                  </a:ext>
                </a:extLst>
              </p:cNvPr>
              <p:cNvSpPr/>
              <p:nvPr/>
            </p:nvSpPr>
            <p:spPr>
              <a:xfrm>
                <a:off x="503267" y="6022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0" name="Oval 1889">
                <a:extLst>
                  <a:ext uri="{FF2B5EF4-FFF2-40B4-BE49-F238E27FC236}">
                    <a16:creationId xmlns:a16="http://schemas.microsoft.com/office/drawing/2014/main" id="{B4AA4F92-FFD7-0C2E-0319-41DC4CF1437F}"/>
                  </a:ext>
                </a:extLst>
              </p:cNvPr>
              <p:cNvSpPr/>
              <p:nvPr/>
            </p:nvSpPr>
            <p:spPr>
              <a:xfrm>
                <a:off x="334779" y="6387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1" name="Oval 1890">
                <a:extLst>
                  <a:ext uri="{FF2B5EF4-FFF2-40B4-BE49-F238E27FC236}">
                    <a16:creationId xmlns:a16="http://schemas.microsoft.com/office/drawing/2014/main" id="{61BE626E-F9FE-08AD-C277-38A63CBBBE87}"/>
                  </a:ext>
                </a:extLst>
              </p:cNvPr>
              <p:cNvSpPr/>
              <p:nvPr/>
            </p:nvSpPr>
            <p:spPr>
              <a:xfrm>
                <a:off x="463573" y="623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2" name="Oval 1891">
                <a:extLst>
                  <a:ext uri="{FF2B5EF4-FFF2-40B4-BE49-F238E27FC236}">
                    <a16:creationId xmlns:a16="http://schemas.microsoft.com/office/drawing/2014/main" id="{02A0816D-FB24-7B13-7E44-455446342CE9}"/>
                  </a:ext>
                </a:extLst>
              </p:cNvPr>
              <p:cNvSpPr/>
              <p:nvPr/>
            </p:nvSpPr>
            <p:spPr>
              <a:xfrm>
                <a:off x="495244" y="6114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3" name="Oval 1892">
                <a:extLst>
                  <a:ext uri="{FF2B5EF4-FFF2-40B4-BE49-F238E27FC236}">
                    <a16:creationId xmlns:a16="http://schemas.microsoft.com/office/drawing/2014/main" id="{489EA12C-5A67-F740-4B04-E5E2DBE95618}"/>
                  </a:ext>
                </a:extLst>
              </p:cNvPr>
              <p:cNvSpPr/>
              <p:nvPr/>
            </p:nvSpPr>
            <p:spPr>
              <a:xfrm>
                <a:off x="958141" y="55812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" name="Oval 1893">
                <a:extLst>
                  <a:ext uri="{FF2B5EF4-FFF2-40B4-BE49-F238E27FC236}">
                    <a16:creationId xmlns:a16="http://schemas.microsoft.com/office/drawing/2014/main" id="{F69C938B-5EC5-E9F3-EC08-A0E6CE13F42E}"/>
                  </a:ext>
                </a:extLst>
              </p:cNvPr>
              <p:cNvSpPr/>
              <p:nvPr/>
            </p:nvSpPr>
            <p:spPr>
              <a:xfrm>
                <a:off x="400401" y="6308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" name="Oval 1894">
                <a:extLst>
                  <a:ext uri="{FF2B5EF4-FFF2-40B4-BE49-F238E27FC236}">
                    <a16:creationId xmlns:a16="http://schemas.microsoft.com/office/drawing/2014/main" id="{D03BC7BE-5B3D-BAD1-DCA2-AAE98846DBB4}"/>
                  </a:ext>
                </a:extLst>
              </p:cNvPr>
              <p:cNvSpPr/>
              <p:nvPr/>
            </p:nvSpPr>
            <p:spPr>
              <a:xfrm>
                <a:off x="229295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6" name="Oval 1895">
                <a:extLst>
                  <a:ext uri="{FF2B5EF4-FFF2-40B4-BE49-F238E27FC236}">
                    <a16:creationId xmlns:a16="http://schemas.microsoft.com/office/drawing/2014/main" id="{C86E23C5-B2F7-2A65-22C9-55CFC5C4D0A9}"/>
                  </a:ext>
                </a:extLst>
              </p:cNvPr>
              <p:cNvSpPr/>
              <p:nvPr/>
            </p:nvSpPr>
            <p:spPr>
              <a:xfrm>
                <a:off x="219329" y="61006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7" name="Oval 1896">
                <a:extLst>
                  <a:ext uri="{FF2B5EF4-FFF2-40B4-BE49-F238E27FC236}">
                    <a16:creationId xmlns:a16="http://schemas.microsoft.com/office/drawing/2014/main" id="{2ADB537F-E682-55CD-3A0C-493D7F8E6F52}"/>
                  </a:ext>
                </a:extLst>
              </p:cNvPr>
              <p:cNvSpPr/>
              <p:nvPr/>
            </p:nvSpPr>
            <p:spPr>
              <a:xfrm>
                <a:off x="817693" y="6377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8" name="Oval 1897">
                <a:extLst>
                  <a:ext uri="{FF2B5EF4-FFF2-40B4-BE49-F238E27FC236}">
                    <a16:creationId xmlns:a16="http://schemas.microsoft.com/office/drawing/2014/main" id="{304A5790-D71F-E2E2-791C-1594272A848B}"/>
                  </a:ext>
                </a:extLst>
              </p:cNvPr>
              <p:cNvSpPr/>
              <p:nvPr/>
            </p:nvSpPr>
            <p:spPr>
              <a:xfrm>
                <a:off x="462560" y="5520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9" name="Oval 1898">
                <a:extLst>
                  <a:ext uri="{FF2B5EF4-FFF2-40B4-BE49-F238E27FC236}">
                    <a16:creationId xmlns:a16="http://schemas.microsoft.com/office/drawing/2014/main" id="{EF2A63FA-215A-FDF7-B469-30E4A909E008}"/>
                  </a:ext>
                </a:extLst>
              </p:cNvPr>
              <p:cNvSpPr/>
              <p:nvPr/>
            </p:nvSpPr>
            <p:spPr>
              <a:xfrm>
                <a:off x="60638" y="5998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0" name="Oval 1899">
                <a:extLst>
                  <a:ext uri="{FF2B5EF4-FFF2-40B4-BE49-F238E27FC236}">
                    <a16:creationId xmlns:a16="http://schemas.microsoft.com/office/drawing/2014/main" id="{E80D7E7B-A5D5-4424-6003-E20E34BD2CD6}"/>
                  </a:ext>
                </a:extLst>
              </p:cNvPr>
              <p:cNvSpPr/>
              <p:nvPr/>
            </p:nvSpPr>
            <p:spPr>
              <a:xfrm>
                <a:off x="307331" y="6307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1" name="Oval 1900">
                <a:extLst>
                  <a:ext uri="{FF2B5EF4-FFF2-40B4-BE49-F238E27FC236}">
                    <a16:creationId xmlns:a16="http://schemas.microsoft.com/office/drawing/2014/main" id="{C5C35708-FF7A-64F7-783D-56F09F2616A7}"/>
                  </a:ext>
                </a:extLst>
              </p:cNvPr>
              <p:cNvSpPr/>
              <p:nvPr/>
            </p:nvSpPr>
            <p:spPr>
              <a:xfrm>
                <a:off x="227183" y="6132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2" name="Oval 1901">
                <a:extLst>
                  <a:ext uri="{FF2B5EF4-FFF2-40B4-BE49-F238E27FC236}">
                    <a16:creationId xmlns:a16="http://schemas.microsoft.com/office/drawing/2014/main" id="{F57044CA-716C-4237-46C2-F47D0985BA08}"/>
                  </a:ext>
                </a:extLst>
              </p:cNvPr>
              <p:cNvSpPr/>
              <p:nvPr/>
            </p:nvSpPr>
            <p:spPr>
              <a:xfrm>
                <a:off x="509601" y="55018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3" name="Oval 1902">
                <a:extLst>
                  <a:ext uri="{FF2B5EF4-FFF2-40B4-BE49-F238E27FC236}">
                    <a16:creationId xmlns:a16="http://schemas.microsoft.com/office/drawing/2014/main" id="{02B78FA2-6522-16C7-8A5E-619238B86403}"/>
                  </a:ext>
                </a:extLst>
              </p:cNvPr>
              <p:cNvSpPr/>
              <p:nvPr/>
            </p:nvSpPr>
            <p:spPr>
              <a:xfrm>
                <a:off x="475735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4" name="Oval 1903">
                <a:extLst>
                  <a:ext uri="{FF2B5EF4-FFF2-40B4-BE49-F238E27FC236}">
                    <a16:creationId xmlns:a16="http://schemas.microsoft.com/office/drawing/2014/main" id="{3F24C194-51AA-CA7B-55A2-B1AE901BE0C7}"/>
                  </a:ext>
                </a:extLst>
              </p:cNvPr>
              <p:cNvSpPr/>
              <p:nvPr/>
            </p:nvSpPr>
            <p:spPr>
              <a:xfrm>
                <a:off x="362311" y="6104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5" name="Oval 1904">
                <a:extLst>
                  <a:ext uri="{FF2B5EF4-FFF2-40B4-BE49-F238E27FC236}">
                    <a16:creationId xmlns:a16="http://schemas.microsoft.com/office/drawing/2014/main" id="{1B82A990-C319-3806-4678-0AA52C399684}"/>
                  </a:ext>
                </a:extLst>
              </p:cNvPr>
              <p:cNvSpPr/>
              <p:nvPr/>
            </p:nvSpPr>
            <p:spPr>
              <a:xfrm>
                <a:off x="316959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6" name="Oval 1905">
                <a:extLst>
                  <a:ext uri="{FF2B5EF4-FFF2-40B4-BE49-F238E27FC236}">
                    <a16:creationId xmlns:a16="http://schemas.microsoft.com/office/drawing/2014/main" id="{BCA77A5C-9353-7A01-BFE4-0DF8DE91A50F}"/>
                  </a:ext>
                </a:extLst>
              </p:cNvPr>
              <p:cNvSpPr/>
              <p:nvPr/>
            </p:nvSpPr>
            <p:spPr>
              <a:xfrm>
                <a:off x="283684" y="63173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7" name="Oval 1906">
                <a:extLst>
                  <a:ext uri="{FF2B5EF4-FFF2-40B4-BE49-F238E27FC236}">
                    <a16:creationId xmlns:a16="http://schemas.microsoft.com/office/drawing/2014/main" id="{00566FBA-C4A9-4911-ED15-9242D1A20E0C}"/>
                  </a:ext>
                </a:extLst>
              </p:cNvPr>
              <p:cNvSpPr/>
              <p:nvPr/>
            </p:nvSpPr>
            <p:spPr>
              <a:xfrm>
                <a:off x="949949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8" name="Oval 1907">
                <a:extLst>
                  <a:ext uri="{FF2B5EF4-FFF2-40B4-BE49-F238E27FC236}">
                    <a16:creationId xmlns:a16="http://schemas.microsoft.com/office/drawing/2014/main" id="{23C8C547-2368-6AF4-C483-EA328BF5330F}"/>
                  </a:ext>
                </a:extLst>
              </p:cNvPr>
              <p:cNvSpPr/>
              <p:nvPr/>
            </p:nvSpPr>
            <p:spPr>
              <a:xfrm>
                <a:off x="477846" y="6304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9" name="Oval 1908">
                <a:extLst>
                  <a:ext uri="{FF2B5EF4-FFF2-40B4-BE49-F238E27FC236}">
                    <a16:creationId xmlns:a16="http://schemas.microsoft.com/office/drawing/2014/main" id="{9F4038DA-90AF-FBEA-9E02-6C9C5A2B71B9}"/>
                  </a:ext>
                </a:extLst>
              </p:cNvPr>
              <p:cNvSpPr/>
              <p:nvPr/>
            </p:nvSpPr>
            <p:spPr>
              <a:xfrm>
                <a:off x="186561" y="61697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0" name="Oval 1909">
                <a:extLst>
                  <a:ext uri="{FF2B5EF4-FFF2-40B4-BE49-F238E27FC236}">
                    <a16:creationId xmlns:a16="http://schemas.microsoft.com/office/drawing/2014/main" id="{0AA464BB-09B3-585F-3D7A-93525F55695D}"/>
                  </a:ext>
                </a:extLst>
              </p:cNvPr>
              <p:cNvSpPr/>
              <p:nvPr/>
            </p:nvSpPr>
            <p:spPr>
              <a:xfrm>
                <a:off x="209363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1" name="Oval 1910">
                <a:extLst>
                  <a:ext uri="{FF2B5EF4-FFF2-40B4-BE49-F238E27FC236}">
                    <a16:creationId xmlns:a16="http://schemas.microsoft.com/office/drawing/2014/main" id="{C5391730-3B5E-C81C-34E9-75AE843042ED}"/>
                  </a:ext>
                </a:extLst>
              </p:cNvPr>
              <p:cNvSpPr/>
              <p:nvPr/>
            </p:nvSpPr>
            <p:spPr>
              <a:xfrm>
                <a:off x="349474" y="61413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2" name="Oval 1911">
                <a:extLst>
                  <a:ext uri="{FF2B5EF4-FFF2-40B4-BE49-F238E27FC236}">
                    <a16:creationId xmlns:a16="http://schemas.microsoft.com/office/drawing/2014/main" id="{56169B66-5809-4781-9E77-9E432F0D4904}"/>
                  </a:ext>
                </a:extLst>
              </p:cNvPr>
              <p:cNvSpPr/>
              <p:nvPr/>
            </p:nvSpPr>
            <p:spPr>
              <a:xfrm>
                <a:off x="64608" y="5989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3" name="Oval 1912">
                <a:extLst>
                  <a:ext uri="{FF2B5EF4-FFF2-40B4-BE49-F238E27FC236}">
                    <a16:creationId xmlns:a16="http://schemas.microsoft.com/office/drawing/2014/main" id="{8A8BCC25-A2CC-0BAF-C912-49E18EECB385}"/>
                  </a:ext>
                </a:extLst>
              </p:cNvPr>
              <p:cNvSpPr/>
              <p:nvPr/>
            </p:nvSpPr>
            <p:spPr>
              <a:xfrm>
                <a:off x="416109" y="63271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4" name="Oval 1913">
                <a:extLst>
                  <a:ext uri="{FF2B5EF4-FFF2-40B4-BE49-F238E27FC236}">
                    <a16:creationId xmlns:a16="http://schemas.microsoft.com/office/drawing/2014/main" id="{7E03F617-BFEB-84A9-9AAE-D3CF049643A7}"/>
                  </a:ext>
                </a:extLst>
              </p:cNvPr>
              <p:cNvSpPr/>
              <p:nvPr/>
            </p:nvSpPr>
            <p:spPr>
              <a:xfrm>
                <a:off x="300153" y="630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5" name="Oval 1914">
                <a:extLst>
                  <a:ext uri="{FF2B5EF4-FFF2-40B4-BE49-F238E27FC236}">
                    <a16:creationId xmlns:a16="http://schemas.microsoft.com/office/drawing/2014/main" id="{8C3F6513-2FFE-1F1B-0C87-2CF014AD7536}"/>
                  </a:ext>
                </a:extLst>
              </p:cNvPr>
              <p:cNvSpPr/>
              <p:nvPr/>
            </p:nvSpPr>
            <p:spPr>
              <a:xfrm>
                <a:off x="439841" y="6231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6" name="Oval 1915">
                <a:extLst>
                  <a:ext uri="{FF2B5EF4-FFF2-40B4-BE49-F238E27FC236}">
                    <a16:creationId xmlns:a16="http://schemas.microsoft.com/office/drawing/2014/main" id="{32CD25BA-3B50-4446-AE85-C64E75E48C48}"/>
                  </a:ext>
                </a:extLst>
              </p:cNvPr>
              <p:cNvSpPr/>
              <p:nvPr/>
            </p:nvSpPr>
            <p:spPr>
              <a:xfrm>
                <a:off x="232842" y="61180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7" name="Oval 1916">
                <a:extLst>
                  <a:ext uri="{FF2B5EF4-FFF2-40B4-BE49-F238E27FC236}">
                    <a16:creationId xmlns:a16="http://schemas.microsoft.com/office/drawing/2014/main" id="{B9EE5C9B-C194-0337-4D9B-79AC3D417302}"/>
                  </a:ext>
                </a:extLst>
              </p:cNvPr>
              <p:cNvSpPr/>
              <p:nvPr/>
            </p:nvSpPr>
            <p:spPr>
              <a:xfrm>
                <a:off x="504618" y="61766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8" name="Oval 1917">
                <a:extLst>
                  <a:ext uri="{FF2B5EF4-FFF2-40B4-BE49-F238E27FC236}">
                    <a16:creationId xmlns:a16="http://schemas.microsoft.com/office/drawing/2014/main" id="{97EB3746-9056-EA1C-8718-DACCA7CF09A3}"/>
                  </a:ext>
                </a:extLst>
              </p:cNvPr>
              <p:cNvSpPr/>
              <p:nvPr/>
            </p:nvSpPr>
            <p:spPr>
              <a:xfrm>
                <a:off x="937366" y="54844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19" name="Oval 1918">
                <a:extLst>
                  <a:ext uri="{FF2B5EF4-FFF2-40B4-BE49-F238E27FC236}">
                    <a16:creationId xmlns:a16="http://schemas.microsoft.com/office/drawing/2014/main" id="{A501AB28-3135-BB98-4EC2-66E39C4EC8F0}"/>
                  </a:ext>
                </a:extLst>
              </p:cNvPr>
              <p:cNvSpPr/>
              <p:nvPr/>
            </p:nvSpPr>
            <p:spPr>
              <a:xfrm>
                <a:off x="552589" y="6026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0" name="Oval 1919">
                <a:extLst>
                  <a:ext uri="{FF2B5EF4-FFF2-40B4-BE49-F238E27FC236}">
                    <a16:creationId xmlns:a16="http://schemas.microsoft.com/office/drawing/2014/main" id="{9363B91F-6CF9-7FF7-8BA5-7E5547AC68BE}"/>
                  </a:ext>
                </a:extLst>
              </p:cNvPr>
              <p:cNvSpPr/>
              <p:nvPr/>
            </p:nvSpPr>
            <p:spPr>
              <a:xfrm>
                <a:off x="474890" y="5470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1" name="Oval 1920">
                <a:extLst>
                  <a:ext uri="{FF2B5EF4-FFF2-40B4-BE49-F238E27FC236}">
                    <a16:creationId xmlns:a16="http://schemas.microsoft.com/office/drawing/2014/main" id="{03DF5132-3FA5-712D-8BC5-FCFDCC6F2924}"/>
                  </a:ext>
                </a:extLst>
              </p:cNvPr>
              <p:cNvSpPr/>
              <p:nvPr/>
            </p:nvSpPr>
            <p:spPr>
              <a:xfrm>
                <a:off x="903246" y="56343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2" name="Oval 1921">
                <a:extLst>
                  <a:ext uri="{FF2B5EF4-FFF2-40B4-BE49-F238E27FC236}">
                    <a16:creationId xmlns:a16="http://schemas.microsoft.com/office/drawing/2014/main" id="{4AC0F001-A026-181D-A43F-192BC66F0687}"/>
                  </a:ext>
                </a:extLst>
              </p:cNvPr>
              <p:cNvSpPr/>
              <p:nvPr/>
            </p:nvSpPr>
            <p:spPr>
              <a:xfrm>
                <a:off x="493808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3" name="Oval 1922">
                <a:extLst>
                  <a:ext uri="{FF2B5EF4-FFF2-40B4-BE49-F238E27FC236}">
                    <a16:creationId xmlns:a16="http://schemas.microsoft.com/office/drawing/2014/main" id="{6E91F50C-E5DA-AD34-36EC-D8C912FF37DC}"/>
                  </a:ext>
                </a:extLst>
              </p:cNvPr>
              <p:cNvSpPr/>
              <p:nvPr/>
            </p:nvSpPr>
            <p:spPr>
              <a:xfrm>
                <a:off x="387563" y="6393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4" name="Oval 1923">
                <a:extLst>
                  <a:ext uri="{FF2B5EF4-FFF2-40B4-BE49-F238E27FC236}">
                    <a16:creationId xmlns:a16="http://schemas.microsoft.com/office/drawing/2014/main" id="{A73D1749-6907-E064-5B10-91AF4D07C87B}"/>
                  </a:ext>
                </a:extLst>
              </p:cNvPr>
              <p:cNvSpPr/>
              <p:nvPr/>
            </p:nvSpPr>
            <p:spPr>
              <a:xfrm>
                <a:off x="336975" y="61164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5" name="Oval 1924">
                <a:extLst>
                  <a:ext uri="{FF2B5EF4-FFF2-40B4-BE49-F238E27FC236}">
                    <a16:creationId xmlns:a16="http://schemas.microsoft.com/office/drawing/2014/main" id="{2383EE9F-7D3D-0CDB-5647-9BC3144B882B}"/>
                  </a:ext>
                </a:extLst>
              </p:cNvPr>
              <p:cNvSpPr/>
              <p:nvPr/>
            </p:nvSpPr>
            <p:spPr>
              <a:xfrm>
                <a:off x="76178" y="5983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6" name="Oval 1925">
                <a:extLst>
                  <a:ext uri="{FF2B5EF4-FFF2-40B4-BE49-F238E27FC236}">
                    <a16:creationId xmlns:a16="http://schemas.microsoft.com/office/drawing/2014/main" id="{FA1C0F16-E29A-1F4E-08C5-604938BC2A54}"/>
                  </a:ext>
                </a:extLst>
              </p:cNvPr>
              <p:cNvSpPr/>
              <p:nvPr/>
            </p:nvSpPr>
            <p:spPr>
              <a:xfrm>
                <a:off x="392800" y="59715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7" name="Oval 1926">
                <a:extLst>
                  <a:ext uri="{FF2B5EF4-FFF2-40B4-BE49-F238E27FC236}">
                    <a16:creationId xmlns:a16="http://schemas.microsoft.com/office/drawing/2014/main" id="{6FAB414D-CD08-D3F7-EAA2-2A3B7A6086FB}"/>
                  </a:ext>
                </a:extLst>
              </p:cNvPr>
              <p:cNvSpPr/>
              <p:nvPr/>
            </p:nvSpPr>
            <p:spPr>
              <a:xfrm>
                <a:off x="507574" y="6200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8" name="Oval 1927">
                <a:extLst>
                  <a:ext uri="{FF2B5EF4-FFF2-40B4-BE49-F238E27FC236}">
                    <a16:creationId xmlns:a16="http://schemas.microsoft.com/office/drawing/2014/main" id="{39AB9165-2CBC-862E-2B67-7F05BCACB5E5}"/>
                  </a:ext>
                </a:extLst>
              </p:cNvPr>
              <p:cNvSpPr/>
              <p:nvPr/>
            </p:nvSpPr>
            <p:spPr>
              <a:xfrm>
                <a:off x="57851" y="598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9" name="Oval 1928">
                <a:extLst>
                  <a:ext uri="{FF2B5EF4-FFF2-40B4-BE49-F238E27FC236}">
                    <a16:creationId xmlns:a16="http://schemas.microsoft.com/office/drawing/2014/main" id="{2C94EACA-C39B-F987-6219-C3B3F9A846E3}"/>
                  </a:ext>
                </a:extLst>
              </p:cNvPr>
              <p:cNvSpPr/>
              <p:nvPr/>
            </p:nvSpPr>
            <p:spPr>
              <a:xfrm>
                <a:off x="640844" y="5739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0" name="Oval 1929">
                <a:extLst>
                  <a:ext uri="{FF2B5EF4-FFF2-40B4-BE49-F238E27FC236}">
                    <a16:creationId xmlns:a16="http://schemas.microsoft.com/office/drawing/2014/main" id="{3858F948-256B-4363-7C9A-23B2E4A16807}"/>
                  </a:ext>
                </a:extLst>
              </p:cNvPr>
              <p:cNvSpPr/>
              <p:nvPr/>
            </p:nvSpPr>
            <p:spPr>
              <a:xfrm>
                <a:off x="170852" y="6145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1" name="Oval 1930">
                <a:extLst>
                  <a:ext uri="{FF2B5EF4-FFF2-40B4-BE49-F238E27FC236}">
                    <a16:creationId xmlns:a16="http://schemas.microsoft.com/office/drawing/2014/main" id="{2AABE1F0-FCFF-0EF5-388A-BE7792BE2E34}"/>
                  </a:ext>
                </a:extLst>
              </p:cNvPr>
              <p:cNvSpPr/>
              <p:nvPr/>
            </p:nvSpPr>
            <p:spPr>
              <a:xfrm>
                <a:off x="493808" y="6195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2" name="Oval 1931">
                <a:extLst>
                  <a:ext uri="{FF2B5EF4-FFF2-40B4-BE49-F238E27FC236}">
                    <a16:creationId xmlns:a16="http://schemas.microsoft.com/office/drawing/2014/main" id="{09B0D8DF-5B1A-C8EC-4E35-209C76CF43A9}"/>
                  </a:ext>
                </a:extLst>
              </p:cNvPr>
              <p:cNvSpPr/>
              <p:nvPr/>
            </p:nvSpPr>
            <p:spPr>
              <a:xfrm>
                <a:off x="487643" y="54312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3" name="Oval 1932">
                <a:extLst>
                  <a:ext uri="{FF2B5EF4-FFF2-40B4-BE49-F238E27FC236}">
                    <a16:creationId xmlns:a16="http://schemas.microsoft.com/office/drawing/2014/main" id="{174D7973-D6E9-1B57-8EAD-6C6B7A619E87}"/>
                  </a:ext>
                </a:extLst>
              </p:cNvPr>
              <p:cNvSpPr/>
              <p:nvPr/>
            </p:nvSpPr>
            <p:spPr>
              <a:xfrm>
                <a:off x="392293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4" name="Oval 1933">
                <a:extLst>
                  <a:ext uri="{FF2B5EF4-FFF2-40B4-BE49-F238E27FC236}">
                    <a16:creationId xmlns:a16="http://schemas.microsoft.com/office/drawing/2014/main" id="{F632CC10-C4B5-4878-ACB5-951E32644F39}"/>
                  </a:ext>
                </a:extLst>
              </p:cNvPr>
              <p:cNvSpPr/>
              <p:nvPr/>
            </p:nvSpPr>
            <p:spPr>
              <a:xfrm>
                <a:off x="945304" y="5518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5" name="Oval 1934">
                <a:extLst>
                  <a:ext uri="{FF2B5EF4-FFF2-40B4-BE49-F238E27FC236}">
                    <a16:creationId xmlns:a16="http://schemas.microsoft.com/office/drawing/2014/main" id="{2B6A0AE7-B86A-EB3B-48D9-FF893DDAA133}"/>
                  </a:ext>
                </a:extLst>
              </p:cNvPr>
              <p:cNvSpPr/>
              <p:nvPr/>
            </p:nvSpPr>
            <p:spPr>
              <a:xfrm>
                <a:off x="761699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6" name="Oval 1935">
                <a:extLst>
                  <a:ext uri="{FF2B5EF4-FFF2-40B4-BE49-F238E27FC236}">
                    <a16:creationId xmlns:a16="http://schemas.microsoft.com/office/drawing/2014/main" id="{40EEF0A3-44C7-8B20-449F-69024AD7A3B5}"/>
                  </a:ext>
                </a:extLst>
              </p:cNvPr>
              <p:cNvSpPr/>
              <p:nvPr/>
            </p:nvSpPr>
            <p:spPr>
              <a:xfrm>
                <a:off x="419825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7" name="Oval 1936">
                <a:extLst>
                  <a:ext uri="{FF2B5EF4-FFF2-40B4-BE49-F238E27FC236}">
                    <a16:creationId xmlns:a16="http://schemas.microsoft.com/office/drawing/2014/main" id="{D3C4AC14-6863-33E4-B00E-9ECB3E86C506}"/>
                  </a:ext>
                </a:extLst>
              </p:cNvPr>
              <p:cNvSpPr/>
              <p:nvPr/>
            </p:nvSpPr>
            <p:spPr>
              <a:xfrm>
                <a:off x="413998" y="62676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8" name="Oval 1937">
                <a:extLst>
                  <a:ext uri="{FF2B5EF4-FFF2-40B4-BE49-F238E27FC236}">
                    <a16:creationId xmlns:a16="http://schemas.microsoft.com/office/drawing/2014/main" id="{87FEED39-F0BD-9A02-D1C9-3337318C4042}"/>
                  </a:ext>
                </a:extLst>
              </p:cNvPr>
              <p:cNvSpPr/>
              <p:nvPr/>
            </p:nvSpPr>
            <p:spPr>
              <a:xfrm>
                <a:off x="934747" y="5483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9" name="Oval 1938">
                <a:extLst>
                  <a:ext uri="{FF2B5EF4-FFF2-40B4-BE49-F238E27FC236}">
                    <a16:creationId xmlns:a16="http://schemas.microsoft.com/office/drawing/2014/main" id="{1E8CECC1-8303-2187-0113-C26808625658}"/>
                  </a:ext>
                </a:extLst>
              </p:cNvPr>
              <p:cNvSpPr/>
              <p:nvPr/>
            </p:nvSpPr>
            <p:spPr>
              <a:xfrm>
                <a:off x="975032" y="550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0" name="Oval 1939">
                <a:extLst>
                  <a:ext uri="{FF2B5EF4-FFF2-40B4-BE49-F238E27FC236}">
                    <a16:creationId xmlns:a16="http://schemas.microsoft.com/office/drawing/2014/main" id="{16752924-F183-2BC5-5697-A66B37ECF4C4}"/>
                  </a:ext>
                </a:extLst>
              </p:cNvPr>
              <p:cNvSpPr/>
              <p:nvPr/>
            </p:nvSpPr>
            <p:spPr>
              <a:xfrm>
                <a:off x="109453" y="600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1" name="Oval 1940">
                <a:extLst>
                  <a:ext uri="{FF2B5EF4-FFF2-40B4-BE49-F238E27FC236}">
                    <a16:creationId xmlns:a16="http://schemas.microsoft.com/office/drawing/2014/main" id="{BCE0A60C-E9A5-CF0C-8536-790D194381ED}"/>
                  </a:ext>
                </a:extLst>
              </p:cNvPr>
              <p:cNvSpPr/>
              <p:nvPr/>
            </p:nvSpPr>
            <p:spPr>
              <a:xfrm>
                <a:off x="411802" y="62473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2" name="Oval 1941">
                <a:extLst>
                  <a:ext uri="{FF2B5EF4-FFF2-40B4-BE49-F238E27FC236}">
                    <a16:creationId xmlns:a16="http://schemas.microsoft.com/office/drawing/2014/main" id="{2E505E41-A9C4-DFF8-BF9D-069B3899A1AF}"/>
                  </a:ext>
                </a:extLst>
              </p:cNvPr>
              <p:cNvSpPr/>
              <p:nvPr/>
            </p:nvSpPr>
            <p:spPr>
              <a:xfrm>
                <a:off x="58696" y="59901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3" name="Oval 1942">
                <a:extLst>
                  <a:ext uri="{FF2B5EF4-FFF2-40B4-BE49-F238E27FC236}">
                    <a16:creationId xmlns:a16="http://schemas.microsoft.com/office/drawing/2014/main" id="{FDF63544-4673-E2AE-427D-85FC852D8661}"/>
                  </a:ext>
                </a:extLst>
              </p:cNvPr>
              <p:cNvSpPr/>
              <p:nvPr/>
            </p:nvSpPr>
            <p:spPr>
              <a:xfrm>
                <a:off x="942602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4" name="Oval 1943">
                <a:extLst>
                  <a:ext uri="{FF2B5EF4-FFF2-40B4-BE49-F238E27FC236}">
                    <a16:creationId xmlns:a16="http://schemas.microsoft.com/office/drawing/2014/main" id="{F5FCB7B2-FCB4-2F6E-768A-B3D05645955C}"/>
                  </a:ext>
                </a:extLst>
              </p:cNvPr>
              <p:cNvSpPr/>
              <p:nvPr/>
            </p:nvSpPr>
            <p:spPr>
              <a:xfrm>
                <a:off x="435027" y="607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5" name="Oval 1944">
                <a:extLst>
                  <a:ext uri="{FF2B5EF4-FFF2-40B4-BE49-F238E27FC236}">
                    <a16:creationId xmlns:a16="http://schemas.microsoft.com/office/drawing/2014/main" id="{95288413-EE85-6403-2057-DC22F6AE34F7}"/>
                  </a:ext>
                </a:extLst>
              </p:cNvPr>
              <p:cNvSpPr/>
              <p:nvPr/>
            </p:nvSpPr>
            <p:spPr>
              <a:xfrm>
                <a:off x="468725" y="62804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6" name="Oval 1945">
                <a:extLst>
                  <a:ext uri="{FF2B5EF4-FFF2-40B4-BE49-F238E27FC236}">
                    <a16:creationId xmlns:a16="http://schemas.microsoft.com/office/drawing/2014/main" id="{918C62F6-CF73-B9B7-8875-59D988E5B923}"/>
                  </a:ext>
                </a:extLst>
              </p:cNvPr>
              <p:cNvSpPr/>
              <p:nvPr/>
            </p:nvSpPr>
            <p:spPr>
              <a:xfrm>
                <a:off x="965911" y="5505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7" name="Oval 1946">
                <a:extLst>
                  <a:ext uri="{FF2B5EF4-FFF2-40B4-BE49-F238E27FC236}">
                    <a16:creationId xmlns:a16="http://schemas.microsoft.com/office/drawing/2014/main" id="{F4F40407-F7FC-E5AF-CEAF-AE28CF099EAD}"/>
                  </a:ext>
                </a:extLst>
              </p:cNvPr>
              <p:cNvSpPr/>
              <p:nvPr/>
            </p:nvSpPr>
            <p:spPr>
              <a:xfrm>
                <a:off x="274140" y="635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8" name="Oval 1947">
                <a:extLst>
                  <a:ext uri="{FF2B5EF4-FFF2-40B4-BE49-F238E27FC236}">
                    <a16:creationId xmlns:a16="http://schemas.microsoft.com/office/drawing/2014/main" id="{106FC7B2-EF9E-280A-1E0E-7302A381DF40}"/>
                  </a:ext>
                </a:extLst>
              </p:cNvPr>
              <p:cNvSpPr/>
              <p:nvPr/>
            </p:nvSpPr>
            <p:spPr>
              <a:xfrm>
                <a:off x="480126" y="63263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9" name="Oval 1948">
                <a:extLst>
                  <a:ext uri="{FF2B5EF4-FFF2-40B4-BE49-F238E27FC236}">
                    <a16:creationId xmlns:a16="http://schemas.microsoft.com/office/drawing/2014/main" id="{CC026681-836C-FB62-15E4-957E851265BF}"/>
                  </a:ext>
                </a:extLst>
              </p:cNvPr>
              <p:cNvSpPr/>
              <p:nvPr/>
            </p:nvSpPr>
            <p:spPr>
              <a:xfrm>
                <a:off x="212066" y="6182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0" name="Oval 1949">
                <a:extLst>
                  <a:ext uri="{FF2B5EF4-FFF2-40B4-BE49-F238E27FC236}">
                    <a16:creationId xmlns:a16="http://schemas.microsoft.com/office/drawing/2014/main" id="{07981C9E-F310-7CAF-5963-A0DCF4F33AD4}"/>
                  </a:ext>
                </a:extLst>
              </p:cNvPr>
              <p:cNvSpPr/>
              <p:nvPr/>
            </p:nvSpPr>
            <p:spPr>
              <a:xfrm>
                <a:off x="265357" y="6252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1" name="Oval 1950">
                <a:extLst>
                  <a:ext uri="{FF2B5EF4-FFF2-40B4-BE49-F238E27FC236}">
                    <a16:creationId xmlns:a16="http://schemas.microsoft.com/office/drawing/2014/main" id="{0E3F9C8B-2CD1-0757-2B9B-F96F26AF095B}"/>
                  </a:ext>
                </a:extLst>
              </p:cNvPr>
              <p:cNvSpPr/>
              <p:nvPr/>
            </p:nvSpPr>
            <p:spPr>
              <a:xfrm>
                <a:off x="416278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2" name="Oval 1951">
                <a:extLst>
                  <a:ext uri="{FF2B5EF4-FFF2-40B4-BE49-F238E27FC236}">
                    <a16:creationId xmlns:a16="http://schemas.microsoft.com/office/drawing/2014/main" id="{009EAE49-D8E9-21BC-CD2F-226657E14196}"/>
                  </a:ext>
                </a:extLst>
              </p:cNvPr>
              <p:cNvSpPr/>
              <p:nvPr/>
            </p:nvSpPr>
            <p:spPr>
              <a:xfrm>
                <a:off x="326418" y="6055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3" name="Oval 1952">
                <a:extLst>
                  <a:ext uri="{FF2B5EF4-FFF2-40B4-BE49-F238E27FC236}">
                    <a16:creationId xmlns:a16="http://schemas.microsoft.com/office/drawing/2014/main" id="{86825D59-73E0-5B32-5DB6-BD7CFF82FA66}"/>
                  </a:ext>
                </a:extLst>
              </p:cNvPr>
              <p:cNvSpPr/>
              <p:nvPr/>
            </p:nvSpPr>
            <p:spPr>
              <a:xfrm>
                <a:off x="959324" y="54762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4" name="Oval 1953">
                <a:extLst>
                  <a:ext uri="{FF2B5EF4-FFF2-40B4-BE49-F238E27FC236}">
                    <a16:creationId xmlns:a16="http://schemas.microsoft.com/office/drawing/2014/main" id="{42FF4C51-CA50-FFD8-6CB2-BA3CE2D7DCEC}"/>
                  </a:ext>
                </a:extLst>
              </p:cNvPr>
              <p:cNvSpPr/>
              <p:nvPr/>
            </p:nvSpPr>
            <p:spPr>
              <a:xfrm>
                <a:off x="1156611" y="645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5" name="Oval 1954">
                <a:extLst>
                  <a:ext uri="{FF2B5EF4-FFF2-40B4-BE49-F238E27FC236}">
                    <a16:creationId xmlns:a16="http://schemas.microsoft.com/office/drawing/2014/main" id="{E68F46DE-05B3-B41B-AA73-07262B2AC419}"/>
                  </a:ext>
                </a:extLst>
              </p:cNvPr>
              <p:cNvSpPr/>
              <p:nvPr/>
            </p:nvSpPr>
            <p:spPr>
              <a:xfrm>
                <a:off x="293143" y="63386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6" name="Oval 1955">
                <a:extLst>
                  <a:ext uri="{FF2B5EF4-FFF2-40B4-BE49-F238E27FC236}">
                    <a16:creationId xmlns:a16="http://schemas.microsoft.com/office/drawing/2014/main" id="{397203DF-D188-CC5F-8E10-98B7DD39DCEC}"/>
                  </a:ext>
                </a:extLst>
              </p:cNvPr>
              <p:cNvSpPr/>
              <p:nvPr/>
            </p:nvSpPr>
            <p:spPr>
              <a:xfrm>
                <a:off x="205225" y="61576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7" name="Oval 1956">
                <a:extLst>
                  <a:ext uri="{FF2B5EF4-FFF2-40B4-BE49-F238E27FC236}">
                    <a16:creationId xmlns:a16="http://schemas.microsoft.com/office/drawing/2014/main" id="{C834CF93-A752-2472-77DE-CC7DE5D769CB}"/>
                  </a:ext>
                </a:extLst>
              </p:cNvPr>
              <p:cNvSpPr/>
              <p:nvPr/>
            </p:nvSpPr>
            <p:spPr>
              <a:xfrm>
                <a:off x="950878" y="5472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8" name="Oval 1957">
                <a:extLst>
                  <a:ext uri="{FF2B5EF4-FFF2-40B4-BE49-F238E27FC236}">
                    <a16:creationId xmlns:a16="http://schemas.microsoft.com/office/drawing/2014/main" id="{7435BB99-5F7D-F081-97C9-8ADA7DB12B23}"/>
                  </a:ext>
                </a:extLst>
              </p:cNvPr>
              <p:cNvSpPr/>
              <p:nvPr/>
            </p:nvSpPr>
            <p:spPr>
              <a:xfrm>
                <a:off x="214093" y="6241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9" name="Oval 1958">
                <a:extLst>
                  <a:ext uri="{FF2B5EF4-FFF2-40B4-BE49-F238E27FC236}">
                    <a16:creationId xmlns:a16="http://schemas.microsoft.com/office/drawing/2014/main" id="{ACB0486B-9A17-DC1F-6413-C53C2436E984}"/>
                  </a:ext>
                </a:extLst>
              </p:cNvPr>
              <p:cNvSpPr/>
              <p:nvPr/>
            </p:nvSpPr>
            <p:spPr>
              <a:xfrm>
                <a:off x="954425" y="56887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0" name="Oval 1959">
                <a:extLst>
                  <a:ext uri="{FF2B5EF4-FFF2-40B4-BE49-F238E27FC236}">
                    <a16:creationId xmlns:a16="http://schemas.microsoft.com/office/drawing/2014/main" id="{4B8CEB0C-3231-87E0-A3AD-95C148782262}"/>
                  </a:ext>
                </a:extLst>
              </p:cNvPr>
              <p:cNvSpPr/>
              <p:nvPr/>
            </p:nvSpPr>
            <p:spPr>
              <a:xfrm>
                <a:off x="192895" y="61895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1" name="Oval 1960">
                <a:extLst>
                  <a:ext uri="{FF2B5EF4-FFF2-40B4-BE49-F238E27FC236}">
                    <a16:creationId xmlns:a16="http://schemas.microsoft.com/office/drawing/2014/main" id="{44F4CF12-ECF2-C34A-B56C-A4DE660A4BE4}"/>
                  </a:ext>
                </a:extLst>
              </p:cNvPr>
              <p:cNvSpPr/>
              <p:nvPr/>
            </p:nvSpPr>
            <p:spPr>
              <a:xfrm>
                <a:off x="966165" y="5512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2" name="Oval 1961">
                <a:extLst>
                  <a:ext uri="{FF2B5EF4-FFF2-40B4-BE49-F238E27FC236}">
                    <a16:creationId xmlns:a16="http://schemas.microsoft.com/office/drawing/2014/main" id="{8936ED10-AAEE-11B7-E069-C4FE2E7612E9}"/>
                  </a:ext>
                </a:extLst>
              </p:cNvPr>
              <p:cNvSpPr/>
              <p:nvPr/>
            </p:nvSpPr>
            <p:spPr>
              <a:xfrm>
                <a:off x="989052" y="55731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3" name="Oval 1962">
                <a:extLst>
                  <a:ext uri="{FF2B5EF4-FFF2-40B4-BE49-F238E27FC236}">
                    <a16:creationId xmlns:a16="http://schemas.microsoft.com/office/drawing/2014/main" id="{7765A4A5-F317-E11E-0C88-414308703CAA}"/>
                  </a:ext>
                </a:extLst>
              </p:cNvPr>
              <p:cNvSpPr/>
              <p:nvPr/>
            </p:nvSpPr>
            <p:spPr>
              <a:xfrm>
                <a:off x="861778" y="583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4" name="Oval 1963">
                <a:extLst>
                  <a:ext uri="{FF2B5EF4-FFF2-40B4-BE49-F238E27FC236}">
                    <a16:creationId xmlns:a16="http://schemas.microsoft.com/office/drawing/2014/main" id="{3A41729B-52C1-FF31-3BCD-C3B36E67FB85}"/>
                  </a:ext>
                </a:extLst>
              </p:cNvPr>
              <p:cNvSpPr/>
              <p:nvPr/>
            </p:nvSpPr>
            <p:spPr>
              <a:xfrm>
                <a:off x="91718" y="59605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5" name="Oval 1964">
                <a:extLst>
                  <a:ext uri="{FF2B5EF4-FFF2-40B4-BE49-F238E27FC236}">
                    <a16:creationId xmlns:a16="http://schemas.microsoft.com/office/drawing/2014/main" id="{8E246C40-A86B-66FC-6CA0-CD7D70701E2E}"/>
                  </a:ext>
                </a:extLst>
              </p:cNvPr>
              <p:cNvSpPr/>
              <p:nvPr/>
            </p:nvSpPr>
            <p:spPr>
              <a:xfrm>
                <a:off x="480295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6" name="Oval 1965">
                <a:extLst>
                  <a:ext uri="{FF2B5EF4-FFF2-40B4-BE49-F238E27FC236}">
                    <a16:creationId xmlns:a16="http://schemas.microsoft.com/office/drawing/2014/main" id="{AD6B1322-9D6E-1562-6651-A032BF8AA662}"/>
                  </a:ext>
                </a:extLst>
              </p:cNvPr>
              <p:cNvSpPr/>
              <p:nvPr/>
            </p:nvSpPr>
            <p:spPr>
              <a:xfrm>
                <a:off x="939392" y="566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7" name="Oval 1966">
                <a:extLst>
                  <a:ext uri="{FF2B5EF4-FFF2-40B4-BE49-F238E27FC236}">
                    <a16:creationId xmlns:a16="http://schemas.microsoft.com/office/drawing/2014/main" id="{CB908392-BAA1-8548-F013-7637ED53204E}"/>
                  </a:ext>
                </a:extLst>
              </p:cNvPr>
              <p:cNvSpPr/>
              <p:nvPr/>
            </p:nvSpPr>
            <p:spPr>
              <a:xfrm>
                <a:off x="641689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8" name="Oval 1967">
                <a:extLst>
                  <a:ext uri="{FF2B5EF4-FFF2-40B4-BE49-F238E27FC236}">
                    <a16:creationId xmlns:a16="http://schemas.microsoft.com/office/drawing/2014/main" id="{A5334E3D-77A0-6926-C136-F7F56C881FC3}"/>
                  </a:ext>
                </a:extLst>
              </p:cNvPr>
              <p:cNvSpPr/>
              <p:nvPr/>
            </p:nvSpPr>
            <p:spPr>
              <a:xfrm>
                <a:off x="347194" y="62684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9" name="Oval 1968">
                <a:extLst>
                  <a:ext uri="{FF2B5EF4-FFF2-40B4-BE49-F238E27FC236}">
                    <a16:creationId xmlns:a16="http://schemas.microsoft.com/office/drawing/2014/main" id="{C6D7B242-8BC6-4759-CA29-60767E7568D2}"/>
                  </a:ext>
                </a:extLst>
              </p:cNvPr>
              <p:cNvSpPr/>
              <p:nvPr/>
            </p:nvSpPr>
            <p:spPr>
              <a:xfrm>
                <a:off x="375824" y="61663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0" name="Oval 1969">
                <a:extLst>
                  <a:ext uri="{FF2B5EF4-FFF2-40B4-BE49-F238E27FC236}">
                    <a16:creationId xmlns:a16="http://schemas.microsoft.com/office/drawing/2014/main" id="{6242D130-C358-4EBC-6FC5-C00E74DE7523}"/>
                  </a:ext>
                </a:extLst>
              </p:cNvPr>
              <p:cNvSpPr/>
              <p:nvPr/>
            </p:nvSpPr>
            <p:spPr>
              <a:xfrm>
                <a:off x="224143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1" name="Oval 1970">
                <a:extLst>
                  <a:ext uri="{FF2B5EF4-FFF2-40B4-BE49-F238E27FC236}">
                    <a16:creationId xmlns:a16="http://schemas.microsoft.com/office/drawing/2014/main" id="{BC6A51A2-EBB1-E5A9-7CDC-63AFC138E55D}"/>
                  </a:ext>
                </a:extLst>
              </p:cNvPr>
              <p:cNvSpPr/>
              <p:nvPr/>
            </p:nvSpPr>
            <p:spPr>
              <a:xfrm>
                <a:off x="309527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2" name="Oval 1971">
                <a:extLst>
                  <a:ext uri="{FF2B5EF4-FFF2-40B4-BE49-F238E27FC236}">
                    <a16:creationId xmlns:a16="http://schemas.microsoft.com/office/drawing/2014/main" id="{E1C36406-E1E0-0B8A-8130-1D082045560B}"/>
                  </a:ext>
                </a:extLst>
              </p:cNvPr>
              <p:cNvSpPr/>
              <p:nvPr/>
            </p:nvSpPr>
            <p:spPr>
              <a:xfrm>
                <a:off x="955270" y="5538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3" name="Oval 1972">
                <a:extLst>
                  <a:ext uri="{FF2B5EF4-FFF2-40B4-BE49-F238E27FC236}">
                    <a16:creationId xmlns:a16="http://schemas.microsoft.com/office/drawing/2014/main" id="{280B7F62-D54E-060A-FB66-7857BB340BA0}"/>
                  </a:ext>
                </a:extLst>
              </p:cNvPr>
              <p:cNvSpPr/>
              <p:nvPr/>
            </p:nvSpPr>
            <p:spPr>
              <a:xfrm>
                <a:off x="318817" y="63434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4" name="Oval 1973">
                <a:extLst>
                  <a:ext uri="{FF2B5EF4-FFF2-40B4-BE49-F238E27FC236}">
                    <a16:creationId xmlns:a16="http://schemas.microsoft.com/office/drawing/2014/main" id="{CC971C6C-FE63-2AFC-C741-2614CFB7FBA2}"/>
                  </a:ext>
                </a:extLst>
              </p:cNvPr>
              <p:cNvSpPr/>
              <p:nvPr/>
            </p:nvSpPr>
            <p:spPr>
              <a:xfrm>
                <a:off x="478099" y="5988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5" name="Oval 1974">
                <a:extLst>
                  <a:ext uri="{FF2B5EF4-FFF2-40B4-BE49-F238E27FC236}">
                    <a16:creationId xmlns:a16="http://schemas.microsoft.com/office/drawing/2014/main" id="{2E28939D-8E9F-95E1-B643-52771B1A14AB}"/>
                  </a:ext>
                </a:extLst>
              </p:cNvPr>
              <p:cNvSpPr/>
              <p:nvPr/>
            </p:nvSpPr>
            <p:spPr>
              <a:xfrm>
                <a:off x="2568445" y="83710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6" name="Oval 1975">
                <a:extLst>
                  <a:ext uri="{FF2B5EF4-FFF2-40B4-BE49-F238E27FC236}">
                    <a16:creationId xmlns:a16="http://schemas.microsoft.com/office/drawing/2014/main" id="{1D69D514-C6EC-8546-BA4A-0983FEDF8464}"/>
                  </a:ext>
                </a:extLst>
              </p:cNvPr>
              <p:cNvSpPr/>
              <p:nvPr/>
            </p:nvSpPr>
            <p:spPr>
              <a:xfrm>
                <a:off x="963293" y="5599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7" name="Oval 1976">
                <a:extLst>
                  <a:ext uri="{FF2B5EF4-FFF2-40B4-BE49-F238E27FC236}">
                    <a16:creationId xmlns:a16="http://schemas.microsoft.com/office/drawing/2014/main" id="{BF5E0BE4-B975-F45F-07F5-A30D664850AB}"/>
                  </a:ext>
                </a:extLst>
              </p:cNvPr>
              <p:cNvSpPr/>
              <p:nvPr/>
            </p:nvSpPr>
            <p:spPr>
              <a:xfrm>
                <a:off x="934072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8" name="Oval 1977">
                <a:extLst>
                  <a:ext uri="{FF2B5EF4-FFF2-40B4-BE49-F238E27FC236}">
                    <a16:creationId xmlns:a16="http://schemas.microsoft.com/office/drawing/2014/main" id="{E1A8DF78-50FB-7B16-4C21-DFD883DBC9EB}"/>
                  </a:ext>
                </a:extLst>
              </p:cNvPr>
              <p:cNvSpPr/>
              <p:nvPr/>
            </p:nvSpPr>
            <p:spPr>
              <a:xfrm>
                <a:off x="194922" y="61540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9" name="Oval 1978">
                <a:extLst>
                  <a:ext uri="{FF2B5EF4-FFF2-40B4-BE49-F238E27FC236}">
                    <a16:creationId xmlns:a16="http://schemas.microsoft.com/office/drawing/2014/main" id="{1ED0FFA7-2896-175A-84F2-DCB97FB5429C}"/>
                  </a:ext>
                </a:extLst>
              </p:cNvPr>
              <p:cNvSpPr/>
              <p:nvPr/>
            </p:nvSpPr>
            <p:spPr>
              <a:xfrm>
                <a:off x="452425" y="596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0" name="Oval 1979">
                <a:extLst>
                  <a:ext uri="{FF2B5EF4-FFF2-40B4-BE49-F238E27FC236}">
                    <a16:creationId xmlns:a16="http://schemas.microsoft.com/office/drawing/2014/main" id="{EDF9878D-09FC-338C-38C3-6E3A9B1D4D5A}"/>
                  </a:ext>
                </a:extLst>
              </p:cNvPr>
              <p:cNvSpPr/>
              <p:nvPr/>
            </p:nvSpPr>
            <p:spPr>
              <a:xfrm>
                <a:off x="511881" y="61140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1" name="Oval 1980">
                <a:extLst>
                  <a:ext uri="{FF2B5EF4-FFF2-40B4-BE49-F238E27FC236}">
                    <a16:creationId xmlns:a16="http://schemas.microsoft.com/office/drawing/2014/main" id="{F12A90E6-3168-F6BB-5E0D-11CE2EFC4EB1}"/>
                  </a:ext>
                </a:extLst>
              </p:cNvPr>
              <p:cNvSpPr/>
              <p:nvPr/>
            </p:nvSpPr>
            <p:spPr>
              <a:xfrm>
                <a:off x="311216" y="6276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2" name="Oval 1981">
                <a:extLst>
                  <a:ext uri="{FF2B5EF4-FFF2-40B4-BE49-F238E27FC236}">
                    <a16:creationId xmlns:a16="http://schemas.microsoft.com/office/drawing/2014/main" id="{E111CC50-42D0-9204-519C-A97947F9CF1C}"/>
                  </a:ext>
                </a:extLst>
              </p:cNvPr>
              <p:cNvSpPr/>
              <p:nvPr/>
            </p:nvSpPr>
            <p:spPr>
              <a:xfrm>
                <a:off x="215951" y="616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3" name="Oval 1982">
                <a:extLst>
                  <a:ext uri="{FF2B5EF4-FFF2-40B4-BE49-F238E27FC236}">
                    <a16:creationId xmlns:a16="http://schemas.microsoft.com/office/drawing/2014/main" id="{3A36C2F0-5097-455D-D6DA-D5844A3A3302}"/>
                  </a:ext>
                </a:extLst>
              </p:cNvPr>
              <p:cNvSpPr/>
              <p:nvPr/>
            </p:nvSpPr>
            <p:spPr>
              <a:xfrm>
                <a:off x="241456" y="6058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4" name="Oval 1983">
                <a:extLst>
                  <a:ext uri="{FF2B5EF4-FFF2-40B4-BE49-F238E27FC236}">
                    <a16:creationId xmlns:a16="http://schemas.microsoft.com/office/drawing/2014/main" id="{F9BB3DAC-5CA9-D22F-3FA7-63DDB6A3E3B8}"/>
                  </a:ext>
                </a:extLst>
              </p:cNvPr>
              <p:cNvSpPr/>
              <p:nvPr/>
            </p:nvSpPr>
            <p:spPr>
              <a:xfrm>
                <a:off x="88762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5" name="Oval 1984">
                <a:extLst>
                  <a:ext uri="{FF2B5EF4-FFF2-40B4-BE49-F238E27FC236}">
                    <a16:creationId xmlns:a16="http://schemas.microsoft.com/office/drawing/2014/main" id="{EAF88EFC-C0C3-4407-338B-66D2932CF02B}"/>
                  </a:ext>
                </a:extLst>
              </p:cNvPr>
              <p:cNvSpPr/>
              <p:nvPr/>
            </p:nvSpPr>
            <p:spPr>
              <a:xfrm>
                <a:off x="160633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6" name="Oval 1985">
                <a:extLst>
                  <a:ext uri="{FF2B5EF4-FFF2-40B4-BE49-F238E27FC236}">
                    <a16:creationId xmlns:a16="http://schemas.microsoft.com/office/drawing/2014/main" id="{0563E1B5-176A-F885-04E5-D18F3A53D41D}"/>
                  </a:ext>
                </a:extLst>
              </p:cNvPr>
              <p:cNvSpPr/>
              <p:nvPr/>
            </p:nvSpPr>
            <p:spPr>
              <a:xfrm>
                <a:off x="445500" y="6249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7" name="Oval 1986">
                <a:extLst>
                  <a:ext uri="{FF2B5EF4-FFF2-40B4-BE49-F238E27FC236}">
                    <a16:creationId xmlns:a16="http://schemas.microsoft.com/office/drawing/2014/main" id="{EF753ED3-C5C5-E042-DBDE-BAFAC8B23AC4}"/>
                  </a:ext>
                </a:extLst>
              </p:cNvPr>
              <p:cNvSpPr/>
              <p:nvPr/>
            </p:nvSpPr>
            <p:spPr>
              <a:xfrm>
                <a:off x="972330" y="5478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8" name="Oval 1987">
                <a:extLst>
                  <a:ext uri="{FF2B5EF4-FFF2-40B4-BE49-F238E27FC236}">
                    <a16:creationId xmlns:a16="http://schemas.microsoft.com/office/drawing/2014/main" id="{EA5DC215-73EA-D7CB-86E7-E9A9B662AAAC}"/>
                  </a:ext>
                </a:extLst>
              </p:cNvPr>
              <p:cNvSpPr/>
              <p:nvPr/>
            </p:nvSpPr>
            <p:spPr>
              <a:xfrm>
                <a:off x="267384" y="6343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9" name="Oval 1988">
                <a:extLst>
                  <a:ext uri="{FF2B5EF4-FFF2-40B4-BE49-F238E27FC236}">
                    <a16:creationId xmlns:a16="http://schemas.microsoft.com/office/drawing/2014/main" id="{4C07D0C0-7B12-FDB8-B387-81B73E40CB06}"/>
                  </a:ext>
                </a:extLst>
              </p:cNvPr>
              <p:cNvSpPr/>
              <p:nvPr/>
            </p:nvSpPr>
            <p:spPr>
              <a:xfrm>
                <a:off x="384692" y="6129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0" name="Oval 1989">
                <a:extLst>
                  <a:ext uri="{FF2B5EF4-FFF2-40B4-BE49-F238E27FC236}">
                    <a16:creationId xmlns:a16="http://schemas.microsoft.com/office/drawing/2014/main" id="{8DDC2F5A-5783-FDA5-E225-E92C7489683E}"/>
                  </a:ext>
                </a:extLst>
              </p:cNvPr>
              <p:cNvSpPr/>
              <p:nvPr/>
            </p:nvSpPr>
            <p:spPr>
              <a:xfrm>
                <a:off x="313159" y="6080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1" name="Oval 1990">
                <a:extLst>
                  <a:ext uri="{FF2B5EF4-FFF2-40B4-BE49-F238E27FC236}">
                    <a16:creationId xmlns:a16="http://schemas.microsoft.com/office/drawing/2014/main" id="{49257658-EE46-A447-8F8B-D104D001B346}"/>
                  </a:ext>
                </a:extLst>
              </p:cNvPr>
              <p:cNvSpPr/>
              <p:nvPr/>
            </p:nvSpPr>
            <p:spPr>
              <a:xfrm>
                <a:off x="965742" y="5534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2" name="Oval 1991">
                <a:extLst>
                  <a:ext uri="{FF2B5EF4-FFF2-40B4-BE49-F238E27FC236}">
                    <a16:creationId xmlns:a16="http://schemas.microsoft.com/office/drawing/2014/main" id="{719DA2C6-2A72-44E7-4B66-BD3BA485A8CF}"/>
                  </a:ext>
                </a:extLst>
              </p:cNvPr>
              <p:cNvSpPr/>
              <p:nvPr/>
            </p:nvSpPr>
            <p:spPr>
              <a:xfrm>
                <a:off x="318817" y="6174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3" name="Oval 1992">
                <a:extLst>
                  <a:ext uri="{FF2B5EF4-FFF2-40B4-BE49-F238E27FC236}">
                    <a16:creationId xmlns:a16="http://schemas.microsoft.com/office/drawing/2014/main" id="{65C5AE42-35C1-D957-1A2E-8E203366259F}"/>
                  </a:ext>
                </a:extLst>
              </p:cNvPr>
              <p:cNvSpPr/>
              <p:nvPr/>
            </p:nvSpPr>
            <p:spPr>
              <a:xfrm>
                <a:off x="218316" y="6107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4" name="Oval 1993">
                <a:extLst>
                  <a:ext uri="{FF2B5EF4-FFF2-40B4-BE49-F238E27FC236}">
                    <a16:creationId xmlns:a16="http://schemas.microsoft.com/office/drawing/2014/main" id="{E7CC8686-9898-DF9A-FC10-8032C3FF1518}"/>
                  </a:ext>
                </a:extLst>
              </p:cNvPr>
              <p:cNvSpPr/>
              <p:nvPr/>
            </p:nvSpPr>
            <p:spPr>
              <a:xfrm>
                <a:off x="51517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5" name="Oval 1994">
                <a:extLst>
                  <a:ext uri="{FF2B5EF4-FFF2-40B4-BE49-F238E27FC236}">
                    <a16:creationId xmlns:a16="http://schemas.microsoft.com/office/drawing/2014/main" id="{4AE0ABD2-F26E-ED9A-0DCA-6DF2F9DF0763}"/>
                  </a:ext>
                </a:extLst>
              </p:cNvPr>
              <p:cNvSpPr/>
              <p:nvPr/>
            </p:nvSpPr>
            <p:spPr>
              <a:xfrm>
                <a:off x="495159" y="62082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6" name="Oval 1995">
                <a:extLst>
                  <a:ext uri="{FF2B5EF4-FFF2-40B4-BE49-F238E27FC236}">
                    <a16:creationId xmlns:a16="http://schemas.microsoft.com/office/drawing/2014/main" id="{41CC79B0-6A14-D0BD-AE64-AB86207EBDAC}"/>
                  </a:ext>
                </a:extLst>
              </p:cNvPr>
              <p:cNvSpPr/>
              <p:nvPr/>
            </p:nvSpPr>
            <p:spPr>
              <a:xfrm>
                <a:off x="430382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7" name="Oval 1996">
                <a:extLst>
                  <a:ext uri="{FF2B5EF4-FFF2-40B4-BE49-F238E27FC236}">
                    <a16:creationId xmlns:a16="http://schemas.microsoft.com/office/drawing/2014/main" id="{611937C0-93EF-E120-EA09-11309B3BD467}"/>
                  </a:ext>
                </a:extLst>
              </p:cNvPr>
              <p:cNvSpPr/>
              <p:nvPr/>
            </p:nvSpPr>
            <p:spPr>
              <a:xfrm>
                <a:off x="931707" y="5476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8" name="Oval 1997">
                <a:extLst>
                  <a:ext uri="{FF2B5EF4-FFF2-40B4-BE49-F238E27FC236}">
                    <a16:creationId xmlns:a16="http://schemas.microsoft.com/office/drawing/2014/main" id="{E21A67E0-ABE0-D930-C74D-EDF6EF62D5ED}"/>
                  </a:ext>
                </a:extLst>
              </p:cNvPr>
              <p:cNvSpPr/>
              <p:nvPr/>
            </p:nvSpPr>
            <p:spPr>
              <a:xfrm>
                <a:off x="704608" y="63737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9" name="Oval 1998">
                <a:extLst>
                  <a:ext uri="{FF2B5EF4-FFF2-40B4-BE49-F238E27FC236}">
                    <a16:creationId xmlns:a16="http://schemas.microsoft.com/office/drawing/2014/main" id="{52540709-2307-78ED-47F3-D45DBAC6DC1C}"/>
                  </a:ext>
                </a:extLst>
              </p:cNvPr>
              <p:cNvSpPr/>
              <p:nvPr/>
            </p:nvSpPr>
            <p:spPr>
              <a:xfrm>
                <a:off x="376500" y="63559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0" name="Oval 1999">
                <a:extLst>
                  <a:ext uri="{FF2B5EF4-FFF2-40B4-BE49-F238E27FC236}">
                    <a16:creationId xmlns:a16="http://schemas.microsoft.com/office/drawing/2014/main" id="{7F505E33-73CB-0D2B-5712-92C662BF8C0E}"/>
                  </a:ext>
                </a:extLst>
              </p:cNvPr>
              <p:cNvSpPr/>
              <p:nvPr/>
            </p:nvSpPr>
            <p:spPr>
              <a:xfrm>
                <a:off x="329205" y="614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1" name="Oval 2000">
                <a:extLst>
                  <a:ext uri="{FF2B5EF4-FFF2-40B4-BE49-F238E27FC236}">
                    <a16:creationId xmlns:a16="http://schemas.microsoft.com/office/drawing/2014/main" id="{C1B9E93A-4FFA-EDE7-1792-CD0C11299BAC}"/>
                  </a:ext>
                </a:extLst>
              </p:cNvPr>
              <p:cNvSpPr/>
              <p:nvPr/>
            </p:nvSpPr>
            <p:spPr>
              <a:xfrm>
                <a:off x="320168" y="61112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2" name="Oval 2001">
                <a:extLst>
                  <a:ext uri="{FF2B5EF4-FFF2-40B4-BE49-F238E27FC236}">
                    <a16:creationId xmlns:a16="http://schemas.microsoft.com/office/drawing/2014/main" id="{9851D3E3-F617-D32C-8DDB-79054A7BDA09}"/>
                  </a:ext>
                </a:extLst>
              </p:cNvPr>
              <p:cNvSpPr/>
              <p:nvPr/>
            </p:nvSpPr>
            <p:spPr>
              <a:xfrm>
                <a:off x="540934" y="62354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3" name="Oval 2002">
                <a:extLst>
                  <a:ext uri="{FF2B5EF4-FFF2-40B4-BE49-F238E27FC236}">
                    <a16:creationId xmlns:a16="http://schemas.microsoft.com/office/drawing/2014/main" id="{EBBF91E0-5A31-2C73-212B-E6EA6E5BB5A0}"/>
                  </a:ext>
                </a:extLst>
              </p:cNvPr>
              <p:cNvSpPr/>
              <p:nvPr/>
            </p:nvSpPr>
            <p:spPr>
              <a:xfrm>
                <a:off x="485785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4" name="Oval 2003">
                <a:extLst>
                  <a:ext uri="{FF2B5EF4-FFF2-40B4-BE49-F238E27FC236}">
                    <a16:creationId xmlns:a16="http://schemas.microsoft.com/office/drawing/2014/main" id="{BEA12C99-ECE0-C0D9-848A-F686F9BD7360}"/>
                  </a:ext>
                </a:extLst>
              </p:cNvPr>
              <p:cNvSpPr/>
              <p:nvPr/>
            </p:nvSpPr>
            <p:spPr>
              <a:xfrm>
                <a:off x="184449" y="61841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5" name="Oval 2004">
                <a:extLst>
                  <a:ext uri="{FF2B5EF4-FFF2-40B4-BE49-F238E27FC236}">
                    <a16:creationId xmlns:a16="http://schemas.microsoft.com/office/drawing/2014/main" id="{DA83F5A2-BEBD-500B-2233-60D081B2333F}"/>
                  </a:ext>
                </a:extLst>
              </p:cNvPr>
              <p:cNvSpPr/>
              <p:nvPr/>
            </p:nvSpPr>
            <p:spPr>
              <a:xfrm>
                <a:off x="471512" y="628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6" name="Oval 2005">
                <a:extLst>
                  <a:ext uri="{FF2B5EF4-FFF2-40B4-BE49-F238E27FC236}">
                    <a16:creationId xmlns:a16="http://schemas.microsoft.com/office/drawing/2014/main" id="{54A6F104-FDF3-75EB-ED31-B387602E9A9B}"/>
                  </a:ext>
                </a:extLst>
              </p:cNvPr>
              <p:cNvSpPr/>
              <p:nvPr/>
            </p:nvSpPr>
            <p:spPr>
              <a:xfrm>
                <a:off x="473539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7" name="Oval 2006">
                <a:extLst>
                  <a:ext uri="{FF2B5EF4-FFF2-40B4-BE49-F238E27FC236}">
                    <a16:creationId xmlns:a16="http://schemas.microsoft.com/office/drawing/2014/main" id="{045ECB7C-3C65-3361-74D5-7B88B3312ED2}"/>
                  </a:ext>
                </a:extLst>
              </p:cNvPr>
              <p:cNvSpPr/>
              <p:nvPr/>
            </p:nvSpPr>
            <p:spPr>
              <a:xfrm>
                <a:off x="992515" y="5523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8" name="Oval 2007">
                <a:extLst>
                  <a:ext uri="{FF2B5EF4-FFF2-40B4-BE49-F238E27FC236}">
                    <a16:creationId xmlns:a16="http://schemas.microsoft.com/office/drawing/2014/main" id="{8DCBBBFA-4CC3-8819-EB0C-993745E7112B}"/>
                  </a:ext>
                </a:extLst>
              </p:cNvPr>
              <p:cNvSpPr/>
              <p:nvPr/>
            </p:nvSpPr>
            <p:spPr>
              <a:xfrm>
                <a:off x="510361" y="6229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9" name="Oval 2008">
                <a:extLst>
                  <a:ext uri="{FF2B5EF4-FFF2-40B4-BE49-F238E27FC236}">
                    <a16:creationId xmlns:a16="http://schemas.microsoft.com/office/drawing/2014/main" id="{2A6F33E4-AAEE-F682-F27F-3AC5FA9E1120}"/>
                  </a:ext>
                </a:extLst>
              </p:cNvPr>
              <p:cNvSpPr/>
              <p:nvPr/>
            </p:nvSpPr>
            <p:spPr>
              <a:xfrm>
                <a:off x="997075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0" name="Oval 2009">
                <a:extLst>
                  <a:ext uri="{FF2B5EF4-FFF2-40B4-BE49-F238E27FC236}">
                    <a16:creationId xmlns:a16="http://schemas.microsoft.com/office/drawing/2014/main" id="{A5EE0B68-36D3-D4FA-0045-81A3A6EFDB2C}"/>
                  </a:ext>
                </a:extLst>
              </p:cNvPr>
              <p:cNvSpPr/>
              <p:nvPr/>
            </p:nvSpPr>
            <p:spPr>
              <a:xfrm>
                <a:off x="993106" y="554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1" name="Oval 2010">
                <a:extLst>
                  <a:ext uri="{FF2B5EF4-FFF2-40B4-BE49-F238E27FC236}">
                    <a16:creationId xmlns:a16="http://schemas.microsoft.com/office/drawing/2014/main" id="{156F08C2-129A-AD61-5E0B-B1B314D9D7BF}"/>
                  </a:ext>
                </a:extLst>
              </p:cNvPr>
              <p:cNvSpPr/>
              <p:nvPr/>
            </p:nvSpPr>
            <p:spPr>
              <a:xfrm>
                <a:off x="403272" y="63472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2" name="Oval 2011">
                <a:extLst>
                  <a:ext uri="{FF2B5EF4-FFF2-40B4-BE49-F238E27FC236}">
                    <a16:creationId xmlns:a16="http://schemas.microsoft.com/office/drawing/2014/main" id="{55B00CDF-E144-9905-34E7-2A8CC5C8743C}"/>
                  </a:ext>
                </a:extLst>
              </p:cNvPr>
              <p:cNvSpPr/>
              <p:nvPr/>
            </p:nvSpPr>
            <p:spPr>
              <a:xfrm>
                <a:off x="205225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3" name="Oval 2012">
                <a:extLst>
                  <a:ext uri="{FF2B5EF4-FFF2-40B4-BE49-F238E27FC236}">
                    <a16:creationId xmlns:a16="http://schemas.microsoft.com/office/drawing/2014/main" id="{76DF7BD2-F282-0033-54EA-7EC4824CCF3C}"/>
                  </a:ext>
                </a:extLst>
              </p:cNvPr>
              <p:cNvSpPr/>
              <p:nvPr/>
            </p:nvSpPr>
            <p:spPr>
              <a:xfrm>
                <a:off x="78036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4" name="Oval 2013">
                <a:extLst>
                  <a:ext uri="{FF2B5EF4-FFF2-40B4-BE49-F238E27FC236}">
                    <a16:creationId xmlns:a16="http://schemas.microsoft.com/office/drawing/2014/main" id="{91E54D03-1F86-FC1E-0F42-4AE5B046DDEF}"/>
                  </a:ext>
                </a:extLst>
              </p:cNvPr>
              <p:cNvSpPr/>
              <p:nvPr/>
            </p:nvSpPr>
            <p:spPr>
              <a:xfrm>
                <a:off x="204127" y="61768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5" name="Oval 2014">
                <a:extLst>
                  <a:ext uri="{FF2B5EF4-FFF2-40B4-BE49-F238E27FC236}">
                    <a16:creationId xmlns:a16="http://schemas.microsoft.com/office/drawing/2014/main" id="{DE6838F1-6114-E2B2-AEC4-C0AD0E82049A}"/>
                  </a:ext>
                </a:extLst>
              </p:cNvPr>
              <p:cNvSpPr/>
              <p:nvPr/>
            </p:nvSpPr>
            <p:spPr>
              <a:xfrm>
                <a:off x="341367" y="61745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6" name="Oval 2015">
                <a:extLst>
                  <a:ext uri="{FF2B5EF4-FFF2-40B4-BE49-F238E27FC236}">
                    <a16:creationId xmlns:a16="http://schemas.microsoft.com/office/drawing/2014/main" id="{41E72472-D8E3-BA44-8524-89BE12F45968}"/>
                  </a:ext>
                </a:extLst>
              </p:cNvPr>
              <p:cNvSpPr/>
              <p:nvPr/>
            </p:nvSpPr>
            <p:spPr>
              <a:xfrm>
                <a:off x="366027" y="6333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7" name="Oval 2016">
                <a:extLst>
                  <a:ext uri="{FF2B5EF4-FFF2-40B4-BE49-F238E27FC236}">
                    <a16:creationId xmlns:a16="http://schemas.microsoft.com/office/drawing/2014/main" id="{6DC23ABE-86B5-46FE-3F24-D491C5D90161}"/>
                  </a:ext>
                </a:extLst>
              </p:cNvPr>
              <p:cNvSpPr/>
              <p:nvPr/>
            </p:nvSpPr>
            <p:spPr>
              <a:xfrm>
                <a:off x="190108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8" name="Oval 2017">
                <a:extLst>
                  <a:ext uri="{FF2B5EF4-FFF2-40B4-BE49-F238E27FC236}">
                    <a16:creationId xmlns:a16="http://schemas.microsoft.com/office/drawing/2014/main" id="{502C45E9-D68A-6D38-AC32-8764281E641D}"/>
                  </a:ext>
                </a:extLst>
              </p:cNvPr>
              <p:cNvSpPr/>
              <p:nvPr/>
            </p:nvSpPr>
            <p:spPr>
              <a:xfrm>
                <a:off x="264766" y="6064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9" name="Oval 2018">
                <a:extLst>
                  <a:ext uri="{FF2B5EF4-FFF2-40B4-BE49-F238E27FC236}">
                    <a16:creationId xmlns:a16="http://schemas.microsoft.com/office/drawing/2014/main" id="{62DCD9EE-56C2-B500-A513-95197C1FAF3E}"/>
                  </a:ext>
                </a:extLst>
              </p:cNvPr>
              <p:cNvSpPr/>
              <p:nvPr/>
            </p:nvSpPr>
            <p:spPr>
              <a:xfrm>
                <a:off x="385705" y="63392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0" name="Oval 2019">
                <a:extLst>
                  <a:ext uri="{FF2B5EF4-FFF2-40B4-BE49-F238E27FC236}">
                    <a16:creationId xmlns:a16="http://schemas.microsoft.com/office/drawing/2014/main" id="{925CF64E-AB43-D814-4DC1-AF7D73446E2E}"/>
                  </a:ext>
                </a:extLst>
              </p:cNvPr>
              <p:cNvSpPr/>
              <p:nvPr/>
            </p:nvSpPr>
            <p:spPr>
              <a:xfrm>
                <a:off x="487305" y="632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1" name="Oval 2020">
                <a:extLst>
                  <a:ext uri="{FF2B5EF4-FFF2-40B4-BE49-F238E27FC236}">
                    <a16:creationId xmlns:a16="http://schemas.microsoft.com/office/drawing/2014/main" id="{B174DE49-7360-3690-F3CF-E12CC8D454C2}"/>
                  </a:ext>
                </a:extLst>
              </p:cNvPr>
              <p:cNvSpPr/>
              <p:nvPr/>
            </p:nvSpPr>
            <p:spPr>
              <a:xfrm>
                <a:off x="596421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2" name="Oval 2021">
                <a:extLst>
                  <a:ext uri="{FF2B5EF4-FFF2-40B4-BE49-F238E27FC236}">
                    <a16:creationId xmlns:a16="http://schemas.microsoft.com/office/drawing/2014/main" id="{55E79B05-D486-F96F-2A02-2B02D0A0A610}"/>
                  </a:ext>
                </a:extLst>
              </p:cNvPr>
              <p:cNvSpPr/>
              <p:nvPr/>
            </p:nvSpPr>
            <p:spPr>
              <a:xfrm>
                <a:off x="371348" y="6330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3" name="Oval 2022">
                <a:extLst>
                  <a:ext uri="{FF2B5EF4-FFF2-40B4-BE49-F238E27FC236}">
                    <a16:creationId xmlns:a16="http://schemas.microsoft.com/office/drawing/2014/main" id="{2100EB14-E316-596F-A48F-475742EF6511}"/>
                  </a:ext>
                </a:extLst>
              </p:cNvPr>
              <p:cNvSpPr/>
              <p:nvPr/>
            </p:nvSpPr>
            <p:spPr>
              <a:xfrm>
                <a:off x="1002734" y="55033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4" name="Oval 2023">
                <a:extLst>
                  <a:ext uri="{FF2B5EF4-FFF2-40B4-BE49-F238E27FC236}">
                    <a16:creationId xmlns:a16="http://schemas.microsoft.com/office/drawing/2014/main" id="{6EB26236-3042-2E21-0CAB-923868D43F7E}"/>
                  </a:ext>
                </a:extLst>
              </p:cNvPr>
              <p:cNvSpPr/>
              <p:nvPr/>
            </p:nvSpPr>
            <p:spPr>
              <a:xfrm>
                <a:off x="505885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5" name="Oval 2024">
                <a:extLst>
                  <a:ext uri="{FF2B5EF4-FFF2-40B4-BE49-F238E27FC236}">
                    <a16:creationId xmlns:a16="http://schemas.microsoft.com/office/drawing/2014/main" id="{D373EB1B-A715-0430-BC83-B4588624657D}"/>
                  </a:ext>
                </a:extLst>
              </p:cNvPr>
              <p:cNvSpPr/>
              <p:nvPr/>
            </p:nvSpPr>
            <p:spPr>
              <a:xfrm>
                <a:off x="900036" y="5596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6" name="Oval 2025">
                <a:extLst>
                  <a:ext uri="{FF2B5EF4-FFF2-40B4-BE49-F238E27FC236}">
                    <a16:creationId xmlns:a16="http://schemas.microsoft.com/office/drawing/2014/main" id="{32C20C62-38C4-EA98-9DD4-714A831C1069}"/>
                  </a:ext>
                </a:extLst>
              </p:cNvPr>
              <p:cNvSpPr/>
              <p:nvPr/>
            </p:nvSpPr>
            <p:spPr>
              <a:xfrm>
                <a:off x="487220" y="60653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7" name="Oval 2026">
                <a:extLst>
                  <a:ext uri="{FF2B5EF4-FFF2-40B4-BE49-F238E27FC236}">
                    <a16:creationId xmlns:a16="http://schemas.microsoft.com/office/drawing/2014/main" id="{67529F56-1659-D565-8597-3AFA847978C1}"/>
                  </a:ext>
                </a:extLst>
              </p:cNvPr>
              <p:cNvSpPr/>
              <p:nvPr/>
            </p:nvSpPr>
            <p:spPr>
              <a:xfrm>
                <a:off x="217724" y="60968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8" name="Oval 2027">
                <a:extLst>
                  <a:ext uri="{FF2B5EF4-FFF2-40B4-BE49-F238E27FC236}">
                    <a16:creationId xmlns:a16="http://schemas.microsoft.com/office/drawing/2014/main" id="{CC674A1A-6B71-2457-AFB2-FA2D1115E279}"/>
                  </a:ext>
                </a:extLst>
              </p:cNvPr>
              <p:cNvSpPr/>
              <p:nvPr/>
            </p:nvSpPr>
            <p:spPr>
              <a:xfrm>
                <a:off x="419065" y="60858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9" name="Oval 2028">
                <a:extLst>
                  <a:ext uri="{FF2B5EF4-FFF2-40B4-BE49-F238E27FC236}">
                    <a16:creationId xmlns:a16="http://schemas.microsoft.com/office/drawing/2014/main" id="{3364299E-D802-6B3D-6679-20D10D2C1A6D}"/>
                  </a:ext>
                </a:extLst>
              </p:cNvPr>
              <p:cNvSpPr/>
              <p:nvPr/>
            </p:nvSpPr>
            <p:spPr>
              <a:xfrm>
                <a:off x="212404" y="61693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0" name="Oval 2029">
                <a:extLst>
                  <a:ext uri="{FF2B5EF4-FFF2-40B4-BE49-F238E27FC236}">
                    <a16:creationId xmlns:a16="http://schemas.microsoft.com/office/drawing/2014/main" id="{CAAFC1B8-DE76-25AE-C8A6-DD34EBB93414}"/>
                  </a:ext>
                </a:extLst>
              </p:cNvPr>
              <p:cNvSpPr/>
              <p:nvPr/>
            </p:nvSpPr>
            <p:spPr>
              <a:xfrm>
                <a:off x="182338" y="61896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1" name="Oval 2030">
                <a:extLst>
                  <a:ext uri="{FF2B5EF4-FFF2-40B4-BE49-F238E27FC236}">
                    <a16:creationId xmlns:a16="http://schemas.microsoft.com/office/drawing/2014/main" id="{4AF5D4D2-68E7-DC81-7396-5D97155B9741}"/>
                  </a:ext>
                </a:extLst>
              </p:cNvPr>
              <p:cNvSpPr/>
              <p:nvPr/>
            </p:nvSpPr>
            <p:spPr>
              <a:xfrm>
                <a:off x="294579" y="627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2" name="Oval 2031">
                <a:extLst>
                  <a:ext uri="{FF2B5EF4-FFF2-40B4-BE49-F238E27FC236}">
                    <a16:creationId xmlns:a16="http://schemas.microsoft.com/office/drawing/2014/main" id="{25E3ACEC-E0CC-7AC2-0A22-4477C7916DDA}"/>
                  </a:ext>
                </a:extLst>
              </p:cNvPr>
              <p:cNvSpPr/>
              <p:nvPr/>
            </p:nvSpPr>
            <p:spPr>
              <a:xfrm>
                <a:off x="450989" y="6162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3" name="Oval 2032">
                <a:extLst>
                  <a:ext uri="{FF2B5EF4-FFF2-40B4-BE49-F238E27FC236}">
                    <a16:creationId xmlns:a16="http://schemas.microsoft.com/office/drawing/2014/main" id="{678D1BE8-3798-7E51-DF03-E682BE7699E8}"/>
                  </a:ext>
                </a:extLst>
              </p:cNvPr>
              <p:cNvSpPr/>
              <p:nvPr/>
            </p:nvSpPr>
            <p:spPr>
              <a:xfrm>
                <a:off x="44845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4" name="Oval 2033">
                <a:extLst>
                  <a:ext uri="{FF2B5EF4-FFF2-40B4-BE49-F238E27FC236}">
                    <a16:creationId xmlns:a16="http://schemas.microsoft.com/office/drawing/2014/main" id="{93DD359F-E8C2-5A69-2E2F-0F4EEBC6505C}"/>
                  </a:ext>
                </a:extLst>
              </p:cNvPr>
              <p:cNvSpPr/>
              <p:nvPr/>
            </p:nvSpPr>
            <p:spPr>
              <a:xfrm>
                <a:off x="428440" y="633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5" name="Oval 2034">
                <a:extLst>
                  <a:ext uri="{FF2B5EF4-FFF2-40B4-BE49-F238E27FC236}">
                    <a16:creationId xmlns:a16="http://schemas.microsoft.com/office/drawing/2014/main" id="{C9EFA831-85C4-D368-0CD0-F37DDD182389}"/>
                  </a:ext>
                </a:extLst>
              </p:cNvPr>
              <p:cNvSpPr/>
              <p:nvPr/>
            </p:nvSpPr>
            <p:spPr>
              <a:xfrm>
                <a:off x="314003" y="6370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6" name="Oval 2035">
                <a:extLst>
                  <a:ext uri="{FF2B5EF4-FFF2-40B4-BE49-F238E27FC236}">
                    <a16:creationId xmlns:a16="http://schemas.microsoft.com/office/drawing/2014/main" id="{74BB2AC2-F81D-9321-BA86-EA4CD4732FB2}"/>
                  </a:ext>
                </a:extLst>
              </p:cNvPr>
              <p:cNvSpPr/>
              <p:nvPr/>
            </p:nvSpPr>
            <p:spPr>
              <a:xfrm>
                <a:off x="49237" y="59902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7" name="Oval 2036">
                <a:extLst>
                  <a:ext uri="{FF2B5EF4-FFF2-40B4-BE49-F238E27FC236}">
                    <a16:creationId xmlns:a16="http://schemas.microsoft.com/office/drawing/2014/main" id="{89C01FCA-1C50-2943-FA9A-45392CEBEB9B}"/>
                  </a:ext>
                </a:extLst>
              </p:cNvPr>
              <p:cNvSpPr/>
              <p:nvPr/>
            </p:nvSpPr>
            <p:spPr>
              <a:xfrm>
                <a:off x="346772" y="6340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8" name="Oval 2037">
                <a:extLst>
                  <a:ext uri="{FF2B5EF4-FFF2-40B4-BE49-F238E27FC236}">
                    <a16:creationId xmlns:a16="http://schemas.microsoft.com/office/drawing/2014/main" id="{EFC4E347-5CE6-9DB1-46DE-26E905D87952}"/>
                  </a:ext>
                </a:extLst>
              </p:cNvPr>
              <p:cNvSpPr/>
              <p:nvPr/>
            </p:nvSpPr>
            <p:spPr>
              <a:xfrm>
                <a:off x="176848" y="61690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9" name="Oval 2038">
                <a:extLst>
                  <a:ext uri="{FF2B5EF4-FFF2-40B4-BE49-F238E27FC236}">
                    <a16:creationId xmlns:a16="http://schemas.microsoft.com/office/drawing/2014/main" id="{079E0A71-0C9F-337A-FE59-59B9CA2C50D0}"/>
                  </a:ext>
                </a:extLst>
              </p:cNvPr>
              <p:cNvSpPr/>
              <p:nvPr/>
            </p:nvSpPr>
            <p:spPr>
              <a:xfrm>
                <a:off x="38173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0" name="Oval 2039">
                <a:extLst>
                  <a:ext uri="{FF2B5EF4-FFF2-40B4-BE49-F238E27FC236}">
                    <a16:creationId xmlns:a16="http://schemas.microsoft.com/office/drawing/2014/main" id="{527D933A-CC1C-1948-F9BB-48D577153C3A}"/>
                  </a:ext>
                </a:extLst>
              </p:cNvPr>
              <p:cNvSpPr/>
              <p:nvPr/>
            </p:nvSpPr>
            <p:spPr>
              <a:xfrm>
                <a:off x="439250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1" name="Oval 2040">
                <a:extLst>
                  <a:ext uri="{FF2B5EF4-FFF2-40B4-BE49-F238E27FC236}">
                    <a16:creationId xmlns:a16="http://schemas.microsoft.com/office/drawing/2014/main" id="{EA573E30-74D8-FD8B-C20A-449B4ABCA89E}"/>
                  </a:ext>
                </a:extLst>
              </p:cNvPr>
              <p:cNvSpPr/>
              <p:nvPr/>
            </p:nvSpPr>
            <p:spPr>
              <a:xfrm>
                <a:off x="252351" y="6148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2" name="Oval 2041">
                <a:extLst>
                  <a:ext uri="{FF2B5EF4-FFF2-40B4-BE49-F238E27FC236}">
                    <a16:creationId xmlns:a16="http://schemas.microsoft.com/office/drawing/2014/main" id="{4AC610C9-7940-0119-5618-8F3A7FF5E8FC}"/>
                  </a:ext>
                </a:extLst>
              </p:cNvPr>
              <p:cNvSpPr/>
              <p:nvPr/>
            </p:nvSpPr>
            <p:spPr>
              <a:xfrm>
                <a:off x="223805" y="612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3" name="Oval 2042">
                <a:extLst>
                  <a:ext uri="{FF2B5EF4-FFF2-40B4-BE49-F238E27FC236}">
                    <a16:creationId xmlns:a16="http://schemas.microsoft.com/office/drawing/2014/main" id="{149A3824-1D68-AD35-7547-B3E395DB740C}"/>
                  </a:ext>
                </a:extLst>
              </p:cNvPr>
              <p:cNvSpPr/>
              <p:nvPr/>
            </p:nvSpPr>
            <p:spPr>
              <a:xfrm>
                <a:off x="294156" y="64024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4" name="Oval 2043">
                <a:extLst>
                  <a:ext uri="{FF2B5EF4-FFF2-40B4-BE49-F238E27FC236}">
                    <a16:creationId xmlns:a16="http://schemas.microsoft.com/office/drawing/2014/main" id="{28FECE9E-F8AD-D1DF-A6F4-FC151FD031F6}"/>
                  </a:ext>
                </a:extLst>
              </p:cNvPr>
              <p:cNvSpPr/>
              <p:nvPr/>
            </p:nvSpPr>
            <p:spPr>
              <a:xfrm>
                <a:off x="301588" y="63537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5" name="Oval 2044">
                <a:extLst>
                  <a:ext uri="{FF2B5EF4-FFF2-40B4-BE49-F238E27FC236}">
                    <a16:creationId xmlns:a16="http://schemas.microsoft.com/office/drawing/2014/main" id="{0A459601-79DD-CDBA-F632-1992626D6E27}"/>
                  </a:ext>
                </a:extLst>
              </p:cNvPr>
              <p:cNvSpPr/>
              <p:nvPr/>
            </p:nvSpPr>
            <p:spPr>
              <a:xfrm>
                <a:off x="424048" y="63002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6" name="Oval 2045">
                <a:extLst>
                  <a:ext uri="{FF2B5EF4-FFF2-40B4-BE49-F238E27FC236}">
                    <a16:creationId xmlns:a16="http://schemas.microsoft.com/office/drawing/2014/main" id="{ED7C3163-01A4-BDCE-31F8-AE77989395B0}"/>
                  </a:ext>
                </a:extLst>
              </p:cNvPr>
              <p:cNvSpPr/>
              <p:nvPr/>
            </p:nvSpPr>
            <p:spPr>
              <a:xfrm>
                <a:off x="928667" y="5678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7" name="Oval 2046">
                <a:extLst>
                  <a:ext uri="{FF2B5EF4-FFF2-40B4-BE49-F238E27FC236}">
                    <a16:creationId xmlns:a16="http://schemas.microsoft.com/office/drawing/2014/main" id="{175A4FDE-0649-18DB-85C3-217BBFE0B2E4}"/>
                  </a:ext>
                </a:extLst>
              </p:cNvPr>
              <p:cNvSpPr/>
              <p:nvPr/>
            </p:nvSpPr>
            <p:spPr>
              <a:xfrm>
                <a:off x="934663" y="5598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8" name="Oval 2047">
                <a:extLst>
                  <a:ext uri="{FF2B5EF4-FFF2-40B4-BE49-F238E27FC236}">
                    <a16:creationId xmlns:a16="http://schemas.microsoft.com/office/drawing/2014/main" id="{DEA251DB-E5E5-BE2B-5095-F2F2AE06D981}"/>
                  </a:ext>
                </a:extLst>
              </p:cNvPr>
              <p:cNvSpPr/>
              <p:nvPr/>
            </p:nvSpPr>
            <p:spPr>
              <a:xfrm>
                <a:off x="290018" y="6384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9" name="Oval 2048">
                <a:extLst>
                  <a:ext uri="{FF2B5EF4-FFF2-40B4-BE49-F238E27FC236}">
                    <a16:creationId xmlns:a16="http://schemas.microsoft.com/office/drawing/2014/main" id="{D8D41B52-A071-3141-5B2A-773DAEDAF948}"/>
                  </a:ext>
                </a:extLst>
              </p:cNvPr>
              <p:cNvSpPr/>
              <p:nvPr/>
            </p:nvSpPr>
            <p:spPr>
              <a:xfrm>
                <a:off x="295761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0" name="Oval 2049">
                <a:extLst>
                  <a:ext uri="{FF2B5EF4-FFF2-40B4-BE49-F238E27FC236}">
                    <a16:creationId xmlns:a16="http://schemas.microsoft.com/office/drawing/2014/main" id="{8B013F04-CFAA-F081-7610-C2C808B31B4D}"/>
                  </a:ext>
                </a:extLst>
              </p:cNvPr>
              <p:cNvSpPr/>
              <p:nvPr/>
            </p:nvSpPr>
            <p:spPr>
              <a:xfrm>
                <a:off x="963884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1" name="Oval 2050">
                <a:extLst>
                  <a:ext uri="{FF2B5EF4-FFF2-40B4-BE49-F238E27FC236}">
                    <a16:creationId xmlns:a16="http://schemas.microsoft.com/office/drawing/2014/main" id="{D75DC7BA-F808-FDFC-6212-C15ECAB255F7}"/>
                  </a:ext>
                </a:extLst>
              </p:cNvPr>
              <p:cNvSpPr/>
              <p:nvPr/>
            </p:nvSpPr>
            <p:spPr>
              <a:xfrm>
                <a:off x="486038" y="630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2" name="Oval 2051">
                <a:extLst>
                  <a:ext uri="{FF2B5EF4-FFF2-40B4-BE49-F238E27FC236}">
                    <a16:creationId xmlns:a16="http://schemas.microsoft.com/office/drawing/2014/main" id="{3A3E0A77-D513-11FE-7E45-8EB51C350781}"/>
                  </a:ext>
                </a:extLst>
              </p:cNvPr>
              <p:cNvSpPr/>
              <p:nvPr/>
            </p:nvSpPr>
            <p:spPr>
              <a:xfrm>
                <a:off x="1011433" y="559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3" name="Oval 2052">
                <a:extLst>
                  <a:ext uri="{FF2B5EF4-FFF2-40B4-BE49-F238E27FC236}">
                    <a16:creationId xmlns:a16="http://schemas.microsoft.com/office/drawing/2014/main" id="{128F4025-24C3-1F19-6D51-42BF25C26C14}"/>
                  </a:ext>
                </a:extLst>
              </p:cNvPr>
              <p:cNvSpPr/>
              <p:nvPr/>
            </p:nvSpPr>
            <p:spPr>
              <a:xfrm>
                <a:off x="277096" y="63347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4" name="Oval 2053">
                <a:extLst>
                  <a:ext uri="{FF2B5EF4-FFF2-40B4-BE49-F238E27FC236}">
                    <a16:creationId xmlns:a16="http://schemas.microsoft.com/office/drawing/2014/main" id="{AF3D128E-D768-060A-6AE9-F4009B943641}"/>
                  </a:ext>
                </a:extLst>
              </p:cNvPr>
              <p:cNvSpPr/>
              <p:nvPr/>
            </p:nvSpPr>
            <p:spPr>
              <a:xfrm>
                <a:off x="974103" y="576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5" name="Oval 2054">
                <a:extLst>
                  <a:ext uri="{FF2B5EF4-FFF2-40B4-BE49-F238E27FC236}">
                    <a16:creationId xmlns:a16="http://schemas.microsoft.com/office/drawing/2014/main" id="{DBE16059-8A6C-4104-730D-66677D69C586}"/>
                  </a:ext>
                </a:extLst>
              </p:cNvPr>
              <p:cNvSpPr/>
              <p:nvPr/>
            </p:nvSpPr>
            <p:spPr>
              <a:xfrm>
                <a:off x="285711" y="6391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6" name="Oval 2055">
                <a:extLst>
                  <a:ext uri="{FF2B5EF4-FFF2-40B4-BE49-F238E27FC236}">
                    <a16:creationId xmlns:a16="http://schemas.microsoft.com/office/drawing/2014/main" id="{73C8383F-69CD-80D7-29A6-210EB764D373}"/>
                  </a:ext>
                </a:extLst>
              </p:cNvPr>
              <p:cNvSpPr/>
              <p:nvPr/>
            </p:nvSpPr>
            <p:spPr>
              <a:xfrm>
                <a:off x="946064" y="5655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7" name="Oval 2056">
                <a:extLst>
                  <a:ext uri="{FF2B5EF4-FFF2-40B4-BE49-F238E27FC236}">
                    <a16:creationId xmlns:a16="http://schemas.microsoft.com/office/drawing/2014/main" id="{939E085C-4D8E-41E8-2FEC-EA2ACEE1D7E6}"/>
                  </a:ext>
                </a:extLst>
              </p:cNvPr>
              <p:cNvSpPr/>
              <p:nvPr/>
            </p:nvSpPr>
            <p:spPr>
              <a:xfrm>
                <a:off x="405468" y="6377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8" name="Oval 2057">
                <a:extLst>
                  <a:ext uri="{FF2B5EF4-FFF2-40B4-BE49-F238E27FC236}">
                    <a16:creationId xmlns:a16="http://schemas.microsoft.com/office/drawing/2014/main" id="{5CB01A81-D2F2-E829-00EA-9C6C2775BA0D}"/>
                  </a:ext>
                </a:extLst>
              </p:cNvPr>
              <p:cNvSpPr/>
              <p:nvPr/>
            </p:nvSpPr>
            <p:spPr>
              <a:xfrm>
                <a:off x="938632" y="5474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9" name="Oval 2058">
                <a:extLst>
                  <a:ext uri="{FF2B5EF4-FFF2-40B4-BE49-F238E27FC236}">
                    <a16:creationId xmlns:a16="http://schemas.microsoft.com/office/drawing/2014/main" id="{5C8B71DD-0E6B-1BB8-E2BD-56722E52671F}"/>
                  </a:ext>
                </a:extLst>
              </p:cNvPr>
              <p:cNvSpPr/>
              <p:nvPr/>
            </p:nvSpPr>
            <p:spPr>
              <a:xfrm>
                <a:off x="390097" y="6377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0" name="Oval 2059">
                <a:extLst>
                  <a:ext uri="{FF2B5EF4-FFF2-40B4-BE49-F238E27FC236}">
                    <a16:creationId xmlns:a16="http://schemas.microsoft.com/office/drawing/2014/main" id="{A469CF73-515A-2AFB-4A86-F00131E6C622}"/>
                  </a:ext>
                </a:extLst>
              </p:cNvPr>
              <p:cNvSpPr/>
              <p:nvPr/>
            </p:nvSpPr>
            <p:spPr>
              <a:xfrm>
                <a:off x="629189" y="62068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1" name="Oval 2060">
                <a:extLst>
                  <a:ext uri="{FF2B5EF4-FFF2-40B4-BE49-F238E27FC236}">
                    <a16:creationId xmlns:a16="http://schemas.microsoft.com/office/drawing/2014/main" id="{AB8EED4A-FFC2-832B-0218-FF961DF3B6EE}"/>
                  </a:ext>
                </a:extLst>
              </p:cNvPr>
              <p:cNvSpPr/>
              <p:nvPr/>
            </p:nvSpPr>
            <p:spPr>
              <a:xfrm>
                <a:off x="931960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2" name="Oval 2061">
                <a:extLst>
                  <a:ext uri="{FF2B5EF4-FFF2-40B4-BE49-F238E27FC236}">
                    <a16:creationId xmlns:a16="http://schemas.microsoft.com/office/drawing/2014/main" id="{CFC0926B-8A99-8AF9-4DAD-3C250B4BEE69}"/>
                  </a:ext>
                </a:extLst>
              </p:cNvPr>
              <p:cNvSpPr/>
              <p:nvPr/>
            </p:nvSpPr>
            <p:spPr>
              <a:xfrm>
                <a:off x="335961" y="62072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3" name="Oval 2062">
                <a:extLst>
                  <a:ext uri="{FF2B5EF4-FFF2-40B4-BE49-F238E27FC236}">
                    <a16:creationId xmlns:a16="http://schemas.microsoft.com/office/drawing/2014/main" id="{8C742955-BF0A-DA76-ED4F-3972328E1017}"/>
                  </a:ext>
                </a:extLst>
              </p:cNvPr>
              <p:cNvSpPr/>
              <p:nvPr/>
            </p:nvSpPr>
            <p:spPr>
              <a:xfrm>
                <a:off x="226677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4" name="Oval 2063">
                <a:extLst>
                  <a:ext uri="{FF2B5EF4-FFF2-40B4-BE49-F238E27FC236}">
                    <a16:creationId xmlns:a16="http://schemas.microsoft.com/office/drawing/2014/main" id="{7E1750D8-D2AF-EE36-301C-A6ED4303ED69}"/>
                  </a:ext>
                </a:extLst>
              </p:cNvPr>
              <p:cNvSpPr/>
              <p:nvPr/>
            </p:nvSpPr>
            <p:spPr>
              <a:xfrm>
                <a:off x="378020" y="6070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5" name="Oval 2064">
                <a:extLst>
                  <a:ext uri="{FF2B5EF4-FFF2-40B4-BE49-F238E27FC236}">
                    <a16:creationId xmlns:a16="http://schemas.microsoft.com/office/drawing/2014/main" id="{AB34194B-EFA4-695B-316D-B88F34F0E23C}"/>
                  </a:ext>
                </a:extLst>
              </p:cNvPr>
              <p:cNvSpPr/>
              <p:nvPr/>
            </p:nvSpPr>
            <p:spPr>
              <a:xfrm>
                <a:off x="324476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6" name="Oval 2065">
                <a:extLst>
                  <a:ext uri="{FF2B5EF4-FFF2-40B4-BE49-F238E27FC236}">
                    <a16:creationId xmlns:a16="http://schemas.microsoft.com/office/drawing/2014/main" id="{7A068840-295E-656F-6017-8F452E9BA5A5}"/>
                  </a:ext>
                </a:extLst>
              </p:cNvPr>
              <p:cNvSpPr/>
              <p:nvPr/>
            </p:nvSpPr>
            <p:spPr>
              <a:xfrm>
                <a:off x="104301" y="5998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7" name="Oval 2066">
                <a:extLst>
                  <a:ext uri="{FF2B5EF4-FFF2-40B4-BE49-F238E27FC236}">
                    <a16:creationId xmlns:a16="http://schemas.microsoft.com/office/drawing/2014/main" id="{D2ADCDAC-4D5B-882D-D761-781447CE2FFD}"/>
                  </a:ext>
                </a:extLst>
              </p:cNvPr>
              <p:cNvSpPr/>
              <p:nvPr/>
            </p:nvSpPr>
            <p:spPr>
              <a:xfrm>
                <a:off x="497439" y="60089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" name="Oval 2067">
                <a:extLst>
                  <a:ext uri="{FF2B5EF4-FFF2-40B4-BE49-F238E27FC236}">
                    <a16:creationId xmlns:a16="http://schemas.microsoft.com/office/drawing/2014/main" id="{02875341-5BF5-2738-0557-D4404271133C}"/>
                  </a:ext>
                </a:extLst>
              </p:cNvPr>
              <p:cNvSpPr/>
              <p:nvPr/>
            </p:nvSpPr>
            <p:spPr>
              <a:xfrm>
                <a:off x="391448" y="59884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" name="Oval 2068">
                <a:extLst>
                  <a:ext uri="{FF2B5EF4-FFF2-40B4-BE49-F238E27FC236}">
                    <a16:creationId xmlns:a16="http://schemas.microsoft.com/office/drawing/2014/main" id="{43CE12D6-57F7-BDF6-33F6-0D9FA63EB3CD}"/>
                  </a:ext>
                </a:extLst>
              </p:cNvPr>
              <p:cNvSpPr/>
              <p:nvPr/>
            </p:nvSpPr>
            <p:spPr>
              <a:xfrm>
                <a:off x="340184" y="6406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" name="Oval 2069">
                <a:extLst>
                  <a:ext uri="{FF2B5EF4-FFF2-40B4-BE49-F238E27FC236}">
                    <a16:creationId xmlns:a16="http://schemas.microsoft.com/office/drawing/2014/main" id="{3DAEC58E-235B-FEC4-A2A0-AC3EB454200B}"/>
                  </a:ext>
                </a:extLst>
              </p:cNvPr>
              <p:cNvSpPr/>
              <p:nvPr/>
            </p:nvSpPr>
            <p:spPr>
              <a:xfrm>
                <a:off x="200580" y="615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1" name="Oval 2070">
                <a:extLst>
                  <a:ext uri="{FF2B5EF4-FFF2-40B4-BE49-F238E27FC236}">
                    <a16:creationId xmlns:a16="http://schemas.microsoft.com/office/drawing/2014/main" id="{391E895A-4A2A-356A-4700-E4CA4FC5EE5A}"/>
                  </a:ext>
                </a:extLst>
              </p:cNvPr>
              <p:cNvSpPr/>
              <p:nvPr/>
            </p:nvSpPr>
            <p:spPr>
              <a:xfrm>
                <a:off x="288413" y="640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2" name="Oval 2071">
                <a:extLst>
                  <a:ext uri="{FF2B5EF4-FFF2-40B4-BE49-F238E27FC236}">
                    <a16:creationId xmlns:a16="http://schemas.microsoft.com/office/drawing/2014/main" id="{92B268F5-EB74-0C98-B67C-B2BEFEC6E697}"/>
                  </a:ext>
                </a:extLst>
              </p:cNvPr>
              <p:cNvSpPr/>
              <p:nvPr/>
            </p:nvSpPr>
            <p:spPr>
              <a:xfrm>
                <a:off x="397698" y="62040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3" name="Oval 2072">
                <a:extLst>
                  <a:ext uri="{FF2B5EF4-FFF2-40B4-BE49-F238E27FC236}">
                    <a16:creationId xmlns:a16="http://schemas.microsoft.com/office/drawing/2014/main" id="{C622D7CA-674E-7B5E-656E-BAB2E3D8AF45}"/>
                  </a:ext>
                </a:extLst>
              </p:cNvPr>
              <p:cNvSpPr/>
              <p:nvPr/>
            </p:nvSpPr>
            <p:spPr>
              <a:xfrm>
                <a:off x="65537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4" name="Oval 2073">
                <a:extLst>
                  <a:ext uri="{FF2B5EF4-FFF2-40B4-BE49-F238E27FC236}">
                    <a16:creationId xmlns:a16="http://schemas.microsoft.com/office/drawing/2014/main" id="{134ACCAA-27FA-6468-3191-A4C6C70D82BA}"/>
                  </a:ext>
                </a:extLst>
              </p:cNvPr>
              <p:cNvSpPr/>
              <p:nvPr/>
            </p:nvSpPr>
            <p:spPr>
              <a:xfrm>
                <a:off x="624798" y="6317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5" name="Oval 2074">
                <a:extLst>
                  <a:ext uri="{FF2B5EF4-FFF2-40B4-BE49-F238E27FC236}">
                    <a16:creationId xmlns:a16="http://schemas.microsoft.com/office/drawing/2014/main" id="{918EB1C5-DD08-136E-AB1A-8B2740CEB576}"/>
                  </a:ext>
                </a:extLst>
              </p:cNvPr>
              <p:cNvSpPr/>
              <p:nvPr/>
            </p:nvSpPr>
            <p:spPr>
              <a:xfrm>
                <a:off x="312314" y="6285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6" name="Oval 2075">
                <a:extLst>
                  <a:ext uri="{FF2B5EF4-FFF2-40B4-BE49-F238E27FC236}">
                    <a16:creationId xmlns:a16="http://schemas.microsoft.com/office/drawing/2014/main" id="{86125DDD-95B3-490B-E045-0A5284AA420F}"/>
                  </a:ext>
                </a:extLst>
              </p:cNvPr>
              <p:cNvSpPr/>
              <p:nvPr/>
            </p:nvSpPr>
            <p:spPr>
              <a:xfrm>
                <a:off x="133185" y="59887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7" name="Oval 2076">
                <a:extLst>
                  <a:ext uri="{FF2B5EF4-FFF2-40B4-BE49-F238E27FC236}">
                    <a16:creationId xmlns:a16="http://schemas.microsoft.com/office/drawing/2014/main" id="{C1A65108-0C9C-762F-9AC1-1EE1E7CA054A}"/>
                  </a:ext>
                </a:extLst>
              </p:cNvPr>
              <p:cNvSpPr/>
              <p:nvPr/>
            </p:nvSpPr>
            <p:spPr>
              <a:xfrm>
                <a:off x="237825" y="6195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8" name="Oval 2077">
                <a:extLst>
                  <a:ext uri="{FF2B5EF4-FFF2-40B4-BE49-F238E27FC236}">
                    <a16:creationId xmlns:a16="http://schemas.microsoft.com/office/drawing/2014/main" id="{90F7DAA5-2D2C-C87D-70C9-9DFEEAAEDC4B}"/>
                  </a:ext>
                </a:extLst>
              </p:cNvPr>
              <p:cNvSpPr/>
              <p:nvPr/>
            </p:nvSpPr>
            <p:spPr>
              <a:xfrm>
                <a:off x="984069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9" name="Oval 2078">
                <a:extLst>
                  <a:ext uri="{FF2B5EF4-FFF2-40B4-BE49-F238E27FC236}">
                    <a16:creationId xmlns:a16="http://schemas.microsoft.com/office/drawing/2014/main" id="{DC066FC5-6D4F-7C7A-4A73-2079F69D5476}"/>
                  </a:ext>
                </a:extLst>
              </p:cNvPr>
              <p:cNvSpPr/>
              <p:nvPr/>
            </p:nvSpPr>
            <p:spPr>
              <a:xfrm>
                <a:off x="422443" y="62558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0" name="Oval 2079">
                <a:extLst>
                  <a:ext uri="{FF2B5EF4-FFF2-40B4-BE49-F238E27FC236}">
                    <a16:creationId xmlns:a16="http://schemas.microsoft.com/office/drawing/2014/main" id="{A3BF660A-9DEB-FEFF-AC89-27D18D8FCDA7}"/>
                  </a:ext>
                </a:extLst>
              </p:cNvPr>
              <p:cNvSpPr/>
              <p:nvPr/>
            </p:nvSpPr>
            <p:spPr>
              <a:xfrm>
                <a:off x="280981" y="631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1" name="Oval 2080">
                <a:extLst>
                  <a:ext uri="{FF2B5EF4-FFF2-40B4-BE49-F238E27FC236}">
                    <a16:creationId xmlns:a16="http://schemas.microsoft.com/office/drawing/2014/main" id="{1C496C62-5DB4-260F-B6DA-133553D34FA3}"/>
                  </a:ext>
                </a:extLst>
              </p:cNvPr>
              <p:cNvSpPr/>
              <p:nvPr/>
            </p:nvSpPr>
            <p:spPr>
              <a:xfrm>
                <a:off x="330556" y="6264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2" name="Oval 2081">
                <a:extLst>
                  <a:ext uri="{FF2B5EF4-FFF2-40B4-BE49-F238E27FC236}">
                    <a16:creationId xmlns:a16="http://schemas.microsoft.com/office/drawing/2014/main" id="{B30191EE-A7FF-F807-4613-4D819C4FF0C5}"/>
                  </a:ext>
                </a:extLst>
              </p:cNvPr>
              <p:cNvSpPr/>
              <p:nvPr/>
            </p:nvSpPr>
            <p:spPr>
              <a:xfrm>
                <a:off x="92224" y="5993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3" name="Oval 2082">
                <a:extLst>
                  <a:ext uri="{FF2B5EF4-FFF2-40B4-BE49-F238E27FC236}">
                    <a16:creationId xmlns:a16="http://schemas.microsoft.com/office/drawing/2014/main" id="{066502D8-A4CF-4F83-FF78-65F9EF2E7C3E}"/>
                  </a:ext>
                </a:extLst>
              </p:cNvPr>
              <p:cNvSpPr/>
              <p:nvPr/>
            </p:nvSpPr>
            <p:spPr>
              <a:xfrm>
                <a:off x="343647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4" name="Oval 2083">
                <a:extLst>
                  <a:ext uri="{FF2B5EF4-FFF2-40B4-BE49-F238E27FC236}">
                    <a16:creationId xmlns:a16="http://schemas.microsoft.com/office/drawing/2014/main" id="{F08446FE-69F4-8F80-7223-E0199E18040C}"/>
                  </a:ext>
                </a:extLst>
              </p:cNvPr>
              <p:cNvSpPr/>
              <p:nvPr/>
            </p:nvSpPr>
            <p:spPr>
              <a:xfrm>
                <a:off x="562808" y="6239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5" name="Oval 2084">
                <a:extLst>
                  <a:ext uri="{FF2B5EF4-FFF2-40B4-BE49-F238E27FC236}">
                    <a16:creationId xmlns:a16="http://schemas.microsoft.com/office/drawing/2014/main" id="{E5947439-7C71-B6CE-3C6D-C34F63E9FDC3}"/>
                  </a:ext>
                </a:extLst>
              </p:cNvPr>
              <p:cNvSpPr/>
              <p:nvPr/>
            </p:nvSpPr>
            <p:spPr>
              <a:xfrm>
                <a:off x="860005" y="677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6" name="Oval 2085">
                <a:extLst>
                  <a:ext uri="{FF2B5EF4-FFF2-40B4-BE49-F238E27FC236}">
                    <a16:creationId xmlns:a16="http://schemas.microsoft.com/office/drawing/2014/main" id="{BB38147E-148F-0FB4-5C14-2126C998906C}"/>
                  </a:ext>
                </a:extLst>
              </p:cNvPr>
              <p:cNvSpPr/>
              <p:nvPr/>
            </p:nvSpPr>
            <p:spPr>
              <a:xfrm>
                <a:off x="128371" y="596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7" name="Oval 2086">
                <a:extLst>
                  <a:ext uri="{FF2B5EF4-FFF2-40B4-BE49-F238E27FC236}">
                    <a16:creationId xmlns:a16="http://schemas.microsoft.com/office/drawing/2014/main" id="{8C0E328F-E49A-3B9C-5647-E229F55D9553}"/>
                  </a:ext>
                </a:extLst>
              </p:cNvPr>
              <p:cNvSpPr/>
              <p:nvPr/>
            </p:nvSpPr>
            <p:spPr>
              <a:xfrm>
                <a:off x="205563" y="62102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8" name="Oval 2087">
                <a:extLst>
                  <a:ext uri="{FF2B5EF4-FFF2-40B4-BE49-F238E27FC236}">
                    <a16:creationId xmlns:a16="http://schemas.microsoft.com/office/drawing/2014/main" id="{4E1D3872-E9E2-7B20-FB01-FC997DE49446}"/>
                  </a:ext>
                </a:extLst>
              </p:cNvPr>
              <p:cNvSpPr/>
              <p:nvPr/>
            </p:nvSpPr>
            <p:spPr>
              <a:xfrm>
                <a:off x="373037" y="6180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9" name="Oval 2088">
                <a:extLst>
                  <a:ext uri="{FF2B5EF4-FFF2-40B4-BE49-F238E27FC236}">
                    <a16:creationId xmlns:a16="http://schemas.microsoft.com/office/drawing/2014/main" id="{95AA7253-94F3-39BA-77B7-EFE6DB94ED39}"/>
                  </a:ext>
                </a:extLst>
              </p:cNvPr>
              <p:cNvSpPr/>
              <p:nvPr/>
            </p:nvSpPr>
            <p:spPr>
              <a:xfrm>
                <a:off x="966840" y="547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0" name="Oval 2089">
                <a:extLst>
                  <a:ext uri="{FF2B5EF4-FFF2-40B4-BE49-F238E27FC236}">
                    <a16:creationId xmlns:a16="http://schemas.microsoft.com/office/drawing/2014/main" id="{4203F834-16D1-1A8A-8EC4-B62C303E5D77}"/>
                  </a:ext>
                </a:extLst>
              </p:cNvPr>
              <p:cNvSpPr/>
              <p:nvPr/>
            </p:nvSpPr>
            <p:spPr>
              <a:xfrm>
                <a:off x="987616" y="5643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1" name="Oval 2090">
                <a:extLst>
                  <a:ext uri="{FF2B5EF4-FFF2-40B4-BE49-F238E27FC236}">
                    <a16:creationId xmlns:a16="http://schemas.microsoft.com/office/drawing/2014/main" id="{20AFE752-3454-E6CC-5731-F68D9C2CB6C7}"/>
                  </a:ext>
                </a:extLst>
              </p:cNvPr>
              <p:cNvSpPr/>
              <p:nvPr/>
            </p:nvSpPr>
            <p:spPr>
              <a:xfrm>
                <a:off x="498875" y="5957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2" name="Oval 2091">
                <a:extLst>
                  <a:ext uri="{FF2B5EF4-FFF2-40B4-BE49-F238E27FC236}">
                    <a16:creationId xmlns:a16="http://schemas.microsoft.com/office/drawing/2014/main" id="{BD153720-392F-DEAA-94E3-B3BAECB8F16B}"/>
                  </a:ext>
                </a:extLst>
              </p:cNvPr>
              <p:cNvSpPr/>
              <p:nvPr/>
            </p:nvSpPr>
            <p:spPr>
              <a:xfrm>
                <a:off x="475143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3" name="Oval 2092">
                <a:extLst>
                  <a:ext uri="{FF2B5EF4-FFF2-40B4-BE49-F238E27FC236}">
                    <a16:creationId xmlns:a16="http://schemas.microsoft.com/office/drawing/2014/main" id="{400725B0-D75E-9EF8-86CA-D53CC63F9DD8}"/>
                  </a:ext>
                </a:extLst>
              </p:cNvPr>
              <p:cNvSpPr/>
              <p:nvPr/>
            </p:nvSpPr>
            <p:spPr>
              <a:xfrm>
                <a:off x="213333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4" name="Oval 2093">
                <a:extLst>
                  <a:ext uri="{FF2B5EF4-FFF2-40B4-BE49-F238E27FC236}">
                    <a16:creationId xmlns:a16="http://schemas.microsoft.com/office/drawing/2014/main" id="{4B996CB6-D1FB-191F-C354-6DF5874DEA4D}"/>
                  </a:ext>
                </a:extLst>
              </p:cNvPr>
              <p:cNvSpPr/>
              <p:nvPr/>
            </p:nvSpPr>
            <p:spPr>
              <a:xfrm>
                <a:off x="312905" y="637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5" name="Oval 2094">
                <a:extLst>
                  <a:ext uri="{FF2B5EF4-FFF2-40B4-BE49-F238E27FC236}">
                    <a16:creationId xmlns:a16="http://schemas.microsoft.com/office/drawing/2014/main" id="{6590BC0F-E664-BD8E-1F02-38EB3A3DED1B}"/>
                  </a:ext>
                </a:extLst>
              </p:cNvPr>
              <p:cNvSpPr/>
              <p:nvPr/>
            </p:nvSpPr>
            <p:spPr>
              <a:xfrm>
                <a:off x="299055" y="63850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6" name="Oval 2095">
                <a:extLst>
                  <a:ext uri="{FF2B5EF4-FFF2-40B4-BE49-F238E27FC236}">
                    <a16:creationId xmlns:a16="http://schemas.microsoft.com/office/drawing/2014/main" id="{1F930654-FE94-3BAD-53E0-2ADBC03EC95F}"/>
                  </a:ext>
                </a:extLst>
              </p:cNvPr>
              <p:cNvSpPr/>
              <p:nvPr/>
            </p:nvSpPr>
            <p:spPr>
              <a:xfrm>
                <a:off x="177186" y="614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7" name="Oval 2096">
                <a:extLst>
                  <a:ext uri="{FF2B5EF4-FFF2-40B4-BE49-F238E27FC236}">
                    <a16:creationId xmlns:a16="http://schemas.microsoft.com/office/drawing/2014/main" id="{528D35F8-330C-15AB-3586-2600E84857A0}"/>
                  </a:ext>
                </a:extLst>
              </p:cNvPr>
              <p:cNvSpPr/>
              <p:nvPr/>
            </p:nvSpPr>
            <p:spPr>
              <a:xfrm>
                <a:off x="1074267" y="63987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8" name="Oval 2097">
                <a:extLst>
                  <a:ext uri="{FF2B5EF4-FFF2-40B4-BE49-F238E27FC236}">
                    <a16:creationId xmlns:a16="http://schemas.microsoft.com/office/drawing/2014/main" id="{7DE258AC-18B1-AC82-10B4-22B460FE95EF}"/>
                  </a:ext>
                </a:extLst>
              </p:cNvPr>
              <p:cNvSpPr/>
              <p:nvPr/>
            </p:nvSpPr>
            <p:spPr>
              <a:xfrm>
                <a:off x="476326" y="623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9" name="Oval 2098">
                <a:extLst>
                  <a:ext uri="{FF2B5EF4-FFF2-40B4-BE49-F238E27FC236}">
                    <a16:creationId xmlns:a16="http://schemas.microsoft.com/office/drawing/2014/main" id="{EB31A2A5-36A2-E173-E6BB-5938ED569203}"/>
                  </a:ext>
                </a:extLst>
              </p:cNvPr>
              <p:cNvSpPr/>
              <p:nvPr/>
            </p:nvSpPr>
            <p:spPr>
              <a:xfrm>
                <a:off x="353106" y="64103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0" name="Oval 2099">
                <a:extLst>
                  <a:ext uri="{FF2B5EF4-FFF2-40B4-BE49-F238E27FC236}">
                    <a16:creationId xmlns:a16="http://schemas.microsoft.com/office/drawing/2014/main" id="{8555A5C3-9090-913E-8AB2-E5F386602024}"/>
                  </a:ext>
                </a:extLst>
              </p:cNvPr>
              <p:cNvSpPr/>
              <p:nvPr/>
            </p:nvSpPr>
            <p:spPr>
              <a:xfrm>
                <a:off x="225579" y="61571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1" name="Oval 2100">
                <a:extLst>
                  <a:ext uri="{FF2B5EF4-FFF2-40B4-BE49-F238E27FC236}">
                    <a16:creationId xmlns:a16="http://schemas.microsoft.com/office/drawing/2014/main" id="{F35ACB04-D9B7-931A-9DB4-3B5CD5C393BD}"/>
                  </a:ext>
                </a:extLst>
              </p:cNvPr>
              <p:cNvSpPr/>
              <p:nvPr/>
            </p:nvSpPr>
            <p:spPr>
              <a:xfrm>
                <a:off x="195344" y="62048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2" name="Oval 2101">
                <a:extLst>
                  <a:ext uri="{FF2B5EF4-FFF2-40B4-BE49-F238E27FC236}">
                    <a16:creationId xmlns:a16="http://schemas.microsoft.com/office/drawing/2014/main" id="{E747EC00-AC5E-1A2A-EF82-40F2F3E89B31}"/>
                  </a:ext>
                </a:extLst>
              </p:cNvPr>
              <p:cNvSpPr/>
              <p:nvPr/>
            </p:nvSpPr>
            <p:spPr>
              <a:xfrm>
                <a:off x="410958" y="61069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3" name="Oval 2102">
                <a:extLst>
                  <a:ext uri="{FF2B5EF4-FFF2-40B4-BE49-F238E27FC236}">
                    <a16:creationId xmlns:a16="http://schemas.microsoft.com/office/drawing/2014/main" id="{674DC87B-56F6-20DF-6C00-23596F1FE865}"/>
                  </a:ext>
                </a:extLst>
              </p:cNvPr>
              <p:cNvSpPr/>
              <p:nvPr/>
            </p:nvSpPr>
            <p:spPr>
              <a:xfrm>
                <a:off x="969712" y="55068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32E4FC1B-83AA-9546-684C-EE8078ABF3AD}"/>
                  </a:ext>
                </a:extLst>
              </p:cNvPr>
              <p:cNvSpPr/>
              <p:nvPr/>
            </p:nvSpPr>
            <p:spPr>
              <a:xfrm>
                <a:off x="177862" y="61945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5" name="Oval 2104">
                <a:extLst>
                  <a:ext uri="{FF2B5EF4-FFF2-40B4-BE49-F238E27FC236}">
                    <a16:creationId xmlns:a16="http://schemas.microsoft.com/office/drawing/2014/main" id="{AA94257E-D7D7-683D-0F18-875700CC231C}"/>
                  </a:ext>
                </a:extLst>
              </p:cNvPr>
              <p:cNvSpPr/>
              <p:nvPr/>
            </p:nvSpPr>
            <p:spPr>
              <a:xfrm>
                <a:off x="371602" y="63475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225D3887-81AC-3942-887C-CDC036194784}"/>
                  </a:ext>
                </a:extLst>
              </p:cNvPr>
              <p:cNvSpPr/>
              <p:nvPr/>
            </p:nvSpPr>
            <p:spPr>
              <a:xfrm>
                <a:off x="203029" y="61131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7" name="Oval 2106">
                <a:extLst>
                  <a:ext uri="{FF2B5EF4-FFF2-40B4-BE49-F238E27FC236}">
                    <a16:creationId xmlns:a16="http://schemas.microsoft.com/office/drawing/2014/main" id="{D728303C-35E7-026D-5522-3D11BF5EE2F8}"/>
                  </a:ext>
                </a:extLst>
              </p:cNvPr>
              <p:cNvSpPr/>
              <p:nvPr/>
            </p:nvSpPr>
            <p:spPr>
              <a:xfrm>
                <a:off x="328952" y="6168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8" name="Oval 2107">
                <a:extLst>
                  <a:ext uri="{FF2B5EF4-FFF2-40B4-BE49-F238E27FC236}">
                    <a16:creationId xmlns:a16="http://schemas.microsoft.com/office/drawing/2014/main" id="{502BCC66-8030-7170-85E0-D0C3D3C69958}"/>
                  </a:ext>
                </a:extLst>
              </p:cNvPr>
              <p:cNvSpPr/>
              <p:nvPr/>
            </p:nvSpPr>
            <p:spPr>
              <a:xfrm>
                <a:off x="517202" y="6078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8DD3FB51-8167-7662-802C-013B63BDC5A1}"/>
                  </a:ext>
                </a:extLst>
              </p:cNvPr>
              <p:cNvSpPr/>
              <p:nvPr/>
            </p:nvSpPr>
            <p:spPr>
              <a:xfrm>
                <a:off x="942095" y="550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0" name="Oval 2109">
                <a:extLst>
                  <a:ext uri="{FF2B5EF4-FFF2-40B4-BE49-F238E27FC236}">
                    <a16:creationId xmlns:a16="http://schemas.microsoft.com/office/drawing/2014/main" id="{138CD22B-AFC9-F224-BAFD-0C8638002EE8}"/>
                  </a:ext>
                </a:extLst>
              </p:cNvPr>
              <p:cNvSpPr/>
              <p:nvPr/>
            </p:nvSpPr>
            <p:spPr>
              <a:xfrm>
                <a:off x="383172" y="62426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1" name="Oval 2110">
                <a:extLst>
                  <a:ext uri="{FF2B5EF4-FFF2-40B4-BE49-F238E27FC236}">
                    <a16:creationId xmlns:a16="http://schemas.microsoft.com/office/drawing/2014/main" id="{D9909267-EB9D-5FD3-F356-B0987D65A640}"/>
                  </a:ext>
                </a:extLst>
              </p:cNvPr>
              <p:cNvSpPr/>
              <p:nvPr/>
            </p:nvSpPr>
            <p:spPr>
              <a:xfrm>
                <a:off x="961857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2" name="Oval 2111">
                <a:extLst>
                  <a:ext uri="{FF2B5EF4-FFF2-40B4-BE49-F238E27FC236}">
                    <a16:creationId xmlns:a16="http://schemas.microsoft.com/office/drawing/2014/main" id="{86801676-89A2-87B9-1ABD-3E8F0A62A52A}"/>
                  </a:ext>
                </a:extLst>
              </p:cNvPr>
              <p:cNvSpPr/>
              <p:nvPr/>
            </p:nvSpPr>
            <p:spPr>
              <a:xfrm>
                <a:off x="992515" y="5532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3" name="Oval 2112">
                <a:extLst>
                  <a:ext uri="{FF2B5EF4-FFF2-40B4-BE49-F238E27FC236}">
                    <a16:creationId xmlns:a16="http://schemas.microsoft.com/office/drawing/2014/main" id="{01C21416-BAEC-9BC1-9667-F554E9C75FB0}"/>
                  </a:ext>
                </a:extLst>
              </p:cNvPr>
              <p:cNvSpPr/>
              <p:nvPr/>
            </p:nvSpPr>
            <p:spPr>
              <a:xfrm>
                <a:off x="919377" y="56195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4" name="Oval 2113">
                <a:extLst>
                  <a:ext uri="{FF2B5EF4-FFF2-40B4-BE49-F238E27FC236}">
                    <a16:creationId xmlns:a16="http://schemas.microsoft.com/office/drawing/2014/main" id="{9A9F6F24-8B32-3BFF-7668-9A8F8D29F229}"/>
                  </a:ext>
                </a:extLst>
              </p:cNvPr>
              <p:cNvSpPr/>
              <p:nvPr/>
            </p:nvSpPr>
            <p:spPr>
              <a:xfrm>
                <a:off x="1519260" y="522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5" name="Oval 2114">
                <a:extLst>
                  <a:ext uri="{FF2B5EF4-FFF2-40B4-BE49-F238E27FC236}">
                    <a16:creationId xmlns:a16="http://schemas.microsoft.com/office/drawing/2014/main" id="{10B74C1B-EA99-C42F-E83A-CCB4A7C54130}"/>
                  </a:ext>
                </a:extLst>
              </p:cNvPr>
              <p:cNvSpPr/>
              <p:nvPr/>
            </p:nvSpPr>
            <p:spPr>
              <a:xfrm>
                <a:off x="516442" y="625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6" name="Oval 2115">
                <a:extLst>
                  <a:ext uri="{FF2B5EF4-FFF2-40B4-BE49-F238E27FC236}">
                    <a16:creationId xmlns:a16="http://schemas.microsoft.com/office/drawing/2014/main" id="{14B94690-A59C-0D52-EF07-1855A140AD29}"/>
                  </a:ext>
                </a:extLst>
              </p:cNvPr>
              <p:cNvSpPr/>
              <p:nvPr/>
            </p:nvSpPr>
            <p:spPr>
              <a:xfrm>
                <a:off x="213924" y="6133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7" name="Oval 2116">
                <a:extLst>
                  <a:ext uri="{FF2B5EF4-FFF2-40B4-BE49-F238E27FC236}">
                    <a16:creationId xmlns:a16="http://schemas.microsoft.com/office/drawing/2014/main" id="{190E308C-E193-DDD1-290E-19B487D0D2B8}"/>
                  </a:ext>
                </a:extLst>
              </p:cNvPr>
              <p:cNvSpPr/>
              <p:nvPr/>
            </p:nvSpPr>
            <p:spPr>
              <a:xfrm>
                <a:off x="215866" y="6123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8" name="Oval 2117">
                <a:extLst>
                  <a:ext uri="{FF2B5EF4-FFF2-40B4-BE49-F238E27FC236}">
                    <a16:creationId xmlns:a16="http://schemas.microsoft.com/office/drawing/2014/main" id="{AD88AD47-12EC-1FF0-8DE7-3835BA1D380F}"/>
                  </a:ext>
                </a:extLst>
              </p:cNvPr>
              <p:cNvSpPr/>
              <p:nvPr/>
            </p:nvSpPr>
            <p:spPr>
              <a:xfrm>
                <a:off x="525563" y="62014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19" name="Oval 2118">
                <a:extLst>
                  <a:ext uri="{FF2B5EF4-FFF2-40B4-BE49-F238E27FC236}">
                    <a16:creationId xmlns:a16="http://schemas.microsoft.com/office/drawing/2014/main" id="{41CEA587-6EF8-3D67-AE18-E560E7F0C571}"/>
                  </a:ext>
                </a:extLst>
              </p:cNvPr>
              <p:cNvSpPr/>
              <p:nvPr/>
            </p:nvSpPr>
            <p:spPr>
              <a:xfrm>
                <a:off x="201594" y="61246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0" name="Oval 2119">
                <a:extLst>
                  <a:ext uri="{FF2B5EF4-FFF2-40B4-BE49-F238E27FC236}">
                    <a16:creationId xmlns:a16="http://schemas.microsoft.com/office/drawing/2014/main" id="{B551ADE0-E08F-D234-BA0C-B84CA219046C}"/>
                  </a:ext>
                </a:extLst>
              </p:cNvPr>
              <p:cNvSpPr/>
              <p:nvPr/>
            </p:nvSpPr>
            <p:spPr>
              <a:xfrm>
                <a:off x="539160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1" name="Oval 2120">
                <a:extLst>
                  <a:ext uri="{FF2B5EF4-FFF2-40B4-BE49-F238E27FC236}">
                    <a16:creationId xmlns:a16="http://schemas.microsoft.com/office/drawing/2014/main" id="{C3734A09-9CE9-856B-4351-5C1C30DFCFEA}"/>
                  </a:ext>
                </a:extLst>
              </p:cNvPr>
              <p:cNvSpPr/>
              <p:nvPr/>
            </p:nvSpPr>
            <p:spPr>
              <a:xfrm>
                <a:off x="327009" y="6274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2" name="Oval 2121">
                <a:extLst>
                  <a:ext uri="{FF2B5EF4-FFF2-40B4-BE49-F238E27FC236}">
                    <a16:creationId xmlns:a16="http://schemas.microsoft.com/office/drawing/2014/main" id="{A853D77E-C5FF-7F2D-E4C2-9EC7272D9448}"/>
                  </a:ext>
                </a:extLst>
              </p:cNvPr>
              <p:cNvSpPr/>
              <p:nvPr/>
            </p:nvSpPr>
            <p:spPr>
              <a:xfrm>
                <a:off x="595407" y="5643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3" name="Oval 2122">
                <a:extLst>
                  <a:ext uri="{FF2B5EF4-FFF2-40B4-BE49-F238E27FC236}">
                    <a16:creationId xmlns:a16="http://schemas.microsoft.com/office/drawing/2014/main" id="{C19C28FC-BBF4-C7FE-344C-55C2DB5AB072}"/>
                  </a:ext>
                </a:extLst>
              </p:cNvPr>
              <p:cNvSpPr/>
              <p:nvPr/>
            </p:nvSpPr>
            <p:spPr>
              <a:xfrm>
                <a:off x="990319" y="54725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4" name="Oval 2123">
                <a:extLst>
                  <a:ext uri="{FF2B5EF4-FFF2-40B4-BE49-F238E27FC236}">
                    <a16:creationId xmlns:a16="http://schemas.microsoft.com/office/drawing/2014/main" id="{7C232396-2151-1954-BD64-CEB05325B58B}"/>
                  </a:ext>
                </a:extLst>
              </p:cNvPr>
              <p:cNvSpPr/>
              <p:nvPr/>
            </p:nvSpPr>
            <p:spPr>
              <a:xfrm>
                <a:off x="506138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5" name="Oval 2124">
                <a:extLst>
                  <a:ext uri="{FF2B5EF4-FFF2-40B4-BE49-F238E27FC236}">
                    <a16:creationId xmlns:a16="http://schemas.microsoft.com/office/drawing/2014/main" id="{7725415B-6413-B81F-C6FF-E41D6F9C88A4}"/>
                  </a:ext>
                </a:extLst>
              </p:cNvPr>
              <p:cNvSpPr/>
              <p:nvPr/>
            </p:nvSpPr>
            <p:spPr>
              <a:xfrm>
                <a:off x="318648" y="6074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6" name="Oval 2125">
                <a:extLst>
                  <a:ext uri="{FF2B5EF4-FFF2-40B4-BE49-F238E27FC236}">
                    <a16:creationId xmlns:a16="http://schemas.microsoft.com/office/drawing/2014/main" id="{99B926A0-2264-6B6A-EFDD-09C352336BE0}"/>
                  </a:ext>
                </a:extLst>
              </p:cNvPr>
              <p:cNvSpPr/>
              <p:nvPr/>
            </p:nvSpPr>
            <p:spPr>
              <a:xfrm>
                <a:off x="1010081" y="555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7" name="Oval 2126">
                <a:extLst>
                  <a:ext uri="{FF2B5EF4-FFF2-40B4-BE49-F238E27FC236}">
                    <a16:creationId xmlns:a16="http://schemas.microsoft.com/office/drawing/2014/main" id="{184EB5D6-58CB-5655-F9E2-6480130621C8}"/>
                  </a:ext>
                </a:extLst>
              </p:cNvPr>
              <p:cNvSpPr/>
              <p:nvPr/>
            </p:nvSpPr>
            <p:spPr>
              <a:xfrm>
                <a:off x="987785" y="55231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8" name="Oval 2127">
                <a:extLst>
                  <a:ext uri="{FF2B5EF4-FFF2-40B4-BE49-F238E27FC236}">
                    <a16:creationId xmlns:a16="http://schemas.microsoft.com/office/drawing/2014/main" id="{8E7A423F-5F18-643B-4F26-7663DB7D795B}"/>
                  </a:ext>
                </a:extLst>
              </p:cNvPr>
              <p:cNvSpPr/>
              <p:nvPr/>
            </p:nvSpPr>
            <p:spPr>
              <a:xfrm>
                <a:off x="983478" y="55687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9" name="Oval 2128">
                <a:extLst>
                  <a:ext uri="{FF2B5EF4-FFF2-40B4-BE49-F238E27FC236}">
                    <a16:creationId xmlns:a16="http://schemas.microsoft.com/office/drawing/2014/main" id="{9EF5F1FC-E839-D93E-116B-AE4550734EBB}"/>
                  </a:ext>
                </a:extLst>
              </p:cNvPr>
              <p:cNvSpPr/>
              <p:nvPr/>
            </p:nvSpPr>
            <p:spPr>
              <a:xfrm>
                <a:off x="938379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0" name="Oval 2129">
                <a:extLst>
                  <a:ext uri="{FF2B5EF4-FFF2-40B4-BE49-F238E27FC236}">
                    <a16:creationId xmlns:a16="http://schemas.microsoft.com/office/drawing/2014/main" id="{6E4F1C8C-84EB-4CAA-AF2A-FB5C3851BC96}"/>
                  </a:ext>
                </a:extLst>
              </p:cNvPr>
              <p:cNvSpPr/>
              <p:nvPr/>
            </p:nvSpPr>
            <p:spPr>
              <a:xfrm>
                <a:off x="390857" y="633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1" name="Oval 2130">
                <a:extLst>
                  <a:ext uri="{FF2B5EF4-FFF2-40B4-BE49-F238E27FC236}">
                    <a16:creationId xmlns:a16="http://schemas.microsoft.com/office/drawing/2014/main" id="{66FFC2C6-A9F5-C4F5-8DD5-97C490DA3E94}"/>
                  </a:ext>
                </a:extLst>
              </p:cNvPr>
              <p:cNvSpPr/>
              <p:nvPr/>
            </p:nvSpPr>
            <p:spPr>
              <a:xfrm>
                <a:off x="174990" y="61332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2" name="Oval 2131">
                <a:extLst>
                  <a:ext uri="{FF2B5EF4-FFF2-40B4-BE49-F238E27FC236}">
                    <a16:creationId xmlns:a16="http://schemas.microsoft.com/office/drawing/2014/main" id="{BA17A49F-3E43-9B27-AF0E-FE667FE97F75}"/>
                  </a:ext>
                </a:extLst>
              </p:cNvPr>
              <p:cNvSpPr/>
              <p:nvPr/>
            </p:nvSpPr>
            <p:spPr>
              <a:xfrm>
                <a:off x="972414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3" name="Oval 2132">
                <a:extLst>
                  <a:ext uri="{FF2B5EF4-FFF2-40B4-BE49-F238E27FC236}">
                    <a16:creationId xmlns:a16="http://schemas.microsoft.com/office/drawing/2014/main" id="{D09927DD-5893-EAF8-B8FD-010739E9DF35}"/>
                  </a:ext>
                </a:extLst>
              </p:cNvPr>
              <p:cNvSpPr/>
              <p:nvPr/>
            </p:nvSpPr>
            <p:spPr>
              <a:xfrm>
                <a:off x="279799" y="62667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4" name="Oval 2133">
                <a:extLst>
                  <a:ext uri="{FF2B5EF4-FFF2-40B4-BE49-F238E27FC236}">
                    <a16:creationId xmlns:a16="http://schemas.microsoft.com/office/drawing/2014/main" id="{9861A643-83A7-451D-4F74-2CF8C399E90D}"/>
                  </a:ext>
                </a:extLst>
              </p:cNvPr>
              <p:cNvSpPr/>
              <p:nvPr/>
            </p:nvSpPr>
            <p:spPr>
              <a:xfrm>
                <a:off x="457577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5" name="Oval 2134">
                <a:extLst>
                  <a:ext uri="{FF2B5EF4-FFF2-40B4-BE49-F238E27FC236}">
                    <a16:creationId xmlns:a16="http://schemas.microsoft.com/office/drawing/2014/main" id="{52F8EFE6-A1DB-99B1-F260-C9787E6E52DA}"/>
                  </a:ext>
                </a:extLst>
              </p:cNvPr>
              <p:cNvSpPr/>
              <p:nvPr/>
            </p:nvSpPr>
            <p:spPr>
              <a:xfrm>
                <a:off x="299984" y="6277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6" name="Oval 2135">
                <a:extLst>
                  <a:ext uri="{FF2B5EF4-FFF2-40B4-BE49-F238E27FC236}">
                    <a16:creationId xmlns:a16="http://schemas.microsoft.com/office/drawing/2014/main" id="{5DD1A3F4-371F-E5D2-4BC3-AB458996FC45}"/>
                  </a:ext>
                </a:extLst>
              </p:cNvPr>
              <p:cNvSpPr/>
              <p:nvPr/>
            </p:nvSpPr>
            <p:spPr>
              <a:xfrm>
                <a:off x="343309" y="63454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7" name="Oval 2136">
                <a:extLst>
                  <a:ext uri="{FF2B5EF4-FFF2-40B4-BE49-F238E27FC236}">
                    <a16:creationId xmlns:a16="http://schemas.microsoft.com/office/drawing/2014/main" id="{8FFCC873-F87C-D751-58CB-DC0521460983}"/>
                  </a:ext>
                </a:extLst>
              </p:cNvPr>
              <p:cNvSpPr/>
              <p:nvPr/>
            </p:nvSpPr>
            <p:spPr>
              <a:xfrm>
                <a:off x="415940" y="630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8" name="Oval 2137">
                <a:extLst>
                  <a:ext uri="{FF2B5EF4-FFF2-40B4-BE49-F238E27FC236}">
                    <a16:creationId xmlns:a16="http://schemas.microsoft.com/office/drawing/2014/main" id="{C4883D02-D685-41A7-901F-C0F3E07DAC21}"/>
                  </a:ext>
                </a:extLst>
              </p:cNvPr>
              <p:cNvSpPr/>
              <p:nvPr/>
            </p:nvSpPr>
            <p:spPr>
              <a:xfrm>
                <a:off x="938548" y="5745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39" name="Oval 2138">
                <a:extLst>
                  <a:ext uri="{FF2B5EF4-FFF2-40B4-BE49-F238E27FC236}">
                    <a16:creationId xmlns:a16="http://schemas.microsoft.com/office/drawing/2014/main" id="{BD689477-168C-FEC0-A970-AE9470D58874}"/>
                  </a:ext>
                </a:extLst>
              </p:cNvPr>
              <p:cNvSpPr/>
              <p:nvPr/>
            </p:nvSpPr>
            <p:spPr>
              <a:xfrm>
                <a:off x="502929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0" name="Oval 2139">
                <a:extLst>
                  <a:ext uri="{FF2B5EF4-FFF2-40B4-BE49-F238E27FC236}">
                    <a16:creationId xmlns:a16="http://schemas.microsoft.com/office/drawing/2014/main" id="{B5F21166-587F-45E2-5C67-091E1006D158}"/>
                  </a:ext>
                </a:extLst>
              </p:cNvPr>
              <p:cNvSpPr/>
              <p:nvPr/>
            </p:nvSpPr>
            <p:spPr>
              <a:xfrm>
                <a:off x="337566" y="6373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1" name="Oval 2140">
                <a:extLst>
                  <a:ext uri="{FF2B5EF4-FFF2-40B4-BE49-F238E27FC236}">
                    <a16:creationId xmlns:a16="http://schemas.microsoft.com/office/drawing/2014/main" id="{C7AC6C29-6A83-4FE0-9CEC-030A2A2E1F1B}"/>
                  </a:ext>
                </a:extLst>
              </p:cNvPr>
              <p:cNvSpPr/>
              <p:nvPr/>
            </p:nvSpPr>
            <p:spPr>
              <a:xfrm>
                <a:off x="273634" y="6232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2" name="Oval 2141">
                <a:extLst>
                  <a:ext uri="{FF2B5EF4-FFF2-40B4-BE49-F238E27FC236}">
                    <a16:creationId xmlns:a16="http://schemas.microsoft.com/office/drawing/2014/main" id="{6DAD26F6-0E3D-7AFE-A0A4-17C7F1F922A8}"/>
                  </a:ext>
                </a:extLst>
              </p:cNvPr>
              <p:cNvSpPr/>
              <p:nvPr/>
            </p:nvSpPr>
            <p:spPr>
              <a:xfrm>
                <a:off x="380131" y="6359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3" name="Oval 2142">
                <a:extLst>
                  <a:ext uri="{FF2B5EF4-FFF2-40B4-BE49-F238E27FC236}">
                    <a16:creationId xmlns:a16="http://schemas.microsoft.com/office/drawing/2014/main" id="{64E4EB3F-ECBB-DEFA-0557-4ADE3C9BF374}"/>
                  </a:ext>
                </a:extLst>
              </p:cNvPr>
              <p:cNvSpPr/>
              <p:nvPr/>
            </p:nvSpPr>
            <p:spPr>
              <a:xfrm>
                <a:off x="341536" y="6382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4" name="Oval 2143">
                <a:extLst>
                  <a:ext uri="{FF2B5EF4-FFF2-40B4-BE49-F238E27FC236}">
                    <a16:creationId xmlns:a16="http://schemas.microsoft.com/office/drawing/2014/main" id="{3940FE60-9A58-C4B7-B4F9-8E9F38740DC8}"/>
                  </a:ext>
                </a:extLst>
              </p:cNvPr>
              <p:cNvSpPr/>
              <p:nvPr/>
            </p:nvSpPr>
            <p:spPr>
              <a:xfrm>
                <a:off x="980269" y="5580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5" name="Oval 2144">
                <a:extLst>
                  <a:ext uri="{FF2B5EF4-FFF2-40B4-BE49-F238E27FC236}">
                    <a16:creationId xmlns:a16="http://schemas.microsoft.com/office/drawing/2014/main" id="{AE92CE73-BF1E-237C-19B2-D185F32231B8}"/>
                  </a:ext>
                </a:extLst>
              </p:cNvPr>
              <p:cNvSpPr/>
              <p:nvPr/>
            </p:nvSpPr>
            <p:spPr>
              <a:xfrm>
                <a:off x="1016922" y="56138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6" name="Oval 2145">
                <a:extLst>
                  <a:ext uri="{FF2B5EF4-FFF2-40B4-BE49-F238E27FC236}">
                    <a16:creationId xmlns:a16="http://schemas.microsoft.com/office/drawing/2014/main" id="{285D44E9-DE1A-24BA-73B0-C0A7C1D44230}"/>
                  </a:ext>
                </a:extLst>
              </p:cNvPr>
              <p:cNvSpPr/>
              <p:nvPr/>
            </p:nvSpPr>
            <p:spPr>
              <a:xfrm>
                <a:off x="441530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7" name="Oval 2146">
                <a:extLst>
                  <a:ext uri="{FF2B5EF4-FFF2-40B4-BE49-F238E27FC236}">
                    <a16:creationId xmlns:a16="http://schemas.microsoft.com/office/drawing/2014/main" id="{1C092642-67FA-6F92-E3BC-DCB424CECC6F}"/>
                  </a:ext>
                </a:extLst>
              </p:cNvPr>
              <p:cNvSpPr/>
              <p:nvPr/>
            </p:nvSpPr>
            <p:spPr>
              <a:xfrm>
                <a:off x="218907" y="61334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8" name="Oval 2147">
                <a:extLst>
                  <a:ext uri="{FF2B5EF4-FFF2-40B4-BE49-F238E27FC236}">
                    <a16:creationId xmlns:a16="http://schemas.microsoft.com/office/drawing/2014/main" id="{256768EC-E09F-9B7D-F6E2-D94E31B6F85E}"/>
                  </a:ext>
                </a:extLst>
              </p:cNvPr>
              <p:cNvSpPr/>
              <p:nvPr/>
            </p:nvSpPr>
            <p:spPr>
              <a:xfrm>
                <a:off x="187659" y="61666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49" name="Oval 2148">
                <a:extLst>
                  <a:ext uri="{FF2B5EF4-FFF2-40B4-BE49-F238E27FC236}">
                    <a16:creationId xmlns:a16="http://schemas.microsoft.com/office/drawing/2014/main" id="{DF8CB410-331A-1280-803A-FAD13B920B11}"/>
                  </a:ext>
                </a:extLst>
              </p:cNvPr>
              <p:cNvSpPr/>
              <p:nvPr/>
            </p:nvSpPr>
            <p:spPr>
              <a:xfrm>
                <a:off x="437223" y="6116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0" name="Oval 2149">
                <a:extLst>
                  <a:ext uri="{FF2B5EF4-FFF2-40B4-BE49-F238E27FC236}">
                    <a16:creationId xmlns:a16="http://schemas.microsoft.com/office/drawing/2014/main" id="{54E2C024-5EED-7618-DFA0-4A808479370F}"/>
                  </a:ext>
                </a:extLst>
              </p:cNvPr>
              <p:cNvSpPr/>
              <p:nvPr/>
            </p:nvSpPr>
            <p:spPr>
              <a:xfrm>
                <a:off x="298970" y="60915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1" name="Oval 2150">
                <a:extLst>
                  <a:ext uri="{FF2B5EF4-FFF2-40B4-BE49-F238E27FC236}">
                    <a16:creationId xmlns:a16="http://schemas.microsoft.com/office/drawing/2014/main" id="{421D0454-E687-6D5D-77B5-FAB1AAFF7BFE}"/>
                  </a:ext>
                </a:extLst>
              </p:cNvPr>
              <p:cNvSpPr/>
              <p:nvPr/>
            </p:nvSpPr>
            <p:spPr>
              <a:xfrm>
                <a:off x="73898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2" name="Oval 2151">
                <a:extLst>
                  <a:ext uri="{FF2B5EF4-FFF2-40B4-BE49-F238E27FC236}">
                    <a16:creationId xmlns:a16="http://schemas.microsoft.com/office/drawing/2014/main" id="{5C68A7F4-7C12-5804-44DD-C0AEDB681168}"/>
                  </a:ext>
                </a:extLst>
              </p:cNvPr>
              <p:cNvSpPr/>
              <p:nvPr/>
            </p:nvSpPr>
            <p:spPr>
              <a:xfrm>
                <a:off x="256152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3" name="Oval 2152">
                <a:extLst>
                  <a:ext uri="{FF2B5EF4-FFF2-40B4-BE49-F238E27FC236}">
                    <a16:creationId xmlns:a16="http://schemas.microsoft.com/office/drawing/2014/main" id="{1355BEEC-A631-46EA-0C1D-3B5C562D0AD9}"/>
                  </a:ext>
                </a:extLst>
              </p:cNvPr>
              <p:cNvSpPr/>
              <p:nvPr/>
            </p:nvSpPr>
            <p:spPr>
              <a:xfrm>
                <a:off x="194668" y="61423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4" name="Oval 2153">
                <a:extLst>
                  <a:ext uri="{FF2B5EF4-FFF2-40B4-BE49-F238E27FC236}">
                    <a16:creationId xmlns:a16="http://schemas.microsoft.com/office/drawing/2014/main" id="{842B5025-522F-F9D9-5367-EB78BAC7CBE1}"/>
                  </a:ext>
                </a:extLst>
              </p:cNvPr>
              <p:cNvSpPr/>
              <p:nvPr/>
            </p:nvSpPr>
            <p:spPr>
              <a:xfrm>
                <a:off x="299308" y="61439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5" name="Oval 2154">
                <a:extLst>
                  <a:ext uri="{FF2B5EF4-FFF2-40B4-BE49-F238E27FC236}">
                    <a16:creationId xmlns:a16="http://schemas.microsoft.com/office/drawing/2014/main" id="{C8C22387-D7F8-E8A2-7E10-911215237657}"/>
                  </a:ext>
                </a:extLst>
              </p:cNvPr>
              <p:cNvSpPr/>
              <p:nvPr/>
            </p:nvSpPr>
            <p:spPr>
              <a:xfrm>
                <a:off x="398205" y="6303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6" name="Oval 2155">
                <a:extLst>
                  <a:ext uri="{FF2B5EF4-FFF2-40B4-BE49-F238E27FC236}">
                    <a16:creationId xmlns:a16="http://schemas.microsoft.com/office/drawing/2014/main" id="{B60279E2-0193-CAE0-F83D-2655C0CBCD0C}"/>
                  </a:ext>
                </a:extLst>
              </p:cNvPr>
              <p:cNvSpPr/>
              <p:nvPr/>
            </p:nvSpPr>
            <p:spPr>
              <a:xfrm>
                <a:off x="285288" y="63679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7" name="Oval 2156">
                <a:extLst>
                  <a:ext uri="{FF2B5EF4-FFF2-40B4-BE49-F238E27FC236}">
                    <a16:creationId xmlns:a16="http://schemas.microsoft.com/office/drawing/2014/main" id="{1BB91F90-C1EB-E6AA-EE1E-E2A57406E290}"/>
                  </a:ext>
                </a:extLst>
              </p:cNvPr>
              <p:cNvSpPr/>
              <p:nvPr/>
            </p:nvSpPr>
            <p:spPr>
              <a:xfrm>
                <a:off x="274225" y="6387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8" name="Oval 2157">
                <a:extLst>
                  <a:ext uri="{FF2B5EF4-FFF2-40B4-BE49-F238E27FC236}">
                    <a16:creationId xmlns:a16="http://schemas.microsoft.com/office/drawing/2014/main" id="{34A7909A-2BAC-B38F-B34C-715B6380E682}"/>
                  </a:ext>
                </a:extLst>
              </p:cNvPr>
              <p:cNvSpPr/>
              <p:nvPr/>
            </p:nvSpPr>
            <p:spPr>
              <a:xfrm>
                <a:off x="41214" y="5987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59" name="Oval 2158">
                <a:extLst>
                  <a:ext uri="{FF2B5EF4-FFF2-40B4-BE49-F238E27FC236}">
                    <a16:creationId xmlns:a16="http://schemas.microsoft.com/office/drawing/2014/main" id="{31A90DDB-B874-69B3-9581-3A86310A2039}"/>
                  </a:ext>
                </a:extLst>
              </p:cNvPr>
              <p:cNvSpPr/>
              <p:nvPr/>
            </p:nvSpPr>
            <p:spPr>
              <a:xfrm>
                <a:off x="351163" y="595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0" name="Oval 2159">
                <a:extLst>
                  <a:ext uri="{FF2B5EF4-FFF2-40B4-BE49-F238E27FC236}">
                    <a16:creationId xmlns:a16="http://schemas.microsoft.com/office/drawing/2014/main" id="{C3AE21D9-AB47-95E8-2D41-ACDBC2552DB7}"/>
                  </a:ext>
                </a:extLst>
              </p:cNvPr>
              <p:cNvSpPr/>
              <p:nvPr/>
            </p:nvSpPr>
            <p:spPr>
              <a:xfrm>
                <a:off x="201087" y="62101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1" name="Oval 2160">
                <a:extLst>
                  <a:ext uri="{FF2B5EF4-FFF2-40B4-BE49-F238E27FC236}">
                    <a16:creationId xmlns:a16="http://schemas.microsoft.com/office/drawing/2014/main" id="{A31AE5CD-802D-98C2-64FD-6B2F91652AEC}"/>
                  </a:ext>
                </a:extLst>
              </p:cNvPr>
              <p:cNvSpPr/>
              <p:nvPr/>
            </p:nvSpPr>
            <p:spPr>
              <a:xfrm>
                <a:off x="964982" y="5473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2" name="Oval 2161">
                <a:extLst>
                  <a:ext uri="{FF2B5EF4-FFF2-40B4-BE49-F238E27FC236}">
                    <a16:creationId xmlns:a16="http://schemas.microsoft.com/office/drawing/2014/main" id="{D988BB3B-1A3A-4E1D-4FBD-659011B8BEB3}"/>
                  </a:ext>
                </a:extLst>
              </p:cNvPr>
              <p:cNvSpPr/>
              <p:nvPr/>
            </p:nvSpPr>
            <p:spPr>
              <a:xfrm>
                <a:off x="370841" y="6124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3" name="Oval 2162">
                <a:extLst>
                  <a:ext uri="{FF2B5EF4-FFF2-40B4-BE49-F238E27FC236}">
                    <a16:creationId xmlns:a16="http://schemas.microsoft.com/office/drawing/2014/main" id="{C92AC822-C743-9E79-D6B4-DE490110D6E7}"/>
                  </a:ext>
                </a:extLst>
              </p:cNvPr>
              <p:cNvSpPr/>
              <p:nvPr/>
            </p:nvSpPr>
            <p:spPr>
              <a:xfrm>
                <a:off x="384016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4" name="Oval 2163">
                <a:extLst>
                  <a:ext uri="{FF2B5EF4-FFF2-40B4-BE49-F238E27FC236}">
                    <a16:creationId xmlns:a16="http://schemas.microsoft.com/office/drawing/2014/main" id="{C3188A63-01A7-A078-3377-949123D4B584}"/>
                  </a:ext>
                </a:extLst>
              </p:cNvPr>
              <p:cNvSpPr/>
              <p:nvPr/>
            </p:nvSpPr>
            <p:spPr>
              <a:xfrm>
                <a:off x="212742" y="6119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5" name="Oval 2164">
                <a:extLst>
                  <a:ext uri="{FF2B5EF4-FFF2-40B4-BE49-F238E27FC236}">
                    <a16:creationId xmlns:a16="http://schemas.microsoft.com/office/drawing/2014/main" id="{B825F6FD-BFF1-4287-9221-781DA84F423A}"/>
                  </a:ext>
                </a:extLst>
              </p:cNvPr>
              <p:cNvSpPr/>
              <p:nvPr/>
            </p:nvSpPr>
            <p:spPr>
              <a:xfrm>
                <a:off x="951216" y="552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6" name="Oval 2165">
                <a:extLst>
                  <a:ext uri="{FF2B5EF4-FFF2-40B4-BE49-F238E27FC236}">
                    <a16:creationId xmlns:a16="http://schemas.microsoft.com/office/drawing/2014/main" id="{9740D0A5-D69D-5D53-794D-712C3BBF12F6}"/>
                  </a:ext>
                </a:extLst>
              </p:cNvPr>
              <p:cNvSpPr/>
              <p:nvPr/>
            </p:nvSpPr>
            <p:spPr>
              <a:xfrm>
                <a:off x="970303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7" name="Oval 2166">
                <a:extLst>
                  <a:ext uri="{FF2B5EF4-FFF2-40B4-BE49-F238E27FC236}">
                    <a16:creationId xmlns:a16="http://schemas.microsoft.com/office/drawing/2014/main" id="{CF442B90-DAE3-FB7D-97EE-7ECE0F417936}"/>
                  </a:ext>
                </a:extLst>
              </p:cNvPr>
              <p:cNvSpPr/>
              <p:nvPr/>
            </p:nvSpPr>
            <p:spPr>
              <a:xfrm>
                <a:off x="952821" y="5471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8" name="Oval 2167">
                <a:extLst>
                  <a:ext uri="{FF2B5EF4-FFF2-40B4-BE49-F238E27FC236}">
                    <a16:creationId xmlns:a16="http://schemas.microsoft.com/office/drawing/2014/main" id="{61CEB188-EE88-2A71-9214-66E7BB99B5EB}"/>
                  </a:ext>
                </a:extLst>
              </p:cNvPr>
              <p:cNvSpPr/>
              <p:nvPr/>
            </p:nvSpPr>
            <p:spPr>
              <a:xfrm>
                <a:off x="310963" y="5898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9" name="Oval 2168">
                <a:extLst>
                  <a:ext uri="{FF2B5EF4-FFF2-40B4-BE49-F238E27FC236}">
                    <a16:creationId xmlns:a16="http://schemas.microsoft.com/office/drawing/2014/main" id="{551028D7-776C-397C-A657-CD11A29381F0}"/>
                  </a:ext>
                </a:extLst>
              </p:cNvPr>
              <p:cNvSpPr/>
              <p:nvPr/>
            </p:nvSpPr>
            <p:spPr>
              <a:xfrm>
                <a:off x="482238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0" name="Oval 2169">
                <a:extLst>
                  <a:ext uri="{FF2B5EF4-FFF2-40B4-BE49-F238E27FC236}">
                    <a16:creationId xmlns:a16="http://schemas.microsoft.com/office/drawing/2014/main" id="{B27B9217-E626-E8BE-2A21-D264F22A8DA9}"/>
                  </a:ext>
                </a:extLst>
              </p:cNvPr>
              <p:cNvSpPr/>
              <p:nvPr/>
            </p:nvSpPr>
            <p:spPr>
              <a:xfrm>
                <a:off x="364930" y="62803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1" name="Oval 2170">
                <a:extLst>
                  <a:ext uri="{FF2B5EF4-FFF2-40B4-BE49-F238E27FC236}">
                    <a16:creationId xmlns:a16="http://schemas.microsoft.com/office/drawing/2014/main" id="{B8B05751-C4BA-0A3E-034E-FBDAAC74877F}"/>
                  </a:ext>
                </a:extLst>
              </p:cNvPr>
              <p:cNvSpPr/>
              <p:nvPr/>
            </p:nvSpPr>
            <p:spPr>
              <a:xfrm>
                <a:off x="325742" y="63443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2" name="Oval 2171">
                <a:extLst>
                  <a:ext uri="{FF2B5EF4-FFF2-40B4-BE49-F238E27FC236}">
                    <a16:creationId xmlns:a16="http://schemas.microsoft.com/office/drawing/2014/main" id="{EF2D306C-DD33-237E-2A22-E07B26219A27}"/>
                  </a:ext>
                </a:extLst>
              </p:cNvPr>
              <p:cNvSpPr/>
              <p:nvPr/>
            </p:nvSpPr>
            <p:spPr>
              <a:xfrm>
                <a:off x="954763" y="551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3" name="Oval 2172">
                <a:extLst>
                  <a:ext uri="{FF2B5EF4-FFF2-40B4-BE49-F238E27FC236}">
                    <a16:creationId xmlns:a16="http://schemas.microsoft.com/office/drawing/2014/main" id="{C78AC1CB-8594-0635-E11A-295BD52208AA}"/>
                  </a:ext>
                </a:extLst>
              </p:cNvPr>
              <p:cNvSpPr/>
              <p:nvPr/>
            </p:nvSpPr>
            <p:spPr>
              <a:xfrm>
                <a:off x="973766" y="547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4" name="Oval 2173">
                <a:extLst>
                  <a:ext uri="{FF2B5EF4-FFF2-40B4-BE49-F238E27FC236}">
                    <a16:creationId xmlns:a16="http://schemas.microsoft.com/office/drawing/2014/main" id="{C2A9DE6E-A3B0-9863-3245-6FC5D580E24A}"/>
                  </a:ext>
                </a:extLst>
              </p:cNvPr>
              <p:cNvSpPr/>
              <p:nvPr/>
            </p:nvSpPr>
            <p:spPr>
              <a:xfrm>
                <a:off x="998258" y="5530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5" name="Oval 2174">
                <a:extLst>
                  <a:ext uri="{FF2B5EF4-FFF2-40B4-BE49-F238E27FC236}">
                    <a16:creationId xmlns:a16="http://schemas.microsoft.com/office/drawing/2014/main" id="{CFFB5C84-9549-19AA-2071-EFAE3BE0C177}"/>
                  </a:ext>
                </a:extLst>
              </p:cNvPr>
              <p:cNvSpPr/>
              <p:nvPr/>
            </p:nvSpPr>
            <p:spPr>
              <a:xfrm>
                <a:off x="239261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6" name="Oval 2175">
                <a:extLst>
                  <a:ext uri="{FF2B5EF4-FFF2-40B4-BE49-F238E27FC236}">
                    <a16:creationId xmlns:a16="http://schemas.microsoft.com/office/drawing/2014/main" id="{4A4600EC-AF59-5CA2-2DBE-E6A70BE32934}"/>
                  </a:ext>
                </a:extLst>
              </p:cNvPr>
              <p:cNvSpPr/>
              <p:nvPr/>
            </p:nvSpPr>
            <p:spPr>
              <a:xfrm>
                <a:off x="281150" y="6234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7" name="Oval 2176">
                <a:extLst>
                  <a:ext uri="{FF2B5EF4-FFF2-40B4-BE49-F238E27FC236}">
                    <a16:creationId xmlns:a16="http://schemas.microsoft.com/office/drawing/2014/main" id="{E7B56129-0F36-3E4F-2EF5-6D6ECA118EA3}"/>
                  </a:ext>
                </a:extLst>
              </p:cNvPr>
              <p:cNvSpPr/>
              <p:nvPr/>
            </p:nvSpPr>
            <p:spPr>
              <a:xfrm>
                <a:off x="686534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8" name="Oval 2177">
                <a:extLst>
                  <a:ext uri="{FF2B5EF4-FFF2-40B4-BE49-F238E27FC236}">
                    <a16:creationId xmlns:a16="http://schemas.microsoft.com/office/drawing/2014/main" id="{33FCFD7D-97BB-78BF-DE12-2DC0710FA38A}"/>
                  </a:ext>
                </a:extLst>
              </p:cNvPr>
              <p:cNvSpPr/>
              <p:nvPr/>
            </p:nvSpPr>
            <p:spPr>
              <a:xfrm>
                <a:off x="392546" y="6228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9" name="Oval 2178">
                <a:extLst>
                  <a:ext uri="{FF2B5EF4-FFF2-40B4-BE49-F238E27FC236}">
                    <a16:creationId xmlns:a16="http://schemas.microsoft.com/office/drawing/2014/main" id="{2C4A9EBE-9C57-FDB0-8E74-C00A102A6E28}"/>
                  </a:ext>
                </a:extLst>
              </p:cNvPr>
              <p:cNvSpPr/>
              <p:nvPr/>
            </p:nvSpPr>
            <p:spPr>
              <a:xfrm>
                <a:off x="989981" y="5509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0" name="Oval 2179">
                <a:extLst>
                  <a:ext uri="{FF2B5EF4-FFF2-40B4-BE49-F238E27FC236}">
                    <a16:creationId xmlns:a16="http://schemas.microsoft.com/office/drawing/2014/main" id="{E016654A-7F2A-7368-E57A-75BBB4CB024A}"/>
                  </a:ext>
                </a:extLst>
              </p:cNvPr>
              <p:cNvSpPr/>
              <p:nvPr/>
            </p:nvSpPr>
            <p:spPr>
              <a:xfrm>
                <a:off x="366112" y="6105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1" name="Oval 2180">
                <a:extLst>
                  <a:ext uri="{FF2B5EF4-FFF2-40B4-BE49-F238E27FC236}">
                    <a16:creationId xmlns:a16="http://schemas.microsoft.com/office/drawing/2014/main" id="{B386D9EA-85EB-1C3B-524A-AC912972A2C2}"/>
                  </a:ext>
                </a:extLst>
              </p:cNvPr>
              <p:cNvSpPr/>
              <p:nvPr/>
            </p:nvSpPr>
            <p:spPr>
              <a:xfrm>
                <a:off x="856711" y="5711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2" name="Oval 2181">
                <a:extLst>
                  <a:ext uri="{FF2B5EF4-FFF2-40B4-BE49-F238E27FC236}">
                    <a16:creationId xmlns:a16="http://schemas.microsoft.com/office/drawing/2014/main" id="{122AA6F5-9894-DA53-10A1-4F62604B7461}"/>
                  </a:ext>
                </a:extLst>
              </p:cNvPr>
              <p:cNvSpPr/>
              <p:nvPr/>
            </p:nvSpPr>
            <p:spPr>
              <a:xfrm>
                <a:off x="401245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3" name="Oval 2182">
                <a:extLst>
                  <a:ext uri="{FF2B5EF4-FFF2-40B4-BE49-F238E27FC236}">
                    <a16:creationId xmlns:a16="http://schemas.microsoft.com/office/drawing/2014/main" id="{9D75EC4A-A0DA-597B-D0E2-5B6FFED5CBBA}"/>
                  </a:ext>
                </a:extLst>
              </p:cNvPr>
              <p:cNvSpPr/>
              <p:nvPr/>
            </p:nvSpPr>
            <p:spPr>
              <a:xfrm>
                <a:off x="456901" y="6272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4" name="Oval 2183">
                <a:extLst>
                  <a:ext uri="{FF2B5EF4-FFF2-40B4-BE49-F238E27FC236}">
                    <a16:creationId xmlns:a16="http://schemas.microsoft.com/office/drawing/2014/main" id="{A04C7088-FEC5-CF02-7A36-F8367844FE7F}"/>
                  </a:ext>
                </a:extLst>
              </p:cNvPr>
              <p:cNvSpPr/>
              <p:nvPr/>
            </p:nvSpPr>
            <p:spPr>
              <a:xfrm>
                <a:off x="381736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5" name="Oval 2184">
                <a:extLst>
                  <a:ext uri="{FF2B5EF4-FFF2-40B4-BE49-F238E27FC236}">
                    <a16:creationId xmlns:a16="http://schemas.microsoft.com/office/drawing/2014/main" id="{E54CA2D2-17C4-AF9D-0F87-AE1413FBF79C}"/>
                  </a:ext>
                </a:extLst>
              </p:cNvPr>
              <p:cNvSpPr/>
              <p:nvPr/>
            </p:nvSpPr>
            <p:spPr>
              <a:xfrm>
                <a:off x="272282" y="62786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6" name="Oval 2185">
                <a:extLst>
                  <a:ext uri="{FF2B5EF4-FFF2-40B4-BE49-F238E27FC236}">
                    <a16:creationId xmlns:a16="http://schemas.microsoft.com/office/drawing/2014/main" id="{587FFB7D-CDDF-8BAC-832D-A2DDF7751B68}"/>
                  </a:ext>
                </a:extLst>
              </p:cNvPr>
              <p:cNvSpPr/>
              <p:nvPr/>
            </p:nvSpPr>
            <p:spPr>
              <a:xfrm>
                <a:off x="432916" y="63065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7" name="Oval 2186">
                <a:extLst>
                  <a:ext uri="{FF2B5EF4-FFF2-40B4-BE49-F238E27FC236}">
                    <a16:creationId xmlns:a16="http://schemas.microsoft.com/office/drawing/2014/main" id="{C055F03E-5E15-C08C-0EA0-CDAA1D560E21}"/>
                  </a:ext>
                </a:extLst>
              </p:cNvPr>
              <p:cNvSpPr/>
              <p:nvPr/>
            </p:nvSpPr>
            <p:spPr>
              <a:xfrm>
                <a:off x="377260" y="6284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8" name="Oval 2187">
                <a:extLst>
                  <a:ext uri="{FF2B5EF4-FFF2-40B4-BE49-F238E27FC236}">
                    <a16:creationId xmlns:a16="http://schemas.microsoft.com/office/drawing/2014/main" id="{29F28D83-C87B-A843-6594-E52CAA034D8B}"/>
                  </a:ext>
                </a:extLst>
              </p:cNvPr>
              <p:cNvSpPr/>
              <p:nvPr/>
            </p:nvSpPr>
            <p:spPr>
              <a:xfrm>
                <a:off x="977144" y="5454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89" name="Oval 2188">
                <a:extLst>
                  <a:ext uri="{FF2B5EF4-FFF2-40B4-BE49-F238E27FC236}">
                    <a16:creationId xmlns:a16="http://schemas.microsoft.com/office/drawing/2014/main" id="{D3B2D935-26E7-3C08-03C9-739738D47232}"/>
                  </a:ext>
                </a:extLst>
              </p:cNvPr>
              <p:cNvSpPr/>
              <p:nvPr/>
            </p:nvSpPr>
            <p:spPr>
              <a:xfrm>
                <a:off x="323378" y="6375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0" name="Oval 2189">
                <a:extLst>
                  <a:ext uri="{FF2B5EF4-FFF2-40B4-BE49-F238E27FC236}">
                    <a16:creationId xmlns:a16="http://schemas.microsoft.com/office/drawing/2014/main" id="{6CE59E42-7CB9-2BEC-35EB-1C9AD9E04497}"/>
                  </a:ext>
                </a:extLst>
              </p:cNvPr>
              <p:cNvSpPr/>
              <p:nvPr/>
            </p:nvSpPr>
            <p:spPr>
              <a:xfrm>
                <a:off x="190023" y="617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1" name="Oval 2190">
                <a:extLst>
                  <a:ext uri="{FF2B5EF4-FFF2-40B4-BE49-F238E27FC236}">
                    <a16:creationId xmlns:a16="http://schemas.microsoft.com/office/drawing/2014/main" id="{88AC0D6F-6625-946A-B71F-6CA493EA0B25}"/>
                  </a:ext>
                </a:extLst>
              </p:cNvPr>
              <p:cNvSpPr/>
              <p:nvPr/>
            </p:nvSpPr>
            <p:spPr>
              <a:xfrm>
                <a:off x="988714" y="5582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2" name="Oval 2191">
                <a:extLst>
                  <a:ext uri="{FF2B5EF4-FFF2-40B4-BE49-F238E27FC236}">
                    <a16:creationId xmlns:a16="http://schemas.microsoft.com/office/drawing/2014/main" id="{857B9649-E844-3AF9-535F-BECE9F9A6B35}"/>
                  </a:ext>
                </a:extLst>
              </p:cNvPr>
              <p:cNvSpPr/>
              <p:nvPr/>
            </p:nvSpPr>
            <p:spPr>
              <a:xfrm>
                <a:off x="103795" y="6009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3" name="Oval 2192">
                <a:extLst>
                  <a:ext uri="{FF2B5EF4-FFF2-40B4-BE49-F238E27FC236}">
                    <a16:creationId xmlns:a16="http://schemas.microsoft.com/office/drawing/2014/main" id="{3CC7233B-A546-124F-E55B-3F1852627416}"/>
                  </a:ext>
                </a:extLst>
              </p:cNvPr>
              <p:cNvSpPr/>
              <p:nvPr/>
            </p:nvSpPr>
            <p:spPr>
              <a:xfrm>
                <a:off x="486629" y="6307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4" name="Oval 2193">
                <a:extLst>
                  <a:ext uri="{FF2B5EF4-FFF2-40B4-BE49-F238E27FC236}">
                    <a16:creationId xmlns:a16="http://schemas.microsoft.com/office/drawing/2014/main" id="{6058CA38-D685-A6DE-24F3-293E33B9C481}"/>
                  </a:ext>
                </a:extLst>
              </p:cNvPr>
              <p:cNvSpPr/>
              <p:nvPr/>
            </p:nvSpPr>
            <p:spPr>
              <a:xfrm>
                <a:off x="952230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5" name="Oval 2194">
                <a:extLst>
                  <a:ext uri="{FF2B5EF4-FFF2-40B4-BE49-F238E27FC236}">
                    <a16:creationId xmlns:a16="http://schemas.microsoft.com/office/drawing/2014/main" id="{EFF55D1B-3171-FFB0-DE91-CDDD2EDBABF3}"/>
                  </a:ext>
                </a:extLst>
              </p:cNvPr>
              <p:cNvSpPr/>
              <p:nvPr/>
            </p:nvSpPr>
            <p:spPr>
              <a:xfrm>
                <a:off x="930102" y="559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6" name="Oval 2195">
                <a:extLst>
                  <a:ext uri="{FF2B5EF4-FFF2-40B4-BE49-F238E27FC236}">
                    <a16:creationId xmlns:a16="http://schemas.microsoft.com/office/drawing/2014/main" id="{9DD189ED-21CE-924A-9FE3-BAD1DB7C84E1}"/>
                  </a:ext>
                </a:extLst>
              </p:cNvPr>
              <p:cNvSpPr/>
              <p:nvPr/>
            </p:nvSpPr>
            <p:spPr>
              <a:xfrm>
                <a:off x="286133" y="62685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7" name="Oval 2196">
                <a:extLst>
                  <a:ext uri="{FF2B5EF4-FFF2-40B4-BE49-F238E27FC236}">
                    <a16:creationId xmlns:a16="http://schemas.microsoft.com/office/drawing/2014/main" id="{AA9504BE-CB12-4D40-8451-8134F4D003FF}"/>
                  </a:ext>
                </a:extLst>
              </p:cNvPr>
              <p:cNvSpPr/>
              <p:nvPr/>
            </p:nvSpPr>
            <p:spPr>
              <a:xfrm>
                <a:off x="985252" y="554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8" name="Oval 2197">
                <a:extLst>
                  <a:ext uri="{FF2B5EF4-FFF2-40B4-BE49-F238E27FC236}">
                    <a16:creationId xmlns:a16="http://schemas.microsoft.com/office/drawing/2014/main" id="{75EE7100-D732-2183-DE24-4CF3023463D6}"/>
                  </a:ext>
                </a:extLst>
              </p:cNvPr>
              <p:cNvSpPr/>
              <p:nvPr/>
            </p:nvSpPr>
            <p:spPr>
              <a:xfrm>
                <a:off x="337482" y="62194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99" name="Oval 2198">
                <a:extLst>
                  <a:ext uri="{FF2B5EF4-FFF2-40B4-BE49-F238E27FC236}">
                    <a16:creationId xmlns:a16="http://schemas.microsoft.com/office/drawing/2014/main" id="{577E700C-D8C7-B5D6-6DB6-5FD22D084956}"/>
                  </a:ext>
                </a:extLst>
              </p:cNvPr>
              <p:cNvSpPr/>
              <p:nvPr/>
            </p:nvSpPr>
            <p:spPr>
              <a:xfrm>
                <a:off x="59878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0" name="Oval 2199">
                <a:extLst>
                  <a:ext uri="{FF2B5EF4-FFF2-40B4-BE49-F238E27FC236}">
                    <a16:creationId xmlns:a16="http://schemas.microsoft.com/office/drawing/2014/main" id="{64EB970C-4BDD-CB00-1C77-48030776EA79}"/>
                  </a:ext>
                </a:extLst>
              </p:cNvPr>
              <p:cNvSpPr/>
              <p:nvPr/>
            </p:nvSpPr>
            <p:spPr>
              <a:xfrm>
                <a:off x="185294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1" name="Oval 2200">
                <a:extLst>
                  <a:ext uri="{FF2B5EF4-FFF2-40B4-BE49-F238E27FC236}">
                    <a16:creationId xmlns:a16="http://schemas.microsoft.com/office/drawing/2014/main" id="{B9793636-58DF-88AC-D427-9BB864FC93BA}"/>
                  </a:ext>
                </a:extLst>
              </p:cNvPr>
              <p:cNvSpPr/>
              <p:nvPr/>
            </p:nvSpPr>
            <p:spPr>
              <a:xfrm>
                <a:off x="448540" y="61992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2" name="Oval 2201">
                <a:extLst>
                  <a:ext uri="{FF2B5EF4-FFF2-40B4-BE49-F238E27FC236}">
                    <a16:creationId xmlns:a16="http://schemas.microsoft.com/office/drawing/2014/main" id="{C27ABDAB-FD17-FDB8-3CAF-F4E5EDD7B052}"/>
                  </a:ext>
                </a:extLst>
              </p:cNvPr>
              <p:cNvSpPr/>
              <p:nvPr/>
            </p:nvSpPr>
            <p:spPr>
              <a:xfrm>
                <a:off x="219498" y="6178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3" name="Oval 2202">
                <a:extLst>
                  <a:ext uri="{FF2B5EF4-FFF2-40B4-BE49-F238E27FC236}">
                    <a16:creationId xmlns:a16="http://schemas.microsoft.com/office/drawing/2014/main" id="{706B3408-1A42-ADD7-AA80-FE0B59A8F4B9}"/>
                  </a:ext>
                </a:extLst>
              </p:cNvPr>
              <p:cNvSpPr/>
              <p:nvPr/>
            </p:nvSpPr>
            <p:spPr>
              <a:xfrm>
                <a:off x="174399" y="61682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4" name="Oval 2203">
                <a:extLst>
                  <a:ext uri="{FF2B5EF4-FFF2-40B4-BE49-F238E27FC236}">
                    <a16:creationId xmlns:a16="http://schemas.microsoft.com/office/drawing/2014/main" id="{510B092B-53D8-907E-1949-B92B354861D6}"/>
                  </a:ext>
                </a:extLst>
              </p:cNvPr>
              <p:cNvSpPr/>
              <p:nvPr/>
            </p:nvSpPr>
            <p:spPr>
              <a:xfrm>
                <a:off x="570324" y="6050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5" name="Oval 2204">
                <a:extLst>
                  <a:ext uri="{FF2B5EF4-FFF2-40B4-BE49-F238E27FC236}">
                    <a16:creationId xmlns:a16="http://schemas.microsoft.com/office/drawing/2014/main" id="{7357F571-ED17-95B8-BFB8-56AC11CB4F15}"/>
                  </a:ext>
                </a:extLst>
              </p:cNvPr>
              <p:cNvSpPr/>
              <p:nvPr/>
            </p:nvSpPr>
            <p:spPr>
              <a:xfrm>
                <a:off x="537640" y="62593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6" name="Oval 2205">
                <a:extLst>
                  <a:ext uri="{FF2B5EF4-FFF2-40B4-BE49-F238E27FC236}">
                    <a16:creationId xmlns:a16="http://schemas.microsoft.com/office/drawing/2014/main" id="{44E9898F-418E-47BD-7A30-D92614176E0D}"/>
                  </a:ext>
                </a:extLst>
              </p:cNvPr>
              <p:cNvSpPr/>
              <p:nvPr/>
            </p:nvSpPr>
            <p:spPr>
              <a:xfrm>
                <a:off x="286386" y="6328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7" name="Oval 2206">
                <a:extLst>
                  <a:ext uri="{FF2B5EF4-FFF2-40B4-BE49-F238E27FC236}">
                    <a16:creationId xmlns:a16="http://schemas.microsoft.com/office/drawing/2014/main" id="{5A43E826-5CEE-1E6E-1936-B5F81AC313DB}"/>
                  </a:ext>
                </a:extLst>
              </p:cNvPr>
              <p:cNvSpPr/>
              <p:nvPr/>
            </p:nvSpPr>
            <p:spPr>
              <a:xfrm>
                <a:off x="493217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8" name="Oval 2207">
                <a:extLst>
                  <a:ext uri="{FF2B5EF4-FFF2-40B4-BE49-F238E27FC236}">
                    <a16:creationId xmlns:a16="http://schemas.microsoft.com/office/drawing/2014/main" id="{598CE173-B005-119D-AD58-89A4C2CEA168}"/>
                  </a:ext>
                </a:extLst>
              </p:cNvPr>
              <p:cNvSpPr/>
              <p:nvPr/>
            </p:nvSpPr>
            <p:spPr>
              <a:xfrm>
                <a:off x="943108" y="569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9" name="Oval 2208">
                <a:extLst>
                  <a:ext uri="{FF2B5EF4-FFF2-40B4-BE49-F238E27FC236}">
                    <a16:creationId xmlns:a16="http://schemas.microsoft.com/office/drawing/2014/main" id="{AD86F549-DA37-7360-30C6-314676A0A9C6}"/>
                  </a:ext>
                </a:extLst>
              </p:cNvPr>
              <p:cNvSpPr/>
              <p:nvPr/>
            </p:nvSpPr>
            <p:spPr>
              <a:xfrm>
                <a:off x="459604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0" name="Oval 2209">
                <a:extLst>
                  <a:ext uri="{FF2B5EF4-FFF2-40B4-BE49-F238E27FC236}">
                    <a16:creationId xmlns:a16="http://schemas.microsoft.com/office/drawing/2014/main" id="{49E5D437-12EA-A579-260A-B996EACD4B3C}"/>
                  </a:ext>
                </a:extLst>
              </p:cNvPr>
              <p:cNvSpPr/>
              <p:nvPr/>
            </p:nvSpPr>
            <p:spPr>
              <a:xfrm>
                <a:off x="283937" y="618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1" name="Oval 2210">
                <a:extLst>
                  <a:ext uri="{FF2B5EF4-FFF2-40B4-BE49-F238E27FC236}">
                    <a16:creationId xmlns:a16="http://schemas.microsoft.com/office/drawing/2014/main" id="{90AA31D8-0C24-A213-0CC1-EDA3F65CB9BD}"/>
                  </a:ext>
                </a:extLst>
              </p:cNvPr>
              <p:cNvSpPr/>
              <p:nvPr/>
            </p:nvSpPr>
            <p:spPr>
              <a:xfrm>
                <a:off x="411633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2" name="Oval 2211">
                <a:extLst>
                  <a:ext uri="{FF2B5EF4-FFF2-40B4-BE49-F238E27FC236}">
                    <a16:creationId xmlns:a16="http://schemas.microsoft.com/office/drawing/2014/main" id="{20ED135D-C1E5-6C97-18EF-BBC5E02F4483}"/>
                  </a:ext>
                </a:extLst>
              </p:cNvPr>
              <p:cNvSpPr/>
              <p:nvPr/>
            </p:nvSpPr>
            <p:spPr>
              <a:xfrm>
                <a:off x="981282" y="54981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3" name="Oval 2212">
                <a:extLst>
                  <a:ext uri="{FF2B5EF4-FFF2-40B4-BE49-F238E27FC236}">
                    <a16:creationId xmlns:a16="http://schemas.microsoft.com/office/drawing/2014/main" id="{3363EDB8-9823-2A6E-049A-3C5890A51293}"/>
                  </a:ext>
                </a:extLst>
              </p:cNvPr>
              <p:cNvSpPr/>
              <p:nvPr/>
            </p:nvSpPr>
            <p:spPr>
              <a:xfrm>
                <a:off x="318310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4" name="Oval 2213">
                <a:extLst>
                  <a:ext uri="{FF2B5EF4-FFF2-40B4-BE49-F238E27FC236}">
                    <a16:creationId xmlns:a16="http://schemas.microsoft.com/office/drawing/2014/main" id="{A5BCB4AB-843E-E021-22EA-322106071529}"/>
                  </a:ext>
                </a:extLst>
              </p:cNvPr>
              <p:cNvSpPr/>
              <p:nvPr/>
            </p:nvSpPr>
            <p:spPr>
              <a:xfrm>
                <a:off x="434352" y="602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5" name="Oval 2214">
                <a:extLst>
                  <a:ext uri="{FF2B5EF4-FFF2-40B4-BE49-F238E27FC236}">
                    <a16:creationId xmlns:a16="http://schemas.microsoft.com/office/drawing/2014/main" id="{1293B632-CBA0-A80C-209A-B86EE72EFEAD}"/>
                  </a:ext>
                </a:extLst>
              </p:cNvPr>
              <p:cNvSpPr/>
              <p:nvPr/>
            </p:nvSpPr>
            <p:spPr>
              <a:xfrm>
                <a:off x="542538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6" name="Oval 2215">
                <a:extLst>
                  <a:ext uri="{FF2B5EF4-FFF2-40B4-BE49-F238E27FC236}">
                    <a16:creationId xmlns:a16="http://schemas.microsoft.com/office/drawing/2014/main" id="{B22E2938-C1F2-265C-54CB-9EA2AF479287}"/>
                  </a:ext>
                </a:extLst>
              </p:cNvPr>
              <p:cNvSpPr/>
              <p:nvPr/>
            </p:nvSpPr>
            <p:spPr>
              <a:xfrm>
                <a:off x="456057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7" name="Oval 2216">
                <a:extLst>
                  <a:ext uri="{FF2B5EF4-FFF2-40B4-BE49-F238E27FC236}">
                    <a16:creationId xmlns:a16="http://schemas.microsoft.com/office/drawing/2014/main" id="{5D556D53-667D-FF47-8D52-860506C24709}"/>
                  </a:ext>
                </a:extLst>
              </p:cNvPr>
              <p:cNvSpPr/>
              <p:nvPr/>
            </p:nvSpPr>
            <p:spPr>
              <a:xfrm>
                <a:off x="331401" y="6348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8" name="Oval 2217">
                <a:extLst>
                  <a:ext uri="{FF2B5EF4-FFF2-40B4-BE49-F238E27FC236}">
                    <a16:creationId xmlns:a16="http://schemas.microsoft.com/office/drawing/2014/main" id="{FCC3164C-13CF-D64A-00D7-A4A9AE90A9FE}"/>
                  </a:ext>
                </a:extLst>
              </p:cNvPr>
              <p:cNvSpPr/>
              <p:nvPr/>
            </p:nvSpPr>
            <p:spPr>
              <a:xfrm>
                <a:off x="478522" y="6320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19" name="Oval 2218">
                <a:extLst>
                  <a:ext uri="{FF2B5EF4-FFF2-40B4-BE49-F238E27FC236}">
                    <a16:creationId xmlns:a16="http://schemas.microsoft.com/office/drawing/2014/main" id="{99D2F65F-D86B-0644-4D75-648060D55890}"/>
                  </a:ext>
                </a:extLst>
              </p:cNvPr>
              <p:cNvSpPr/>
              <p:nvPr/>
            </p:nvSpPr>
            <p:spPr>
              <a:xfrm>
                <a:off x="549717" y="6088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0" name="Oval 2219">
                <a:extLst>
                  <a:ext uri="{FF2B5EF4-FFF2-40B4-BE49-F238E27FC236}">
                    <a16:creationId xmlns:a16="http://schemas.microsoft.com/office/drawing/2014/main" id="{3A0F4201-5CFE-7CDC-504B-B060AB791E55}"/>
                  </a:ext>
                </a:extLst>
              </p:cNvPr>
              <p:cNvSpPr/>
              <p:nvPr/>
            </p:nvSpPr>
            <p:spPr>
              <a:xfrm>
                <a:off x="414758" y="6334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1" name="Oval 2220">
                <a:extLst>
                  <a:ext uri="{FF2B5EF4-FFF2-40B4-BE49-F238E27FC236}">
                    <a16:creationId xmlns:a16="http://schemas.microsoft.com/office/drawing/2014/main" id="{F1FDFE20-217A-2A15-72DD-96C706DD56EF}"/>
                  </a:ext>
                </a:extLst>
              </p:cNvPr>
              <p:cNvSpPr/>
              <p:nvPr/>
            </p:nvSpPr>
            <p:spPr>
              <a:xfrm>
                <a:off x="992515" y="550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2" name="Oval 2221">
                <a:extLst>
                  <a:ext uri="{FF2B5EF4-FFF2-40B4-BE49-F238E27FC236}">
                    <a16:creationId xmlns:a16="http://schemas.microsoft.com/office/drawing/2014/main" id="{8CDF6FD4-9D26-5E07-4350-CCDE70264171}"/>
                  </a:ext>
                </a:extLst>
              </p:cNvPr>
              <p:cNvSpPr/>
              <p:nvPr/>
            </p:nvSpPr>
            <p:spPr>
              <a:xfrm>
                <a:off x="921995" y="5542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3" name="Oval 2222">
                <a:extLst>
                  <a:ext uri="{FF2B5EF4-FFF2-40B4-BE49-F238E27FC236}">
                    <a16:creationId xmlns:a16="http://schemas.microsoft.com/office/drawing/2014/main" id="{8A5CB3DF-E73F-851B-D552-44CACE04E484}"/>
                  </a:ext>
                </a:extLst>
              </p:cNvPr>
              <p:cNvSpPr/>
              <p:nvPr/>
            </p:nvSpPr>
            <p:spPr>
              <a:xfrm>
                <a:off x="680116" y="62793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4" name="Oval 2223">
                <a:extLst>
                  <a:ext uri="{FF2B5EF4-FFF2-40B4-BE49-F238E27FC236}">
                    <a16:creationId xmlns:a16="http://schemas.microsoft.com/office/drawing/2014/main" id="{7550C2FB-7B5C-2D10-6DCB-8379CB5260D6}"/>
                  </a:ext>
                </a:extLst>
              </p:cNvPr>
              <p:cNvSpPr/>
              <p:nvPr/>
            </p:nvSpPr>
            <p:spPr>
              <a:xfrm>
                <a:off x="520665" y="591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5" name="Oval 2224">
                <a:extLst>
                  <a:ext uri="{FF2B5EF4-FFF2-40B4-BE49-F238E27FC236}">
                    <a16:creationId xmlns:a16="http://schemas.microsoft.com/office/drawing/2014/main" id="{1CFA3D50-1FDA-FD76-45D5-C364F01B0EE2}"/>
                  </a:ext>
                </a:extLst>
              </p:cNvPr>
              <p:cNvSpPr/>
              <p:nvPr/>
            </p:nvSpPr>
            <p:spPr>
              <a:xfrm>
                <a:off x="998511" y="55078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6" name="Oval 2225">
                <a:extLst>
                  <a:ext uri="{FF2B5EF4-FFF2-40B4-BE49-F238E27FC236}">
                    <a16:creationId xmlns:a16="http://schemas.microsoft.com/office/drawing/2014/main" id="{A8073070-3E41-1A60-AF47-226C45597B95}"/>
                  </a:ext>
                </a:extLst>
              </p:cNvPr>
              <p:cNvSpPr/>
              <p:nvPr/>
            </p:nvSpPr>
            <p:spPr>
              <a:xfrm>
                <a:off x="186645" y="6204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7" name="Oval 2226">
                <a:extLst>
                  <a:ext uri="{FF2B5EF4-FFF2-40B4-BE49-F238E27FC236}">
                    <a16:creationId xmlns:a16="http://schemas.microsoft.com/office/drawing/2014/main" id="{D8BB2EC8-35D3-0DDF-5688-CF540C76CBB2}"/>
                  </a:ext>
                </a:extLst>
              </p:cNvPr>
              <p:cNvSpPr/>
              <p:nvPr/>
            </p:nvSpPr>
            <p:spPr>
              <a:xfrm>
                <a:off x="486376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8" name="Oval 2227">
                <a:extLst>
                  <a:ext uri="{FF2B5EF4-FFF2-40B4-BE49-F238E27FC236}">
                    <a16:creationId xmlns:a16="http://schemas.microsoft.com/office/drawing/2014/main" id="{83693C11-6B78-A395-1014-21F5431001B0}"/>
                  </a:ext>
                </a:extLst>
              </p:cNvPr>
              <p:cNvSpPr/>
              <p:nvPr/>
            </p:nvSpPr>
            <p:spPr>
              <a:xfrm>
                <a:off x="419572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29" name="Oval 2228">
                <a:extLst>
                  <a:ext uri="{FF2B5EF4-FFF2-40B4-BE49-F238E27FC236}">
                    <a16:creationId xmlns:a16="http://schemas.microsoft.com/office/drawing/2014/main" id="{FE5832C2-740E-E383-507C-E3E8989DB59E}"/>
                  </a:ext>
                </a:extLst>
              </p:cNvPr>
              <p:cNvSpPr/>
              <p:nvPr/>
            </p:nvSpPr>
            <p:spPr>
              <a:xfrm>
                <a:off x="172457" y="61687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0" name="Oval 2229">
                <a:extLst>
                  <a:ext uri="{FF2B5EF4-FFF2-40B4-BE49-F238E27FC236}">
                    <a16:creationId xmlns:a16="http://schemas.microsoft.com/office/drawing/2014/main" id="{800C81D5-AB24-2ABA-3EC2-C3A879D61BDC}"/>
                  </a:ext>
                </a:extLst>
              </p:cNvPr>
              <p:cNvSpPr/>
              <p:nvPr/>
            </p:nvSpPr>
            <p:spPr>
              <a:xfrm>
                <a:off x="178453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1" name="Oval 2230">
                <a:extLst>
                  <a:ext uri="{FF2B5EF4-FFF2-40B4-BE49-F238E27FC236}">
                    <a16:creationId xmlns:a16="http://schemas.microsoft.com/office/drawing/2014/main" id="{243C8B08-759A-67F2-CB49-CF16F3F156E8}"/>
                  </a:ext>
                </a:extLst>
              </p:cNvPr>
              <p:cNvSpPr/>
              <p:nvPr/>
            </p:nvSpPr>
            <p:spPr>
              <a:xfrm>
                <a:off x="320337" y="63421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2" name="Oval 2231">
                <a:extLst>
                  <a:ext uri="{FF2B5EF4-FFF2-40B4-BE49-F238E27FC236}">
                    <a16:creationId xmlns:a16="http://schemas.microsoft.com/office/drawing/2014/main" id="{FB7B5CE8-CE37-B4CB-98F3-F0B70C9DDAF5}"/>
                  </a:ext>
                </a:extLst>
              </p:cNvPr>
              <p:cNvSpPr/>
              <p:nvPr/>
            </p:nvSpPr>
            <p:spPr>
              <a:xfrm>
                <a:off x="933734" y="565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3" name="Oval 2232">
                <a:extLst>
                  <a:ext uri="{FF2B5EF4-FFF2-40B4-BE49-F238E27FC236}">
                    <a16:creationId xmlns:a16="http://schemas.microsoft.com/office/drawing/2014/main" id="{3A85807E-E615-7A2B-E8E8-4E1C0587A7DF}"/>
                  </a:ext>
                </a:extLst>
              </p:cNvPr>
              <p:cNvSpPr/>
              <p:nvPr/>
            </p:nvSpPr>
            <p:spPr>
              <a:xfrm>
                <a:off x="376162" y="63052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4" name="Oval 2233">
                <a:extLst>
                  <a:ext uri="{FF2B5EF4-FFF2-40B4-BE49-F238E27FC236}">
                    <a16:creationId xmlns:a16="http://schemas.microsoft.com/office/drawing/2014/main" id="{00BEB7F5-6BDC-3278-12F7-F53E8053325D}"/>
                  </a:ext>
                </a:extLst>
              </p:cNvPr>
              <p:cNvSpPr/>
              <p:nvPr/>
            </p:nvSpPr>
            <p:spPr>
              <a:xfrm>
                <a:off x="215866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5" name="Oval 2234">
                <a:extLst>
                  <a:ext uri="{FF2B5EF4-FFF2-40B4-BE49-F238E27FC236}">
                    <a16:creationId xmlns:a16="http://schemas.microsoft.com/office/drawing/2014/main" id="{19C45867-6436-5419-8E9C-E15E02872AA7}"/>
                  </a:ext>
                </a:extLst>
              </p:cNvPr>
              <p:cNvSpPr/>
              <p:nvPr/>
            </p:nvSpPr>
            <p:spPr>
              <a:xfrm>
                <a:off x="315439" y="6283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6" name="Oval 2235">
                <a:extLst>
                  <a:ext uri="{FF2B5EF4-FFF2-40B4-BE49-F238E27FC236}">
                    <a16:creationId xmlns:a16="http://schemas.microsoft.com/office/drawing/2014/main" id="{836999EE-FBFB-AD12-58D9-C607CDF7CAF2}"/>
                  </a:ext>
                </a:extLst>
              </p:cNvPr>
              <p:cNvSpPr/>
              <p:nvPr/>
            </p:nvSpPr>
            <p:spPr>
              <a:xfrm>
                <a:off x="266202" y="6080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7" name="Oval 2236">
                <a:extLst>
                  <a:ext uri="{FF2B5EF4-FFF2-40B4-BE49-F238E27FC236}">
                    <a16:creationId xmlns:a16="http://schemas.microsoft.com/office/drawing/2014/main" id="{B2584681-B3C8-12FA-F85C-DC2EDCEE5391}"/>
                  </a:ext>
                </a:extLst>
              </p:cNvPr>
              <p:cNvSpPr/>
              <p:nvPr/>
            </p:nvSpPr>
            <p:spPr>
              <a:xfrm>
                <a:off x="361889" y="6181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8" name="Oval 2237">
                <a:extLst>
                  <a:ext uri="{FF2B5EF4-FFF2-40B4-BE49-F238E27FC236}">
                    <a16:creationId xmlns:a16="http://schemas.microsoft.com/office/drawing/2014/main" id="{23C91954-0C54-C142-2936-30B5A2C561EC}"/>
                  </a:ext>
                </a:extLst>
              </p:cNvPr>
              <p:cNvSpPr/>
              <p:nvPr/>
            </p:nvSpPr>
            <p:spPr>
              <a:xfrm>
                <a:off x="514077" y="62733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9" name="Oval 2238">
                <a:extLst>
                  <a:ext uri="{FF2B5EF4-FFF2-40B4-BE49-F238E27FC236}">
                    <a16:creationId xmlns:a16="http://schemas.microsoft.com/office/drawing/2014/main" id="{3911175B-B50C-1218-8DE1-AD6A5353DB0C}"/>
                  </a:ext>
                </a:extLst>
              </p:cNvPr>
              <p:cNvSpPr/>
              <p:nvPr/>
            </p:nvSpPr>
            <p:spPr>
              <a:xfrm>
                <a:off x="314932" y="60369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0" name="Oval 2239">
                <a:extLst>
                  <a:ext uri="{FF2B5EF4-FFF2-40B4-BE49-F238E27FC236}">
                    <a16:creationId xmlns:a16="http://schemas.microsoft.com/office/drawing/2014/main" id="{D0641A4C-9136-E0CD-C2B6-B714F844E338}"/>
                  </a:ext>
                </a:extLst>
              </p:cNvPr>
              <p:cNvSpPr/>
              <p:nvPr/>
            </p:nvSpPr>
            <p:spPr>
              <a:xfrm>
                <a:off x="289005" y="6225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1" name="Oval 2240">
                <a:extLst>
                  <a:ext uri="{FF2B5EF4-FFF2-40B4-BE49-F238E27FC236}">
                    <a16:creationId xmlns:a16="http://schemas.microsoft.com/office/drawing/2014/main" id="{D26C05AE-1127-79FF-E0A4-BD8D275FAE6E}"/>
                  </a:ext>
                </a:extLst>
              </p:cNvPr>
              <p:cNvSpPr/>
              <p:nvPr/>
            </p:nvSpPr>
            <p:spPr>
              <a:xfrm>
                <a:off x="283768" y="6045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2" name="Oval 2241">
                <a:extLst>
                  <a:ext uri="{FF2B5EF4-FFF2-40B4-BE49-F238E27FC236}">
                    <a16:creationId xmlns:a16="http://schemas.microsoft.com/office/drawing/2014/main" id="{381BAAB8-A7C5-C655-A64A-8D1D8348AA5D}"/>
                  </a:ext>
                </a:extLst>
              </p:cNvPr>
              <p:cNvSpPr/>
              <p:nvPr/>
            </p:nvSpPr>
            <p:spPr>
              <a:xfrm>
                <a:off x="984238" y="5499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3" name="Oval 2242">
                <a:extLst>
                  <a:ext uri="{FF2B5EF4-FFF2-40B4-BE49-F238E27FC236}">
                    <a16:creationId xmlns:a16="http://schemas.microsoft.com/office/drawing/2014/main" id="{5843497B-6A61-70F6-6A2C-8DBB2CCC3907}"/>
                  </a:ext>
                </a:extLst>
              </p:cNvPr>
              <p:cNvSpPr/>
              <p:nvPr/>
            </p:nvSpPr>
            <p:spPr>
              <a:xfrm>
                <a:off x="230984" y="61186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4" name="Oval 2243">
                <a:extLst>
                  <a:ext uri="{FF2B5EF4-FFF2-40B4-BE49-F238E27FC236}">
                    <a16:creationId xmlns:a16="http://schemas.microsoft.com/office/drawing/2014/main" id="{4F9BDB06-EA21-D560-CE71-3C0393F27F73}"/>
                  </a:ext>
                </a:extLst>
              </p:cNvPr>
              <p:cNvSpPr/>
              <p:nvPr/>
            </p:nvSpPr>
            <p:spPr>
              <a:xfrm>
                <a:off x="501155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5" name="Oval 2244">
                <a:extLst>
                  <a:ext uri="{FF2B5EF4-FFF2-40B4-BE49-F238E27FC236}">
                    <a16:creationId xmlns:a16="http://schemas.microsoft.com/office/drawing/2014/main" id="{3797140C-F1C0-952B-FAF2-456BB7E6AE77}"/>
                  </a:ext>
                </a:extLst>
              </p:cNvPr>
              <p:cNvSpPr/>
              <p:nvPr/>
            </p:nvSpPr>
            <p:spPr>
              <a:xfrm>
                <a:off x="207928" y="6126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6" name="Oval 2245">
                <a:extLst>
                  <a:ext uri="{FF2B5EF4-FFF2-40B4-BE49-F238E27FC236}">
                    <a16:creationId xmlns:a16="http://schemas.microsoft.com/office/drawing/2014/main" id="{7E9420F4-2E74-B2D9-54DD-340F4345BF14}"/>
                  </a:ext>
                </a:extLst>
              </p:cNvPr>
              <p:cNvSpPr/>
              <p:nvPr/>
            </p:nvSpPr>
            <p:spPr>
              <a:xfrm>
                <a:off x="491950" y="54728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7" name="Oval 2246">
                <a:extLst>
                  <a:ext uri="{FF2B5EF4-FFF2-40B4-BE49-F238E27FC236}">
                    <a16:creationId xmlns:a16="http://schemas.microsoft.com/office/drawing/2014/main" id="{4AA4BBAE-DDE5-2DF5-4E51-B7D6F19BE74C}"/>
                  </a:ext>
                </a:extLst>
              </p:cNvPr>
              <p:cNvSpPr/>
              <p:nvPr/>
            </p:nvSpPr>
            <p:spPr>
              <a:xfrm>
                <a:off x="1005098" y="5514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8" name="Oval 2247">
                <a:extLst>
                  <a:ext uri="{FF2B5EF4-FFF2-40B4-BE49-F238E27FC236}">
                    <a16:creationId xmlns:a16="http://schemas.microsoft.com/office/drawing/2014/main" id="{AF7515B3-4670-17C0-D762-80DD9FFC4579}"/>
                  </a:ext>
                </a:extLst>
              </p:cNvPr>
              <p:cNvSpPr/>
              <p:nvPr/>
            </p:nvSpPr>
            <p:spPr>
              <a:xfrm>
                <a:off x="249395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49" name="Oval 2248">
                <a:extLst>
                  <a:ext uri="{FF2B5EF4-FFF2-40B4-BE49-F238E27FC236}">
                    <a16:creationId xmlns:a16="http://schemas.microsoft.com/office/drawing/2014/main" id="{5FA15773-4F33-2C89-AEF3-0012E4B3D0D1}"/>
                  </a:ext>
                </a:extLst>
              </p:cNvPr>
              <p:cNvSpPr/>
              <p:nvPr/>
            </p:nvSpPr>
            <p:spPr>
              <a:xfrm>
                <a:off x="110044" y="60002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0" name="Oval 2249">
                <a:extLst>
                  <a:ext uri="{FF2B5EF4-FFF2-40B4-BE49-F238E27FC236}">
                    <a16:creationId xmlns:a16="http://schemas.microsoft.com/office/drawing/2014/main" id="{A8BE9B18-618F-296F-362E-FD31BB30E4E4}"/>
                  </a:ext>
                </a:extLst>
              </p:cNvPr>
              <p:cNvSpPr/>
              <p:nvPr/>
            </p:nvSpPr>
            <p:spPr>
              <a:xfrm>
                <a:off x="337735" y="6387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1" name="Oval 2250">
                <a:extLst>
                  <a:ext uri="{FF2B5EF4-FFF2-40B4-BE49-F238E27FC236}">
                    <a16:creationId xmlns:a16="http://schemas.microsoft.com/office/drawing/2014/main" id="{8E6AE82A-0DE2-4F2D-D885-47600589BD4E}"/>
                  </a:ext>
                </a:extLst>
              </p:cNvPr>
              <p:cNvSpPr/>
              <p:nvPr/>
            </p:nvSpPr>
            <p:spPr>
              <a:xfrm>
                <a:off x="381060" y="6373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2" name="Oval 2251">
                <a:extLst>
                  <a:ext uri="{FF2B5EF4-FFF2-40B4-BE49-F238E27FC236}">
                    <a16:creationId xmlns:a16="http://schemas.microsoft.com/office/drawing/2014/main" id="{D7E81843-101A-9619-D1E2-4709AEA14158}"/>
                  </a:ext>
                </a:extLst>
              </p:cNvPr>
              <p:cNvSpPr/>
              <p:nvPr/>
            </p:nvSpPr>
            <p:spPr>
              <a:xfrm>
                <a:off x="267637" y="63718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3" name="Oval 2252">
                <a:extLst>
                  <a:ext uri="{FF2B5EF4-FFF2-40B4-BE49-F238E27FC236}">
                    <a16:creationId xmlns:a16="http://schemas.microsoft.com/office/drawing/2014/main" id="{3B74B633-E4A2-C808-6F48-A8DD16A5EDB3}"/>
                  </a:ext>
                </a:extLst>
              </p:cNvPr>
              <p:cNvSpPr/>
              <p:nvPr/>
            </p:nvSpPr>
            <p:spPr>
              <a:xfrm>
                <a:off x="282670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4" name="Oval 2253">
                <a:extLst>
                  <a:ext uri="{FF2B5EF4-FFF2-40B4-BE49-F238E27FC236}">
                    <a16:creationId xmlns:a16="http://schemas.microsoft.com/office/drawing/2014/main" id="{2668E86F-0D35-25DF-BF0A-5D57A90D85DE}"/>
                  </a:ext>
                </a:extLst>
              </p:cNvPr>
              <p:cNvSpPr/>
              <p:nvPr/>
            </p:nvSpPr>
            <p:spPr>
              <a:xfrm>
                <a:off x="212657" y="61153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5" name="Oval 2254">
                <a:extLst>
                  <a:ext uri="{FF2B5EF4-FFF2-40B4-BE49-F238E27FC236}">
                    <a16:creationId xmlns:a16="http://schemas.microsoft.com/office/drawing/2014/main" id="{F1855FCB-603F-501F-1417-43EE007CCC78}"/>
                  </a:ext>
                </a:extLst>
              </p:cNvPr>
              <p:cNvSpPr/>
              <p:nvPr/>
            </p:nvSpPr>
            <p:spPr>
              <a:xfrm>
                <a:off x="305727" y="63122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6" name="Oval 2255">
                <a:extLst>
                  <a:ext uri="{FF2B5EF4-FFF2-40B4-BE49-F238E27FC236}">
                    <a16:creationId xmlns:a16="http://schemas.microsoft.com/office/drawing/2014/main" id="{9B4980EF-9384-FB75-A8EE-F9486E6B6517}"/>
                  </a:ext>
                </a:extLst>
              </p:cNvPr>
              <p:cNvSpPr/>
              <p:nvPr/>
            </p:nvSpPr>
            <p:spPr>
              <a:xfrm>
                <a:off x="934072" y="5526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7" name="Oval 2256">
                <a:extLst>
                  <a:ext uri="{FF2B5EF4-FFF2-40B4-BE49-F238E27FC236}">
                    <a16:creationId xmlns:a16="http://schemas.microsoft.com/office/drawing/2014/main" id="{01848768-4214-1D7F-0795-9971679C6E27}"/>
                  </a:ext>
                </a:extLst>
              </p:cNvPr>
              <p:cNvSpPr/>
              <p:nvPr/>
            </p:nvSpPr>
            <p:spPr>
              <a:xfrm>
                <a:off x="270593" y="63376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8" name="Oval 2257">
                <a:extLst>
                  <a:ext uri="{FF2B5EF4-FFF2-40B4-BE49-F238E27FC236}">
                    <a16:creationId xmlns:a16="http://schemas.microsoft.com/office/drawing/2014/main" id="{0867A664-4B52-8BDC-1AC7-366CC196BAA6}"/>
                  </a:ext>
                </a:extLst>
              </p:cNvPr>
              <p:cNvSpPr/>
              <p:nvPr/>
            </p:nvSpPr>
            <p:spPr>
              <a:xfrm>
                <a:off x="232082" y="60519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59" name="Oval 2258">
                <a:extLst>
                  <a:ext uri="{FF2B5EF4-FFF2-40B4-BE49-F238E27FC236}">
                    <a16:creationId xmlns:a16="http://schemas.microsoft.com/office/drawing/2014/main" id="{541753EA-99FD-83D2-BCE7-0111F637D626}"/>
                  </a:ext>
                </a:extLst>
              </p:cNvPr>
              <p:cNvSpPr/>
              <p:nvPr/>
            </p:nvSpPr>
            <p:spPr>
              <a:xfrm>
                <a:off x="1021652" y="5564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0" name="Oval 2259">
                <a:extLst>
                  <a:ext uri="{FF2B5EF4-FFF2-40B4-BE49-F238E27FC236}">
                    <a16:creationId xmlns:a16="http://schemas.microsoft.com/office/drawing/2014/main" id="{CB33DFF8-8E3B-34F3-8D39-2ACCCBBED54C}"/>
                  </a:ext>
                </a:extLst>
              </p:cNvPr>
              <p:cNvSpPr/>
              <p:nvPr/>
            </p:nvSpPr>
            <p:spPr>
              <a:xfrm>
                <a:off x="88086" y="5983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1" name="Oval 2260">
                <a:extLst>
                  <a:ext uri="{FF2B5EF4-FFF2-40B4-BE49-F238E27FC236}">
                    <a16:creationId xmlns:a16="http://schemas.microsoft.com/office/drawing/2014/main" id="{C3CBDB08-190B-0306-3760-F3D75B37C744}"/>
                  </a:ext>
                </a:extLst>
              </p:cNvPr>
              <p:cNvSpPr/>
              <p:nvPr/>
            </p:nvSpPr>
            <p:spPr>
              <a:xfrm>
                <a:off x="351839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2" name="Oval 2261">
                <a:extLst>
                  <a:ext uri="{FF2B5EF4-FFF2-40B4-BE49-F238E27FC236}">
                    <a16:creationId xmlns:a16="http://schemas.microsoft.com/office/drawing/2014/main" id="{9AA80417-02FC-7B4D-3181-9210AA437A44}"/>
                  </a:ext>
                </a:extLst>
              </p:cNvPr>
              <p:cNvSpPr/>
              <p:nvPr/>
            </p:nvSpPr>
            <p:spPr>
              <a:xfrm>
                <a:off x="1008899" y="5722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3" name="Oval 2262">
                <a:extLst>
                  <a:ext uri="{FF2B5EF4-FFF2-40B4-BE49-F238E27FC236}">
                    <a16:creationId xmlns:a16="http://schemas.microsoft.com/office/drawing/2014/main" id="{E2BF3A83-339A-7E33-93D3-C976613EA17F}"/>
                  </a:ext>
                </a:extLst>
              </p:cNvPr>
              <p:cNvSpPr/>
              <p:nvPr/>
            </p:nvSpPr>
            <p:spPr>
              <a:xfrm>
                <a:off x="994542" y="575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4" name="Oval 2263">
                <a:extLst>
                  <a:ext uri="{FF2B5EF4-FFF2-40B4-BE49-F238E27FC236}">
                    <a16:creationId xmlns:a16="http://schemas.microsoft.com/office/drawing/2014/main" id="{7E48E0AF-5BF2-DC8A-6AD7-61E0A7B5F335}"/>
                  </a:ext>
                </a:extLst>
              </p:cNvPr>
              <p:cNvSpPr/>
              <p:nvPr/>
            </p:nvSpPr>
            <p:spPr>
              <a:xfrm>
                <a:off x="1134484" y="6386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5" name="Oval 2264">
                <a:extLst>
                  <a:ext uri="{FF2B5EF4-FFF2-40B4-BE49-F238E27FC236}">
                    <a16:creationId xmlns:a16="http://schemas.microsoft.com/office/drawing/2014/main" id="{CE1D083B-9517-9BB3-1DB2-F5621BA2B926}"/>
                  </a:ext>
                </a:extLst>
              </p:cNvPr>
              <p:cNvSpPr/>
              <p:nvPr/>
            </p:nvSpPr>
            <p:spPr>
              <a:xfrm>
                <a:off x="132425" y="5990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6" name="Oval 2265">
                <a:extLst>
                  <a:ext uri="{FF2B5EF4-FFF2-40B4-BE49-F238E27FC236}">
                    <a16:creationId xmlns:a16="http://schemas.microsoft.com/office/drawing/2014/main" id="{1D6BFB69-6849-AA83-083A-84DBD7559FBE}"/>
                  </a:ext>
                </a:extLst>
              </p:cNvPr>
              <p:cNvSpPr/>
              <p:nvPr/>
            </p:nvSpPr>
            <p:spPr>
              <a:xfrm>
                <a:off x="295930" y="60109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7" name="Oval 2266">
                <a:extLst>
                  <a:ext uri="{FF2B5EF4-FFF2-40B4-BE49-F238E27FC236}">
                    <a16:creationId xmlns:a16="http://schemas.microsoft.com/office/drawing/2014/main" id="{2DB3284B-8C1A-BA3D-5994-C3162FB6A210}"/>
                  </a:ext>
                </a:extLst>
              </p:cNvPr>
              <p:cNvSpPr/>
              <p:nvPr/>
            </p:nvSpPr>
            <p:spPr>
              <a:xfrm>
                <a:off x="292721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8" name="Oval 2267">
                <a:extLst>
                  <a:ext uri="{FF2B5EF4-FFF2-40B4-BE49-F238E27FC236}">
                    <a16:creationId xmlns:a16="http://schemas.microsoft.com/office/drawing/2014/main" id="{17B17B3F-32E3-9E66-AE78-17683CF97F46}"/>
                  </a:ext>
                </a:extLst>
              </p:cNvPr>
              <p:cNvSpPr/>
              <p:nvPr/>
            </p:nvSpPr>
            <p:spPr>
              <a:xfrm>
                <a:off x="229970" y="6158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9" name="Oval 2268">
                <a:extLst>
                  <a:ext uri="{FF2B5EF4-FFF2-40B4-BE49-F238E27FC236}">
                    <a16:creationId xmlns:a16="http://schemas.microsoft.com/office/drawing/2014/main" id="{92E978BB-38EA-B69F-5761-5AA4B9FF216A}"/>
                  </a:ext>
                </a:extLst>
              </p:cNvPr>
              <p:cNvSpPr/>
              <p:nvPr/>
            </p:nvSpPr>
            <p:spPr>
              <a:xfrm>
                <a:off x="312736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0" name="Oval 2269">
                <a:extLst>
                  <a:ext uri="{FF2B5EF4-FFF2-40B4-BE49-F238E27FC236}">
                    <a16:creationId xmlns:a16="http://schemas.microsoft.com/office/drawing/2014/main" id="{FC564B2A-C949-B77F-B21C-08BF3455BA5C}"/>
                  </a:ext>
                </a:extLst>
              </p:cNvPr>
              <p:cNvSpPr/>
              <p:nvPr/>
            </p:nvSpPr>
            <p:spPr>
              <a:xfrm>
                <a:off x="942095" y="5525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1" name="Oval 2270">
                <a:extLst>
                  <a:ext uri="{FF2B5EF4-FFF2-40B4-BE49-F238E27FC236}">
                    <a16:creationId xmlns:a16="http://schemas.microsoft.com/office/drawing/2014/main" id="{D04E0076-E346-823F-DA8D-FD2F304B36F9}"/>
                  </a:ext>
                </a:extLst>
              </p:cNvPr>
              <p:cNvSpPr/>
              <p:nvPr/>
            </p:nvSpPr>
            <p:spPr>
              <a:xfrm>
                <a:off x="289427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2" name="Oval 2271">
                <a:extLst>
                  <a:ext uri="{FF2B5EF4-FFF2-40B4-BE49-F238E27FC236}">
                    <a16:creationId xmlns:a16="http://schemas.microsoft.com/office/drawing/2014/main" id="{B1358EDD-83CD-4682-4FB3-4655CDDD96E0}"/>
                  </a:ext>
                </a:extLst>
              </p:cNvPr>
              <p:cNvSpPr/>
              <p:nvPr/>
            </p:nvSpPr>
            <p:spPr>
              <a:xfrm>
                <a:off x="231237" y="61727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3" name="Oval 2272">
                <a:extLst>
                  <a:ext uri="{FF2B5EF4-FFF2-40B4-BE49-F238E27FC236}">
                    <a16:creationId xmlns:a16="http://schemas.microsoft.com/office/drawing/2014/main" id="{E69922F5-159C-7525-C8E9-B80FA650A36F}"/>
                  </a:ext>
                </a:extLst>
              </p:cNvPr>
              <p:cNvSpPr/>
              <p:nvPr/>
            </p:nvSpPr>
            <p:spPr>
              <a:xfrm>
                <a:off x="537471" y="6026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4" name="Oval 2273">
                <a:extLst>
                  <a:ext uri="{FF2B5EF4-FFF2-40B4-BE49-F238E27FC236}">
                    <a16:creationId xmlns:a16="http://schemas.microsoft.com/office/drawing/2014/main" id="{108565F0-118F-E384-AAD1-1020DB2EB2AB}"/>
                  </a:ext>
                </a:extLst>
              </p:cNvPr>
              <p:cNvSpPr/>
              <p:nvPr/>
            </p:nvSpPr>
            <p:spPr>
              <a:xfrm>
                <a:off x="202016" y="6123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5" name="Oval 2274">
                <a:extLst>
                  <a:ext uri="{FF2B5EF4-FFF2-40B4-BE49-F238E27FC236}">
                    <a16:creationId xmlns:a16="http://schemas.microsoft.com/office/drawing/2014/main" id="{5A97CF37-A03B-0D87-EC7B-A3B31A06DF92}"/>
                  </a:ext>
                </a:extLst>
              </p:cNvPr>
              <p:cNvSpPr/>
              <p:nvPr/>
            </p:nvSpPr>
            <p:spPr>
              <a:xfrm>
                <a:off x="182929" y="61730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6" name="Oval 2275">
                <a:extLst>
                  <a:ext uri="{FF2B5EF4-FFF2-40B4-BE49-F238E27FC236}">
                    <a16:creationId xmlns:a16="http://schemas.microsoft.com/office/drawing/2014/main" id="{2E44C1BA-B0D5-75EA-714C-B198BB6E51BB}"/>
                  </a:ext>
                </a:extLst>
              </p:cNvPr>
              <p:cNvSpPr/>
              <p:nvPr/>
            </p:nvSpPr>
            <p:spPr>
              <a:xfrm>
                <a:off x="231491" y="6095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7" name="Oval 2276">
                <a:extLst>
                  <a:ext uri="{FF2B5EF4-FFF2-40B4-BE49-F238E27FC236}">
                    <a16:creationId xmlns:a16="http://schemas.microsoft.com/office/drawing/2014/main" id="{B492469E-AF26-55F4-68CC-9500C1913540}"/>
                  </a:ext>
                </a:extLst>
              </p:cNvPr>
              <p:cNvSpPr/>
              <p:nvPr/>
            </p:nvSpPr>
            <p:spPr>
              <a:xfrm>
                <a:off x="283768" y="60383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8" name="Oval 2277">
                <a:extLst>
                  <a:ext uri="{FF2B5EF4-FFF2-40B4-BE49-F238E27FC236}">
                    <a16:creationId xmlns:a16="http://schemas.microsoft.com/office/drawing/2014/main" id="{305A50E6-96BA-FCC8-67D1-FAB8F803D97B}"/>
                  </a:ext>
                </a:extLst>
              </p:cNvPr>
              <p:cNvSpPr/>
              <p:nvPr/>
            </p:nvSpPr>
            <p:spPr>
              <a:xfrm>
                <a:off x="1007463" y="550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79" name="Oval 2278">
                <a:extLst>
                  <a:ext uri="{FF2B5EF4-FFF2-40B4-BE49-F238E27FC236}">
                    <a16:creationId xmlns:a16="http://schemas.microsoft.com/office/drawing/2014/main" id="{8FD2A683-9EAB-B604-823E-904552141E22}"/>
                  </a:ext>
                </a:extLst>
              </p:cNvPr>
              <p:cNvSpPr/>
              <p:nvPr/>
            </p:nvSpPr>
            <p:spPr>
              <a:xfrm>
                <a:off x="65199" y="5970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0" name="Oval 2279">
                <a:extLst>
                  <a:ext uri="{FF2B5EF4-FFF2-40B4-BE49-F238E27FC236}">
                    <a16:creationId xmlns:a16="http://schemas.microsoft.com/office/drawing/2014/main" id="{3830B80D-BE61-3281-686F-3407336768DE}"/>
                  </a:ext>
                </a:extLst>
              </p:cNvPr>
              <p:cNvSpPr/>
              <p:nvPr/>
            </p:nvSpPr>
            <p:spPr>
              <a:xfrm>
                <a:off x="322702" y="6228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1" name="Oval 2280">
                <a:extLst>
                  <a:ext uri="{FF2B5EF4-FFF2-40B4-BE49-F238E27FC236}">
                    <a16:creationId xmlns:a16="http://schemas.microsoft.com/office/drawing/2014/main" id="{7A5B41B5-1E8B-DBF1-A7FB-631137989661}"/>
                  </a:ext>
                </a:extLst>
              </p:cNvPr>
              <p:cNvSpPr/>
              <p:nvPr/>
            </p:nvSpPr>
            <p:spPr>
              <a:xfrm>
                <a:off x="289258" y="60302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2" name="Oval 2281">
                <a:extLst>
                  <a:ext uri="{FF2B5EF4-FFF2-40B4-BE49-F238E27FC236}">
                    <a16:creationId xmlns:a16="http://schemas.microsoft.com/office/drawing/2014/main" id="{0C9A2A66-6543-8B60-640F-8A32EDE8179C}"/>
                  </a:ext>
                </a:extLst>
              </p:cNvPr>
              <p:cNvSpPr/>
              <p:nvPr/>
            </p:nvSpPr>
            <p:spPr>
              <a:xfrm>
                <a:off x="418558" y="62341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3" name="Oval 2282">
                <a:extLst>
                  <a:ext uri="{FF2B5EF4-FFF2-40B4-BE49-F238E27FC236}">
                    <a16:creationId xmlns:a16="http://schemas.microsoft.com/office/drawing/2014/main" id="{0A55DA3A-077A-80BF-EB3E-B7D6FB99315B}"/>
                  </a:ext>
                </a:extLst>
              </p:cNvPr>
              <p:cNvSpPr/>
              <p:nvPr/>
            </p:nvSpPr>
            <p:spPr>
              <a:xfrm>
                <a:off x="609596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4" name="Oval 2283">
                <a:extLst>
                  <a:ext uri="{FF2B5EF4-FFF2-40B4-BE49-F238E27FC236}">
                    <a16:creationId xmlns:a16="http://schemas.microsoft.com/office/drawing/2014/main" id="{FC3F9AAD-97E4-A94A-F440-567E21E0A00E}"/>
                  </a:ext>
                </a:extLst>
              </p:cNvPr>
              <p:cNvSpPr/>
              <p:nvPr/>
            </p:nvSpPr>
            <p:spPr>
              <a:xfrm>
                <a:off x="255898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5" name="Oval 2284">
                <a:extLst>
                  <a:ext uri="{FF2B5EF4-FFF2-40B4-BE49-F238E27FC236}">
                    <a16:creationId xmlns:a16="http://schemas.microsoft.com/office/drawing/2014/main" id="{18EFD609-509E-A7B6-AC22-A148A34CF60D}"/>
                  </a:ext>
                </a:extLst>
              </p:cNvPr>
              <p:cNvSpPr/>
              <p:nvPr/>
            </p:nvSpPr>
            <p:spPr>
              <a:xfrm>
                <a:off x="957635" y="5491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6" name="Oval 2285">
                <a:extLst>
                  <a:ext uri="{FF2B5EF4-FFF2-40B4-BE49-F238E27FC236}">
                    <a16:creationId xmlns:a16="http://schemas.microsoft.com/office/drawing/2014/main" id="{99868221-37E7-948E-12DE-6625D7CFA813}"/>
                  </a:ext>
                </a:extLst>
              </p:cNvPr>
              <p:cNvSpPr/>
              <p:nvPr/>
            </p:nvSpPr>
            <p:spPr>
              <a:xfrm>
                <a:off x="266539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7" name="Oval 2286">
                <a:extLst>
                  <a:ext uri="{FF2B5EF4-FFF2-40B4-BE49-F238E27FC236}">
                    <a16:creationId xmlns:a16="http://schemas.microsoft.com/office/drawing/2014/main" id="{D36A0F4B-62D4-9A69-0D53-CB454329FC56}"/>
                  </a:ext>
                </a:extLst>
              </p:cNvPr>
              <p:cNvSpPr/>
              <p:nvPr/>
            </p:nvSpPr>
            <p:spPr>
              <a:xfrm>
                <a:off x="401414" y="6039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8" name="Oval 2287">
                <a:extLst>
                  <a:ext uri="{FF2B5EF4-FFF2-40B4-BE49-F238E27FC236}">
                    <a16:creationId xmlns:a16="http://schemas.microsoft.com/office/drawing/2014/main" id="{BF94265D-B061-6B60-5316-7F7459D9AF7F}"/>
                  </a:ext>
                </a:extLst>
              </p:cNvPr>
              <p:cNvSpPr/>
              <p:nvPr/>
            </p:nvSpPr>
            <p:spPr>
              <a:xfrm>
                <a:off x="435112" y="60263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89" name="Oval 2288">
                <a:extLst>
                  <a:ext uri="{FF2B5EF4-FFF2-40B4-BE49-F238E27FC236}">
                    <a16:creationId xmlns:a16="http://schemas.microsoft.com/office/drawing/2014/main" id="{541A7C9E-82DD-7975-E8FC-E080AB19C145}"/>
                  </a:ext>
                </a:extLst>
              </p:cNvPr>
              <p:cNvSpPr/>
              <p:nvPr/>
            </p:nvSpPr>
            <p:spPr>
              <a:xfrm>
                <a:off x="952736" y="550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0" name="Oval 2289">
                <a:extLst>
                  <a:ext uri="{FF2B5EF4-FFF2-40B4-BE49-F238E27FC236}">
                    <a16:creationId xmlns:a16="http://schemas.microsoft.com/office/drawing/2014/main" id="{726D34FA-83DF-BDCD-8F66-813D60473164}"/>
                  </a:ext>
                </a:extLst>
              </p:cNvPr>
              <p:cNvSpPr/>
              <p:nvPr/>
            </p:nvSpPr>
            <p:spPr>
              <a:xfrm>
                <a:off x="472863" y="6083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1" name="Oval 2290">
                <a:extLst>
                  <a:ext uri="{FF2B5EF4-FFF2-40B4-BE49-F238E27FC236}">
                    <a16:creationId xmlns:a16="http://schemas.microsoft.com/office/drawing/2014/main" id="{536A32DF-B9CB-FCDB-9215-E3A262456E08}"/>
                  </a:ext>
                </a:extLst>
              </p:cNvPr>
              <p:cNvSpPr/>
              <p:nvPr/>
            </p:nvSpPr>
            <p:spPr>
              <a:xfrm>
                <a:off x="341451" y="61573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2" name="Oval 2291">
                <a:extLst>
                  <a:ext uri="{FF2B5EF4-FFF2-40B4-BE49-F238E27FC236}">
                    <a16:creationId xmlns:a16="http://schemas.microsoft.com/office/drawing/2014/main" id="{B039EF52-663D-0E97-B9E3-1D9390E7980A}"/>
                  </a:ext>
                </a:extLst>
              </p:cNvPr>
              <p:cNvSpPr/>
              <p:nvPr/>
            </p:nvSpPr>
            <p:spPr>
              <a:xfrm>
                <a:off x="71955" y="5971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3" name="Oval 2292">
                <a:extLst>
                  <a:ext uri="{FF2B5EF4-FFF2-40B4-BE49-F238E27FC236}">
                    <a16:creationId xmlns:a16="http://schemas.microsoft.com/office/drawing/2014/main" id="{C8B19781-AF0B-4D07-557F-69FF3B60DBBE}"/>
                  </a:ext>
                </a:extLst>
              </p:cNvPr>
              <p:cNvSpPr/>
              <p:nvPr/>
            </p:nvSpPr>
            <p:spPr>
              <a:xfrm>
                <a:off x="979086" y="551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4" name="Oval 2293">
                <a:extLst>
                  <a:ext uri="{FF2B5EF4-FFF2-40B4-BE49-F238E27FC236}">
                    <a16:creationId xmlns:a16="http://schemas.microsoft.com/office/drawing/2014/main" id="{A071E181-56B3-AFED-DEA6-CBA9571628E1}"/>
                  </a:ext>
                </a:extLst>
              </p:cNvPr>
              <p:cNvSpPr/>
              <p:nvPr/>
            </p:nvSpPr>
            <p:spPr>
              <a:xfrm>
                <a:off x="420754" y="62061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5" name="Oval 2294">
                <a:extLst>
                  <a:ext uri="{FF2B5EF4-FFF2-40B4-BE49-F238E27FC236}">
                    <a16:creationId xmlns:a16="http://schemas.microsoft.com/office/drawing/2014/main" id="{8F2FD590-EE2F-7D84-E5F2-68F780761828}"/>
                  </a:ext>
                </a:extLst>
              </p:cNvPr>
              <p:cNvSpPr/>
              <p:nvPr/>
            </p:nvSpPr>
            <p:spPr>
              <a:xfrm>
                <a:off x="492203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6" name="Oval 2295">
                <a:extLst>
                  <a:ext uri="{FF2B5EF4-FFF2-40B4-BE49-F238E27FC236}">
                    <a16:creationId xmlns:a16="http://schemas.microsoft.com/office/drawing/2014/main" id="{FA6D68FC-3026-0030-62A8-6DF9B560FC0A}"/>
                  </a:ext>
                </a:extLst>
              </p:cNvPr>
              <p:cNvSpPr/>
              <p:nvPr/>
            </p:nvSpPr>
            <p:spPr>
              <a:xfrm>
                <a:off x="199820" y="6169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7" name="Oval 2296">
                <a:extLst>
                  <a:ext uri="{FF2B5EF4-FFF2-40B4-BE49-F238E27FC236}">
                    <a16:creationId xmlns:a16="http://schemas.microsoft.com/office/drawing/2014/main" id="{515002F2-2B4F-F175-E64F-D2B2964FB820}"/>
                  </a:ext>
                </a:extLst>
              </p:cNvPr>
              <p:cNvSpPr/>
              <p:nvPr/>
            </p:nvSpPr>
            <p:spPr>
              <a:xfrm>
                <a:off x="331739" y="613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8" name="Oval 2297">
                <a:extLst>
                  <a:ext uri="{FF2B5EF4-FFF2-40B4-BE49-F238E27FC236}">
                    <a16:creationId xmlns:a16="http://schemas.microsoft.com/office/drawing/2014/main" id="{8B2B420A-0AB7-479A-0AC0-0CEFAF1D5D20}"/>
                  </a:ext>
                </a:extLst>
              </p:cNvPr>
              <p:cNvSpPr/>
              <p:nvPr/>
            </p:nvSpPr>
            <p:spPr>
              <a:xfrm>
                <a:off x="332330" y="63529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9" name="Oval 2298">
                <a:extLst>
                  <a:ext uri="{FF2B5EF4-FFF2-40B4-BE49-F238E27FC236}">
                    <a16:creationId xmlns:a16="http://schemas.microsoft.com/office/drawing/2014/main" id="{ACCBB8F2-F26E-9DD5-14F0-F276C73F3AC3}"/>
                  </a:ext>
                </a:extLst>
              </p:cNvPr>
              <p:cNvSpPr/>
              <p:nvPr/>
            </p:nvSpPr>
            <p:spPr>
              <a:xfrm>
                <a:off x="339509" y="6083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0" name="Oval 2299">
                <a:extLst>
                  <a:ext uri="{FF2B5EF4-FFF2-40B4-BE49-F238E27FC236}">
                    <a16:creationId xmlns:a16="http://schemas.microsoft.com/office/drawing/2014/main" id="{4EADEE8E-05D2-2DFD-499C-7DEEADA8BC6B}"/>
                  </a:ext>
                </a:extLst>
              </p:cNvPr>
              <p:cNvSpPr/>
              <p:nvPr/>
            </p:nvSpPr>
            <p:spPr>
              <a:xfrm>
                <a:off x="525394" y="62924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1" name="Oval 2300">
                <a:extLst>
                  <a:ext uri="{FF2B5EF4-FFF2-40B4-BE49-F238E27FC236}">
                    <a16:creationId xmlns:a16="http://schemas.microsoft.com/office/drawing/2014/main" id="{90879C21-55DC-3184-B040-CB38540FC95C}"/>
                  </a:ext>
                </a:extLst>
              </p:cNvPr>
              <p:cNvSpPr/>
              <p:nvPr/>
            </p:nvSpPr>
            <p:spPr>
              <a:xfrm>
                <a:off x="235629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2" name="Oval 2301">
                <a:extLst>
                  <a:ext uri="{FF2B5EF4-FFF2-40B4-BE49-F238E27FC236}">
                    <a16:creationId xmlns:a16="http://schemas.microsoft.com/office/drawing/2014/main" id="{5930729A-1B74-8465-3A6A-F5E5A9B975CC}"/>
                  </a:ext>
                </a:extLst>
              </p:cNvPr>
              <p:cNvSpPr/>
              <p:nvPr/>
            </p:nvSpPr>
            <p:spPr>
              <a:xfrm>
                <a:off x="382074" y="586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3" name="Oval 2302">
                <a:extLst>
                  <a:ext uri="{FF2B5EF4-FFF2-40B4-BE49-F238E27FC236}">
                    <a16:creationId xmlns:a16="http://schemas.microsoft.com/office/drawing/2014/main" id="{7E9F3A59-62AD-2396-D7D9-BA75E0AE4B1A}"/>
                  </a:ext>
                </a:extLst>
              </p:cNvPr>
              <p:cNvSpPr/>
              <p:nvPr/>
            </p:nvSpPr>
            <p:spPr>
              <a:xfrm>
                <a:off x="531559" y="604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4" name="Oval 2303">
                <a:extLst>
                  <a:ext uri="{FF2B5EF4-FFF2-40B4-BE49-F238E27FC236}">
                    <a16:creationId xmlns:a16="http://schemas.microsoft.com/office/drawing/2014/main" id="{D3337CF9-D484-07AE-A035-7794B8C8066D}"/>
                  </a:ext>
                </a:extLst>
              </p:cNvPr>
              <p:cNvSpPr/>
              <p:nvPr/>
            </p:nvSpPr>
            <p:spPr>
              <a:xfrm>
                <a:off x="310203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7462A552-A1C0-A95C-7E04-E30888B2BD05}"/>
                  </a:ext>
                </a:extLst>
              </p:cNvPr>
              <p:cNvSpPr/>
              <p:nvPr/>
            </p:nvSpPr>
            <p:spPr>
              <a:xfrm>
                <a:off x="303700" y="60836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6" name="Oval 2305">
                <a:extLst>
                  <a:ext uri="{FF2B5EF4-FFF2-40B4-BE49-F238E27FC236}">
                    <a16:creationId xmlns:a16="http://schemas.microsoft.com/office/drawing/2014/main" id="{88796A82-A30B-D313-6B1F-2B02CB659DCA}"/>
                  </a:ext>
                </a:extLst>
              </p:cNvPr>
              <p:cNvSpPr/>
              <p:nvPr/>
            </p:nvSpPr>
            <p:spPr>
              <a:xfrm>
                <a:off x="425399" y="63438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7" name="Oval 2306">
                <a:extLst>
                  <a:ext uri="{FF2B5EF4-FFF2-40B4-BE49-F238E27FC236}">
                    <a16:creationId xmlns:a16="http://schemas.microsoft.com/office/drawing/2014/main" id="{76E7C4A7-1D72-F424-53EC-90E5386AF1F6}"/>
                  </a:ext>
                </a:extLst>
              </p:cNvPr>
              <p:cNvSpPr/>
              <p:nvPr/>
            </p:nvSpPr>
            <p:spPr>
              <a:xfrm>
                <a:off x="285964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8" name="Oval 2307">
                <a:extLst>
                  <a:ext uri="{FF2B5EF4-FFF2-40B4-BE49-F238E27FC236}">
                    <a16:creationId xmlns:a16="http://schemas.microsoft.com/office/drawing/2014/main" id="{C511BE66-24C7-539A-8AB9-62B7DABEB822}"/>
                  </a:ext>
                </a:extLst>
              </p:cNvPr>
              <p:cNvSpPr/>
              <p:nvPr/>
            </p:nvSpPr>
            <p:spPr>
              <a:xfrm>
                <a:off x="549717" y="6089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09" name="Oval 2308">
                <a:extLst>
                  <a:ext uri="{FF2B5EF4-FFF2-40B4-BE49-F238E27FC236}">
                    <a16:creationId xmlns:a16="http://schemas.microsoft.com/office/drawing/2014/main" id="{AFDA26B7-9820-E317-49AC-23097991412F}"/>
                  </a:ext>
                </a:extLst>
              </p:cNvPr>
              <p:cNvSpPr/>
              <p:nvPr/>
            </p:nvSpPr>
            <p:spPr>
              <a:xfrm>
                <a:off x="346181" y="62368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EFE39BB6-6337-25C6-2755-9CF5B6C66BB0}"/>
                  </a:ext>
                </a:extLst>
              </p:cNvPr>
              <p:cNvSpPr/>
              <p:nvPr/>
            </p:nvSpPr>
            <p:spPr>
              <a:xfrm>
                <a:off x="235882" y="61365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A407FDA8-D6CD-2837-4AEE-F8030B460B30}"/>
                  </a:ext>
                </a:extLst>
              </p:cNvPr>
              <p:cNvSpPr/>
              <p:nvPr/>
            </p:nvSpPr>
            <p:spPr>
              <a:xfrm>
                <a:off x="449638" y="62858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43384F49-F3E4-7F7D-27D6-66C97EE66CBC}"/>
                  </a:ext>
                </a:extLst>
              </p:cNvPr>
              <p:cNvSpPr/>
              <p:nvPr/>
            </p:nvSpPr>
            <p:spPr>
              <a:xfrm>
                <a:off x="453438" y="6304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3" name="Oval 2312">
                <a:extLst>
                  <a:ext uri="{FF2B5EF4-FFF2-40B4-BE49-F238E27FC236}">
                    <a16:creationId xmlns:a16="http://schemas.microsoft.com/office/drawing/2014/main" id="{EBBA1C9F-9403-7768-80C3-ABABDF9B71F5}"/>
                  </a:ext>
                </a:extLst>
              </p:cNvPr>
              <p:cNvSpPr/>
              <p:nvPr/>
            </p:nvSpPr>
            <p:spPr>
              <a:xfrm>
                <a:off x="431396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4" name="Oval 2313">
                <a:extLst>
                  <a:ext uri="{FF2B5EF4-FFF2-40B4-BE49-F238E27FC236}">
                    <a16:creationId xmlns:a16="http://schemas.microsoft.com/office/drawing/2014/main" id="{195F6B0F-6601-AF23-F948-1A601D0A1B21}"/>
                  </a:ext>
                </a:extLst>
              </p:cNvPr>
              <p:cNvSpPr/>
              <p:nvPr/>
            </p:nvSpPr>
            <p:spPr>
              <a:xfrm>
                <a:off x="510614" y="6226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5" name="Oval 2314">
                <a:extLst>
                  <a:ext uri="{FF2B5EF4-FFF2-40B4-BE49-F238E27FC236}">
                    <a16:creationId xmlns:a16="http://schemas.microsoft.com/office/drawing/2014/main" id="{186E1367-205B-5051-8215-486FD200CA45}"/>
                  </a:ext>
                </a:extLst>
              </p:cNvPr>
              <p:cNvSpPr/>
              <p:nvPr/>
            </p:nvSpPr>
            <p:spPr>
              <a:xfrm>
                <a:off x="437223" y="632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6" name="Oval 2315">
                <a:extLst>
                  <a:ext uri="{FF2B5EF4-FFF2-40B4-BE49-F238E27FC236}">
                    <a16:creationId xmlns:a16="http://schemas.microsoft.com/office/drawing/2014/main" id="{0C79E15C-AF76-314F-EAF9-4645685CDD33}"/>
                  </a:ext>
                </a:extLst>
              </p:cNvPr>
              <p:cNvSpPr/>
              <p:nvPr/>
            </p:nvSpPr>
            <p:spPr>
              <a:xfrm>
                <a:off x="547690" y="6257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7" name="Oval 2316">
                <a:extLst>
                  <a:ext uri="{FF2B5EF4-FFF2-40B4-BE49-F238E27FC236}">
                    <a16:creationId xmlns:a16="http://schemas.microsoft.com/office/drawing/2014/main" id="{88064D81-B753-DA48-2E03-97D547C0724F}"/>
                  </a:ext>
                </a:extLst>
              </p:cNvPr>
              <p:cNvSpPr/>
              <p:nvPr/>
            </p:nvSpPr>
            <p:spPr>
              <a:xfrm>
                <a:off x="464586" y="631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8" name="Oval 2317">
                <a:extLst>
                  <a:ext uri="{FF2B5EF4-FFF2-40B4-BE49-F238E27FC236}">
                    <a16:creationId xmlns:a16="http://schemas.microsoft.com/office/drawing/2014/main" id="{E6B61F8A-D23E-3745-9109-379B28888C8E}"/>
                  </a:ext>
                </a:extLst>
              </p:cNvPr>
              <p:cNvSpPr/>
              <p:nvPr/>
            </p:nvSpPr>
            <p:spPr>
              <a:xfrm>
                <a:off x="359356" y="6356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3585089E-D489-20DA-623A-E69CE98D45CD}"/>
                  </a:ext>
                </a:extLst>
              </p:cNvPr>
              <p:cNvSpPr/>
              <p:nvPr/>
            </p:nvSpPr>
            <p:spPr>
              <a:xfrm>
                <a:off x="339171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B1EC77CC-DB1E-5C95-05A5-03ADC4AFEBBC}"/>
                  </a:ext>
                </a:extLst>
              </p:cNvPr>
              <p:cNvSpPr/>
              <p:nvPr/>
            </p:nvSpPr>
            <p:spPr>
              <a:xfrm>
                <a:off x="272789" y="6038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2EE5D2B2-4057-CF86-60ED-653F43499ED3}"/>
                  </a:ext>
                </a:extLst>
              </p:cNvPr>
              <p:cNvSpPr/>
              <p:nvPr/>
            </p:nvSpPr>
            <p:spPr>
              <a:xfrm>
                <a:off x="101346" y="5992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1AB179D4-C46D-A648-6BA7-C49B08CF3D9F}"/>
                  </a:ext>
                </a:extLst>
              </p:cNvPr>
              <p:cNvSpPr/>
              <p:nvPr/>
            </p:nvSpPr>
            <p:spPr>
              <a:xfrm>
                <a:off x="65537" y="59781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805DE6EE-440F-3B0E-2F64-4E33C77CDE49}"/>
                  </a:ext>
                </a:extLst>
              </p:cNvPr>
              <p:cNvSpPr/>
              <p:nvPr/>
            </p:nvSpPr>
            <p:spPr>
              <a:xfrm>
                <a:off x="461884" y="6337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DD3051F9-F4D6-A38E-6BDA-1B8C7A3A44ED}"/>
                  </a:ext>
                </a:extLst>
              </p:cNvPr>
              <p:cNvSpPr/>
              <p:nvPr/>
            </p:nvSpPr>
            <p:spPr>
              <a:xfrm>
                <a:off x="232926" y="616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09AA5E58-E727-E253-B846-3E2722664196}"/>
                  </a:ext>
                </a:extLst>
              </p:cNvPr>
              <p:cNvSpPr/>
              <p:nvPr/>
            </p:nvSpPr>
            <p:spPr>
              <a:xfrm>
                <a:off x="384354" y="6296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B239696F-A31E-59AB-2B01-1DA126D45A65}"/>
                  </a:ext>
                </a:extLst>
              </p:cNvPr>
              <p:cNvSpPr/>
              <p:nvPr/>
            </p:nvSpPr>
            <p:spPr>
              <a:xfrm>
                <a:off x="268651" y="604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7" name="Oval 2326">
                <a:extLst>
                  <a:ext uri="{FF2B5EF4-FFF2-40B4-BE49-F238E27FC236}">
                    <a16:creationId xmlns:a16="http://schemas.microsoft.com/office/drawing/2014/main" id="{33225255-F7CF-B32D-FEE3-1D93E10C39F7}"/>
                  </a:ext>
                </a:extLst>
              </p:cNvPr>
              <p:cNvSpPr/>
              <p:nvPr/>
            </p:nvSpPr>
            <p:spPr>
              <a:xfrm>
                <a:off x="339424" y="6240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8" name="Oval 2327">
                <a:extLst>
                  <a:ext uri="{FF2B5EF4-FFF2-40B4-BE49-F238E27FC236}">
                    <a16:creationId xmlns:a16="http://schemas.microsoft.com/office/drawing/2014/main" id="{29E015D1-B284-459C-E555-4AC95975B5EF}"/>
                  </a:ext>
                </a:extLst>
              </p:cNvPr>
              <p:cNvSpPr/>
              <p:nvPr/>
            </p:nvSpPr>
            <p:spPr>
              <a:xfrm>
                <a:off x="617197" y="6002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9" name="Oval 2328">
                <a:extLst>
                  <a:ext uri="{FF2B5EF4-FFF2-40B4-BE49-F238E27FC236}">
                    <a16:creationId xmlns:a16="http://schemas.microsoft.com/office/drawing/2014/main" id="{6B38DFBB-ACE2-B2E4-48F3-C38AFCEA2937}"/>
                  </a:ext>
                </a:extLst>
              </p:cNvPr>
              <p:cNvSpPr/>
              <p:nvPr/>
            </p:nvSpPr>
            <p:spPr>
              <a:xfrm>
                <a:off x="219667" y="61813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0" name="Oval 2329">
                <a:extLst>
                  <a:ext uri="{FF2B5EF4-FFF2-40B4-BE49-F238E27FC236}">
                    <a16:creationId xmlns:a16="http://schemas.microsoft.com/office/drawing/2014/main" id="{C60E3212-2D98-659F-ED28-46EFF435E522}"/>
                  </a:ext>
                </a:extLst>
              </p:cNvPr>
              <p:cNvSpPr/>
              <p:nvPr/>
            </p:nvSpPr>
            <p:spPr>
              <a:xfrm>
                <a:off x="407157" y="6382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1" name="Oval 2330">
                <a:extLst>
                  <a:ext uri="{FF2B5EF4-FFF2-40B4-BE49-F238E27FC236}">
                    <a16:creationId xmlns:a16="http://schemas.microsoft.com/office/drawing/2014/main" id="{CCE6C22C-31E2-AE1B-0519-E5BB352CBE28}"/>
                  </a:ext>
                </a:extLst>
              </p:cNvPr>
              <p:cNvSpPr/>
              <p:nvPr/>
            </p:nvSpPr>
            <p:spPr>
              <a:xfrm>
                <a:off x="287569" y="629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2" name="Oval 2331">
                <a:extLst>
                  <a:ext uri="{FF2B5EF4-FFF2-40B4-BE49-F238E27FC236}">
                    <a16:creationId xmlns:a16="http://schemas.microsoft.com/office/drawing/2014/main" id="{27297B72-D23A-9481-3BF4-DA81FCA27E66}"/>
                  </a:ext>
                </a:extLst>
              </p:cNvPr>
              <p:cNvSpPr/>
              <p:nvPr/>
            </p:nvSpPr>
            <p:spPr>
              <a:xfrm>
                <a:off x="954341" y="55010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3" name="Oval 2332">
                <a:extLst>
                  <a:ext uri="{FF2B5EF4-FFF2-40B4-BE49-F238E27FC236}">
                    <a16:creationId xmlns:a16="http://schemas.microsoft.com/office/drawing/2014/main" id="{61D71E37-0783-DBEC-01B9-F9F2139F5F0E}"/>
                  </a:ext>
                </a:extLst>
              </p:cNvPr>
              <p:cNvSpPr/>
              <p:nvPr/>
            </p:nvSpPr>
            <p:spPr>
              <a:xfrm>
                <a:off x="366534" y="60870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4" name="Oval 2333">
                <a:extLst>
                  <a:ext uri="{FF2B5EF4-FFF2-40B4-BE49-F238E27FC236}">
                    <a16:creationId xmlns:a16="http://schemas.microsoft.com/office/drawing/2014/main" id="{A469F0C2-0B85-6080-F4E7-D641D2E509C1}"/>
                  </a:ext>
                </a:extLst>
              </p:cNvPr>
              <p:cNvSpPr/>
              <p:nvPr/>
            </p:nvSpPr>
            <p:spPr>
              <a:xfrm>
                <a:off x="934663" y="5499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5" name="Oval 2334">
                <a:extLst>
                  <a:ext uri="{FF2B5EF4-FFF2-40B4-BE49-F238E27FC236}">
                    <a16:creationId xmlns:a16="http://schemas.microsoft.com/office/drawing/2014/main" id="{9EDB994C-C7A4-2794-EE37-D5E807BD7C87}"/>
                  </a:ext>
                </a:extLst>
              </p:cNvPr>
              <p:cNvSpPr/>
              <p:nvPr/>
            </p:nvSpPr>
            <p:spPr>
              <a:xfrm>
                <a:off x="189770" y="61269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6" name="Oval 2335">
                <a:extLst>
                  <a:ext uri="{FF2B5EF4-FFF2-40B4-BE49-F238E27FC236}">
                    <a16:creationId xmlns:a16="http://schemas.microsoft.com/office/drawing/2014/main" id="{788F8FAA-21E2-8394-12C8-020392F2947E}"/>
                  </a:ext>
                </a:extLst>
              </p:cNvPr>
              <p:cNvSpPr/>
              <p:nvPr/>
            </p:nvSpPr>
            <p:spPr>
              <a:xfrm>
                <a:off x="381989" y="6339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7" name="Oval 2336">
                <a:extLst>
                  <a:ext uri="{FF2B5EF4-FFF2-40B4-BE49-F238E27FC236}">
                    <a16:creationId xmlns:a16="http://schemas.microsoft.com/office/drawing/2014/main" id="{7A43B0AA-2501-CE44-B542-628D2F41BB21}"/>
                  </a:ext>
                </a:extLst>
              </p:cNvPr>
              <p:cNvSpPr/>
              <p:nvPr/>
            </p:nvSpPr>
            <p:spPr>
              <a:xfrm>
                <a:off x="271185" y="603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8" name="Oval 2337">
                <a:extLst>
                  <a:ext uri="{FF2B5EF4-FFF2-40B4-BE49-F238E27FC236}">
                    <a16:creationId xmlns:a16="http://schemas.microsoft.com/office/drawing/2014/main" id="{71DDF5B8-4D13-A6FD-ECD8-08A990379EF7}"/>
                  </a:ext>
                </a:extLst>
              </p:cNvPr>
              <p:cNvSpPr/>
              <p:nvPr/>
            </p:nvSpPr>
            <p:spPr>
              <a:xfrm>
                <a:off x="275238" y="6341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39" name="Oval 2338">
                <a:extLst>
                  <a:ext uri="{FF2B5EF4-FFF2-40B4-BE49-F238E27FC236}">
                    <a16:creationId xmlns:a16="http://schemas.microsoft.com/office/drawing/2014/main" id="{CE6BD451-DD4F-3E26-7C35-0ECE4162EA57}"/>
                  </a:ext>
                </a:extLst>
              </p:cNvPr>
              <p:cNvSpPr/>
              <p:nvPr/>
            </p:nvSpPr>
            <p:spPr>
              <a:xfrm>
                <a:off x="341704" y="62942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0" name="Oval 2339">
                <a:extLst>
                  <a:ext uri="{FF2B5EF4-FFF2-40B4-BE49-F238E27FC236}">
                    <a16:creationId xmlns:a16="http://schemas.microsoft.com/office/drawing/2014/main" id="{086FDBA7-1382-3044-FC22-A8AC8AC62FBB}"/>
                  </a:ext>
                </a:extLst>
              </p:cNvPr>
              <p:cNvSpPr/>
              <p:nvPr/>
            </p:nvSpPr>
            <p:spPr>
              <a:xfrm>
                <a:off x="218907" y="6130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1" name="Oval 2340">
                <a:extLst>
                  <a:ext uri="{FF2B5EF4-FFF2-40B4-BE49-F238E27FC236}">
                    <a16:creationId xmlns:a16="http://schemas.microsoft.com/office/drawing/2014/main" id="{CE8A3397-C602-A119-3BAA-A6B70FE5A811}"/>
                  </a:ext>
                </a:extLst>
              </p:cNvPr>
              <p:cNvSpPr/>
              <p:nvPr/>
            </p:nvSpPr>
            <p:spPr>
              <a:xfrm>
                <a:off x="470752" y="6242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2" name="Oval 2341">
                <a:extLst>
                  <a:ext uri="{FF2B5EF4-FFF2-40B4-BE49-F238E27FC236}">
                    <a16:creationId xmlns:a16="http://schemas.microsoft.com/office/drawing/2014/main" id="{80FDF4E1-62F4-0DBF-4DA9-02F93782E1E3}"/>
                  </a:ext>
                </a:extLst>
              </p:cNvPr>
              <p:cNvSpPr/>
              <p:nvPr/>
            </p:nvSpPr>
            <p:spPr>
              <a:xfrm>
                <a:off x="961857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3" name="Oval 2342">
                <a:extLst>
                  <a:ext uri="{FF2B5EF4-FFF2-40B4-BE49-F238E27FC236}">
                    <a16:creationId xmlns:a16="http://schemas.microsoft.com/office/drawing/2014/main" id="{8FD3EBAA-A00B-F8A5-6584-3E6FB133D87B}"/>
                  </a:ext>
                </a:extLst>
              </p:cNvPr>
              <p:cNvSpPr/>
              <p:nvPr/>
            </p:nvSpPr>
            <p:spPr>
              <a:xfrm>
                <a:off x="427933" y="62260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4" name="Oval 2343">
                <a:extLst>
                  <a:ext uri="{FF2B5EF4-FFF2-40B4-BE49-F238E27FC236}">
                    <a16:creationId xmlns:a16="http://schemas.microsoft.com/office/drawing/2014/main" id="{A7E5290C-23C3-AADC-39E7-1D5CEA02673B}"/>
                  </a:ext>
                </a:extLst>
              </p:cNvPr>
              <p:cNvSpPr/>
              <p:nvPr/>
            </p:nvSpPr>
            <p:spPr>
              <a:xfrm>
                <a:off x="931200" y="5521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5" name="Oval 2344">
                <a:extLst>
                  <a:ext uri="{FF2B5EF4-FFF2-40B4-BE49-F238E27FC236}">
                    <a16:creationId xmlns:a16="http://schemas.microsoft.com/office/drawing/2014/main" id="{CBA07CCF-6D5E-7EAD-F197-0DC0A66A8EDE}"/>
                  </a:ext>
                </a:extLst>
              </p:cNvPr>
              <p:cNvSpPr/>
              <p:nvPr/>
            </p:nvSpPr>
            <p:spPr>
              <a:xfrm>
                <a:off x="978748" y="61177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6" name="Oval 2345">
                <a:extLst>
                  <a:ext uri="{FF2B5EF4-FFF2-40B4-BE49-F238E27FC236}">
                    <a16:creationId xmlns:a16="http://schemas.microsoft.com/office/drawing/2014/main" id="{157DFBE6-65E3-19E4-A855-76435D4076C7}"/>
                  </a:ext>
                </a:extLst>
              </p:cNvPr>
              <p:cNvSpPr/>
              <p:nvPr/>
            </p:nvSpPr>
            <p:spPr>
              <a:xfrm>
                <a:off x="431480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7" name="Oval 2346">
                <a:extLst>
                  <a:ext uri="{FF2B5EF4-FFF2-40B4-BE49-F238E27FC236}">
                    <a16:creationId xmlns:a16="http://schemas.microsoft.com/office/drawing/2014/main" id="{C525BA7D-157D-60BD-D496-AE01819FD4D1}"/>
                  </a:ext>
                </a:extLst>
              </p:cNvPr>
              <p:cNvSpPr/>
              <p:nvPr/>
            </p:nvSpPr>
            <p:spPr>
              <a:xfrm>
                <a:off x="123557" y="5981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8" name="Oval 2347">
                <a:extLst>
                  <a:ext uri="{FF2B5EF4-FFF2-40B4-BE49-F238E27FC236}">
                    <a16:creationId xmlns:a16="http://schemas.microsoft.com/office/drawing/2014/main" id="{198C37D6-A8FA-8354-D9E9-95FAB561109E}"/>
                  </a:ext>
                </a:extLst>
              </p:cNvPr>
              <p:cNvSpPr/>
              <p:nvPr/>
            </p:nvSpPr>
            <p:spPr>
              <a:xfrm>
                <a:off x="953665" y="55046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49" name="Oval 2348">
                <a:extLst>
                  <a:ext uri="{FF2B5EF4-FFF2-40B4-BE49-F238E27FC236}">
                    <a16:creationId xmlns:a16="http://schemas.microsoft.com/office/drawing/2014/main" id="{DB31E32A-2F51-1BBF-DD6E-1D2E228734C9}"/>
                  </a:ext>
                </a:extLst>
              </p:cNvPr>
              <p:cNvSpPr/>
              <p:nvPr/>
            </p:nvSpPr>
            <p:spPr>
              <a:xfrm>
                <a:off x="208181" y="6143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0" name="Oval 2349">
                <a:extLst>
                  <a:ext uri="{FF2B5EF4-FFF2-40B4-BE49-F238E27FC236}">
                    <a16:creationId xmlns:a16="http://schemas.microsoft.com/office/drawing/2014/main" id="{1FC6620E-CD08-AE99-FA42-9223862EDEDD}"/>
                  </a:ext>
                </a:extLst>
              </p:cNvPr>
              <p:cNvSpPr/>
              <p:nvPr/>
            </p:nvSpPr>
            <p:spPr>
              <a:xfrm>
                <a:off x="440432" y="63023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1" name="Oval 2350">
                <a:extLst>
                  <a:ext uri="{FF2B5EF4-FFF2-40B4-BE49-F238E27FC236}">
                    <a16:creationId xmlns:a16="http://schemas.microsoft.com/office/drawing/2014/main" id="{71557760-B913-01BB-DD97-888E993F4A8D}"/>
                  </a:ext>
                </a:extLst>
              </p:cNvPr>
              <p:cNvSpPr/>
              <p:nvPr/>
            </p:nvSpPr>
            <p:spPr>
              <a:xfrm>
                <a:off x="283430" y="6385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2" name="Oval 2351">
                <a:extLst>
                  <a:ext uri="{FF2B5EF4-FFF2-40B4-BE49-F238E27FC236}">
                    <a16:creationId xmlns:a16="http://schemas.microsoft.com/office/drawing/2014/main" id="{9A5B4A6E-47EE-A6A0-0539-8FC58544470A}"/>
                  </a:ext>
                </a:extLst>
              </p:cNvPr>
              <p:cNvSpPr/>
              <p:nvPr/>
            </p:nvSpPr>
            <p:spPr>
              <a:xfrm>
                <a:off x="995048" y="55008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3" name="Oval 2352">
                <a:extLst>
                  <a:ext uri="{FF2B5EF4-FFF2-40B4-BE49-F238E27FC236}">
                    <a16:creationId xmlns:a16="http://schemas.microsoft.com/office/drawing/2014/main" id="{CC8114CC-0902-2C08-F030-EAEF0B247090}"/>
                  </a:ext>
                </a:extLst>
              </p:cNvPr>
              <p:cNvSpPr/>
              <p:nvPr/>
            </p:nvSpPr>
            <p:spPr>
              <a:xfrm>
                <a:off x="429200" y="59430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4" name="Oval 2353">
                <a:extLst>
                  <a:ext uri="{FF2B5EF4-FFF2-40B4-BE49-F238E27FC236}">
                    <a16:creationId xmlns:a16="http://schemas.microsoft.com/office/drawing/2014/main" id="{A7760692-A030-DB90-F85B-0475E4E8A75B}"/>
                  </a:ext>
                </a:extLst>
              </p:cNvPr>
              <p:cNvSpPr/>
              <p:nvPr/>
            </p:nvSpPr>
            <p:spPr>
              <a:xfrm>
                <a:off x="493723" y="62277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5" name="Oval 2354">
                <a:extLst>
                  <a:ext uri="{FF2B5EF4-FFF2-40B4-BE49-F238E27FC236}">
                    <a16:creationId xmlns:a16="http://schemas.microsoft.com/office/drawing/2014/main" id="{8ECF270D-6ADD-3DEA-ADE1-7A30250BD069}"/>
                  </a:ext>
                </a:extLst>
              </p:cNvPr>
              <p:cNvSpPr/>
              <p:nvPr/>
            </p:nvSpPr>
            <p:spPr>
              <a:xfrm>
                <a:off x="312567" y="60881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6" name="Oval 2355">
                <a:extLst>
                  <a:ext uri="{FF2B5EF4-FFF2-40B4-BE49-F238E27FC236}">
                    <a16:creationId xmlns:a16="http://schemas.microsoft.com/office/drawing/2014/main" id="{982FB08C-A2CF-D127-EA94-46732FF22D8A}"/>
                  </a:ext>
                </a:extLst>
              </p:cNvPr>
              <p:cNvSpPr/>
              <p:nvPr/>
            </p:nvSpPr>
            <p:spPr>
              <a:xfrm>
                <a:off x="91464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7" name="Oval 2356">
                <a:extLst>
                  <a:ext uri="{FF2B5EF4-FFF2-40B4-BE49-F238E27FC236}">
                    <a16:creationId xmlns:a16="http://schemas.microsoft.com/office/drawing/2014/main" id="{BFD57FF3-AFCB-CF90-3835-6D298C166354}"/>
                  </a:ext>
                </a:extLst>
              </p:cNvPr>
              <p:cNvSpPr/>
              <p:nvPr/>
            </p:nvSpPr>
            <p:spPr>
              <a:xfrm>
                <a:off x="296690" y="611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8" name="Oval 2357">
                <a:extLst>
                  <a:ext uri="{FF2B5EF4-FFF2-40B4-BE49-F238E27FC236}">
                    <a16:creationId xmlns:a16="http://schemas.microsoft.com/office/drawing/2014/main" id="{2360737B-AFFD-1581-5809-F8E3AE2BB772}"/>
                  </a:ext>
                </a:extLst>
              </p:cNvPr>
              <p:cNvSpPr/>
              <p:nvPr/>
            </p:nvSpPr>
            <p:spPr>
              <a:xfrm>
                <a:off x="930609" y="5532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9" name="Oval 2358">
                <a:extLst>
                  <a:ext uri="{FF2B5EF4-FFF2-40B4-BE49-F238E27FC236}">
                    <a16:creationId xmlns:a16="http://schemas.microsoft.com/office/drawing/2014/main" id="{B6092E87-46DB-B87A-55D9-4FEE7942A271}"/>
                  </a:ext>
                </a:extLst>
              </p:cNvPr>
              <p:cNvSpPr/>
              <p:nvPr/>
            </p:nvSpPr>
            <p:spPr>
              <a:xfrm>
                <a:off x="237656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0" name="Oval 2359">
                <a:extLst>
                  <a:ext uri="{FF2B5EF4-FFF2-40B4-BE49-F238E27FC236}">
                    <a16:creationId xmlns:a16="http://schemas.microsoft.com/office/drawing/2014/main" id="{D10329CF-B8B5-855E-D2B9-78DF755EFEEE}"/>
                  </a:ext>
                </a:extLst>
              </p:cNvPr>
              <p:cNvSpPr/>
              <p:nvPr/>
            </p:nvSpPr>
            <p:spPr>
              <a:xfrm>
                <a:off x="355471" y="6366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1" name="Oval 2360">
                <a:extLst>
                  <a:ext uri="{FF2B5EF4-FFF2-40B4-BE49-F238E27FC236}">
                    <a16:creationId xmlns:a16="http://schemas.microsoft.com/office/drawing/2014/main" id="{873F8EAB-DA6C-E7DC-1AB5-CB8D740FAE7B}"/>
                  </a:ext>
                </a:extLst>
              </p:cNvPr>
              <p:cNvSpPr/>
              <p:nvPr/>
            </p:nvSpPr>
            <p:spPr>
              <a:xfrm>
                <a:off x="387986" y="6246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2" name="Oval 2361">
                <a:extLst>
                  <a:ext uri="{FF2B5EF4-FFF2-40B4-BE49-F238E27FC236}">
                    <a16:creationId xmlns:a16="http://schemas.microsoft.com/office/drawing/2014/main" id="{30DF1E9E-025F-0B29-7BD3-93971FCBE820}"/>
                  </a:ext>
                </a:extLst>
              </p:cNvPr>
              <p:cNvSpPr/>
              <p:nvPr/>
            </p:nvSpPr>
            <p:spPr>
              <a:xfrm>
                <a:off x="253449" y="60413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3" name="Oval 2362">
                <a:extLst>
                  <a:ext uri="{FF2B5EF4-FFF2-40B4-BE49-F238E27FC236}">
                    <a16:creationId xmlns:a16="http://schemas.microsoft.com/office/drawing/2014/main" id="{F6215D59-D4B0-90B1-AB2D-1A2113FD7980}"/>
                  </a:ext>
                </a:extLst>
              </p:cNvPr>
              <p:cNvSpPr/>
              <p:nvPr/>
            </p:nvSpPr>
            <p:spPr>
              <a:xfrm>
                <a:off x="89015" y="59876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4" name="Oval 2363">
                <a:extLst>
                  <a:ext uri="{FF2B5EF4-FFF2-40B4-BE49-F238E27FC236}">
                    <a16:creationId xmlns:a16="http://schemas.microsoft.com/office/drawing/2014/main" id="{4B33EF5F-71E3-5EE6-8C08-126F1F2F6763}"/>
                  </a:ext>
                </a:extLst>
              </p:cNvPr>
              <p:cNvSpPr/>
              <p:nvPr/>
            </p:nvSpPr>
            <p:spPr>
              <a:xfrm>
                <a:off x="212657" y="61707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5" name="Oval 2364">
                <a:extLst>
                  <a:ext uri="{FF2B5EF4-FFF2-40B4-BE49-F238E27FC236}">
                    <a16:creationId xmlns:a16="http://schemas.microsoft.com/office/drawing/2014/main" id="{294BC102-A5BF-A430-4B6D-75194640EB74}"/>
                  </a:ext>
                </a:extLst>
              </p:cNvPr>
              <p:cNvSpPr/>
              <p:nvPr/>
            </p:nvSpPr>
            <p:spPr>
              <a:xfrm>
                <a:off x="955608" y="5490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6" name="Oval 2365">
                <a:extLst>
                  <a:ext uri="{FF2B5EF4-FFF2-40B4-BE49-F238E27FC236}">
                    <a16:creationId xmlns:a16="http://schemas.microsoft.com/office/drawing/2014/main" id="{0D26FBC1-26D2-38D5-A515-1510923B0A99}"/>
                  </a:ext>
                </a:extLst>
              </p:cNvPr>
              <p:cNvSpPr/>
              <p:nvPr/>
            </p:nvSpPr>
            <p:spPr>
              <a:xfrm>
                <a:off x="929849" y="5519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7" name="Oval 2366">
                <a:extLst>
                  <a:ext uri="{FF2B5EF4-FFF2-40B4-BE49-F238E27FC236}">
                    <a16:creationId xmlns:a16="http://schemas.microsoft.com/office/drawing/2014/main" id="{3E584398-EF62-7B64-5472-595ADFC79CCA}"/>
                  </a:ext>
                </a:extLst>
              </p:cNvPr>
              <p:cNvSpPr/>
              <p:nvPr/>
            </p:nvSpPr>
            <p:spPr>
              <a:xfrm>
                <a:off x="69506" y="5971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8" name="Oval 2367">
                <a:extLst>
                  <a:ext uri="{FF2B5EF4-FFF2-40B4-BE49-F238E27FC236}">
                    <a16:creationId xmlns:a16="http://schemas.microsoft.com/office/drawing/2014/main" id="{99B6C258-A031-D68D-2837-F856E80F072C}"/>
                  </a:ext>
                </a:extLst>
              </p:cNvPr>
              <p:cNvSpPr/>
              <p:nvPr/>
            </p:nvSpPr>
            <p:spPr>
              <a:xfrm>
                <a:off x="999187" y="542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69" name="Oval 2368">
                <a:extLst>
                  <a:ext uri="{FF2B5EF4-FFF2-40B4-BE49-F238E27FC236}">
                    <a16:creationId xmlns:a16="http://schemas.microsoft.com/office/drawing/2014/main" id="{E1EE896A-7D9A-55DA-F500-F9C92BC7A60B}"/>
                  </a:ext>
                </a:extLst>
              </p:cNvPr>
              <p:cNvSpPr/>
              <p:nvPr/>
            </p:nvSpPr>
            <p:spPr>
              <a:xfrm>
                <a:off x="678004" y="5771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0" name="Oval 2369">
                <a:extLst>
                  <a:ext uri="{FF2B5EF4-FFF2-40B4-BE49-F238E27FC236}">
                    <a16:creationId xmlns:a16="http://schemas.microsoft.com/office/drawing/2014/main" id="{DDD2CD57-384D-0098-B3FD-5A2C97308875}"/>
                  </a:ext>
                </a:extLst>
              </p:cNvPr>
              <p:cNvSpPr/>
              <p:nvPr/>
            </p:nvSpPr>
            <p:spPr>
              <a:xfrm>
                <a:off x="647263" y="6396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8B402BD0-EA38-2D9D-35AA-457B10EE056B}"/>
                  </a:ext>
                </a:extLst>
              </p:cNvPr>
              <p:cNvSpPr/>
              <p:nvPr/>
            </p:nvSpPr>
            <p:spPr>
              <a:xfrm>
                <a:off x="404792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A4C923A8-FC3E-2207-3F10-C50BF6C1BB13}"/>
                  </a:ext>
                </a:extLst>
              </p:cNvPr>
              <p:cNvSpPr/>
              <p:nvPr/>
            </p:nvSpPr>
            <p:spPr>
              <a:xfrm>
                <a:off x="956283" y="5694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0D6F9076-B69B-7B54-4D2E-6F34C1B8CAD6}"/>
                  </a:ext>
                </a:extLst>
              </p:cNvPr>
              <p:cNvSpPr/>
              <p:nvPr/>
            </p:nvSpPr>
            <p:spPr>
              <a:xfrm>
                <a:off x="412224" y="6270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4" name="Oval 2373">
                <a:extLst>
                  <a:ext uri="{FF2B5EF4-FFF2-40B4-BE49-F238E27FC236}">
                    <a16:creationId xmlns:a16="http://schemas.microsoft.com/office/drawing/2014/main" id="{9C23989C-4E8E-F8F5-43AF-D4B53924AEEB}"/>
                  </a:ext>
                </a:extLst>
              </p:cNvPr>
              <p:cNvSpPr/>
              <p:nvPr/>
            </p:nvSpPr>
            <p:spPr>
              <a:xfrm>
                <a:off x="347701" y="6128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5" name="Oval 2374">
                <a:extLst>
                  <a:ext uri="{FF2B5EF4-FFF2-40B4-BE49-F238E27FC236}">
                    <a16:creationId xmlns:a16="http://schemas.microsoft.com/office/drawing/2014/main" id="{48576CD4-2027-6CBA-5AB0-A62879E29F5B}"/>
                  </a:ext>
                </a:extLst>
              </p:cNvPr>
              <p:cNvSpPr/>
              <p:nvPr/>
            </p:nvSpPr>
            <p:spPr>
              <a:xfrm>
                <a:off x="160295" y="61908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6" name="Oval 2375">
                <a:extLst>
                  <a:ext uri="{FF2B5EF4-FFF2-40B4-BE49-F238E27FC236}">
                    <a16:creationId xmlns:a16="http://schemas.microsoft.com/office/drawing/2014/main" id="{6A25ADC8-8B2D-10E6-981C-F2881B9D5DE4}"/>
                  </a:ext>
                </a:extLst>
              </p:cNvPr>
              <p:cNvSpPr/>
              <p:nvPr/>
            </p:nvSpPr>
            <p:spPr>
              <a:xfrm>
                <a:off x="485278" y="5812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7" name="Oval 2376">
                <a:extLst>
                  <a:ext uri="{FF2B5EF4-FFF2-40B4-BE49-F238E27FC236}">
                    <a16:creationId xmlns:a16="http://schemas.microsoft.com/office/drawing/2014/main" id="{E0149742-F28D-F097-DA46-6CCA2769C0C5}"/>
                  </a:ext>
                </a:extLst>
              </p:cNvPr>
              <p:cNvSpPr/>
              <p:nvPr/>
            </p:nvSpPr>
            <p:spPr>
              <a:xfrm>
                <a:off x="953074" y="5493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8" name="Oval 2377">
                <a:extLst>
                  <a:ext uri="{FF2B5EF4-FFF2-40B4-BE49-F238E27FC236}">
                    <a16:creationId xmlns:a16="http://schemas.microsoft.com/office/drawing/2014/main" id="{BDC339C1-6174-CD14-634E-74E5E13DEFB6}"/>
                  </a:ext>
                </a:extLst>
              </p:cNvPr>
              <p:cNvSpPr/>
              <p:nvPr/>
            </p:nvSpPr>
            <p:spPr>
              <a:xfrm>
                <a:off x="179213" y="61627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79" name="Oval 2378">
                <a:extLst>
                  <a:ext uri="{FF2B5EF4-FFF2-40B4-BE49-F238E27FC236}">
                    <a16:creationId xmlns:a16="http://schemas.microsoft.com/office/drawing/2014/main" id="{242B3804-00D9-2294-21C9-5678B5511237}"/>
                  </a:ext>
                </a:extLst>
              </p:cNvPr>
              <p:cNvSpPr/>
              <p:nvPr/>
            </p:nvSpPr>
            <p:spPr>
              <a:xfrm>
                <a:off x="288751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0" name="Oval 2379">
                <a:extLst>
                  <a:ext uri="{FF2B5EF4-FFF2-40B4-BE49-F238E27FC236}">
                    <a16:creationId xmlns:a16="http://schemas.microsoft.com/office/drawing/2014/main" id="{5598E6AD-0424-A97A-9B31-E84F101DBBDB}"/>
                  </a:ext>
                </a:extLst>
              </p:cNvPr>
              <p:cNvSpPr/>
              <p:nvPr/>
            </p:nvSpPr>
            <p:spPr>
              <a:xfrm>
                <a:off x="401330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0F1CD993-D6D4-D4DB-E783-0306B3DA22DE}"/>
                  </a:ext>
                </a:extLst>
              </p:cNvPr>
              <p:cNvSpPr/>
              <p:nvPr/>
            </p:nvSpPr>
            <p:spPr>
              <a:xfrm>
                <a:off x="657144" y="63993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2" name="Oval 2381">
                <a:extLst>
                  <a:ext uri="{FF2B5EF4-FFF2-40B4-BE49-F238E27FC236}">
                    <a16:creationId xmlns:a16="http://schemas.microsoft.com/office/drawing/2014/main" id="{0A9D7EAD-910F-2410-E9D4-C183C5B88D78}"/>
                  </a:ext>
                </a:extLst>
              </p:cNvPr>
              <p:cNvSpPr/>
              <p:nvPr/>
            </p:nvSpPr>
            <p:spPr>
              <a:xfrm>
                <a:off x="314679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B49AD57-564C-F19A-58C9-4975CC4BD860}"/>
                  </a:ext>
                </a:extLst>
              </p:cNvPr>
              <p:cNvSpPr/>
              <p:nvPr/>
            </p:nvSpPr>
            <p:spPr>
              <a:xfrm>
                <a:off x="978917" y="555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4" name="Oval 2383">
                <a:extLst>
                  <a:ext uri="{FF2B5EF4-FFF2-40B4-BE49-F238E27FC236}">
                    <a16:creationId xmlns:a16="http://schemas.microsoft.com/office/drawing/2014/main" id="{36F24135-64C6-A62A-6788-9EDA42A74EF3}"/>
                  </a:ext>
                </a:extLst>
              </p:cNvPr>
              <p:cNvSpPr/>
              <p:nvPr/>
            </p:nvSpPr>
            <p:spPr>
              <a:xfrm>
                <a:off x="197962" y="619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60E97DA6-3F8C-A2A3-A015-3717BB83EF63}"/>
                  </a:ext>
                </a:extLst>
              </p:cNvPr>
              <p:cNvSpPr/>
              <p:nvPr/>
            </p:nvSpPr>
            <p:spPr>
              <a:xfrm>
                <a:off x="991586" y="5485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6" name="Oval 2385">
                <a:extLst>
                  <a:ext uri="{FF2B5EF4-FFF2-40B4-BE49-F238E27FC236}">
                    <a16:creationId xmlns:a16="http://schemas.microsoft.com/office/drawing/2014/main" id="{4D2F7B7F-B8E3-A711-3DF9-F2F9EF297590}"/>
                  </a:ext>
                </a:extLst>
              </p:cNvPr>
              <p:cNvSpPr/>
              <p:nvPr/>
            </p:nvSpPr>
            <p:spPr>
              <a:xfrm>
                <a:off x="658495" y="5910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C996243F-AF28-1060-C9BB-A8A5D8E3831A}"/>
                  </a:ext>
                </a:extLst>
              </p:cNvPr>
              <p:cNvSpPr/>
              <p:nvPr/>
            </p:nvSpPr>
            <p:spPr>
              <a:xfrm>
                <a:off x="94927" y="59824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8" name="Oval 2387">
                <a:extLst>
                  <a:ext uri="{FF2B5EF4-FFF2-40B4-BE49-F238E27FC236}">
                    <a16:creationId xmlns:a16="http://schemas.microsoft.com/office/drawing/2014/main" id="{71DA2138-2762-2B32-B236-951E6FD911AE}"/>
                  </a:ext>
                </a:extLst>
              </p:cNvPr>
              <p:cNvSpPr/>
              <p:nvPr/>
            </p:nvSpPr>
            <p:spPr>
              <a:xfrm>
                <a:off x="224819" y="615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F86D3924-0E8E-42E9-E7EA-F33164D9DFE4}"/>
                  </a:ext>
                </a:extLst>
              </p:cNvPr>
              <p:cNvSpPr/>
              <p:nvPr/>
            </p:nvSpPr>
            <p:spPr>
              <a:xfrm>
                <a:off x="396685" y="633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68F33188-2220-A59A-4FEF-9077A53F810A}"/>
                  </a:ext>
                </a:extLst>
              </p:cNvPr>
              <p:cNvSpPr/>
              <p:nvPr/>
            </p:nvSpPr>
            <p:spPr>
              <a:xfrm>
                <a:off x="452932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1" name="Oval 2390">
                <a:extLst>
                  <a:ext uri="{FF2B5EF4-FFF2-40B4-BE49-F238E27FC236}">
                    <a16:creationId xmlns:a16="http://schemas.microsoft.com/office/drawing/2014/main" id="{6BE32F63-2D4F-6045-5971-FC83AE7EE97B}"/>
                  </a:ext>
                </a:extLst>
              </p:cNvPr>
              <p:cNvSpPr/>
              <p:nvPr/>
            </p:nvSpPr>
            <p:spPr>
              <a:xfrm>
                <a:off x="524634" y="60660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8D7444B1-1075-AAB1-2242-0926C58B9D95}"/>
                  </a:ext>
                </a:extLst>
              </p:cNvPr>
              <p:cNvSpPr/>
              <p:nvPr/>
            </p:nvSpPr>
            <p:spPr>
              <a:xfrm>
                <a:off x="959915" y="552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FC907A7C-B999-B699-658B-113B20C04032}"/>
                  </a:ext>
                </a:extLst>
              </p:cNvPr>
              <p:cNvSpPr/>
              <p:nvPr/>
            </p:nvSpPr>
            <p:spPr>
              <a:xfrm>
                <a:off x="165700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4" name="Oval 2393">
                <a:extLst>
                  <a:ext uri="{FF2B5EF4-FFF2-40B4-BE49-F238E27FC236}">
                    <a16:creationId xmlns:a16="http://schemas.microsoft.com/office/drawing/2014/main" id="{4E3A3789-368F-E350-8364-BE8F29288679}"/>
                  </a:ext>
                </a:extLst>
              </p:cNvPr>
              <p:cNvSpPr/>
              <p:nvPr/>
            </p:nvSpPr>
            <p:spPr>
              <a:xfrm>
                <a:off x="992937" y="5486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5" name="Oval 2394">
                <a:extLst>
                  <a:ext uri="{FF2B5EF4-FFF2-40B4-BE49-F238E27FC236}">
                    <a16:creationId xmlns:a16="http://schemas.microsoft.com/office/drawing/2014/main" id="{3405C9CC-2968-15D9-17B1-A05072DEE46B}"/>
                  </a:ext>
                </a:extLst>
              </p:cNvPr>
              <p:cNvSpPr/>
              <p:nvPr/>
            </p:nvSpPr>
            <p:spPr>
              <a:xfrm>
                <a:off x="968614" y="55163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6" name="Oval 2395">
                <a:extLst>
                  <a:ext uri="{FF2B5EF4-FFF2-40B4-BE49-F238E27FC236}">
                    <a16:creationId xmlns:a16="http://schemas.microsoft.com/office/drawing/2014/main" id="{82AFBFB5-6945-27A0-7EF0-3F6C08D78141}"/>
                  </a:ext>
                </a:extLst>
              </p:cNvPr>
              <p:cNvSpPr/>
              <p:nvPr/>
            </p:nvSpPr>
            <p:spPr>
              <a:xfrm>
                <a:off x="371264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7" name="Oval 2396">
                <a:extLst>
                  <a:ext uri="{FF2B5EF4-FFF2-40B4-BE49-F238E27FC236}">
                    <a16:creationId xmlns:a16="http://schemas.microsoft.com/office/drawing/2014/main" id="{5DF50754-6508-0327-3F57-C2BD9B0F7DAD}"/>
                  </a:ext>
                </a:extLst>
              </p:cNvPr>
              <p:cNvSpPr/>
              <p:nvPr/>
            </p:nvSpPr>
            <p:spPr>
              <a:xfrm>
                <a:off x="300406" y="638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8" name="Oval 2397">
                <a:extLst>
                  <a:ext uri="{FF2B5EF4-FFF2-40B4-BE49-F238E27FC236}">
                    <a16:creationId xmlns:a16="http://schemas.microsoft.com/office/drawing/2014/main" id="{48C98A2E-C2F0-A4DE-C6B8-3EE4C42C05D5}"/>
                  </a:ext>
                </a:extLst>
              </p:cNvPr>
              <p:cNvSpPr/>
              <p:nvPr/>
            </p:nvSpPr>
            <p:spPr>
              <a:xfrm>
                <a:off x="297788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99" name="Oval 2398">
                <a:extLst>
                  <a:ext uri="{FF2B5EF4-FFF2-40B4-BE49-F238E27FC236}">
                    <a16:creationId xmlns:a16="http://schemas.microsoft.com/office/drawing/2014/main" id="{AF7AB438-11BD-5293-0BE2-6001EA2A52A8}"/>
                  </a:ext>
                </a:extLst>
              </p:cNvPr>
              <p:cNvSpPr/>
              <p:nvPr/>
            </p:nvSpPr>
            <p:spPr>
              <a:xfrm>
                <a:off x="971148" y="5598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0" name="Oval 2399">
                <a:extLst>
                  <a:ext uri="{FF2B5EF4-FFF2-40B4-BE49-F238E27FC236}">
                    <a16:creationId xmlns:a16="http://schemas.microsoft.com/office/drawing/2014/main" id="{9A5C84DC-5C5F-6993-7F35-ABC46E707C9A}"/>
                  </a:ext>
                </a:extLst>
              </p:cNvPr>
              <p:cNvSpPr/>
              <p:nvPr/>
            </p:nvSpPr>
            <p:spPr>
              <a:xfrm>
                <a:off x="287147" y="6043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8E0BCECF-806A-A494-B32C-068DB86A383D}"/>
                  </a:ext>
                </a:extLst>
              </p:cNvPr>
              <p:cNvSpPr/>
              <p:nvPr/>
            </p:nvSpPr>
            <p:spPr>
              <a:xfrm>
                <a:off x="992768" y="54967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F863244D-BCB9-FB08-2DBB-8769117BADAE}"/>
                  </a:ext>
                </a:extLst>
              </p:cNvPr>
              <p:cNvSpPr/>
              <p:nvPr/>
            </p:nvSpPr>
            <p:spPr>
              <a:xfrm>
                <a:off x="461377" y="61598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DE89BE45-65F1-1584-9F0B-037FEAE60925}"/>
                  </a:ext>
                </a:extLst>
              </p:cNvPr>
              <p:cNvSpPr/>
              <p:nvPr/>
            </p:nvSpPr>
            <p:spPr>
              <a:xfrm>
                <a:off x="70604" y="599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EA5C51BF-9027-BC15-1DCE-3DE589BC174A}"/>
                  </a:ext>
                </a:extLst>
              </p:cNvPr>
              <p:cNvSpPr/>
              <p:nvPr/>
            </p:nvSpPr>
            <p:spPr>
              <a:xfrm>
                <a:off x="506814" y="6309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AC8B612E-EF07-04BC-2008-FB0FCC4BF8FB}"/>
                  </a:ext>
                </a:extLst>
              </p:cNvPr>
              <p:cNvSpPr/>
              <p:nvPr/>
            </p:nvSpPr>
            <p:spPr>
              <a:xfrm>
                <a:off x="975117" y="54841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FE6CD128-E2DB-63EC-50F1-2A69925A6C5F}"/>
                  </a:ext>
                </a:extLst>
              </p:cNvPr>
              <p:cNvSpPr/>
              <p:nvPr/>
            </p:nvSpPr>
            <p:spPr>
              <a:xfrm>
                <a:off x="77107" y="594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2436DD2D-9E25-D758-410C-25B59400B616}"/>
                  </a:ext>
                </a:extLst>
              </p:cNvPr>
              <p:cNvSpPr/>
              <p:nvPr/>
            </p:nvSpPr>
            <p:spPr>
              <a:xfrm>
                <a:off x="300659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5A0AE29E-6BD2-0407-2C44-17245BAA73E1}"/>
                  </a:ext>
                </a:extLst>
              </p:cNvPr>
              <p:cNvSpPr/>
              <p:nvPr/>
            </p:nvSpPr>
            <p:spPr>
              <a:xfrm>
                <a:off x="528603" y="60843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C4F36AD8-606F-FD87-FDA8-A6103E66A27A}"/>
                  </a:ext>
                </a:extLst>
              </p:cNvPr>
              <p:cNvSpPr/>
              <p:nvPr/>
            </p:nvSpPr>
            <p:spPr>
              <a:xfrm>
                <a:off x="471258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70C42032-E799-19EF-FE0A-D14491E5DB47}"/>
                  </a:ext>
                </a:extLst>
              </p:cNvPr>
              <p:cNvSpPr/>
              <p:nvPr/>
            </p:nvSpPr>
            <p:spPr>
              <a:xfrm>
                <a:off x="236642" y="61669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99E5484-2C44-AF60-F350-3BDF433B06D7}"/>
                  </a:ext>
                </a:extLst>
              </p:cNvPr>
              <p:cNvSpPr/>
              <p:nvPr/>
            </p:nvSpPr>
            <p:spPr>
              <a:xfrm>
                <a:off x="413829" y="63282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44FFE6B0-7CD3-3A46-CCB3-449320A1AC34}"/>
                  </a:ext>
                </a:extLst>
              </p:cNvPr>
              <p:cNvSpPr/>
              <p:nvPr/>
            </p:nvSpPr>
            <p:spPr>
              <a:xfrm>
                <a:off x="604951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7326FA98-53CD-D18D-66D4-3647103FD630}"/>
                  </a:ext>
                </a:extLst>
              </p:cNvPr>
              <p:cNvSpPr/>
              <p:nvPr/>
            </p:nvSpPr>
            <p:spPr>
              <a:xfrm>
                <a:off x="963040" y="5512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D19E818C-96A9-76F0-8D07-934E0743D908}"/>
                  </a:ext>
                </a:extLst>
              </p:cNvPr>
              <p:cNvSpPr/>
              <p:nvPr/>
            </p:nvSpPr>
            <p:spPr>
              <a:xfrm>
                <a:off x="342380" y="6380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8963BA7D-57F4-6449-00F4-F4A1E7E5995A}"/>
                  </a:ext>
                </a:extLst>
              </p:cNvPr>
              <p:cNvSpPr/>
              <p:nvPr/>
            </p:nvSpPr>
            <p:spPr>
              <a:xfrm>
                <a:off x="287738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59E66B87-6715-CF8B-12F6-39F43009D750}"/>
                  </a:ext>
                </a:extLst>
              </p:cNvPr>
              <p:cNvSpPr/>
              <p:nvPr/>
            </p:nvSpPr>
            <p:spPr>
              <a:xfrm>
                <a:off x="967432" y="5497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163EDB9D-E901-1D1D-0CAC-A0D6CDA47CD3}"/>
                  </a:ext>
                </a:extLst>
              </p:cNvPr>
              <p:cNvSpPr/>
              <p:nvPr/>
            </p:nvSpPr>
            <p:spPr>
              <a:xfrm>
                <a:off x="976553" y="5519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870AD858-1C8D-8E6D-48FB-2851FD4B0854}"/>
                  </a:ext>
                </a:extLst>
              </p:cNvPr>
              <p:cNvSpPr/>
              <p:nvPr/>
            </p:nvSpPr>
            <p:spPr>
              <a:xfrm>
                <a:off x="481646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424280A5-43C9-C3B4-3D6A-1DDAACE61520}"/>
                  </a:ext>
                </a:extLst>
              </p:cNvPr>
              <p:cNvSpPr/>
              <p:nvPr/>
            </p:nvSpPr>
            <p:spPr>
              <a:xfrm>
                <a:off x="897841" y="5638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6FE5D8FD-A759-C033-B3C8-E9DB86A887EB}"/>
                  </a:ext>
                </a:extLst>
              </p:cNvPr>
              <p:cNvSpPr/>
              <p:nvPr/>
            </p:nvSpPr>
            <p:spPr>
              <a:xfrm>
                <a:off x="962787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1B9AB5C9-1A33-9441-BF56-96686ED030C1}"/>
                  </a:ext>
                </a:extLst>
              </p:cNvPr>
              <p:cNvSpPr/>
              <p:nvPr/>
            </p:nvSpPr>
            <p:spPr>
              <a:xfrm>
                <a:off x="274732" y="62827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4D188540-FB6D-4B3B-9020-B030C264A4D5}"/>
                  </a:ext>
                </a:extLst>
              </p:cNvPr>
              <p:cNvSpPr/>
              <p:nvPr/>
            </p:nvSpPr>
            <p:spPr>
              <a:xfrm>
                <a:off x="367632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A1EB79E8-F494-A849-0C6F-0C1C816BAD55}"/>
                  </a:ext>
                </a:extLst>
              </p:cNvPr>
              <p:cNvSpPr/>
              <p:nvPr/>
            </p:nvSpPr>
            <p:spPr>
              <a:xfrm>
                <a:off x="892013" y="5553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4844392C-F486-0C85-8958-AE0BF7409FDD}"/>
                  </a:ext>
                </a:extLst>
              </p:cNvPr>
              <p:cNvSpPr/>
              <p:nvPr/>
            </p:nvSpPr>
            <p:spPr>
              <a:xfrm>
                <a:off x="285120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C0026D76-EC3A-A812-CAED-555F8FCEF68B}"/>
                  </a:ext>
                </a:extLst>
              </p:cNvPr>
              <p:cNvSpPr/>
              <p:nvPr/>
            </p:nvSpPr>
            <p:spPr>
              <a:xfrm>
                <a:off x="947247" y="55001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CDCEBEB8-C89B-7A73-E2E6-895673AB91B9}"/>
                  </a:ext>
                </a:extLst>
              </p:cNvPr>
              <p:cNvSpPr/>
              <p:nvPr/>
            </p:nvSpPr>
            <p:spPr>
              <a:xfrm>
                <a:off x="517624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551F28D9-5819-C321-8867-13207AC21FE6}"/>
                  </a:ext>
                </a:extLst>
              </p:cNvPr>
              <p:cNvSpPr/>
              <p:nvPr/>
            </p:nvSpPr>
            <p:spPr>
              <a:xfrm>
                <a:off x="985758" y="55681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9D3D0DA8-829C-FCE5-55AC-196F3C26E0DB}"/>
                  </a:ext>
                </a:extLst>
              </p:cNvPr>
              <p:cNvSpPr/>
              <p:nvPr/>
            </p:nvSpPr>
            <p:spPr>
              <a:xfrm>
                <a:off x="305135" y="6372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8A55C3A3-F485-D423-9E98-60CEC8C39866}"/>
                  </a:ext>
                </a:extLst>
              </p:cNvPr>
              <p:cNvSpPr/>
              <p:nvPr/>
            </p:nvSpPr>
            <p:spPr>
              <a:xfrm>
                <a:off x="357160" y="6351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6228E18B-EB4A-7D79-4EB3-85CA5BEB0C31}"/>
                  </a:ext>
                </a:extLst>
              </p:cNvPr>
              <p:cNvSpPr/>
              <p:nvPr/>
            </p:nvSpPr>
            <p:spPr>
              <a:xfrm>
                <a:off x="249480" y="6062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71419664-AE55-45FA-DA71-7A01AC8A6DFF}"/>
                  </a:ext>
                </a:extLst>
              </p:cNvPr>
              <p:cNvSpPr/>
              <p:nvPr/>
            </p:nvSpPr>
            <p:spPr>
              <a:xfrm>
                <a:off x="922586" y="5458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2" name="Oval 2431">
                <a:extLst>
                  <a:ext uri="{FF2B5EF4-FFF2-40B4-BE49-F238E27FC236}">
                    <a16:creationId xmlns:a16="http://schemas.microsoft.com/office/drawing/2014/main" id="{B4DA0B36-1BFD-8B5E-FF5C-0CA01181027E}"/>
                  </a:ext>
                </a:extLst>
              </p:cNvPr>
              <p:cNvSpPr/>
              <p:nvPr/>
            </p:nvSpPr>
            <p:spPr>
              <a:xfrm>
                <a:off x="221441" y="599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3" name="Oval 2432">
                <a:extLst>
                  <a:ext uri="{FF2B5EF4-FFF2-40B4-BE49-F238E27FC236}">
                    <a16:creationId xmlns:a16="http://schemas.microsoft.com/office/drawing/2014/main" id="{1924484F-8108-978E-86F4-95806E41A023}"/>
                  </a:ext>
                </a:extLst>
              </p:cNvPr>
              <p:cNvSpPr/>
              <p:nvPr/>
            </p:nvSpPr>
            <p:spPr>
              <a:xfrm>
                <a:off x="351586" y="63861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4" name="Oval 2433">
                <a:extLst>
                  <a:ext uri="{FF2B5EF4-FFF2-40B4-BE49-F238E27FC236}">
                    <a16:creationId xmlns:a16="http://schemas.microsoft.com/office/drawing/2014/main" id="{43CBB64B-C14C-C890-2F9E-1AF68C35DBC2}"/>
                  </a:ext>
                </a:extLst>
              </p:cNvPr>
              <p:cNvSpPr/>
              <p:nvPr/>
            </p:nvSpPr>
            <p:spPr>
              <a:xfrm>
                <a:off x="392209" y="6365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5" name="Oval 2434">
                <a:extLst>
                  <a:ext uri="{FF2B5EF4-FFF2-40B4-BE49-F238E27FC236}">
                    <a16:creationId xmlns:a16="http://schemas.microsoft.com/office/drawing/2014/main" id="{575850A1-391E-45D8-1C91-9ACAF03139CD}"/>
                  </a:ext>
                </a:extLst>
              </p:cNvPr>
              <p:cNvSpPr/>
              <p:nvPr/>
            </p:nvSpPr>
            <p:spPr>
              <a:xfrm>
                <a:off x="984576" y="5511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6" name="Oval 2435">
                <a:extLst>
                  <a:ext uri="{FF2B5EF4-FFF2-40B4-BE49-F238E27FC236}">
                    <a16:creationId xmlns:a16="http://schemas.microsoft.com/office/drawing/2014/main" id="{32ACACB8-682C-EE19-4673-A3125FD261DE}"/>
                  </a:ext>
                </a:extLst>
              </p:cNvPr>
              <p:cNvSpPr/>
              <p:nvPr/>
            </p:nvSpPr>
            <p:spPr>
              <a:xfrm>
                <a:off x="567706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7" name="Oval 2436">
                <a:extLst>
                  <a:ext uri="{FF2B5EF4-FFF2-40B4-BE49-F238E27FC236}">
                    <a16:creationId xmlns:a16="http://schemas.microsoft.com/office/drawing/2014/main" id="{E52F0936-8408-EDC8-EE40-DA5077CE0B9F}"/>
                  </a:ext>
                </a:extLst>
              </p:cNvPr>
              <p:cNvSpPr/>
              <p:nvPr/>
            </p:nvSpPr>
            <p:spPr>
              <a:xfrm>
                <a:off x="873686" y="567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8" name="Oval 2437">
                <a:extLst>
                  <a:ext uri="{FF2B5EF4-FFF2-40B4-BE49-F238E27FC236}">
                    <a16:creationId xmlns:a16="http://schemas.microsoft.com/office/drawing/2014/main" id="{67C03715-E7BE-DC38-30A0-DC260E758F96}"/>
                  </a:ext>
                </a:extLst>
              </p:cNvPr>
              <p:cNvSpPr/>
              <p:nvPr/>
            </p:nvSpPr>
            <p:spPr>
              <a:xfrm>
                <a:off x="265188" y="6205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39" name="Oval 2438">
                <a:extLst>
                  <a:ext uri="{FF2B5EF4-FFF2-40B4-BE49-F238E27FC236}">
                    <a16:creationId xmlns:a16="http://schemas.microsoft.com/office/drawing/2014/main" id="{3C807ADD-16E4-C95C-932E-A3FE210E6C95}"/>
                  </a:ext>
                </a:extLst>
              </p:cNvPr>
              <p:cNvSpPr/>
              <p:nvPr/>
            </p:nvSpPr>
            <p:spPr>
              <a:xfrm>
                <a:off x="84286" y="5996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0" name="Oval 2439">
                <a:extLst>
                  <a:ext uri="{FF2B5EF4-FFF2-40B4-BE49-F238E27FC236}">
                    <a16:creationId xmlns:a16="http://schemas.microsoft.com/office/drawing/2014/main" id="{F403EEAD-30DB-4C8F-7476-5BA61DC459EC}"/>
                  </a:ext>
                </a:extLst>
              </p:cNvPr>
              <p:cNvSpPr/>
              <p:nvPr/>
            </p:nvSpPr>
            <p:spPr>
              <a:xfrm>
                <a:off x="474299" y="6342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1" name="Oval 2440">
                <a:extLst>
                  <a:ext uri="{FF2B5EF4-FFF2-40B4-BE49-F238E27FC236}">
                    <a16:creationId xmlns:a16="http://schemas.microsoft.com/office/drawing/2014/main" id="{61D4B7B6-6C2D-7F77-01F8-1C0505769C8E}"/>
                  </a:ext>
                </a:extLst>
              </p:cNvPr>
              <p:cNvSpPr/>
              <p:nvPr/>
            </p:nvSpPr>
            <p:spPr>
              <a:xfrm>
                <a:off x="438659" y="6232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2" name="Oval 2441">
                <a:extLst>
                  <a:ext uri="{FF2B5EF4-FFF2-40B4-BE49-F238E27FC236}">
                    <a16:creationId xmlns:a16="http://schemas.microsoft.com/office/drawing/2014/main" id="{1947B12E-9CBA-B200-86E8-68F2E10B74DA}"/>
                  </a:ext>
                </a:extLst>
              </p:cNvPr>
              <p:cNvSpPr/>
              <p:nvPr/>
            </p:nvSpPr>
            <p:spPr>
              <a:xfrm>
                <a:off x="63763" y="59909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3" name="Oval 2442">
                <a:extLst>
                  <a:ext uri="{FF2B5EF4-FFF2-40B4-BE49-F238E27FC236}">
                    <a16:creationId xmlns:a16="http://schemas.microsoft.com/office/drawing/2014/main" id="{037A5668-93B4-4F90-73AF-7853C28CF250}"/>
                  </a:ext>
                </a:extLst>
              </p:cNvPr>
              <p:cNvSpPr/>
              <p:nvPr/>
            </p:nvSpPr>
            <p:spPr>
              <a:xfrm>
                <a:off x="1035502" y="565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4" name="Oval 2443">
                <a:extLst>
                  <a:ext uri="{FF2B5EF4-FFF2-40B4-BE49-F238E27FC236}">
                    <a16:creationId xmlns:a16="http://schemas.microsoft.com/office/drawing/2014/main" id="{21A30CF9-A5CB-707F-D45D-0B10A8F6D190}"/>
                  </a:ext>
                </a:extLst>
              </p:cNvPr>
              <p:cNvSpPr/>
              <p:nvPr/>
            </p:nvSpPr>
            <p:spPr>
              <a:xfrm>
                <a:off x="935170" y="566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5" name="Oval 2444">
                <a:extLst>
                  <a:ext uri="{FF2B5EF4-FFF2-40B4-BE49-F238E27FC236}">
                    <a16:creationId xmlns:a16="http://schemas.microsoft.com/office/drawing/2014/main" id="{2C908E65-4772-1E89-3697-E6346A29BD0B}"/>
                  </a:ext>
                </a:extLst>
              </p:cNvPr>
              <p:cNvSpPr/>
              <p:nvPr/>
            </p:nvSpPr>
            <p:spPr>
              <a:xfrm>
                <a:off x="349643" y="63385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6" name="Oval 2445">
                <a:extLst>
                  <a:ext uri="{FF2B5EF4-FFF2-40B4-BE49-F238E27FC236}">
                    <a16:creationId xmlns:a16="http://schemas.microsoft.com/office/drawing/2014/main" id="{795E86CE-A52F-0FAE-FE3C-2B83608CF192}"/>
                  </a:ext>
                </a:extLst>
              </p:cNvPr>
              <p:cNvSpPr/>
              <p:nvPr/>
            </p:nvSpPr>
            <p:spPr>
              <a:xfrm>
                <a:off x="530546" y="6111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7" name="Oval 2446">
                <a:extLst>
                  <a:ext uri="{FF2B5EF4-FFF2-40B4-BE49-F238E27FC236}">
                    <a16:creationId xmlns:a16="http://schemas.microsoft.com/office/drawing/2014/main" id="{B6581FCE-2A8D-CB41-EF65-BE27C8EE9EC0}"/>
                  </a:ext>
                </a:extLst>
              </p:cNvPr>
              <p:cNvSpPr/>
              <p:nvPr/>
            </p:nvSpPr>
            <p:spPr>
              <a:xfrm>
                <a:off x="401752" y="62779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8" name="Oval 2447">
                <a:extLst>
                  <a:ext uri="{FF2B5EF4-FFF2-40B4-BE49-F238E27FC236}">
                    <a16:creationId xmlns:a16="http://schemas.microsoft.com/office/drawing/2014/main" id="{D9475304-336B-8A5A-A361-291610C751BA}"/>
                  </a:ext>
                </a:extLst>
              </p:cNvPr>
              <p:cNvSpPr/>
              <p:nvPr/>
            </p:nvSpPr>
            <p:spPr>
              <a:xfrm>
                <a:off x="434436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9" name="Oval 2448">
                <a:extLst>
                  <a:ext uri="{FF2B5EF4-FFF2-40B4-BE49-F238E27FC236}">
                    <a16:creationId xmlns:a16="http://schemas.microsoft.com/office/drawing/2014/main" id="{C4EEC0A4-FAF1-19CE-6CE8-AEF764493D9B}"/>
                  </a:ext>
                </a:extLst>
              </p:cNvPr>
              <p:cNvSpPr/>
              <p:nvPr/>
            </p:nvSpPr>
            <p:spPr>
              <a:xfrm>
                <a:off x="893956" y="564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0" name="Oval 2449">
                <a:extLst>
                  <a:ext uri="{FF2B5EF4-FFF2-40B4-BE49-F238E27FC236}">
                    <a16:creationId xmlns:a16="http://schemas.microsoft.com/office/drawing/2014/main" id="{9DE20774-292C-ADE4-39A7-3704874B5FED}"/>
                  </a:ext>
                </a:extLst>
              </p:cNvPr>
              <p:cNvSpPr/>
              <p:nvPr/>
            </p:nvSpPr>
            <p:spPr>
              <a:xfrm>
                <a:off x="438912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1" name="Oval 2450">
                <a:extLst>
                  <a:ext uri="{FF2B5EF4-FFF2-40B4-BE49-F238E27FC236}">
                    <a16:creationId xmlns:a16="http://schemas.microsoft.com/office/drawing/2014/main" id="{9BB36CA6-FA4C-6CA0-9A30-A5C2133A20A6}"/>
                  </a:ext>
                </a:extLst>
              </p:cNvPr>
              <p:cNvSpPr/>
              <p:nvPr/>
            </p:nvSpPr>
            <p:spPr>
              <a:xfrm>
                <a:off x="980438" y="5536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2" name="Oval 2451">
                <a:extLst>
                  <a:ext uri="{FF2B5EF4-FFF2-40B4-BE49-F238E27FC236}">
                    <a16:creationId xmlns:a16="http://schemas.microsoft.com/office/drawing/2014/main" id="{4E7B3092-6D7A-E2F4-05F0-E77A11F1EDE6}"/>
                  </a:ext>
                </a:extLst>
              </p:cNvPr>
              <p:cNvSpPr/>
              <p:nvPr/>
            </p:nvSpPr>
            <p:spPr>
              <a:xfrm>
                <a:off x="456901" y="6311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3" name="Oval 2452">
                <a:extLst>
                  <a:ext uri="{FF2B5EF4-FFF2-40B4-BE49-F238E27FC236}">
                    <a16:creationId xmlns:a16="http://schemas.microsoft.com/office/drawing/2014/main" id="{2A94D809-A2F2-1796-1C7C-A26AD51F05D1}"/>
                  </a:ext>
                </a:extLst>
              </p:cNvPr>
              <p:cNvSpPr/>
              <p:nvPr/>
            </p:nvSpPr>
            <p:spPr>
              <a:xfrm>
                <a:off x="46281" y="5989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4" name="Oval 2453">
                <a:extLst>
                  <a:ext uri="{FF2B5EF4-FFF2-40B4-BE49-F238E27FC236}">
                    <a16:creationId xmlns:a16="http://schemas.microsoft.com/office/drawing/2014/main" id="{9AB887F8-86F4-9D01-E56D-8C590A965C4D}"/>
                  </a:ext>
                </a:extLst>
              </p:cNvPr>
              <p:cNvSpPr/>
              <p:nvPr/>
            </p:nvSpPr>
            <p:spPr>
              <a:xfrm>
                <a:off x="199313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5" name="Oval 2454">
                <a:extLst>
                  <a:ext uri="{FF2B5EF4-FFF2-40B4-BE49-F238E27FC236}">
                    <a16:creationId xmlns:a16="http://schemas.microsoft.com/office/drawing/2014/main" id="{DD97C740-DD2E-0C6C-76E4-3F3891D8EE6C}"/>
                  </a:ext>
                </a:extLst>
              </p:cNvPr>
              <p:cNvSpPr/>
              <p:nvPr/>
            </p:nvSpPr>
            <p:spPr>
              <a:xfrm>
                <a:off x="349981" y="6216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6" name="Oval 2455">
                <a:extLst>
                  <a:ext uri="{FF2B5EF4-FFF2-40B4-BE49-F238E27FC236}">
                    <a16:creationId xmlns:a16="http://schemas.microsoft.com/office/drawing/2014/main" id="{84B4DFB8-779C-8C7A-4A10-BB50AB11445B}"/>
                  </a:ext>
                </a:extLst>
              </p:cNvPr>
              <p:cNvSpPr/>
              <p:nvPr/>
            </p:nvSpPr>
            <p:spPr>
              <a:xfrm>
                <a:off x="196864" y="6111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7" name="Oval 2456">
                <a:extLst>
                  <a:ext uri="{FF2B5EF4-FFF2-40B4-BE49-F238E27FC236}">
                    <a16:creationId xmlns:a16="http://schemas.microsoft.com/office/drawing/2014/main" id="{9EA8EFCE-8D7F-03EC-8CF2-D977B0C20EC4}"/>
                  </a:ext>
                </a:extLst>
              </p:cNvPr>
              <p:cNvSpPr/>
              <p:nvPr/>
            </p:nvSpPr>
            <p:spPr>
              <a:xfrm>
                <a:off x="965658" y="55451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8" name="Oval 2457">
                <a:extLst>
                  <a:ext uri="{FF2B5EF4-FFF2-40B4-BE49-F238E27FC236}">
                    <a16:creationId xmlns:a16="http://schemas.microsoft.com/office/drawing/2014/main" id="{9AEF350D-1D2B-A954-E170-5EDBEDD1ECAE}"/>
                  </a:ext>
                </a:extLst>
              </p:cNvPr>
              <p:cNvSpPr/>
              <p:nvPr/>
            </p:nvSpPr>
            <p:spPr>
              <a:xfrm>
                <a:off x="200073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59" name="Oval 2458">
                <a:extLst>
                  <a:ext uri="{FF2B5EF4-FFF2-40B4-BE49-F238E27FC236}">
                    <a16:creationId xmlns:a16="http://schemas.microsoft.com/office/drawing/2014/main" id="{7E1E9F0D-25EA-58F8-D173-8F9197CE02F4}"/>
                  </a:ext>
                </a:extLst>
              </p:cNvPr>
              <p:cNvSpPr/>
              <p:nvPr/>
            </p:nvSpPr>
            <p:spPr>
              <a:xfrm>
                <a:off x="198384" y="61875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900927F2-E057-ADEC-7EEE-78AF23A9F375}"/>
                  </a:ext>
                </a:extLst>
              </p:cNvPr>
              <p:cNvSpPr/>
              <p:nvPr/>
            </p:nvSpPr>
            <p:spPr>
              <a:xfrm>
                <a:off x="971992" y="5519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1" name="Oval 2460">
                <a:extLst>
                  <a:ext uri="{FF2B5EF4-FFF2-40B4-BE49-F238E27FC236}">
                    <a16:creationId xmlns:a16="http://schemas.microsoft.com/office/drawing/2014/main" id="{34C992C9-491A-EF94-882F-4C1B239FB917}"/>
                  </a:ext>
                </a:extLst>
              </p:cNvPr>
              <p:cNvSpPr/>
              <p:nvPr/>
            </p:nvSpPr>
            <p:spPr>
              <a:xfrm>
                <a:off x="62750" y="59841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2" name="Oval 2461">
                <a:extLst>
                  <a:ext uri="{FF2B5EF4-FFF2-40B4-BE49-F238E27FC236}">
                    <a16:creationId xmlns:a16="http://schemas.microsoft.com/office/drawing/2014/main" id="{AED00EC2-6F19-D88C-B760-BAB65FC12F69}"/>
                  </a:ext>
                </a:extLst>
              </p:cNvPr>
              <p:cNvSpPr/>
              <p:nvPr/>
            </p:nvSpPr>
            <p:spPr>
              <a:xfrm>
                <a:off x="346434" y="629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81F4B195-0900-7AB1-7561-41D44D916828}"/>
                  </a:ext>
                </a:extLst>
              </p:cNvPr>
              <p:cNvSpPr/>
              <p:nvPr/>
            </p:nvSpPr>
            <p:spPr>
              <a:xfrm>
                <a:off x="467120" y="6169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4" name="Oval 2463">
                <a:extLst>
                  <a:ext uri="{FF2B5EF4-FFF2-40B4-BE49-F238E27FC236}">
                    <a16:creationId xmlns:a16="http://schemas.microsoft.com/office/drawing/2014/main" id="{1D32C787-5D01-2997-85FC-8711DE815445}"/>
                  </a:ext>
                </a:extLst>
              </p:cNvPr>
              <p:cNvSpPr/>
              <p:nvPr/>
            </p:nvSpPr>
            <p:spPr>
              <a:xfrm>
                <a:off x="257587" y="6192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5" name="Oval 2464">
                <a:extLst>
                  <a:ext uri="{FF2B5EF4-FFF2-40B4-BE49-F238E27FC236}">
                    <a16:creationId xmlns:a16="http://schemas.microsoft.com/office/drawing/2014/main" id="{1E352FE7-7512-0BC1-D8CC-2251FA79DFEC}"/>
                  </a:ext>
                </a:extLst>
              </p:cNvPr>
              <p:cNvSpPr/>
              <p:nvPr/>
            </p:nvSpPr>
            <p:spPr>
              <a:xfrm>
                <a:off x="290863" y="60561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6" name="Oval 2465">
                <a:extLst>
                  <a:ext uri="{FF2B5EF4-FFF2-40B4-BE49-F238E27FC236}">
                    <a16:creationId xmlns:a16="http://schemas.microsoft.com/office/drawing/2014/main" id="{4AD00BF6-45FF-8EAA-4F02-8458D970477F}"/>
                  </a:ext>
                </a:extLst>
              </p:cNvPr>
              <p:cNvSpPr/>
              <p:nvPr/>
            </p:nvSpPr>
            <p:spPr>
              <a:xfrm>
                <a:off x="945051" y="54913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7" name="Oval 2466">
                <a:extLst>
                  <a:ext uri="{FF2B5EF4-FFF2-40B4-BE49-F238E27FC236}">
                    <a16:creationId xmlns:a16="http://schemas.microsoft.com/office/drawing/2014/main" id="{8D6B47C1-BA47-742A-37B9-5B141EAB08A7}"/>
                  </a:ext>
                </a:extLst>
              </p:cNvPr>
              <p:cNvSpPr/>
              <p:nvPr/>
            </p:nvSpPr>
            <p:spPr>
              <a:xfrm>
                <a:off x="600728" y="6125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8" name="Oval 2467">
                <a:extLst>
                  <a:ext uri="{FF2B5EF4-FFF2-40B4-BE49-F238E27FC236}">
                    <a16:creationId xmlns:a16="http://schemas.microsoft.com/office/drawing/2014/main" id="{762A7389-1746-66C9-41DA-9AC32619AD1C}"/>
                  </a:ext>
                </a:extLst>
              </p:cNvPr>
              <p:cNvSpPr/>
              <p:nvPr/>
            </p:nvSpPr>
            <p:spPr>
              <a:xfrm>
                <a:off x="409860" y="6314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69" name="Oval 2468">
                <a:extLst>
                  <a:ext uri="{FF2B5EF4-FFF2-40B4-BE49-F238E27FC236}">
                    <a16:creationId xmlns:a16="http://schemas.microsoft.com/office/drawing/2014/main" id="{8C65364F-F58F-BF7B-1B99-1A297919D203}"/>
                  </a:ext>
                </a:extLst>
              </p:cNvPr>
              <p:cNvSpPr/>
              <p:nvPr/>
            </p:nvSpPr>
            <p:spPr>
              <a:xfrm>
                <a:off x="355893" y="63532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0" name="Oval 2469">
                <a:extLst>
                  <a:ext uri="{FF2B5EF4-FFF2-40B4-BE49-F238E27FC236}">
                    <a16:creationId xmlns:a16="http://schemas.microsoft.com/office/drawing/2014/main" id="{710BD192-1BFA-C793-CAF9-8F0F834EA2F1}"/>
                  </a:ext>
                </a:extLst>
              </p:cNvPr>
              <p:cNvSpPr/>
              <p:nvPr/>
            </p:nvSpPr>
            <p:spPr>
              <a:xfrm>
                <a:off x="378696" y="63828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1" name="Oval 2470">
                <a:extLst>
                  <a:ext uri="{FF2B5EF4-FFF2-40B4-BE49-F238E27FC236}">
                    <a16:creationId xmlns:a16="http://schemas.microsoft.com/office/drawing/2014/main" id="{321443F8-F8F7-8B0B-98E3-10658FBF1D14}"/>
                  </a:ext>
                </a:extLst>
              </p:cNvPr>
              <p:cNvSpPr/>
              <p:nvPr/>
            </p:nvSpPr>
            <p:spPr>
              <a:xfrm>
                <a:off x="293734" y="60831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2" name="Oval 2471">
                <a:extLst>
                  <a:ext uri="{FF2B5EF4-FFF2-40B4-BE49-F238E27FC236}">
                    <a16:creationId xmlns:a16="http://schemas.microsoft.com/office/drawing/2014/main" id="{339018FC-BF5D-7583-AFBD-150A353D88BD}"/>
                  </a:ext>
                </a:extLst>
              </p:cNvPr>
              <p:cNvSpPr/>
              <p:nvPr/>
            </p:nvSpPr>
            <p:spPr>
              <a:xfrm>
                <a:off x="107933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3" name="Oval 2472">
                <a:extLst>
                  <a:ext uri="{FF2B5EF4-FFF2-40B4-BE49-F238E27FC236}">
                    <a16:creationId xmlns:a16="http://schemas.microsoft.com/office/drawing/2014/main" id="{A2CB2125-AD04-A6AC-C19B-358EFB4BC99F}"/>
                  </a:ext>
                </a:extLst>
              </p:cNvPr>
              <p:cNvSpPr/>
              <p:nvPr/>
            </p:nvSpPr>
            <p:spPr>
              <a:xfrm>
                <a:off x="473708" y="6264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4" name="Oval 2473">
                <a:extLst>
                  <a:ext uri="{FF2B5EF4-FFF2-40B4-BE49-F238E27FC236}">
                    <a16:creationId xmlns:a16="http://schemas.microsoft.com/office/drawing/2014/main" id="{AC4C2399-409F-160F-A877-10BAC627BEFB}"/>
                  </a:ext>
                </a:extLst>
              </p:cNvPr>
              <p:cNvSpPr/>
              <p:nvPr/>
            </p:nvSpPr>
            <p:spPr>
              <a:xfrm>
                <a:off x="199989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5" name="Oval 2474">
                <a:extLst>
                  <a:ext uri="{FF2B5EF4-FFF2-40B4-BE49-F238E27FC236}">
                    <a16:creationId xmlns:a16="http://schemas.microsoft.com/office/drawing/2014/main" id="{EF1E547B-168E-252C-6289-238783822437}"/>
                  </a:ext>
                </a:extLst>
              </p:cNvPr>
              <p:cNvSpPr/>
              <p:nvPr/>
            </p:nvSpPr>
            <p:spPr>
              <a:xfrm>
                <a:off x="98474" y="5980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6" name="Oval 2475">
                <a:extLst>
                  <a:ext uri="{FF2B5EF4-FFF2-40B4-BE49-F238E27FC236}">
                    <a16:creationId xmlns:a16="http://schemas.microsoft.com/office/drawing/2014/main" id="{AA22CC51-3AB6-5927-49EF-8B0B9104E18A}"/>
                  </a:ext>
                </a:extLst>
              </p:cNvPr>
              <p:cNvSpPr/>
              <p:nvPr/>
            </p:nvSpPr>
            <p:spPr>
              <a:xfrm>
                <a:off x="259783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7" name="Oval 2476">
                <a:extLst>
                  <a:ext uri="{FF2B5EF4-FFF2-40B4-BE49-F238E27FC236}">
                    <a16:creationId xmlns:a16="http://schemas.microsoft.com/office/drawing/2014/main" id="{BF823E4F-CA62-8145-4C0E-95C8DBE91F91}"/>
                  </a:ext>
                </a:extLst>
              </p:cNvPr>
              <p:cNvSpPr/>
              <p:nvPr/>
            </p:nvSpPr>
            <p:spPr>
              <a:xfrm>
                <a:off x="397529" y="6190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8" name="Oval 2477">
                <a:extLst>
                  <a:ext uri="{FF2B5EF4-FFF2-40B4-BE49-F238E27FC236}">
                    <a16:creationId xmlns:a16="http://schemas.microsoft.com/office/drawing/2014/main" id="{21526809-690D-BB8D-9539-B2405E39A541}"/>
                  </a:ext>
                </a:extLst>
              </p:cNvPr>
              <p:cNvSpPr/>
              <p:nvPr/>
            </p:nvSpPr>
            <p:spPr>
              <a:xfrm>
                <a:off x="195682" y="61021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9" name="Oval 2478">
                <a:extLst>
                  <a:ext uri="{FF2B5EF4-FFF2-40B4-BE49-F238E27FC236}">
                    <a16:creationId xmlns:a16="http://schemas.microsoft.com/office/drawing/2014/main" id="{5337B6CA-2871-F58D-0895-98FACDF560BA}"/>
                  </a:ext>
                </a:extLst>
              </p:cNvPr>
              <p:cNvSpPr/>
              <p:nvPr/>
            </p:nvSpPr>
            <p:spPr>
              <a:xfrm>
                <a:off x="206576" y="6160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0" name="Oval 2479">
                <a:extLst>
                  <a:ext uri="{FF2B5EF4-FFF2-40B4-BE49-F238E27FC236}">
                    <a16:creationId xmlns:a16="http://schemas.microsoft.com/office/drawing/2014/main" id="{3A57DE42-77BE-FFAB-C9E0-434D37D666CA}"/>
                  </a:ext>
                </a:extLst>
              </p:cNvPr>
              <p:cNvSpPr/>
              <p:nvPr/>
            </p:nvSpPr>
            <p:spPr>
              <a:xfrm>
                <a:off x="975455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1" name="Oval 2480">
                <a:extLst>
                  <a:ext uri="{FF2B5EF4-FFF2-40B4-BE49-F238E27FC236}">
                    <a16:creationId xmlns:a16="http://schemas.microsoft.com/office/drawing/2014/main" id="{13AEFB63-377C-6722-75D2-D3669D2033A9}"/>
                  </a:ext>
                </a:extLst>
              </p:cNvPr>
              <p:cNvSpPr/>
              <p:nvPr/>
            </p:nvSpPr>
            <p:spPr>
              <a:xfrm>
                <a:off x="285204" y="6268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2" name="Oval 2481">
                <a:extLst>
                  <a:ext uri="{FF2B5EF4-FFF2-40B4-BE49-F238E27FC236}">
                    <a16:creationId xmlns:a16="http://schemas.microsoft.com/office/drawing/2014/main" id="{03FCD868-D21B-C4B7-0CD0-7BE069F11DD1}"/>
                  </a:ext>
                </a:extLst>
              </p:cNvPr>
              <p:cNvSpPr/>
              <p:nvPr/>
            </p:nvSpPr>
            <p:spPr>
              <a:xfrm>
                <a:off x="208603" y="599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3" name="Oval 2482">
                <a:extLst>
                  <a:ext uri="{FF2B5EF4-FFF2-40B4-BE49-F238E27FC236}">
                    <a16:creationId xmlns:a16="http://schemas.microsoft.com/office/drawing/2014/main" id="{785DADD2-CEEE-FA67-450E-098EA4C686A9}"/>
                  </a:ext>
                </a:extLst>
              </p:cNvPr>
              <p:cNvSpPr/>
              <p:nvPr/>
            </p:nvSpPr>
            <p:spPr>
              <a:xfrm>
                <a:off x="126935" y="5985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4" name="Oval 2483">
                <a:extLst>
                  <a:ext uri="{FF2B5EF4-FFF2-40B4-BE49-F238E27FC236}">
                    <a16:creationId xmlns:a16="http://schemas.microsoft.com/office/drawing/2014/main" id="{7D1C381A-577E-B3E9-BCF3-A5F4C28ABD51}"/>
                  </a:ext>
                </a:extLst>
              </p:cNvPr>
              <p:cNvSpPr/>
              <p:nvPr/>
            </p:nvSpPr>
            <p:spPr>
              <a:xfrm>
                <a:off x="321351" y="6199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5" name="Oval 2484">
                <a:extLst>
                  <a:ext uri="{FF2B5EF4-FFF2-40B4-BE49-F238E27FC236}">
                    <a16:creationId xmlns:a16="http://schemas.microsoft.com/office/drawing/2014/main" id="{2BB4B376-7367-77B8-03D7-A96DF7ECA9BD}"/>
                  </a:ext>
                </a:extLst>
              </p:cNvPr>
              <p:cNvSpPr/>
              <p:nvPr/>
            </p:nvSpPr>
            <p:spPr>
              <a:xfrm>
                <a:off x="241119" y="617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6" name="Oval 2485">
                <a:extLst>
                  <a:ext uri="{FF2B5EF4-FFF2-40B4-BE49-F238E27FC236}">
                    <a16:creationId xmlns:a16="http://schemas.microsoft.com/office/drawing/2014/main" id="{3C6C1DBE-7C59-5124-E4B9-89AFA1663762}"/>
                  </a:ext>
                </a:extLst>
              </p:cNvPr>
              <p:cNvSpPr/>
              <p:nvPr/>
            </p:nvSpPr>
            <p:spPr>
              <a:xfrm>
                <a:off x="367041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7" name="Oval 2486">
                <a:extLst>
                  <a:ext uri="{FF2B5EF4-FFF2-40B4-BE49-F238E27FC236}">
                    <a16:creationId xmlns:a16="http://schemas.microsoft.com/office/drawing/2014/main" id="{F26F4C62-AF4D-EFBC-F130-BB5EB2FE4BFB}"/>
                  </a:ext>
                </a:extLst>
              </p:cNvPr>
              <p:cNvSpPr/>
              <p:nvPr/>
            </p:nvSpPr>
            <p:spPr>
              <a:xfrm>
                <a:off x="354457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8" name="Oval 2487">
                <a:extLst>
                  <a:ext uri="{FF2B5EF4-FFF2-40B4-BE49-F238E27FC236}">
                    <a16:creationId xmlns:a16="http://schemas.microsoft.com/office/drawing/2014/main" id="{3C1A6211-7442-DCA5-6F12-BBE93117D977}"/>
                  </a:ext>
                </a:extLst>
              </p:cNvPr>
              <p:cNvSpPr/>
              <p:nvPr/>
            </p:nvSpPr>
            <p:spPr>
              <a:xfrm>
                <a:off x="305896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89" name="Oval 2488">
                <a:extLst>
                  <a:ext uri="{FF2B5EF4-FFF2-40B4-BE49-F238E27FC236}">
                    <a16:creationId xmlns:a16="http://schemas.microsoft.com/office/drawing/2014/main" id="{C4BF3C09-F18D-AC3C-3E41-ABB221A1A42F}"/>
                  </a:ext>
                </a:extLst>
              </p:cNvPr>
              <p:cNvSpPr/>
              <p:nvPr/>
            </p:nvSpPr>
            <p:spPr>
              <a:xfrm>
                <a:off x="71280" y="600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0" name="Oval 2489">
                <a:extLst>
                  <a:ext uri="{FF2B5EF4-FFF2-40B4-BE49-F238E27FC236}">
                    <a16:creationId xmlns:a16="http://schemas.microsoft.com/office/drawing/2014/main" id="{26B945B4-E945-5952-48B3-3AEB87789431}"/>
                  </a:ext>
                </a:extLst>
              </p:cNvPr>
              <p:cNvSpPr/>
              <p:nvPr/>
            </p:nvSpPr>
            <p:spPr>
              <a:xfrm>
                <a:off x="97629" y="59939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1" name="Oval 2490">
                <a:extLst>
                  <a:ext uri="{FF2B5EF4-FFF2-40B4-BE49-F238E27FC236}">
                    <a16:creationId xmlns:a16="http://schemas.microsoft.com/office/drawing/2014/main" id="{A2F6CB1F-F7BD-1CB4-6007-50879F27CE1F}"/>
                  </a:ext>
                </a:extLst>
              </p:cNvPr>
              <p:cNvSpPr/>
              <p:nvPr/>
            </p:nvSpPr>
            <p:spPr>
              <a:xfrm>
                <a:off x="218147" y="614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2" name="Oval 2491">
                <a:extLst>
                  <a:ext uri="{FF2B5EF4-FFF2-40B4-BE49-F238E27FC236}">
                    <a16:creationId xmlns:a16="http://schemas.microsoft.com/office/drawing/2014/main" id="{41A889CF-4AE4-7BBD-8E41-04E63C1DE7C3}"/>
                  </a:ext>
                </a:extLst>
              </p:cNvPr>
              <p:cNvSpPr/>
              <p:nvPr/>
            </p:nvSpPr>
            <p:spPr>
              <a:xfrm>
                <a:off x="210968" y="61134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3" name="Oval 2492">
                <a:extLst>
                  <a:ext uri="{FF2B5EF4-FFF2-40B4-BE49-F238E27FC236}">
                    <a16:creationId xmlns:a16="http://schemas.microsoft.com/office/drawing/2014/main" id="{08A4A78A-3C85-90F9-4D0B-452D7105D520}"/>
                  </a:ext>
                </a:extLst>
              </p:cNvPr>
              <p:cNvSpPr/>
              <p:nvPr/>
            </p:nvSpPr>
            <p:spPr>
              <a:xfrm>
                <a:off x="412984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4" name="Oval 2493">
                <a:extLst>
                  <a:ext uri="{FF2B5EF4-FFF2-40B4-BE49-F238E27FC236}">
                    <a16:creationId xmlns:a16="http://schemas.microsoft.com/office/drawing/2014/main" id="{86B2452A-F680-157E-F0C8-EF820EA0CA03}"/>
                  </a:ext>
                </a:extLst>
              </p:cNvPr>
              <p:cNvSpPr/>
              <p:nvPr/>
            </p:nvSpPr>
            <p:spPr>
              <a:xfrm>
                <a:off x="198300" y="61794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5" name="Oval 2494">
                <a:extLst>
                  <a:ext uri="{FF2B5EF4-FFF2-40B4-BE49-F238E27FC236}">
                    <a16:creationId xmlns:a16="http://schemas.microsoft.com/office/drawing/2014/main" id="{192FF987-FFB6-5513-2849-26000F55E9E3}"/>
                  </a:ext>
                </a:extLst>
              </p:cNvPr>
              <p:cNvSpPr/>
              <p:nvPr/>
            </p:nvSpPr>
            <p:spPr>
              <a:xfrm>
                <a:off x="282417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6" name="Oval 2495">
                <a:extLst>
                  <a:ext uri="{FF2B5EF4-FFF2-40B4-BE49-F238E27FC236}">
                    <a16:creationId xmlns:a16="http://schemas.microsoft.com/office/drawing/2014/main" id="{8A4FA902-F034-C27E-0AA0-04B3843E4CFB}"/>
                  </a:ext>
                </a:extLst>
              </p:cNvPr>
              <p:cNvSpPr/>
              <p:nvPr/>
            </p:nvSpPr>
            <p:spPr>
              <a:xfrm>
                <a:off x="305051" y="6304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7" name="Oval 2496">
                <a:extLst>
                  <a:ext uri="{FF2B5EF4-FFF2-40B4-BE49-F238E27FC236}">
                    <a16:creationId xmlns:a16="http://schemas.microsoft.com/office/drawing/2014/main" id="{32268D7F-BAC8-E5DD-E49E-9179804FCBB2}"/>
                  </a:ext>
                </a:extLst>
              </p:cNvPr>
              <p:cNvSpPr/>
              <p:nvPr/>
            </p:nvSpPr>
            <p:spPr>
              <a:xfrm>
                <a:off x="230562" y="6119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8" name="Oval 2497">
                <a:extLst>
                  <a:ext uri="{FF2B5EF4-FFF2-40B4-BE49-F238E27FC236}">
                    <a16:creationId xmlns:a16="http://schemas.microsoft.com/office/drawing/2014/main" id="{631D5788-72EF-F211-3D11-70D7A76130EB}"/>
                  </a:ext>
                </a:extLst>
              </p:cNvPr>
              <p:cNvSpPr/>
              <p:nvPr/>
            </p:nvSpPr>
            <p:spPr>
              <a:xfrm>
                <a:off x="529026" y="6294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9" name="Oval 2498">
                <a:extLst>
                  <a:ext uri="{FF2B5EF4-FFF2-40B4-BE49-F238E27FC236}">
                    <a16:creationId xmlns:a16="http://schemas.microsoft.com/office/drawing/2014/main" id="{E5FF588C-92EA-C526-061C-EF7062E8D399}"/>
                  </a:ext>
                </a:extLst>
              </p:cNvPr>
              <p:cNvSpPr/>
              <p:nvPr/>
            </p:nvSpPr>
            <p:spPr>
              <a:xfrm>
                <a:off x="294156" y="62875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0" name="Oval 2499">
                <a:extLst>
                  <a:ext uri="{FF2B5EF4-FFF2-40B4-BE49-F238E27FC236}">
                    <a16:creationId xmlns:a16="http://schemas.microsoft.com/office/drawing/2014/main" id="{6501BBE0-4955-C6F4-3AD0-D7C6B6FE5714}"/>
                  </a:ext>
                </a:extLst>
              </p:cNvPr>
              <p:cNvSpPr/>
              <p:nvPr/>
            </p:nvSpPr>
            <p:spPr>
              <a:xfrm>
                <a:off x="318648" y="61679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1" name="Oval 2500">
                <a:extLst>
                  <a:ext uri="{FF2B5EF4-FFF2-40B4-BE49-F238E27FC236}">
                    <a16:creationId xmlns:a16="http://schemas.microsoft.com/office/drawing/2014/main" id="{85FAFBF6-4D5D-8D9B-C2A2-D2E053FCF7D7}"/>
                  </a:ext>
                </a:extLst>
              </p:cNvPr>
              <p:cNvSpPr/>
              <p:nvPr/>
            </p:nvSpPr>
            <p:spPr>
              <a:xfrm>
                <a:off x="953665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2" name="Oval 2501">
                <a:extLst>
                  <a:ext uri="{FF2B5EF4-FFF2-40B4-BE49-F238E27FC236}">
                    <a16:creationId xmlns:a16="http://schemas.microsoft.com/office/drawing/2014/main" id="{1D115EF7-D20B-6D4B-5F94-65B39E7B592C}"/>
                  </a:ext>
                </a:extLst>
              </p:cNvPr>
              <p:cNvSpPr/>
              <p:nvPr/>
            </p:nvSpPr>
            <p:spPr>
              <a:xfrm>
                <a:off x="513317" y="6271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3" name="Oval 2502">
                <a:extLst>
                  <a:ext uri="{FF2B5EF4-FFF2-40B4-BE49-F238E27FC236}">
                    <a16:creationId xmlns:a16="http://schemas.microsoft.com/office/drawing/2014/main" id="{850EE088-97B2-FE37-25ED-5AA5CBFAE4F9}"/>
                  </a:ext>
                </a:extLst>
              </p:cNvPr>
              <p:cNvSpPr/>
              <p:nvPr/>
            </p:nvSpPr>
            <p:spPr>
              <a:xfrm>
                <a:off x="369237" y="615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4" name="Oval 2503">
                <a:extLst>
                  <a:ext uri="{FF2B5EF4-FFF2-40B4-BE49-F238E27FC236}">
                    <a16:creationId xmlns:a16="http://schemas.microsoft.com/office/drawing/2014/main" id="{EFBC7E70-CCCD-89BF-8505-77934C3A42B7}"/>
                  </a:ext>
                </a:extLst>
              </p:cNvPr>
              <p:cNvSpPr/>
              <p:nvPr/>
            </p:nvSpPr>
            <p:spPr>
              <a:xfrm>
                <a:off x="565679" y="6237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789CF379-B739-F1CC-CEDE-36750370A0DE}"/>
                  </a:ext>
                </a:extLst>
              </p:cNvPr>
              <p:cNvSpPr/>
              <p:nvPr/>
            </p:nvSpPr>
            <p:spPr>
              <a:xfrm>
                <a:off x="518975" y="629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6" name="Oval 2505">
                <a:extLst>
                  <a:ext uri="{FF2B5EF4-FFF2-40B4-BE49-F238E27FC236}">
                    <a16:creationId xmlns:a16="http://schemas.microsoft.com/office/drawing/2014/main" id="{CF0385EF-0F33-483C-9CB4-AEC3D6F70449}"/>
                  </a:ext>
                </a:extLst>
              </p:cNvPr>
              <p:cNvSpPr/>
              <p:nvPr/>
            </p:nvSpPr>
            <p:spPr>
              <a:xfrm>
                <a:off x="505969" y="615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7" name="Oval 2506">
                <a:extLst>
                  <a:ext uri="{FF2B5EF4-FFF2-40B4-BE49-F238E27FC236}">
                    <a16:creationId xmlns:a16="http://schemas.microsoft.com/office/drawing/2014/main" id="{54E6F888-D843-F6EE-ADFF-C261A6E2E24A}"/>
                  </a:ext>
                </a:extLst>
              </p:cNvPr>
              <p:cNvSpPr/>
              <p:nvPr/>
            </p:nvSpPr>
            <p:spPr>
              <a:xfrm>
                <a:off x="495835" y="6319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8" name="Oval 2507">
                <a:extLst>
                  <a:ext uri="{FF2B5EF4-FFF2-40B4-BE49-F238E27FC236}">
                    <a16:creationId xmlns:a16="http://schemas.microsoft.com/office/drawing/2014/main" id="{2E7E15E6-C04F-8C5C-6F07-6101770DC364}"/>
                  </a:ext>
                </a:extLst>
              </p:cNvPr>
              <p:cNvSpPr/>
              <p:nvPr/>
            </p:nvSpPr>
            <p:spPr>
              <a:xfrm>
                <a:off x="372784" y="6108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9" name="Oval 2508">
                <a:extLst>
                  <a:ext uri="{FF2B5EF4-FFF2-40B4-BE49-F238E27FC236}">
                    <a16:creationId xmlns:a16="http://schemas.microsoft.com/office/drawing/2014/main" id="{8868AFA6-A7AE-FD35-6460-C51D8E868B79}"/>
                  </a:ext>
                </a:extLst>
              </p:cNvPr>
              <p:cNvSpPr/>
              <p:nvPr/>
            </p:nvSpPr>
            <p:spPr>
              <a:xfrm>
                <a:off x="471427" y="6221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0" name="Oval 2509">
                <a:extLst>
                  <a:ext uri="{FF2B5EF4-FFF2-40B4-BE49-F238E27FC236}">
                    <a16:creationId xmlns:a16="http://schemas.microsoft.com/office/drawing/2014/main" id="{D5B1FDA5-6ED6-AA8A-C408-9E69C0BB768C}"/>
                  </a:ext>
                </a:extLst>
              </p:cNvPr>
              <p:cNvSpPr/>
              <p:nvPr/>
            </p:nvSpPr>
            <p:spPr>
              <a:xfrm>
                <a:off x="999947" y="55027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1" name="Oval 2510">
                <a:extLst>
                  <a:ext uri="{FF2B5EF4-FFF2-40B4-BE49-F238E27FC236}">
                    <a16:creationId xmlns:a16="http://schemas.microsoft.com/office/drawing/2014/main" id="{FE73A522-DBD9-0F0F-5072-0D0155A80C48}"/>
                  </a:ext>
                </a:extLst>
              </p:cNvPr>
              <p:cNvSpPr/>
              <p:nvPr/>
            </p:nvSpPr>
            <p:spPr>
              <a:xfrm>
                <a:off x="324391" y="611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2" name="Oval 2511">
                <a:extLst>
                  <a:ext uri="{FF2B5EF4-FFF2-40B4-BE49-F238E27FC236}">
                    <a16:creationId xmlns:a16="http://schemas.microsoft.com/office/drawing/2014/main" id="{995352E9-394B-6D8A-C64C-31D43A2799B1}"/>
                  </a:ext>
                </a:extLst>
              </p:cNvPr>
              <p:cNvSpPr/>
              <p:nvPr/>
            </p:nvSpPr>
            <p:spPr>
              <a:xfrm>
                <a:off x="286978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3" name="Oval 2512">
                <a:extLst>
                  <a:ext uri="{FF2B5EF4-FFF2-40B4-BE49-F238E27FC236}">
                    <a16:creationId xmlns:a16="http://schemas.microsoft.com/office/drawing/2014/main" id="{7347300F-B69E-4057-3673-1D6FD1EFB59F}"/>
                  </a:ext>
                </a:extLst>
              </p:cNvPr>
              <p:cNvSpPr/>
              <p:nvPr/>
            </p:nvSpPr>
            <p:spPr>
              <a:xfrm>
                <a:off x="1003072" y="56654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4" name="Oval 2513">
                <a:extLst>
                  <a:ext uri="{FF2B5EF4-FFF2-40B4-BE49-F238E27FC236}">
                    <a16:creationId xmlns:a16="http://schemas.microsoft.com/office/drawing/2014/main" id="{2FBEA0F6-0DFC-D0E0-9618-B3AD82F02666}"/>
                  </a:ext>
                </a:extLst>
              </p:cNvPr>
              <p:cNvSpPr/>
              <p:nvPr/>
            </p:nvSpPr>
            <p:spPr>
              <a:xfrm>
                <a:off x="357244" y="63601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5" name="Oval 2514">
                <a:extLst>
                  <a:ext uri="{FF2B5EF4-FFF2-40B4-BE49-F238E27FC236}">
                    <a16:creationId xmlns:a16="http://schemas.microsoft.com/office/drawing/2014/main" id="{66A7F9F9-8828-0403-AEEE-9D951FEDC760}"/>
                  </a:ext>
                </a:extLst>
              </p:cNvPr>
              <p:cNvSpPr/>
              <p:nvPr/>
            </p:nvSpPr>
            <p:spPr>
              <a:xfrm>
                <a:off x="281404" y="6359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6" name="Oval 2515">
                <a:extLst>
                  <a:ext uri="{FF2B5EF4-FFF2-40B4-BE49-F238E27FC236}">
                    <a16:creationId xmlns:a16="http://schemas.microsoft.com/office/drawing/2014/main" id="{E996CB74-BEB6-1BE6-B0A9-52F1C0A6675C}"/>
                  </a:ext>
                </a:extLst>
              </p:cNvPr>
              <p:cNvSpPr/>
              <p:nvPr/>
            </p:nvSpPr>
            <p:spPr>
              <a:xfrm>
                <a:off x="242301" y="6061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7" name="Oval 2516">
                <a:extLst>
                  <a:ext uri="{FF2B5EF4-FFF2-40B4-BE49-F238E27FC236}">
                    <a16:creationId xmlns:a16="http://schemas.microsoft.com/office/drawing/2014/main" id="{69A95D5B-E242-FB8E-E5AE-81A2E4DBD7D1}"/>
                  </a:ext>
                </a:extLst>
              </p:cNvPr>
              <p:cNvSpPr/>
              <p:nvPr/>
            </p:nvSpPr>
            <p:spPr>
              <a:xfrm>
                <a:off x="173639" y="618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8" name="Oval 2517">
                <a:extLst>
                  <a:ext uri="{FF2B5EF4-FFF2-40B4-BE49-F238E27FC236}">
                    <a16:creationId xmlns:a16="http://schemas.microsoft.com/office/drawing/2014/main" id="{6039D12E-FE61-BD54-3FA4-AB7DDB0E982E}"/>
                  </a:ext>
                </a:extLst>
              </p:cNvPr>
              <p:cNvSpPr/>
              <p:nvPr/>
            </p:nvSpPr>
            <p:spPr>
              <a:xfrm>
                <a:off x="381567" y="6368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19" name="Oval 2518">
                <a:extLst>
                  <a:ext uri="{FF2B5EF4-FFF2-40B4-BE49-F238E27FC236}">
                    <a16:creationId xmlns:a16="http://schemas.microsoft.com/office/drawing/2014/main" id="{7CD015BE-0844-AFB2-D50D-FEF60CB11ADB}"/>
                  </a:ext>
                </a:extLst>
              </p:cNvPr>
              <p:cNvSpPr/>
              <p:nvPr/>
            </p:nvSpPr>
            <p:spPr>
              <a:xfrm>
                <a:off x="521340" y="62699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0" name="Oval 2519">
                <a:extLst>
                  <a:ext uri="{FF2B5EF4-FFF2-40B4-BE49-F238E27FC236}">
                    <a16:creationId xmlns:a16="http://schemas.microsoft.com/office/drawing/2014/main" id="{698E22C5-3E28-18B5-CE89-13AD19168BB3}"/>
                  </a:ext>
                </a:extLst>
              </p:cNvPr>
              <p:cNvSpPr/>
              <p:nvPr/>
            </p:nvSpPr>
            <p:spPr>
              <a:xfrm>
                <a:off x="956368" y="54829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1" name="Oval 2520">
                <a:extLst>
                  <a:ext uri="{FF2B5EF4-FFF2-40B4-BE49-F238E27FC236}">
                    <a16:creationId xmlns:a16="http://schemas.microsoft.com/office/drawing/2014/main" id="{D451410D-B22A-D339-B3CC-5A4D5042819D}"/>
                  </a:ext>
                </a:extLst>
              </p:cNvPr>
              <p:cNvSpPr/>
              <p:nvPr/>
            </p:nvSpPr>
            <p:spPr>
              <a:xfrm>
                <a:off x="233686" y="61696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2" name="Oval 2521">
                <a:extLst>
                  <a:ext uri="{FF2B5EF4-FFF2-40B4-BE49-F238E27FC236}">
                    <a16:creationId xmlns:a16="http://schemas.microsoft.com/office/drawing/2014/main" id="{39329A61-386F-9D08-97A1-AD8A46E96020}"/>
                  </a:ext>
                </a:extLst>
              </p:cNvPr>
              <p:cNvSpPr/>
              <p:nvPr/>
            </p:nvSpPr>
            <p:spPr>
              <a:xfrm>
                <a:off x="455043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3" name="Oval 2522">
                <a:extLst>
                  <a:ext uri="{FF2B5EF4-FFF2-40B4-BE49-F238E27FC236}">
                    <a16:creationId xmlns:a16="http://schemas.microsoft.com/office/drawing/2014/main" id="{CA35446A-E399-036D-D4E4-1ABB5AEEE09B}"/>
                  </a:ext>
                </a:extLst>
              </p:cNvPr>
              <p:cNvSpPr/>
              <p:nvPr/>
            </p:nvSpPr>
            <p:spPr>
              <a:xfrm>
                <a:off x="484771" y="630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4" name="Oval 2523">
                <a:extLst>
                  <a:ext uri="{FF2B5EF4-FFF2-40B4-BE49-F238E27FC236}">
                    <a16:creationId xmlns:a16="http://schemas.microsoft.com/office/drawing/2014/main" id="{19050EA2-FB53-5E95-ACE0-7E6B8F359033}"/>
                  </a:ext>
                </a:extLst>
              </p:cNvPr>
              <p:cNvSpPr/>
              <p:nvPr/>
            </p:nvSpPr>
            <p:spPr>
              <a:xfrm>
                <a:off x="331148" y="60057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5" name="Oval 2524">
                <a:extLst>
                  <a:ext uri="{FF2B5EF4-FFF2-40B4-BE49-F238E27FC236}">
                    <a16:creationId xmlns:a16="http://schemas.microsoft.com/office/drawing/2014/main" id="{701640BE-1029-1F5C-446F-C2DAFA1B9403}"/>
                  </a:ext>
                </a:extLst>
              </p:cNvPr>
              <p:cNvSpPr/>
              <p:nvPr/>
            </p:nvSpPr>
            <p:spPr>
              <a:xfrm>
                <a:off x="453354" y="63136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6" name="Oval 2525">
                <a:extLst>
                  <a:ext uri="{FF2B5EF4-FFF2-40B4-BE49-F238E27FC236}">
                    <a16:creationId xmlns:a16="http://schemas.microsoft.com/office/drawing/2014/main" id="{B5971D90-9E40-070A-12CB-4222A7B7478B}"/>
                  </a:ext>
                </a:extLst>
              </p:cNvPr>
              <p:cNvSpPr/>
              <p:nvPr/>
            </p:nvSpPr>
            <p:spPr>
              <a:xfrm>
                <a:off x="539498" y="629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7" name="Oval 2526">
                <a:extLst>
                  <a:ext uri="{FF2B5EF4-FFF2-40B4-BE49-F238E27FC236}">
                    <a16:creationId xmlns:a16="http://schemas.microsoft.com/office/drawing/2014/main" id="{D1C69B65-527F-355E-E105-85B2D7178505}"/>
                  </a:ext>
                </a:extLst>
              </p:cNvPr>
              <p:cNvSpPr/>
              <p:nvPr/>
            </p:nvSpPr>
            <p:spPr>
              <a:xfrm>
                <a:off x="577841" y="6246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8" name="Oval 2527">
                <a:extLst>
                  <a:ext uri="{FF2B5EF4-FFF2-40B4-BE49-F238E27FC236}">
                    <a16:creationId xmlns:a16="http://schemas.microsoft.com/office/drawing/2014/main" id="{8328B134-54C0-A50F-6717-341CAE6E7D97}"/>
                  </a:ext>
                </a:extLst>
              </p:cNvPr>
              <p:cNvSpPr/>
              <p:nvPr/>
            </p:nvSpPr>
            <p:spPr>
              <a:xfrm>
                <a:off x="226846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9" name="Oval 2528">
                <a:extLst>
                  <a:ext uri="{FF2B5EF4-FFF2-40B4-BE49-F238E27FC236}">
                    <a16:creationId xmlns:a16="http://schemas.microsoft.com/office/drawing/2014/main" id="{45C76E41-AC58-36FD-003A-B15A62EDC4FA}"/>
                  </a:ext>
                </a:extLst>
              </p:cNvPr>
              <p:cNvSpPr/>
              <p:nvPr/>
            </p:nvSpPr>
            <p:spPr>
              <a:xfrm>
                <a:off x="456986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0" name="Oval 2529">
                <a:extLst>
                  <a:ext uri="{FF2B5EF4-FFF2-40B4-BE49-F238E27FC236}">
                    <a16:creationId xmlns:a16="http://schemas.microsoft.com/office/drawing/2014/main" id="{2EC41723-740F-DB54-9677-B8AB12E9A485}"/>
                  </a:ext>
                </a:extLst>
              </p:cNvPr>
              <p:cNvSpPr/>
              <p:nvPr/>
            </p:nvSpPr>
            <p:spPr>
              <a:xfrm>
                <a:off x="814061" y="564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1" name="Oval 2530">
                <a:extLst>
                  <a:ext uri="{FF2B5EF4-FFF2-40B4-BE49-F238E27FC236}">
                    <a16:creationId xmlns:a16="http://schemas.microsoft.com/office/drawing/2014/main" id="{6A571F6B-7746-2E98-6459-1B6369A9F815}"/>
                  </a:ext>
                </a:extLst>
              </p:cNvPr>
              <p:cNvSpPr/>
              <p:nvPr/>
            </p:nvSpPr>
            <p:spPr>
              <a:xfrm>
                <a:off x="183605" y="6161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2" name="Oval 2531">
                <a:extLst>
                  <a:ext uri="{FF2B5EF4-FFF2-40B4-BE49-F238E27FC236}">
                    <a16:creationId xmlns:a16="http://schemas.microsoft.com/office/drawing/2014/main" id="{18003BA6-CA05-6FA5-5B9B-C58CCE0ABF44}"/>
                  </a:ext>
                </a:extLst>
              </p:cNvPr>
              <p:cNvSpPr/>
              <p:nvPr/>
            </p:nvSpPr>
            <p:spPr>
              <a:xfrm>
                <a:off x="219583" y="61706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3" name="Oval 2532">
                <a:extLst>
                  <a:ext uri="{FF2B5EF4-FFF2-40B4-BE49-F238E27FC236}">
                    <a16:creationId xmlns:a16="http://schemas.microsoft.com/office/drawing/2014/main" id="{29297387-9A72-3D09-3100-2F2CAF34212D}"/>
                  </a:ext>
                </a:extLst>
              </p:cNvPr>
              <p:cNvSpPr/>
              <p:nvPr/>
            </p:nvSpPr>
            <p:spPr>
              <a:xfrm>
                <a:off x="498706" y="6110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4" name="Oval 2533">
                <a:extLst>
                  <a:ext uri="{FF2B5EF4-FFF2-40B4-BE49-F238E27FC236}">
                    <a16:creationId xmlns:a16="http://schemas.microsoft.com/office/drawing/2014/main" id="{55676A26-05E3-0A2E-65E9-3A93782794B7}"/>
                  </a:ext>
                </a:extLst>
              </p:cNvPr>
              <p:cNvSpPr/>
              <p:nvPr/>
            </p:nvSpPr>
            <p:spPr>
              <a:xfrm>
                <a:off x="246101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5" name="Oval 2534">
                <a:extLst>
                  <a:ext uri="{FF2B5EF4-FFF2-40B4-BE49-F238E27FC236}">
                    <a16:creationId xmlns:a16="http://schemas.microsoft.com/office/drawing/2014/main" id="{C1FE55EC-782E-8E1C-4BA7-EA45CECC5A72}"/>
                  </a:ext>
                </a:extLst>
              </p:cNvPr>
              <p:cNvSpPr/>
              <p:nvPr/>
            </p:nvSpPr>
            <p:spPr>
              <a:xfrm>
                <a:off x="299646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6" name="Oval 2535">
                <a:extLst>
                  <a:ext uri="{FF2B5EF4-FFF2-40B4-BE49-F238E27FC236}">
                    <a16:creationId xmlns:a16="http://schemas.microsoft.com/office/drawing/2014/main" id="{BF5109C9-8841-A6A7-2AF1-F45F769B5CF6}"/>
                  </a:ext>
                </a:extLst>
              </p:cNvPr>
              <p:cNvSpPr/>
              <p:nvPr/>
            </p:nvSpPr>
            <p:spPr>
              <a:xfrm>
                <a:off x="286217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7" name="Oval 2536">
                <a:extLst>
                  <a:ext uri="{FF2B5EF4-FFF2-40B4-BE49-F238E27FC236}">
                    <a16:creationId xmlns:a16="http://schemas.microsoft.com/office/drawing/2014/main" id="{F1B65999-4DC0-D6C1-81E4-1A88F2985020}"/>
                  </a:ext>
                </a:extLst>
              </p:cNvPr>
              <p:cNvSpPr/>
              <p:nvPr/>
            </p:nvSpPr>
            <p:spPr>
              <a:xfrm>
                <a:off x="425146" y="62869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8" name="Oval 2537">
                <a:extLst>
                  <a:ext uri="{FF2B5EF4-FFF2-40B4-BE49-F238E27FC236}">
                    <a16:creationId xmlns:a16="http://schemas.microsoft.com/office/drawing/2014/main" id="{3E7C608F-35EA-3896-EC39-9C713B0E9E68}"/>
                  </a:ext>
                </a:extLst>
              </p:cNvPr>
              <p:cNvSpPr/>
              <p:nvPr/>
            </p:nvSpPr>
            <p:spPr>
              <a:xfrm>
                <a:off x="365943" y="631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9" name="Oval 2538">
                <a:extLst>
                  <a:ext uri="{FF2B5EF4-FFF2-40B4-BE49-F238E27FC236}">
                    <a16:creationId xmlns:a16="http://schemas.microsoft.com/office/drawing/2014/main" id="{BBD9B6EE-5D4F-E2A2-77EF-431D7002D4BE}"/>
                  </a:ext>
                </a:extLst>
              </p:cNvPr>
              <p:cNvSpPr/>
              <p:nvPr/>
            </p:nvSpPr>
            <p:spPr>
              <a:xfrm>
                <a:off x="427764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0" name="Oval 2539">
                <a:extLst>
                  <a:ext uri="{FF2B5EF4-FFF2-40B4-BE49-F238E27FC236}">
                    <a16:creationId xmlns:a16="http://schemas.microsoft.com/office/drawing/2014/main" id="{88160ACC-403D-E0D1-7109-0640059624EE}"/>
                  </a:ext>
                </a:extLst>
              </p:cNvPr>
              <p:cNvSpPr/>
              <p:nvPr/>
            </p:nvSpPr>
            <p:spPr>
              <a:xfrm>
                <a:off x="184703" y="61937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1" name="Oval 2540">
                <a:extLst>
                  <a:ext uri="{FF2B5EF4-FFF2-40B4-BE49-F238E27FC236}">
                    <a16:creationId xmlns:a16="http://schemas.microsoft.com/office/drawing/2014/main" id="{2FCEF8E2-682B-58C7-A280-5827206D0A8F}"/>
                  </a:ext>
                </a:extLst>
              </p:cNvPr>
              <p:cNvSpPr/>
              <p:nvPr/>
            </p:nvSpPr>
            <p:spPr>
              <a:xfrm>
                <a:off x="931876" y="54709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2" name="Oval 2541">
                <a:extLst>
                  <a:ext uri="{FF2B5EF4-FFF2-40B4-BE49-F238E27FC236}">
                    <a16:creationId xmlns:a16="http://schemas.microsoft.com/office/drawing/2014/main" id="{4846F950-9940-4311-769D-3E9F3BACB0DF}"/>
                  </a:ext>
                </a:extLst>
              </p:cNvPr>
              <p:cNvSpPr/>
              <p:nvPr/>
            </p:nvSpPr>
            <p:spPr>
              <a:xfrm>
                <a:off x="342465" y="637820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3" name="Oval 2542">
                <a:extLst>
                  <a:ext uri="{FF2B5EF4-FFF2-40B4-BE49-F238E27FC236}">
                    <a16:creationId xmlns:a16="http://schemas.microsoft.com/office/drawing/2014/main" id="{97F466EF-93A8-D514-BB71-D2597503A80F}"/>
                  </a:ext>
                </a:extLst>
              </p:cNvPr>
              <p:cNvSpPr/>
              <p:nvPr/>
            </p:nvSpPr>
            <p:spPr>
              <a:xfrm>
                <a:off x="458337" y="54517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4" name="Oval 2543">
                <a:extLst>
                  <a:ext uri="{FF2B5EF4-FFF2-40B4-BE49-F238E27FC236}">
                    <a16:creationId xmlns:a16="http://schemas.microsoft.com/office/drawing/2014/main" id="{4680C58D-64EF-B58A-A7D7-58F1084685B8}"/>
                  </a:ext>
                </a:extLst>
              </p:cNvPr>
              <p:cNvSpPr/>
              <p:nvPr/>
            </p:nvSpPr>
            <p:spPr>
              <a:xfrm>
                <a:off x="513570" y="62804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5" name="Oval 2544">
                <a:extLst>
                  <a:ext uri="{FF2B5EF4-FFF2-40B4-BE49-F238E27FC236}">
                    <a16:creationId xmlns:a16="http://schemas.microsoft.com/office/drawing/2014/main" id="{1207F8AC-400A-129C-3BA1-1E6805E05135}"/>
                  </a:ext>
                </a:extLst>
              </p:cNvPr>
              <p:cNvSpPr/>
              <p:nvPr/>
            </p:nvSpPr>
            <p:spPr>
              <a:xfrm>
                <a:off x="317888" y="63711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6" name="Oval 2545">
                <a:extLst>
                  <a:ext uri="{FF2B5EF4-FFF2-40B4-BE49-F238E27FC236}">
                    <a16:creationId xmlns:a16="http://schemas.microsoft.com/office/drawing/2014/main" id="{68D95167-B7F4-C501-E203-8ADFE47560C0}"/>
                  </a:ext>
                </a:extLst>
              </p:cNvPr>
              <p:cNvSpPr/>
              <p:nvPr/>
            </p:nvSpPr>
            <p:spPr>
              <a:xfrm>
                <a:off x="352768" y="63696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7" name="Oval 2546">
                <a:extLst>
                  <a:ext uri="{FF2B5EF4-FFF2-40B4-BE49-F238E27FC236}">
                    <a16:creationId xmlns:a16="http://schemas.microsoft.com/office/drawing/2014/main" id="{4B47C2F0-42DD-D316-520D-59021B0003C6}"/>
                  </a:ext>
                </a:extLst>
              </p:cNvPr>
              <p:cNvSpPr/>
              <p:nvPr/>
            </p:nvSpPr>
            <p:spPr>
              <a:xfrm>
                <a:off x="503942" y="628505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8" name="Oval 2547">
                <a:extLst>
                  <a:ext uri="{FF2B5EF4-FFF2-40B4-BE49-F238E27FC236}">
                    <a16:creationId xmlns:a16="http://schemas.microsoft.com/office/drawing/2014/main" id="{C937A085-C39A-D96A-00FF-0F1DC9FC102D}"/>
                  </a:ext>
                </a:extLst>
              </p:cNvPr>
              <p:cNvSpPr/>
              <p:nvPr/>
            </p:nvSpPr>
            <p:spPr>
              <a:xfrm>
                <a:off x="274985" y="61992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49" name="Oval 2548">
                <a:extLst>
                  <a:ext uri="{FF2B5EF4-FFF2-40B4-BE49-F238E27FC236}">
                    <a16:creationId xmlns:a16="http://schemas.microsoft.com/office/drawing/2014/main" id="{5DB50061-C159-0636-1049-F1330A21905E}"/>
                  </a:ext>
                </a:extLst>
              </p:cNvPr>
              <p:cNvSpPr/>
              <p:nvPr/>
            </p:nvSpPr>
            <p:spPr>
              <a:xfrm>
                <a:off x="258939" y="63391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0" name="Oval 2549">
                <a:extLst>
                  <a:ext uri="{FF2B5EF4-FFF2-40B4-BE49-F238E27FC236}">
                    <a16:creationId xmlns:a16="http://schemas.microsoft.com/office/drawing/2014/main" id="{CA5CFECE-7B26-5B7C-A87B-8AAF29DADF65}"/>
                  </a:ext>
                </a:extLst>
              </p:cNvPr>
              <p:cNvSpPr/>
              <p:nvPr/>
            </p:nvSpPr>
            <p:spPr>
              <a:xfrm>
                <a:off x="443979" y="635456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1" name="Oval 2550">
                <a:extLst>
                  <a:ext uri="{FF2B5EF4-FFF2-40B4-BE49-F238E27FC236}">
                    <a16:creationId xmlns:a16="http://schemas.microsoft.com/office/drawing/2014/main" id="{9819CA48-9FD7-0C1C-2E92-E3BC902347E9}"/>
                  </a:ext>
                </a:extLst>
              </p:cNvPr>
              <p:cNvSpPr/>
              <p:nvPr/>
            </p:nvSpPr>
            <p:spPr>
              <a:xfrm>
                <a:off x="554531" y="62397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2" name="Oval 2551">
                <a:extLst>
                  <a:ext uri="{FF2B5EF4-FFF2-40B4-BE49-F238E27FC236}">
                    <a16:creationId xmlns:a16="http://schemas.microsoft.com/office/drawing/2014/main" id="{97D809E1-070F-EA7C-27AB-20F2F84AD250}"/>
                  </a:ext>
                </a:extLst>
              </p:cNvPr>
              <p:cNvSpPr/>
              <p:nvPr/>
            </p:nvSpPr>
            <p:spPr>
              <a:xfrm>
                <a:off x="444148" y="632635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3" name="Oval 2552">
                <a:extLst>
                  <a:ext uri="{FF2B5EF4-FFF2-40B4-BE49-F238E27FC236}">
                    <a16:creationId xmlns:a16="http://schemas.microsoft.com/office/drawing/2014/main" id="{8FB52976-84EC-5B04-BF93-BCCAF989538B}"/>
                  </a:ext>
                </a:extLst>
              </p:cNvPr>
              <p:cNvSpPr/>
              <p:nvPr/>
            </p:nvSpPr>
            <p:spPr>
              <a:xfrm>
                <a:off x="321013" y="63891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4" name="Oval 2553">
                <a:extLst>
                  <a:ext uri="{FF2B5EF4-FFF2-40B4-BE49-F238E27FC236}">
                    <a16:creationId xmlns:a16="http://schemas.microsoft.com/office/drawing/2014/main" id="{F9E0CA01-6E62-E9CB-C4D1-58F9D7885DF6}"/>
                  </a:ext>
                </a:extLst>
              </p:cNvPr>
              <p:cNvSpPr/>
              <p:nvPr/>
            </p:nvSpPr>
            <p:spPr>
              <a:xfrm>
                <a:off x="309189" y="62894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5" name="Oval 2554">
                <a:extLst>
                  <a:ext uri="{FF2B5EF4-FFF2-40B4-BE49-F238E27FC236}">
                    <a16:creationId xmlns:a16="http://schemas.microsoft.com/office/drawing/2014/main" id="{2065E3C8-256E-FB03-76A3-1836E045F974}"/>
                  </a:ext>
                </a:extLst>
              </p:cNvPr>
              <p:cNvSpPr/>
              <p:nvPr/>
            </p:nvSpPr>
            <p:spPr>
              <a:xfrm>
                <a:off x="168994" y="59931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6" name="Oval 2555">
                <a:extLst>
                  <a:ext uri="{FF2B5EF4-FFF2-40B4-BE49-F238E27FC236}">
                    <a16:creationId xmlns:a16="http://schemas.microsoft.com/office/drawing/2014/main" id="{10F75324-F86B-E469-CA29-0F866C0C5D50}"/>
                  </a:ext>
                </a:extLst>
              </p:cNvPr>
              <p:cNvSpPr/>
              <p:nvPr/>
            </p:nvSpPr>
            <p:spPr>
              <a:xfrm>
                <a:off x="472272" y="609739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7" name="Oval 2556">
                <a:extLst>
                  <a:ext uri="{FF2B5EF4-FFF2-40B4-BE49-F238E27FC236}">
                    <a16:creationId xmlns:a16="http://schemas.microsoft.com/office/drawing/2014/main" id="{BB2A6F4F-66F6-2512-0AC5-EA11A8304F4F}"/>
                  </a:ext>
                </a:extLst>
              </p:cNvPr>
              <p:cNvSpPr/>
              <p:nvPr/>
            </p:nvSpPr>
            <p:spPr>
              <a:xfrm>
                <a:off x="283599" y="629029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8" name="Oval 2557">
                <a:extLst>
                  <a:ext uri="{FF2B5EF4-FFF2-40B4-BE49-F238E27FC236}">
                    <a16:creationId xmlns:a16="http://schemas.microsoft.com/office/drawing/2014/main" id="{79F7F13C-8EC3-E382-DF4A-8A44A49970E0}"/>
                  </a:ext>
                </a:extLst>
              </p:cNvPr>
              <p:cNvSpPr/>
              <p:nvPr/>
            </p:nvSpPr>
            <p:spPr>
              <a:xfrm>
                <a:off x="308767" y="627686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59" name="Oval 2558">
                <a:extLst>
                  <a:ext uri="{FF2B5EF4-FFF2-40B4-BE49-F238E27FC236}">
                    <a16:creationId xmlns:a16="http://schemas.microsoft.com/office/drawing/2014/main" id="{E7CD3693-AC6C-100B-D4F8-DB63D343E2C9}"/>
                  </a:ext>
                </a:extLst>
              </p:cNvPr>
              <p:cNvSpPr/>
              <p:nvPr/>
            </p:nvSpPr>
            <p:spPr>
              <a:xfrm>
                <a:off x="457999" y="632483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0" name="Oval 2559">
                <a:extLst>
                  <a:ext uri="{FF2B5EF4-FFF2-40B4-BE49-F238E27FC236}">
                    <a16:creationId xmlns:a16="http://schemas.microsoft.com/office/drawing/2014/main" id="{A42A6645-3D6A-485B-6637-BEB1866C9477}"/>
                  </a:ext>
                </a:extLst>
              </p:cNvPr>
              <p:cNvSpPr/>
              <p:nvPr/>
            </p:nvSpPr>
            <p:spPr>
              <a:xfrm>
                <a:off x="171190" y="61483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1" name="Oval 2560">
                <a:extLst>
                  <a:ext uri="{FF2B5EF4-FFF2-40B4-BE49-F238E27FC236}">
                    <a16:creationId xmlns:a16="http://schemas.microsoft.com/office/drawing/2014/main" id="{90CDA632-8B00-ADA1-2863-9C47E7865C74}"/>
                  </a:ext>
                </a:extLst>
              </p:cNvPr>
              <p:cNvSpPr/>
              <p:nvPr/>
            </p:nvSpPr>
            <p:spPr>
              <a:xfrm>
                <a:off x="354288" y="636765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2" name="Oval 2561">
                <a:extLst>
                  <a:ext uri="{FF2B5EF4-FFF2-40B4-BE49-F238E27FC236}">
                    <a16:creationId xmlns:a16="http://schemas.microsoft.com/office/drawing/2014/main" id="{AEA39D18-4B49-C059-866D-1A9AE4D92642}"/>
                  </a:ext>
                </a:extLst>
              </p:cNvPr>
              <p:cNvSpPr/>
              <p:nvPr/>
            </p:nvSpPr>
            <p:spPr>
              <a:xfrm>
                <a:off x="959577" y="55583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3" name="Oval 2562">
                <a:extLst>
                  <a:ext uri="{FF2B5EF4-FFF2-40B4-BE49-F238E27FC236}">
                    <a16:creationId xmlns:a16="http://schemas.microsoft.com/office/drawing/2014/main" id="{018564C4-819E-1C90-445D-F9403F5A4A79}"/>
                  </a:ext>
                </a:extLst>
              </p:cNvPr>
              <p:cNvSpPr/>
              <p:nvPr/>
            </p:nvSpPr>
            <p:spPr>
              <a:xfrm>
                <a:off x="467880" y="61883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4" name="Oval 2563">
                <a:extLst>
                  <a:ext uri="{FF2B5EF4-FFF2-40B4-BE49-F238E27FC236}">
                    <a16:creationId xmlns:a16="http://schemas.microsoft.com/office/drawing/2014/main" id="{77CCE104-120C-95D6-DA80-8B99BE68B6D8}"/>
                  </a:ext>
                </a:extLst>
              </p:cNvPr>
              <p:cNvSpPr/>
              <p:nvPr/>
            </p:nvSpPr>
            <p:spPr>
              <a:xfrm>
                <a:off x="381567" y="63116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5" name="Oval 2564">
                <a:extLst>
                  <a:ext uri="{FF2B5EF4-FFF2-40B4-BE49-F238E27FC236}">
                    <a16:creationId xmlns:a16="http://schemas.microsoft.com/office/drawing/2014/main" id="{059E8D6E-15AE-D4E4-C63B-3C429B67B68D}"/>
                  </a:ext>
                </a:extLst>
              </p:cNvPr>
              <p:cNvSpPr/>
              <p:nvPr/>
            </p:nvSpPr>
            <p:spPr>
              <a:xfrm>
                <a:off x="489923" y="62431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6" name="Oval 2565">
                <a:extLst>
                  <a:ext uri="{FF2B5EF4-FFF2-40B4-BE49-F238E27FC236}">
                    <a16:creationId xmlns:a16="http://schemas.microsoft.com/office/drawing/2014/main" id="{E631425E-9682-DAC3-56A8-32ED03DC8D6C}"/>
                  </a:ext>
                </a:extLst>
              </p:cNvPr>
              <p:cNvSpPr/>
              <p:nvPr/>
            </p:nvSpPr>
            <p:spPr>
              <a:xfrm>
                <a:off x="455719" y="63210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7" name="Oval 2566">
                <a:extLst>
                  <a:ext uri="{FF2B5EF4-FFF2-40B4-BE49-F238E27FC236}">
                    <a16:creationId xmlns:a16="http://schemas.microsoft.com/office/drawing/2014/main" id="{E2BFB450-B622-F73C-D5B2-3E2D63665B63}"/>
                  </a:ext>
                </a:extLst>
              </p:cNvPr>
              <p:cNvSpPr/>
              <p:nvPr/>
            </p:nvSpPr>
            <p:spPr>
              <a:xfrm>
                <a:off x="419994" y="63410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8" name="Oval 2567">
                <a:extLst>
                  <a:ext uri="{FF2B5EF4-FFF2-40B4-BE49-F238E27FC236}">
                    <a16:creationId xmlns:a16="http://schemas.microsoft.com/office/drawing/2014/main" id="{ECA64407-8E55-F7A6-58EE-B6AB2FA3F05E}"/>
                  </a:ext>
                </a:extLst>
              </p:cNvPr>
              <p:cNvSpPr/>
              <p:nvPr/>
            </p:nvSpPr>
            <p:spPr>
              <a:xfrm>
                <a:off x="332921" y="638082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9" name="Oval 2568">
                <a:extLst>
                  <a:ext uri="{FF2B5EF4-FFF2-40B4-BE49-F238E27FC236}">
                    <a16:creationId xmlns:a16="http://schemas.microsoft.com/office/drawing/2014/main" id="{53BC8236-C4A6-38FC-9315-B9B5C37477AA}"/>
                  </a:ext>
                </a:extLst>
              </p:cNvPr>
              <p:cNvSpPr/>
              <p:nvPr/>
            </p:nvSpPr>
            <p:spPr>
              <a:xfrm>
                <a:off x="487220" y="61953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0" name="Oval 2569">
                <a:extLst>
                  <a:ext uri="{FF2B5EF4-FFF2-40B4-BE49-F238E27FC236}">
                    <a16:creationId xmlns:a16="http://schemas.microsoft.com/office/drawing/2014/main" id="{733B97DC-E6F4-13A9-CE21-97DBD6FF333C}"/>
                  </a:ext>
                </a:extLst>
              </p:cNvPr>
              <p:cNvSpPr/>
              <p:nvPr/>
            </p:nvSpPr>
            <p:spPr>
              <a:xfrm>
                <a:off x="368561" y="63592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1" name="Oval 2570">
                <a:extLst>
                  <a:ext uri="{FF2B5EF4-FFF2-40B4-BE49-F238E27FC236}">
                    <a16:creationId xmlns:a16="http://schemas.microsoft.com/office/drawing/2014/main" id="{E956D0FA-EC97-26F8-ABF5-E0237B254A2E}"/>
                  </a:ext>
                </a:extLst>
              </p:cNvPr>
              <p:cNvSpPr/>
              <p:nvPr/>
            </p:nvSpPr>
            <p:spPr>
              <a:xfrm>
                <a:off x="969205" y="54457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2" name="Oval 2571">
                <a:extLst>
                  <a:ext uri="{FF2B5EF4-FFF2-40B4-BE49-F238E27FC236}">
                    <a16:creationId xmlns:a16="http://schemas.microsoft.com/office/drawing/2014/main" id="{BF66A1AF-3DF3-5224-88CB-406ABCA71F6C}"/>
                  </a:ext>
                </a:extLst>
              </p:cNvPr>
              <p:cNvSpPr/>
              <p:nvPr/>
            </p:nvSpPr>
            <p:spPr>
              <a:xfrm>
                <a:off x="182929" y="61609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3" name="Oval 2572">
                <a:extLst>
                  <a:ext uri="{FF2B5EF4-FFF2-40B4-BE49-F238E27FC236}">
                    <a16:creationId xmlns:a16="http://schemas.microsoft.com/office/drawing/2014/main" id="{E210709E-7B82-B551-FC9A-E80CA06C2F88}"/>
                  </a:ext>
                </a:extLst>
              </p:cNvPr>
              <p:cNvSpPr/>
              <p:nvPr/>
            </p:nvSpPr>
            <p:spPr>
              <a:xfrm>
                <a:off x="114098" y="59874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4" name="Oval 2573">
                <a:extLst>
                  <a:ext uri="{FF2B5EF4-FFF2-40B4-BE49-F238E27FC236}">
                    <a16:creationId xmlns:a16="http://schemas.microsoft.com/office/drawing/2014/main" id="{2DA77C47-92D2-AABB-C9F9-743AF41678A3}"/>
                  </a:ext>
                </a:extLst>
              </p:cNvPr>
              <p:cNvSpPr/>
              <p:nvPr/>
            </p:nvSpPr>
            <p:spPr>
              <a:xfrm>
                <a:off x="212404" y="61436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5" name="Oval 2574">
                <a:extLst>
                  <a:ext uri="{FF2B5EF4-FFF2-40B4-BE49-F238E27FC236}">
                    <a16:creationId xmlns:a16="http://schemas.microsoft.com/office/drawing/2014/main" id="{B0EA1B94-78A1-1F02-392A-90F6BAE36507}"/>
                  </a:ext>
                </a:extLst>
              </p:cNvPr>
              <p:cNvSpPr/>
              <p:nvPr/>
            </p:nvSpPr>
            <p:spPr>
              <a:xfrm>
                <a:off x="469316" y="623598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6" name="Oval 2575">
                <a:extLst>
                  <a:ext uri="{FF2B5EF4-FFF2-40B4-BE49-F238E27FC236}">
                    <a16:creationId xmlns:a16="http://schemas.microsoft.com/office/drawing/2014/main" id="{533046B7-70CE-76FF-9E31-765188376B26}"/>
                  </a:ext>
                </a:extLst>
              </p:cNvPr>
              <p:cNvSpPr/>
              <p:nvPr/>
            </p:nvSpPr>
            <p:spPr>
              <a:xfrm>
                <a:off x="284444" y="61246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7" name="Oval 2576">
                <a:extLst>
                  <a:ext uri="{FF2B5EF4-FFF2-40B4-BE49-F238E27FC236}">
                    <a16:creationId xmlns:a16="http://schemas.microsoft.com/office/drawing/2014/main" id="{A740D187-F2D7-00F6-5A06-C8A665812D84}"/>
                  </a:ext>
                </a:extLst>
              </p:cNvPr>
              <p:cNvSpPr/>
              <p:nvPr/>
            </p:nvSpPr>
            <p:spPr>
              <a:xfrm>
                <a:off x="125162" y="59710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8" name="Oval 2577">
                <a:extLst>
                  <a:ext uri="{FF2B5EF4-FFF2-40B4-BE49-F238E27FC236}">
                    <a16:creationId xmlns:a16="http://schemas.microsoft.com/office/drawing/2014/main" id="{EDC6FFCE-319F-A469-DB72-79E5D3EE21F6}"/>
                  </a:ext>
                </a:extLst>
              </p:cNvPr>
              <p:cNvSpPr/>
              <p:nvPr/>
            </p:nvSpPr>
            <p:spPr>
              <a:xfrm>
                <a:off x="325236" y="635472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9" name="Oval 2578">
                <a:extLst>
                  <a:ext uri="{FF2B5EF4-FFF2-40B4-BE49-F238E27FC236}">
                    <a16:creationId xmlns:a16="http://schemas.microsoft.com/office/drawing/2014/main" id="{80CD916A-6E67-0BCB-81FF-9671D24744E2}"/>
                  </a:ext>
                </a:extLst>
              </p:cNvPr>
              <p:cNvSpPr/>
              <p:nvPr/>
            </p:nvSpPr>
            <p:spPr>
              <a:xfrm>
                <a:off x="943869" y="55348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80" name="Oval 2579">
                <a:extLst>
                  <a:ext uri="{FF2B5EF4-FFF2-40B4-BE49-F238E27FC236}">
                    <a16:creationId xmlns:a16="http://schemas.microsoft.com/office/drawing/2014/main" id="{66B0D725-A17B-A582-53A1-C4332FF75A69}"/>
                  </a:ext>
                </a:extLst>
              </p:cNvPr>
              <p:cNvSpPr/>
              <p:nvPr/>
            </p:nvSpPr>
            <p:spPr>
              <a:xfrm>
                <a:off x="329121" y="63541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81" name="Oval 2580">
                <a:extLst>
                  <a:ext uri="{FF2B5EF4-FFF2-40B4-BE49-F238E27FC236}">
                    <a16:creationId xmlns:a16="http://schemas.microsoft.com/office/drawing/2014/main" id="{8ABE167E-C3D1-F11F-49AB-DE68424A1008}"/>
                  </a:ext>
                </a:extLst>
              </p:cNvPr>
              <p:cNvSpPr/>
              <p:nvPr/>
            </p:nvSpPr>
            <p:spPr>
              <a:xfrm>
                <a:off x="384101" y="61348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82" name="Oval 2581">
                <a:extLst>
                  <a:ext uri="{FF2B5EF4-FFF2-40B4-BE49-F238E27FC236}">
                    <a16:creationId xmlns:a16="http://schemas.microsoft.com/office/drawing/2014/main" id="{BA3399C7-F52F-FA30-F127-5145D56D6B88}"/>
                  </a:ext>
                </a:extLst>
              </p:cNvPr>
              <p:cNvSpPr/>
              <p:nvPr/>
            </p:nvSpPr>
            <p:spPr>
              <a:xfrm>
                <a:off x="262063" y="61604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F5EF207D-9953-5567-B42D-23A824873048}"/>
                  </a:ext>
                </a:extLst>
              </p:cNvPr>
              <p:cNvSpPr/>
              <p:nvPr/>
            </p:nvSpPr>
            <p:spPr>
              <a:xfrm>
                <a:off x="364423" y="635565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584" name="TextBox 2583">
              <a:extLst>
                <a:ext uri="{FF2B5EF4-FFF2-40B4-BE49-F238E27FC236}">
                  <a16:creationId xmlns:a16="http://schemas.microsoft.com/office/drawing/2014/main" id="{74EE3311-FBBC-3C30-71E0-C65892960A8B}"/>
                </a:ext>
              </a:extLst>
            </p:cNvPr>
            <p:cNvSpPr txBox="1"/>
            <p:nvPr/>
          </p:nvSpPr>
          <p:spPr>
            <a:xfrm>
              <a:off x="407458" y="5245528"/>
              <a:ext cx="401234" cy="1857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drd3+</a:t>
              </a:r>
            </a:p>
          </p:txBody>
        </p:sp>
      </p:grpSp>
      <p:grpSp>
        <p:nvGrpSpPr>
          <p:cNvPr id="2585" name="Graphic 284">
            <a:extLst>
              <a:ext uri="{FF2B5EF4-FFF2-40B4-BE49-F238E27FC236}">
                <a16:creationId xmlns:a16="http://schemas.microsoft.com/office/drawing/2014/main" id="{22136ED8-3F6B-6CEF-2FE1-C037F3924CE5}"/>
              </a:ext>
            </a:extLst>
          </p:cNvPr>
          <p:cNvGrpSpPr/>
          <p:nvPr/>
        </p:nvGrpSpPr>
        <p:grpSpPr>
          <a:xfrm>
            <a:off x="1316006" y="4039733"/>
            <a:ext cx="2600284" cy="4357624"/>
            <a:chOff x="1316006" y="4039733"/>
            <a:chExt cx="2600284" cy="4357624"/>
          </a:xfrm>
        </p:grpSpPr>
        <p:sp>
          <p:nvSpPr>
            <p:cNvPr id="2586" name="Rectangle 2585">
              <a:extLst>
                <a:ext uri="{FF2B5EF4-FFF2-40B4-BE49-F238E27FC236}">
                  <a16:creationId xmlns:a16="http://schemas.microsoft.com/office/drawing/2014/main" id="{FB3665CA-A4FA-C44C-BDEF-4C9A59D60551}"/>
                </a:ext>
              </a:extLst>
            </p:cNvPr>
            <p:cNvSpPr/>
            <p:nvPr/>
          </p:nvSpPr>
          <p:spPr>
            <a:xfrm>
              <a:off x="1316006" y="5265091"/>
              <a:ext cx="1216152" cy="1216152"/>
            </a:xfrm>
            <a:prstGeom prst="rect">
              <a:avLst/>
            </a:prstGeom>
            <a:noFill/>
            <a:ln w="8401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7" name="Rectangle 2586">
              <a:extLst>
                <a:ext uri="{FF2B5EF4-FFF2-40B4-BE49-F238E27FC236}">
                  <a16:creationId xmlns:a16="http://schemas.microsoft.com/office/drawing/2014/main" id="{BA4E8484-998F-E96A-B9C7-E03A114704CB}"/>
                </a:ext>
              </a:extLst>
            </p:cNvPr>
            <p:cNvSpPr/>
            <p:nvPr/>
          </p:nvSpPr>
          <p:spPr>
            <a:xfrm>
              <a:off x="1316006" y="5265091"/>
              <a:ext cx="1216152" cy="1216152"/>
            </a:xfrm>
            <a:prstGeom prst="rect">
              <a:avLst/>
            </a:prstGeom>
            <a:noFill/>
            <a:ln w="0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88" name="Graphic 284">
              <a:extLst>
                <a:ext uri="{FF2B5EF4-FFF2-40B4-BE49-F238E27FC236}">
                  <a16:creationId xmlns:a16="http://schemas.microsoft.com/office/drawing/2014/main" id="{98AF787C-00A8-D0C1-237B-2F5D875037A4}"/>
                </a:ext>
              </a:extLst>
            </p:cNvPr>
            <p:cNvGrpSpPr/>
            <p:nvPr/>
          </p:nvGrpSpPr>
          <p:grpSpPr>
            <a:xfrm>
              <a:off x="1354179" y="4039733"/>
              <a:ext cx="2562111" cy="4357624"/>
              <a:chOff x="1354179" y="4039733"/>
              <a:chExt cx="2562111" cy="4357624"/>
            </a:xfrm>
          </p:grpSpPr>
          <p:sp>
            <p:nvSpPr>
              <p:cNvPr id="2589" name="Oval 2588">
                <a:extLst>
                  <a:ext uri="{FF2B5EF4-FFF2-40B4-BE49-F238E27FC236}">
                    <a16:creationId xmlns:a16="http://schemas.microsoft.com/office/drawing/2014/main" id="{40779EB1-E662-47D4-F139-8C4FEF1DAB96}"/>
                  </a:ext>
                </a:extLst>
              </p:cNvPr>
              <p:cNvSpPr/>
              <p:nvPr/>
            </p:nvSpPr>
            <p:spPr>
              <a:xfrm>
                <a:off x="1859220" y="6284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0" name="Oval 2589">
                <a:extLst>
                  <a:ext uri="{FF2B5EF4-FFF2-40B4-BE49-F238E27FC236}">
                    <a16:creationId xmlns:a16="http://schemas.microsoft.com/office/drawing/2014/main" id="{258B9405-FA03-6C1B-C0BE-FE233B6D6D33}"/>
                  </a:ext>
                </a:extLst>
              </p:cNvPr>
              <p:cNvSpPr/>
              <p:nvPr/>
            </p:nvSpPr>
            <p:spPr>
              <a:xfrm>
                <a:off x="1777805" y="59632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1" name="Oval 2590">
                <a:extLst>
                  <a:ext uri="{FF2B5EF4-FFF2-40B4-BE49-F238E27FC236}">
                    <a16:creationId xmlns:a16="http://schemas.microsoft.com/office/drawing/2014/main" id="{2B9063E9-32EB-6A8A-B791-92F179D10C05}"/>
                  </a:ext>
                </a:extLst>
              </p:cNvPr>
              <p:cNvSpPr/>
              <p:nvPr/>
            </p:nvSpPr>
            <p:spPr>
              <a:xfrm>
                <a:off x="1663284" y="63437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2" name="Oval 2591">
                <a:extLst>
                  <a:ext uri="{FF2B5EF4-FFF2-40B4-BE49-F238E27FC236}">
                    <a16:creationId xmlns:a16="http://schemas.microsoft.com/office/drawing/2014/main" id="{EF6DDE78-DAB0-36DA-6162-CE682DBA25C4}"/>
                  </a:ext>
                </a:extLst>
              </p:cNvPr>
              <p:cNvSpPr/>
              <p:nvPr/>
            </p:nvSpPr>
            <p:spPr>
              <a:xfrm>
                <a:off x="1664805" y="63845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3" name="Oval 2592">
                <a:extLst>
                  <a:ext uri="{FF2B5EF4-FFF2-40B4-BE49-F238E27FC236}">
                    <a16:creationId xmlns:a16="http://schemas.microsoft.com/office/drawing/2014/main" id="{FE6E5BD5-303F-959B-0249-66CE97822317}"/>
                  </a:ext>
                </a:extLst>
              </p:cNvPr>
              <p:cNvSpPr/>
              <p:nvPr/>
            </p:nvSpPr>
            <p:spPr>
              <a:xfrm>
                <a:off x="2232511" y="5473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4" name="Oval 2593">
                <a:extLst>
                  <a:ext uri="{FF2B5EF4-FFF2-40B4-BE49-F238E27FC236}">
                    <a16:creationId xmlns:a16="http://schemas.microsoft.com/office/drawing/2014/main" id="{733E05E1-F7DE-6DBE-D138-C71AD9B7F27F}"/>
                  </a:ext>
                </a:extLst>
              </p:cNvPr>
              <p:cNvSpPr/>
              <p:nvPr/>
            </p:nvSpPr>
            <p:spPr>
              <a:xfrm>
                <a:off x="1509661" y="61523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5" name="Oval 2594">
                <a:extLst>
                  <a:ext uri="{FF2B5EF4-FFF2-40B4-BE49-F238E27FC236}">
                    <a16:creationId xmlns:a16="http://schemas.microsoft.com/office/drawing/2014/main" id="{A982FFDB-C2BE-F125-D001-343D6F5D413F}"/>
                  </a:ext>
                </a:extLst>
              </p:cNvPr>
              <p:cNvSpPr/>
              <p:nvPr/>
            </p:nvSpPr>
            <p:spPr>
              <a:xfrm>
                <a:off x="1613625" y="62311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6" name="Oval 2595">
                <a:extLst>
                  <a:ext uri="{FF2B5EF4-FFF2-40B4-BE49-F238E27FC236}">
                    <a16:creationId xmlns:a16="http://schemas.microsoft.com/office/drawing/2014/main" id="{DF3AA486-7FB8-C5EB-66ED-C6BEB478CAF9}"/>
                  </a:ext>
                </a:extLst>
              </p:cNvPr>
              <p:cNvSpPr/>
              <p:nvPr/>
            </p:nvSpPr>
            <p:spPr>
              <a:xfrm>
                <a:off x="1674264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7" name="Oval 2596">
                <a:extLst>
                  <a:ext uri="{FF2B5EF4-FFF2-40B4-BE49-F238E27FC236}">
                    <a16:creationId xmlns:a16="http://schemas.microsoft.com/office/drawing/2014/main" id="{A1AF836F-E2E8-CBDE-7057-D21981CD7CF3}"/>
                  </a:ext>
                </a:extLst>
              </p:cNvPr>
              <p:cNvSpPr/>
              <p:nvPr/>
            </p:nvSpPr>
            <p:spPr>
              <a:xfrm>
                <a:off x="1408653" y="597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8" name="Oval 2597">
                <a:extLst>
                  <a:ext uri="{FF2B5EF4-FFF2-40B4-BE49-F238E27FC236}">
                    <a16:creationId xmlns:a16="http://schemas.microsoft.com/office/drawing/2014/main" id="{9D12DEFD-8683-8B85-53F8-FC6C618E7FCD}"/>
                  </a:ext>
                </a:extLst>
              </p:cNvPr>
              <p:cNvSpPr/>
              <p:nvPr/>
            </p:nvSpPr>
            <p:spPr>
              <a:xfrm>
                <a:off x="1668858" y="62945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99" name="Oval 2598">
                <a:extLst>
                  <a:ext uri="{FF2B5EF4-FFF2-40B4-BE49-F238E27FC236}">
                    <a16:creationId xmlns:a16="http://schemas.microsoft.com/office/drawing/2014/main" id="{608C5314-A3CE-7CAF-6E1F-03A6EE651675}"/>
                  </a:ext>
                </a:extLst>
              </p:cNvPr>
              <p:cNvSpPr/>
              <p:nvPr/>
            </p:nvSpPr>
            <p:spPr>
              <a:xfrm>
                <a:off x="1591920" y="60525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0" name="Oval 2599">
                <a:extLst>
                  <a:ext uri="{FF2B5EF4-FFF2-40B4-BE49-F238E27FC236}">
                    <a16:creationId xmlns:a16="http://schemas.microsoft.com/office/drawing/2014/main" id="{DD1546DF-5641-DA85-1C5E-ABA6FD63B0E1}"/>
                  </a:ext>
                </a:extLst>
              </p:cNvPr>
              <p:cNvSpPr/>
              <p:nvPr/>
            </p:nvSpPr>
            <p:spPr>
              <a:xfrm>
                <a:off x="1785913" y="6311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1" name="Oval 2600">
                <a:extLst>
                  <a:ext uri="{FF2B5EF4-FFF2-40B4-BE49-F238E27FC236}">
                    <a16:creationId xmlns:a16="http://schemas.microsoft.com/office/drawing/2014/main" id="{78213519-F426-B16B-0729-B69F859C7FA1}"/>
                  </a:ext>
                </a:extLst>
              </p:cNvPr>
              <p:cNvSpPr/>
              <p:nvPr/>
            </p:nvSpPr>
            <p:spPr>
              <a:xfrm>
                <a:off x="1640228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2" name="Oval 2601">
                <a:extLst>
                  <a:ext uri="{FF2B5EF4-FFF2-40B4-BE49-F238E27FC236}">
                    <a16:creationId xmlns:a16="http://schemas.microsoft.com/office/drawing/2014/main" id="{23DA9973-4096-2E3F-854A-84468FF4F6EA}"/>
                  </a:ext>
                </a:extLst>
              </p:cNvPr>
              <p:cNvSpPr/>
              <p:nvPr/>
            </p:nvSpPr>
            <p:spPr>
              <a:xfrm>
                <a:off x="2311814" y="55072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3" name="Oval 2602">
                <a:extLst>
                  <a:ext uri="{FF2B5EF4-FFF2-40B4-BE49-F238E27FC236}">
                    <a16:creationId xmlns:a16="http://schemas.microsoft.com/office/drawing/2014/main" id="{EF200E52-7FCE-075C-A3CE-E50664B81817}"/>
                  </a:ext>
                </a:extLst>
              </p:cNvPr>
              <p:cNvSpPr/>
              <p:nvPr/>
            </p:nvSpPr>
            <p:spPr>
              <a:xfrm>
                <a:off x="2281326" y="5471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4" name="Oval 2603">
                <a:extLst>
                  <a:ext uri="{FF2B5EF4-FFF2-40B4-BE49-F238E27FC236}">
                    <a16:creationId xmlns:a16="http://schemas.microsoft.com/office/drawing/2014/main" id="{675A33DF-CD3D-99C3-032F-1ABC386DD518}"/>
                  </a:ext>
                </a:extLst>
              </p:cNvPr>
              <p:cNvSpPr/>
              <p:nvPr/>
            </p:nvSpPr>
            <p:spPr>
              <a:xfrm>
                <a:off x="1489392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C6B7ACC6-DD1B-DEF2-A4E3-71825E0958C6}"/>
                  </a:ext>
                </a:extLst>
              </p:cNvPr>
              <p:cNvSpPr/>
              <p:nvPr/>
            </p:nvSpPr>
            <p:spPr>
              <a:xfrm>
                <a:off x="1636343" y="6372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6" name="Oval 2605">
                <a:extLst>
                  <a:ext uri="{FF2B5EF4-FFF2-40B4-BE49-F238E27FC236}">
                    <a16:creationId xmlns:a16="http://schemas.microsoft.com/office/drawing/2014/main" id="{B029D2DD-08FA-A474-0CCB-FE175A8E161B}"/>
                  </a:ext>
                </a:extLst>
              </p:cNvPr>
              <p:cNvSpPr/>
              <p:nvPr/>
            </p:nvSpPr>
            <p:spPr>
              <a:xfrm>
                <a:off x="1825016" y="601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7" name="Oval 2606">
                <a:extLst>
                  <a:ext uri="{FF2B5EF4-FFF2-40B4-BE49-F238E27FC236}">
                    <a16:creationId xmlns:a16="http://schemas.microsoft.com/office/drawing/2014/main" id="{8AB9288C-C409-4F50-C798-A07ED9CC02EA}"/>
                  </a:ext>
                </a:extLst>
              </p:cNvPr>
              <p:cNvSpPr/>
              <p:nvPr/>
            </p:nvSpPr>
            <p:spPr>
              <a:xfrm>
                <a:off x="1849001" y="61652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8" name="Oval 2607">
                <a:extLst>
                  <a:ext uri="{FF2B5EF4-FFF2-40B4-BE49-F238E27FC236}">
                    <a16:creationId xmlns:a16="http://schemas.microsoft.com/office/drawing/2014/main" id="{BC6BA3AC-09BB-6673-2A0A-CCE032F2290C}"/>
                  </a:ext>
                </a:extLst>
              </p:cNvPr>
              <p:cNvSpPr/>
              <p:nvPr/>
            </p:nvSpPr>
            <p:spPr>
              <a:xfrm>
                <a:off x="1750020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09" name="Oval 2608">
                <a:extLst>
                  <a:ext uri="{FF2B5EF4-FFF2-40B4-BE49-F238E27FC236}">
                    <a16:creationId xmlns:a16="http://schemas.microsoft.com/office/drawing/2014/main" id="{6272F534-4406-D6F3-FEF3-9883652C1286}"/>
                  </a:ext>
                </a:extLst>
              </p:cNvPr>
              <p:cNvSpPr/>
              <p:nvPr/>
            </p:nvSpPr>
            <p:spPr>
              <a:xfrm>
                <a:off x="1760239" y="6347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0" name="Oval 2609">
                <a:extLst>
                  <a:ext uri="{FF2B5EF4-FFF2-40B4-BE49-F238E27FC236}">
                    <a16:creationId xmlns:a16="http://schemas.microsoft.com/office/drawing/2014/main" id="{B686A1FD-AB33-5D28-4CDE-B615507E0D32}"/>
                  </a:ext>
                </a:extLst>
              </p:cNvPr>
              <p:cNvSpPr/>
              <p:nvPr/>
            </p:nvSpPr>
            <p:spPr>
              <a:xfrm>
                <a:off x="1376729" y="6001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1" name="Oval 2610">
                <a:extLst>
                  <a:ext uri="{FF2B5EF4-FFF2-40B4-BE49-F238E27FC236}">
                    <a16:creationId xmlns:a16="http://schemas.microsoft.com/office/drawing/2014/main" id="{388C57C6-ABC9-5FF5-833E-D427150AC3F0}"/>
                  </a:ext>
                </a:extLst>
              </p:cNvPr>
              <p:cNvSpPr/>
              <p:nvPr/>
            </p:nvSpPr>
            <p:spPr>
              <a:xfrm>
                <a:off x="1734649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4016D57B-7DF9-53A8-DB0E-87EBBF1D07F5}"/>
                  </a:ext>
                </a:extLst>
              </p:cNvPr>
              <p:cNvSpPr/>
              <p:nvPr/>
            </p:nvSpPr>
            <p:spPr>
              <a:xfrm>
                <a:off x="2279975" y="5476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3" name="Oval 2612">
                <a:extLst>
                  <a:ext uri="{FF2B5EF4-FFF2-40B4-BE49-F238E27FC236}">
                    <a16:creationId xmlns:a16="http://schemas.microsoft.com/office/drawing/2014/main" id="{1E9C4BE5-AC0A-2DE8-A6E9-C382E42714D3}"/>
                  </a:ext>
                </a:extLst>
              </p:cNvPr>
              <p:cNvSpPr/>
              <p:nvPr/>
            </p:nvSpPr>
            <p:spPr>
              <a:xfrm>
                <a:off x="2265871" y="550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4" name="Oval 2613">
                <a:extLst>
                  <a:ext uri="{FF2B5EF4-FFF2-40B4-BE49-F238E27FC236}">
                    <a16:creationId xmlns:a16="http://schemas.microsoft.com/office/drawing/2014/main" id="{F94AB899-9C2C-675E-5738-990872C34E7D}"/>
                  </a:ext>
                </a:extLst>
              </p:cNvPr>
              <p:cNvSpPr/>
              <p:nvPr/>
            </p:nvSpPr>
            <p:spPr>
              <a:xfrm>
                <a:off x="1390664" y="598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5" name="Oval 2614">
                <a:extLst>
                  <a:ext uri="{FF2B5EF4-FFF2-40B4-BE49-F238E27FC236}">
                    <a16:creationId xmlns:a16="http://schemas.microsoft.com/office/drawing/2014/main" id="{ACD73556-E210-15B8-A803-9D61436BD56C}"/>
                  </a:ext>
                </a:extLst>
              </p:cNvPr>
              <p:cNvSpPr/>
              <p:nvPr/>
            </p:nvSpPr>
            <p:spPr>
              <a:xfrm>
                <a:off x="1380867" y="60007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6" name="Oval 2615">
                <a:extLst>
                  <a:ext uri="{FF2B5EF4-FFF2-40B4-BE49-F238E27FC236}">
                    <a16:creationId xmlns:a16="http://schemas.microsoft.com/office/drawing/2014/main" id="{E7443AE9-F96D-E2B8-82B5-1855A9074A31}"/>
                  </a:ext>
                </a:extLst>
              </p:cNvPr>
              <p:cNvSpPr/>
              <p:nvPr/>
            </p:nvSpPr>
            <p:spPr>
              <a:xfrm>
                <a:off x="2264689" y="5477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7" name="Oval 2616">
                <a:extLst>
                  <a:ext uri="{FF2B5EF4-FFF2-40B4-BE49-F238E27FC236}">
                    <a16:creationId xmlns:a16="http://schemas.microsoft.com/office/drawing/2014/main" id="{14016652-4A37-6CB7-2AFC-62A0729A57E6}"/>
                  </a:ext>
                </a:extLst>
              </p:cNvPr>
              <p:cNvSpPr/>
              <p:nvPr/>
            </p:nvSpPr>
            <p:spPr>
              <a:xfrm>
                <a:off x="1559236" y="606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8" name="Oval 2617">
                <a:extLst>
                  <a:ext uri="{FF2B5EF4-FFF2-40B4-BE49-F238E27FC236}">
                    <a16:creationId xmlns:a16="http://schemas.microsoft.com/office/drawing/2014/main" id="{F28F10F7-EA02-1952-5B0D-8AED3FD4F379}"/>
                  </a:ext>
                </a:extLst>
              </p:cNvPr>
              <p:cNvSpPr/>
              <p:nvPr/>
            </p:nvSpPr>
            <p:spPr>
              <a:xfrm>
                <a:off x="1818090" y="6309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19" name="Oval 2618">
                <a:extLst>
                  <a:ext uri="{FF2B5EF4-FFF2-40B4-BE49-F238E27FC236}">
                    <a16:creationId xmlns:a16="http://schemas.microsoft.com/office/drawing/2014/main" id="{715AB678-B044-F677-0B1A-5677ED634A89}"/>
                  </a:ext>
                </a:extLst>
              </p:cNvPr>
              <p:cNvSpPr/>
              <p:nvPr/>
            </p:nvSpPr>
            <p:spPr>
              <a:xfrm>
                <a:off x="1559658" y="6089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0" name="Oval 2619">
                <a:extLst>
                  <a:ext uri="{FF2B5EF4-FFF2-40B4-BE49-F238E27FC236}">
                    <a16:creationId xmlns:a16="http://schemas.microsoft.com/office/drawing/2014/main" id="{676D4D53-69ED-53DF-A171-09E2576B0EF3}"/>
                  </a:ext>
                </a:extLst>
              </p:cNvPr>
              <p:cNvSpPr/>
              <p:nvPr/>
            </p:nvSpPr>
            <p:spPr>
              <a:xfrm>
                <a:off x="1768769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1" name="Oval 2620">
                <a:extLst>
                  <a:ext uri="{FF2B5EF4-FFF2-40B4-BE49-F238E27FC236}">
                    <a16:creationId xmlns:a16="http://schemas.microsoft.com/office/drawing/2014/main" id="{4BEDDC77-A68D-2C7B-A588-EF22F275FF07}"/>
                  </a:ext>
                </a:extLst>
              </p:cNvPr>
              <p:cNvSpPr/>
              <p:nvPr/>
            </p:nvSpPr>
            <p:spPr>
              <a:xfrm>
                <a:off x="1743601" y="629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2" name="Oval 2621">
                <a:extLst>
                  <a:ext uri="{FF2B5EF4-FFF2-40B4-BE49-F238E27FC236}">
                    <a16:creationId xmlns:a16="http://schemas.microsoft.com/office/drawing/2014/main" id="{1818393E-2447-06B4-DE04-BF1784D76588}"/>
                  </a:ext>
                </a:extLst>
              </p:cNvPr>
              <p:cNvSpPr/>
              <p:nvPr/>
            </p:nvSpPr>
            <p:spPr>
              <a:xfrm>
                <a:off x="1769951" y="62587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3" name="Oval 2622">
                <a:extLst>
                  <a:ext uri="{FF2B5EF4-FFF2-40B4-BE49-F238E27FC236}">
                    <a16:creationId xmlns:a16="http://schemas.microsoft.com/office/drawing/2014/main" id="{3D4940F9-1634-1B4C-FD31-6C6DBD039A0C}"/>
                  </a:ext>
                </a:extLst>
              </p:cNvPr>
              <p:cNvSpPr/>
              <p:nvPr/>
            </p:nvSpPr>
            <p:spPr>
              <a:xfrm>
                <a:off x="1488969" y="6195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4" name="Oval 2623">
                <a:extLst>
                  <a:ext uri="{FF2B5EF4-FFF2-40B4-BE49-F238E27FC236}">
                    <a16:creationId xmlns:a16="http://schemas.microsoft.com/office/drawing/2014/main" id="{F95D7939-C8FE-568F-DB3F-109051DAAF7D}"/>
                  </a:ext>
                </a:extLst>
              </p:cNvPr>
              <p:cNvSpPr/>
              <p:nvPr/>
            </p:nvSpPr>
            <p:spPr>
              <a:xfrm>
                <a:off x="2332168" y="5736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5" name="Oval 2624">
                <a:extLst>
                  <a:ext uri="{FF2B5EF4-FFF2-40B4-BE49-F238E27FC236}">
                    <a16:creationId xmlns:a16="http://schemas.microsoft.com/office/drawing/2014/main" id="{4ADA6BA4-5B0C-02F8-2D06-CE30B0371005}"/>
                  </a:ext>
                </a:extLst>
              </p:cNvPr>
              <p:cNvSpPr/>
              <p:nvPr/>
            </p:nvSpPr>
            <p:spPr>
              <a:xfrm>
                <a:off x="1495388" y="6208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6" name="Oval 2625">
                <a:extLst>
                  <a:ext uri="{FF2B5EF4-FFF2-40B4-BE49-F238E27FC236}">
                    <a16:creationId xmlns:a16="http://schemas.microsoft.com/office/drawing/2014/main" id="{FF9E7488-F322-8DCA-5A8A-C083D9DFA181}"/>
                  </a:ext>
                </a:extLst>
              </p:cNvPr>
              <p:cNvSpPr/>
              <p:nvPr/>
            </p:nvSpPr>
            <p:spPr>
              <a:xfrm>
                <a:off x="1566330" y="6300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7" name="Oval 2626">
                <a:extLst>
                  <a:ext uri="{FF2B5EF4-FFF2-40B4-BE49-F238E27FC236}">
                    <a16:creationId xmlns:a16="http://schemas.microsoft.com/office/drawing/2014/main" id="{07EC48A8-1C24-BCA4-5E74-1E6D5E984772}"/>
                  </a:ext>
                </a:extLst>
              </p:cNvPr>
              <p:cNvSpPr/>
              <p:nvPr/>
            </p:nvSpPr>
            <p:spPr>
              <a:xfrm>
                <a:off x="1404599" y="5996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8" name="Oval 2627">
                <a:extLst>
                  <a:ext uri="{FF2B5EF4-FFF2-40B4-BE49-F238E27FC236}">
                    <a16:creationId xmlns:a16="http://schemas.microsoft.com/office/drawing/2014/main" id="{E8D55958-E8AA-540B-A929-0BC72F173ED9}"/>
                  </a:ext>
                </a:extLst>
              </p:cNvPr>
              <p:cNvSpPr/>
              <p:nvPr/>
            </p:nvSpPr>
            <p:spPr>
              <a:xfrm>
                <a:off x="1380614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29" name="Oval 2628">
                <a:extLst>
                  <a:ext uri="{FF2B5EF4-FFF2-40B4-BE49-F238E27FC236}">
                    <a16:creationId xmlns:a16="http://schemas.microsoft.com/office/drawing/2014/main" id="{7BC75DDA-6E10-1A39-78B4-ADC56033A4F8}"/>
                  </a:ext>
                </a:extLst>
              </p:cNvPr>
              <p:cNvSpPr/>
              <p:nvPr/>
            </p:nvSpPr>
            <p:spPr>
              <a:xfrm>
                <a:off x="1608135" y="63912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0" name="Oval 2629">
                <a:extLst>
                  <a:ext uri="{FF2B5EF4-FFF2-40B4-BE49-F238E27FC236}">
                    <a16:creationId xmlns:a16="http://schemas.microsoft.com/office/drawing/2014/main" id="{DD91E435-A77A-2952-A70A-60B4427F0720}"/>
                  </a:ext>
                </a:extLst>
              </p:cNvPr>
              <p:cNvSpPr/>
              <p:nvPr/>
            </p:nvSpPr>
            <p:spPr>
              <a:xfrm>
                <a:off x="1745121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1" name="Oval 2630">
                <a:extLst>
                  <a:ext uri="{FF2B5EF4-FFF2-40B4-BE49-F238E27FC236}">
                    <a16:creationId xmlns:a16="http://schemas.microsoft.com/office/drawing/2014/main" id="{3ACE8C02-BA25-F975-0671-482FB34B9727}"/>
                  </a:ext>
                </a:extLst>
              </p:cNvPr>
              <p:cNvSpPr/>
              <p:nvPr/>
            </p:nvSpPr>
            <p:spPr>
              <a:xfrm>
                <a:off x="1729582" y="6353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2" name="Oval 2631">
                <a:extLst>
                  <a:ext uri="{FF2B5EF4-FFF2-40B4-BE49-F238E27FC236}">
                    <a16:creationId xmlns:a16="http://schemas.microsoft.com/office/drawing/2014/main" id="{80684EA9-973B-947D-5FF6-3BC06664815A}"/>
                  </a:ext>
                </a:extLst>
              </p:cNvPr>
              <p:cNvSpPr/>
              <p:nvPr/>
            </p:nvSpPr>
            <p:spPr>
              <a:xfrm>
                <a:off x="1522160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3" name="Oval 2632">
                <a:extLst>
                  <a:ext uri="{FF2B5EF4-FFF2-40B4-BE49-F238E27FC236}">
                    <a16:creationId xmlns:a16="http://schemas.microsoft.com/office/drawing/2014/main" id="{2A9EED40-DA4B-19EA-B664-C8210666F9D7}"/>
                  </a:ext>
                </a:extLst>
              </p:cNvPr>
              <p:cNvSpPr/>
              <p:nvPr/>
            </p:nvSpPr>
            <p:spPr>
              <a:xfrm>
                <a:off x="1770880" y="62929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4" name="Oval 2633">
                <a:extLst>
                  <a:ext uri="{FF2B5EF4-FFF2-40B4-BE49-F238E27FC236}">
                    <a16:creationId xmlns:a16="http://schemas.microsoft.com/office/drawing/2014/main" id="{EE815232-5D58-0FC4-025D-C9279E31749C}"/>
                  </a:ext>
                </a:extLst>
              </p:cNvPr>
              <p:cNvSpPr/>
              <p:nvPr/>
            </p:nvSpPr>
            <p:spPr>
              <a:xfrm>
                <a:off x="2310885" y="56534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5" name="Oval 2634">
                <a:extLst>
                  <a:ext uri="{FF2B5EF4-FFF2-40B4-BE49-F238E27FC236}">
                    <a16:creationId xmlns:a16="http://schemas.microsoft.com/office/drawing/2014/main" id="{B8A2CD35-78F3-665C-B336-1298CBBA98E7}"/>
                  </a:ext>
                </a:extLst>
              </p:cNvPr>
              <p:cNvSpPr/>
              <p:nvPr/>
            </p:nvSpPr>
            <p:spPr>
              <a:xfrm>
                <a:off x="2307676" y="5489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6" name="Oval 2635">
                <a:extLst>
                  <a:ext uri="{FF2B5EF4-FFF2-40B4-BE49-F238E27FC236}">
                    <a16:creationId xmlns:a16="http://schemas.microsoft.com/office/drawing/2014/main" id="{EDF13098-176E-88A7-C24B-E159243460EC}"/>
                  </a:ext>
                </a:extLst>
              </p:cNvPr>
              <p:cNvSpPr/>
              <p:nvPr/>
            </p:nvSpPr>
            <p:spPr>
              <a:xfrm>
                <a:off x="2182852" y="561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7" name="Oval 2636">
                <a:extLst>
                  <a:ext uri="{FF2B5EF4-FFF2-40B4-BE49-F238E27FC236}">
                    <a16:creationId xmlns:a16="http://schemas.microsoft.com/office/drawing/2014/main" id="{344FA22F-5860-43E4-85B5-398674D96482}"/>
                  </a:ext>
                </a:extLst>
              </p:cNvPr>
              <p:cNvSpPr/>
              <p:nvPr/>
            </p:nvSpPr>
            <p:spPr>
              <a:xfrm>
                <a:off x="1571397" y="60707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8" name="Oval 2637">
                <a:extLst>
                  <a:ext uri="{FF2B5EF4-FFF2-40B4-BE49-F238E27FC236}">
                    <a16:creationId xmlns:a16="http://schemas.microsoft.com/office/drawing/2014/main" id="{8B34F7DB-214E-E38C-7EA1-6958317255AE}"/>
                  </a:ext>
                </a:extLst>
              </p:cNvPr>
              <p:cNvSpPr/>
              <p:nvPr/>
            </p:nvSpPr>
            <p:spPr>
              <a:xfrm>
                <a:off x="1712099" y="630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39" name="Oval 2638">
                <a:extLst>
                  <a:ext uri="{FF2B5EF4-FFF2-40B4-BE49-F238E27FC236}">
                    <a16:creationId xmlns:a16="http://schemas.microsoft.com/office/drawing/2014/main" id="{91A6C532-9364-E9C2-3921-E29563A1155B}"/>
                  </a:ext>
                </a:extLst>
              </p:cNvPr>
              <p:cNvSpPr/>
              <p:nvPr/>
            </p:nvSpPr>
            <p:spPr>
              <a:xfrm>
                <a:off x="2234960" y="5816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0" name="Oval 2639">
                <a:extLst>
                  <a:ext uri="{FF2B5EF4-FFF2-40B4-BE49-F238E27FC236}">
                    <a16:creationId xmlns:a16="http://schemas.microsoft.com/office/drawing/2014/main" id="{0773B1AB-0DF5-FA6A-E659-480DAEBEC28B}"/>
                  </a:ext>
                </a:extLst>
              </p:cNvPr>
              <p:cNvSpPr/>
              <p:nvPr/>
            </p:nvSpPr>
            <p:spPr>
              <a:xfrm>
                <a:off x="1512026" y="6159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1" name="Oval 2640">
                <a:extLst>
                  <a:ext uri="{FF2B5EF4-FFF2-40B4-BE49-F238E27FC236}">
                    <a16:creationId xmlns:a16="http://schemas.microsoft.com/office/drawing/2014/main" id="{0047CBD8-C0D5-B809-3E0E-069883242731}"/>
                  </a:ext>
                </a:extLst>
              </p:cNvPr>
              <p:cNvSpPr/>
              <p:nvPr/>
            </p:nvSpPr>
            <p:spPr>
              <a:xfrm>
                <a:off x="2336222" y="55437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2" name="Oval 2641">
                <a:extLst>
                  <a:ext uri="{FF2B5EF4-FFF2-40B4-BE49-F238E27FC236}">
                    <a16:creationId xmlns:a16="http://schemas.microsoft.com/office/drawing/2014/main" id="{849C42EC-64F9-DB94-9B11-9DAA865D7405}"/>
                  </a:ext>
                </a:extLst>
              </p:cNvPr>
              <p:cNvSpPr/>
              <p:nvPr/>
            </p:nvSpPr>
            <p:spPr>
              <a:xfrm>
                <a:off x="1520556" y="6099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3" name="Oval 2642">
                <a:extLst>
                  <a:ext uri="{FF2B5EF4-FFF2-40B4-BE49-F238E27FC236}">
                    <a16:creationId xmlns:a16="http://schemas.microsoft.com/office/drawing/2014/main" id="{6716E831-480A-3024-9484-5DE6B1353E8C}"/>
                  </a:ext>
                </a:extLst>
              </p:cNvPr>
              <p:cNvSpPr/>
              <p:nvPr/>
            </p:nvSpPr>
            <p:spPr>
              <a:xfrm>
                <a:off x="1866399" y="55535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4" name="Oval 2643">
                <a:extLst>
                  <a:ext uri="{FF2B5EF4-FFF2-40B4-BE49-F238E27FC236}">
                    <a16:creationId xmlns:a16="http://schemas.microsoft.com/office/drawing/2014/main" id="{78DE71EE-3520-9A95-AD0E-8EDD965F619E}"/>
                  </a:ext>
                </a:extLst>
              </p:cNvPr>
              <p:cNvSpPr/>
              <p:nvPr/>
            </p:nvSpPr>
            <p:spPr>
              <a:xfrm>
                <a:off x="1604250" y="62007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5" name="Oval 2644">
                <a:extLst>
                  <a:ext uri="{FF2B5EF4-FFF2-40B4-BE49-F238E27FC236}">
                    <a16:creationId xmlns:a16="http://schemas.microsoft.com/office/drawing/2014/main" id="{118C9D49-7C97-1A95-20AA-B317CDFF5D35}"/>
                  </a:ext>
                </a:extLst>
              </p:cNvPr>
              <p:cNvSpPr/>
              <p:nvPr/>
            </p:nvSpPr>
            <p:spPr>
              <a:xfrm>
                <a:off x="1554422" y="606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6" name="Oval 2645">
                <a:extLst>
                  <a:ext uri="{FF2B5EF4-FFF2-40B4-BE49-F238E27FC236}">
                    <a16:creationId xmlns:a16="http://schemas.microsoft.com/office/drawing/2014/main" id="{5C7DEA49-458C-AFDB-8BCE-3F9D86B9D63B}"/>
                  </a:ext>
                </a:extLst>
              </p:cNvPr>
              <p:cNvSpPr/>
              <p:nvPr/>
            </p:nvSpPr>
            <p:spPr>
              <a:xfrm>
                <a:off x="1549355" y="6097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7" name="Oval 2646">
                <a:extLst>
                  <a:ext uri="{FF2B5EF4-FFF2-40B4-BE49-F238E27FC236}">
                    <a16:creationId xmlns:a16="http://schemas.microsoft.com/office/drawing/2014/main" id="{9B948590-3EC8-8AD4-AF72-58615B77F951}"/>
                  </a:ext>
                </a:extLst>
              </p:cNvPr>
              <p:cNvSpPr/>
              <p:nvPr/>
            </p:nvSpPr>
            <p:spPr>
              <a:xfrm>
                <a:off x="1761590" y="63367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8" name="Oval 2647">
                <a:extLst>
                  <a:ext uri="{FF2B5EF4-FFF2-40B4-BE49-F238E27FC236}">
                    <a16:creationId xmlns:a16="http://schemas.microsoft.com/office/drawing/2014/main" id="{17DF19DE-42FA-81A3-23FD-545B534A8DCF}"/>
                  </a:ext>
                </a:extLst>
              </p:cNvPr>
              <p:cNvSpPr/>
              <p:nvPr/>
            </p:nvSpPr>
            <p:spPr>
              <a:xfrm>
                <a:off x="1785406" y="632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49" name="Oval 2648">
                <a:extLst>
                  <a:ext uri="{FF2B5EF4-FFF2-40B4-BE49-F238E27FC236}">
                    <a16:creationId xmlns:a16="http://schemas.microsoft.com/office/drawing/2014/main" id="{26E4DA2B-E6A6-312C-16F2-C40BF2F9A7DC}"/>
                  </a:ext>
                </a:extLst>
              </p:cNvPr>
              <p:cNvSpPr/>
              <p:nvPr/>
            </p:nvSpPr>
            <p:spPr>
              <a:xfrm>
                <a:off x="2276681" y="5671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0" name="Oval 2649">
                <a:extLst>
                  <a:ext uri="{FF2B5EF4-FFF2-40B4-BE49-F238E27FC236}">
                    <a16:creationId xmlns:a16="http://schemas.microsoft.com/office/drawing/2014/main" id="{B8C7BC93-2CED-26B0-7525-1D913BE90DCD}"/>
                  </a:ext>
                </a:extLst>
              </p:cNvPr>
              <p:cNvSpPr/>
              <p:nvPr/>
            </p:nvSpPr>
            <p:spPr>
              <a:xfrm>
                <a:off x="1365074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1" name="Oval 2650">
                <a:extLst>
                  <a:ext uri="{FF2B5EF4-FFF2-40B4-BE49-F238E27FC236}">
                    <a16:creationId xmlns:a16="http://schemas.microsoft.com/office/drawing/2014/main" id="{136C968A-D5BD-0C00-5A8B-E3BDE923736E}"/>
                  </a:ext>
                </a:extLst>
              </p:cNvPr>
              <p:cNvSpPr/>
              <p:nvPr/>
            </p:nvSpPr>
            <p:spPr>
              <a:xfrm>
                <a:off x="1582545" y="602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2" name="Oval 2651">
                <a:extLst>
                  <a:ext uri="{FF2B5EF4-FFF2-40B4-BE49-F238E27FC236}">
                    <a16:creationId xmlns:a16="http://schemas.microsoft.com/office/drawing/2014/main" id="{C8E5850F-CAE5-3B9E-380B-7F3A1107EAA6}"/>
                  </a:ext>
                </a:extLst>
              </p:cNvPr>
              <p:cNvSpPr/>
              <p:nvPr/>
            </p:nvSpPr>
            <p:spPr>
              <a:xfrm>
                <a:off x="1580181" y="63121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3" name="Oval 2652">
                <a:extLst>
                  <a:ext uri="{FF2B5EF4-FFF2-40B4-BE49-F238E27FC236}">
                    <a16:creationId xmlns:a16="http://schemas.microsoft.com/office/drawing/2014/main" id="{FE83703C-D324-BAEC-2537-4821D4408DBD}"/>
                  </a:ext>
                </a:extLst>
              </p:cNvPr>
              <p:cNvSpPr/>
              <p:nvPr/>
            </p:nvSpPr>
            <p:spPr>
              <a:xfrm>
                <a:off x="1505945" y="60931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4" name="Oval 2653">
                <a:extLst>
                  <a:ext uri="{FF2B5EF4-FFF2-40B4-BE49-F238E27FC236}">
                    <a16:creationId xmlns:a16="http://schemas.microsoft.com/office/drawing/2014/main" id="{7FE5B8DF-7B4B-FEF2-0C74-CE5534C9E15C}"/>
                  </a:ext>
                </a:extLst>
              </p:cNvPr>
              <p:cNvSpPr/>
              <p:nvPr/>
            </p:nvSpPr>
            <p:spPr>
              <a:xfrm>
                <a:off x="1469545" y="4039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5" name="Oval 2654">
                <a:extLst>
                  <a:ext uri="{FF2B5EF4-FFF2-40B4-BE49-F238E27FC236}">
                    <a16:creationId xmlns:a16="http://schemas.microsoft.com/office/drawing/2014/main" id="{2078C46A-C3A7-078B-C830-28E2A61E0716}"/>
                  </a:ext>
                </a:extLst>
              </p:cNvPr>
              <p:cNvSpPr/>
              <p:nvPr/>
            </p:nvSpPr>
            <p:spPr>
              <a:xfrm>
                <a:off x="1906853" y="5124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6" name="Oval 2655">
                <a:extLst>
                  <a:ext uri="{FF2B5EF4-FFF2-40B4-BE49-F238E27FC236}">
                    <a16:creationId xmlns:a16="http://schemas.microsoft.com/office/drawing/2014/main" id="{E0E85C8E-68EC-DB63-EB3E-3C4A619A12A7}"/>
                  </a:ext>
                </a:extLst>
              </p:cNvPr>
              <p:cNvSpPr/>
              <p:nvPr/>
            </p:nvSpPr>
            <p:spPr>
              <a:xfrm>
                <a:off x="1567597" y="6076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7" name="Oval 2656">
                <a:extLst>
                  <a:ext uri="{FF2B5EF4-FFF2-40B4-BE49-F238E27FC236}">
                    <a16:creationId xmlns:a16="http://schemas.microsoft.com/office/drawing/2014/main" id="{DFECE524-93AB-2B5C-3C37-DC51B00DC4CC}"/>
                  </a:ext>
                </a:extLst>
              </p:cNvPr>
              <p:cNvSpPr/>
              <p:nvPr/>
            </p:nvSpPr>
            <p:spPr>
              <a:xfrm>
                <a:off x="2315530" y="5495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8" name="Oval 2657">
                <a:extLst>
                  <a:ext uri="{FF2B5EF4-FFF2-40B4-BE49-F238E27FC236}">
                    <a16:creationId xmlns:a16="http://schemas.microsoft.com/office/drawing/2014/main" id="{9DAA0400-D062-6223-481D-E489265C1B56}"/>
                  </a:ext>
                </a:extLst>
              </p:cNvPr>
              <p:cNvSpPr/>
              <p:nvPr/>
            </p:nvSpPr>
            <p:spPr>
              <a:xfrm>
                <a:off x="1673841" y="60726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59" name="Oval 2658">
                <a:extLst>
                  <a:ext uri="{FF2B5EF4-FFF2-40B4-BE49-F238E27FC236}">
                    <a16:creationId xmlns:a16="http://schemas.microsoft.com/office/drawing/2014/main" id="{7A72AE6E-4986-BE7E-550E-0D6FC8EB7BB8}"/>
                  </a:ext>
                </a:extLst>
              </p:cNvPr>
              <p:cNvSpPr/>
              <p:nvPr/>
            </p:nvSpPr>
            <p:spPr>
              <a:xfrm>
                <a:off x="1513208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0" name="Oval 2659">
                <a:extLst>
                  <a:ext uri="{FF2B5EF4-FFF2-40B4-BE49-F238E27FC236}">
                    <a16:creationId xmlns:a16="http://schemas.microsoft.com/office/drawing/2014/main" id="{3C44F724-43E4-077C-BAF1-35E8378658DC}"/>
                  </a:ext>
                </a:extLst>
              </p:cNvPr>
              <p:cNvSpPr/>
              <p:nvPr/>
            </p:nvSpPr>
            <p:spPr>
              <a:xfrm>
                <a:off x="1800862" y="6270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1" name="Oval 2660">
                <a:extLst>
                  <a:ext uri="{FF2B5EF4-FFF2-40B4-BE49-F238E27FC236}">
                    <a16:creationId xmlns:a16="http://schemas.microsoft.com/office/drawing/2014/main" id="{331EBFB0-A752-DF84-77B9-8505CEB1C394}"/>
                  </a:ext>
                </a:extLst>
              </p:cNvPr>
              <p:cNvSpPr/>
              <p:nvPr/>
            </p:nvSpPr>
            <p:spPr>
              <a:xfrm>
                <a:off x="2267982" y="5463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2" name="Oval 2661">
                <a:extLst>
                  <a:ext uri="{FF2B5EF4-FFF2-40B4-BE49-F238E27FC236}">
                    <a16:creationId xmlns:a16="http://schemas.microsoft.com/office/drawing/2014/main" id="{A69E3BDB-35CF-AD29-DD44-8815566A817F}"/>
                  </a:ext>
                </a:extLst>
              </p:cNvPr>
              <p:cNvSpPr/>
              <p:nvPr/>
            </p:nvSpPr>
            <p:spPr>
              <a:xfrm>
                <a:off x="1680175" y="60139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3" name="Oval 2662">
                <a:extLst>
                  <a:ext uri="{FF2B5EF4-FFF2-40B4-BE49-F238E27FC236}">
                    <a16:creationId xmlns:a16="http://schemas.microsoft.com/office/drawing/2014/main" id="{47D96437-60CE-54AA-2907-748BB90D1A7C}"/>
                  </a:ext>
                </a:extLst>
              </p:cNvPr>
              <p:cNvSpPr/>
              <p:nvPr/>
            </p:nvSpPr>
            <p:spPr>
              <a:xfrm>
                <a:off x="2264520" y="54655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4" name="Oval 2663">
                <a:extLst>
                  <a:ext uri="{FF2B5EF4-FFF2-40B4-BE49-F238E27FC236}">
                    <a16:creationId xmlns:a16="http://schemas.microsoft.com/office/drawing/2014/main" id="{71EDC550-468E-06E2-71B9-3F97410F0393}"/>
                  </a:ext>
                </a:extLst>
              </p:cNvPr>
              <p:cNvSpPr/>
              <p:nvPr/>
            </p:nvSpPr>
            <p:spPr>
              <a:xfrm>
                <a:off x="1780677" y="54580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5" name="Oval 2664">
                <a:extLst>
                  <a:ext uri="{FF2B5EF4-FFF2-40B4-BE49-F238E27FC236}">
                    <a16:creationId xmlns:a16="http://schemas.microsoft.com/office/drawing/2014/main" id="{7A6F8D73-29FD-8D30-9CD1-3DBECDDC4079}"/>
                  </a:ext>
                </a:extLst>
              </p:cNvPr>
              <p:cNvSpPr/>
              <p:nvPr/>
            </p:nvSpPr>
            <p:spPr>
              <a:xfrm>
                <a:off x="1568188" y="6078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6" name="Oval 2665">
                <a:extLst>
                  <a:ext uri="{FF2B5EF4-FFF2-40B4-BE49-F238E27FC236}">
                    <a16:creationId xmlns:a16="http://schemas.microsoft.com/office/drawing/2014/main" id="{2D7B9CF0-C23C-3E41-42E9-27FDD4F9531A}"/>
                  </a:ext>
                </a:extLst>
              </p:cNvPr>
              <p:cNvSpPr/>
              <p:nvPr/>
            </p:nvSpPr>
            <p:spPr>
              <a:xfrm>
                <a:off x="2306916" y="54921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7" name="Oval 2666">
                <a:extLst>
                  <a:ext uri="{FF2B5EF4-FFF2-40B4-BE49-F238E27FC236}">
                    <a16:creationId xmlns:a16="http://schemas.microsoft.com/office/drawing/2014/main" id="{1A4C809B-574C-2488-B13C-B241665779D9}"/>
                  </a:ext>
                </a:extLst>
              </p:cNvPr>
              <p:cNvSpPr/>
              <p:nvPr/>
            </p:nvSpPr>
            <p:spPr>
              <a:xfrm>
                <a:off x="1499019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8" name="Oval 2667">
                <a:extLst>
                  <a:ext uri="{FF2B5EF4-FFF2-40B4-BE49-F238E27FC236}">
                    <a16:creationId xmlns:a16="http://schemas.microsoft.com/office/drawing/2014/main" id="{F1B32613-FD12-386A-A5EA-7FB8D2BA9E7D}"/>
                  </a:ext>
                </a:extLst>
              </p:cNvPr>
              <p:cNvSpPr/>
              <p:nvPr/>
            </p:nvSpPr>
            <p:spPr>
              <a:xfrm>
                <a:off x="1612443" y="6148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69" name="Oval 2668">
                <a:extLst>
                  <a:ext uri="{FF2B5EF4-FFF2-40B4-BE49-F238E27FC236}">
                    <a16:creationId xmlns:a16="http://schemas.microsoft.com/office/drawing/2014/main" id="{6F61A826-450A-B67E-049C-B76F22D0D132}"/>
                  </a:ext>
                </a:extLst>
              </p:cNvPr>
              <p:cNvSpPr/>
              <p:nvPr/>
            </p:nvSpPr>
            <p:spPr>
              <a:xfrm>
                <a:off x="2289265" y="548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0" name="Oval 2669">
                <a:extLst>
                  <a:ext uri="{FF2B5EF4-FFF2-40B4-BE49-F238E27FC236}">
                    <a16:creationId xmlns:a16="http://schemas.microsoft.com/office/drawing/2014/main" id="{24088CE4-C5CB-8226-5A9C-CE05FF5E6747}"/>
                  </a:ext>
                </a:extLst>
              </p:cNvPr>
              <p:cNvSpPr/>
              <p:nvPr/>
            </p:nvSpPr>
            <p:spPr>
              <a:xfrm>
                <a:off x="2213171" y="56220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1" name="Oval 2670">
                <a:extLst>
                  <a:ext uri="{FF2B5EF4-FFF2-40B4-BE49-F238E27FC236}">
                    <a16:creationId xmlns:a16="http://schemas.microsoft.com/office/drawing/2014/main" id="{462F2801-684F-D889-1256-7F512DDD4F91}"/>
                  </a:ext>
                </a:extLst>
              </p:cNvPr>
              <p:cNvSpPr/>
              <p:nvPr/>
            </p:nvSpPr>
            <p:spPr>
              <a:xfrm>
                <a:off x="1602055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2" name="Oval 2671">
                <a:extLst>
                  <a:ext uri="{FF2B5EF4-FFF2-40B4-BE49-F238E27FC236}">
                    <a16:creationId xmlns:a16="http://schemas.microsoft.com/office/drawing/2014/main" id="{B7617AFA-5AD2-FA44-86B2-0EDA25EEFD3D}"/>
                  </a:ext>
                </a:extLst>
              </p:cNvPr>
              <p:cNvSpPr/>
              <p:nvPr/>
            </p:nvSpPr>
            <p:spPr>
              <a:xfrm>
                <a:off x="2333350" y="565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3" name="Oval 2672">
                <a:extLst>
                  <a:ext uri="{FF2B5EF4-FFF2-40B4-BE49-F238E27FC236}">
                    <a16:creationId xmlns:a16="http://schemas.microsoft.com/office/drawing/2014/main" id="{382DA6E9-3CD3-5E20-B9E8-F41B43026282}"/>
                  </a:ext>
                </a:extLst>
              </p:cNvPr>
              <p:cNvSpPr/>
              <p:nvPr/>
            </p:nvSpPr>
            <p:spPr>
              <a:xfrm>
                <a:off x="1624773" y="62076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4" name="Oval 2673">
                <a:extLst>
                  <a:ext uri="{FF2B5EF4-FFF2-40B4-BE49-F238E27FC236}">
                    <a16:creationId xmlns:a16="http://schemas.microsoft.com/office/drawing/2014/main" id="{2837F982-4514-3FD2-C941-B78B4FA32C47}"/>
                  </a:ext>
                </a:extLst>
              </p:cNvPr>
              <p:cNvSpPr/>
              <p:nvPr/>
            </p:nvSpPr>
            <p:spPr>
              <a:xfrm>
                <a:off x="1751287" y="62727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5" name="Oval 2674">
                <a:extLst>
                  <a:ext uri="{FF2B5EF4-FFF2-40B4-BE49-F238E27FC236}">
                    <a16:creationId xmlns:a16="http://schemas.microsoft.com/office/drawing/2014/main" id="{1FFCBDED-88ED-A17F-8B8A-79CBCA76AD0A}"/>
                  </a:ext>
                </a:extLst>
              </p:cNvPr>
              <p:cNvSpPr/>
              <p:nvPr/>
            </p:nvSpPr>
            <p:spPr>
              <a:xfrm>
                <a:off x="2110389" y="6093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6" name="Oval 2675">
                <a:extLst>
                  <a:ext uri="{FF2B5EF4-FFF2-40B4-BE49-F238E27FC236}">
                    <a16:creationId xmlns:a16="http://schemas.microsoft.com/office/drawing/2014/main" id="{E50A407B-68B3-8278-55CA-D3FB2A06C0D8}"/>
                  </a:ext>
                </a:extLst>
              </p:cNvPr>
              <p:cNvSpPr/>
              <p:nvPr/>
            </p:nvSpPr>
            <p:spPr>
              <a:xfrm>
                <a:off x="1953725" y="638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7" name="Oval 2676">
                <a:extLst>
                  <a:ext uri="{FF2B5EF4-FFF2-40B4-BE49-F238E27FC236}">
                    <a16:creationId xmlns:a16="http://schemas.microsoft.com/office/drawing/2014/main" id="{99AD3835-718E-000A-5C48-40BE371C7B2A}"/>
                  </a:ext>
                </a:extLst>
              </p:cNvPr>
              <p:cNvSpPr/>
              <p:nvPr/>
            </p:nvSpPr>
            <p:spPr>
              <a:xfrm>
                <a:off x="1541163" y="60736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8" name="Oval 2677">
                <a:extLst>
                  <a:ext uri="{FF2B5EF4-FFF2-40B4-BE49-F238E27FC236}">
                    <a16:creationId xmlns:a16="http://schemas.microsoft.com/office/drawing/2014/main" id="{1E3BD0E8-8813-2CFA-9C99-C3B2F540DAED}"/>
                  </a:ext>
                </a:extLst>
              </p:cNvPr>
              <p:cNvSpPr/>
              <p:nvPr/>
            </p:nvSpPr>
            <p:spPr>
              <a:xfrm>
                <a:off x="1554253" y="6064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79" name="Oval 2678">
                <a:extLst>
                  <a:ext uri="{FF2B5EF4-FFF2-40B4-BE49-F238E27FC236}">
                    <a16:creationId xmlns:a16="http://schemas.microsoft.com/office/drawing/2014/main" id="{6B51C7D0-91AD-DDBA-1C39-2F58A7C86740}"/>
                  </a:ext>
                </a:extLst>
              </p:cNvPr>
              <p:cNvSpPr/>
              <p:nvPr/>
            </p:nvSpPr>
            <p:spPr>
              <a:xfrm>
                <a:off x="2268827" y="547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0" name="Oval 2679">
                <a:extLst>
                  <a:ext uri="{FF2B5EF4-FFF2-40B4-BE49-F238E27FC236}">
                    <a16:creationId xmlns:a16="http://schemas.microsoft.com/office/drawing/2014/main" id="{31EAF859-396F-1AF7-6AAC-3075486EC626}"/>
                  </a:ext>
                </a:extLst>
              </p:cNvPr>
              <p:cNvSpPr/>
              <p:nvPr/>
            </p:nvSpPr>
            <p:spPr>
              <a:xfrm>
                <a:off x="1712860" y="625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1" name="Oval 2680">
                <a:extLst>
                  <a:ext uri="{FF2B5EF4-FFF2-40B4-BE49-F238E27FC236}">
                    <a16:creationId xmlns:a16="http://schemas.microsoft.com/office/drawing/2014/main" id="{46CD4C83-684F-3AC5-AC73-EC454EA380E3}"/>
                  </a:ext>
                </a:extLst>
              </p:cNvPr>
              <p:cNvSpPr/>
              <p:nvPr/>
            </p:nvSpPr>
            <p:spPr>
              <a:xfrm>
                <a:off x="1545301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2" name="Oval 2681">
                <a:extLst>
                  <a:ext uri="{FF2B5EF4-FFF2-40B4-BE49-F238E27FC236}">
                    <a16:creationId xmlns:a16="http://schemas.microsoft.com/office/drawing/2014/main" id="{4536B2D7-777D-B8D1-49D7-6EEC27E00096}"/>
                  </a:ext>
                </a:extLst>
              </p:cNvPr>
              <p:cNvSpPr/>
              <p:nvPr/>
            </p:nvSpPr>
            <p:spPr>
              <a:xfrm>
                <a:off x="1571397" y="6052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3" name="Oval 2682">
                <a:extLst>
                  <a:ext uri="{FF2B5EF4-FFF2-40B4-BE49-F238E27FC236}">
                    <a16:creationId xmlns:a16="http://schemas.microsoft.com/office/drawing/2014/main" id="{537B4D42-961E-3C1D-0866-948F3F41A7C2}"/>
                  </a:ext>
                </a:extLst>
              </p:cNvPr>
              <p:cNvSpPr/>
              <p:nvPr/>
            </p:nvSpPr>
            <p:spPr>
              <a:xfrm>
                <a:off x="2258777" y="5621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4" name="Oval 2683">
                <a:extLst>
                  <a:ext uri="{FF2B5EF4-FFF2-40B4-BE49-F238E27FC236}">
                    <a16:creationId xmlns:a16="http://schemas.microsoft.com/office/drawing/2014/main" id="{D21249D4-A68D-1380-0F37-F985D529388A}"/>
                  </a:ext>
                </a:extLst>
              </p:cNvPr>
              <p:cNvSpPr/>
              <p:nvPr/>
            </p:nvSpPr>
            <p:spPr>
              <a:xfrm>
                <a:off x="1664720" y="62577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5" name="Oval 2684">
                <a:extLst>
                  <a:ext uri="{FF2B5EF4-FFF2-40B4-BE49-F238E27FC236}">
                    <a16:creationId xmlns:a16="http://schemas.microsoft.com/office/drawing/2014/main" id="{12AA8862-3BF4-D97E-3B4A-2E9AABF10476}"/>
                  </a:ext>
                </a:extLst>
              </p:cNvPr>
              <p:cNvSpPr/>
              <p:nvPr/>
            </p:nvSpPr>
            <p:spPr>
              <a:xfrm>
                <a:off x="1372675" y="599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7853F2A4-DA6F-3BDF-4D2B-BED3660C7B8A}"/>
                  </a:ext>
                </a:extLst>
              </p:cNvPr>
              <p:cNvSpPr/>
              <p:nvPr/>
            </p:nvSpPr>
            <p:spPr>
              <a:xfrm>
                <a:off x="1500033" y="59990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7" name="Oval 2686">
                <a:extLst>
                  <a:ext uri="{FF2B5EF4-FFF2-40B4-BE49-F238E27FC236}">
                    <a16:creationId xmlns:a16="http://schemas.microsoft.com/office/drawing/2014/main" id="{9B955BC3-CA5F-01C5-A2E4-481253B3D0DF}"/>
                  </a:ext>
                </a:extLst>
              </p:cNvPr>
              <p:cNvSpPr/>
              <p:nvPr/>
            </p:nvSpPr>
            <p:spPr>
              <a:xfrm>
                <a:off x="2233018" y="549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8" name="Oval 2687">
                <a:extLst>
                  <a:ext uri="{FF2B5EF4-FFF2-40B4-BE49-F238E27FC236}">
                    <a16:creationId xmlns:a16="http://schemas.microsoft.com/office/drawing/2014/main" id="{9BDB36EE-FA55-0453-CA74-82E5CF20949E}"/>
                  </a:ext>
                </a:extLst>
              </p:cNvPr>
              <p:cNvSpPr/>
              <p:nvPr/>
            </p:nvSpPr>
            <p:spPr>
              <a:xfrm>
                <a:off x="1621310" y="6374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89" name="Oval 2688">
                <a:extLst>
                  <a:ext uri="{FF2B5EF4-FFF2-40B4-BE49-F238E27FC236}">
                    <a16:creationId xmlns:a16="http://schemas.microsoft.com/office/drawing/2014/main" id="{EEC7FF88-4604-3787-0C65-3684536A4594}"/>
                  </a:ext>
                </a:extLst>
              </p:cNvPr>
              <p:cNvSpPr/>
              <p:nvPr/>
            </p:nvSpPr>
            <p:spPr>
              <a:xfrm>
                <a:off x="1505523" y="61295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0" name="Oval 2689">
                <a:extLst>
                  <a:ext uri="{FF2B5EF4-FFF2-40B4-BE49-F238E27FC236}">
                    <a16:creationId xmlns:a16="http://schemas.microsoft.com/office/drawing/2014/main" id="{BA1D5072-0AAA-C5BD-BFC9-858E17E4CAE2}"/>
                  </a:ext>
                </a:extLst>
              </p:cNvPr>
              <p:cNvSpPr/>
              <p:nvPr/>
            </p:nvSpPr>
            <p:spPr>
              <a:xfrm>
                <a:off x="1487365" y="6113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1" name="Oval 2690">
                <a:extLst>
                  <a:ext uri="{FF2B5EF4-FFF2-40B4-BE49-F238E27FC236}">
                    <a16:creationId xmlns:a16="http://schemas.microsoft.com/office/drawing/2014/main" id="{F71752BE-055F-28F0-1D35-C0184BEB7300}"/>
                  </a:ext>
                </a:extLst>
              </p:cNvPr>
              <p:cNvSpPr/>
              <p:nvPr/>
            </p:nvSpPr>
            <p:spPr>
              <a:xfrm>
                <a:off x="1584150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2" name="Oval 2691">
                <a:extLst>
                  <a:ext uri="{FF2B5EF4-FFF2-40B4-BE49-F238E27FC236}">
                    <a16:creationId xmlns:a16="http://schemas.microsoft.com/office/drawing/2014/main" id="{C009D794-3CFC-866C-2262-811C0F90A0F7}"/>
                  </a:ext>
                </a:extLst>
              </p:cNvPr>
              <p:cNvSpPr/>
              <p:nvPr/>
            </p:nvSpPr>
            <p:spPr>
              <a:xfrm>
                <a:off x="1701796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3" name="Oval 2692">
                <a:extLst>
                  <a:ext uri="{FF2B5EF4-FFF2-40B4-BE49-F238E27FC236}">
                    <a16:creationId xmlns:a16="http://schemas.microsoft.com/office/drawing/2014/main" id="{FE9DCF9B-8534-A062-2424-332D2E5EEE37}"/>
                  </a:ext>
                </a:extLst>
              </p:cNvPr>
              <p:cNvSpPr/>
              <p:nvPr/>
            </p:nvSpPr>
            <p:spPr>
              <a:xfrm>
                <a:off x="1696644" y="60713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4" name="Oval 2693">
                <a:extLst>
                  <a:ext uri="{FF2B5EF4-FFF2-40B4-BE49-F238E27FC236}">
                    <a16:creationId xmlns:a16="http://schemas.microsoft.com/office/drawing/2014/main" id="{0483C3B3-1AF2-9191-8B7C-BA81E80EC6DA}"/>
                  </a:ext>
                </a:extLst>
              </p:cNvPr>
              <p:cNvSpPr/>
              <p:nvPr/>
            </p:nvSpPr>
            <p:spPr>
              <a:xfrm>
                <a:off x="1464731" y="600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5" name="Oval 2694">
                <a:extLst>
                  <a:ext uri="{FF2B5EF4-FFF2-40B4-BE49-F238E27FC236}">
                    <a16:creationId xmlns:a16="http://schemas.microsoft.com/office/drawing/2014/main" id="{79976131-8CDA-F1A0-59A2-881DFAD49B4A}"/>
                  </a:ext>
                </a:extLst>
              </p:cNvPr>
              <p:cNvSpPr/>
              <p:nvPr/>
            </p:nvSpPr>
            <p:spPr>
              <a:xfrm>
                <a:off x="2263844" y="5501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6" name="Oval 2695">
                <a:extLst>
                  <a:ext uri="{FF2B5EF4-FFF2-40B4-BE49-F238E27FC236}">
                    <a16:creationId xmlns:a16="http://schemas.microsoft.com/office/drawing/2014/main" id="{B72D5E35-B25A-6E80-BA84-20B4E1335595}"/>
                  </a:ext>
                </a:extLst>
              </p:cNvPr>
              <p:cNvSpPr/>
              <p:nvPr/>
            </p:nvSpPr>
            <p:spPr>
              <a:xfrm>
                <a:off x="2266040" y="5660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7" name="Oval 2696">
                <a:extLst>
                  <a:ext uri="{FF2B5EF4-FFF2-40B4-BE49-F238E27FC236}">
                    <a16:creationId xmlns:a16="http://schemas.microsoft.com/office/drawing/2014/main" id="{FAEC7067-5D5D-946B-E0BC-F3E585AAE8B2}"/>
                  </a:ext>
                </a:extLst>
              </p:cNvPr>
              <p:cNvSpPr/>
              <p:nvPr/>
            </p:nvSpPr>
            <p:spPr>
              <a:xfrm>
                <a:off x="1622324" y="6180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8" name="Oval 2697">
                <a:extLst>
                  <a:ext uri="{FF2B5EF4-FFF2-40B4-BE49-F238E27FC236}">
                    <a16:creationId xmlns:a16="http://schemas.microsoft.com/office/drawing/2014/main" id="{F963B669-DD76-4FF7-D2A5-29B40AA2D2D6}"/>
                  </a:ext>
                </a:extLst>
              </p:cNvPr>
              <p:cNvSpPr/>
              <p:nvPr/>
            </p:nvSpPr>
            <p:spPr>
              <a:xfrm>
                <a:off x="1568779" y="618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99" name="Oval 2698">
                <a:extLst>
                  <a:ext uri="{FF2B5EF4-FFF2-40B4-BE49-F238E27FC236}">
                    <a16:creationId xmlns:a16="http://schemas.microsoft.com/office/drawing/2014/main" id="{D6399B21-F68D-199A-1400-8120DB6DD307}"/>
                  </a:ext>
                </a:extLst>
              </p:cNvPr>
              <p:cNvSpPr/>
              <p:nvPr/>
            </p:nvSpPr>
            <p:spPr>
              <a:xfrm>
                <a:off x="1852126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0" name="Oval 2699">
                <a:extLst>
                  <a:ext uri="{FF2B5EF4-FFF2-40B4-BE49-F238E27FC236}">
                    <a16:creationId xmlns:a16="http://schemas.microsoft.com/office/drawing/2014/main" id="{A7940895-435A-F64A-6C31-E03CD06C1BE7}"/>
                  </a:ext>
                </a:extLst>
              </p:cNvPr>
              <p:cNvSpPr/>
              <p:nvPr/>
            </p:nvSpPr>
            <p:spPr>
              <a:xfrm>
                <a:off x="1780677" y="63450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1" name="Oval 2700">
                <a:extLst>
                  <a:ext uri="{FF2B5EF4-FFF2-40B4-BE49-F238E27FC236}">
                    <a16:creationId xmlns:a16="http://schemas.microsoft.com/office/drawing/2014/main" id="{A501C005-CD33-03E1-D522-B6F83101AD2C}"/>
                  </a:ext>
                </a:extLst>
              </p:cNvPr>
              <p:cNvSpPr/>
              <p:nvPr/>
            </p:nvSpPr>
            <p:spPr>
              <a:xfrm>
                <a:off x="1520471" y="616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2" name="Oval 2701">
                <a:extLst>
                  <a:ext uri="{FF2B5EF4-FFF2-40B4-BE49-F238E27FC236}">
                    <a16:creationId xmlns:a16="http://schemas.microsoft.com/office/drawing/2014/main" id="{138158B1-C4B7-22C9-6042-63418D80E9E5}"/>
                  </a:ext>
                </a:extLst>
              </p:cNvPr>
              <p:cNvSpPr/>
              <p:nvPr/>
            </p:nvSpPr>
            <p:spPr>
              <a:xfrm>
                <a:off x="1614554" y="6147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3" name="Oval 2702">
                <a:extLst>
                  <a:ext uri="{FF2B5EF4-FFF2-40B4-BE49-F238E27FC236}">
                    <a16:creationId xmlns:a16="http://schemas.microsoft.com/office/drawing/2014/main" id="{53FFDDE7-3F6A-0347-6818-78970B98D5AE}"/>
                  </a:ext>
                </a:extLst>
              </p:cNvPr>
              <p:cNvSpPr/>
              <p:nvPr/>
            </p:nvSpPr>
            <p:spPr>
              <a:xfrm>
                <a:off x="1597410" y="60535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4" name="Oval 2703">
                <a:extLst>
                  <a:ext uri="{FF2B5EF4-FFF2-40B4-BE49-F238E27FC236}">
                    <a16:creationId xmlns:a16="http://schemas.microsoft.com/office/drawing/2014/main" id="{A19AC2B1-19C7-0018-39C3-532BF97A9C44}"/>
                  </a:ext>
                </a:extLst>
              </p:cNvPr>
              <p:cNvSpPr/>
              <p:nvPr/>
            </p:nvSpPr>
            <p:spPr>
              <a:xfrm>
                <a:off x="1400123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5" name="Oval 2704">
                <a:extLst>
                  <a:ext uri="{FF2B5EF4-FFF2-40B4-BE49-F238E27FC236}">
                    <a16:creationId xmlns:a16="http://schemas.microsoft.com/office/drawing/2014/main" id="{D179CCFD-51D9-D35E-1FBE-1A66A3CE981D}"/>
                  </a:ext>
                </a:extLst>
              </p:cNvPr>
              <p:cNvSpPr/>
              <p:nvPr/>
            </p:nvSpPr>
            <p:spPr>
              <a:xfrm>
                <a:off x="1680682" y="628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6" name="Oval 2705">
                <a:extLst>
                  <a:ext uri="{FF2B5EF4-FFF2-40B4-BE49-F238E27FC236}">
                    <a16:creationId xmlns:a16="http://schemas.microsoft.com/office/drawing/2014/main" id="{B72AB136-B888-78ED-9336-E67C2C32F5AE}"/>
                  </a:ext>
                </a:extLst>
              </p:cNvPr>
              <p:cNvSpPr/>
              <p:nvPr/>
            </p:nvSpPr>
            <p:spPr>
              <a:xfrm>
                <a:off x="1510421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7" name="Oval 2706">
                <a:extLst>
                  <a:ext uri="{FF2B5EF4-FFF2-40B4-BE49-F238E27FC236}">
                    <a16:creationId xmlns:a16="http://schemas.microsoft.com/office/drawing/2014/main" id="{36DA47F9-1A52-444F-153B-48523A1ED72B}"/>
                  </a:ext>
                </a:extLst>
              </p:cNvPr>
              <p:cNvSpPr/>
              <p:nvPr/>
            </p:nvSpPr>
            <p:spPr>
              <a:xfrm>
                <a:off x="1698418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3EFC97A2-02F1-07EE-0645-A7321265DA59}"/>
                  </a:ext>
                </a:extLst>
              </p:cNvPr>
              <p:cNvSpPr/>
              <p:nvPr/>
            </p:nvSpPr>
            <p:spPr>
              <a:xfrm>
                <a:off x="2479035" y="65118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4C462190-2BF9-F5A7-BC24-169126F80EA5}"/>
                  </a:ext>
                </a:extLst>
              </p:cNvPr>
              <p:cNvSpPr/>
              <p:nvPr/>
            </p:nvSpPr>
            <p:spPr>
              <a:xfrm>
                <a:off x="1640228" y="63775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662107DE-8C6E-4C7E-B221-7DC8286F9F3D}"/>
                  </a:ext>
                </a:extLst>
              </p:cNvPr>
              <p:cNvSpPr/>
              <p:nvPr/>
            </p:nvSpPr>
            <p:spPr>
              <a:xfrm>
                <a:off x="1522329" y="6197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1773640D-FF8A-FA57-6BF1-6EA84B91E88A}"/>
                  </a:ext>
                </a:extLst>
              </p:cNvPr>
              <p:cNvSpPr/>
              <p:nvPr/>
            </p:nvSpPr>
            <p:spPr>
              <a:xfrm>
                <a:off x="1509239" y="6212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2" name="Oval 2711">
                <a:extLst>
                  <a:ext uri="{FF2B5EF4-FFF2-40B4-BE49-F238E27FC236}">
                    <a16:creationId xmlns:a16="http://schemas.microsoft.com/office/drawing/2014/main" id="{657A1F75-59F5-B37C-CA49-FC0664F5CC56}"/>
                  </a:ext>
                </a:extLst>
              </p:cNvPr>
              <p:cNvSpPr/>
              <p:nvPr/>
            </p:nvSpPr>
            <p:spPr>
              <a:xfrm>
                <a:off x="1663960" y="600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3" name="Oval 2712">
                <a:extLst>
                  <a:ext uri="{FF2B5EF4-FFF2-40B4-BE49-F238E27FC236}">
                    <a16:creationId xmlns:a16="http://schemas.microsoft.com/office/drawing/2014/main" id="{36EB466E-4F55-E3B5-EA33-43A540C2F804}"/>
                  </a:ext>
                </a:extLst>
              </p:cNvPr>
              <p:cNvSpPr/>
              <p:nvPr/>
            </p:nvSpPr>
            <p:spPr>
              <a:xfrm>
                <a:off x="2259706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4" name="Oval 2713">
                <a:extLst>
                  <a:ext uri="{FF2B5EF4-FFF2-40B4-BE49-F238E27FC236}">
                    <a16:creationId xmlns:a16="http://schemas.microsoft.com/office/drawing/2014/main" id="{DB423D2E-140D-1E07-CE64-899EB58A13F0}"/>
                  </a:ext>
                </a:extLst>
              </p:cNvPr>
              <p:cNvSpPr/>
              <p:nvPr/>
            </p:nvSpPr>
            <p:spPr>
              <a:xfrm>
                <a:off x="1655599" y="6250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5" name="Oval 2714">
                <a:extLst>
                  <a:ext uri="{FF2B5EF4-FFF2-40B4-BE49-F238E27FC236}">
                    <a16:creationId xmlns:a16="http://schemas.microsoft.com/office/drawing/2014/main" id="{A8F47275-F2AE-4C08-1F9F-D41607D7711D}"/>
                  </a:ext>
                </a:extLst>
              </p:cNvPr>
              <p:cNvSpPr/>
              <p:nvPr/>
            </p:nvSpPr>
            <p:spPr>
              <a:xfrm>
                <a:off x="2265280" y="5467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6" name="Oval 2715">
                <a:extLst>
                  <a:ext uri="{FF2B5EF4-FFF2-40B4-BE49-F238E27FC236}">
                    <a16:creationId xmlns:a16="http://schemas.microsoft.com/office/drawing/2014/main" id="{39B38210-05BB-9046-6539-E80370B3EFD9}"/>
                  </a:ext>
                </a:extLst>
              </p:cNvPr>
              <p:cNvSpPr/>
              <p:nvPr/>
            </p:nvSpPr>
            <p:spPr>
              <a:xfrm>
                <a:off x="1534997" y="60872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7" name="Oval 2716">
                <a:extLst>
                  <a:ext uri="{FF2B5EF4-FFF2-40B4-BE49-F238E27FC236}">
                    <a16:creationId xmlns:a16="http://schemas.microsoft.com/office/drawing/2014/main" id="{ACED2A9E-4FA9-64C1-30F4-83AEC75F95B5}"/>
                  </a:ext>
                </a:extLst>
              </p:cNvPr>
              <p:cNvSpPr/>
              <p:nvPr/>
            </p:nvSpPr>
            <p:spPr>
              <a:xfrm>
                <a:off x="1730933" y="63578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8" name="Oval 2717">
                <a:extLst>
                  <a:ext uri="{FF2B5EF4-FFF2-40B4-BE49-F238E27FC236}">
                    <a16:creationId xmlns:a16="http://schemas.microsoft.com/office/drawing/2014/main" id="{D77BCBD0-EE9F-9764-626A-B0EA8BF9780A}"/>
                  </a:ext>
                </a:extLst>
              </p:cNvPr>
              <p:cNvSpPr/>
              <p:nvPr/>
            </p:nvSpPr>
            <p:spPr>
              <a:xfrm>
                <a:off x="1870199" y="6216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19" name="Oval 2718">
                <a:extLst>
                  <a:ext uri="{FF2B5EF4-FFF2-40B4-BE49-F238E27FC236}">
                    <a16:creationId xmlns:a16="http://schemas.microsoft.com/office/drawing/2014/main" id="{7A2C63CF-5966-E436-C29D-660E06DD1B95}"/>
                  </a:ext>
                </a:extLst>
              </p:cNvPr>
              <p:cNvSpPr/>
              <p:nvPr/>
            </p:nvSpPr>
            <p:spPr>
              <a:xfrm>
                <a:off x="1420476" y="598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0" name="Oval 2719">
                <a:extLst>
                  <a:ext uri="{FF2B5EF4-FFF2-40B4-BE49-F238E27FC236}">
                    <a16:creationId xmlns:a16="http://schemas.microsoft.com/office/drawing/2014/main" id="{DD86A79E-26A7-F36F-B43A-A5647993C012}"/>
                  </a:ext>
                </a:extLst>
              </p:cNvPr>
              <p:cNvSpPr/>
              <p:nvPr/>
            </p:nvSpPr>
            <p:spPr>
              <a:xfrm>
                <a:off x="1691746" y="6242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1" name="Oval 2720">
                <a:extLst>
                  <a:ext uri="{FF2B5EF4-FFF2-40B4-BE49-F238E27FC236}">
                    <a16:creationId xmlns:a16="http://schemas.microsoft.com/office/drawing/2014/main" id="{35C85A37-759E-7252-78D1-2F9BCBEFD23A}"/>
                  </a:ext>
                </a:extLst>
              </p:cNvPr>
              <p:cNvSpPr/>
              <p:nvPr/>
            </p:nvSpPr>
            <p:spPr>
              <a:xfrm>
                <a:off x="1696560" y="6108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2" name="Oval 2721">
                <a:extLst>
                  <a:ext uri="{FF2B5EF4-FFF2-40B4-BE49-F238E27FC236}">
                    <a16:creationId xmlns:a16="http://schemas.microsoft.com/office/drawing/2014/main" id="{96556B12-91BA-AAC3-B15C-D8E1AA76A80B}"/>
                  </a:ext>
                </a:extLst>
              </p:cNvPr>
              <p:cNvSpPr/>
              <p:nvPr/>
            </p:nvSpPr>
            <p:spPr>
              <a:xfrm>
                <a:off x="2244673" y="553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3" name="Oval 2722">
                <a:extLst>
                  <a:ext uri="{FF2B5EF4-FFF2-40B4-BE49-F238E27FC236}">
                    <a16:creationId xmlns:a16="http://schemas.microsoft.com/office/drawing/2014/main" id="{B457AA65-29E2-BFBC-9941-B17FB0D71B39}"/>
                  </a:ext>
                </a:extLst>
              </p:cNvPr>
              <p:cNvSpPr/>
              <p:nvPr/>
            </p:nvSpPr>
            <p:spPr>
              <a:xfrm>
                <a:off x="1577309" y="6177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4" name="Oval 2723">
                <a:extLst>
                  <a:ext uri="{FF2B5EF4-FFF2-40B4-BE49-F238E27FC236}">
                    <a16:creationId xmlns:a16="http://schemas.microsoft.com/office/drawing/2014/main" id="{36F8B3A5-90A1-2EE4-4530-22A23DCCBE4A}"/>
                  </a:ext>
                </a:extLst>
              </p:cNvPr>
              <p:cNvSpPr/>
              <p:nvPr/>
            </p:nvSpPr>
            <p:spPr>
              <a:xfrm>
                <a:off x="1638708" y="61343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5" name="Oval 2724">
                <a:extLst>
                  <a:ext uri="{FF2B5EF4-FFF2-40B4-BE49-F238E27FC236}">
                    <a16:creationId xmlns:a16="http://schemas.microsoft.com/office/drawing/2014/main" id="{0CE931B8-E4F1-0762-022B-7A49DBDA504E}"/>
                  </a:ext>
                </a:extLst>
              </p:cNvPr>
              <p:cNvSpPr/>
              <p:nvPr/>
            </p:nvSpPr>
            <p:spPr>
              <a:xfrm>
                <a:off x="1494881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6" name="Oval 2725">
                <a:extLst>
                  <a:ext uri="{FF2B5EF4-FFF2-40B4-BE49-F238E27FC236}">
                    <a16:creationId xmlns:a16="http://schemas.microsoft.com/office/drawing/2014/main" id="{734A7FBA-443B-C0C5-73C0-F3D01E5DC84F}"/>
                  </a:ext>
                </a:extLst>
              </p:cNvPr>
              <p:cNvSpPr/>
              <p:nvPr/>
            </p:nvSpPr>
            <p:spPr>
              <a:xfrm>
                <a:off x="1675108" y="6376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7" name="Oval 2726">
                <a:extLst>
                  <a:ext uri="{FF2B5EF4-FFF2-40B4-BE49-F238E27FC236}">
                    <a16:creationId xmlns:a16="http://schemas.microsoft.com/office/drawing/2014/main" id="{8775D8C2-198A-814A-1876-9AA2A462F141}"/>
                  </a:ext>
                </a:extLst>
              </p:cNvPr>
              <p:cNvSpPr/>
              <p:nvPr/>
            </p:nvSpPr>
            <p:spPr>
              <a:xfrm>
                <a:off x="1767502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8" name="Oval 2727">
                <a:extLst>
                  <a:ext uri="{FF2B5EF4-FFF2-40B4-BE49-F238E27FC236}">
                    <a16:creationId xmlns:a16="http://schemas.microsoft.com/office/drawing/2014/main" id="{DBCB581A-0B0E-86C3-BDB9-6915D1A8E7DC}"/>
                  </a:ext>
                </a:extLst>
              </p:cNvPr>
              <p:cNvSpPr/>
              <p:nvPr/>
            </p:nvSpPr>
            <p:spPr>
              <a:xfrm>
                <a:off x="1607544" y="6339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29" name="Oval 2728">
                <a:extLst>
                  <a:ext uri="{FF2B5EF4-FFF2-40B4-BE49-F238E27FC236}">
                    <a16:creationId xmlns:a16="http://schemas.microsoft.com/office/drawing/2014/main" id="{37A33421-7619-9D42-4301-DA741123525D}"/>
                  </a:ext>
                </a:extLst>
              </p:cNvPr>
              <p:cNvSpPr/>
              <p:nvPr/>
            </p:nvSpPr>
            <p:spPr>
              <a:xfrm>
                <a:off x="1395393" y="598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0" name="Oval 2729">
                <a:extLst>
                  <a:ext uri="{FF2B5EF4-FFF2-40B4-BE49-F238E27FC236}">
                    <a16:creationId xmlns:a16="http://schemas.microsoft.com/office/drawing/2014/main" id="{BE0EA93F-8D75-BF91-7009-B1DF2A6C9E20}"/>
                  </a:ext>
                </a:extLst>
              </p:cNvPr>
              <p:cNvSpPr/>
              <p:nvPr/>
            </p:nvSpPr>
            <p:spPr>
              <a:xfrm>
                <a:off x="2248051" y="5581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1" name="Oval 2730">
                <a:extLst>
                  <a:ext uri="{FF2B5EF4-FFF2-40B4-BE49-F238E27FC236}">
                    <a16:creationId xmlns:a16="http://schemas.microsoft.com/office/drawing/2014/main" id="{ACE2E1E7-CD03-B4C9-33A4-9A2197A9A06F}"/>
                  </a:ext>
                </a:extLst>
              </p:cNvPr>
              <p:cNvSpPr/>
              <p:nvPr/>
            </p:nvSpPr>
            <p:spPr>
              <a:xfrm>
                <a:off x="1581363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2" name="Oval 2731">
                <a:extLst>
                  <a:ext uri="{FF2B5EF4-FFF2-40B4-BE49-F238E27FC236}">
                    <a16:creationId xmlns:a16="http://schemas.microsoft.com/office/drawing/2014/main" id="{E9788EB5-A479-8F54-DFD1-22A4432AC11A}"/>
                  </a:ext>
                </a:extLst>
              </p:cNvPr>
              <p:cNvSpPr/>
              <p:nvPr/>
            </p:nvSpPr>
            <p:spPr>
              <a:xfrm>
                <a:off x="1719025" y="63286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3" name="Oval 2732">
                <a:extLst>
                  <a:ext uri="{FF2B5EF4-FFF2-40B4-BE49-F238E27FC236}">
                    <a16:creationId xmlns:a16="http://schemas.microsoft.com/office/drawing/2014/main" id="{9A9820D0-08EF-BE2C-FD61-C40089238056}"/>
                  </a:ext>
                </a:extLst>
              </p:cNvPr>
              <p:cNvSpPr/>
              <p:nvPr/>
            </p:nvSpPr>
            <p:spPr>
              <a:xfrm>
                <a:off x="1736507" y="6269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4" name="Oval 2733">
                <a:extLst>
                  <a:ext uri="{FF2B5EF4-FFF2-40B4-BE49-F238E27FC236}">
                    <a16:creationId xmlns:a16="http://schemas.microsoft.com/office/drawing/2014/main" id="{5D4285CF-062B-D2BC-AEB6-404BEA2394CC}"/>
                  </a:ext>
                </a:extLst>
              </p:cNvPr>
              <p:cNvSpPr/>
              <p:nvPr/>
            </p:nvSpPr>
            <p:spPr>
              <a:xfrm>
                <a:off x="1609656" y="614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5" name="Oval 2734">
                <a:extLst>
                  <a:ext uri="{FF2B5EF4-FFF2-40B4-BE49-F238E27FC236}">
                    <a16:creationId xmlns:a16="http://schemas.microsoft.com/office/drawing/2014/main" id="{73200BCF-06B2-4F3A-4C82-3BD82038EB2D}"/>
                  </a:ext>
                </a:extLst>
              </p:cNvPr>
              <p:cNvSpPr/>
              <p:nvPr/>
            </p:nvSpPr>
            <p:spPr>
              <a:xfrm>
                <a:off x="1488885" y="61489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6" name="Oval 2735">
                <a:extLst>
                  <a:ext uri="{FF2B5EF4-FFF2-40B4-BE49-F238E27FC236}">
                    <a16:creationId xmlns:a16="http://schemas.microsoft.com/office/drawing/2014/main" id="{AB373DFE-B1A2-CBD0-3C66-283F73B51338}"/>
                  </a:ext>
                </a:extLst>
              </p:cNvPr>
              <p:cNvSpPr/>
              <p:nvPr/>
            </p:nvSpPr>
            <p:spPr>
              <a:xfrm>
                <a:off x="1606446" y="62814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7" name="Oval 2736">
                <a:extLst>
                  <a:ext uri="{FF2B5EF4-FFF2-40B4-BE49-F238E27FC236}">
                    <a16:creationId xmlns:a16="http://schemas.microsoft.com/office/drawing/2014/main" id="{4F05B416-0112-146F-A8D2-43A9EFC51679}"/>
                  </a:ext>
                </a:extLst>
              </p:cNvPr>
              <p:cNvSpPr/>
              <p:nvPr/>
            </p:nvSpPr>
            <p:spPr>
              <a:xfrm>
                <a:off x="1562699" y="6297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8" name="Oval 2737">
                <a:extLst>
                  <a:ext uri="{FF2B5EF4-FFF2-40B4-BE49-F238E27FC236}">
                    <a16:creationId xmlns:a16="http://schemas.microsoft.com/office/drawing/2014/main" id="{A8AA21CE-EA9C-51DE-3B0E-CA823445F502}"/>
                  </a:ext>
                </a:extLst>
              </p:cNvPr>
              <p:cNvSpPr/>
              <p:nvPr/>
            </p:nvSpPr>
            <p:spPr>
              <a:xfrm>
                <a:off x="2357758" y="5769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39" name="Oval 2738">
                <a:extLst>
                  <a:ext uri="{FF2B5EF4-FFF2-40B4-BE49-F238E27FC236}">
                    <a16:creationId xmlns:a16="http://schemas.microsoft.com/office/drawing/2014/main" id="{569FFAEF-3A0E-7D00-7089-F5FE3532AD3E}"/>
                  </a:ext>
                </a:extLst>
              </p:cNvPr>
              <p:cNvSpPr/>
              <p:nvPr/>
            </p:nvSpPr>
            <p:spPr>
              <a:xfrm>
                <a:off x="1631192" y="63598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0" name="Oval 2739">
                <a:extLst>
                  <a:ext uri="{FF2B5EF4-FFF2-40B4-BE49-F238E27FC236}">
                    <a16:creationId xmlns:a16="http://schemas.microsoft.com/office/drawing/2014/main" id="{55272D4A-7F38-4BA5-9D99-615DAE832AE8}"/>
                  </a:ext>
                </a:extLst>
              </p:cNvPr>
              <p:cNvSpPr/>
              <p:nvPr/>
            </p:nvSpPr>
            <p:spPr>
              <a:xfrm>
                <a:off x="1637188" y="63823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1" name="Oval 2740">
                <a:extLst>
                  <a:ext uri="{FF2B5EF4-FFF2-40B4-BE49-F238E27FC236}">
                    <a16:creationId xmlns:a16="http://schemas.microsoft.com/office/drawing/2014/main" id="{D3382F54-6FBB-109E-7E40-FD32D1252ECE}"/>
                  </a:ext>
                </a:extLst>
              </p:cNvPr>
              <p:cNvSpPr/>
              <p:nvPr/>
            </p:nvSpPr>
            <p:spPr>
              <a:xfrm>
                <a:off x="1601548" y="604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2" name="Oval 2741">
                <a:extLst>
                  <a:ext uri="{FF2B5EF4-FFF2-40B4-BE49-F238E27FC236}">
                    <a16:creationId xmlns:a16="http://schemas.microsoft.com/office/drawing/2014/main" id="{8CAA1C26-9A3D-1AB4-2C51-DDC1FBF2EB1D}"/>
                  </a:ext>
                </a:extLst>
              </p:cNvPr>
              <p:cNvSpPr/>
              <p:nvPr/>
            </p:nvSpPr>
            <p:spPr>
              <a:xfrm>
                <a:off x="1548932" y="61288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3" name="Oval 2742">
                <a:extLst>
                  <a:ext uri="{FF2B5EF4-FFF2-40B4-BE49-F238E27FC236}">
                    <a16:creationId xmlns:a16="http://schemas.microsoft.com/office/drawing/2014/main" id="{7B81DC65-A479-3115-48EE-A590D75C147A}"/>
                  </a:ext>
                </a:extLst>
              </p:cNvPr>
              <p:cNvSpPr/>
              <p:nvPr/>
            </p:nvSpPr>
            <p:spPr>
              <a:xfrm>
                <a:off x="1664129" y="6265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4" name="Oval 2743">
                <a:extLst>
                  <a:ext uri="{FF2B5EF4-FFF2-40B4-BE49-F238E27FC236}">
                    <a16:creationId xmlns:a16="http://schemas.microsoft.com/office/drawing/2014/main" id="{755A2270-C75B-1F3C-BA90-2B10C4713DBD}"/>
                  </a:ext>
                </a:extLst>
              </p:cNvPr>
              <p:cNvSpPr/>
              <p:nvPr/>
            </p:nvSpPr>
            <p:spPr>
              <a:xfrm>
                <a:off x="2246193" y="5577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5" name="Oval 2744">
                <a:extLst>
                  <a:ext uri="{FF2B5EF4-FFF2-40B4-BE49-F238E27FC236}">
                    <a16:creationId xmlns:a16="http://schemas.microsoft.com/office/drawing/2014/main" id="{7626956C-0BCF-018E-F3F2-FB3E9C68614C}"/>
                  </a:ext>
                </a:extLst>
              </p:cNvPr>
              <p:cNvSpPr/>
              <p:nvPr/>
            </p:nvSpPr>
            <p:spPr>
              <a:xfrm>
                <a:off x="1613456" y="6228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6" name="Oval 2745">
                <a:extLst>
                  <a:ext uri="{FF2B5EF4-FFF2-40B4-BE49-F238E27FC236}">
                    <a16:creationId xmlns:a16="http://schemas.microsoft.com/office/drawing/2014/main" id="{F4088CB3-9C20-2D4C-6159-3B3BECEF8205}"/>
                  </a:ext>
                </a:extLst>
              </p:cNvPr>
              <p:cNvSpPr/>
              <p:nvPr/>
            </p:nvSpPr>
            <p:spPr>
              <a:xfrm>
                <a:off x="1777045" y="605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7" name="Oval 2746">
                <a:extLst>
                  <a:ext uri="{FF2B5EF4-FFF2-40B4-BE49-F238E27FC236}">
                    <a16:creationId xmlns:a16="http://schemas.microsoft.com/office/drawing/2014/main" id="{4CBE4A1A-6AE0-7B0D-83F4-E9CF10917939}"/>
                  </a:ext>
                </a:extLst>
              </p:cNvPr>
              <p:cNvSpPr/>
              <p:nvPr/>
            </p:nvSpPr>
            <p:spPr>
              <a:xfrm>
                <a:off x="1766066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8" name="Oval 2747">
                <a:extLst>
                  <a:ext uri="{FF2B5EF4-FFF2-40B4-BE49-F238E27FC236}">
                    <a16:creationId xmlns:a16="http://schemas.microsoft.com/office/drawing/2014/main" id="{49A8D82E-901D-493F-2738-BA2D2326C5E7}"/>
                  </a:ext>
                </a:extLst>
              </p:cNvPr>
              <p:cNvSpPr/>
              <p:nvPr/>
            </p:nvSpPr>
            <p:spPr>
              <a:xfrm>
                <a:off x="1889962" y="6217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49" name="Oval 2748">
                <a:extLst>
                  <a:ext uri="{FF2B5EF4-FFF2-40B4-BE49-F238E27FC236}">
                    <a16:creationId xmlns:a16="http://schemas.microsoft.com/office/drawing/2014/main" id="{9CDE7C1C-E7F1-5741-1997-67244420C984}"/>
                  </a:ext>
                </a:extLst>
              </p:cNvPr>
              <p:cNvSpPr/>
              <p:nvPr/>
            </p:nvSpPr>
            <p:spPr>
              <a:xfrm>
                <a:off x="2071371" y="60878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0" name="Oval 2749">
                <a:extLst>
                  <a:ext uri="{FF2B5EF4-FFF2-40B4-BE49-F238E27FC236}">
                    <a16:creationId xmlns:a16="http://schemas.microsoft.com/office/drawing/2014/main" id="{540F1FA3-6E27-AC30-E14E-C5D289347020}"/>
                  </a:ext>
                </a:extLst>
              </p:cNvPr>
              <p:cNvSpPr/>
              <p:nvPr/>
            </p:nvSpPr>
            <p:spPr>
              <a:xfrm>
                <a:off x="1832026" y="6293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1" name="Oval 2750">
                <a:extLst>
                  <a:ext uri="{FF2B5EF4-FFF2-40B4-BE49-F238E27FC236}">
                    <a16:creationId xmlns:a16="http://schemas.microsoft.com/office/drawing/2014/main" id="{5F871EE6-6951-7E03-B2BD-3E67EB21703C}"/>
                  </a:ext>
                </a:extLst>
              </p:cNvPr>
              <p:cNvSpPr/>
              <p:nvPr/>
            </p:nvSpPr>
            <p:spPr>
              <a:xfrm>
                <a:off x="1438381" y="5891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2" name="Oval 2751">
                <a:extLst>
                  <a:ext uri="{FF2B5EF4-FFF2-40B4-BE49-F238E27FC236}">
                    <a16:creationId xmlns:a16="http://schemas.microsoft.com/office/drawing/2014/main" id="{E4A7D33D-99CE-A9F4-E5E6-A38B9813BEA5}"/>
                  </a:ext>
                </a:extLst>
              </p:cNvPr>
              <p:cNvSpPr/>
              <p:nvPr/>
            </p:nvSpPr>
            <p:spPr>
              <a:xfrm>
                <a:off x="1547750" y="6151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3" name="Oval 2752">
                <a:extLst>
                  <a:ext uri="{FF2B5EF4-FFF2-40B4-BE49-F238E27FC236}">
                    <a16:creationId xmlns:a16="http://schemas.microsoft.com/office/drawing/2014/main" id="{4AA38A31-7B29-979C-9DE9-457C43E7B815}"/>
                  </a:ext>
                </a:extLst>
              </p:cNvPr>
              <p:cNvSpPr/>
              <p:nvPr/>
            </p:nvSpPr>
            <p:spPr>
              <a:xfrm>
                <a:off x="2334955" y="55233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4" name="Oval 2753">
                <a:extLst>
                  <a:ext uri="{FF2B5EF4-FFF2-40B4-BE49-F238E27FC236}">
                    <a16:creationId xmlns:a16="http://schemas.microsoft.com/office/drawing/2014/main" id="{410EEB3B-1B67-E6A4-20EE-358BB67944EE}"/>
                  </a:ext>
                </a:extLst>
              </p:cNvPr>
              <p:cNvSpPr/>
              <p:nvPr/>
            </p:nvSpPr>
            <p:spPr>
              <a:xfrm>
                <a:off x="1647069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5" name="Oval 2754">
                <a:extLst>
                  <a:ext uri="{FF2B5EF4-FFF2-40B4-BE49-F238E27FC236}">
                    <a16:creationId xmlns:a16="http://schemas.microsoft.com/office/drawing/2014/main" id="{E0ECF37E-659B-ABB9-29B3-BDC59F2FDE76}"/>
                  </a:ext>
                </a:extLst>
              </p:cNvPr>
              <p:cNvSpPr/>
              <p:nvPr/>
            </p:nvSpPr>
            <p:spPr>
              <a:xfrm>
                <a:off x="2297964" y="5563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6" name="Oval 2755">
                <a:extLst>
                  <a:ext uri="{FF2B5EF4-FFF2-40B4-BE49-F238E27FC236}">
                    <a16:creationId xmlns:a16="http://schemas.microsoft.com/office/drawing/2014/main" id="{89E89B6B-562F-4DB3-A082-AE5A7C06D40D}"/>
                  </a:ext>
                </a:extLst>
              </p:cNvPr>
              <p:cNvSpPr/>
              <p:nvPr/>
            </p:nvSpPr>
            <p:spPr>
              <a:xfrm>
                <a:off x="1843511" y="6289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7" name="Oval 2756">
                <a:extLst>
                  <a:ext uri="{FF2B5EF4-FFF2-40B4-BE49-F238E27FC236}">
                    <a16:creationId xmlns:a16="http://schemas.microsoft.com/office/drawing/2014/main" id="{01A0F350-103F-5239-EEC5-733D165107C8}"/>
                  </a:ext>
                </a:extLst>
              </p:cNvPr>
              <p:cNvSpPr/>
              <p:nvPr/>
            </p:nvSpPr>
            <p:spPr>
              <a:xfrm>
                <a:off x="1688452" y="62964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8" name="Oval 2757">
                <a:extLst>
                  <a:ext uri="{FF2B5EF4-FFF2-40B4-BE49-F238E27FC236}">
                    <a16:creationId xmlns:a16="http://schemas.microsoft.com/office/drawing/2014/main" id="{81E90E58-DA3D-4761-44C5-BE73C8F0FFEA}"/>
                  </a:ext>
                </a:extLst>
              </p:cNvPr>
              <p:cNvSpPr/>
              <p:nvPr/>
            </p:nvSpPr>
            <p:spPr>
              <a:xfrm>
                <a:off x="1539727" y="6133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59" name="Oval 2758">
                <a:extLst>
                  <a:ext uri="{FF2B5EF4-FFF2-40B4-BE49-F238E27FC236}">
                    <a16:creationId xmlns:a16="http://schemas.microsoft.com/office/drawing/2014/main" id="{C03F3870-A9BC-870C-4A53-5CD94B5A86B8}"/>
                  </a:ext>
                </a:extLst>
              </p:cNvPr>
              <p:cNvSpPr/>
              <p:nvPr/>
            </p:nvSpPr>
            <p:spPr>
              <a:xfrm>
                <a:off x="2264097" y="5479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0" name="Oval 2759">
                <a:extLst>
                  <a:ext uri="{FF2B5EF4-FFF2-40B4-BE49-F238E27FC236}">
                    <a16:creationId xmlns:a16="http://schemas.microsoft.com/office/drawing/2014/main" id="{80E7D5B1-81E2-573D-A862-6CDD4070CB89}"/>
                  </a:ext>
                </a:extLst>
              </p:cNvPr>
              <p:cNvSpPr/>
              <p:nvPr/>
            </p:nvSpPr>
            <p:spPr>
              <a:xfrm>
                <a:off x="1693097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1" name="Oval 2760">
                <a:extLst>
                  <a:ext uri="{FF2B5EF4-FFF2-40B4-BE49-F238E27FC236}">
                    <a16:creationId xmlns:a16="http://schemas.microsoft.com/office/drawing/2014/main" id="{E0541882-C67C-8DA6-D2BA-5DC68ED6DDF5}"/>
                  </a:ext>
                </a:extLst>
              </p:cNvPr>
              <p:cNvSpPr/>
              <p:nvPr/>
            </p:nvSpPr>
            <p:spPr>
              <a:xfrm>
                <a:off x="1410680" y="59666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2" name="Oval 2761">
                <a:extLst>
                  <a:ext uri="{FF2B5EF4-FFF2-40B4-BE49-F238E27FC236}">
                    <a16:creationId xmlns:a16="http://schemas.microsoft.com/office/drawing/2014/main" id="{EC9463A0-527F-0F4E-B29C-FBD160CE021C}"/>
                  </a:ext>
                </a:extLst>
              </p:cNvPr>
              <p:cNvSpPr/>
              <p:nvPr/>
            </p:nvSpPr>
            <p:spPr>
              <a:xfrm>
                <a:off x="2257425" y="5484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3" name="Oval 2762">
                <a:extLst>
                  <a:ext uri="{FF2B5EF4-FFF2-40B4-BE49-F238E27FC236}">
                    <a16:creationId xmlns:a16="http://schemas.microsoft.com/office/drawing/2014/main" id="{56982C4A-8343-98BE-F6AF-237DE593AE96}"/>
                  </a:ext>
                </a:extLst>
              </p:cNvPr>
              <p:cNvSpPr/>
              <p:nvPr/>
            </p:nvSpPr>
            <p:spPr>
              <a:xfrm>
                <a:off x="1771471" y="62348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4" name="Oval 2763">
                <a:extLst>
                  <a:ext uri="{FF2B5EF4-FFF2-40B4-BE49-F238E27FC236}">
                    <a16:creationId xmlns:a16="http://schemas.microsoft.com/office/drawing/2014/main" id="{37D02D90-4DEE-1E0E-8D7E-79A8DB1C0D66}"/>
                  </a:ext>
                </a:extLst>
              </p:cNvPr>
              <p:cNvSpPr/>
              <p:nvPr/>
            </p:nvSpPr>
            <p:spPr>
              <a:xfrm>
                <a:off x="1740223" y="6211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5" name="Oval 2764">
                <a:extLst>
                  <a:ext uri="{FF2B5EF4-FFF2-40B4-BE49-F238E27FC236}">
                    <a16:creationId xmlns:a16="http://schemas.microsoft.com/office/drawing/2014/main" id="{E3BFB79E-F528-2CA9-C268-A9D22BF31EBE}"/>
                  </a:ext>
                </a:extLst>
              </p:cNvPr>
              <p:cNvSpPr/>
              <p:nvPr/>
            </p:nvSpPr>
            <p:spPr>
              <a:xfrm>
                <a:off x="1576296" y="63021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6" name="Oval 2765">
                <a:extLst>
                  <a:ext uri="{FF2B5EF4-FFF2-40B4-BE49-F238E27FC236}">
                    <a16:creationId xmlns:a16="http://schemas.microsoft.com/office/drawing/2014/main" id="{7C35F00B-E229-AB48-D5DA-0BAEEB721863}"/>
                  </a:ext>
                </a:extLst>
              </p:cNvPr>
              <p:cNvSpPr/>
              <p:nvPr/>
            </p:nvSpPr>
            <p:spPr>
              <a:xfrm>
                <a:off x="1686087" y="63709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7" name="Oval 2766">
                <a:extLst>
                  <a:ext uri="{FF2B5EF4-FFF2-40B4-BE49-F238E27FC236}">
                    <a16:creationId xmlns:a16="http://schemas.microsoft.com/office/drawing/2014/main" id="{E4C0B8BD-E584-25CE-17B4-60BE9EFA4FC9}"/>
                  </a:ext>
                </a:extLst>
              </p:cNvPr>
              <p:cNvSpPr/>
              <p:nvPr/>
            </p:nvSpPr>
            <p:spPr>
              <a:xfrm>
                <a:off x="1826283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6E8AF0B9-38FE-A616-BAC5-68DAC784EF46}"/>
                  </a:ext>
                </a:extLst>
              </p:cNvPr>
              <p:cNvSpPr/>
              <p:nvPr/>
            </p:nvSpPr>
            <p:spPr>
              <a:xfrm>
                <a:off x="1667423" y="6192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E5ED6616-280F-396D-1971-4BB42314E8BC}"/>
                  </a:ext>
                </a:extLst>
              </p:cNvPr>
              <p:cNvSpPr/>
              <p:nvPr/>
            </p:nvSpPr>
            <p:spPr>
              <a:xfrm>
                <a:off x="1822989" y="6289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E7CCB79B-BCA5-DA5E-45BD-FEDEBB13AC76}"/>
                  </a:ext>
                </a:extLst>
              </p:cNvPr>
              <p:cNvSpPr/>
              <p:nvPr/>
            </p:nvSpPr>
            <p:spPr>
              <a:xfrm>
                <a:off x="1429175" y="5940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1" name="Oval 2770">
                <a:extLst>
                  <a:ext uri="{FF2B5EF4-FFF2-40B4-BE49-F238E27FC236}">
                    <a16:creationId xmlns:a16="http://schemas.microsoft.com/office/drawing/2014/main" id="{04C5EFF1-76A6-BEDC-CD34-B7E42FA8D987}"/>
                  </a:ext>
                </a:extLst>
              </p:cNvPr>
              <p:cNvSpPr/>
              <p:nvPr/>
            </p:nvSpPr>
            <p:spPr>
              <a:xfrm>
                <a:off x="2288589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2" name="Oval 2771">
                <a:extLst>
                  <a:ext uri="{FF2B5EF4-FFF2-40B4-BE49-F238E27FC236}">
                    <a16:creationId xmlns:a16="http://schemas.microsoft.com/office/drawing/2014/main" id="{B45D7EA5-E217-4BE3-21B5-B1227BD97B56}"/>
                  </a:ext>
                </a:extLst>
              </p:cNvPr>
              <p:cNvSpPr/>
              <p:nvPr/>
            </p:nvSpPr>
            <p:spPr>
              <a:xfrm>
                <a:off x="1735662" y="6321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3" name="Oval 2772">
                <a:extLst>
                  <a:ext uri="{FF2B5EF4-FFF2-40B4-BE49-F238E27FC236}">
                    <a16:creationId xmlns:a16="http://schemas.microsoft.com/office/drawing/2014/main" id="{95716158-E477-8832-B00F-197D55CF0EAB}"/>
                  </a:ext>
                </a:extLst>
              </p:cNvPr>
              <p:cNvSpPr/>
              <p:nvPr/>
            </p:nvSpPr>
            <p:spPr>
              <a:xfrm>
                <a:off x="2290701" y="5543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4" name="Oval 2773">
                <a:extLst>
                  <a:ext uri="{FF2B5EF4-FFF2-40B4-BE49-F238E27FC236}">
                    <a16:creationId xmlns:a16="http://schemas.microsoft.com/office/drawing/2014/main" id="{0F6328AC-7D30-571A-5EBC-01E263840660}"/>
                  </a:ext>
                </a:extLst>
              </p:cNvPr>
              <p:cNvSpPr/>
              <p:nvPr/>
            </p:nvSpPr>
            <p:spPr>
              <a:xfrm>
                <a:off x="1398771" y="59980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5" name="Oval 2774">
                <a:extLst>
                  <a:ext uri="{FF2B5EF4-FFF2-40B4-BE49-F238E27FC236}">
                    <a16:creationId xmlns:a16="http://schemas.microsoft.com/office/drawing/2014/main" id="{86EEA90A-C76D-114B-C100-8DA347882EA0}"/>
                  </a:ext>
                </a:extLst>
              </p:cNvPr>
              <p:cNvSpPr/>
              <p:nvPr/>
            </p:nvSpPr>
            <p:spPr>
              <a:xfrm>
                <a:off x="1554591" y="614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6" name="Oval 2775">
                <a:extLst>
                  <a:ext uri="{FF2B5EF4-FFF2-40B4-BE49-F238E27FC236}">
                    <a16:creationId xmlns:a16="http://schemas.microsoft.com/office/drawing/2014/main" id="{4C93E555-C70C-360F-AE5B-8DFB40E60037}"/>
                  </a:ext>
                </a:extLst>
              </p:cNvPr>
              <p:cNvSpPr/>
              <p:nvPr/>
            </p:nvSpPr>
            <p:spPr>
              <a:xfrm>
                <a:off x="1669703" y="63157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7" name="Oval 2776">
                <a:extLst>
                  <a:ext uri="{FF2B5EF4-FFF2-40B4-BE49-F238E27FC236}">
                    <a16:creationId xmlns:a16="http://schemas.microsoft.com/office/drawing/2014/main" id="{95A3ECD1-9585-8447-6B8A-405CA038569A}"/>
                  </a:ext>
                </a:extLst>
              </p:cNvPr>
              <p:cNvSpPr/>
              <p:nvPr/>
            </p:nvSpPr>
            <p:spPr>
              <a:xfrm>
                <a:off x="2258185" y="54803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8" name="Oval 2777">
                <a:extLst>
                  <a:ext uri="{FF2B5EF4-FFF2-40B4-BE49-F238E27FC236}">
                    <a16:creationId xmlns:a16="http://schemas.microsoft.com/office/drawing/2014/main" id="{F548140A-8AD2-B8BE-E1FF-548CF5DD033F}"/>
                  </a:ext>
                </a:extLst>
              </p:cNvPr>
              <p:cNvSpPr/>
              <p:nvPr/>
            </p:nvSpPr>
            <p:spPr>
              <a:xfrm>
                <a:off x="1687354" y="639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79" name="Oval 2778">
                <a:extLst>
                  <a:ext uri="{FF2B5EF4-FFF2-40B4-BE49-F238E27FC236}">
                    <a16:creationId xmlns:a16="http://schemas.microsoft.com/office/drawing/2014/main" id="{05BDB90A-2533-27CF-1B5F-307EFF024878}"/>
                  </a:ext>
                </a:extLst>
              </p:cNvPr>
              <p:cNvSpPr/>
              <p:nvPr/>
            </p:nvSpPr>
            <p:spPr>
              <a:xfrm>
                <a:off x="1563543" y="6063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0" name="Oval 2779">
                <a:extLst>
                  <a:ext uri="{FF2B5EF4-FFF2-40B4-BE49-F238E27FC236}">
                    <a16:creationId xmlns:a16="http://schemas.microsoft.com/office/drawing/2014/main" id="{AB662B5D-BBB6-BC0D-FF34-511B92FDB423}"/>
                  </a:ext>
                </a:extLst>
              </p:cNvPr>
              <p:cNvSpPr/>
              <p:nvPr/>
            </p:nvSpPr>
            <p:spPr>
              <a:xfrm>
                <a:off x="1583981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1" name="Oval 2780">
                <a:extLst>
                  <a:ext uri="{FF2B5EF4-FFF2-40B4-BE49-F238E27FC236}">
                    <a16:creationId xmlns:a16="http://schemas.microsoft.com/office/drawing/2014/main" id="{2B1BA76A-744E-B6C5-E752-45802416D821}"/>
                  </a:ext>
                </a:extLst>
              </p:cNvPr>
              <p:cNvSpPr/>
              <p:nvPr/>
            </p:nvSpPr>
            <p:spPr>
              <a:xfrm>
                <a:off x="1968167" y="626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37311BDE-D06B-5AD5-7C6B-0279B184146B}"/>
                  </a:ext>
                </a:extLst>
              </p:cNvPr>
              <p:cNvSpPr/>
              <p:nvPr/>
            </p:nvSpPr>
            <p:spPr>
              <a:xfrm>
                <a:off x="1768431" y="58546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3" name="Oval 2782">
                <a:extLst>
                  <a:ext uri="{FF2B5EF4-FFF2-40B4-BE49-F238E27FC236}">
                    <a16:creationId xmlns:a16="http://schemas.microsoft.com/office/drawing/2014/main" id="{BEE24F42-03D6-D5E0-DCBB-581C42558559}"/>
                  </a:ext>
                </a:extLst>
              </p:cNvPr>
              <p:cNvSpPr/>
              <p:nvPr/>
            </p:nvSpPr>
            <p:spPr>
              <a:xfrm>
                <a:off x="1669281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4" name="Oval 2783">
                <a:extLst>
                  <a:ext uri="{FF2B5EF4-FFF2-40B4-BE49-F238E27FC236}">
                    <a16:creationId xmlns:a16="http://schemas.microsoft.com/office/drawing/2014/main" id="{6EA44B92-557C-B64D-F586-FBB23200D48A}"/>
                  </a:ext>
                </a:extLst>
              </p:cNvPr>
              <p:cNvSpPr/>
              <p:nvPr/>
            </p:nvSpPr>
            <p:spPr>
              <a:xfrm>
                <a:off x="1568695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5" name="Oval 2784">
                <a:extLst>
                  <a:ext uri="{FF2B5EF4-FFF2-40B4-BE49-F238E27FC236}">
                    <a16:creationId xmlns:a16="http://schemas.microsoft.com/office/drawing/2014/main" id="{D8579A0D-E99C-6334-6A2E-907649E8B66E}"/>
                  </a:ext>
                </a:extLst>
              </p:cNvPr>
              <p:cNvSpPr/>
              <p:nvPr/>
            </p:nvSpPr>
            <p:spPr>
              <a:xfrm>
                <a:off x="1676122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6" name="Oval 2785">
                <a:extLst>
                  <a:ext uri="{FF2B5EF4-FFF2-40B4-BE49-F238E27FC236}">
                    <a16:creationId xmlns:a16="http://schemas.microsoft.com/office/drawing/2014/main" id="{AC6522E7-E555-4020-F561-3A0D372F6DCE}"/>
                  </a:ext>
                </a:extLst>
              </p:cNvPr>
              <p:cNvSpPr/>
              <p:nvPr/>
            </p:nvSpPr>
            <p:spPr>
              <a:xfrm>
                <a:off x="1613456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7" name="Oval 2786">
                <a:extLst>
                  <a:ext uri="{FF2B5EF4-FFF2-40B4-BE49-F238E27FC236}">
                    <a16:creationId xmlns:a16="http://schemas.microsoft.com/office/drawing/2014/main" id="{FE7FFF33-088C-F290-68FE-E67C5962F5B4}"/>
                  </a:ext>
                </a:extLst>
              </p:cNvPr>
              <p:cNvSpPr/>
              <p:nvPr/>
            </p:nvSpPr>
            <p:spPr>
              <a:xfrm>
                <a:off x="1732031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8" name="Oval 2787">
                <a:extLst>
                  <a:ext uri="{FF2B5EF4-FFF2-40B4-BE49-F238E27FC236}">
                    <a16:creationId xmlns:a16="http://schemas.microsoft.com/office/drawing/2014/main" id="{0FD042B7-A0CA-B93B-09A8-74F3D433A753}"/>
                  </a:ext>
                </a:extLst>
              </p:cNvPr>
              <p:cNvSpPr/>
              <p:nvPr/>
            </p:nvSpPr>
            <p:spPr>
              <a:xfrm>
                <a:off x="1529508" y="6182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89" name="Oval 2788">
                <a:extLst>
                  <a:ext uri="{FF2B5EF4-FFF2-40B4-BE49-F238E27FC236}">
                    <a16:creationId xmlns:a16="http://schemas.microsoft.com/office/drawing/2014/main" id="{25A23D24-AA39-FFB0-363F-C5C4C2EA2A3A}"/>
                  </a:ext>
                </a:extLst>
              </p:cNvPr>
              <p:cNvSpPr/>
              <p:nvPr/>
            </p:nvSpPr>
            <p:spPr>
              <a:xfrm>
                <a:off x="1704499" y="62029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0" name="Oval 2789">
                <a:extLst>
                  <a:ext uri="{FF2B5EF4-FFF2-40B4-BE49-F238E27FC236}">
                    <a16:creationId xmlns:a16="http://schemas.microsoft.com/office/drawing/2014/main" id="{7770E32D-C981-5E47-FD29-D711545DAC6E}"/>
                  </a:ext>
                </a:extLst>
              </p:cNvPr>
              <p:cNvSpPr/>
              <p:nvPr/>
            </p:nvSpPr>
            <p:spPr>
              <a:xfrm>
                <a:off x="1562107" y="60724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1" name="Oval 2790">
                <a:extLst>
                  <a:ext uri="{FF2B5EF4-FFF2-40B4-BE49-F238E27FC236}">
                    <a16:creationId xmlns:a16="http://schemas.microsoft.com/office/drawing/2014/main" id="{E864A295-3F6A-D63D-A97C-5598B0A17610}"/>
                  </a:ext>
                </a:extLst>
              </p:cNvPr>
              <p:cNvSpPr/>
              <p:nvPr/>
            </p:nvSpPr>
            <p:spPr>
              <a:xfrm>
                <a:off x="1854322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2" name="Oval 2791">
                <a:extLst>
                  <a:ext uri="{FF2B5EF4-FFF2-40B4-BE49-F238E27FC236}">
                    <a16:creationId xmlns:a16="http://schemas.microsoft.com/office/drawing/2014/main" id="{DF090A07-4923-34C3-8F60-95D40D906D13}"/>
                  </a:ext>
                </a:extLst>
              </p:cNvPr>
              <p:cNvSpPr/>
              <p:nvPr/>
            </p:nvSpPr>
            <p:spPr>
              <a:xfrm>
                <a:off x="1516417" y="618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3" name="Oval 2792">
                <a:extLst>
                  <a:ext uri="{FF2B5EF4-FFF2-40B4-BE49-F238E27FC236}">
                    <a16:creationId xmlns:a16="http://schemas.microsoft.com/office/drawing/2014/main" id="{3EF0C157-ACDB-DB5D-22C1-7D60A8FDBB13}"/>
                  </a:ext>
                </a:extLst>
              </p:cNvPr>
              <p:cNvSpPr/>
              <p:nvPr/>
            </p:nvSpPr>
            <p:spPr>
              <a:xfrm>
                <a:off x="1490067" y="61634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4" name="Oval 2793">
                <a:extLst>
                  <a:ext uri="{FF2B5EF4-FFF2-40B4-BE49-F238E27FC236}">
                    <a16:creationId xmlns:a16="http://schemas.microsoft.com/office/drawing/2014/main" id="{F5B48829-BD9C-A291-2AF5-A9B0623C4CD5}"/>
                  </a:ext>
                </a:extLst>
              </p:cNvPr>
              <p:cNvSpPr/>
              <p:nvPr/>
            </p:nvSpPr>
            <p:spPr>
              <a:xfrm>
                <a:off x="1759901" y="597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5" name="Oval 2794">
                <a:extLst>
                  <a:ext uri="{FF2B5EF4-FFF2-40B4-BE49-F238E27FC236}">
                    <a16:creationId xmlns:a16="http://schemas.microsoft.com/office/drawing/2014/main" id="{03A8C4B2-B52A-C90E-6351-90734759CD79}"/>
                  </a:ext>
                </a:extLst>
              </p:cNvPr>
              <p:cNvSpPr/>
              <p:nvPr/>
            </p:nvSpPr>
            <p:spPr>
              <a:xfrm>
                <a:off x="1524356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6" name="Oval 2795">
                <a:extLst>
                  <a:ext uri="{FF2B5EF4-FFF2-40B4-BE49-F238E27FC236}">
                    <a16:creationId xmlns:a16="http://schemas.microsoft.com/office/drawing/2014/main" id="{1C966D42-A724-1671-A94A-3C94EC089A91}"/>
                  </a:ext>
                </a:extLst>
              </p:cNvPr>
              <p:cNvSpPr/>
              <p:nvPr/>
            </p:nvSpPr>
            <p:spPr>
              <a:xfrm>
                <a:off x="2290363" y="569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7" name="Oval 2796">
                <a:extLst>
                  <a:ext uri="{FF2B5EF4-FFF2-40B4-BE49-F238E27FC236}">
                    <a16:creationId xmlns:a16="http://schemas.microsoft.com/office/drawing/2014/main" id="{E162A841-C2E3-665E-2E10-1CA3C9AF7AC2}"/>
                  </a:ext>
                </a:extLst>
              </p:cNvPr>
              <p:cNvSpPr/>
              <p:nvPr/>
            </p:nvSpPr>
            <p:spPr>
              <a:xfrm>
                <a:off x="1594454" y="63585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8" name="Oval 2797">
                <a:extLst>
                  <a:ext uri="{FF2B5EF4-FFF2-40B4-BE49-F238E27FC236}">
                    <a16:creationId xmlns:a16="http://schemas.microsoft.com/office/drawing/2014/main" id="{41BDAE78-2F9D-5E26-64E9-E2F5A336B38B}"/>
                  </a:ext>
                </a:extLst>
              </p:cNvPr>
              <p:cNvSpPr/>
              <p:nvPr/>
            </p:nvSpPr>
            <p:spPr>
              <a:xfrm>
                <a:off x="1421912" y="60020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99" name="Oval 2798">
                <a:extLst>
                  <a:ext uri="{FF2B5EF4-FFF2-40B4-BE49-F238E27FC236}">
                    <a16:creationId xmlns:a16="http://schemas.microsoft.com/office/drawing/2014/main" id="{FA66A2BE-50F1-C8C0-007D-D95E45A23339}"/>
                  </a:ext>
                </a:extLst>
              </p:cNvPr>
              <p:cNvSpPr/>
              <p:nvPr/>
            </p:nvSpPr>
            <p:spPr>
              <a:xfrm>
                <a:off x="2540434" y="519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0" name="Oval 2799">
                <a:extLst>
                  <a:ext uri="{FF2B5EF4-FFF2-40B4-BE49-F238E27FC236}">
                    <a16:creationId xmlns:a16="http://schemas.microsoft.com/office/drawing/2014/main" id="{EC3634B4-2C16-B72E-4611-5EBFFC43FEE2}"/>
                  </a:ext>
                </a:extLst>
              </p:cNvPr>
              <p:cNvSpPr/>
              <p:nvPr/>
            </p:nvSpPr>
            <p:spPr>
              <a:xfrm>
                <a:off x="2322709" y="55335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1" name="Oval 2800">
                <a:extLst>
                  <a:ext uri="{FF2B5EF4-FFF2-40B4-BE49-F238E27FC236}">
                    <a16:creationId xmlns:a16="http://schemas.microsoft.com/office/drawing/2014/main" id="{A34C8EF7-905B-0AD2-A5A7-1097CD8B01FA}"/>
                  </a:ext>
                </a:extLst>
              </p:cNvPr>
              <p:cNvSpPr/>
              <p:nvPr/>
            </p:nvSpPr>
            <p:spPr>
              <a:xfrm>
                <a:off x="1605433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2" name="Oval 2801">
                <a:extLst>
                  <a:ext uri="{FF2B5EF4-FFF2-40B4-BE49-F238E27FC236}">
                    <a16:creationId xmlns:a16="http://schemas.microsoft.com/office/drawing/2014/main" id="{CC2A6EE7-CF59-3E21-122F-0FD7FE642BA4}"/>
                  </a:ext>
                </a:extLst>
              </p:cNvPr>
              <p:cNvSpPr/>
              <p:nvPr/>
            </p:nvSpPr>
            <p:spPr>
              <a:xfrm>
                <a:off x="1444039" y="60091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3" name="Oval 2802">
                <a:extLst>
                  <a:ext uri="{FF2B5EF4-FFF2-40B4-BE49-F238E27FC236}">
                    <a16:creationId xmlns:a16="http://schemas.microsoft.com/office/drawing/2014/main" id="{75697AE0-B322-6AB8-AA74-0686291705A2}"/>
                  </a:ext>
                </a:extLst>
              </p:cNvPr>
              <p:cNvSpPr/>
              <p:nvPr/>
            </p:nvSpPr>
            <p:spPr>
              <a:xfrm>
                <a:off x="1615990" y="62316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4" name="Oval 2803">
                <a:extLst>
                  <a:ext uri="{FF2B5EF4-FFF2-40B4-BE49-F238E27FC236}">
                    <a16:creationId xmlns:a16="http://schemas.microsoft.com/office/drawing/2014/main" id="{96E79941-1802-B175-8F69-49EBC40C9445}"/>
                  </a:ext>
                </a:extLst>
              </p:cNvPr>
              <p:cNvSpPr/>
              <p:nvPr/>
            </p:nvSpPr>
            <p:spPr>
              <a:xfrm>
                <a:off x="2262070" y="566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5" name="Oval 2804">
                <a:extLst>
                  <a:ext uri="{FF2B5EF4-FFF2-40B4-BE49-F238E27FC236}">
                    <a16:creationId xmlns:a16="http://schemas.microsoft.com/office/drawing/2014/main" id="{DAD9936E-1F99-7EB7-CEAC-6C5E0BD0A6F1}"/>
                  </a:ext>
                </a:extLst>
              </p:cNvPr>
              <p:cNvSpPr/>
              <p:nvPr/>
            </p:nvSpPr>
            <p:spPr>
              <a:xfrm>
                <a:off x="2303453" y="5483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6" name="Oval 2805">
                <a:extLst>
                  <a:ext uri="{FF2B5EF4-FFF2-40B4-BE49-F238E27FC236}">
                    <a16:creationId xmlns:a16="http://schemas.microsoft.com/office/drawing/2014/main" id="{3C79EB94-003C-0555-3B32-FF24E0C676D9}"/>
                  </a:ext>
                </a:extLst>
              </p:cNvPr>
              <p:cNvSpPr/>
              <p:nvPr/>
            </p:nvSpPr>
            <p:spPr>
              <a:xfrm>
                <a:off x="1590400" y="60948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7" name="Oval 2806">
                <a:extLst>
                  <a:ext uri="{FF2B5EF4-FFF2-40B4-BE49-F238E27FC236}">
                    <a16:creationId xmlns:a16="http://schemas.microsoft.com/office/drawing/2014/main" id="{2B2718F6-A687-CD59-F515-7A3DE84BF37D}"/>
                  </a:ext>
                </a:extLst>
              </p:cNvPr>
              <p:cNvSpPr/>
              <p:nvPr/>
            </p:nvSpPr>
            <p:spPr>
              <a:xfrm>
                <a:off x="1451725" y="5993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8" name="Oval 2807">
                <a:extLst>
                  <a:ext uri="{FF2B5EF4-FFF2-40B4-BE49-F238E27FC236}">
                    <a16:creationId xmlns:a16="http://schemas.microsoft.com/office/drawing/2014/main" id="{EC5CA8A0-D7AE-5D50-A124-3E4C54EF76C4}"/>
                  </a:ext>
                </a:extLst>
              </p:cNvPr>
              <p:cNvSpPr/>
              <p:nvPr/>
            </p:nvSpPr>
            <p:spPr>
              <a:xfrm>
                <a:off x="2321611" y="55242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09" name="Oval 2808">
                <a:extLst>
                  <a:ext uri="{FF2B5EF4-FFF2-40B4-BE49-F238E27FC236}">
                    <a16:creationId xmlns:a16="http://schemas.microsoft.com/office/drawing/2014/main" id="{BA1465B7-499E-2CED-A548-8105C21F9624}"/>
                  </a:ext>
                </a:extLst>
              </p:cNvPr>
              <p:cNvSpPr/>
              <p:nvPr/>
            </p:nvSpPr>
            <p:spPr>
              <a:xfrm>
                <a:off x="1814037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0" name="Oval 2809">
                <a:extLst>
                  <a:ext uri="{FF2B5EF4-FFF2-40B4-BE49-F238E27FC236}">
                    <a16:creationId xmlns:a16="http://schemas.microsoft.com/office/drawing/2014/main" id="{456F7077-9811-CCB4-73F7-735CA4822D24}"/>
                  </a:ext>
                </a:extLst>
              </p:cNvPr>
              <p:cNvSpPr/>
              <p:nvPr/>
            </p:nvSpPr>
            <p:spPr>
              <a:xfrm>
                <a:off x="1605348" y="6349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1" name="Oval 2810">
                <a:extLst>
                  <a:ext uri="{FF2B5EF4-FFF2-40B4-BE49-F238E27FC236}">
                    <a16:creationId xmlns:a16="http://schemas.microsoft.com/office/drawing/2014/main" id="{49E9F258-C815-CDC1-7668-589C99AD0603}"/>
                  </a:ext>
                </a:extLst>
              </p:cNvPr>
              <p:cNvSpPr/>
              <p:nvPr/>
            </p:nvSpPr>
            <p:spPr>
              <a:xfrm>
                <a:off x="1672490" y="632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2" name="Oval 2811">
                <a:extLst>
                  <a:ext uri="{FF2B5EF4-FFF2-40B4-BE49-F238E27FC236}">
                    <a16:creationId xmlns:a16="http://schemas.microsoft.com/office/drawing/2014/main" id="{5FA9C187-2AAE-3A88-048F-D193FAE11A6D}"/>
                  </a:ext>
                </a:extLst>
              </p:cNvPr>
              <p:cNvSpPr/>
              <p:nvPr/>
            </p:nvSpPr>
            <p:spPr>
              <a:xfrm>
                <a:off x="1904319" y="58937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3" name="Oval 2812">
                <a:extLst>
                  <a:ext uri="{FF2B5EF4-FFF2-40B4-BE49-F238E27FC236}">
                    <a16:creationId xmlns:a16="http://schemas.microsoft.com/office/drawing/2014/main" id="{B6E8DED0-DE3C-4955-4956-3F6445FEBAFF}"/>
                  </a:ext>
                </a:extLst>
              </p:cNvPr>
              <p:cNvSpPr/>
              <p:nvPr/>
            </p:nvSpPr>
            <p:spPr>
              <a:xfrm>
                <a:off x="1890468" y="6201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4" name="Oval 2813">
                <a:extLst>
                  <a:ext uri="{FF2B5EF4-FFF2-40B4-BE49-F238E27FC236}">
                    <a16:creationId xmlns:a16="http://schemas.microsoft.com/office/drawing/2014/main" id="{D78CF659-9E14-B6C1-3798-0F890709F2E6}"/>
                  </a:ext>
                </a:extLst>
              </p:cNvPr>
              <p:cNvSpPr/>
              <p:nvPr/>
            </p:nvSpPr>
            <p:spPr>
              <a:xfrm>
                <a:off x="1711086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5" name="Oval 2814">
                <a:extLst>
                  <a:ext uri="{FF2B5EF4-FFF2-40B4-BE49-F238E27FC236}">
                    <a16:creationId xmlns:a16="http://schemas.microsoft.com/office/drawing/2014/main" id="{8A47D8A2-2AC8-CF16-4A52-2ECB129B3C19}"/>
                  </a:ext>
                </a:extLst>
              </p:cNvPr>
              <p:cNvSpPr/>
              <p:nvPr/>
            </p:nvSpPr>
            <p:spPr>
              <a:xfrm>
                <a:off x="2225755" y="5640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06911C76-AB75-7473-075D-EB9F25C097DC}"/>
                  </a:ext>
                </a:extLst>
              </p:cNvPr>
              <p:cNvSpPr/>
              <p:nvPr/>
            </p:nvSpPr>
            <p:spPr>
              <a:xfrm>
                <a:off x="1892242" y="60180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F49F7D47-4249-7864-B612-A41F401DAE28}"/>
                  </a:ext>
                </a:extLst>
              </p:cNvPr>
              <p:cNvSpPr/>
              <p:nvPr/>
            </p:nvSpPr>
            <p:spPr>
              <a:xfrm>
                <a:off x="1548003" y="61496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F273CCCF-EBCB-7D23-2A31-52C645A37F0D}"/>
                  </a:ext>
                </a:extLst>
              </p:cNvPr>
              <p:cNvSpPr/>
              <p:nvPr/>
            </p:nvSpPr>
            <p:spPr>
              <a:xfrm>
                <a:off x="1536349" y="6155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87D21D47-E1A3-3F52-8BBC-C4717ECD2906}"/>
                  </a:ext>
                </a:extLst>
              </p:cNvPr>
              <p:cNvSpPr/>
              <p:nvPr/>
            </p:nvSpPr>
            <p:spPr>
              <a:xfrm>
                <a:off x="2309956" y="552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700EF504-F74A-3AEA-9AFD-4C92BBD10E5D}"/>
                  </a:ext>
                </a:extLst>
              </p:cNvPr>
              <p:cNvSpPr/>
              <p:nvPr/>
            </p:nvSpPr>
            <p:spPr>
              <a:xfrm>
                <a:off x="1607629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F8BC31E2-E065-A601-5668-FF816B6F2E76}"/>
                  </a:ext>
                </a:extLst>
              </p:cNvPr>
              <p:cNvSpPr/>
              <p:nvPr/>
            </p:nvSpPr>
            <p:spPr>
              <a:xfrm>
                <a:off x="1597325" y="6205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B7B0FA8C-6646-05E3-555D-E81C46CDBABA}"/>
                  </a:ext>
                </a:extLst>
              </p:cNvPr>
              <p:cNvSpPr/>
              <p:nvPr/>
            </p:nvSpPr>
            <p:spPr>
              <a:xfrm>
                <a:off x="1733889" y="63352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4F9A5678-9728-F4E3-112F-BA8B32596EB0}"/>
                  </a:ext>
                </a:extLst>
              </p:cNvPr>
              <p:cNvSpPr/>
              <p:nvPr/>
            </p:nvSpPr>
            <p:spPr>
              <a:xfrm>
                <a:off x="1627898" y="6380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94EF7485-BC21-17B4-013E-5CEF4BA45CD0}"/>
                  </a:ext>
                </a:extLst>
              </p:cNvPr>
              <p:cNvSpPr/>
              <p:nvPr/>
            </p:nvSpPr>
            <p:spPr>
              <a:xfrm>
                <a:off x="2273303" y="569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0F5E1D10-EA01-3DAF-DD9D-556AAF8D593F}"/>
                  </a:ext>
                </a:extLst>
              </p:cNvPr>
              <p:cNvSpPr/>
              <p:nvPr/>
            </p:nvSpPr>
            <p:spPr>
              <a:xfrm>
                <a:off x="2309534" y="5554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6E5CD652-F88B-D847-C667-D8FA1F34C4BE}"/>
                  </a:ext>
                </a:extLst>
              </p:cNvPr>
              <p:cNvSpPr/>
              <p:nvPr/>
            </p:nvSpPr>
            <p:spPr>
              <a:xfrm>
                <a:off x="1581279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D8AE8358-3D8F-2C41-1B31-F3FAE4E6C502}"/>
                  </a:ext>
                </a:extLst>
              </p:cNvPr>
              <p:cNvSpPr/>
              <p:nvPr/>
            </p:nvSpPr>
            <p:spPr>
              <a:xfrm>
                <a:off x="1386019" y="6005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8467C231-D681-F12C-3D1E-DA872D8EACD9}"/>
                  </a:ext>
                </a:extLst>
              </p:cNvPr>
              <p:cNvSpPr/>
              <p:nvPr/>
            </p:nvSpPr>
            <p:spPr>
              <a:xfrm>
                <a:off x="1854575" y="605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BBC990A4-2A88-A006-6839-DF97F6170A4E}"/>
                  </a:ext>
                </a:extLst>
              </p:cNvPr>
              <p:cNvSpPr/>
              <p:nvPr/>
            </p:nvSpPr>
            <p:spPr>
              <a:xfrm>
                <a:off x="1487871" y="61859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527D3E9F-8FEF-EA11-1525-2D7A4709F020}"/>
                  </a:ext>
                </a:extLst>
              </p:cNvPr>
              <p:cNvSpPr/>
              <p:nvPr/>
            </p:nvSpPr>
            <p:spPr>
              <a:xfrm>
                <a:off x="2269671" y="54560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326FD473-86B0-2128-A84D-090B850784A2}"/>
                  </a:ext>
                </a:extLst>
              </p:cNvPr>
              <p:cNvSpPr/>
              <p:nvPr/>
            </p:nvSpPr>
            <p:spPr>
              <a:xfrm>
                <a:off x="1753145" y="632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92B9F3A8-B903-6AF7-4C0C-335B5732C1F1}"/>
                  </a:ext>
                </a:extLst>
              </p:cNvPr>
              <p:cNvSpPr/>
              <p:nvPr/>
            </p:nvSpPr>
            <p:spPr>
              <a:xfrm>
                <a:off x="2260888" y="54767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C5797972-7499-BA05-F089-9304AC92EC17}"/>
                  </a:ext>
                </a:extLst>
              </p:cNvPr>
              <p:cNvSpPr/>
              <p:nvPr/>
            </p:nvSpPr>
            <p:spPr>
              <a:xfrm>
                <a:off x="1743686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C0961894-45B8-6165-1A60-A9E53BF3582D}"/>
                  </a:ext>
                </a:extLst>
              </p:cNvPr>
              <p:cNvSpPr/>
              <p:nvPr/>
            </p:nvSpPr>
            <p:spPr>
              <a:xfrm>
                <a:off x="1661342" y="6285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5" name="Oval 2834">
                <a:extLst>
                  <a:ext uri="{FF2B5EF4-FFF2-40B4-BE49-F238E27FC236}">
                    <a16:creationId xmlns:a16="http://schemas.microsoft.com/office/drawing/2014/main" id="{484B69E7-7ECA-33C0-6BD2-BE496EDD9CB4}"/>
                  </a:ext>
                </a:extLst>
              </p:cNvPr>
              <p:cNvSpPr/>
              <p:nvPr/>
            </p:nvSpPr>
            <p:spPr>
              <a:xfrm>
                <a:off x="1547159" y="6231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6" name="Oval 2835">
                <a:extLst>
                  <a:ext uri="{FF2B5EF4-FFF2-40B4-BE49-F238E27FC236}">
                    <a16:creationId xmlns:a16="http://schemas.microsoft.com/office/drawing/2014/main" id="{F73680FE-0454-56B0-E978-0F7FA82DC174}"/>
                  </a:ext>
                </a:extLst>
              </p:cNvPr>
              <p:cNvSpPr/>
              <p:nvPr/>
            </p:nvSpPr>
            <p:spPr>
              <a:xfrm>
                <a:off x="2134712" y="566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7" name="Oval 2836">
                <a:extLst>
                  <a:ext uri="{FF2B5EF4-FFF2-40B4-BE49-F238E27FC236}">
                    <a16:creationId xmlns:a16="http://schemas.microsoft.com/office/drawing/2014/main" id="{DF4F37BE-53DF-B76C-DB87-3AE6DFB7F28F}"/>
                  </a:ext>
                </a:extLst>
              </p:cNvPr>
              <p:cNvSpPr/>
              <p:nvPr/>
            </p:nvSpPr>
            <p:spPr>
              <a:xfrm>
                <a:off x="1383232" y="6012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8" name="Oval 2837">
                <a:extLst>
                  <a:ext uri="{FF2B5EF4-FFF2-40B4-BE49-F238E27FC236}">
                    <a16:creationId xmlns:a16="http://schemas.microsoft.com/office/drawing/2014/main" id="{075CBEC8-10C2-ED6F-E4BD-77D60A9C4E88}"/>
                  </a:ext>
                </a:extLst>
              </p:cNvPr>
              <p:cNvSpPr/>
              <p:nvPr/>
            </p:nvSpPr>
            <p:spPr>
              <a:xfrm>
                <a:off x="1591244" y="6346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39" name="Oval 2838">
                <a:extLst>
                  <a:ext uri="{FF2B5EF4-FFF2-40B4-BE49-F238E27FC236}">
                    <a16:creationId xmlns:a16="http://schemas.microsoft.com/office/drawing/2014/main" id="{7379AED4-1E71-CF5C-176D-80451D7CEAA7}"/>
                  </a:ext>
                </a:extLst>
              </p:cNvPr>
              <p:cNvSpPr/>
              <p:nvPr/>
            </p:nvSpPr>
            <p:spPr>
              <a:xfrm>
                <a:off x="1390748" y="59741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0" name="Oval 2839">
                <a:extLst>
                  <a:ext uri="{FF2B5EF4-FFF2-40B4-BE49-F238E27FC236}">
                    <a16:creationId xmlns:a16="http://schemas.microsoft.com/office/drawing/2014/main" id="{FF43C066-1F78-96D2-C0D0-88AD6D0AF062}"/>
                  </a:ext>
                </a:extLst>
              </p:cNvPr>
              <p:cNvSpPr/>
              <p:nvPr/>
            </p:nvSpPr>
            <p:spPr>
              <a:xfrm>
                <a:off x="1766320" y="6360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1" name="Oval 2840">
                <a:extLst>
                  <a:ext uri="{FF2B5EF4-FFF2-40B4-BE49-F238E27FC236}">
                    <a16:creationId xmlns:a16="http://schemas.microsoft.com/office/drawing/2014/main" id="{3EC478A0-A8B0-D28D-CE92-25C747FEF6C4}"/>
                  </a:ext>
                </a:extLst>
              </p:cNvPr>
              <p:cNvSpPr/>
              <p:nvPr/>
            </p:nvSpPr>
            <p:spPr>
              <a:xfrm>
                <a:off x="1514475" y="61810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2" name="Oval 2841">
                <a:extLst>
                  <a:ext uri="{FF2B5EF4-FFF2-40B4-BE49-F238E27FC236}">
                    <a16:creationId xmlns:a16="http://schemas.microsoft.com/office/drawing/2014/main" id="{F274A23C-D8CE-6161-31E3-E515FC6256AE}"/>
                  </a:ext>
                </a:extLst>
              </p:cNvPr>
              <p:cNvSpPr/>
              <p:nvPr/>
            </p:nvSpPr>
            <p:spPr>
              <a:xfrm>
                <a:off x="1834813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3" name="Oval 2842">
                <a:extLst>
                  <a:ext uri="{FF2B5EF4-FFF2-40B4-BE49-F238E27FC236}">
                    <a16:creationId xmlns:a16="http://schemas.microsoft.com/office/drawing/2014/main" id="{D186993C-5FF7-1B87-1DDF-C814A40D63A4}"/>
                  </a:ext>
                </a:extLst>
              </p:cNvPr>
              <p:cNvSpPr/>
              <p:nvPr/>
            </p:nvSpPr>
            <p:spPr>
              <a:xfrm>
                <a:off x="1636005" y="63011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4" name="Oval 2843">
                <a:extLst>
                  <a:ext uri="{FF2B5EF4-FFF2-40B4-BE49-F238E27FC236}">
                    <a16:creationId xmlns:a16="http://schemas.microsoft.com/office/drawing/2014/main" id="{F1984D8D-E718-BD9C-D6A8-6638E4DA4F08}"/>
                  </a:ext>
                </a:extLst>
              </p:cNvPr>
              <p:cNvSpPr/>
              <p:nvPr/>
            </p:nvSpPr>
            <p:spPr>
              <a:xfrm>
                <a:off x="1481960" y="61829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5" name="Oval 2844">
                <a:extLst>
                  <a:ext uri="{FF2B5EF4-FFF2-40B4-BE49-F238E27FC236}">
                    <a16:creationId xmlns:a16="http://schemas.microsoft.com/office/drawing/2014/main" id="{2C36D81A-90C9-82C3-E429-97BCFED499A0}"/>
                  </a:ext>
                </a:extLst>
              </p:cNvPr>
              <p:cNvSpPr/>
              <p:nvPr/>
            </p:nvSpPr>
            <p:spPr>
              <a:xfrm>
                <a:off x="1664974" y="631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6" name="Oval 2845">
                <a:extLst>
                  <a:ext uri="{FF2B5EF4-FFF2-40B4-BE49-F238E27FC236}">
                    <a16:creationId xmlns:a16="http://schemas.microsoft.com/office/drawing/2014/main" id="{666AE5F2-59B7-8F6C-2F94-21C727DE3257}"/>
                  </a:ext>
                </a:extLst>
              </p:cNvPr>
              <p:cNvSpPr/>
              <p:nvPr/>
            </p:nvSpPr>
            <p:spPr>
              <a:xfrm>
                <a:off x="1647407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7" name="Oval 2846">
                <a:extLst>
                  <a:ext uri="{FF2B5EF4-FFF2-40B4-BE49-F238E27FC236}">
                    <a16:creationId xmlns:a16="http://schemas.microsoft.com/office/drawing/2014/main" id="{304E225C-1066-E5A1-7D4A-F6F1F9357A12}"/>
                  </a:ext>
                </a:extLst>
              </p:cNvPr>
              <p:cNvSpPr/>
              <p:nvPr/>
            </p:nvSpPr>
            <p:spPr>
              <a:xfrm>
                <a:off x="2264857" y="54962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8" name="Oval 2847">
                <a:extLst>
                  <a:ext uri="{FF2B5EF4-FFF2-40B4-BE49-F238E27FC236}">
                    <a16:creationId xmlns:a16="http://schemas.microsoft.com/office/drawing/2014/main" id="{BF1FC7A5-FAEB-4344-0A67-68CE3FD797F1}"/>
                  </a:ext>
                </a:extLst>
              </p:cNvPr>
              <p:cNvSpPr/>
              <p:nvPr/>
            </p:nvSpPr>
            <p:spPr>
              <a:xfrm>
                <a:off x="1511603" y="6139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49" name="Oval 2848">
                <a:extLst>
                  <a:ext uri="{FF2B5EF4-FFF2-40B4-BE49-F238E27FC236}">
                    <a16:creationId xmlns:a16="http://schemas.microsoft.com/office/drawing/2014/main" id="{ADECE600-0ECD-509C-7D33-4963FF58FE03}"/>
                  </a:ext>
                </a:extLst>
              </p:cNvPr>
              <p:cNvSpPr/>
              <p:nvPr/>
            </p:nvSpPr>
            <p:spPr>
              <a:xfrm>
                <a:off x="1807871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0" name="Oval 2849">
                <a:extLst>
                  <a:ext uri="{FF2B5EF4-FFF2-40B4-BE49-F238E27FC236}">
                    <a16:creationId xmlns:a16="http://schemas.microsoft.com/office/drawing/2014/main" id="{B78BE346-0A40-1302-15F1-4846FFECB234}"/>
                  </a:ext>
                </a:extLst>
              </p:cNvPr>
              <p:cNvSpPr/>
              <p:nvPr/>
            </p:nvSpPr>
            <p:spPr>
              <a:xfrm>
                <a:off x="1759563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1" name="Oval 2850">
                <a:extLst>
                  <a:ext uri="{FF2B5EF4-FFF2-40B4-BE49-F238E27FC236}">
                    <a16:creationId xmlns:a16="http://schemas.microsoft.com/office/drawing/2014/main" id="{0C236B17-E807-8DF5-E968-A7EE11E37CA9}"/>
                  </a:ext>
                </a:extLst>
              </p:cNvPr>
              <p:cNvSpPr/>
              <p:nvPr/>
            </p:nvSpPr>
            <p:spPr>
              <a:xfrm>
                <a:off x="1688368" y="6102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2" name="Oval 2851">
                <a:extLst>
                  <a:ext uri="{FF2B5EF4-FFF2-40B4-BE49-F238E27FC236}">
                    <a16:creationId xmlns:a16="http://schemas.microsoft.com/office/drawing/2014/main" id="{F047D0CE-3BD0-230D-2F2B-31CB1AC76F28}"/>
                  </a:ext>
                </a:extLst>
              </p:cNvPr>
              <p:cNvSpPr/>
              <p:nvPr/>
            </p:nvSpPr>
            <p:spPr>
              <a:xfrm>
                <a:off x="1876871" y="62461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3" name="Oval 2852">
                <a:extLst>
                  <a:ext uri="{FF2B5EF4-FFF2-40B4-BE49-F238E27FC236}">
                    <a16:creationId xmlns:a16="http://schemas.microsoft.com/office/drawing/2014/main" id="{DFF0D604-EA32-E494-81BD-7186436DBB7D}"/>
                  </a:ext>
                </a:extLst>
              </p:cNvPr>
              <p:cNvSpPr/>
              <p:nvPr/>
            </p:nvSpPr>
            <p:spPr>
              <a:xfrm>
                <a:off x="1834644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4" name="Oval 2853">
                <a:extLst>
                  <a:ext uri="{FF2B5EF4-FFF2-40B4-BE49-F238E27FC236}">
                    <a16:creationId xmlns:a16="http://schemas.microsoft.com/office/drawing/2014/main" id="{BD85AED7-A237-4A78-C8FA-2884A9CE98FA}"/>
                  </a:ext>
                </a:extLst>
              </p:cNvPr>
              <p:cNvSpPr/>
              <p:nvPr/>
            </p:nvSpPr>
            <p:spPr>
              <a:xfrm>
                <a:off x="1714380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5" name="Oval 2854">
                <a:extLst>
                  <a:ext uri="{FF2B5EF4-FFF2-40B4-BE49-F238E27FC236}">
                    <a16:creationId xmlns:a16="http://schemas.microsoft.com/office/drawing/2014/main" id="{F6E20756-AC21-7C20-D815-83308686C9B3}"/>
                  </a:ext>
                </a:extLst>
              </p:cNvPr>
              <p:cNvSpPr/>
              <p:nvPr/>
            </p:nvSpPr>
            <p:spPr>
              <a:xfrm>
                <a:off x="1767333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6" name="Oval 2855">
                <a:extLst>
                  <a:ext uri="{FF2B5EF4-FFF2-40B4-BE49-F238E27FC236}">
                    <a16:creationId xmlns:a16="http://schemas.microsoft.com/office/drawing/2014/main" id="{2194C141-0806-52DD-0BF7-6D6E4ADCB630}"/>
                  </a:ext>
                </a:extLst>
              </p:cNvPr>
              <p:cNvSpPr/>
              <p:nvPr/>
            </p:nvSpPr>
            <p:spPr>
              <a:xfrm>
                <a:off x="2295937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8762BE00-4315-7AB2-C64D-C1DCB667C7F8}"/>
                  </a:ext>
                </a:extLst>
              </p:cNvPr>
              <p:cNvSpPr/>
              <p:nvPr/>
            </p:nvSpPr>
            <p:spPr>
              <a:xfrm>
                <a:off x="1530606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8" name="Oval 2857">
                <a:extLst>
                  <a:ext uri="{FF2B5EF4-FFF2-40B4-BE49-F238E27FC236}">
                    <a16:creationId xmlns:a16="http://schemas.microsoft.com/office/drawing/2014/main" id="{A3799403-8571-C84A-FE3A-401A41324A78}"/>
                  </a:ext>
                </a:extLst>
              </p:cNvPr>
              <p:cNvSpPr/>
              <p:nvPr/>
            </p:nvSpPr>
            <p:spPr>
              <a:xfrm>
                <a:off x="1664298" y="6147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59" name="Oval 2858">
                <a:extLst>
                  <a:ext uri="{FF2B5EF4-FFF2-40B4-BE49-F238E27FC236}">
                    <a16:creationId xmlns:a16="http://schemas.microsoft.com/office/drawing/2014/main" id="{5D11F234-9FB5-E90C-E084-7541521A6BE1}"/>
                  </a:ext>
                </a:extLst>
              </p:cNvPr>
              <p:cNvSpPr/>
              <p:nvPr/>
            </p:nvSpPr>
            <p:spPr>
              <a:xfrm>
                <a:off x="1650870" y="614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0" name="Oval 2859">
                <a:extLst>
                  <a:ext uri="{FF2B5EF4-FFF2-40B4-BE49-F238E27FC236}">
                    <a16:creationId xmlns:a16="http://schemas.microsoft.com/office/drawing/2014/main" id="{8172BECB-E34F-4441-9350-D276A5356D99}"/>
                  </a:ext>
                </a:extLst>
              </p:cNvPr>
              <p:cNvSpPr/>
              <p:nvPr/>
            </p:nvSpPr>
            <p:spPr>
              <a:xfrm>
                <a:off x="1627982" y="6171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1" name="Oval 2860">
                <a:extLst>
                  <a:ext uri="{FF2B5EF4-FFF2-40B4-BE49-F238E27FC236}">
                    <a16:creationId xmlns:a16="http://schemas.microsoft.com/office/drawing/2014/main" id="{75DB55AB-3814-5D07-F0F6-0C78F53667E5}"/>
                  </a:ext>
                </a:extLst>
              </p:cNvPr>
              <p:cNvSpPr/>
              <p:nvPr/>
            </p:nvSpPr>
            <p:spPr>
              <a:xfrm>
                <a:off x="1788109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2" name="Oval 2861">
                <a:extLst>
                  <a:ext uri="{FF2B5EF4-FFF2-40B4-BE49-F238E27FC236}">
                    <a16:creationId xmlns:a16="http://schemas.microsoft.com/office/drawing/2014/main" id="{8907743A-1ABA-050A-62F4-0A77A03071E1}"/>
                  </a:ext>
                </a:extLst>
              </p:cNvPr>
              <p:cNvSpPr/>
              <p:nvPr/>
            </p:nvSpPr>
            <p:spPr>
              <a:xfrm>
                <a:off x="1610500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3" name="Oval 2862">
                <a:extLst>
                  <a:ext uri="{FF2B5EF4-FFF2-40B4-BE49-F238E27FC236}">
                    <a16:creationId xmlns:a16="http://schemas.microsoft.com/office/drawing/2014/main" id="{1C93DE70-97BA-1E9F-0EC3-611061DD558A}"/>
                  </a:ext>
                </a:extLst>
              </p:cNvPr>
              <p:cNvSpPr/>
              <p:nvPr/>
            </p:nvSpPr>
            <p:spPr>
              <a:xfrm>
                <a:off x="1714380" y="61726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4" name="Oval 2863">
                <a:extLst>
                  <a:ext uri="{FF2B5EF4-FFF2-40B4-BE49-F238E27FC236}">
                    <a16:creationId xmlns:a16="http://schemas.microsoft.com/office/drawing/2014/main" id="{9B1BF18D-DF0A-3610-86E8-F6BDEB2D6A97}"/>
                  </a:ext>
                </a:extLst>
              </p:cNvPr>
              <p:cNvSpPr/>
              <p:nvPr/>
            </p:nvSpPr>
            <p:spPr>
              <a:xfrm>
                <a:off x="1391086" y="597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5" name="Oval 2864">
                <a:extLst>
                  <a:ext uri="{FF2B5EF4-FFF2-40B4-BE49-F238E27FC236}">
                    <a16:creationId xmlns:a16="http://schemas.microsoft.com/office/drawing/2014/main" id="{8C33C3C0-1CF1-425C-84D1-4454077ACCE7}"/>
                  </a:ext>
                </a:extLst>
              </p:cNvPr>
              <p:cNvSpPr/>
              <p:nvPr/>
            </p:nvSpPr>
            <p:spPr>
              <a:xfrm>
                <a:off x="2261141" y="5478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6" name="Oval 2865">
                <a:extLst>
                  <a:ext uri="{FF2B5EF4-FFF2-40B4-BE49-F238E27FC236}">
                    <a16:creationId xmlns:a16="http://schemas.microsoft.com/office/drawing/2014/main" id="{6FF4118E-2BDC-E025-7396-D02417EAC88E}"/>
                  </a:ext>
                </a:extLst>
              </p:cNvPr>
              <p:cNvSpPr/>
              <p:nvPr/>
            </p:nvSpPr>
            <p:spPr>
              <a:xfrm>
                <a:off x="1728906" y="63333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7" name="Oval 2866">
                <a:extLst>
                  <a:ext uri="{FF2B5EF4-FFF2-40B4-BE49-F238E27FC236}">
                    <a16:creationId xmlns:a16="http://schemas.microsoft.com/office/drawing/2014/main" id="{69244517-3BD3-244D-B249-CF15CF833EB6}"/>
                  </a:ext>
                </a:extLst>
              </p:cNvPr>
              <p:cNvSpPr/>
              <p:nvPr/>
            </p:nvSpPr>
            <p:spPr>
              <a:xfrm>
                <a:off x="2279130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6B00783C-1A17-4F84-686F-A620EE409179}"/>
                  </a:ext>
                </a:extLst>
              </p:cNvPr>
              <p:cNvSpPr/>
              <p:nvPr/>
            </p:nvSpPr>
            <p:spPr>
              <a:xfrm>
                <a:off x="1506452" y="6132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D12CC544-0ACC-6035-4658-AADAFDCCB7B5}"/>
                  </a:ext>
                </a:extLst>
              </p:cNvPr>
              <p:cNvSpPr/>
              <p:nvPr/>
            </p:nvSpPr>
            <p:spPr>
              <a:xfrm>
                <a:off x="2278370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F7C0FF80-958D-518C-E5C7-78315A9EE9BE}"/>
                  </a:ext>
                </a:extLst>
              </p:cNvPr>
              <p:cNvSpPr/>
              <p:nvPr/>
            </p:nvSpPr>
            <p:spPr>
              <a:xfrm>
                <a:off x="1400461" y="599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1" name="Oval 2870">
                <a:extLst>
                  <a:ext uri="{FF2B5EF4-FFF2-40B4-BE49-F238E27FC236}">
                    <a16:creationId xmlns:a16="http://schemas.microsoft.com/office/drawing/2014/main" id="{AE5E0D7D-C81E-08CF-2F88-31AC951AE9BC}"/>
                  </a:ext>
                </a:extLst>
              </p:cNvPr>
              <p:cNvSpPr/>
              <p:nvPr/>
            </p:nvSpPr>
            <p:spPr>
              <a:xfrm>
                <a:off x="1602223" y="61723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2" name="Oval 2871">
                <a:extLst>
                  <a:ext uri="{FF2B5EF4-FFF2-40B4-BE49-F238E27FC236}">
                    <a16:creationId xmlns:a16="http://schemas.microsoft.com/office/drawing/2014/main" id="{9E0BE15C-02CB-C973-7235-843B24475B22}"/>
                  </a:ext>
                </a:extLst>
              </p:cNvPr>
              <p:cNvSpPr/>
              <p:nvPr/>
            </p:nvSpPr>
            <p:spPr>
              <a:xfrm>
                <a:off x="1537615" y="6089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3" name="Oval 2872">
                <a:extLst>
                  <a:ext uri="{FF2B5EF4-FFF2-40B4-BE49-F238E27FC236}">
                    <a16:creationId xmlns:a16="http://schemas.microsoft.com/office/drawing/2014/main" id="{2D331382-2BE0-9CE3-DF3F-8290DAA4DEAE}"/>
                  </a:ext>
                </a:extLst>
              </p:cNvPr>
              <p:cNvSpPr/>
              <p:nvPr/>
            </p:nvSpPr>
            <p:spPr>
              <a:xfrm>
                <a:off x="1444546" y="599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4" name="Oval 2873">
                <a:extLst>
                  <a:ext uri="{FF2B5EF4-FFF2-40B4-BE49-F238E27FC236}">
                    <a16:creationId xmlns:a16="http://schemas.microsoft.com/office/drawing/2014/main" id="{253AC801-10BE-2349-111B-EBECA2F3F63C}"/>
                  </a:ext>
                </a:extLst>
              </p:cNvPr>
              <p:cNvSpPr/>
              <p:nvPr/>
            </p:nvSpPr>
            <p:spPr>
              <a:xfrm>
                <a:off x="1607206" y="6377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5" name="Oval 2874">
                <a:extLst>
                  <a:ext uri="{FF2B5EF4-FFF2-40B4-BE49-F238E27FC236}">
                    <a16:creationId xmlns:a16="http://schemas.microsoft.com/office/drawing/2014/main" id="{DBF44211-1D79-3482-7A1F-366179BA6ADA}"/>
                  </a:ext>
                </a:extLst>
              </p:cNvPr>
              <p:cNvSpPr/>
              <p:nvPr/>
            </p:nvSpPr>
            <p:spPr>
              <a:xfrm>
                <a:off x="1583812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6" name="Oval 2875">
                <a:extLst>
                  <a:ext uri="{FF2B5EF4-FFF2-40B4-BE49-F238E27FC236}">
                    <a16:creationId xmlns:a16="http://schemas.microsoft.com/office/drawing/2014/main" id="{6A4B7548-FBBF-DFBF-2BF9-CAA8771245A2}"/>
                  </a:ext>
                </a:extLst>
              </p:cNvPr>
              <p:cNvSpPr/>
              <p:nvPr/>
            </p:nvSpPr>
            <p:spPr>
              <a:xfrm>
                <a:off x="1709312" y="6342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7" name="Oval 2876">
                <a:extLst>
                  <a:ext uri="{FF2B5EF4-FFF2-40B4-BE49-F238E27FC236}">
                    <a16:creationId xmlns:a16="http://schemas.microsoft.com/office/drawing/2014/main" id="{58970464-2688-C4C5-19DA-5666522AB456}"/>
                  </a:ext>
                </a:extLst>
              </p:cNvPr>
              <p:cNvSpPr/>
              <p:nvPr/>
            </p:nvSpPr>
            <p:spPr>
              <a:xfrm>
                <a:off x="2241294" y="55236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8" name="Oval 2877">
                <a:extLst>
                  <a:ext uri="{FF2B5EF4-FFF2-40B4-BE49-F238E27FC236}">
                    <a16:creationId xmlns:a16="http://schemas.microsoft.com/office/drawing/2014/main" id="{7530B480-0986-794B-BADA-945AD5E799FB}"/>
                  </a:ext>
                </a:extLst>
              </p:cNvPr>
              <p:cNvSpPr/>
              <p:nvPr/>
            </p:nvSpPr>
            <p:spPr>
              <a:xfrm>
                <a:off x="1548003" y="6213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79" name="Oval 2878">
                <a:extLst>
                  <a:ext uri="{FF2B5EF4-FFF2-40B4-BE49-F238E27FC236}">
                    <a16:creationId xmlns:a16="http://schemas.microsoft.com/office/drawing/2014/main" id="{2C505D5E-8624-459D-D1A9-0B16C34F84AF}"/>
                  </a:ext>
                </a:extLst>
              </p:cNvPr>
              <p:cNvSpPr/>
              <p:nvPr/>
            </p:nvSpPr>
            <p:spPr>
              <a:xfrm>
                <a:off x="1500540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" name="Oval 2879">
                <a:extLst>
                  <a:ext uri="{FF2B5EF4-FFF2-40B4-BE49-F238E27FC236}">
                    <a16:creationId xmlns:a16="http://schemas.microsoft.com/office/drawing/2014/main" id="{E5DADB31-DD18-2E5A-CD32-7080F636E85D}"/>
                  </a:ext>
                </a:extLst>
              </p:cNvPr>
              <p:cNvSpPr/>
              <p:nvPr/>
            </p:nvSpPr>
            <p:spPr>
              <a:xfrm>
                <a:off x="1680598" y="63559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" name="Oval 2880">
                <a:extLst>
                  <a:ext uri="{FF2B5EF4-FFF2-40B4-BE49-F238E27FC236}">
                    <a16:creationId xmlns:a16="http://schemas.microsoft.com/office/drawing/2014/main" id="{DE1D9A68-C017-8A42-2D76-C2243FA258B4}"/>
                  </a:ext>
                </a:extLst>
              </p:cNvPr>
              <p:cNvSpPr/>
              <p:nvPr/>
            </p:nvSpPr>
            <p:spPr>
              <a:xfrm>
                <a:off x="2279384" y="5501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2" name="Oval 2881">
                <a:extLst>
                  <a:ext uri="{FF2B5EF4-FFF2-40B4-BE49-F238E27FC236}">
                    <a16:creationId xmlns:a16="http://schemas.microsoft.com/office/drawing/2014/main" id="{07344BBE-FD89-B578-2182-FE354F7C94BC}"/>
                  </a:ext>
                </a:extLst>
              </p:cNvPr>
              <p:cNvSpPr/>
              <p:nvPr/>
            </p:nvSpPr>
            <p:spPr>
              <a:xfrm>
                <a:off x="1511350" y="6127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3" name="Oval 2882">
                <a:extLst>
                  <a:ext uri="{FF2B5EF4-FFF2-40B4-BE49-F238E27FC236}">
                    <a16:creationId xmlns:a16="http://schemas.microsoft.com/office/drawing/2014/main" id="{2609F604-C9A8-2475-8F77-177B883BE095}"/>
                  </a:ext>
                </a:extLst>
              </p:cNvPr>
              <p:cNvSpPr/>
              <p:nvPr/>
            </p:nvSpPr>
            <p:spPr>
              <a:xfrm>
                <a:off x="1750526" y="60852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4" name="Oval 2883">
                <a:extLst>
                  <a:ext uri="{FF2B5EF4-FFF2-40B4-BE49-F238E27FC236}">
                    <a16:creationId xmlns:a16="http://schemas.microsoft.com/office/drawing/2014/main" id="{2B263F1B-9980-95C9-7A28-554FC2D490F5}"/>
                  </a:ext>
                </a:extLst>
              </p:cNvPr>
              <p:cNvSpPr/>
              <p:nvPr/>
            </p:nvSpPr>
            <p:spPr>
              <a:xfrm>
                <a:off x="1637441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5" name="Oval 2884">
                <a:extLst>
                  <a:ext uri="{FF2B5EF4-FFF2-40B4-BE49-F238E27FC236}">
                    <a16:creationId xmlns:a16="http://schemas.microsoft.com/office/drawing/2014/main" id="{9145A3FC-845F-F9BD-C7E6-FF32F81C7DE6}"/>
                  </a:ext>
                </a:extLst>
              </p:cNvPr>
              <p:cNvSpPr/>
              <p:nvPr/>
            </p:nvSpPr>
            <p:spPr>
              <a:xfrm>
                <a:off x="1744108" y="5945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6" name="Oval 2885">
                <a:extLst>
                  <a:ext uri="{FF2B5EF4-FFF2-40B4-BE49-F238E27FC236}">
                    <a16:creationId xmlns:a16="http://schemas.microsoft.com/office/drawing/2014/main" id="{A16AC9D9-77C8-0F40-7479-4DE01915D7A5}"/>
                  </a:ext>
                </a:extLst>
              </p:cNvPr>
              <p:cNvSpPr/>
              <p:nvPr/>
            </p:nvSpPr>
            <p:spPr>
              <a:xfrm>
                <a:off x="1672406" y="63319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7" name="Oval 2886">
                <a:extLst>
                  <a:ext uri="{FF2B5EF4-FFF2-40B4-BE49-F238E27FC236}">
                    <a16:creationId xmlns:a16="http://schemas.microsoft.com/office/drawing/2014/main" id="{91BF5F44-2B6B-186D-96B1-D29BB7DE0D84}"/>
                  </a:ext>
                </a:extLst>
              </p:cNvPr>
              <p:cNvSpPr/>
              <p:nvPr/>
            </p:nvSpPr>
            <p:spPr>
              <a:xfrm>
                <a:off x="1622239" y="6173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8" name="Oval 2887">
                <a:extLst>
                  <a:ext uri="{FF2B5EF4-FFF2-40B4-BE49-F238E27FC236}">
                    <a16:creationId xmlns:a16="http://schemas.microsoft.com/office/drawing/2014/main" id="{A3E3246C-52AA-A4C2-87E3-7A141A0BF7C6}"/>
                  </a:ext>
                </a:extLst>
              </p:cNvPr>
              <p:cNvSpPr/>
              <p:nvPr/>
            </p:nvSpPr>
            <p:spPr>
              <a:xfrm>
                <a:off x="1598676" y="6284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9" name="Oval 2888">
                <a:extLst>
                  <a:ext uri="{FF2B5EF4-FFF2-40B4-BE49-F238E27FC236}">
                    <a16:creationId xmlns:a16="http://schemas.microsoft.com/office/drawing/2014/main" id="{A42602E7-98A4-1201-0479-E68969E08083}"/>
                  </a:ext>
                </a:extLst>
              </p:cNvPr>
              <p:cNvSpPr/>
              <p:nvPr/>
            </p:nvSpPr>
            <p:spPr>
              <a:xfrm>
                <a:off x="1598845" y="63562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0" name="Oval 2889">
                <a:extLst>
                  <a:ext uri="{FF2B5EF4-FFF2-40B4-BE49-F238E27FC236}">
                    <a16:creationId xmlns:a16="http://schemas.microsoft.com/office/drawing/2014/main" id="{3B25371B-F467-9922-FA3C-FFB59E9A3815}"/>
                  </a:ext>
                </a:extLst>
              </p:cNvPr>
              <p:cNvSpPr/>
              <p:nvPr/>
            </p:nvSpPr>
            <p:spPr>
              <a:xfrm>
                <a:off x="1738618" y="6266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1" name="Oval 2890">
                <a:extLst>
                  <a:ext uri="{FF2B5EF4-FFF2-40B4-BE49-F238E27FC236}">
                    <a16:creationId xmlns:a16="http://schemas.microsoft.com/office/drawing/2014/main" id="{D78D2BCF-AC95-62B1-252A-68E45B8095FE}"/>
                  </a:ext>
                </a:extLst>
              </p:cNvPr>
              <p:cNvSpPr/>
              <p:nvPr/>
            </p:nvSpPr>
            <p:spPr>
              <a:xfrm>
                <a:off x="1475625" y="6010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2" name="Oval 2891">
                <a:extLst>
                  <a:ext uri="{FF2B5EF4-FFF2-40B4-BE49-F238E27FC236}">
                    <a16:creationId xmlns:a16="http://schemas.microsoft.com/office/drawing/2014/main" id="{F6C30D15-9AD4-8B96-4528-D17CED9DD59B}"/>
                  </a:ext>
                </a:extLst>
              </p:cNvPr>
              <p:cNvSpPr/>
              <p:nvPr/>
            </p:nvSpPr>
            <p:spPr>
              <a:xfrm>
                <a:off x="1672152" y="6136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3" name="Oval 2892">
                <a:extLst>
                  <a:ext uri="{FF2B5EF4-FFF2-40B4-BE49-F238E27FC236}">
                    <a16:creationId xmlns:a16="http://schemas.microsoft.com/office/drawing/2014/main" id="{D1AFE83D-F5DE-C3CE-55B2-72986F75A1A0}"/>
                  </a:ext>
                </a:extLst>
              </p:cNvPr>
              <p:cNvSpPr/>
              <p:nvPr/>
            </p:nvSpPr>
            <p:spPr>
              <a:xfrm>
                <a:off x="1416591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4" name="Oval 2893">
                <a:extLst>
                  <a:ext uri="{FF2B5EF4-FFF2-40B4-BE49-F238E27FC236}">
                    <a16:creationId xmlns:a16="http://schemas.microsoft.com/office/drawing/2014/main" id="{990C8F0F-5860-20A2-AA78-6CAB9FFF224F}"/>
                  </a:ext>
                </a:extLst>
              </p:cNvPr>
              <p:cNvSpPr/>
              <p:nvPr/>
            </p:nvSpPr>
            <p:spPr>
              <a:xfrm>
                <a:off x="1856095" y="607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5" name="Oval 2894">
                <a:extLst>
                  <a:ext uri="{FF2B5EF4-FFF2-40B4-BE49-F238E27FC236}">
                    <a16:creationId xmlns:a16="http://schemas.microsoft.com/office/drawing/2014/main" id="{2DCDBCB6-1E39-80D1-361D-6F4301FD428B}"/>
                  </a:ext>
                </a:extLst>
              </p:cNvPr>
              <p:cNvSpPr/>
              <p:nvPr/>
            </p:nvSpPr>
            <p:spPr>
              <a:xfrm>
                <a:off x="1366256" y="597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6" name="Oval 2895">
                <a:extLst>
                  <a:ext uri="{FF2B5EF4-FFF2-40B4-BE49-F238E27FC236}">
                    <a16:creationId xmlns:a16="http://schemas.microsoft.com/office/drawing/2014/main" id="{4F24EC4F-0F20-2854-435B-25A94841EC01}"/>
                  </a:ext>
                </a:extLst>
              </p:cNvPr>
              <p:cNvSpPr/>
              <p:nvPr/>
            </p:nvSpPr>
            <p:spPr>
              <a:xfrm>
                <a:off x="2281073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7" name="Oval 2896">
                <a:extLst>
                  <a:ext uri="{FF2B5EF4-FFF2-40B4-BE49-F238E27FC236}">
                    <a16:creationId xmlns:a16="http://schemas.microsoft.com/office/drawing/2014/main" id="{C9958CCD-7B84-8F00-CEBA-941F82DE5A12}"/>
                  </a:ext>
                </a:extLst>
              </p:cNvPr>
              <p:cNvSpPr/>
              <p:nvPr/>
            </p:nvSpPr>
            <p:spPr>
              <a:xfrm>
                <a:off x="1736591" y="637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8" name="Oval 2897">
                <a:extLst>
                  <a:ext uri="{FF2B5EF4-FFF2-40B4-BE49-F238E27FC236}">
                    <a16:creationId xmlns:a16="http://schemas.microsoft.com/office/drawing/2014/main" id="{CEA77B55-97B8-EC8C-06F2-868669FF7301}"/>
                  </a:ext>
                </a:extLst>
              </p:cNvPr>
              <p:cNvSpPr/>
              <p:nvPr/>
            </p:nvSpPr>
            <p:spPr>
              <a:xfrm>
                <a:off x="1798835" y="61791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9" name="Oval 2898">
                <a:extLst>
                  <a:ext uri="{FF2B5EF4-FFF2-40B4-BE49-F238E27FC236}">
                    <a16:creationId xmlns:a16="http://schemas.microsoft.com/office/drawing/2014/main" id="{F9AB61BD-65A8-036A-282E-3A86A98BFB91}"/>
                  </a:ext>
                </a:extLst>
              </p:cNvPr>
              <p:cNvSpPr/>
              <p:nvPr/>
            </p:nvSpPr>
            <p:spPr>
              <a:xfrm>
                <a:off x="1404683" y="5978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0" name="Oval 2899">
                <a:extLst>
                  <a:ext uri="{FF2B5EF4-FFF2-40B4-BE49-F238E27FC236}">
                    <a16:creationId xmlns:a16="http://schemas.microsoft.com/office/drawing/2014/main" id="{316033B6-2175-800E-E780-A739F4E250DA}"/>
                  </a:ext>
                </a:extLst>
              </p:cNvPr>
              <p:cNvSpPr/>
              <p:nvPr/>
            </p:nvSpPr>
            <p:spPr>
              <a:xfrm>
                <a:off x="1609993" y="61242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1" name="Oval 2900">
                <a:extLst>
                  <a:ext uri="{FF2B5EF4-FFF2-40B4-BE49-F238E27FC236}">
                    <a16:creationId xmlns:a16="http://schemas.microsoft.com/office/drawing/2014/main" id="{22961AA1-3956-B062-A219-A0954BFD4326}"/>
                  </a:ext>
                </a:extLst>
              </p:cNvPr>
              <p:cNvSpPr/>
              <p:nvPr/>
            </p:nvSpPr>
            <p:spPr>
              <a:xfrm>
                <a:off x="1667761" y="5888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2" name="Oval 2901">
                <a:extLst>
                  <a:ext uri="{FF2B5EF4-FFF2-40B4-BE49-F238E27FC236}">
                    <a16:creationId xmlns:a16="http://schemas.microsoft.com/office/drawing/2014/main" id="{6FD64404-0024-3499-5FB4-54B604C3ADA1}"/>
                  </a:ext>
                </a:extLst>
              </p:cNvPr>
              <p:cNvSpPr/>
              <p:nvPr/>
            </p:nvSpPr>
            <p:spPr>
              <a:xfrm>
                <a:off x="1635330" y="63655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3" name="Oval 2902">
                <a:extLst>
                  <a:ext uri="{FF2B5EF4-FFF2-40B4-BE49-F238E27FC236}">
                    <a16:creationId xmlns:a16="http://schemas.microsoft.com/office/drawing/2014/main" id="{66FDEAFC-2705-2C94-FB75-F337CD4A150C}"/>
                  </a:ext>
                </a:extLst>
              </p:cNvPr>
              <p:cNvSpPr/>
              <p:nvPr/>
            </p:nvSpPr>
            <p:spPr>
              <a:xfrm>
                <a:off x="1802044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4" name="Oval 2903">
                <a:extLst>
                  <a:ext uri="{FF2B5EF4-FFF2-40B4-BE49-F238E27FC236}">
                    <a16:creationId xmlns:a16="http://schemas.microsoft.com/office/drawing/2014/main" id="{6C7C2A64-C0E0-EE5D-6EE7-9F41E4A0466F}"/>
                  </a:ext>
                </a:extLst>
              </p:cNvPr>
              <p:cNvSpPr/>
              <p:nvPr/>
            </p:nvSpPr>
            <p:spPr>
              <a:xfrm>
                <a:off x="1479426" y="61261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5" name="Oval 2904">
                <a:extLst>
                  <a:ext uri="{FF2B5EF4-FFF2-40B4-BE49-F238E27FC236}">
                    <a16:creationId xmlns:a16="http://schemas.microsoft.com/office/drawing/2014/main" id="{1718EFC9-A102-93CE-FC0A-899CA273113D}"/>
                  </a:ext>
                </a:extLst>
              </p:cNvPr>
              <p:cNvSpPr/>
              <p:nvPr/>
            </p:nvSpPr>
            <p:spPr>
              <a:xfrm>
                <a:off x="2293825" y="54972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6" name="Oval 2905">
                <a:extLst>
                  <a:ext uri="{FF2B5EF4-FFF2-40B4-BE49-F238E27FC236}">
                    <a16:creationId xmlns:a16="http://schemas.microsoft.com/office/drawing/2014/main" id="{CF3AC2D8-10F8-ACD6-E397-E5070C86FEFD}"/>
                  </a:ext>
                </a:extLst>
              </p:cNvPr>
              <p:cNvSpPr/>
              <p:nvPr/>
            </p:nvSpPr>
            <p:spPr>
              <a:xfrm>
                <a:off x="1724261" y="63596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7" name="Oval 2906">
                <a:extLst>
                  <a:ext uri="{FF2B5EF4-FFF2-40B4-BE49-F238E27FC236}">
                    <a16:creationId xmlns:a16="http://schemas.microsoft.com/office/drawing/2014/main" id="{20CF3E0F-7E13-3DB5-9B4A-F5D593F4B9F0}"/>
                  </a:ext>
                </a:extLst>
              </p:cNvPr>
              <p:cNvSpPr/>
              <p:nvPr/>
            </p:nvSpPr>
            <p:spPr>
              <a:xfrm>
                <a:off x="2259537" y="550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8" name="Oval 2907">
                <a:extLst>
                  <a:ext uri="{FF2B5EF4-FFF2-40B4-BE49-F238E27FC236}">
                    <a16:creationId xmlns:a16="http://schemas.microsoft.com/office/drawing/2014/main" id="{A3C7E42B-0F9C-3481-B6DD-B492B6D9E4C7}"/>
                  </a:ext>
                </a:extLst>
              </p:cNvPr>
              <p:cNvSpPr/>
              <p:nvPr/>
            </p:nvSpPr>
            <p:spPr>
              <a:xfrm>
                <a:off x="1887090" y="62596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09" name="Oval 2908">
                <a:extLst>
                  <a:ext uri="{FF2B5EF4-FFF2-40B4-BE49-F238E27FC236}">
                    <a16:creationId xmlns:a16="http://schemas.microsoft.com/office/drawing/2014/main" id="{FB35EFBD-C0DE-EE81-A9A5-64DC1E01C108}"/>
                  </a:ext>
                </a:extLst>
              </p:cNvPr>
              <p:cNvSpPr/>
              <p:nvPr/>
            </p:nvSpPr>
            <p:spPr>
              <a:xfrm>
                <a:off x="1501384" y="61602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0" name="Oval 2909">
                <a:extLst>
                  <a:ext uri="{FF2B5EF4-FFF2-40B4-BE49-F238E27FC236}">
                    <a16:creationId xmlns:a16="http://schemas.microsoft.com/office/drawing/2014/main" id="{FA57A92A-FFA6-FA86-44E9-85D9440C76FE}"/>
                  </a:ext>
                </a:extLst>
              </p:cNvPr>
              <p:cNvSpPr/>
              <p:nvPr/>
            </p:nvSpPr>
            <p:spPr>
              <a:xfrm>
                <a:off x="1643353" y="6395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1" name="Oval 2910">
                <a:extLst>
                  <a:ext uri="{FF2B5EF4-FFF2-40B4-BE49-F238E27FC236}">
                    <a16:creationId xmlns:a16="http://schemas.microsoft.com/office/drawing/2014/main" id="{3F96E61E-71CF-CFAB-C947-A48147AD4494}"/>
                  </a:ext>
                </a:extLst>
              </p:cNvPr>
              <p:cNvSpPr/>
              <p:nvPr/>
            </p:nvSpPr>
            <p:spPr>
              <a:xfrm>
                <a:off x="1530606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2" name="Oval 2911">
                <a:extLst>
                  <a:ext uri="{FF2B5EF4-FFF2-40B4-BE49-F238E27FC236}">
                    <a16:creationId xmlns:a16="http://schemas.microsoft.com/office/drawing/2014/main" id="{D30C1EBF-85AD-358F-BD92-2378D3FE6132}"/>
                  </a:ext>
                </a:extLst>
              </p:cNvPr>
              <p:cNvSpPr/>
              <p:nvPr/>
            </p:nvSpPr>
            <p:spPr>
              <a:xfrm>
                <a:off x="1586008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3" name="Oval 2912">
                <a:extLst>
                  <a:ext uri="{FF2B5EF4-FFF2-40B4-BE49-F238E27FC236}">
                    <a16:creationId xmlns:a16="http://schemas.microsoft.com/office/drawing/2014/main" id="{2A367930-4A3F-5592-FEEB-440A9C8D5950}"/>
                  </a:ext>
                </a:extLst>
              </p:cNvPr>
              <p:cNvSpPr/>
              <p:nvPr/>
            </p:nvSpPr>
            <p:spPr>
              <a:xfrm>
                <a:off x="1663031" y="6116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4" name="Oval 2913">
                <a:extLst>
                  <a:ext uri="{FF2B5EF4-FFF2-40B4-BE49-F238E27FC236}">
                    <a16:creationId xmlns:a16="http://schemas.microsoft.com/office/drawing/2014/main" id="{7FFDD925-3384-69EA-01C0-FD4ABB1712AA}"/>
                  </a:ext>
                </a:extLst>
              </p:cNvPr>
              <p:cNvSpPr/>
              <p:nvPr/>
            </p:nvSpPr>
            <p:spPr>
              <a:xfrm>
                <a:off x="2278455" y="56617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5" name="Oval 2914">
                <a:extLst>
                  <a:ext uri="{FF2B5EF4-FFF2-40B4-BE49-F238E27FC236}">
                    <a16:creationId xmlns:a16="http://schemas.microsoft.com/office/drawing/2014/main" id="{9BCF927B-7C29-0B4F-8514-20E44DEE4609}"/>
                  </a:ext>
                </a:extLst>
              </p:cNvPr>
              <p:cNvSpPr/>
              <p:nvPr/>
            </p:nvSpPr>
            <p:spPr>
              <a:xfrm>
                <a:off x="1743855" y="59584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6" name="Oval 2915">
                <a:extLst>
                  <a:ext uri="{FF2B5EF4-FFF2-40B4-BE49-F238E27FC236}">
                    <a16:creationId xmlns:a16="http://schemas.microsoft.com/office/drawing/2014/main" id="{A75AA6DB-1ECB-31A4-EA5A-3AFE7D4402A6}"/>
                  </a:ext>
                </a:extLst>
              </p:cNvPr>
              <p:cNvSpPr/>
              <p:nvPr/>
            </p:nvSpPr>
            <p:spPr>
              <a:xfrm>
                <a:off x="1653488" y="63804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3CF43691-5384-98CF-AA63-094FB6A18650}"/>
                  </a:ext>
                </a:extLst>
              </p:cNvPr>
              <p:cNvSpPr/>
              <p:nvPr/>
            </p:nvSpPr>
            <p:spPr>
              <a:xfrm>
                <a:off x="1521485" y="61491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8" name="Oval 2917">
                <a:extLst>
                  <a:ext uri="{FF2B5EF4-FFF2-40B4-BE49-F238E27FC236}">
                    <a16:creationId xmlns:a16="http://schemas.microsoft.com/office/drawing/2014/main" id="{11838505-90D6-F164-7604-1AA6F76D890F}"/>
                  </a:ext>
                </a:extLst>
              </p:cNvPr>
              <p:cNvSpPr/>
              <p:nvPr/>
            </p:nvSpPr>
            <p:spPr>
              <a:xfrm>
                <a:off x="1422250" y="5989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19" name="Oval 2918">
                <a:extLst>
                  <a:ext uri="{FF2B5EF4-FFF2-40B4-BE49-F238E27FC236}">
                    <a16:creationId xmlns:a16="http://schemas.microsoft.com/office/drawing/2014/main" id="{3A81CB40-1E3A-F477-EA89-35BA4A22F2B5}"/>
                  </a:ext>
                </a:extLst>
              </p:cNvPr>
              <p:cNvSpPr/>
              <p:nvPr/>
            </p:nvSpPr>
            <p:spPr>
              <a:xfrm>
                <a:off x="1749513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0" name="Oval 2919">
                <a:extLst>
                  <a:ext uri="{FF2B5EF4-FFF2-40B4-BE49-F238E27FC236}">
                    <a16:creationId xmlns:a16="http://schemas.microsoft.com/office/drawing/2014/main" id="{DA5E2122-0668-8EA3-0030-4EB3C9520ADF}"/>
                  </a:ext>
                </a:extLst>
              </p:cNvPr>
              <p:cNvSpPr/>
              <p:nvPr/>
            </p:nvSpPr>
            <p:spPr>
              <a:xfrm>
                <a:off x="1713282" y="6252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1" name="Oval 2920">
                <a:extLst>
                  <a:ext uri="{FF2B5EF4-FFF2-40B4-BE49-F238E27FC236}">
                    <a16:creationId xmlns:a16="http://schemas.microsoft.com/office/drawing/2014/main" id="{52B96EEC-562C-40EA-4C01-D9ED2CFB54E9}"/>
                  </a:ext>
                </a:extLst>
              </p:cNvPr>
              <p:cNvSpPr/>
              <p:nvPr/>
            </p:nvSpPr>
            <p:spPr>
              <a:xfrm>
                <a:off x="1744023" y="63563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2" name="Oval 2921">
                <a:extLst>
                  <a:ext uri="{FF2B5EF4-FFF2-40B4-BE49-F238E27FC236}">
                    <a16:creationId xmlns:a16="http://schemas.microsoft.com/office/drawing/2014/main" id="{4A7E02EF-BA51-D292-6985-A7DC0CC63C40}"/>
                  </a:ext>
                </a:extLst>
              </p:cNvPr>
              <p:cNvSpPr/>
              <p:nvPr/>
            </p:nvSpPr>
            <p:spPr>
              <a:xfrm>
                <a:off x="2271023" y="5493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3" name="Oval 2922">
                <a:extLst>
                  <a:ext uri="{FF2B5EF4-FFF2-40B4-BE49-F238E27FC236}">
                    <a16:creationId xmlns:a16="http://schemas.microsoft.com/office/drawing/2014/main" id="{A61FDA04-3D56-7A46-5CF7-D27A803297E1}"/>
                  </a:ext>
                </a:extLst>
              </p:cNvPr>
              <p:cNvSpPr/>
              <p:nvPr/>
            </p:nvSpPr>
            <p:spPr>
              <a:xfrm>
                <a:off x="1493699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4" name="Oval 2923">
                <a:extLst>
                  <a:ext uri="{FF2B5EF4-FFF2-40B4-BE49-F238E27FC236}">
                    <a16:creationId xmlns:a16="http://schemas.microsoft.com/office/drawing/2014/main" id="{66907011-B873-C154-4DD3-4BF3181986E8}"/>
                  </a:ext>
                </a:extLst>
              </p:cNvPr>
              <p:cNvSpPr/>
              <p:nvPr/>
            </p:nvSpPr>
            <p:spPr>
              <a:xfrm>
                <a:off x="2291123" y="55902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5" name="Oval 2924">
                <a:extLst>
                  <a:ext uri="{FF2B5EF4-FFF2-40B4-BE49-F238E27FC236}">
                    <a16:creationId xmlns:a16="http://schemas.microsoft.com/office/drawing/2014/main" id="{ED209EB4-CE43-7A73-7AAB-5B5FE0FCD447}"/>
                  </a:ext>
                </a:extLst>
              </p:cNvPr>
              <p:cNvSpPr/>
              <p:nvPr/>
            </p:nvSpPr>
            <p:spPr>
              <a:xfrm>
                <a:off x="1998064" y="5231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6" name="Oval 2925">
                <a:extLst>
                  <a:ext uri="{FF2B5EF4-FFF2-40B4-BE49-F238E27FC236}">
                    <a16:creationId xmlns:a16="http://schemas.microsoft.com/office/drawing/2014/main" id="{71E44938-CFA0-A956-17F3-FF6787490C17}"/>
                  </a:ext>
                </a:extLst>
              </p:cNvPr>
              <p:cNvSpPr/>
              <p:nvPr/>
            </p:nvSpPr>
            <p:spPr>
              <a:xfrm>
                <a:off x="1631529" y="629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7" name="Oval 2926">
                <a:extLst>
                  <a:ext uri="{FF2B5EF4-FFF2-40B4-BE49-F238E27FC236}">
                    <a16:creationId xmlns:a16="http://schemas.microsoft.com/office/drawing/2014/main" id="{36E126DB-1DDB-1ED4-CB8A-0EA362AB4B02}"/>
                  </a:ext>
                </a:extLst>
              </p:cNvPr>
              <p:cNvSpPr/>
              <p:nvPr/>
            </p:nvSpPr>
            <p:spPr>
              <a:xfrm>
                <a:off x="1611682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8" name="Oval 2927">
                <a:extLst>
                  <a:ext uri="{FF2B5EF4-FFF2-40B4-BE49-F238E27FC236}">
                    <a16:creationId xmlns:a16="http://schemas.microsoft.com/office/drawing/2014/main" id="{2E3FCBB0-460E-7F72-2421-4CF852FBF724}"/>
                  </a:ext>
                </a:extLst>
              </p:cNvPr>
              <p:cNvSpPr/>
              <p:nvPr/>
            </p:nvSpPr>
            <p:spPr>
              <a:xfrm>
                <a:off x="2278286" y="55009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9" name="Oval 2928">
                <a:extLst>
                  <a:ext uri="{FF2B5EF4-FFF2-40B4-BE49-F238E27FC236}">
                    <a16:creationId xmlns:a16="http://schemas.microsoft.com/office/drawing/2014/main" id="{08FC672B-DCB0-1983-4DB2-612E985C651D}"/>
                  </a:ext>
                </a:extLst>
              </p:cNvPr>
              <p:cNvSpPr/>
              <p:nvPr/>
            </p:nvSpPr>
            <p:spPr>
              <a:xfrm>
                <a:off x="1540571" y="61187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0" name="Oval 2929">
                <a:extLst>
                  <a:ext uri="{FF2B5EF4-FFF2-40B4-BE49-F238E27FC236}">
                    <a16:creationId xmlns:a16="http://schemas.microsoft.com/office/drawing/2014/main" id="{7B26A2F4-C6B7-334D-D89B-24885182E8AB}"/>
                  </a:ext>
                </a:extLst>
              </p:cNvPr>
              <p:cNvSpPr/>
              <p:nvPr/>
            </p:nvSpPr>
            <p:spPr>
              <a:xfrm>
                <a:off x="2240365" y="5553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1" name="Oval 2930">
                <a:extLst>
                  <a:ext uri="{FF2B5EF4-FFF2-40B4-BE49-F238E27FC236}">
                    <a16:creationId xmlns:a16="http://schemas.microsoft.com/office/drawing/2014/main" id="{4FC75B4B-3E64-051E-AEFA-FC14BC863732}"/>
                  </a:ext>
                </a:extLst>
              </p:cNvPr>
              <p:cNvSpPr/>
              <p:nvPr/>
            </p:nvSpPr>
            <p:spPr>
              <a:xfrm>
                <a:off x="2238254" y="54811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2" name="Oval 2931">
                <a:extLst>
                  <a:ext uri="{FF2B5EF4-FFF2-40B4-BE49-F238E27FC236}">
                    <a16:creationId xmlns:a16="http://schemas.microsoft.com/office/drawing/2014/main" id="{E96F5DA2-ED7A-44BC-4420-BA31C5B42068}"/>
                  </a:ext>
                </a:extLst>
              </p:cNvPr>
              <p:cNvSpPr/>
              <p:nvPr/>
            </p:nvSpPr>
            <p:spPr>
              <a:xfrm>
                <a:off x="1557209" y="61348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3" name="Oval 2932">
                <a:extLst>
                  <a:ext uri="{FF2B5EF4-FFF2-40B4-BE49-F238E27FC236}">
                    <a16:creationId xmlns:a16="http://schemas.microsoft.com/office/drawing/2014/main" id="{8125B9A4-6485-4850-F41B-F7B523C1C12E}"/>
                  </a:ext>
                </a:extLst>
              </p:cNvPr>
              <p:cNvSpPr/>
              <p:nvPr/>
            </p:nvSpPr>
            <p:spPr>
              <a:xfrm>
                <a:off x="2259114" y="5556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4" name="Oval 2933">
                <a:extLst>
                  <a:ext uri="{FF2B5EF4-FFF2-40B4-BE49-F238E27FC236}">
                    <a16:creationId xmlns:a16="http://schemas.microsoft.com/office/drawing/2014/main" id="{845D4EF2-D0F6-173F-5ED3-114D89207C67}"/>
                  </a:ext>
                </a:extLst>
              </p:cNvPr>
              <p:cNvSpPr/>
              <p:nvPr/>
            </p:nvSpPr>
            <p:spPr>
              <a:xfrm>
                <a:off x="1543189" y="6062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5" name="Oval 2934">
                <a:extLst>
                  <a:ext uri="{FF2B5EF4-FFF2-40B4-BE49-F238E27FC236}">
                    <a16:creationId xmlns:a16="http://schemas.microsoft.com/office/drawing/2014/main" id="{3E3D5FE5-7676-3491-9C6A-DA2CF283CB08}"/>
                  </a:ext>
                </a:extLst>
              </p:cNvPr>
              <p:cNvSpPr/>
              <p:nvPr/>
            </p:nvSpPr>
            <p:spPr>
              <a:xfrm>
                <a:off x="1616496" y="6386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6" name="Oval 2935">
                <a:extLst>
                  <a:ext uri="{FF2B5EF4-FFF2-40B4-BE49-F238E27FC236}">
                    <a16:creationId xmlns:a16="http://schemas.microsoft.com/office/drawing/2014/main" id="{6CD54D8B-7C37-9248-3314-BC9F6CFB73BF}"/>
                  </a:ext>
                </a:extLst>
              </p:cNvPr>
              <p:cNvSpPr/>
              <p:nvPr/>
            </p:nvSpPr>
            <p:spPr>
              <a:xfrm>
                <a:off x="1680851" y="63032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7" name="Oval 2936">
                <a:extLst>
                  <a:ext uri="{FF2B5EF4-FFF2-40B4-BE49-F238E27FC236}">
                    <a16:creationId xmlns:a16="http://schemas.microsoft.com/office/drawing/2014/main" id="{1B6CC976-2F2C-FCD8-0C81-FECF4914F35C}"/>
                  </a:ext>
                </a:extLst>
              </p:cNvPr>
              <p:cNvSpPr/>
              <p:nvPr/>
            </p:nvSpPr>
            <p:spPr>
              <a:xfrm>
                <a:off x="1394549" y="5972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8" name="Oval 2937">
                <a:extLst>
                  <a:ext uri="{FF2B5EF4-FFF2-40B4-BE49-F238E27FC236}">
                    <a16:creationId xmlns:a16="http://schemas.microsoft.com/office/drawing/2014/main" id="{F363D0FD-53D3-0822-E995-0E07713F05F4}"/>
                  </a:ext>
                </a:extLst>
              </p:cNvPr>
              <p:cNvSpPr/>
              <p:nvPr/>
            </p:nvSpPr>
            <p:spPr>
              <a:xfrm>
                <a:off x="1753567" y="6196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39" name="Oval 2938">
                <a:extLst>
                  <a:ext uri="{FF2B5EF4-FFF2-40B4-BE49-F238E27FC236}">
                    <a16:creationId xmlns:a16="http://schemas.microsoft.com/office/drawing/2014/main" id="{54847B99-2DA5-AB2C-EB0C-ECABAB6EA4DA}"/>
                  </a:ext>
                </a:extLst>
              </p:cNvPr>
              <p:cNvSpPr/>
              <p:nvPr/>
            </p:nvSpPr>
            <p:spPr>
              <a:xfrm>
                <a:off x="2218745" y="5603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0" name="Oval 2939">
                <a:extLst>
                  <a:ext uri="{FF2B5EF4-FFF2-40B4-BE49-F238E27FC236}">
                    <a16:creationId xmlns:a16="http://schemas.microsoft.com/office/drawing/2014/main" id="{339D8DF9-B190-0CED-4E0E-CEA572106651}"/>
                  </a:ext>
                </a:extLst>
              </p:cNvPr>
              <p:cNvSpPr/>
              <p:nvPr/>
            </p:nvSpPr>
            <p:spPr>
              <a:xfrm>
                <a:off x="1452400" y="600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1" name="Oval 2940">
                <a:extLst>
                  <a:ext uri="{FF2B5EF4-FFF2-40B4-BE49-F238E27FC236}">
                    <a16:creationId xmlns:a16="http://schemas.microsoft.com/office/drawing/2014/main" id="{51A1403C-C063-52CE-2722-7FC7E587C3CE}"/>
                  </a:ext>
                </a:extLst>
              </p:cNvPr>
              <p:cNvSpPr/>
              <p:nvPr/>
            </p:nvSpPr>
            <p:spPr>
              <a:xfrm>
                <a:off x="1648420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2" name="Oval 2941">
                <a:extLst>
                  <a:ext uri="{FF2B5EF4-FFF2-40B4-BE49-F238E27FC236}">
                    <a16:creationId xmlns:a16="http://schemas.microsoft.com/office/drawing/2014/main" id="{8FFB43AF-821B-4BA2-9897-14C511762E68}"/>
                  </a:ext>
                </a:extLst>
              </p:cNvPr>
              <p:cNvSpPr/>
              <p:nvPr/>
            </p:nvSpPr>
            <p:spPr>
              <a:xfrm>
                <a:off x="2222377" y="554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3" name="Oval 2942">
                <a:extLst>
                  <a:ext uri="{FF2B5EF4-FFF2-40B4-BE49-F238E27FC236}">
                    <a16:creationId xmlns:a16="http://schemas.microsoft.com/office/drawing/2014/main" id="{133E985A-3F16-CF38-9C34-36EF6BC1AE9E}"/>
                  </a:ext>
                </a:extLst>
              </p:cNvPr>
              <p:cNvSpPr/>
              <p:nvPr/>
            </p:nvSpPr>
            <p:spPr>
              <a:xfrm>
                <a:off x="1653741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4" name="Oval 2943">
                <a:extLst>
                  <a:ext uri="{FF2B5EF4-FFF2-40B4-BE49-F238E27FC236}">
                    <a16:creationId xmlns:a16="http://schemas.microsoft.com/office/drawing/2014/main" id="{50F2DA9E-B702-0AE7-2734-C4193EDE055D}"/>
                  </a:ext>
                </a:extLst>
              </p:cNvPr>
              <p:cNvSpPr/>
              <p:nvPr/>
            </p:nvSpPr>
            <p:spPr>
              <a:xfrm>
                <a:off x="1753398" y="63129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5" name="Oval 2944">
                <a:extLst>
                  <a:ext uri="{FF2B5EF4-FFF2-40B4-BE49-F238E27FC236}">
                    <a16:creationId xmlns:a16="http://schemas.microsoft.com/office/drawing/2014/main" id="{7BE896B6-E159-ECBB-FF6D-4B976EC8AFC4}"/>
                  </a:ext>
                </a:extLst>
              </p:cNvPr>
              <p:cNvSpPr/>
              <p:nvPr/>
            </p:nvSpPr>
            <p:spPr>
              <a:xfrm>
                <a:off x="1626631" y="62993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6" name="Oval 2945">
                <a:extLst>
                  <a:ext uri="{FF2B5EF4-FFF2-40B4-BE49-F238E27FC236}">
                    <a16:creationId xmlns:a16="http://schemas.microsoft.com/office/drawing/2014/main" id="{4CE2D294-7114-DF73-3599-5DDB303BB829}"/>
                  </a:ext>
                </a:extLst>
              </p:cNvPr>
              <p:cNvSpPr/>
              <p:nvPr/>
            </p:nvSpPr>
            <p:spPr>
              <a:xfrm>
                <a:off x="1759056" y="63206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7" name="Oval 2946">
                <a:extLst>
                  <a:ext uri="{FF2B5EF4-FFF2-40B4-BE49-F238E27FC236}">
                    <a16:creationId xmlns:a16="http://schemas.microsoft.com/office/drawing/2014/main" id="{AB4CD895-310A-DAED-F367-7FDCB52BE379}"/>
                  </a:ext>
                </a:extLst>
              </p:cNvPr>
              <p:cNvSpPr/>
              <p:nvPr/>
            </p:nvSpPr>
            <p:spPr>
              <a:xfrm>
                <a:off x="1507803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8" name="Oval 2947">
                <a:extLst>
                  <a:ext uri="{FF2B5EF4-FFF2-40B4-BE49-F238E27FC236}">
                    <a16:creationId xmlns:a16="http://schemas.microsoft.com/office/drawing/2014/main" id="{A8D076D8-C68E-1928-BC75-5097F69A9D33}"/>
                  </a:ext>
                </a:extLst>
              </p:cNvPr>
              <p:cNvSpPr/>
              <p:nvPr/>
            </p:nvSpPr>
            <p:spPr>
              <a:xfrm>
                <a:off x="1457383" y="5969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9" name="Oval 2948">
                <a:extLst>
                  <a:ext uri="{FF2B5EF4-FFF2-40B4-BE49-F238E27FC236}">
                    <a16:creationId xmlns:a16="http://schemas.microsoft.com/office/drawing/2014/main" id="{1F85799E-D766-2A18-F8FF-96001CD8FCC2}"/>
                  </a:ext>
                </a:extLst>
              </p:cNvPr>
              <p:cNvSpPr/>
              <p:nvPr/>
            </p:nvSpPr>
            <p:spPr>
              <a:xfrm>
                <a:off x="3905480" y="8386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0" name="Oval 2949">
                <a:extLst>
                  <a:ext uri="{FF2B5EF4-FFF2-40B4-BE49-F238E27FC236}">
                    <a16:creationId xmlns:a16="http://schemas.microsoft.com/office/drawing/2014/main" id="{2285D299-BA15-D7AD-1FBD-A7FDBFAD2124}"/>
                  </a:ext>
                </a:extLst>
              </p:cNvPr>
              <p:cNvSpPr/>
              <p:nvPr/>
            </p:nvSpPr>
            <p:spPr>
              <a:xfrm>
                <a:off x="1723585" y="60817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1" name="Oval 2950">
                <a:extLst>
                  <a:ext uri="{FF2B5EF4-FFF2-40B4-BE49-F238E27FC236}">
                    <a16:creationId xmlns:a16="http://schemas.microsoft.com/office/drawing/2014/main" id="{F7EA350F-2541-8721-4007-81A36E749C62}"/>
                  </a:ext>
                </a:extLst>
              </p:cNvPr>
              <p:cNvSpPr/>
              <p:nvPr/>
            </p:nvSpPr>
            <p:spPr>
              <a:xfrm>
                <a:off x="1797061" y="6153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2" name="Oval 2951">
                <a:extLst>
                  <a:ext uri="{FF2B5EF4-FFF2-40B4-BE49-F238E27FC236}">
                    <a16:creationId xmlns:a16="http://schemas.microsoft.com/office/drawing/2014/main" id="{56E0C462-6E2C-6AB9-CA7C-DAA620490A7D}"/>
                  </a:ext>
                </a:extLst>
              </p:cNvPr>
              <p:cNvSpPr/>
              <p:nvPr/>
            </p:nvSpPr>
            <p:spPr>
              <a:xfrm>
                <a:off x="1674348" y="6389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3" name="Oval 2952">
                <a:extLst>
                  <a:ext uri="{FF2B5EF4-FFF2-40B4-BE49-F238E27FC236}">
                    <a16:creationId xmlns:a16="http://schemas.microsoft.com/office/drawing/2014/main" id="{8DED65EB-1FAD-5159-DC3A-05A08A173E96}"/>
                  </a:ext>
                </a:extLst>
              </p:cNvPr>
              <p:cNvSpPr/>
              <p:nvPr/>
            </p:nvSpPr>
            <p:spPr>
              <a:xfrm>
                <a:off x="1997220" y="640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4" name="Oval 2953">
                <a:extLst>
                  <a:ext uri="{FF2B5EF4-FFF2-40B4-BE49-F238E27FC236}">
                    <a16:creationId xmlns:a16="http://schemas.microsoft.com/office/drawing/2014/main" id="{709BB4C4-00D6-DA50-790E-CB5AFAB8D808}"/>
                  </a:ext>
                </a:extLst>
              </p:cNvPr>
              <p:cNvSpPr/>
              <p:nvPr/>
            </p:nvSpPr>
            <p:spPr>
              <a:xfrm>
                <a:off x="1636428" y="62245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5" name="Oval 2954">
                <a:extLst>
                  <a:ext uri="{FF2B5EF4-FFF2-40B4-BE49-F238E27FC236}">
                    <a16:creationId xmlns:a16="http://schemas.microsoft.com/office/drawing/2014/main" id="{4039016B-D3D0-ACD4-F12B-98320E3476D7}"/>
                  </a:ext>
                </a:extLst>
              </p:cNvPr>
              <p:cNvSpPr/>
              <p:nvPr/>
            </p:nvSpPr>
            <p:spPr>
              <a:xfrm>
                <a:off x="1690563" y="63541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6" name="Oval 2955">
                <a:extLst>
                  <a:ext uri="{FF2B5EF4-FFF2-40B4-BE49-F238E27FC236}">
                    <a16:creationId xmlns:a16="http://schemas.microsoft.com/office/drawing/2014/main" id="{EF130C9F-598D-8260-2693-5357B454F5B3}"/>
                  </a:ext>
                </a:extLst>
              </p:cNvPr>
              <p:cNvSpPr/>
              <p:nvPr/>
            </p:nvSpPr>
            <p:spPr>
              <a:xfrm>
                <a:off x="1723923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7" name="Oval 2956">
                <a:extLst>
                  <a:ext uri="{FF2B5EF4-FFF2-40B4-BE49-F238E27FC236}">
                    <a16:creationId xmlns:a16="http://schemas.microsoft.com/office/drawing/2014/main" id="{EF283DAD-1FF2-27FA-492C-587697CBE41F}"/>
                  </a:ext>
                </a:extLst>
              </p:cNvPr>
              <p:cNvSpPr/>
              <p:nvPr/>
            </p:nvSpPr>
            <p:spPr>
              <a:xfrm>
                <a:off x="1423855" y="6013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8" name="Oval 2957">
                <a:extLst>
                  <a:ext uri="{FF2B5EF4-FFF2-40B4-BE49-F238E27FC236}">
                    <a16:creationId xmlns:a16="http://schemas.microsoft.com/office/drawing/2014/main" id="{55324444-A260-6875-648D-1CDE34AE3AF5}"/>
                  </a:ext>
                </a:extLst>
              </p:cNvPr>
              <p:cNvSpPr/>
              <p:nvPr/>
            </p:nvSpPr>
            <p:spPr>
              <a:xfrm>
                <a:off x="1458734" y="5995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59" name="Oval 2958">
                <a:extLst>
                  <a:ext uri="{FF2B5EF4-FFF2-40B4-BE49-F238E27FC236}">
                    <a16:creationId xmlns:a16="http://schemas.microsoft.com/office/drawing/2014/main" id="{ED43D97D-FB6A-24B9-974A-44E1F0B30C9D}"/>
                  </a:ext>
                </a:extLst>
              </p:cNvPr>
              <p:cNvSpPr/>
              <p:nvPr/>
            </p:nvSpPr>
            <p:spPr>
              <a:xfrm>
                <a:off x="1508310" y="6173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0" name="Oval 2959">
                <a:extLst>
                  <a:ext uri="{FF2B5EF4-FFF2-40B4-BE49-F238E27FC236}">
                    <a16:creationId xmlns:a16="http://schemas.microsoft.com/office/drawing/2014/main" id="{431C0364-0787-165C-C068-DE6078F9C66E}"/>
                  </a:ext>
                </a:extLst>
              </p:cNvPr>
              <p:cNvSpPr/>
              <p:nvPr/>
            </p:nvSpPr>
            <p:spPr>
              <a:xfrm>
                <a:off x="1669450" y="62754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1" name="Oval 2960">
                <a:extLst>
                  <a:ext uri="{FF2B5EF4-FFF2-40B4-BE49-F238E27FC236}">
                    <a16:creationId xmlns:a16="http://schemas.microsoft.com/office/drawing/2014/main" id="{B7C5CBD1-6528-0DA2-4489-621E0BE6F207}"/>
                  </a:ext>
                </a:extLst>
              </p:cNvPr>
              <p:cNvSpPr/>
              <p:nvPr/>
            </p:nvSpPr>
            <p:spPr>
              <a:xfrm>
                <a:off x="1781521" y="6139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2" name="Oval 2961">
                <a:extLst>
                  <a:ext uri="{FF2B5EF4-FFF2-40B4-BE49-F238E27FC236}">
                    <a16:creationId xmlns:a16="http://schemas.microsoft.com/office/drawing/2014/main" id="{C9BBD30D-9884-6783-6FF2-34DB70105789}"/>
                  </a:ext>
                </a:extLst>
              </p:cNvPr>
              <p:cNvSpPr/>
              <p:nvPr/>
            </p:nvSpPr>
            <p:spPr>
              <a:xfrm>
                <a:off x="1685243" y="6292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3" name="Oval 2962">
                <a:extLst>
                  <a:ext uri="{FF2B5EF4-FFF2-40B4-BE49-F238E27FC236}">
                    <a16:creationId xmlns:a16="http://schemas.microsoft.com/office/drawing/2014/main" id="{1DFCE637-736C-3711-0C32-EFF28B628B8B}"/>
                  </a:ext>
                </a:extLst>
              </p:cNvPr>
              <p:cNvSpPr/>
              <p:nvPr/>
            </p:nvSpPr>
            <p:spPr>
              <a:xfrm>
                <a:off x="1423855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4" name="Oval 2963">
                <a:extLst>
                  <a:ext uri="{FF2B5EF4-FFF2-40B4-BE49-F238E27FC236}">
                    <a16:creationId xmlns:a16="http://schemas.microsoft.com/office/drawing/2014/main" id="{94C42927-303E-EC26-409D-EDF2FF521F90}"/>
                  </a:ext>
                </a:extLst>
              </p:cNvPr>
              <p:cNvSpPr/>
              <p:nvPr/>
            </p:nvSpPr>
            <p:spPr>
              <a:xfrm>
                <a:off x="2309787" y="549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5" name="Oval 2964">
                <a:extLst>
                  <a:ext uri="{FF2B5EF4-FFF2-40B4-BE49-F238E27FC236}">
                    <a16:creationId xmlns:a16="http://schemas.microsoft.com/office/drawing/2014/main" id="{81BFF791-B885-650D-D734-28763E76B6CA}"/>
                  </a:ext>
                </a:extLst>
              </p:cNvPr>
              <p:cNvSpPr/>
              <p:nvPr/>
            </p:nvSpPr>
            <p:spPr>
              <a:xfrm>
                <a:off x="1801706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6" name="Oval 2965">
                <a:extLst>
                  <a:ext uri="{FF2B5EF4-FFF2-40B4-BE49-F238E27FC236}">
                    <a16:creationId xmlns:a16="http://schemas.microsoft.com/office/drawing/2014/main" id="{9E7BD4E5-902E-864E-E9EB-4257B159B0F2}"/>
                  </a:ext>
                </a:extLst>
              </p:cNvPr>
              <p:cNvSpPr/>
              <p:nvPr/>
            </p:nvSpPr>
            <p:spPr>
              <a:xfrm>
                <a:off x="2204050" y="55409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7" name="Oval 2966">
                <a:extLst>
                  <a:ext uri="{FF2B5EF4-FFF2-40B4-BE49-F238E27FC236}">
                    <a16:creationId xmlns:a16="http://schemas.microsoft.com/office/drawing/2014/main" id="{C4C901CB-D4E6-5821-9EE9-9C12EEEEF4FE}"/>
                  </a:ext>
                </a:extLst>
              </p:cNvPr>
              <p:cNvSpPr/>
              <p:nvPr/>
            </p:nvSpPr>
            <p:spPr>
              <a:xfrm>
                <a:off x="1626547" y="636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8" name="Oval 2967">
                <a:extLst>
                  <a:ext uri="{FF2B5EF4-FFF2-40B4-BE49-F238E27FC236}">
                    <a16:creationId xmlns:a16="http://schemas.microsoft.com/office/drawing/2014/main" id="{B821A375-C73F-EE67-D52F-E278E97BA3C8}"/>
                  </a:ext>
                </a:extLst>
              </p:cNvPr>
              <p:cNvSpPr/>
              <p:nvPr/>
            </p:nvSpPr>
            <p:spPr>
              <a:xfrm>
                <a:off x="1894776" y="602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9" name="Oval 2968">
                <a:extLst>
                  <a:ext uri="{FF2B5EF4-FFF2-40B4-BE49-F238E27FC236}">
                    <a16:creationId xmlns:a16="http://schemas.microsoft.com/office/drawing/2014/main" id="{76AE216F-51FA-918B-6D2D-4C0E5542C0AC}"/>
                  </a:ext>
                </a:extLst>
              </p:cNvPr>
              <p:cNvSpPr/>
              <p:nvPr/>
            </p:nvSpPr>
            <p:spPr>
              <a:xfrm>
                <a:off x="1383316" y="6003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0" name="Oval 2969">
                <a:extLst>
                  <a:ext uri="{FF2B5EF4-FFF2-40B4-BE49-F238E27FC236}">
                    <a16:creationId xmlns:a16="http://schemas.microsoft.com/office/drawing/2014/main" id="{EC0015C0-9FE1-AD9C-A0E3-1B2B767AD2F0}"/>
                  </a:ext>
                </a:extLst>
              </p:cNvPr>
              <p:cNvSpPr/>
              <p:nvPr/>
            </p:nvSpPr>
            <p:spPr>
              <a:xfrm>
                <a:off x="2269840" y="5432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1" name="Oval 2970">
                <a:extLst>
                  <a:ext uri="{FF2B5EF4-FFF2-40B4-BE49-F238E27FC236}">
                    <a16:creationId xmlns:a16="http://schemas.microsoft.com/office/drawing/2014/main" id="{0924E468-70EF-A1F4-D7BE-40353A36C3E5}"/>
                  </a:ext>
                </a:extLst>
              </p:cNvPr>
              <p:cNvSpPr/>
              <p:nvPr/>
            </p:nvSpPr>
            <p:spPr>
              <a:xfrm>
                <a:off x="2271023" y="561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2" name="Oval 2971">
                <a:extLst>
                  <a:ext uri="{FF2B5EF4-FFF2-40B4-BE49-F238E27FC236}">
                    <a16:creationId xmlns:a16="http://schemas.microsoft.com/office/drawing/2014/main" id="{723673C7-FE70-0681-96EB-DA60717DC9B9}"/>
                  </a:ext>
                </a:extLst>
              </p:cNvPr>
              <p:cNvSpPr/>
              <p:nvPr/>
            </p:nvSpPr>
            <p:spPr>
              <a:xfrm>
                <a:off x="1574353" y="6038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3" name="Oval 2972">
                <a:extLst>
                  <a:ext uri="{FF2B5EF4-FFF2-40B4-BE49-F238E27FC236}">
                    <a16:creationId xmlns:a16="http://schemas.microsoft.com/office/drawing/2014/main" id="{EBC4EFB9-3986-F83C-FA22-1145300DCFB3}"/>
                  </a:ext>
                </a:extLst>
              </p:cNvPr>
              <p:cNvSpPr/>
              <p:nvPr/>
            </p:nvSpPr>
            <p:spPr>
              <a:xfrm>
                <a:off x="1495641" y="62086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4" name="Oval 2973">
                <a:extLst>
                  <a:ext uri="{FF2B5EF4-FFF2-40B4-BE49-F238E27FC236}">
                    <a16:creationId xmlns:a16="http://schemas.microsoft.com/office/drawing/2014/main" id="{4EA3605C-672D-6317-3D7C-E7E7003BBBF0}"/>
                  </a:ext>
                </a:extLst>
              </p:cNvPr>
              <p:cNvSpPr/>
              <p:nvPr/>
            </p:nvSpPr>
            <p:spPr>
              <a:xfrm>
                <a:off x="2312237" y="54644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5" name="Oval 2974">
                <a:extLst>
                  <a:ext uri="{FF2B5EF4-FFF2-40B4-BE49-F238E27FC236}">
                    <a16:creationId xmlns:a16="http://schemas.microsoft.com/office/drawing/2014/main" id="{E4AA5467-F9A9-4D4E-61FB-477FA806693B}"/>
                  </a:ext>
                </a:extLst>
              </p:cNvPr>
              <p:cNvSpPr/>
              <p:nvPr/>
            </p:nvSpPr>
            <p:spPr>
              <a:xfrm>
                <a:off x="1367523" y="599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6" name="Oval 2975">
                <a:extLst>
                  <a:ext uri="{FF2B5EF4-FFF2-40B4-BE49-F238E27FC236}">
                    <a16:creationId xmlns:a16="http://schemas.microsoft.com/office/drawing/2014/main" id="{1EB66B75-A23A-1862-510C-B65590B6FCB3}"/>
                  </a:ext>
                </a:extLst>
              </p:cNvPr>
              <p:cNvSpPr/>
              <p:nvPr/>
            </p:nvSpPr>
            <p:spPr>
              <a:xfrm>
                <a:off x="1523427" y="61686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7" name="Oval 2976">
                <a:extLst>
                  <a:ext uri="{FF2B5EF4-FFF2-40B4-BE49-F238E27FC236}">
                    <a16:creationId xmlns:a16="http://schemas.microsoft.com/office/drawing/2014/main" id="{0560EB9D-1BD4-1F8C-8926-D86899F60D9A}"/>
                  </a:ext>
                </a:extLst>
              </p:cNvPr>
              <p:cNvSpPr/>
              <p:nvPr/>
            </p:nvSpPr>
            <p:spPr>
              <a:xfrm>
                <a:off x="2290363" y="5472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8" name="Oval 2977">
                <a:extLst>
                  <a:ext uri="{FF2B5EF4-FFF2-40B4-BE49-F238E27FC236}">
                    <a16:creationId xmlns:a16="http://schemas.microsoft.com/office/drawing/2014/main" id="{91DD397E-8F15-9DE9-AB74-7A82A7540668}"/>
                  </a:ext>
                </a:extLst>
              </p:cNvPr>
              <p:cNvSpPr/>
              <p:nvPr/>
            </p:nvSpPr>
            <p:spPr>
              <a:xfrm>
                <a:off x="1818766" y="62741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79" name="Oval 2978">
                <a:extLst>
                  <a:ext uri="{FF2B5EF4-FFF2-40B4-BE49-F238E27FC236}">
                    <a16:creationId xmlns:a16="http://schemas.microsoft.com/office/drawing/2014/main" id="{CA21A04E-333D-014E-DAB0-8D311A2D09F4}"/>
                  </a:ext>
                </a:extLst>
              </p:cNvPr>
              <p:cNvSpPr/>
              <p:nvPr/>
            </p:nvSpPr>
            <p:spPr>
              <a:xfrm>
                <a:off x="2298893" y="570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0" name="Oval 2979">
                <a:extLst>
                  <a:ext uri="{FF2B5EF4-FFF2-40B4-BE49-F238E27FC236}">
                    <a16:creationId xmlns:a16="http://schemas.microsoft.com/office/drawing/2014/main" id="{C080F925-0039-5C3D-33DD-E07A288B2EED}"/>
                  </a:ext>
                </a:extLst>
              </p:cNvPr>
              <p:cNvSpPr/>
              <p:nvPr/>
            </p:nvSpPr>
            <p:spPr>
              <a:xfrm>
                <a:off x="1543358" y="61800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1" name="Oval 2980">
                <a:extLst>
                  <a:ext uri="{FF2B5EF4-FFF2-40B4-BE49-F238E27FC236}">
                    <a16:creationId xmlns:a16="http://schemas.microsoft.com/office/drawing/2014/main" id="{3791F9E1-61D8-BF32-C36E-C0F943B3BF18}"/>
                  </a:ext>
                </a:extLst>
              </p:cNvPr>
              <p:cNvSpPr/>
              <p:nvPr/>
            </p:nvSpPr>
            <p:spPr>
              <a:xfrm>
                <a:off x="2253709" y="55566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2" name="Oval 2981">
                <a:extLst>
                  <a:ext uri="{FF2B5EF4-FFF2-40B4-BE49-F238E27FC236}">
                    <a16:creationId xmlns:a16="http://schemas.microsoft.com/office/drawing/2014/main" id="{A4EAD6C2-ABC1-D47C-51E4-C75D2D329372}"/>
                  </a:ext>
                </a:extLst>
              </p:cNvPr>
              <p:cNvSpPr/>
              <p:nvPr/>
            </p:nvSpPr>
            <p:spPr>
              <a:xfrm>
                <a:off x="2302271" y="54835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3" name="Oval 2982">
                <a:extLst>
                  <a:ext uri="{FF2B5EF4-FFF2-40B4-BE49-F238E27FC236}">
                    <a16:creationId xmlns:a16="http://schemas.microsoft.com/office/drawing/2014/main" id="{65FA9C08-9B3C-6155-9896-78556E4B1CF8}"/>
                  </a:ext>
                </a:extLst>
              </p:cNvPr>
              <p:cNvSpPr/>
              <p:nvPr/>
            </p:nvSpPr>
            <p:spPr>
              <a:xfrm>
                <a:off x="1746388" y="6263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4" name="Oval 2983">
                <a:extLst>
                  <a:ext uri="{FF2B5EF4-FFF2-40B4-BE49-F238E27FC236}">
                    <a16:creationId xmlns:a16="http://schemas.microsoft.com/office/drawing/2014/main" id="{FF2C1AB7-EF4E-8F40-ABE1-3141FC90C2C8}"/>
                  </a:ext>
                </a:extLst>
              </p:cNvPr>
              <p:cNvSpPr/>
              <p:nvPr/>
            </p:nvSpPr>
            <p:spPr>
              <a:xfrm>
                <a:off x="2266462" y="54947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5" name="Oval 2984">
                <a:extLst>
                  <a:ext uri="{FF2B5EF4-FFF2-40B4-BE49-F238E27FC236}">
                    <a16:creationId xmlns:a16="http://schemas.microsoft.com/office/drawing/2014/main" id="{901595C1-169A-BE8E-8CD0-6EC8BA1915AD}"/>
                  </a:ext>
                </a:extLst>
              </p:cNvPr>
              <p:cNvSpPr/>
              <p:nvPr/>
            </p:nvSpPr>
            <p:spPr>
              <a:xfrm>
                <a:off x="1753820" y="5879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6" name="Oval 2985">
                <a:extLst>
                  <a:ext uri="{FF2B5EF4-FFF2-40B4-BE49-F238E27FC236}">
                    <a16:creationId xmlns:a16="http://schemas.microsoft.com/office/drawing/2014/main" id="{D130D4CD-74C5-DC25-9DCC-FF9206E60B17}"/>
                  </a:ext>
                </a:extLst>
              </p:cNvPr>
              <p:cNvSpPr/>
              <p:nvPr/>
            </p:nvSpPr>
            <p:spPr>
              <a:xfrm>
                <a:off x="1590653" y="62475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7" name="Oval 2986">
                <a:extLst>
                  <a:ext uri="{FF2B5EF4-FFF2-40B4-BE49-F238E27FC236}">
                    <a16:creationId xmlns:a16="http://schemas.microsoft.com/office/drawing/2014/main" id="{4CBD9237-53D5-D7A5-4488-453AA1C7F5C5}"/>
                  </a:ext>
                </a:extLst>
              </p:cNvPr>
              <p:cNvSpPr/>
              <p:nvPr/>
            </p:nvSpPr>
            <p:spPr>
              <a:xfrm>
                <a:off x="1491334" y="5999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8" name="Oval 2987">
                <a:extLst>
                  <a:ext uri="{FF2B5EF4-FFF2-40B4-BE49-F238E27FC236}">
                    <a16:creationId xmlns:a16="http://schemas.microsoft.com/office/drawing/2014/main" id="{6CBFBCFE-30EB-AD3E-B9B8-F4126664C9BD}"/>
                  </a:ext>
                </a:extLst>
              </p:cNvPr>
              <p:cNvSpPr/>
              <p:nvPr/>
            </p:nvSpPr>
            <p:spPr>
              <a:xfrm>
                <a:off x="1514728" y="6170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9" name="Oval 2988">
                <a:extLst>
                  <a:ext uri="{FF2B5EF4-FFF2-40B4-BE49-F238E27FC236}">
                    <a16:creationId xmlns:a16="http://schemas.microsoft.com/office/drawing/2014/main" id="{48670ECE-C374-8190-1A25-E56E02F7F6CA}"/>
                  </a:ext>
                </a:extLst>
              </p:cNvPr>
              <p:cNvSpPr/>
              <p:nvPr/>
            </p:nvSpPr>
            <p:spPr>
              <a:xfrm>
                <a:off x="2414005" y="803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0" name="Oval 2989">
                <a:extLst>
                  <a:ext uri="{FF2B5EF4-FFF2-40B4-BE49-F238E27FC236}">
                    <a16:creationId xmlns:a16="http://schemas.microsoft.com/office/drawing/2014/main" id="{63B22169-48E7-23A8-B204-4867C4344981}"/>
                  </a:ext>
                </a:extLst>
              </p:cNvPr>
              <p:cNvSpPr/>
              <p:nvPr/>
            </p:nvSpPr>
            <p:spPr>
              <a:xfrm>
                <a:off x="1520387" y="6013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1" name="Oval 2990">
                <a:extLst>
                  <a:ext uri="{FF2B5EF4-FFF2-40B4-BE49-F238E27FC236}">
                    <a16:creationId xmlns:a16="http://schemas.microsoft.com/office/drawing/2014/main" id="{B0A6D835-05CF-1E62-290B-2C7DAE3C639D}"/>
                  </a:ext>
                </a:extLst>
              </p:cNvPr>
              <p:cNvSpPr/>
              <p:nvPr/>
            </p:nvSpPr>
            <p:spPr>
              <a:xfrm>
                <a:off x="1397420" y="600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2" name="Oval 2991">
                <a:extLst>
                  <a:ext uri="{FF2B5EF4-FFF2-40B4-BE49-F238E27FC236}">
                    <a16:creationId xmlns:a16="http://schemas.microsoft.com/office/drawing/2014/main" id="{97E3AD87-6CBA-563C-F0D2-CC4215D24709}"/>
                  </a:ext>
                </a:extLst>
              </p:cNvPr>
              <p:cNvSpPr/>
              <p:nvPr/>
            </p:nvSpPr>
            <p:spPr>
              <a:xfrm>
                <a:off x="1636428" y="6403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3" name="Oval 2992">
                <a:extLst>
                  <a:ext uri="{FF2B5EF4-FFF2-40B4-BE49-F238E27FC236}">
                    <a16:creationId xmlns:a16="http://schemas.microsoft.com/office/drawing/2014/main" id="{BFA285D9-DD29-45D9-C024-C8CBC524EACD}"/>
                  </a:ext>
                </a:extLst>
              </p:cNvPr>
              <p:cNvSpPr/>
              <p:nvPr/>
            </p:nvSpPr>
            <p:spPr>
              <a:xfrm>
                <a:off x="1592680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4" name="Oval 2993">
                <a:extLst>
                  <a:ext uri="{FF2B5EF4-FFF2-40B4-BE49-F238E27FC236}">
                    <a16:creationId xmlns:a16="http://schemas.microsoft.com/office/drawing/2014/main" id="{38E7792A-5436-D482-A1C8-809D2DA43196}"/>
                  </a:ext>
                </a:extLst>
              </p:cNvPr>
              <p:cNvSpPr/>
              <p:nvPr/>
            </p:nvSpPr>
            <p:spPr>
              <a:xfrm>
                <a:off x="2311139" y="5516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5" name="Oval 2994">
                <a:extLst>
                  <a:ext uri="{FF2B5EF4-FFF2-40B4-BE49-F238E27FC236}">
                    <a16:creationId xmlns:a16="http://schemas.microsoft.com/office/drawing/2014/main" id="{7BA53788-0EA1-DD76-A02F-58E8E8A94F28}"/>
                  </a:ext>
                </a:extLst>
              </p:cNvPr>
              <p:cNvSpPr/>
              <p:nvPr/>
            </p:nvSpPr>
            <p:spPr>
              <a:xfrm>
                <a:off x="1794612" y="61037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6" name="Oval 2995">
                <a:extLst>
                  <a:ext uri="{FF2B5EF4-FFF2-40B4-BE49-F238E27FC236}">
                    <a16:creationId xmlns:a16="http://schemas.microsoft.com/office/drawing/2014/main" id="{622B08EE-BF37-B013-F655-85D4DAF0AEC9}"/>
                  </a:ext>
                </a:extLst>
              </p:cNvPr>
              <p:cNvSpPr/>
              <p:nvPr/>
            </p:nvSpPr>
            <p:spPr>
              <a:xfrm>
                <a:off x="1705259" y="631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7" name="Oval 2996">
                <a:extLst>
                  <a:ext uri="{FF2B5EF4-FFF2-40B4-BE49-F238E27FC236}">
                    <a16:creationId xmlns:a16="http://schemas.microsoft.com/office/drawing/2014/main" id="{5C34B6F9-ABC3-12C4-7FBA-8DDAFDD6A706}"/>
                  </a:ext>
                </a:extLst>
              </p:cNvPr>
              <p:cNvSpPr/>
              <p:nvPr/>
            </p:nvSpPr>
            <p:spPr>
              <a:xfrm>
                <a:off x="1779241" y="62427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8" name="Oval 2997">
                <a:extLst>
                  <a:ext uri="{FF2B5EF4-FFF2-40B4-BE49-F238E27FC236}">
                    <a16:creationId xmlns:a16="http://schemas.microsoft.com/office/drawing/2014/main" id="{71AD5C1A-BBA4-9B09-B814-7C26DD6B7734}"/>
                  </a:ext>
                </a:extLst>
              </p:cNvPr>
              <p:cNvSpPr/>
              <p:nvPr/>
            </p:nvSpPr>
            <p:spPr>
              <a:xfrm>
                <a:off x="1771894" y="6305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99" name="Oval 2998">
                <a:extLst>
                  <a:ext uri="{FF2B5EF4-FFF2-40B4-BE49-F238E27FC236}">
                    <a16:creationId xmlns:a16="http://schemas.microsoft.com/office/drawing/2014/main" id="{CD12838C-6937-CA89-ECA1-67134CB2483D}"/>
                  </a:ext>
                </a:extLst>
              </p:cNvPr>
              <p:cNvSpPr/>
              <p:nvPr/>
            </p:nvSpPr>
            <p:spPr>
              <a:xfrm>
                <a:off x="1824256" y="58284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0" name="Oval 2999">
                <a:extLst>
                  <a:ext uri="{FF2B5EF4-FFF2-40B4-BE49-F238E27FC236}">
                    <a16:creationId xmlns:a16="http://schemas.microsoft.com/office/drawing/2014/main" id="{1DC12C3D-49E1-ACC1-1B52-30091C05472F}"/>
                  </a:ext>
                </a:extLst>
              </p:cNvPr>
              <p:cNvSpPr/>
              <p:nvPr/>
            </p:nvSpPr>
            <p:spPr>
              <a:xfrm>
                <a:off x="1551044" y="61441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1" name="Oval 3000">
                <a:extLst>
                  <a:ext uri="{FF2B5EF4-FFF2-40B4-BE49-F238E27FC236}">
                    <a16:creationId xmlns:a16="http://schemas.microsoft.com/office/drawing/2014/main" id="{02FE0CC0-5FDE-A468-81F6-382665DDFCDB}"/>
                  </a:ext>
                </a:extLst>
              </p:cNvPr>
              <p:cNvSpPr/>
              <p:nvPr/>
            </p:nvSpPr>
            <p:spPr>
              <a:xfrm>
                <a:off x="1392860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2" name="Oval 3001">
                <a:extLst>
                  <a:ext uri="{FF2B5EF4-FFF2-40B4-BE49-F238E27FC236}">
                    <a16:creationId xmlns:a16="http://schemas.microsoft.com/office/drawing/2014/main" id="{D32BE701-2F82-7594-CADA-3CD39A4B12F7}"/>
                  </a:ext>
                </a:extLst>
              </p:cNvPr>
              <p:cNvSpPr/>
              <p:nvPr/>
            </p:nvSpPr>
            <p:spPr>
              <a:xfrm>
                <a:off x="1633810" y="62938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3" name="Oval 3002">
                <a:extLst>
                  <a:ext uri="{FF2B5EF4-FFF2-40B4-BE49-F238E27FC236}">
                    <a16:creationId xmlns:a16="http://schemas.microsoft.com/office/drawing/2014/main" id="{D8CBB9C1-C508-34F1-E1F4-03191A623C6F}"/>
                  </a:ext>
                </a:extLst>
              </p:cNvPr>
              <p:cNvSpPr/>
              <p:nvPr/>
            </p:nvSpPr>
            <p:spPr>
              <a:xfrm>
                <a:off x="1371661" y="59998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4" name="Oval 3003">
                <a:extLst>
                  <a:ext uri="{FF2B5EF4-FFF2-40B4-BE49-F238E27FC236}">
                    <a16:creationId xmlns:a16="http://schemas.microsoft.com/office/drawing/2014/main" id="{4F2D5303-2E21-BBEF-2E0F-B3AB3AD3FE3E}"/>
                  </a:ext>
                </a:extLst>
              </p:cNvPr>
              <p:cNvSpPr/>
              <p:nvPr/>
            </p:nvSpPr>
            <p:spPr>
              <a:xfrm>
                <a:off x="1506198" y="6128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5" name="Oval 3004">
                <a:extLst>
                  <a:ext uri="{FF2B5EF4-FFF2-40B4-BE49-F238E27FC236}">
                    <a16:creationId xmlns:a16="http://schemas.microsoft.com/office/drawing/2014/main" id="{DB9031B8-5775-8AE1-9473-9C4B5E818201}"/>
                  </a:ext>
                </a:extLst>
              </p:cNvPr>
              <p:cNvSpPr/>
              <p:nvPr/>
            </p:nvSpPr>
            <p:spPr>
              <a:xfrm>
                <a:off x="1521485" y="61206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6" name="Oval 3005">
                <a:extLst>
                  <a:ext uri="{FF2B5EF4-FFF2-40B4-BE49-F238E27FC236}">
                    <a16:creationId xmlns:a16="http://schemas.microsoft.com/office/drawing/2014/main" id="{5ADFB7A8-A4CC-B489-6F77-704A31208B57}"/>
                  </a:ext>
                </a:extLst>
              </p:cNvPr>
              <p:cNvSpPr/>
              <p:nvPr/>
            </p:nvSpPr>
            <p:spPr>
              <a:xfrm>
                <a:off x="1605940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7" name="Oval 3006">
                <a:extLst>
                  <a:ext uri="{FF2B5EF4-FFF2-40B4-BE49-F238E27FC236}">
                    <a16:creationId xmlns:a16="http://schemas.microsoft.com/office/drawing/2014/main" id="{A7C909FB-0F90-F01F-AE2B-5F68BD3D602E}"/>
                  </a:ext>
                </a:extLst>
              </p:cNvPr>
              <p:cNvSpPr/>
              <p:nvPr/>
            </p:nvSpPr>
            <p:spPr>
              <a:xfrm>
                <a:off x="2244842" y="5628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8" name="Oval 3007">
                <a:extLst>
                  <a:ext uri="{FF2B5EF4-FFF2-40B4-BE49-F238E27FC236}">
                    <a16:creationId xmlns:a16="http://schemas.microsoft.com/office/drawing/2014/main" id="{D1EF344F-6749-3AC3-FE23-8F8619CC14EA}"/>
                  </a:ext>
                </a:extLst>
              </p:cNvPr>
              <p:cNvSpPr/>
              <p:nvPr/>
            </p:nvSpPr>
            <p:spPr>
              <a:xfrm>
                <a:off x="1701205" y="62527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9" name="Oval 3008">
                <a:extLst>
                  <a:ext uri="{FF2B5EF4-FFF2-40B4-BE49-F238E27FC236}">
                    <a16:creationId xmlns:a16="http://schemas.microsoft.com/office/drawing/2014/main" id="{4DD5B9BC-E062-7935-A08F-4ACCF6447F86}"/>
                  </a:ext>
                </a:extLst>
              </p:cNvPr>
              <p:cNvSpPr/>
              <p:nvPr/>
            </p:nvSpPr>
            <p:spPr>
              <a:xfrm>
                <a:off x="1736000" y="623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0" name="Oval 3009">
                <a:extLst>
                  <a:ext uri="{FF2B5EF4-FFF2-40B4-BE49-F238E27FC236}">
                    <a16:creationId xmlns:a16="http://schemas.microsoft.com/office/drawing/2014/main" id="{7144B698-116B-E9C0-268B-7F17CD58EA72}"/>
                  </a:ext>
                </a:extLst>
              </p:cNvPr>
              <p:cNvSpPr/>
              <p:nvPr/>
            </p:nvSpPr>
            <p:spPr>
              <a:xfrm>
                <a:off x="1631107" y="62831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1" name="Oval 3010">
                <a:extLst>
                  <a:ext uri="{FF2B5EF4-FFF2-40B4-BE49-F238E27FC236}">
                    <a16:creationId xmlns:a16="http://schemas.microsoft.com/office/drawing/2014/main" id="{B258A7FB-1EC9-4EF1-C750-89B64499E9C4}"/>
                  </a:ext>
                </a:extLst>
              </p:cNvPr>
              <p:cNvSpPr/>
              <p:nvPr/>
            </p:nvSpPr>
            <p:spPr>
              <a:xfrm>
                <a:off x="1819273" y="6022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2" name="Oval 3011">
                <a:extLst>
                  <a:ext uri="{FF2B5EF4-FFF2-40B4-BE49-F238E27FC236}">
                    <a16:creationId xmlns:a16="http://schemas.microsoft.com/office/drawing/2014/main" id="{ECB43898-C23F-77E8-40D8-DFD0C55D074F}"/>
                  </a:ext>
                </a:extLst>
              </p:cNvPr>
              <p:cNvSpPr/>
              <p:nvPr/>
            </p:nvSpPr>
            <p:spPr>
              <a:xfrm>
                <a:off x="1779579" y="623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3" name="Oval 3012">
                <a:extLst>
                  <a:ext uri="{FF2B5EF4-FFF2-40B4-BE49-F238E27FC236}">
                    <a16:creationId xmlns:a16="http://schemas.microsoft.com/office/drawing/2014/main" id="{4C0768C4-33B6-CE3C-5891-D6411B200178}"/>
                  </a:ext>
                </a:extLst>
              </p:cNvPr>
              <p:cNvSpPr/>
              <p:nvPr/>
            </p:nvSpPr>
            <p:spPr>
              <a:xfrm>
                <a:off x="1811250" y="6114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4" name="Oval 3013">
                <a:extLst>
                  <a:ext uri="{FF2B5EF4-FFF2-40B4-BE49-F238E27FC236}">
                    <a16:creationId xmlns:a16="http://schemas.microsoft.com/office/drawing/2014/main" id="{9F3CFA34-5DCE-456D-F045-1A99A8DD1751}"/>
                  </a:ext>
                </a:extLst>
              </p:cNvPr>
              <p:cNvSpPr/>
              <p:nvPr/>
            </p:nvSpPr>
            <p:spPr>
              <a:xfrm>
                <a:off x="2274147" y="55812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5" name="Oval 3014">
                <a:extLst>
                  <a:ext uri="{FF2B5EF4-FFF2-40B4-BE49-F238E27FC236}">
                    <a16:creationId xmlns:a16="http://schemas.microsoft.com/office/drawing/2014/main" id="{B5ED5A91-44E2-7B24-79CE-2D3DBE80A00D}"/>
                  </a:ext>
                </a:extLst>
              </p:cNvPr>
              <p:cNvSpPr/>
              <p:nvPr/>
            </p:nvSpPr>
            <p:spPr>
              <a:xfrm>
                <a:off x="1716407" y="6308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6" name="Oval 3015">
                <a:extLst>
                  <a:ext uri="{FF2B5EF4-FFF2-40B4-BE49-F238E27FC236}">
                    <a16:creationId xmlns:a16="http://schemas.microsoft.com/office/drawing/2014/main" id="{328F3C3F-C6A7-F666-1FDF-90BB8138386E}"/>
                  </a:ext>
                </a:extLst>
              </p:cNvPr>
              <p:cNvSpPr/>
              <p:nvPr/>
            </p:nvSpPr>
            <p:spPr>
              <a:xfrm>
                <a:off x="1545301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7" name="Oval 3016">
                <a:extLst>
                  <a:ext uri="{FF2B5EF4-FFF2-40B4-BE49-F238E27FC236}">
                    <a16:creationId xmlns:a16="http://schemas.microsoft.com/office/drawing/2014/main" id="{D9D0266D-245C-77DE-51F9-7F75F33035D2}"/>
                  </a:ext>
                </a:extLst>
              </p:cNvPr>
              <p:cNvSpPr/>
              <p:nvPr/>
            </p:nvSpPr>
            <p:spPr>
              <a:xfrm>
                <a:off x="1535335" y="61006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8" name="Oval 3017">
                <a:extLst>
                  <a:ext uri="{FF2B5EF4-FFF2-40B4-BE49-F238E27FC236}">
                    <a16:creationId xmlns:a16="http://schemas.microsoft.com/office/drawing/2014/main" id="{E0E53B2C-419E-3081-4F14-FCD735CDEE63}"/>
                  </a:ext>
                </a:extLst>
              </p:cNvPr>
              <p:cNvSpPr/>
              <p:nvPr/>
            </p:nvSpPr>
            <p:spPr>
              <a:xfrm>
                <a:off x="2133699" y="6377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19" name="Oval 3018">
                <a:extLst>
                  <a:ext uri="{FF2B5EF4-FFF2-40B4-BE49-F238E27FC236}">
                    <a16:creationId xmlns:a16="http://schemas.microsoft.com/office/drawing/2014/main" id="{1EF92B79-8913-A156-AE04-3A89C31441D4}"/>
                  </a:ext>
                </a:extLst>
              </p:cNvPr>
              <p:cNvSpPr/>
              <p:nvPr/>
            </p:nvSpPr>
            <p:spPr>
              <a:xfrm>
                <a:off x="1778566" y="5520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0" name="Oval 3019">
                <a:extLst>
                  <a:ext uri="{FF2B5EF4-FFF2-40B4-BE49-F238E27FC236}">
                    <a16:creationId xmlns:a16="http://schemas.microsoft.com/office/drawing/2014/main" id="{6ADA6687-0222-11E6-1247-F09A4AC7886D}"/>
                  </a:ext>
                </a:extLst>
              </p:cNvPr>
              <p:cNvSpPr/>
              <p:nvPr/>
            </p:nvSpPr>
            <p:spPr>
              <a:xfrm>
                <a:off x="1376644" y="5998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1" name="Oval 3020">
                <a:extLst>
                  <a:ext uri="{FF2B5EF4-FFF2-40B4-BE49-F238E27FC236}">
                    <a16:creationId xmlns:a16="http://schemas.microsoft.com/office/drawing/2014/main" id="{C23A495D-880A-E0C8-E315-EF79AD88E04D}"/>
                  </a:ext>
                </a:extLst>
              </p:cNvPr>
              <p:cNvSpPr/>
              <p:nvPr/>
            </p:nvSpPr>
            <p:spPr>
              <a:xfrm>
                <a:off x="1623337" y="6307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2" name="Oval 3021">
                <a:extLst>
                  <a:ext uri="{FF2B5EF4-FFF2-40B4-BE49-F238E27FC236}">
                    <a16:creationId xmlns:a16="http://schemas.microsoft.com/office/drawing/2014/main" id="{E645E580-D403-1690-93CC-25782AAF647C}"/>
                  </a:ext>
                </a:extLst>
              </p:cNvPr>
              <p:cNvSpPr/>
              <p:nvPr/>
            </p:nvSpPr>
            <p:spPr>
              <a:xfrm>
                <a:off x="1543189" y="6132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3" name="Oval 3022">
                <a:extLst>
                  <a:ext uri="{FF2B5EF4-FFF2-40B4-BE49-F238E27FC236}">
                    <a16:creationId xmlns:a16="http://schemas.microsoft.com/office/drawing/2014/main" id="{C136E4F2-2B07-FF93-0289-AF16F9E302F8}"/>
                  </a:ext>
                </a:extLst>
              </p:cNvPr>
              <p:cNvSpPr/>
              <p:nvPr/>
            </p:nvSpPr>
            <p:spPr>
              <a:xfrm>
                <a:off x="1825607" y="55018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4" name="Oval 3023">
                <a:extLst>
                  <a:ext uri="{FF2B5EF4-FFF2-40B4-BE49-F238E27FC236}">
                    <a16:creationId xmlns:a16="http://schemas.microsoft.com/office/drawing/2014/main" id="{14E1EDC1-DC1D-E18B-F32C-90A1450CC3AF}"/>
                  </a:ext>
                </a:extLst>
              </p:cNvPr>
              <p:cNvSpPr/>
              <p:nvPr/>
            </p:nvSpPr>
            <p:spPr>
              <a:xfrm>
                <a:off x="1791741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5" name="Oval 3024">
                <a:extLst>
                  <a:ext uri="{FF2B5EF4-FFF2-40B4-BE49-F238E27FC236}">
                    <a16:creationId xmlns:a16="http://schemas.microsoft.com/office/drawing/2014/main" id="{AF29451C-87DC-16B6-11BD-2BFBF862CD5B}"/>
                  </a:ext>
                </a:extLst>
              </p:cNvPr>
              <p:cNvSpPr/>
              <p:nvPr/>
            </p:nvSpPr>
            <p:spPr>
              <a:xfrm>
                <a:off x="1678317" y="6104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6" name="Oval 3025">
                <a:extLst>
                  <a:ext uri="{FF2B5EF4-FFF2-40B4-BE49-F238E27FC236}">
                    <a16:creationId xmlns:a16="http://schemas.microsoft.com/office/drawing/2014/main" id="{20023A7B-12D7-9228-AB95-9C04FAA1B7FC}"/>
                  </a:ext>
                </a:extLst>
              </p:cNvPr>
              <p:cNvSpPr/>
              <p:nvPr/>
            </p:nvSpPr>
            <p:spPr>
              <a:xfrm>
                <a:off x="1632965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7" name="Oval 3026">
                <a:extLst>
                  <a:ext uri="{FF2B5EF4-FFF2-40B4-BE49-F238E27FC236}">
                    <a16:creationId xmlns:a16="http://schemas.microsoft.com/office/drawing/2014/main" id="{6EC4D2D7-0154-0DB5-1C97-9B0B4BF15481}"/>
                  </a:ext>
                </a:extLst>
              </p:cNvPr>
              <p:cNvSpPr/>
              <p:nvPr/>
            </p:nvSpPr>
            <p:spPr>
              <a:xfrm>
                <a:off x="1599690" y="63173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8" name="Oval 3027">
                <a:extLst>
                  <a:ext uri="{FF2B5EF4-FFF2-40B4-BE49-F238E27FC236}">
                    <a16:creationId xmlns:a16="http://schemas.microsoft.com/office/drawing/2014/main" id="{02AF4068-FDC0-3B00-C5B6-83FDE4485FFB}"/>
                  </a:ext>
                </a:extLst>
              </p:cNvPr>
              <p:cNvSpPr/>
              <p:nvPr/>
            </p:nvSpPr>
            <p:spPr>
              <a:xfrm>
                <a:off x="2265955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9" name="Oval 3028">
                <a:extLst>
                  <a:ext uri="{FF2B5EF4-FFF2-40B4-BE49-F238E27FC236}">
                    <a16:creationId xmlns:a16="http://schemas.microsoft.com/office/drawing/2014/main" id="{39F4FD72-9E8B-F16C-9286-36C290EE5A93}"/>
                  </a:ext>
                </a:extLst>
              </p:cNvPr>
              <p:cNvSpPr/>
              <p:nvPr/>
            </p:nvSpPr>
            <p:spPr>
              <a:xfrm>
                <a:off x="1793852" y="6304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0" name="Oval 3029">
                <a:extLst>
                  <a:ext uri="{FF2B5EF4-FFF2-40B4-BE49-F238E27FC236}">
                    <a16:creationId xmlns:a16="http://schemas.microsoft.com/office/drawing/2014/main" id="{170693E4-5569-A743-3FC3-C235482111D9}"/>
                  </a:ext>
                </a:extLst>
              </p:cNvPr>
              <p:cNvSpPr/>
              <p:nvPr/>
            </p:nvSpPr>
            <p:spPr>
              <a:xfrm>
                <a:off x="1502567" y="61697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1" name="Oval 3030">
                <a:extLst>
                  <a:ext uri="{FF2B5EF4-FFF2-40B4-BE49-F238E27FC236}">
                    <a16:creationId xmlns:a16="http://schemas.microsoft.com/office/drawing/2014/main" id="{EE76072B-DDC7-026F-7321-217D79E84B95}"/>
                  </a:ext>
                </a:extLst>
              </p:cNvPr>
              <p:cNvSpPr/>
              <p:nvPr/>
            </p:nvSpPr>
            <p:spPr>
              <a:xfrm>
                <a:off x="1525369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2" name="Oval 3031">
                <a:extLst>
                  <a:ext uri="{FF2B5EF4-FFF2-40B4-BE49-F238E27FC236}">
                    <a16:creationId xmlns:a16="http://schemas.microsoft.com/office/drawing/2014/main" id="{54F55703-4BA2-1C8B-498F-6121EFF645D9}"/>
                  </a:ext>
                </a:extLst>
              </p:cNvPr>
              <p:cNvSpPr/>
              <p:nvPr/>
            </p:nvSpPr>
            <p:spPr>
              <a:xfrm>
                <a:off x="1665480" y="61413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3" name="Oval 3032">
                <a:extLst>
                  <a:ext uri="{FF2B5EF4-FFF2-40B4-BE49-F238E27FC236}">
                    <a16:creationId xmlns:a16="http://schemas.microsoft.com/office/drawing/2014/main" id="{D4DEE216-B27A-7580-7F8F-357104F6EE71}"/>
                  </a:ext>
                </a:extLst>
              </p:cNvPr>
              <p:cNvSpPr/>
              <p:nvPr/>
            </p:nvSpPr>
            <p:spPr>
              <a:xfrm>
                <a:off x="1380614" y="5989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4" name="Oval 3033">
                <a:extLst>
                  <a:ext uri="{FF2B5EF4-FFF2-40B4-BE49-F238E27FC236}">
                    <a16:creationId xmlns:a16="http://schemas.microsoft.com/office/drawing/2014/main" id="{6AC9B41D-2702-0B75-302C-C949194D270B}"/>
                  </a:ext>
                </a:extLst>
              </p:cNvPr>
              <p:cNvSpPr/>
              <p:nvPr/>
            </p:nvSpPr>
            <p:spPr>
              <a:xfrm>
                <a:off x="1616159" y="630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5" name="Oval 3034">
                <a:extLst>
                  <a:ext uri="{FF2B5EF4-FFF2-40B4-BE49-F238E27FC236}">
                    <a16:creationId xmlns:a16="http://schemas.microsoft.com/office/drawing/2014/main" id="{AD4FE8D3-DE63-6A74-551E-448203B88AAB}"/>
                  </a:ext>
                </a:extLst>
              </p:cNvPr>
              <p:cNvSpPr/>
              <p:nvPr/>
            </p:nvSpPr>
            <p:spPr>
              <a:xfrm>
                <a:off x="1755847" y="6231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6" name="Oval 3035">
                <a:extLst>
                  <a:ext uri="{FF2B5EF4-FFF2-40B4-BE49-F238E27FC236}">
                    <a16:creationId xmlns:a16="http://schemas.microsoft.com/office/drawing/2014/main" id="{1D8C006A-07F7-DAC2-D40E-A733F6EE66E8}"/>
                  </a:ext>
                </a:extLst>
              </p:cNvPr>
              <p:cNvSpPr/>
              <p:nvPr/>
            </p:nvSpPr>
            <p:spPr>
              <a:xfrm>
                <a:off x="1548848" y="61180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7" name="Oval 3036">
                <a:extLst>
                  <a:ext uri="{FF2B5EF4-FFF2-40B4-BE49-F238E27FC236}">
                    <a16:creationId xmlns:a16="http://schemas.microsoft.com/office/drawing/2014/main" id="{C9E04449-70E0-5923-FE93-2B859997C9E2}"/>
                  </a:ext>
                </a:extLst>
              </p:cNvPr>
              <p:cNvSpPr/>
              <p:nvPr/>
            </p:nvSpPr>
            <p:spPr>
              <a:xfrm>
                <a:off x="1820624" y="61766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8" name="Oval 3037">
                <a:extLst>
                  <a:ext uri="{FF2B5EF4-FFF2-40B4-BE49-F238E27FC236}">
                    <a16:creationId xmlns:a16="http://schemas.microsoft.com/office/drawing/2014/main" id="{5C44887B-18A6-3A19-91A7-CE90975B658C}"/>
                  </a:ext>
                </a:extLst>
              </p:cNvPr>
              <p:cNvSpPr/>
              <p:nvPr/>
            </p:nvSpPr>
            <p:spPr>
              <a:xfrm>
                <a:off x="2253372" y="54844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39" name="Oval 3038">
                <a:extLst>
                  <a:ext uri="{FF2B5EF4-FFF2-40B4-BE49-F238E27FC236}">
                    <a16:creationId xmlns:a16="http://schemas.microsoft.com/office/drawing/2014/main" id="{9E5DD42A-3F2A-69EE-6DD9-58F5DE0666C5}"/>
                  </a:ext>
                </a:extLst>
              </p:cNvPr>
              <p:cNvSpPr/>
              <p:nvPr/>
            </p:nvSpPr>
            <p:spPr>
              <a:xfrm>
                <a:off x="1868595" y="6026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0" name="Oval 3039">
                <a:extLst>
                  <a:ext uri="{FF2B5EF4-FFF2-40B4-BE49-F238E27FC236}">
                    <a16:creationId xmlns:a16="http://schemas.microsoft.com/office/drawing/2014/main" id="{60C27FCB-79C5-D767-083F-BE36E72DFB27}"/>
                  </a:ext>
                </a:extLst>
              </p:cNvPr>
              <p:cNvSpPr/>
              <p:nvPr/>
            </p:nvSpPr>
            <p:spPr>
              <a:xfrm>
                <a:off x="1790896" y="5470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1" name="Oval 3040">
                <a:extLst>
                  <a:ext uri="{FF2B5EF4-FFF2-40B4-BE49-F238E27FC236}">
                    <a16:creationId xmlns:a16="http://schemas.microsoft.com/office/drawing/2014/main" id="{7E85C41E-3E88-6C1F-0427-6F5DA90CBD4F}"/>
                  </a:ext>
                </a:extLst>
              </p:cNvPr>
              <p:cNvSpPr/>
              <p:nvPr/>
            </p:nvSpPr>
            <p:spPr>
              <a:xfrm>
                <a:off x="2219252" y="56343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2" name="Oval 3041">
                <a:extLst>
                  <a:ext uri="{FF2B5EF4-FFF2-40B4-BE49-F238E27FC236}">
                    <a16:creationId xmlns:a16="http://schemas.microsoft.com/office/drawing/2014/main" id="{4D096A79-3C64-26E5-2775-3F98EB6FC512}"/>
                  </a:ext>
                </a:extLst>
              </p:cNvPr>
              <p:cNvSpPr/>
              <p:nvPr/>
            </p:nvSpPr>
            <p:spPr>
              <a:xfrm>
                <a:off x="1809814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3" name="Oval 3042">
                <a:extLst>
                  <a:ext uri="{FF2B5EF4-FFF2-40B4-BE49-F238E27FC236}">
                    <a16:creationId xmlns:a16="http://schemas.microsoft.com/office/drawing/2014/main" id="{5575693D-3856-99B4-57E5-257DE7273A6D}"/>
                  </a:ext>
                </a:extLst>
              </p:cNvPr>
              <p:cNvSpPr/>
              <p:nvPr/>
            </p:nvSpPr>
            <p:spPr>
              <a:xfrm>
                <a:off x="1703569" y="6393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4" name="Oval 3043">
                <a:extLst>
                  <a:ext uri="{FF2B5EF4-FFF2-40B4-BE49-F238E27FC236}">
                    <a16:creationId xmlns:a16="http://schemas.microsoft.com/office/drawing/2014/main" id="{DC00B212-8579-BFA9-69B3-7AD9CE886F2D}"/>
                  </a:ext>
                </a:extLst>
              </p:cNvPr>
              <p:cNvSpPr/>
              <p:nvPr/>
            </p:nvSpPr>
            <p:spPr>
              <a:xfrm>
                <a:off x="1652981" y="61164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5" name="Oval 3044">
                <a:extLst>
                  <a:ext uri="{FF2B5EF4-FFF2-40B4-BE49-F238E27FC236}">
                    <a16:creationId xmlns:a16="http://schemas.microsoft.com/office/drawing/2014/main" id="{436604EA-60A5-A5BA-D3A5-70D129D8045B}"/>
                  </a:ext>
                </a:extLst>
              </p:cNvPr>
              <p:cNvSpPr/>
              <p:nvPr/>
            </p:nvSpPr>
            <p:spPr>
              <a:xfrm>
                <a:off x="1392184" y="5983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6" name="Oval 3045">
                <a:extLst>
                  <a:ext uri="{FF2B5EF4-FFF2-40B4-BE49-F238E27FC236}">
                    <a16:creationId xmlns:a16="http://schemas.microsoft.com/office/drawing/2014/main" id="{29B124B8-B57B-9D32-8BEE-4974EEF5CD70}"/>
                  </a:ext>
                </a:extLst>
              </p:cNvPr>
              <p:cNvSpPr/>
              <p:nvPr/>
            </p:nvSpPr>
            <p:spPr>
              <a:xfrm>
                <a:off x="1708806" y="59715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7" name="Oval 3046">
                <a:extLst>
                  <a:ext uri="{FF2B5EF4-FFF2-40B4-BE49-F238E27FC236}">
                    <a16:creationId xmlns:a16="http://schemas.microsoft.com/office/drawing/2014/main" id="{D53B4942-ED05-2441-0E0A-94CDAE366CE5}"/>
                  </a:ext>
                </a:extLst>
              </p:cNvPr>
              <p:cNvSpPr/>
              <p:nvPr/>
            </p:nvSpPr>
            <p:spPr>
              <a:xfrm>
                <a:off x="1823580" y="6200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8" name="Oval 3047">
                <a:extLst>
                  <a:ext uri="{FF2B5EF4-FFF2-40B4-BE49-F238E27FC236}">
                    <a16:creationId xmlns:a16="http://schemas.microsoft.com/office/drawing/2014/main" id="{E902B0EB-708B-7B58-0481-0458D4B3F65A}"/>
                  </a:ext>
                </a:extLst>
              </p:cNvPr>
              <p:cNvSpPr/>
              <p:nvPr/>
            </p:nvSpPr>
            <p:spPr>
              <a:xfrm>
                <a:off x="1373857" y="598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9" name="Oval 3048">
                <a:extLst>
                  <a:ext uri="{FF2B5EF4-FFF2-40B4-BE49-F238E27FC236}">
                    <a16:creationId xmlns:a16="http://schemas.microsoft.com/office/drawing/2014/main" id="{E944F2A0-37EC-7F70-A16C-6511A75964ED}"/>
                  </a:ext>
                </a:extLst>
              </p:cNvPr>
              <p:cNvSpPr/>
              <p:nvPr/>
            </p:nvSpPr>
            <p:spPr>
              <a:xfrm>
                <a:off x="1956850" y="5739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0" name="Oval 3049">
                <a:extLst>
                  <a:ext uri="{FF2B5EF4-FFF2-40B4-BE49-F238E27FC236}">
                    <a16:creationId xmlns:a16="http://schemas.microsoft.com/office/drawing/2014/main" id="{0AF6534B-6F0C-4D1A-8327-1B6DAC6093B4}"/>
                  </a:ext>
                </a:extLst>
              </p:cNvPr>
              <p:cNvSpPr/>
              <p:nvPr/>
            </p:nvSpPr>
            <p:spPr>
              <a:xfrm>
                <a:off x="1486858" y="6145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1" name="Oval 3050">
                <a:extLst>
                  <a:ext uri="{FF2B5EF4-FFF2-40B4-BE49-F238E27FC236}">
                    <a16:creationId xmlns:a16="http://schemas.microsoft.com/office/drawing/2014/main" id="{57301A2C-C1B0-DA74-DE39-6CC979957E1E}"/>
                  </a:ext>
                </a:extLst>
              </p:cNvPr>
              <p:cNvSpPr/>
              <p:nvPr/>
            </p:nvSpPr>
            <p:spPr>
              <a:xfrm>
                <a:off x="1803649" y="54312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2" name="Oval 3051">
                <a:extLst>
                  <a:ext uri="{FF2B5EF4-FFF2-40B4-BE49-F238E27FC236}">
                    <a16:creationId xmlns:a16="http://schemas.microsoft.com/office/drawing/2014/main" id="{8519F826-9BCC-0460-1F28-C644D6649D98}"/>
                  </a:ext>
                </a:extLst>
              </p:cNvPr>
              <p:cNvSpPr/>
              <p:nvPr/>
            </p:nvSpPr>
            <p:spPr>
              <a:xfrm>
                <a:off x="1708299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3" name="Oval 3052">
                <a:extLst>
                  <a:ext uri="{FF2B5EF4-FFF2-40B4-BE49-F238E27FC236}">
                    <a16:creationId xmlns:a16="http://schemas.microsoft.com/office/drawing/2014/main" id="{DEF98A3A-2C89-1632-5B98-2D1605ADA39B}"/>
                  </a:ext>
                </a:extLst>
              </p:cNvPr>
              <p:cNvSpPr/>
              <p:nvPr/>
            </p:nvSpPr>
            <p:spPr>
              <a:xfrm>
                <a:off x="2261310" y="5518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4" name="Oval 3053">
                <a:extLst>
                  <a:ext uri="{FF2B5EF4-FFF2-40B4-BE49-F238E27FC236}">
                    <a16:creationId xmlns:a16="http://schemas.microsoft.com/office/drawing/2014/main" id="{188CDA3A-9113-969A-0423-AD47096EBF36}"/>
                  </a:ext>
                </a:extLst>
              </p:cNvPr>
              <p:cNvSpPr/>
              <p:nvPr/>
            </p:nvSpPr>
            <p:spPr>
              <a:xfrm>
                <a:off x="2077705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5" name="Oval 3054">
                <a:extLst>
                  <a:ext uri="{FF2B5EF4-FFF2-40B4-BE49-F238E27FC236}">
                    <a16:creationId xmlns:a16="http://schemas.microsoft.com/office/drawing/2014/main" id="{E685DC02-BC6F-302B-CCCE-0A26D2D0631C}"/>
                  </a:ext>
                </a:extLst>
              </p:cNvPr>
              <p:cNvSpPr/>
              <p:nvPr/>
            </p:nvSpPr>
            <p:spPr>
              <a:xfrm>
                <a:off x="1735831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6" name="Oval 3055">
                <a:extLst>
                  <a:ext uri="{FF2B5EF4-FFF2-40B4-BE49-F238E27FC236}">
                    <a16:creationId xmlns:a16="http://schemas.microsoft.com/office/drawing/2014/main" id="{47FBDD6E-3256-69DE-37ED-1965971C58D2}"/>
                  </a:ext>
                </a:extLst>
              </p:cNvPr>
              <p:cNvSpPr/>
              <p:nvPr/>
            </p:nvSpPr>
            <p:spPr>
              <a:xfrm>
                <a:off x="1730004" y="62676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7" name="Oval 3056">
                <a:extLst>
                  <a:ext uri="{FF2B5EF4-FFF2-40B4-BE49-F238E27FC236}">
                    <a16:creationId xmlns:a16="http://schemas.microsoft.com/office/drawing/2014/main" id="{4EF6151A-E172-2F3B-B061-8B2D3C5CA795}"/>
                  </a:ext>
                </a:extLst>
              </p:cNvPr>
              <p:cNvSpPr/>
              <p:nvPr/>
            </p:nvSpPr>
            <p:spPr>
              <a:xfrm>
                <a:off x="2250753" y="5483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8" name="Oval 3057">
                <a:extLst>
                  <a:ext uri="{FF2B5EF4-FFF2-40B4-BE49-F238E27FC236}">
                    <a16:creationId xmlns:a16="http://schemas.microsoft.com/office/drawing/2014/main" id="{34A5F416-45D0-9D12-3923-0E4EB8A47194}"/>
                  </a:ext>
                </a:extLst>
              </p:cNvPr>
              <p:cNvSpPr/>
              <p:nvPr/>
            </p:nvSpPr>
            <p:spPr>
              <a:xfrm>
                <a:off x="2291038" y="550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59" name="Oval 3058">
                <a:extLst>
                  <a:ext uri="{FF2B5EF4-FFF2-40B4-BE49-F238E27FC236}">
                    <a16:creationId xmlns:a16="http://schemas.microsoft.com/office/drawing/2014/main" id="{B71E07C8-7E4E-B3EA-DDA7-40571A7DF3DD}"/>
                  </a:ext>
                </a:extLst>
              </p:cNvPr>
              <p:cNvSpPr/>
              <p:nvPr/>
            </p:nvSpPr>
            <p:spPr>
              <a:xfrm>
                <a:off x="1425459" y="600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0" name="Oval 3059">
                <a:extLst>
                  <a:ext uri="{FF2B5EF4-FFF2-40B4-BE49-F238E27FC236}">
                    <a16:creationId xmlns:a16="http://schemas.microsoft.com/office/drawing/2014/main" id="{EC71692E-0C43-3E42-2E88-5F9D580F1B2A}"/>
                  </a:ext>
                </a:extLst>
              </p:cNvPr>
              <p:cNvSpPr/>
              <p:nvPr/>
            </p:nvSpPr>
            <p:spPr>
              <a:xfrm>
                <a:off x="1727808" y="62473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1" name="Oval 3060">
                <a:extLst>
                  <a:ext uri="{FF2B5EF4-FFF2-40B4-BE49-F238E27FC236}">
                    <a16:creationId xmlns:a16="http://schemas.microsoft.com/office/drawing/2014/main" id="{D1CE87D4-F642-C1D9-AE46-5E3A968D822A}"/>
                  </a:ext>
                </a:extLst>
              </p:cNvPr>
              <p:cNvSpPr/>
              <p:nvPr/>
            </p:nvSpPr>
            <p:spPr>
              <a:xfrm>
                <a:off x="1374702" y="59901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2" name="Oval 3061">
                <a:extLst>
                  <a:ext uri="{FF2B5EF4-FFF2-40B4-BE49-F238E27FC236}">
                    <a16:creationId xmlns:a16="http://schemas.microsoft.com/office/drawing/2014/main" id="{C8F6A041-2814-F6C6-DFCF-419B1D40D9D4}"/>
                  </a:ext>
                </a:extLst>
              </p:cNvPr>
              <p:cNvSpPr/>
              <p:nvPr/>
            </p:nvSpPr>
            <p:spPr>
              <a:xfrm>
                <a:off x="2258608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3" name="Oval 3062">
                <a:extLst>
                  <a:ext uri="{FF2B5EF4-FFF2-40B4-BE49-F238E27FC236}">
                    <a16:creationId xmlns:a16="http://schemas.microsoft.com/office/drawing/2014/main" id="{26056381-307D-FABB-6A31-8B16846F67D9}"/>
                  </a:ext>
                </a:extLst>
              </p:cNvPr>
              <p:cNvSpPr/>
              <p:nvPr/>
            </p:nvSpPr>
            <p:spPr>
              <a:xfrm>
                <a:off x="1751033" y="607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4" name="Oval 3063">
                <a:extLst>
                  <a:ext uri="{FF2B5EF4-FFF2-40B4-BE49-F238E27FC236}">
                    <a16:creationId xmlns:a16="http://schemas.microsoft.com/office/drawing/2014/main" id="{798145CF-D51A-DD9F-37AC-E0D20D9CAA7B}"/>
                  </a:ext>
                </a:extLst>
              </p:cNvPr>
              <p:cNvSpPr/>
              <p:nvPr/>
            </p:nvSpPr>
            <p:spPr>
              <a:xfrm>
                <a:off x="1780339" y="63311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5" name="Oval 3064">
                <a:extLst>
                  <a:ext uri="{FF2B5EF4-FFF2-40B4-BE49-F238E27FC236}">
                    <a16:creationId xmlns:a16="http://schemas.microsoft.com/office/drawing/2014/main" id="{582BD9DB-C126-D01C-2827-9076C5E0334B}"/>
                  </a:ext>
                </a:extLst>
              </p:cNvPr>
              <p:cNvSpPr/>
              <p:nvPr/>
            </p:nvSpPr>
            <p:spPr>
              <a:xfrm>
                <a:off x="1784731" y="62804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6" name="Oval 3065">
                <a:extLst>
                  <a:ext uri="{FF2B5EF4-FFF2-40B4-BE49-F238E27FC236}">
                    <a16:creationId xmlns:a16="http://schemas.microsoft.com/office/drawing/2014/main" id="{9D131D98-CC93-97E4-F763-027B5199C8A2}"/>
                  </a:ext>
                </a:extLst>
              </p:cNvPr>
              <p:cNvSpPr/>
              <p:nvPr/>
            </p:nvSpPr>
            <p:spPr>
              <a:xfrm>
                <a:off x="2281917" y="5505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7" name="Oval 3066">
                <a:extLst>
                  <a:ext uri="{FF2B5EF4-FFF2-40B4-BE49-F238E27FC236}">
                    <a16:creationId xmlns:a16="http://schemas.microsoft.com/office/drawing/2014/main" id="{E65E468C-6133-2B4A-DCEA-4C2B907CFC00}"/>
                  </a:ext>
                </a:extLst>
              </p:cNvPr>
              <p:cNvSpPr/>
              <p:nvPr/>
            </p:nvSpPr>
            <p:spPr>
              <a:xfrm>
                <a:off x="1590146" y="635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8" name="Oval 3067">
                <a:extLst>
                  <a:ext uri="{FF2B5EF4-FFF2-40B4-BE49-F238E27FC236}">
                    <a16:creationId xmlns:a16="http://schemas.microsoft.com/office/drawing/2014/main" id="{22AE36A9-EF79-FD8E-F8E3-63164D6E070B}"/>
                  </a:ext>
                </a:extLst>
              </p:cNvPr>
              <p:cNvSpPr/>
              <p:nvPr/>
            </p:nvSpPr>
            <p:spPr>
              <a:xfrm>
                <a:off x="1796132" y="63263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9" name="Oval 3068">
                <a:extLst>
                  <a:ext uri="{FF2B5EF4-FFF2-40B4-BE49-F238E27FC236}">
                    <a16:creationId xmlns:a16="http://schemas.microsoft.com/office/drawing/2014/main" id="{C7A1BB72-DA15-F522-3E7E-626BB7A38394}"/>
                  </a:ext>
                </a:extLst>
              </p:cNvPr>
              <p:cNvSpPr/>
              <p:nvPr/>
            </p:nvSpPr>
            <p:spPr>
              <a:xfrm>
                <a:off x="1528072" y="6182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0" name="Oval 3069">
                <a:extLst>
                  <a:ext uri="{FF2B5EF4-FFF2-40B4-BE49-F238E27FC236}">
                    <a16:creationId xmlns:a16="http://schemas.microsoft.com/office/drawing/2014/main" id="{7EE1D1F9-F9DC-7E38-72C4-987E97A61CBB}"/>
                  </a:ext>
                </a:extLst>
              </p:cNvPr>
              <p:cNvSpPr/>
              <p:nvPr/>
            </p:nvSpPr>
            <p:spPr>
              <a:xfrm>
                <a:off x="1581363" y="6252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1" name="Oval 3070">
                <a:extLst>
                  <a:ext uri="{FF2B5EF4-FFF2-40B4-BE49-F238E27FC236}">
                    <a16:creationId xmlns:a16="http://schemas.microsoft.com/office/drawing/2014/main" id="{D3A590D4-513E-9DB8-669E-86F72B0A124C}"/>
                  </a:ext>
                </a:extLst>
              </p:cNvPr>
              <p:cNvSpPr/>
              <p:nvPr/>
            </p:nvSpPr>
            <p:spPr>
              <a:xfrm>
                <a:off x="1732284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2" name="Oval 3071">
                <a:extLst>
                  <a:ext uri="{FF2B5EF4-FFF2-40B4-BE49-F238E27FC236}">
                    <a16:creationId xmlns:a16="http://schemas.microsoft.com/office/drawing/2014/main" id="{0D73905A-BCD1-F684-71FC-3908B0BC1F86}"/>
                  </a:ext>
                </a:extLst>
              </p:cNvPr>
              <p:cNvSpPr/>
              <p:nvPr/>
            </p:nvSpPr>
            <p:spPr>
              <a:xfrm>
                <a:off x="1642424" y="6055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3" name="Oval 3072">
                <a:extLst>
                  <a:ext uri="{FF2B5EF4-FFF2-40B4-BE49-F238E27FC236}">
                    <a16:creationId xmlns:a16="http://schemas.microsoft.com/office/drawing/2014/main" id="{2DF9946E-9A1D-058B-1323-65FAF41D4D43}"/>
                  </a:ext>
                </a:extLst>
              </p:cNvPr>
              <p:cNvSpPr/>
              <p:nvPr/>
            </p:nvSpPr>
            <p:spPr>
              <a:xfrm>
                <a:off x="2275330" y="54762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4" name="Oval 3073">
                <a:extLst>
                  <a:ext uri="{FF2B5EF4-FFF2-40B4-BE49-F238E27FC236}">
                    <a16:creationId xmlns:a16="http://schemas.microsoft.com/office/drawing/2014/main" id="{8DC905B5-805C-4E27-843C-65F012EFB256}"/>
                  </a:ext>
                </a:extLst>
              </p:cNvPr>
              <p:cNvSpPr/>
              <p:nvPr/>
            </p:nvSpPr>
            <p:spPr>
              <a:xfrm>
                <a:off x="2472617" y="645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5" name="Oval 3074">
                <a:extLst>
                  <a:ext uri="{FF2B5EF4-FFF2-40B4-BE49-F238E27FC236}">
                    <a16:creationId xmlns:a16="http://schemas.microsoft.com/office/drawing/2014/main" id="{77CD090B-F382-AB93-40FD-376D27C43E20}"/>
                  </a:ext>
                </a:extLst>
              </p:cNvPr>
              <p:cNvSpPr/>
              <p:nvPr/>
            </p:nvSpPr>
            <p:spPr>
              <a:xfrm>
                <a:off x="1609149" y="63386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6" name="Oval 3075">
                <a:extLst>
                  <a:ext uri="{FF2B5EF4-FFF2-40B4-BE49-F238E27FC236}">
                    <a16:creationId xmlns:a16="http://schemas.microsoft.com/office/drawing/2014/main" id="{DAC9C985-C9C5-A564-40DE-235B291506F1}"/>
                  </a:ext>
                </a:extLst>
              </p:cNvPr>
              <p:cNvSpPr/>
              <p:nvPr/>
            </p:nvSpPr>
            <p:spPr>
              <a:xfrm>
                <a:off x="1521231" y="61576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7" name="Oval 3076">
                <a:extLst>
                  <a:ext uri="{FF2B5EF4-FFF2-40B4-BE49-F238E27FC236}">
                    <a16:creationId xmlns:a16="http://schemas.microsoft.com/office/drawing/2014/main" id="{11787A54-5D6A-FDFA-A63F-9EE1CC7F439E}"/>
                  </a:ext>
                </a:extLst>
              </p:cNvPr>
              <p:cNvSpPr/>
              <p:nvPr/>
            </p:nvSpPr>
            <p:spPr>
              <a:xfrm>
                <a:off x="1493530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8" name="Oval 3077">
                <a:extLst>
                  <a:ext uri="{FF2B5EF4-FFF2-40B4-BE49-F238E27FC236}">
                    <a16:creationId xmlns:a16="http://schemas.microsoft.com/office/drawing/2014/main" id="{CE26D115-0775-986C-3DBA-284F96E04F01}"/>
                  </a:ext>
                </a:extLst>
              </p:cNvPr>
              <p:cNvSpPr/>
              <p:nvPr/>
            </p:nvSpPr>
            <p:spPr>
              <a:xfrm>
                <a:off x="2266884" y="5472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9" name="Oval 3078">
                <a:extLst>
                  <a:ext uri="{FF2B5EF4-FFF2-40B4-BE49-F238E27FC236}">
                    <a16:creationId xmlns:a16="http://schemas.microsoft.com/office/drawing/2014/main" id="{1E2B7D2A-CB7C-CD14-DC6D-358155A17B3F}"/>
                  </a:ext>
                </a:extLst>
              </p:cNvPr>
              <p:cNvSpPr/>
              <p:nvPr/>
            </p:nvSpPr>
            <p:spPr>
              <a:xfrm>
                <a:off x="1530099" y="6241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0" name="Oval 3079">
                <a:extLst>
                  <a:ext uri="{FF2B5EF4-FFF2-40B4-BE49-F238E27FC236}">
                    <a16:creationId xmlns:a16="http://schemas.microsoft.com/office/drawing/2014/main" id="{0D615D14-EA29-ED52-1E08-A6096C3B01FA}"/>
                  </a:ext>
                </a:extLst>
              </p:cNvPr>
              <p:cNvSpPr/>
              <p:nvPr/>
            </p:nvSpPr>
            <p:spPr>
              <a:xfrm>
                <a:off x="1676628" y="6373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1" name="Oval 3080">
                <a:extLst>
                  <a:ext uri="{FF2B5EF4-FFF2-40B4-BE49-F238E27FC236}">
                    <a16:creationId xmlns:a16="http://schemas.microsoft.com/office/drawing/2014/main" id="{28940C07-9731-199E-047E-C23F3AFEAEE5}"/>
                  </a:ext>
                </a:extLst>
              </p:cNvPr>
              <p:cNvSpPr/>
              <p:nvPr/>
            </p:nvSpPr>
            <p:spPr>
              <a:xfrm>
                <a:off x="2270431" y="56887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2" name="Oval 3081">
                <a:extLst>
                  <a:ext uri="{FF2B5EF4-FFF2-40B4-BE49-F238E27FC236}">
                    <a16:creationId xmlns:a16="http://schemas.microsoft.com/office/drawing/2014/main" id="{8C4A7998-1BDF-4D98-C9C8-356E9C2214D3}"/>
                  </a:ext>
                </a:extLst>
              </p:cNvPr>
              <p:cNvSpPr/>
              <p:nvPr/>
            </p:nvSpPr>
            <p:spPr>
              <a:xfrm>
                <a:off x="1508901" y="61895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3" name="Oval 3082">
                <a:extLst>
                  <a:ext uri="{FF2B5EF4-FFF2-40B4-BE49-F238E27FC236}">
                    <a16:creationId xmlns:a16="http://schemas.microsoft.com/office/drawing/2014/main" id="{63A83185-DF7B-7A72-6AE5-80AC5B8FDDC0}"/>
                  </a:ext>
                </a:extLst>
              </p:cNvPr>
              <p:cNvSpPr/>
              <p:nvPr/>
            </p:nvSpPr>
            <p:spPr>
              <a:xfrm>
                <a:off x="2282171" y="5512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4" name="Oval 3083">
                <a:extLst>
                  <a:ext uri="{FF2B5EF4-FFF2-40B4-BE49-F238E27FC236}">
                    <a16:creationId xmlns:a16="http://schemas.microsoft.com/office/drawing/2014/main" id="{353EEFFD-D315-4341-6974-379643F2FE8C}"/>
                  </a:ext>
                </a:extLst>
              </p:cNvPr>
              <p:cNvSpPr/>
              <p:nvPr/>
            </p:nvSpPr>
            <p:spPr>
              <a:xfrm>
                <a:off x="2305058" y="55731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5" name="Oval 3084">
                <a:extLst>
                  <a:ext uri="{FF2B5EF4-FFF2-40B4-BE49-F238E27FC236}">
                    <a16:creationId xmlns:a16="http://schemas.microsoft.com/office/drawing/2014/main" id="{4629BC00-B790-CDC2-392F-23A10504FE95}"/>
                  </a:ext>
                </a:extLst>
              </p:cNvPr>
              <p:cNvSpPr/>
              <p:nvPr/>
            </p:nvSpPr>
            <p:spPr>
              <a:xfrm>
                <a:off x="2281917" y="55646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6" name="Oval 3085">
                <a:extLst>
                  <a:ext uri="{FF2B5EF4-FFF2-40B4-BE49-F238E27FC236}">
                    <a16:creationId xmlns:a16="http://schemas.microsoft.com/office/drawing/2014/main" id="{441485E0-76BD-DFB2-BE2F-07A62E88E9C4}"/>
                  </a:ext>
                </a:extLst>
              </p:cNvPr>
              <p:cNvSpPr/>
              <p:nvPr/>
            </p:nvSpPr>
            <p:spPr>
              <a:xfrm>
                <a:off x="2177784" y="583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7" name="Oval 3086">
                <a:extLst>
                  <a:ext uri="{FF2B5EF4-FFF2-40B4-BE49-F238E27FC236}">
                    <a16:creationId xmlns:a16="http://schemas.microsoft.com/office/drawing/2014/main" id="{85FAC00B-1A41-4860-8092-8D9E0CFAC8B5}"/>
                  </a:ext>
                </a:extLst>
              </p:cNvPr>
              <p:cNvSpPr/>
              <p:nvPr/>
            </p:nvSpPr>
            <p:spPr>
              <a:xfrm>
                <a:off x="1407724" y="59605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8" name="Oval 3087">
                <a:extLst>
                  <a:ext uri="{FF2B5EF4-FFF2-40B4-BE49-F238E27FC236}">
                    <a16:creationId xmlns:a16="http://schemas.microsoft.com/office/drawing/2014/main" id="{A1FC2A36-7211-B654-A7FB-5F159FDFDFFD}"/>
                  </a:ext>
                </a:extLst>
              </p:cNvPr>
              <p:cNvSpPr/>
              <p:nvPr/>
            </p:nvSpPr>
            <p:spPr>
              <a:xfrm>
                <a:off x="1796301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9" name="Oval 3088">
                <a:extLst>
                  <a:ext uri="{FF2B5EF4-FFF2-40B4-BE49-F238E27FC236}">
                    <a16:creationId xmlns:a16="http://schemas.microsoft.com/office/drawing/2014/main" id="{7D3286EB-1B46-5D5E-EFD4-6F436F26961E}"/>
                  </a:ext>
                </a:extLst>
              </p:cNvPr>
              <p:cNvSpPr/>
              <p:nvPr/>
            </p:nvSpPr>
            <p:spPr>
              <a:xfrm>
                <a:off x="2255398" y="566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0" name="Oval 3089">
                <a:extLst>
                  <a:ext uri="{FF2B5EF4-FFF2-40B4-BE49-F238E27FC236}">
                    <a16:creationId xmlns:a16="http://schemas.microsoft.com/office/drawing/2014/main" id="{BAD101C5-2C26-B3C6-CAFE-03B3B902DBA4}"/>
                  </a:ext>
                </a:extLst>
              </p:cNvPr>
              <p:cNvSpPr/>
              <p:nvPr/>
            </p:nvSpPr>
            <p:spPr>
              <a:xfrm>
                <a:off x="1957695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1" name="Oval 3090">
                <a:extLst>
                  <a:ext uri="{FF2B5EF4-FFF2-40B4-BE49-F238E27FC236}">
                    <a16:creationId xmlns:a16="http://schemas.microsoft.com/office/drawing/2014/main" id="{C767423D-5A7B-A0C5-5FD9-45C5D645C9D1}"/>
                  </a:ext>
                </a:extLst>
              </p:cNvPr>
              <p:cNvSpPr/>
              <p:nvPr/>
            </p:nvSpPr>
            <p:spPr>
              <a:xfrm>
                <a:off x="1663200" y="62684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2" name="Oval 3091">
                <a:extLst>
                  <a:ext uri="{FF2B5EF4-FFF2-40B4-BE49-F238E27FC236}">
                    <a16:creationId xmlns:a16="http://schemas.microsoft.com/office/drawing/2014/main" id="{65F609C2-5528-C27A-4007-983D32DCAEA1}"/>
                  </a:ext>
                </a:extLst>
              </p:cNvPr>
              <p:cNvSpPr/>
              <p:nvPr/>
            </p:nvSpPr>
            <p:spPr>
              <a:xfrm>
                <a:off x="1790220" y="61946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0F87ED93-7185-BF55-A1CA-0C8BABB1195B}"/>
                  </a:ext>
                </a:extLst>
              </p:cNvPr>
              <p:cNvSpPr/>
              <p:nvPr/>
            </p:nvSpPr>
            <p:spPr>
              <a:xfrm>
                <a:off x="1691830" y="61663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4" name="Oval 3093">
                <a:extLst>
                  <a:ext uri="{FF2B5EF4-FFF2-40B4-BE49-F238E27FC236}">
                    <a16:creationId xmlns:a16="http://schemas.microsoft.com/office/drawing/2014/main" id="{84C70AAA-D5B3-8BE7-4041-5E94EE18AFFE}"/>
                  </a:ext>
                </a:extLst>
              </p:cNvPr>
              <p:cNvSpPr/>
              <p:nvPr/>
            </p:nvSpPr>
            <p:spPr>
              <a:xfrm>
                <a:off x="1540149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6A281E0E-F2EF-C9AD-E1A9-D8536A82648C}"/>
                  </a:ext>
                </a:extLst>
              </p:cNvPr>
              <p:cNvSpPr/>
              <p:nvPr/>
            </p:nvSpPr>
            <p:spPr>
              <a:xfrm>
                <a:off x="1625533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6" name="Oval 3095">
                <a:extLst>
                  <a:ext uri="{FF2B5EF4-FFF2-40B4-BE49-F238E27FC236}">
                    <a16:creationId xmlns:a16="http://schemas.microsoft.com/office/drawing/2014/main" id="{74865B31-BE7B-FD41-BD76-5BBBE43DB7E5}"/>
                  </a:ext>
                </a:extLst>
              </p:cNvPr>
              <p:cNvSpPr/>
              <p:nvPr/>
            </p:nvSpPr>
            <p:spPr>
              <a:xfrm>
                <a:off x="2271276" y="5538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7" name="Oval 3096">
                <a:extLst>
                  <a:ext uri="{FF2B5EF4-FFF2-40B4-BE49-F238E27FC236}">
                    <a16:creationId xmlns:a16="http://schemas.microsoft.com/office/drawing/2014/main" id="{C7A1D0E1-61D3-2136-CD9F-0D1092286021}"/>
                  </a:ext>
                </a:extLst>
              </p:cNvPr>
              <p:cNvSpPr/>
              <p:nvPr/>
            </p:nvSpPr>
            <p:spPr>
              <a:xfrm>
                <a:off x="1634823" y="63434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8" name="Oval 3097">
                <a:extLst>
                  <a:ext uri="{FF2B5EF4-FFF2-40B4-BE49-F238E27FC236}">
                    <a16:creationId xmlns:a16="http://schemas.microsoft.com/office/drawing/2014/main" id="{C460C7B2-7BC2-3337-C543-71D137EDE507}"/>
                  </a:ext>
                </a:extLst>
              </p:cNvPr>
              <p:cNvSpPr/>
              <p:nvPr/>
            </p:nvSpPr>
            <p:spPr>
              <a:xfrm>
                <a:off x="1794105" y="5988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9" name="Oval 3098">
                <a:extLst>
                  <a:ext uri="{FF2B5EF4-FFF2-40B4-BE49-F238E27FC236}">
                    <a16:creationId xmlns:a16="http://schemas.microsoft.com/office/drawing/2014/main" id="{33782DE5-A339-2A53-CD59-9327244E3A00}"/>
                  </a:ext>
                </a:extLst>
              </p:cNvPr>
              <p:cNvSpPr/>
              <p:nvPr/>
            </p:nvSpPr>
            <p:spPr>
              <a:xfrm>
                <a:off x="3884451" y="83710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0" name="Oval 3099">
                <a:extLst>
                  <a:ext uri="{FF2B5EF4-FFF2-40B4-BE49-F238E27FC236}">
                    <a16:creationId xmlns:a16="http://schemas.microsoft.com/office/drawing/2014/main" id="{98CC0AE2-4512-C78B-7D99-1114CAF42135}"/>
                  </a:ext>
                </a:extLst>
              </p:cNvPr>
              <p:cNvSpPr/>
              <p:nvPr/>
            </p:nvSpPr>
            <p:spPr>
              <a:xfrm>
                <a:off x="2279299" y="5599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1" name="Oval 3100">
                <a:extLst>
                  <a:ext uri="{FF2B5EF4-FFF2-40B4-BE49-F238E27FC236}">
                    <a16:creationId xmlns:a16="http://schemas.microsoft.com/office/drawing/2014/main" id="{68A5D255-D200-FD23-E9E9-37829A2131E9}"/>
                  </a:ext>
                </a:extLst>
              </p:cNvPr>
              <p:cNvSpPr/>
              <p:nvPr/>
            </p:nvSpPr>
            <p:spPr>
              <a:xfrm>
                <a:off x="2250078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2" name="Oval 3101">
                <a:extLst>
                  <a:ext uri="{FF2B5EF4-FFF2-40B4-BE49-F238E27FC236}">
                    <a16:creationId xmlns:a16="http://schemas.microsoft.com/office/drawing/2014/main" id="{2F5AEA6B-633F-1AFD-F093-6DA523EF16FD}"/>
                  </a:ext>
                </a:extLst>
              </p:cNvPr>
              <p:cNvSpPr/>
              <p:nvPr/>
            </p:nvSpPr>
            <p:spPr>
              <a:xfrm>
                <a:off x="1510928" y="61540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3" name="Oval 3102">
                <a:extLst>
                  <a:ext uri="{FF2B5EF4-FFF2-40B4-BE49-F238E27FC236}">
                    <a16:creationId xmlns:a16="http://schemas.microsoft.com/office/drawing/2014/main" id="{1128B81E-F91D-796D-AF06-E1D79B0D5EF0}"/>
                  </a:ext>
                </a:extLst>
              </p:cNvPr>
              <p:cNvSpPr/>
              <p:nvPr/>
            </p:nvSpPr>
            <p:spPr>
              <a:xfrm>
                <a:off x="1768431" y="596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4" name="Oval 3103">
                <a:extLst>
                  <a:ext uri="{FF2B5EF4-FFF2-40B4-BE49-F238E27FC236}">
                    <a16:creationId xmlns:a16="http://schemas.microsoft.com/office/drawing/2014/main" id="{5D05666A-329E-DC46-478E-3C1187F5409E}"/>
                  </a:ext>
                </a:extLst>
              </p:cNvPr>
              <p:cNvSpPr/>
              <p:nvPr/>
            </p:nvSpPr>
            <p:spPr>
              <a:xfrm>
                <a:off x="1827887" y="61140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5" name="Oval 3104">
                <a:extLst>
                  <a:ext uri="{FF2B5EF4-FFF2-40B4-BE49-F238E27FC236}">
                    <a16:creationId xmlns:a16="http://schemas.microsoft.com/office/drawing/2014/main" id="{B253F849-1E21-359B-9733-B2D2C1F16B28}"/>
                  </a:ext>
                </a:extLst>
              </p:cNvPr>
              <p:cNvSpPr/>
              <p:nvPr/>
            </p:nvSpPr>
            <p:spPr>
              <a:xfrm>
                <a:off x="1627222" y="6276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6" name="Oval 3105">
                <a:extLst>
                  <a:ext uri="{FF2B5EF4-FFF2-40B4-BE49-F238E27FC236}">
                    <a16:creationId xmlns:a16="http://schemas.microsoft.com/office/drawing/2014/main" id="{9E089AC2-EDED-310C-2F4B-5DE14EEAB1F4}"/>
                  </a:ext>
                </a:extLst>
              </p:cNvPr>
              <p:cNvSpPr/>
              <p:nvPr/>
            </p:nvSpPr>
            <p:spPr>
              <a:xfrm>
                <a:off x="1531957" y="616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7" name="Oval 3106">
                <a:extLst>
                  <a:ext uri="{FF2B5EF4-FFF2-40B4-BE49-F238E27FC236}">
                    <a16:creationId xmlns:a16="http://schemas.microsoft.com/office/drawing/2014/main" id="{2170A3AD-BCDF-549B-320F-7F83CF8E30A0}"/>
                  </a:ext>
                </a:extLst>
              </p:cNvPr>
              <p:cNvSpPr/>
              <p:nvPr/>
            </p:nvSpPr>
            <p:spPr>
              <a:xfrm>
                <a:off x="1557462" y="6058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8" name="Oval 3107">
                <a:extLst>
                  <a:ext uri="{FF2B5EF4-FFF2-40B4-BE49-F238E27FC236}">
                    <a16:creationId xmlns:a16="http://schemas.microsoft.com/office/drawing/2014/main" id="{AD81E446-0443-ED8E-9D08-1F24D778CF7F}"/>
                  </a:ext>
                </a:extLst>
              </p:cNvPr>
              <p:cNvSpPr/>
              <p:nvPr/>
            </p:nvSpPr>
            <p:spPr>
              <a:xfrm>
                <a:off x="1404768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9" name="Oval 3108">
                <a:extLst>
                  <a:ext uri="{FF2B5EF4-FFF2-40B4-BE49-F238E27FC236}">
                    <a16:creationId xmlns:a16="http://schemas.microsoft.com/office/drawing/2014/main" id="{F501CE0E-A959-8467-625B-4110121431C8}"/>
                  </a:ext>
                </a:extLst>
              </p:cNvPr>
              <p:cNvSpPr/>
              <p:nvPr/>
            </p:nvSpPr>
            <p:spPr>
              <a:xfrm>
                <a:off x="1476639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0" name="Oval 3109">
                <a:extLst>
                  <a:ext uri="{FF2B5EF4-FFF2-40B4-BE49-F238E27FC236}">
                    <a16:creationId xmlns:a16="http://schemas.microsoft.com/office/drawing/2014/main" id="{07340D32-9227-5243-8719-96A5FB20B60E}"/>
                  </a:ext>
                </a:extLst>
              </p:cNvPr>
              <p:cNvSpPr/>
              <p:nvPr/>
            </p:nvSpPr>
            <p:spPr>
              <a:xfrm>
                <a:off x="1761506" y="6249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1" name="Oval 3110">
                <a:extLst>
                  <a:ext uri="{FF2B5EF4-FFF2-40B4-BE49-F238E27FC236}">
                    <a16:creationId xmlns:a16="http://schemas.microsoft.com/office/drawing/2014/main" id="{133684A5-7A6D-7CDC-C582-15ED3C2B8A36}"/>
                  </a:ext>
                </a:extLst>
              </p:cNvPr>
              <p:cNvSpPr/>
              <p:nvPr/>
            </p:nvSpPr>
            <p:spPr>
              <a:xfrm>
                <a:off x="2288336" y="5478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2" name="Oval 3111">
                <a:extLst>
                  <a:ext uri="{FF2B5EF4-FFF2-40B4-BE49-F238E27FC236}">
                    <a16:creationId xmlns:a16="http://schemas.microsoft.com/office/drawing/2014/main" id="{204DD440-1601-66BA-1763-5DD81B0F12A3}"/>
                  </a:ext>
                </a:extLst>
              </p:cNvPr>
              <p:cNvSpPr/>
              <p:nvPr/>
            </p:nvSpPr>
            <p:spPr>
              <a:xfrm>
                <a:off x="1700698" y="6129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3" name="Oval 3112">
                <a:extLst>
                  <a:ext uri="{FF2B5EF4-FFF2-40B4-BE49-F238E27FC236}">
                    <a16:creationId xmlns:a16="http://schemas.microsoft.com/office/drawing/2014/main" id="{ECED991F-CD95-49C3-79B9-DD6779ED6F6B}"/>
                  </a:ext>
                </a:extLst>
              </p:cNvPr>
              <p:cNvSpPr/>
              <p:nvPr/>
            </p:nvSpPr>
            <p:spPr>
              <a:xfrm>
                <a:off x="1629165" y="6080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4" name="Oval 3113">
                <a:extLst>
                  <a:ext uri="{FF2B5EF4-FFF2-40B4-BE49-F238E27FC236}">
                    <a16:creationId xmlns:a16="http://schemas.microsoft.com/office/drawing/2014/main" id="{394F1A13-8F62-0E86-1188-693F02AB2CC2}"/>
                  </a:ext>
                </a:extLst>
              </p:cNvPr>
              <p:cNvSpPr/>
              <p:nvPr/>
            </p:nvSpPr>
            <p:spPr>
              <a:xfrm>
                <a:off x="2281748" y="5534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5" name="Oval 3114">
                <a:extLst>
                  <a:ext uri="{FF2B5EF4-FFF2-40B4-BE49-F238E27FC236}">
                    <a16:creationId xmlns:a16="http://schemas.microsoft.com/office/drawing/2014/main" id="{78EB93CD-426C-B0E9-89D9-8B68707D28C0}"/>
                  </a:ext>
                </a:extLst>
              </p:cNvPr>
              <p:cNvSpPr/>
              <p:nvPr/>
            </p:nvSpPr>
            <p:spPr>
              <a:xfrm>
                <a:off x="1634823" y="6174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6" name="Oval 3115">
                <a:extLst>
                  <a:ext uri="{FF2B5EF4-FFF2-40B4-BE49-F238E27FC236}">
                    <a16:creationId xmlns:a16="http://schemas.microsoft.com/office/drawing/2014/main" id="{78A0A809-C066-4AB3-052A-49269AF468E2}"/>
                  </a:ext>
                </a:extLst>
              </p:cNvPr>
              <p:cNvSpPr/>
              <p:nvPr/>
            </p:nvSpPr>
            <p:spPr>
              <a:xfrm>
                <a:off x="1534322" y="6107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7" name="Oval 3116">
                <a:extLst>
                  <a:ext uri="{FF2B5EF4-FFF2-40B4-BE49-F238E27FC236}">
                    <a16:creationId xmlns:a16="http://schemas.microsoft.com/office/drawing/2014/main" id="{3A3B1AD8-ECEA-C0A4-0AA5-507A31A75EC6}"/>
                  </a:ext>
                </a:extLst>
              </p:cNvPr>
              <p:cNvSpPr/>
              <p:nvPr/>
            </p:nvSpPr>
            <p:spPr>
              <a:xfrm>
                <a:off x="1367523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8" name="Oval 3117">
                <a:extLst>
                  <a:ext uri="{FF2B5EF4-FFF2-40B4-BE49-F238E27FC236}">
                    <a16:creationId xmlns:a16="http://schemas.microsoft.com/office/drawing/2014/main" id="{7BD82002-689A-A906-DA31-A34ECA8F7C53}"/>
                  </a:ext>
                </a:extLst>
              </p:cNvPr>
              <p:cNvSpPr/>
              <p:nvPr/>
            </p:nvSpPr>
            <p:spPr>
              <a:xfrm>
                <a:off x="1811165" y="62082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19" name="Oval 3118">
                <a:extLst>
                  <a:ext uri="{FF2B5EF4-FFF2-40B4-BE49-F238E27FC236}">
                    <a16:creationId xmlns:a16="http://schemas.microsoft.com/office/drawing/2014/main" id="{AC98C8F3-78FF-1B14-5A90-47C4C53BC77B}"/>
                  </a:ext>
                </a:extLst>
              </p:cNvPr>
              <p:cNvSpPr/>
              <p:nvPr/>
            </p:nvSpPr>
            <p:spPr>
              <a:xfrm>
                <a:off x="2247713" y="5476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0" name="Oval 3119">
                <a:extLst>
                  <a:ext uri="{FF2B5EF4-FFF2-40B4-BE49-F238E27FC236}">
                    <a16:creationId xmlns:a16="http://schemas.microsoft.com/office/drawing/2014/main" id="{F152808F-D280-44DB-48F0-BA98A45A5742}"/>
                  </a:ext>
                </a:extLst>
              </p:cNvPr>
              <p:cNvSpPr/>
              <p:nvPr/>
            </p:nvSpPr>
            <p:spPr>
              <a:xfrm>
                <a:off x="2020614" y="63737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1" name="Oval 3120">
                <a:extLst>
                  <a:ext uri="{FF2B5EF4-FFF2-40B4-BE49-F238E27FC236}">
                    <a16:creationId xmlns:a16="http://schemas.microsoft.com/office/drawing/2014/main" id="{1C97EDC8-FC76-CAEA-4749-101E2FDDE7D7}"/>
                  </a:ext>
                </a:extLst>
              </p:cNvPr>
              <p:cNvSpPr/>
              <p:nvPr/>
            </p:nvSpPr>
            <p:spPr>
              <a:xfrm>
                <a:off x="1692506" y="63559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2" name="Oval 3121">
                <a:extLst>
                  <a:ext uri="{FF2B5EF4-FFF2-40B4-BE49-F238E27FC236}">
                    <a16:creationId xmlns:a16="http://schemas.microsoft.com/office/drawing/2014/main" id="{5007EA5B-CBFB-ECE8-01AD-01E19FB00E05}"/>
                  </a:ext>
                </a:extLst>
              </p:cNvPr>
              <p:cNvSpPr/>
              <p:nvPr/>
            </p:nvSpPr>
            <p:spPr>
              <a:xfrm>
                <a:off x="1645211" y="614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3" name="Oval 3122">
                <a:extLst>
                  <a:ext uri="{FF2B5EF4-FFF2-40B4-BE49-F238E27FC236}">
                    <a16:creationId xmlns:a16="http://schemas.microsoft.com/office/drawing/2014/main" id="{0869AE8B-6295-B856-48C8-B51157D29015}"/>
                  </a:ext>
                </a:extLst>
              </p:cNvPr>
              <p:cNvSpPr/>
              <p:nvPr/>
            </p:nvSpPr>
            <p:spPr>
              <a:xfrm>
                <a:off x="1636174" y="61112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4" name="Oval 3123">
                <a:extLst>
                  <a:ext uri="{FF2B5EF4-FFF2-40B4-BE49-F238E27FC236}">
                    <a16:creationId xmlns:a16="http://schemas.microsoft.com/office/drawing/2014/main" id="{5C78244D-AFA3-1B12-9A86-88FA02B7E852}"/>
                  </a:ext>
                </a:extLst>
              </p:cNvPr>
              <p:cNvSpPr/>
              <p:nvPr/>
            </p:nvSpPr>
            <p:spPr>
              <a:xfrm>
                <a:off x="1856940" y="62354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5" name="Oval 3124">
                <a:extLst>
                  <a:ext uri="{FF2B5EF4-FFF2-40B4-BE49-F238E27FC236}">
                    <a16:creationId xmlns:a16="http://schemas.microsoft.com/office/drawing/2014/main" id="{2D3C1011-42F6-88E9-9CDF-A693339B3B68}"/>
                  </a:ext>
                </a:extLst>
              </p:cNvPr>
              <p:cNvSpPr/>
              <p:nvPr/>
            </p:nvSpPr>
            <p:spPr>
              <a:xfrm>
                <a:off x="1801791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6" name="Oval 3125">
                <a:extLst>
                  <a:ext uri="{FF2B5EF4-FFF2-40B4-BE49-F238E27FC236}">
                    <a16:creationId xmlns:a16="http://schemas.microsoft.com/office/drawing/2014/main" id="{8B1A78D9-45D7-0D14-1129-8CB46D3AD84A}"/>
                  </a:ext>
                </a:extLst>
              </p:cNvPr>
              <p:cNvSpPr/>
              <p:nvPr/>
            </p:nvSpPr>
            <p:spPr>
              <a:xfrm>
                <a:off x="1500455" y="61841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7" name="Oval 3126">
                <a:extLst>
                  <a:ext uri="{FF2B5EF4-FFF2-40B4-BE49-F238E27FC236}">
                    <a16:creationId xmlns:a16="http://schemas.microsoft.com/office/drawing/2014/main" id="{86EF9C9C-4199-FF74-66C1-F6DBDE1DE44A}"/>
                  </a:ext>
                </a:extLst>
              </p:cNvPr>
              <p:cNvSpPr/>
              <p:nvPr/>
            </p:nvSpPr>
            <p:spPr>
              <a:xfrm>
                <a:off x="1789545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8" name="Oval 3127">
                <a:extLst>
                  <a:ext uri="{FF2B5EF4-FFF2-40B4-BE49-F238E27FC236}">
                    <a16:creationId xmlns:a16="http://schemas.microsoft.com/office/drawing/2014/main" id="{AE305098-736B-A734-5A6F-8952184A47D9}"/>
                  </a:ext>
                </a:extLst>
              </p:cNvPr>
              <p:cNvSpPr/>
              <p:nvPr/>
            </p:nvSpPr>
            <p:spPr>
              <a:xfrm>
                <a:off x="2308521" y="5523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29" name="Oval 3128">
                <a:extLst>
                  <a:ext uri="{FF2B5EF4-FFF2-40B4-BE49-F238E27FC236}">
                    <a16:creationId xmlns:a16="http://schemas.microsoft.com/office/drawing/2014/main" id="{C6941802-CD22-5759-A157-BA07D6795D3C}"/>
                  </a:ext>
                </a:extLst>
              </p:cNvPr>
              <p:cNvSpPr/>
              <p:nvPr/>
            </p:nvSpPr>
            <p:spPr>
              <a:xfrm>
                <a:off x="1826367" y="6229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0" name="Oval 3129">
                <a:extLst>
                  <a:ext uri="{FF2B5EF4-FFF2-40B4-BE49-F238E27FC236}">
                    <a16:creationId xmlns:a16="http://schemas.microsoft.com/office/drawing/2014/main" id="{F071F9CC-E607-94C4-A80F-F1920AAFBF17}"/>
                  </a:ext>
                </a:extLst>
              </p:cNvPr>
              <p:cNvSpPr/>
              <p:nvPr/>
            </p:nvSpPr>
            <p:spPr>
              <a:xfrm>
                <a:off x="2313081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1" name="Oval 3130">
                <a:extLst>
                  <a:ext uri="{FF2B5EF4-FFF2-40B4-BE49-F238E27FC236}">
                    <a16:creationId xmlns:a16="http://schemas.microsoft.com/office/drawing/2014/main" id="{85C767E1-17A0-0D30-32E0-79A5D32415D0}"/>
                  </a:ext>
                </a:extLst>
              </p:cNvPr>
              <p:cNvSpPr/>
              <p:nvPr/>
            </p:nvSpPr>
            <p:spPr>
              <a:xfrm>
                <a:off x="2309112" y="554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2" name="Oval 3131">
                <a:extLst>
                  <a:ext uri="{FF2B5EF4-FFF2-40B4-BE49-F238E27FC236}">
                    <a16:creationId xmlns:a16="http://schemas.microsoft.com/office/drawing/2014/main" id="{B0C33FA4-833D-9AF9-92CA-21654AE36487}"/>
                  </a:ext>
                </a:extLst>
              </p:cNvPr>
              <p:cNvSpPr/>
              <p:nvPr/>
            </p:nvSpPr>
            <p:spPr>
              <a:xfrm>
                <a:off x="1719278" y="63472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3" name="Oval 3132">
                <a:extLst>
                  <a:ext uri="{FF2B5EF4-FFF2-40B4-BE49-F238E27FC236}">
                    <a16:creationId xmlns:a16="http://schemas.microsoft.com/office/drawing/2014/main" id="{D433CC06-FFB3-2F42-F028-39829B668E53}"/>
                  </a:ext>
                </a:extLst>
              </p:cNvPr>
              <p:cNvSpPr/>
              <p:nvPr/>
            </p:nvSpPr>
            <p:spPr>
              <a:xfrm>
                <a:off x="1521231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4" name="Oval 3133">
                <a:extLst>
                  <a:ext uri="{FF2B5EF4-FFF2-40B4-BE49-F238E27FC236}">
                    <a16:creationId xmlns:a16="http://schemas.microsoft.com/office/drawing/2014/main" id="{C0B1E263-AD53-41AD-6C5C-D2C20BFB7B43}"/>
                  </a:ext>
                </a:extLst>
              </p:cNvPr>
              <p:cNvSpPr/>
              <p:nvPr/>
            </p:nvSpPr>
            <p:spPr>
              <a:xfrm>
                <a:off x="1394042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5" name="Oval 3134">
                <a:extLst>
                  <a:ext uri="{FF2B5EF4-FFF2-40B4-BE49-F238E27FC236}">
                    <a16:creationId xmlns:a16="http://schemas.microsoft.com/office/drawing/2014/main" id="{B631314E-ED12-E954-0E7F-6BD938752A3C}"/>
                  </a:ext>
                </a:extLst>
              </p:cNvPr>
              <p:cNvSpPr/>
              <p:nvPr/>
            </p:nvSpPr>
            <p:spPr>
              <a:xfrm>
                <a:off x="1520133" y="61768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6" name="Oval 3135">
                <a:extLst>
                  <a:ext uri="{FF2B5EF4-FFF2-40B4-BE49-F238E27FC236}">
                    <a16:creationId xmlns:a16="http://schemas.microsoft.com/office/drawing/2014/main" id="{6EDDF09C-2D77-D2D1-B35E-1D3D014B43C6}"/>
                  </a:ext>
                </a:extLst>
              </p:cNvPr>
              <p:cNvSpPr/>
              <p:nvPr/>
            </p:nvSpPr>
            <p:spPr>
              <a:xfrm>
                <a:off x="1657373" y="61745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7" name="Oval 3136">
                <a:extLst>
                  <a:ext uri="{FF2B5EF4-FFF2-40B4-BE49-F238E27FC236}">
                    <a16:creationId xmlns:a16="http://schemas.microsoft.com/office/drawing/2014/main" id="{34D6C879-AD22-9544-FBB0-05F79CA78C1F}"/>
                  </a:ext>
                </a:extLst>
              </p:cNvPr>
              <p:cNvSpPr/>
              <p:nvPr/>
            </p:nvSpPr>
            <p:spPr>
              <a:xfrm>
                <a:off x="1506114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8" name="Oval 3137">
                <a:extLst>
                  <a:ext uri="{FF2B5EF4-FFF2-40B4-BE49-F238E27FC236}">
                    <a16:creationId xmlns:a16="http://schemas.microsoft.com/office/drawing/2014/main" id="{FDDCBCFD-FC37-21A6-FE7F-7624AEB38D74}"/>
                  </a:ext>
                </a:extLst>
              </p:cNvPr>
              <p:cNvSpPr/>
              <p:nvPr/>
            </p:nvSpPr>
            <p:spPr>
              <a:xfrm>
                <a:off x="1580772" y="6064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39" name="Oval 3138">
                <a:extLst>
                  <a:ext uri="{FF2B5EF4-FFF2-40B4-BE49-F238E27FC236}">
                    <a16:creationId xmlns:a16="http://schemas.microsoft.com/office/drawing/2014/main" id="{57764924-6915-A210-D92E-24C8194A5484}"/>
                  </a:ext>
                </a:extLst>
              </p:cNvPr>
              <p:cNvSpPr/>
              <p:nvPr/>
            </p:nvSpPr>
            <p:spPr>
              <a:xfrm>
                <a:off x="1701711" y="63392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0" name="Oval 3139">
                <a:extLst>
                  <a:ext uri="{FF2B5EF4-FFF2-40B4-BE49-F238E27FC236}">
                    <a16:creationId xmlns:a16="http://schemas.microsoft.com/office/drawing/2014/main" id="{54B3765E-59F4-A391-A627-B3960DF931C8}"/>
                  </a:ext>
                </a:extLst>
              </p:cNvPr>
              <p:cNvSpPr/>
              <p:nvPr/>
            </p:nvSpPr>
            <p:spPr>
              <a:xfrm>
                <a:off x="1703907" y="631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1" name="Oval 3140">
                <a:extLst>
                  <a:ext uri="{FF2B5EF4-FFF2-40B4-BE49-F238E27FC236}">
                    <a16:creationId xmlns:a16="http://schemas.microsoft.com/office/drawing/2014/main" id="{DAE058A5-CA2D-EFC8-1B29-55A268B60E9E}"/>
                  </a:ext>
                </a:extLst>
              </p:cNvPr>
              <p:cNvSpPr/>
              <p:nvPr/>
            </p:nvSpPr>
            <p:spPr>
              <a:xfrm>
                <a:off x="1803311" y="632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2" name="Oval 3141">
                <a:extLst>
                  <a:ext uri="{FF2B5EF4-FFF2-40B4-BE49-F238E27FC236}">
                    <a16:creationId xmlns:a16="http://schemas.microsoft.com/office/drawing/2014/main" id="{150A8B5D-443C-37D4-6724-39ABC7EFC3FF}"/>
                  </a:ext>
                </a:extLst>
              </p:cNvPr>
              <p:cNvSpPr/>
              <p:nvPr/>
            </p:nvSpPr>
            <p:spPr>
              <a:xfrm>
                <a:off x="1812263" y="62494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3" name="Oval 3142">
                <a:extLst>
                  <a:ext uri="{FF2B5EF4-FFF2-40B4-BE49-F238E27FC236}">
                    <a16:creationId xmlns:a16="http://schemas.microsoft.com/office/drawing/2014/main" id="{0DC02C90-A7F3-6067-5639-E295C5460FA5}"/>
                  </a:ext>
                </a:extLst>
              </p:cNvPr>
              <p:cNvSpPr/>
              <p:nvPr/>
            </p:nvSpPr>
            <p:spPr>
              <a:xfrm>
                <a:off x="1687354" y="6330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4" name="Oval 3143">
                <a:extLst>
                  <a:ext uri="{FF2B5EF4-FFF2-40B4-BE49-F238E27FC236}">
                    <a16:creationId xmlns:a16="http://schemas.microsoft.com/office/drawing/2014/main" id="{F7509DC4-17F6-C108-65D7-1EBEEB097AC8}"/>
                  </a:ext>
                </a:extLst>
              </p:cNvPr>
              <p:cNvSpPr/>
              <p:nvPr/>
            </p:nvSpPr>
            <p:spPr>
              <a:xfrm>
                <a:off x="2318740" y="55033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5" name="Oval 3144">
                <a:extLst>
                  <a:ext uri="{FF2B5EF4-FFF2-40B4-BE49-F238E27FC236}">
                    <a16:creationId xmlns:a16="http://schemas.microsoft.com/office/drawing/2014/main" id="{4B74AEAA-444A-36E1-7CE8-699F9172F452}"/>
                  </a:ext>
                </a:extLst>
              </p:cNvPr>
              <p:cNvSpPr/>
              <p:nvPr/>
            </p:nvSpPr>
            <p:spPr>
              <a:xfrm>
                <a:off x="1821891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6" name="Oval 3145">
                <a:extLst>
                  <a:ext uri="{FF2B5EF4-FFF2-40B4-BE49-F238E27FC236}">
                    <a16:creationId xmlns:a16="http://schemas.microsoft.com/office/drawing/2014/main" id="{334BE229-6304-4636-8090-078AD44E9877}"/>
                  </a:ext>
                </a:extLst>
              </p:cNvPr>
              <p:cNvSpPr/>
              <p:nvPr/>
            </p:nvSpPr>
            <p:spPr>
              <a:xfrm>
                <a:off x="2216042" y="5596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7" name="Oval 3146">
                <a:extLst>
                  <a:ext uri="{FF2B5EF4-FFF2-40B4-BE49-F238E27FC236}">
                    <a16:creationId xmlns:a16="http://schemas.microsoft.com/office/drawing/2014/main" id="{8574BF68-AAC3-5DA3-257D-DD32D881F294}"/>
                  </a:ext>
                </a:extLst>
              </p:cNvPr>
              <p:cNvSpPr/>
              <p:nvPr/>
            </p:nvSpPr>
            <p:spPr>
              <a:xfrm>
                <a:off x="1803226" y="60653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8" name="Oval 3147">
                <a:extLst>
                  <a:ext uri="{FF2B5EF4-FFF2-40B4-BE49-F238E27FC236}">
                    <a16:creationId xmlns:a16="http://schemas.microsoft.com/office/drawing/2014/main" id="{D540E311-7A8C-2592-778E-0527590E1138}"/>
                  </a:ext>
                </a:extLst>
              </p:cNvPr>
              <p:cNvSpPr/>
              <p:nvPr/>
            </p:nvSpPr>
            <p:spPr>
              <a:xfrm>
                <a:off x="1533730" y="60968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49" name="Oval 3148">
                <a:extLst>
                  <a:ext uri="{FF2B5EF4-FFF2-40B4-BE49-F238E27FC236}">
                    <a16:creationId xmlns:a16="http://schemas.microsoft.com/office/drawing/2014/main" id="{210A6363-A425-5334-CF69-CD3AE0054697}"/>
                  </a:ext>
                </a:extLst>
              </p:cNvPr>
              <p:cNvSpPr/>
              <p:nvPr/>
            </p:nvSpPr>
            <p:spPr>
              <a:xfrm>
                <a:off x="1735071" y="60858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0" name="Oval 3149">
                <a:extLst>
                  <a:ext uri="{FF2B5EF4-FFF2-40B4-BE49-F238E27FC236}">
                    <a16:creationId xmlns:a16="http://schemas.microsoft.com/office/drawing/2014/main" id="{52AFBA4B-7C16-9088-6CE1-97B1CF5C62B8}"/>
                  </a:ext>
                </a:extLst>
              </p:cNvPr>
              <p:cNvSpPr/>
              <p:nvPr/>
            </p:nvSpPr>
            <p:spPr>
              <a:xfrm>
                <a:off x="1528410" y="61693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1" name="Oval 3150">
                <a:extLst>
                  <a:ext uri="{FF2B5EF4-FFF2-40B4-BE49-F238E27FC236}">
                    <a16:creationId xmlns:a16="http://schemas.microsoft.com/office/drawing/2014/main" id="{36A86C7C-B15F-C32A-3524-CD904D3129C7}"/>
                  </a:ext>
                </a:extLst>
              </p:cNvPr>
              <p:cNvSpPr/>
              <p:nvPr/>
            </p:nvSpPr>
            <p:spPr>
              <a:xfrm>
                <a:off x="1498344" y="61896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2" name="Oval 3151">
                <a:extLst>
                  <a:ext uri="{FF2B5EF4-FFF2-40B4-BE49-F238E27FC236}">
                    <a16:creationId xmlns:a16="http://schemas.microsoft.com/office/drawing/2014/main" id="{7EC3E273-F1B6-AF6E-95C6-4FD1DE850A27}"/>
                  </a:ext>
                </a:extLst>
              </p:cNvPr>
              <p:cNvSpPr/>
              <p:nvPr/>
            </p:nvSpPr>
            <p:spPr>
              <a:xfrm>
                <a:off x="1610585" y="627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3" name="Oval 3152">
                <a:extLst>
                  <a:ext uri="{FF2B5EF4-FFF2-40B4-BE49-F238E27FC236}">
                    <a16:creationId xmlns:a16="http://schemas.microsoft.com/office/drawing/2014/main" id="{68D8CA72-E16E-5000-2071-B6975F4FF72D}"/>
                  </a:ext>
                </a:extLst>
              </p:cNvPr>
              <p:cNvSpPr/>
              <p:nvPr/>
            </p:nvSpPr>
            <p:spPr>
              <a:xfrm>
                <a:off x="1766995" y="6162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4" name="Oval 3153">
                <a:extLst>
                  <a:ext uri="{FF2B5EF4-FFF2-40B4-BE49-F238E27FC236}">
                    <a16:creationId xmlns:a16="http://schemas.microsoft.com/office/drawing/2014/main" id="{EC1C57A9-A1C4-B988-033C-CA29DB20EA88}"/>
                  </a:ext>
                </a:extLst>
              </p:cNvPr>
              <p:cNvSpPr/>
              <p:nvPr/>
            </p:nvSpPr>
            <p:spPr>
              <a:xfrm>
                <a:off x="1360851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5" name="Oval 3154">
                <a:extLst>
                  <a:ext uri="{FF2B5EF4-FFF2-40B4-BE49-F238E27FC236}">
                    <a16:creationId xmlns:a16="http://schemas.microsoft.com/office/drawing/2014/main" id="{C59E3371-40D6-A117-89FD-F05D5909BE84}"/>
                  </a:ext>
                </a:extLst>
              </p:cNvPr>
              <p:cNvSpPr/>
              <p:nvPr/>
            </p:nvSpPr>
            <p:spPr>
              <a:xfrm>
                <a:off x="1744446" y="633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6" name="Oval 3155">
                <a:extLst>
                  <a:ext uri="{FF2B5EF4-FFF2-40B4-BE49-F238E27FC236}">
                    <a16:creationId xmlns:a16="http://schemas.microsoft.com/office/drawing/2014/main" id="{DD6F195D-7680-107A-CCD9-3E89A2B9C57A}"/>
                  </a:ext>
                </a:extLst>
              </p:cNvPr>
              <p:cNvSpPr/>
              <p:nvPr/>
            </p:nvSpPr>
            <p:spPr>
              <a:xfrm>
                <a:off x="1630009" y="6370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7" name="Oval 3156">
                <a:extLst>
                  <a:ext uri="{FF2B5EF4-FFF2-40B4-BE49-F238E27FC236}">
                    <a16:creationId xmlns:a16="http://schemas.microsoft.com/office/drawing/2014/main" id="{1E13A6E7-9DAD-8FEB-599F-AE6FF88BF6DB}"/>
                  </a:ext>
                </a:extLst>
              </p:cNvPr>
              <p:cNvSpPr/>
              <p:nvPr/>
            </p:nvSpPr>
            <p:spPr>
              <a:xfrm>
                <a:off x="1365243" y="59902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8" name="Oval 3157">
                <a:extLst>
                  <a:ext uri="{FF2B5EF4-FFF2-40B4-BE49-F238E27FC236}">
                    <a16:creationId xmlns:a16="http://schemas.microsoft.com/office/drawing/2014/main" id="{DB16E586-9D9C-70C5-1C1B-8ED60D185C0B}"/>
                  </a:ext>
                </a:extLst>
              </p:cNvPr>
              <p:cNvSpPr/>
              <p:nvPr/>
            </p:nvSpPr>
            <p:spPr>
              <a:xfrm>
                <a:off x="1662778" y="6340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59" name="Oval 3158">
                <a:extLst>
                  <a:ext uri="{FF2B5EF4-FFF2-40B4-BE49-F238E27FC236}">
                    <a16:creationId xmlns:a16="http://schemas.microsoft.com/office/drawing/2014/main" id="{6C3D3750-531D-4BFC-F4DB-CBFC857A7B3F}"/>
                  </a:ext>
                </a:extLst>
              </p:cNvPr>
              <p:cNvSpPr/>
              <p:nvPr/>
            </p:nvSpPr>
            <p:spPr>
              <a:xfrm>
                <a:off x="1492854" y="61690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0" name="Oval 3159">
                <a:extLst>
                  <a:ext uri="{FF2B5EF4-FFF2-40B4-BE49-F238E27FC236}">
                    <a16:creationId xmlns:a16="http://schemas.microsoft.com/office/drawing/2014/main" id="{774E2BBB-0A2B-D629-46B1-36744F94B789}"/>
                  </a:ext>
                </a:extLst>
              </p:cNvPr>
              <p:cNvSpPr/>
              <p:nvPr/>
            </p:nvSpPr>
            <p:spPr>
              <a:xfrm>
                <a:off x="1778059" y="6327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1" name="Oval 3160">
                <a:extLst>
                  <a:ext uri="{FF2B5EF4-FFF2-40B4-BE49-F238E27FC236}">
                    <a16:creationId xmlns:a16="http://schemas.microsoft.com/office/drawing/2014/main" id="{3914BCE0-A9A5-904A-1905-20147047CF9D}"/>
                  </a:ext>
                </a:extLst>
              </p:cNvPr>
              <p:cNvSpPr/>
              <p:nvPr/>
            </p:nvSpPr>
            <p:spPr>
              <a:xfrm>
                <a:off x="1354179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2" name="Oval 3161">
                <a:extLst>
                  <a:ext uri="{FF2B5EF4-FFF2-40B4-BE49-F238E27FC236}">
                    <a16:creationId xmlns:a16="http://schemas.microsoft.com/office/drawing/2014/main" id="{FDD46829-299E-1883-7EE9-36016146A02D}"/>
                  </a:ext>
                </a:extLst>
              </p:cNvPr>
              <p:cNvSpPr/>
              <p:nvPr/>
            </p:nvSpPr>
            <p:spPr>
              <a:xfrm>
                <a:off x="1755256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3" name="Oval 3162">
                <a:extLst>
                  <a:ext uri="{FF2B5EF4-FFF2-40B4-BE49-F238E27FC236}">
                    <a16:creationId xmlns:a16="http://schemas.microsoft.com/office/drawing/2014/main" id="{E3C23129-80F3-9422-D318-4258731D58A4}"/>
                  </a:ext>
                </a:extLst>
              </p:cNvPr>
              <p:cNvSpPr/>
              <p:nvPr/>
            </p:nvSpPr>
            <p:spPr>
              <a:xfrm>
                <a:off x="1568357" y="6148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4" name="Oval 3163">
                <a:extLst>
                  <a:ext uri="{FF2B5EF4-FFF2-40B4-BE49-F238E27FC236}">
                    <a16:creationId xmlns:a16="http://schemas.microsoft.com/office/drawing/2014/main" id="{AFB433C0-1DF3-26A7-B210-C1D0466A1353}"/>
                  </a:ext>
                </a:extLst>
              </p:cNvPr>
              <p:cNvSpPr/>
              <p:nvPr/>
            </p:nvSpPr>
            <p:spPr>
              <a:xfrm>
                <a:off x="1539811" y="612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5" name="Oval 3164">
                <a:extLst>
                  <a:ext uri="{FF2B5EF4-FFF2-40B4-BE49-F238E27FC236}">
                    <a16:creationId xmlns:a16="http://schemas.microsoft.com/office/drawing/2014/main" id="{7B1F66DF-E535-0EE7-2FDF-17E8C738CA1B}"/>
                  </a:ext>
                </a:extLst>
              </p:cNvPr>
              <p:cNvSpPr/>
              <p:nvPr/>
            </p:nvSpPr>
            <p:spPr>
              <a:xfrm>
                <a:off x="1610162" y="64024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671549A0-5952-ABEF-9FF1-1CBB35DF4887}"/>
                  </a:ext>
                </a:extLst>
              </p:cNvPr>
              <p:cNvSpPr/>
              <p:nvPr/>
            </p:nvSpPr>
            <p:spPr>
              <a:xfrm>
                <a:off x="1617594" y="63537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7" name="Oval 3166">
                <a:extLst>
                  <a:ext uri="{FF2B5EF4-FFF2-40B4-BE49-F238E27FC236}">
                    <a16:creationId xmlns:a16="http://schemas.microsoft.com/office/drawing/2014/main" id="{F588FED4-8D98-9C3A-1331-2A202205C96B}"/>
                  </a:ext>
                </a:extLst>
              </p:cNvPr>
              <p:cNvSpPr/>
              <p:nvPr/>
            </p:nvSpPr>
            <p:spPr>
              <a:xfrm>
                <a:off x="1740054" y="63002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8" name="Oval 3167">
                <a:extLst>
                  <a:ext uri="{FF2B5EF4-FFF2-40B4-BE49-F238E27FC236}">
                    <a16:creationId xmlns:a16="http://schemas.microsoft.com/office/drawing/2014/main" id="{658FEC6A-06C3-CED1-7734-FC35B4024A37}"/>
                  </a:ext>
                </a:extLst>
              </p:cNvPr>
              <p:cNvSpPr/>
              <p:nvPr/>
            </p:nvSpPr>
            <p:spPr>
              <a:xfrm>
                <a:off x="2244673" y="5678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71CE457F-DEED-A0AD-98AA-F3C46CD00E80}"/>
                  </a:ext>
                </a:extLst>
              </p:cNvPr>
              <p:cNvSpPr/>
              <p:nvPr/>
            </p:nvSpPr>
            <p:spPr>
              <a:xfrm>
                <a:off x="2250669" y="5598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0" name="Oval 3169">
                <a:extLst>
                  <a:ext uri="{FF2B5EF4-FFF2-40B4-BE49-F238E27FC236}">
                    <a16:creationId xmlns:a16="http://schemas.microsoft.com/office/drawing/2014/main" id="{36092FBA-B825-26D3-CE99-5D9693661F00}"/>
                  </a:ext>
                </a:extLst>
              </p:cNvPr>
              <p:cNvSpPr/>
              <p:nvPr/>
            </p:nvSpPr>
            <p:spPr>
              <a:xfrm>
                <a:off x="1606024" y="6384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1" name="Oval 3170">
                <a:extLst>
                  <a:ext uri="{FF2B5EF4-FFF2-40B4-BE49-F238E27FC236}">
                    <a16:creationId xmlns:a16="http://schemas.microsoft.com/office/drawing/2014/main" id="{2A46F4ED-C5EB-13ED-0B88-098F179073AC}"/>
                  </a:ext>
                </a:extLst>
              </p:cNvPr>
              <p:cNvSpPr/>
              <p:nvPr/>
            </p:nvSpPr>
            <p:spPr>
              <a:xfrm>
                <a:off x="1611767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2" name="Oval 3171">
                <a:extLst>
                  <a:ext uri="{FF2B5EF4-FFF2-40B4-BE49-F238E27FC236}">
                    <a16:creationId xmlns:a16="http://schemas.microsoft.com/office/drawing/2014/main" id="{165FF2B7-47B0-AF31-A372-2D0A98E03BDC}"/>
                  </a:ext>
                </a:extLst>
              </p:cNvPr>
              <p:cNvSpPr/>
              <p:nvPr/>
            </p:nvSpPr>
            <p:spPr>
              <a:xfrm>
                <a:off x="2279890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3" name="Oval 3172">
                <a:extLst>
                  <a:ext uri="{FF2B5EF4-FFF2-40B4-BE49-F238E27FC236}">
                    <a16:creationId xmlns:a16="http://schemas.microsoft.com/office/drawing/2014/main" id="{95EF011D-FBE9-E98E-00B7-0768B42F91E2}"/>
                  </a:ext>
                </a:extLst>
              </p:cNvPr>
              <p:cNvSpPr/>
              <p:nvPr/>
            </p:nvSpPr>
            <p:spPr>
              <a:xfrm>
                <a:off x="1802044" y="630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4" name="Oval 3173">
                <a:extLst>
                  <a:ext uri="{FF2B5EF4-FFF2-40B4-BE49-F238E27FC236}">
                    <a16:creationId xmlns:a16="http://schemas.microsoft.com/office/drawing/2014/main" id="{D24DE6CA-3851-9625-9C24-6800ABE077DC}"/>
                  </a:ext>
                </a:extLst>
              </p:cNvPr>
              <p:cNvSpPr/>
              <p:nvPr/>
            </p:nvSpPr>
            <p:spPr>
              <a:xfrm>
                <a:off x="2327439" y="559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5" name="Oval 3174">
                <a:extLst>
                  <a:ext uri="{FF2B5EF4-FFF2-40B4-BE49-F238E27FC236}">
                    <a16:creationId xmlns:a16="http://schemas.microsoft.com/office/drawing/2014/main" id="{BE59D01D-BF83-8155-834F-DFB261105C19}"/>
                  </a:ext>
                </a:extLst>
              </p:cNvPr>
              <p:cNvSpPr/>
              <p:nvPr/>
            </p:nvSpPr>
            <p:spPr>
              <a:xfrm>
                <a:off x="1593102" y="63347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6" name="Oval 3175">
                <a:extLst>
                  <a:ext uri="{FF2B5EF4-FFF2-40B4-BE49-F238E27FC236}">
                    <a16:creationId xmlns:a16="http://schemas.microsoft.com/office/drawing/2014/main" id="{B1CE376F-3C9B-5377-4520-7B41FFCC45BD}"/>
                  </a:ext>
                </a:extLst>
              </p:cNvPr>
              <p:cNvSpPr/>
              <p:nvPr/>
            </p:nvSpPr>
            <p:spPr>
              <a:xfrm>
                <a:off x="2290109" y="576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7" name="Oval 3176">
                <a:extLst>
                  <a:ext uri="{FF2B5EF4-FFF2-40B4-BE49-F238E27FC236}">
                    <a16:creationId xmlns:a16="http://schemas.microsoft.com/office/drawing/2014/main" id="{35727227-BFC2-046F-AE09-2F7BCBC9C8E0}"/>
                  </a:ext>
                </a:extLst>
              </p:cNvPr>
              <p:cNvSpPr/>
              <p:nvPr/>
            </p:nvSpPr>
            <p:spPr>
              <a:xfrm>
                <a:off x="1601717" y="6391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8" name="Oval 3177">
                <a:extLst>
                  <a:ext uri="{FF2B5EF4-FFF2-40B4-BE49-F238E27FC236}">
                    <a16:creationId xmlns:a16="http://schemas.microsoft.com/office/drawing/2014/main" id="{5105555B-E252-FB67-DF1A-C298830742FF}"/>
                  </a:ext>
                </a:extLst>
              </p:cNvPr>
              <p:cNvSpPr/>
              <p:nvPr/>
            </p:nvSpPr>
            <p:spPr>
              <a:xfrm>
                <a:off x="2262070" y="5655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79" name="Oval 3178">
                <a:extLst>
                  <a:ext uri="{FF2B5EF4-FFF2-40B4-BE49-F238E27FC236}">
                    <a16:creationId xmlns:a16="http://schemas.microsoft.com/office/drawing/2014/main" id="{AECB62EA-712F-1453-C5C2-5594604F2377}"/>
                  </a:ext>
                </a:extLst>
              </p:cNvPr>
              <p:cNvSpPr/>
              <p:nvPr/>
            </p:nvSpPr>
            <p:spPr>
              <a:xfrm>
                <a:off x="1721474" y="6377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0" name="Oval 3179">
                <a:extLst>
                  <a:ext uri="{FF2B5EF4-FFF2-40B4-BE49-F238E27FC236}">
                    <a16:creationId xmlns:a16="http://schemas.microsoft.com/office/drawing/2014/main" id="{7715372B-3E39-A836-3DA5-A72AB85083DF}"/>
                  </a:ext>
                </a:extLst>
              </p:cNvPr>
              <p:cNvSpPr/>
              <p:nvPr/>
            </p:nvSpPr>
            <p:spPr>
              <a:xfrm>
                <a:off x="2254638" y="5474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1" name="Oval 3180">
                <a:extLst>
                  <a:ext uri="{FF2B5EF4-FFF2-40B4-BE49-F238E27FC236}">
                    <a16:creationId xmlns:a16="http://schemas.microsoft.com/office/drawing/2014/main" id="{28062671-D24F-9BAC-E1C6-38B7F5CE7DB3}"/>
                  </a:ext>
                </a:extLst>
              </p:cNvPr>
              <p:cNvSpPr/>
              <p:nvPr/>
            </p:nvSpPr>
            <p:spPr>
              <a:xfrm>
                <a:off x="1706103" y="6377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2" name="Oval 3181">
                <a:extLst>
                  <a:ext uri="{FF2B5EF4-FFF2-40B4-BE49-F238E27FC236}">
                    <a16:creationId xmlns:a16="http://schemas.microsoft.com/office/drawing/2014/main" id="{8E68E552-4D04-86C1-5E45-F7BB4F3E9682}"/>
                  </a:ext>
                </a:extLst>
              </p:cNvPr>
              <p:cNvSpPr/>
              <p:nvPr/>
            </p:nvSpPr>
            <p:spPr>
              <a:xfrm>
                <a:off x="1945195" y="62068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3" name="Oval 3182">
                <a:extLst>
                  <a:ext uri="{FF2B5EF4-FFF2-40B4-BE49-F238E27FC236}">
                    <a16:creationId xmlns:a16="http://schemas.microsoft.com/office/drawing/2014/main" id="{81822679-7213-3499-858B-46AA4927504B}"/>
                  </a:ext>
                </a:extLst>
              </p:cNvPr>
              <p:cNvSpPr/>
              <p:nvPr/>
            </p:nvSpPr>
            <p:spPr>
              <a:xfrm>
                <a:off x="2247966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4" name="Oval 3183">
                <a:extLst>
                  <a:ext uri="{FF2B5EF4-FFF2-40B4-BE49-F238E27FC236}">
                    <a16:creationId xmlns:a16="http://schemas.microsoft.com/office/drawing/2014/main" id="{51A10275-118C-92AC-C12D-B5D0207B1871}"/>
                  </a:ext>
                </a:extLst>
              </p:cNvPr>
              <p:cNvSpPr/>
              <p:nvPr/>
            </p:nvSpPr>
            <p:spPr>
              <a:xfrm>
                <a:off x="1651967" y="62072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5" name="Oval 3184">
                <a:extLst>
                  <a:ext uri="{FF2B5EF4-FFF2-40B4-BE49-F238E27FC236}">
                    <a16:creationId xmlns:a16="http://schemas.microsoft.com/office/drawing/2014/main" id="{B2BDFECE-7C84-4D35-C60D-0CD1C610C819}"/>
                  </a:ext>
                </a:extLst>
              </p:cNvPr>
              <p:cNvSpPr/>
              <p:nvPr/>
            </p:nvSpPr>
            <p:spPr>
              <a:xfrm>
                <a:off x="1542683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6" name="Oval 3185">
                <a:extLst>
                  <a:ext uri="{FF2B5EF4-FFF2-40B4-BE49-F238E27FC236}">
                    <a16:creationId xmlns:a16="http://schemas.microsoft.com/office/drawing/2014/main" id="{1617E83B-6AEE-7A00-FE9C-08DEBD958830}"/>
                  </a:ext>
                </a:extLst>
              </p:cNvPr>
              <p:cNvSpPr/>
              <p:nvPr/>
            </p:nvSpPr>
            <p:spPr>
              <a:xfrm>
                <a:off x="1694026" y="6070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7" name="Oval 3186">
                <a:extLst>
                  <a:ext uri="{FF2B5EF4-FFF2-40B4-BE49-F238E27FC236}">
                    <a16:creationId xmlns:a16="http://schemas.microsoft.com/office/drawing/2014/main" id="{8B75087F-8334-A3A9-D85C-064E9794B64B}"/>
                  </a:ext>
                </a:extLst>
              </p:cNvPr>
              <p:cNvSpPr/>
              <p:nvPr/>
            </p:nvSpPr>
            <p:spPr>
              <a:xfrm>
                <a:off x="1640482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8" name="Oval 3187">
                <a:extLst>
                  <a:ext uri="{FF2B5EF4-FFF2-40B4-BE49-F238E27FC236}">
                    <a16:creationId xmlns:a16="http://schemas.microsoft.com/office/drawing/2014/main" id="{EBD0A25B-B335-0DFB-C43C-A4E1EAE83600}"/>
                  </a:ext>
                </a:extLst>
              </p:cNvPr>
              <p:cNvSpPr/>
              <p:nvPr/>
            </p:nvSpPr>
            <p:spPr>
              <a:xfrm>
                <a:off x="1420307" y="5998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89" name="Oval 3188">
                <a:extLst>
                  <a:ext uri="{FF2B5EF4-FFF2-40B4-BE49-F238E27FC236}">
                    <a16:creationId xmlns:a16="http://schemas.microsoft.com/office/drawing/2014/main" id="{9C9ACC7A-F697-2956-4CBD-7300CF8A39B6}"/>
                  </a:ext>
                </a:extLst>
              </p:cNvPr>
              <p:cNvSpPr/>
              <p:nvPr/>
            </p:nvSpPr>
            <p:spPr>
              <a:xfrm>
                <a:off x="1813445" y="60089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FAA2AA96-EBDA-9516-E72D-FF2B14D4D05F}"/>
                  </a:ext>
                </a:extLst>
              </p:cNvPr>
              <p:cNvSpPr/>
              <p:nvPr/>
            </p:nvSpPr>
            <p:spPr>
              <a:xfrm>
                <a:off x="1707454" y="59884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D2EBDB30-4007-4FC2-269F-7098C10C7829}"/>
                  </a:ext>
                </a:extLst>
              </p:cNvPr>
              <p:cNvSpPr/>
              <p:nvPr/>
            </p:nvSpPr>
            <p:spPr>
              <a:xfrm>
                <a:off x="1656190" y="6406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BFB9E2BC-1FF2-9B43-E5B9-2D41AC259068}"/>
                  </a:ext>
                </a:extLst>
              </p:cNvPr>
              <p:cNvSpPr/>
              <p:nvPr/>
            </p:nvSpPr>
            <p:spPr>
              <a:xfrm>
                <a:off x="1516586" y="615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3" name="Oval 3192">
                <a:extLst>
                  <a:ext uri="{FF2B5EF4-FFF2-40B4-BE49-F238E27FC236}">
                    <a16:creationId xmlns:a16="http://schemas.microsoft.com/office/drawing/2014/main" id="{691A05D1-6D96-8C93-1FB6-0FCB26C729D8}"/>
                  </a:ext>
                </a:extLst>
              </p:cNvPr>
              <p:cNvSpPr/>
              <p:nvPr/>
            </p:nvSpPr>
            <p:spPr>
              <a:xfrm>
                <a:off x="1604419" y="640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4" name="Oval 3193">
                <a:extLst>
                  <a:ext uri="{FF2B5EF4-FFF2-40B4-BE49-F238E27FC236}">
                    <a16:creationId xmlns:a16="http://schemas.microsoft.com/office/drawing/2014/main" id="{095A0ECF-721A-0BDC-23AB-8B56C2D56537}"/>
                  </a:ext>
                </a:extLst>
              </p:cNvPr>
              <p:cNvSpPr/>
              <p:nvPr/>
            </p:nvSpPr>
            <p:spPr>
              <a:xfrm>
                <a:off x="1713704" y="62040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5" name="Oval 3194">
                <a:extLst>
                  <a:ext uri="{FF2B5EF4-FFF2-40B4-BE49-F238E27FC236}">
                    <a16:creationId xmlns:a16="http://schemas.microsoft.com/office/drawing/2014/main" id="{78AA129F-F270-CE5C-D30F-405C5B547547}"/>
                  </a:ext>
                </a:extLst>
              </p:cNvPr>
              <p:cNvSpPr/>
              <p:nvPr/>
            </p:nvSpPr>
            <p:spPr>
              <a:xfrm>
                <a:off x="1381543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90636A-EB5E-0A2F-B43B-4131F52726BB}"/>
                  </a:ext>
                </a:extLst>
              </p:cNvPr>
              <p:cNvSpPr/>
              <p:nvPr/>
            </p:nvSpPr>
            <p:spPr>
              <a:xfrm>
                <a:off x="1940804" y="6317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7" name="Oval 3196">
                <a:extLst>
                  <a:ext uri="{FF2B5EF4-FFF2-40B4-BE49-F238E27FC236}">
                    <a16:creationId xmlns:a16="http://schemas.microsoft.com/office/drawing/2014/main" id="{B22A0981-84B9-05B4-5D20-0B787DC68A9E}"/>
                  </a:ext>
                </a:extLst>
              </p:cNvPr>
              <p:cNvSpPr/>
              <p:nvPr/>
            </p:nvSpPr>
            <p:spPr>
              <a:xfrm>
                <a:off x="1628320" y="6285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8" name="Oval 3197">
                <a:extLst>
                  <a:ext uri="{FF2B5EF4-FFF2-40B4-BE49-F238E27FC236}">
                    <a16:creationId xmlns:a16="http://schemas.microsoft.com/office/drawing/2014/main" id="{8AF55DF5-A92D-72A5-C674-2F8226C59188}"/>
                  </a:ext>
                </a:extLst>
              </p:cNvPr>
              <p:cNvSpPr/>
              <p:nvPr/>
            </p:nvSpPr>
            <p:spPr>
              <a:xfrm>
                <a:off x="1449191" y="59887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99" name="Oval 3198">
                <a:extLst>
                  <a:ext uri="{FF2B5EF4-FFF2-40B4-BE49-F238E27FC236}">
                    <a16:creationId xmlns:a16="http://schemas.microsoft.com/office/drawing/2014/main" id="{495F3C63-3E6D-478D-A77A-0FD164F59039}"/>
                  </a:ext>
                </a:extLst>
              </p:cNvPr>
              <p:cNvSpPr/>
              <p:nvPr/>
            </p:nvSpPr>
            <p:spPr>
              <a:xfrm>
                <a:off x="1553831" y="6195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0" name="Oval 3199">
                <a:extLst>
                  <a:ext uri="{FF2B5EF4-FFF2-40B4-BE49-F238E27FC236}">
                    <a16:creationId xmlns:a16="http://schemas.microsoft.com/office/drawing/2014/main" id="{CF75388B-46AB-D597-73A9-7E22C058F4BF}"/>
                  </a:ext>
                </a:extLst>
              </p:cNvPr>
              <p:cNvSpPr/>
              <p:nvPr/>
            </p:nvSpPr>
            <p:spPr>
              <a:xfrm>
                <a:off x="2300075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1" name="Oval 3200">
                <a:extLst>
                  <a:ext uri="{FF2B5EF4-FFF2-40B4-BE49-F238E27FC236}">
                    <a16:creationId xmlns:a16="http://schemas.microsoft.com/office/drawing/2014/main" id="{03777D5F-25A5-6BEE-51F4-78DC44905760}"/>
                  </a:ext>
                </a:extLst>
              </p:cNvPr>
              <p:cNvSpPr/>
              <p:nvPr/>
            </p:nvSpPr>
            <p:spPr>
              <a:xfrm>
                <a:off x="1596987" y="631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2" name="Oval 3201">
                <a:extLst>
                  <a:ext uri="{FF2B5EF4-FFF2-40B4-BE49-F238E27FC236}">
                    <a16:creationId xmlns:a16="http://schemas.microsoft.com/office/drawing/2014/main" id="{820362F7-9A41-7A93-6ED9-F8AA9F315995}"/>
                  </a:ext>
                </a:extLst>
              </p:cNvPr>
              <p:cNvSpPr/>
              <p:nvPr/>
            </p:nvSpPr>
            <p:spPr>
              <a:xfrm>
                <a:off x="1646562" y="6264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D09F8A4-91DE-0C08-8642-42D60DD66B5B}"/>
                  </a:ext>
                </a:extLst>
              </p:cNvPr>
              <p:cNvSpPr/>
              <p:nvPr/>
            </p:nvSpPr>
            <p:spPr>
              <a:xfrm>
                <a:off x="1408230" y="5993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84D55416-0044-94BD-45DF-9AE2EF59E7A1}"/>
                  </a:ext>
                </a:extLst>
              </p:cNvPr>
              <p:cNvSpPr/>
              <p:nvPr/>
            </p:nvSpPr>
            <p:spPr>
              <a:xfrm>
                <a:off x="1659653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E92C6949-8F08-7EB3-7EAD-93728F60EE66}"/>
                  </a:ext>
                </a:extLst>
              </p:cNvPr>
              <p:cNvSpPr/>
              <p:nvPr/>
            </p:nvSpPr>
            <p:spPr>
              <a:xfrm>
                <a:off x="1878814" y="6239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6" name="Oval 3205">
                <a:extLst>
                  <a:ext uri="{FF2B5EF4-FFF2-40B4-BE49-F238E27FC236}">
                    <a16:creationId xmlns:a16="http://schemas.microsoft.com/office/drawing/2014/main" id="{361342AD-BC76-7439-DFDD-88122B9BAD41}"/>
                  </a:ext>
                </a:extLst>
              </p:cNvPr>
              <p:cNvSpPr/>
              <p:nvPr/>
            </p:nvSpPr>
            <p:spPr>
              <a:xfrm>
                <a:off x="1655261" y="638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7" name="Oval 3206">
                <a:extLst>
                  <a:ext uri="{FF2B5EF4-FFF2-40B4-BE49-F238E27FC236}">
                    <a16:creationId xmlns:a16="http://schemas.microsoft.com/office/drawing/2014/main" id="{2B06559A-C24C-0407-4250-2F5815C15A6A}"/>
                  </a:ext>
                </a:extLst>
              </p:cNvPr>
              <p:cNvSpPr/>
              <p:nvPr/>
            </p:nvSpPr>
            <p:spPr>
              <a:xfrm>
                <a:off x="2176011" y="677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8" name="Oval 3207">
                <a:extLst>
                  <a:ext uri="{FF2B5EF4-FFF2-40B4-BE49-F238E27FC236}">
                    <a16:creationId xmlns:a16="http://schemas.microsoft.com/office/drawing/2014/main" id="{1E00D5B9-FBF9-38BC-2909-69CE38E57912}"/>
                  </a:ext>
                </a:extLst>
              </p:cNvPr>
              <p:cNvSpPr/>
              <p:nvPr/>
            </p:nvSpPr>
            <p:spPr>
              <a:xfrm>
                <a:off x="1444377" y="596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09" name="Oval 3208">
                <a:extLst>
                  <a:ext uri="{FF2B5EF4-FFF2-40B4-BE49-F238E27FC236}">
                    <a16:creationId xmlns:a16="http://schemas.microsoft.com/office/drawing/2014/main" id="{82DB00A0-D22A-DCBE-38E7-1EB18721C195}"/>
                  </a:ext>
                </a:extLst>
              </p:cNvPr>
              <p:cNvSpPr/>
              <p:nvPr/>
            </p:nvSpPr>
            <p:spPr>
              <a:xfrm>
                <a:off x="1809561" y="62016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0" name="Oval 3209">
                <a:extLst>
                  <a:ext uri="{FF2B5EF4-FFF2-40B4-BE49-F238E27FC236}">
                    <a16:creationId xmlns:a16="http://schemas.microsoft.com/office/drawing/2014/main" id="{B479ED73-475D-A3AC-ABD7-6CA2DF5E78F6}"/>
                  </a:ext>
                </a:extLst>
              </p:cNvPr>
              <p:cNvSpPr/>
              <p:nvPr/>
            </p:nvSpPr>
            <p:spPr>
              <a:xfrm>
                <a:off x="1521569" y="62102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1" name="Oval 3210">
                <a:extLst>
                  <a:ext uri="{FF2B5EF4-FFF2-40B4-BE49-F238E27FC236}">
                    <a16:creationId xmlns:a16="http://schemas.microsoft.com/office/drawing/2014/main" id="{5C4440E6-99EF-A51D-53DE-D1988BB6A5AC}"/>
                  </a:ext>
                </a:extLst>
              </p:cNvPr>
              <p:cNvSpPr/>
              <p:nvPr/>
            </p:nvSpPr>
            <p:spPr>
              <a:xfrm>
                <a:off x="1689043" y="6180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2" name="Oval 3211">
                <a:extLst>
                  <a:ext uri="{FF2B5EF4-FFF2-40B4-BE49-F238E27FC236}">
                    <a16:creationId xmlns:a16="http://schemas.microsoft.com/office/drawing/2014/main" id="{54AB8B2D-7B3B-869D-6C57-A5A8948AFE76}"/>
                  </a:ext>
                </a:extLst>
              </p:cNvPr>
              <p:cNvSpPr/>
              <p:nvPr/>
            </p:nvSpPr>
            <p:spPr>
              <a:xfrm>
                <a:off x="2282846" y="547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3" name="Oval 3212">
                <a:extLst>
                  <a:ext uri="{FF2B5EF4-FFF2-40B4-BE49-F238E27FC236}">
                    <a16:creationId xmlns:a16="http://schemas.microsoft.com/office/drawing/2014/main" id="{F779CD98-DEFD-A791-BF3C-BE3C0CD983B1}"/>
                  </a:ext>
                </a:extLst>
              </p:cNvPr>
              <p:cNvSpPr/>
              <p:nvPr/>
            </p:nvSpPr>
            <p:spPr>
              <a:xfrm>
                <a:off x="2303622" y="5643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4" name="Oval 3213">
                <a:extLst>
                  <a:ext uri="{FF2B5EF4-FFF2-40B4-BE49-F238E27FC236}">
                    <a16:creationId xmlns:a16="http://schemas.microsoft.com/office/drawing/2014/main" id="{68F6AFFF-D777-84A7-EAD3-B8762DB0108D}"/>
                  </a:ext>
                </a:extLst>
              </p:cNvPr>
              <p:cNvSpPr/>
              <p:nvPr/>
            </p:nvSpPr>
            <p:spPr>
              <a:xfrm>
                <a:off x="1814881" y="5957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5" name="Oval 3214">
                <a:extLst>
                  <a:ext uri="{FF2B5EF4-FFF2-40B4-BE49-F238E27FC236}">
                    <a16:creationId xmlns:a16="http://schemas.microsoft.com/office/drawing/2014/main" id="{C2C4892C-0A0F-E9AC-AF63-CDD4F49D8EB1}"/>
                  </a:ext>
                </a:extLst>
              </p:cNvPr>
              <p:cNvSpPr/>
              <p:nvPr/>
            </p:nvSpPr>
            <p:spPr>
              <a:xfrm>
                <a:off x="1791149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6" name="Oval 3215">
                <a:extLst>
                  <a:ext uri="{FF2B5EF4-FFF2-40B4-BE49-F238E27FC236}">
                    <a16:creationId xmlns:a16="http://schemas.microsoft.com/office/drawing/2014/main" id="{326ECE9E-FDC4-26A4-CEB9-2D964817DED5}"/>
                  </a:ext>
                </a:extLst>
              </p:cNvPr>
              <p:cNvSpPr/>
              <p:nvPr/>
            </p:nvSpPr>
            <p:spPr>
              <a:xfrm>
                <a:off x="1529339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7" name="Oval 3216">
                <a:extLst>
                  <a:ext uri="{FF2B5EF4-FFF2-40B4-BE49-F238E27FC236}">
                    <a16:creationId xmlns:a16="http://schemas.microsoft.com/office/drawing/2014/main" id="{B81A604E-8833-CC28-1A0D-0A3BC26B972C}"/>
                  </a:ext>
                </a:extLst>
              </p:cNvPr>
              <p:cNvSpPr/>
              <p:nvPr/>
            </p:nvSpPr>
            <p:spPr>
              <a:xfrm>
                <a:off x="1628911" y="637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8" name="Oval 3217">
                <a:extLst>
                  <a:ext uri="{FF2B5EF4-FFF2-40B4-BE49-F238E27FC236}">
                    <a16:creationId xmlns:a16="http://schemas.microsoft.com/office/drawing/2014/main" id="{334DFE19-6299-DCF3-79DC-357EC1B6175B}"/>
                  </a:ext>
                </a:extLst>
              </p:cNvPr>
              <p:cNvSpPr/>
              <p:nvPr/>
            </p:nvSpPr>
            <p:spPr>
              <a:xfrm>
                <a:off x="1615061" y="63850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19" name="Oval 3218">
                <a:extLst>
                  <a:ext uri="{FF2B5EF4-FFF2-40B4-BE49-F238E27FC236}">
                    <a16:creationId xmlns:a16="http://schemas.microsoft.com/office/drawing/2014/main" id="{27D73C48-69AD-A8BF-87C2-0E9CEA56ED2B}"/>
                  </a:ext>
                </a:extLst>
              </p:cNvPr>
              <p:cNvSpPr/>
              <p:nvPr/>
            </p:nvSpPr>
            <p:spPr>
              <a:xfrm>
                <a:off x="1493192" y="614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0" name="Oval 3219">
                <a:extLst>
                  <a:ext uri="{FF2B5EF4-FFF2-40B4-BE49-F238E27FC236}">
                    <a16:creationId xmlns:a16="http://schemas.microsoft.com/office/drawing/2014/main" id="{7BE8B1D9-86A7-BC65-AF65-069F884C8316}"/>
                  </a:ext>
                </a:extLst>
              </p:cNvPr>
              <p:cNvSpPr/>
              <p:nvPr/>
            </p:nvSpPr>
            <p:spPr>
              <a:xfrm>
                <a:off x="2390273" y="63987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1" name="Oval 3220">
                <a:extLst>
                  <a:ext uri="{FF2B5EF4-FFF2-40B4-BE49-F238E27FC236}">
                    <a16:creationId xmlns:a16="http://schemas.microsoft.com/office/drawing/2014/main" id="{F3A2261E-4014-1F4A-2F8B-D08E68B3BA96}"/>
                  </a:ext>
                </a:extLst>
              </p:cNvPr>
              <p:cNvSpPr/>
              <p:nvPr/>
            </p:nvSpPr>
            <p:spPr>
              <a:xfrm>
                <a:off x="1541585" y="61571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2" name="Oval 3221">
                <a:extLst>
                  <a:ext uri="{FF2B5EF4-FFF2-40B4-BE49-F238E27FC236}">
                    <a16:creationId xmlns:a16="http://schemas.microsoft.com/office/drawing/2014/main" id="{6E759BAF-8F12-E000-D601-53909AE3AB68}"/>
                  </a:ext>
                </a:extLst>
              </p:cNvPr>
              <p:cNvSpPr/>
              <p:nvPr/>
            </p:nvSpPr>
            <p:spPr>
              <a:xfrm>
                <a:off x="1511350" y="62048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3" name="Oval 3222">
                <a:extLst>
                  <a:ext uri="{FF2B5EF4-FFF2-40B4-BE49-F238E27FC236}">
                    <a16:creationId xmlns:a16="http://schemas.microsoft.com/office/drawing/2014/main" id="{1CA46F1D-5A31-F732-B22B-9C00863F31B6}"/>
                  </a:ext>
                </a:extLst>
              </p:cNvPr>
              <p:cNvSpPr/>
              <p:nvPr/>
            </p:nvSpPr>
            <p:spPr>
              <a:xfrm>
                <a:off x="1726964" y="61069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4" name="Oval 3223">
                <a:extLst>
                  <a:ext uri="{FF2B5EF4-FFF2-40B4-BE49-F238E27FC236}">
                    <a16:creationId xmlns:a16="http://schemas.microsoft.com/office/drawing/2014/main" id="{B648EBAE-8DBF-B129-4EFA-4B8056B630AD}"/>
                  </a:ext>
                </a:extLst>
              </p:cNvPr>
              <p:cNvSpPr/>
              <p:nvPr/>
            </p:nvSpPr>
            <p:spPr>
              <a:xfrm>
                <a:off x="2285718" y="55068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5" name="Oval 3224">
                <a:extLst>
                  <a:ext uri="{FF2B5EF4-FFF2-40B4-BE49-F238E27FC236}">
                    <a16:creationId xmlns:a16="http://schemas.microsoft.com/office/drawing/2014/main" id="{DFDF7F2E-4D9B-792E-8B24-D904CAE3878A}"/>
                  </a:ext>
                </a:extLst>
              </p:cNvPr>
              <p:cNvSpPr/>
              <p:nvPr/>
            </p:nvSpPr>
            <p:spPr>
              <a:xfrm>
                <a:off x="1493868" y="61945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6" name="Oval 3225">
                <a:extLst>
                  <a:ext uri="{FF2B5EF4-FFF2-40B4-BE49-F238E27FC236}">
                    <a16:creationId xmlns:a16="http://schemas.microsoft.com/office/drawing/2014/main" id="{DF2F1F83-6036-FE9E-E4DB-0E3A9B626689}"/>
                  </a:ext>
                </a:extLst>
              </p:cNvPr>
              <p:cNvSpPr/>
              <p:nvPr/>
            </p:nvSpPr>
            <p:spPr>
              <a:xfrm>
                <a:off x="1519035" y="61131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7" name="Oval 3226">
                <a:extLst>
                  <a:ext uri="{FF2B5EF4-FFF2-40B4-BE49-F238E27FC236}">
                    <a16:creationId xmlns:a16="http://schemas.microsoft.com/office/drawing/2014/main" id="{5A1E4A95-FA7C-7C65-4060-EC1C3E63F31E}"/>
                  </a:ext>
                </a:extLst>
              </p:cNvPr>
              <p:cNvSpPr/>
              <p:nvPr/>
            </p:nvSpPr>
            <p:spPr>
              <a:xfrm>
                <a:off x="1644958" y="6168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8" name="Oval 3227">
                <a:extLst>
                  <a:ext uri="{FF2B5EF4-FFF2-40B4-BE49-F238E27FC236}">
                    <a16:creationId xmlns:a16="http://schemas.microsoft.com/office/drawing/2014/main" id="{E807AE1A-B01A-DBC5-106D-31EC908FA0A9}"/>
                  </a:ext>
                </a:extLst>
              </p:cNvPr>
              <p:cNvSpPr/>
              <p:nvPr/>
            </p:nvSpPr>
            <p:spPr>
              <a:xfrm>
                <a:off x="1833208" y="6078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29" name="Oval 3228">
                <a:extLst>
                  <a:ext uri="{FF2B5EF4-FFF2-40B4-BE49-F238E27FC236}">
                    <a16:creationId xmlns:a16="http://schemas.microsoft.com/office/drawing/2014/main" id="{451B0F16-D93A-291D-402C-EEA32BE5CF3E}"/>
                  </a:ext>
                </a:extLst>
              </p:cNvPr>
              <p:cNvSpPr/>
              <p:nvPr/>
            </p:nvSpPr>
            <p:spPr>
              <a:xfrm>
                <a:off x="2258101" y="550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0" name="Oval 3229">
                <a:extLst>
                  <a:ext uri="{FF2B5EF4-FFF2-40B4-BE49-F238E27FC236}">
                    <a16:creationId xmlns:a16="http://schemas.microsoft.com/office/drawing/2014/main" id="{D912622F-B57C-8BC6-AA67-E1B619EAE9CF}"/>
                  </a:ext>
                </a:extLst>
              </p:cNvPr>
              <p:cNvSpPr/>
              <p:nvPr/>
            </p:nvSpPr>
            <p:spPr>
              <a:xfrm>
                <a:off x="2277863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1" name="Oval 3230">
                <a:extLst>
                  <a:ext uri="{FF2B5EF4-FFF2-40B4-BE49-F238E27FC236}">
                    <a16:creationId xmlns:a16="http://schemas.microsoft.com/office/drawing/2014/main" id="{5359A412-9EFB-72D6-6FCC-7B9E0756B310}"/>
                  </a:ext>
                </a:extLst>
              </p:cNvPr>
              <p:cNvSpPr/>
              <p:nvPr/>
            </p:nvSpPr>
            <p:spPr>
              <a:xfrm>
                <a:off x="2308521" y="5532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2" name="Oval 3231">
                <a:extLst>
                  <a:ext uri="{FF2B5EF4-FFF2-40B4-BE49-F238E27FC236}">
                    <a16:creationId xmlns:a16="http://schemas.microsoft.com/office/drawing/2014/main" id="{112E54E8-BE86-6B38-3C55-DA51E0C4BB7A}"/>
                  </a:ext>
                </a:extLst>
              </p:cNvPr>
              <p:cNvSpPr/>
              <p:nvPr/>
            </p:nvSpPr>
            <p:spPr>
              <a:xfrm>
                <a:off x="2235383" y="56195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3" name="Oval 3232">
                <a:extLst>
                  <a:ext uri="{FF2B5EF4-FFF2-40B4-BE49-F238E27FC236}">
                    <a16:creationId xmlns:a16="http://schemas.microsoft.com/office/drawing/2014/main" id="{B7E0F9DE-9D19-E64C-134A-19C495BC3F18}"/>
                  </a:ext>
                </a:extLst>
              </p:cNvPr>
              <p:cNvSpPr/>
              <p:nvPr/>
            </p:nvSpPr>
            <p:spPr>
              <a:xfrm>
                <a:off x="2835266" y="522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4" name="Oval 3233">
                <a:extLst>
                  <a:ext uri="{FF2B5EF4-FFF2-40B4-BE49-F238E27FC236}">
                    <a16:creationId xmlns:a16="http://schemas.microsoft.com/office/drawing/2014/main" id="{430A00B7-F124-2EFD-536D-826051078B99}"/>
                  </a:ext>
                </a:extLst>
              </p:cNvPr>
              <p:cNvSpPr/>
              <p:nvPr/>
            </p:nvSpPr>
            <p:spPr>
              <a:xfrm>
                <a:off x="1529930" y="6133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5" name="Oval 3234">
                <a:extLst>
                  <a:ext uri="{FF2B5EF4-FFF2-40B4-BE49-F238E27FC236}">
                    <a16:creationId xmlns:a16="http://schemas.microsoft.com/office/drawing/2014/main" id="{BC35BA3F-F860-E09E-FE5C-CD78CAD71C56}"/>
                  </a:ext>
                </a:extLst>
              </p:cNvPr>
              <p:cNvSpPr/>
              <p:nvPr/>
            </p:nvSpPr>
            <p:spPr>
              <a:xfrm>
                <a:off x="1531872" y="6123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6" name="Oval 3235">
                <a:extLst>
                  <a:ext uri="{FF2B5EF4-FFF2-40B4-BE49-F238E27FC236}">
                    <a16:creationId xmlns:a16="http://schemas.microsoft.com/office/drawing/2014/main" id="{AED7406E-C3AC-724A-18A7-CEB23CD5015B}"/>
                  </a:ext>
                </a:extLst>
              </p:cNvPr>
              <p:cNvSpPr/>
              <p:nvPr/>
            </p:nvSpPr>
            <p:spPr>
              <a:xfrm>
                <a:off x="1517600" y="61246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7" name="Oval 3236">
                <a:extLst>
                  <a:ext uri="{FF2B5EF4-FFF2-40B4-BE49-F238E27FC236}">
                    <a16:creationId xmlns:a16="http://schemas.microsoft.com/office/drawing/2014/main" id="{8DD39F2B-70E8-773E-2F98-0CE68F4BAE67}"/>
                  </a:ext>
                </a:extLst>
              </p:cNvPr>
              <p:cNvSpPr/>
              <p:nvPr/>
            </p:nvSpPr>
            <p:spPr>
              <a:xfrm>
                <a:off x="1855166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706C8E76-50D9-F69B-7C96-5D96185033F8}"/>
                  </a:ext>
                </a:extLst>
              </p:cNvPr>
              <p:cNvSpPr/>
              <p:nvPr/>
            </p:nvSpPr>
            <p:spPr>
              <a:xfrm>
                <a:off x="1643015" y="6274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39" name="Oval 3238">
                <a:extLst>
                  <a:ext uri="{FF2B5EF4-FFF2-40B4-BE49-F238E27FC236}">
                    <a16:creationId xmlns:a16="http://schemas.microsoft.com/office/drawing/2014/main" id="{BA5BB2DF-8D65-B775-CE28-40C2CA7B8FB3}"/>
                  </a:ext>
                </a:extLst>
              </p:cNvPr>
              <p:cNvSpPr/>
              <p:nvPr/>
            </p:nvSpPr>
            <p:spPr>
              <a:xfrm>
                <a:off x="1911413" y="5643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0" name="Oval 3239">
                <a:extLst>
                  <a:ext uri="{FF2B5EF4-FFF2-40B4-BE49-F238E27FC236}">
                    <a16:creationId xmlns:a16="http://schemas.microsoft.com/office/drawing/2014/main" id="{7128EB02-0CF9-A505-0580-3F37E3787F0B}"/>
                  </a:ext>
                </a:extLst>
              </p:cNvPr>
              <p:cNvSpPr/>
              <p:nvPr/>
            </p:nvSpPr>
            <p:spPr>
              <a:xfrm>
                <a:off x="2306325" y="54725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1" name="Oval 3240">
                <a:extLst>
                  <a:ext uri="{FF2B5EF4-FFF2-40B4-BE49-F238E27FC236}">
                    <a16:creationId xmlns:a16="http://schemas.microsoft.com/office/drawing/2014/main" id="{EEA1AB29-AA2F-2ECF-CE54-BC36FD16303A}"/>
                  </a:ext>
                </a:extLst>
              </p:cNvPr>
              <p:cNvSpPr/>
              <p:nvPr/>
            </p:nvSpPr>
            <p:spPr>
              <a:xfrm>
                <a:off x="1822144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2" name="Oval 3241">
                <a:extLst>
                  <a:ext uri="{FF2B5EF4-FFF2-40B4-BE49-F238E27FC236}">
                    <a16:creationId xmlns:a16="http://schemas.microsoft.com/office/drawing/2014/main" id="{463321C7-6B12-4A4A-613B-D66FDEDC2E4F}"/>
                  </a:ext>
                </a:extLst>
              </p:cNvPr>
              <p:cNvSpPr/>
              <p:nvPr/>
            </p:nvSpPr>
            <p:spPr>
              <a:xfrm>
                <a:off x="1634654" y="6074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3" name="Oval 3242">
                <a:extLst>
                  <a:ext uri="{FF2B5EF4-FFF2-40B4-BE49-F238E27FC236}">
                    <a16:creationId xmlns:a16="http://schemas.microsoft.com/office/drawing/2014/main" id="{DF44B200-0E0B-EB93-EF7F-53003F6A66CC}"/>
                  </a:ext>
                </a:extLst>
              </p:cNvPr>
              <p:cNvSpPr/>
              <p:nvPr/>
            </p:nvSpPr>
            <p:spPr>
              <a:xfrm>
                <a:off x="2326087" y="555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4" name="Oval 3243">
                <a:extLst>
                  <a:ext uri="{FF2B5EF4-FFF2-40B4-BE49-F238E27FC236}">
                    <a16:creationId xmlns:a16="http://schemas.microsoft.com/office/drawing/2014/main" id="{4599F850-66C0-539A-5881-07C2A04281BF}"/>
                  </a:ext>
                </a:extLst>
              </p:cNvPr>
              <p:cNvSpPr/>
              <p:nvPr/>
            </p:nvSpPr>
            <p:spPr>
              <a:xfrm>
                <a:off x="2303791" y="55231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5" name="Oval 3244">
                <a:extLst>
                  <a:ext uri="{FF2B5EF4-FFF2-40B4-BE49-F238E27FC236}">
                    <a16:creationId xmlns:a16="http://schemas.microsoft.com/office/drawing/2014/main" id="{65CAD7DC-5147-1B2A-4826-0ED6C74F7789}"/>
                  </a:ext>
                </a:extLst>
              </p:cNvPr>
              <p:cNvSpPr/>
              <p:nvPr/>
            </p:nvSpPr>
            <p:spPr>
              <a:xfrm>
                <a:off x="2299484" y="55687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6" name="Oval 3245">
                <a:extLst>
                  <a:ext uri="{FF2B5EF4-FFF2-40B4-BE49-F238E27FC236}">
                    <a16:creationId xmlns:a16="http://schemas.microsoft.com/office/drawing/2014/main" id="{C63B5A3A-AF96-49FA-DFB1-019FE4AC43B7}"/>
                  </a:ext>
                </a:extLst>
              </p:cNvPr>
              <p:cNvSpPr/>
              <p:nvPr/>
            </p:nvSpPr>
            <p:spPr>
              <a:xfrm>
                <a:off x="2254385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7" name="Oval 3246">
                <a:extLst>
                  <a:ext uri="{FF2B5EF4-FFF2-40B4-BE49-F238E27FC236}">
                    <a16:creationId xmlns:a16="http://schemas.microsoft.com/office/drawing/2014/main" id="{CD8A82B7-2F16-616A-E405-315FBA91BA55}"/>
                  </a:ext>
                </a:extLst>
              </p:cNvPr>
              <p:cNvSpPr/>
              <p:nvPr/>
            </p:nvSpPr>
            <p:spPr>
              <a:xfrm>
                <a:off x="1706863" y="633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8" name="Oval 3247">
                <a:extLst>
                  <a:ext uri="{FF2B5EF4-FFF2-40B4-BE49-F238E27FC236}">
                    <a16:creationId xmlns:a16="http://schemas.microsoft.com/office/drawing/2014/main" id="{17D6E738-FB92-7962-0CD6-680BE3B98BDF}"/>
                  </a:ext>
                </a:extLst>
              </p:cNvPr>
              <p:cNvSpPr/>
              <p:nvPr/>
            </p:nvSpPr>
            <p:spPr>
              <a:xfrm>
                <a:off x="1490996" y="61332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49" name="Oval 3248">
                <a:extLst>
                  <a:ext uri="{FF2B5EF4-FFF2-40B4-BE49-F238E27FC236}">
                    <a16:creationId xmlns:a16="http://schemas.microsoft.com/office/drawing/2014/main" id="{A1438C02-F1CB-FC8A-D1C6-5A6636FAC8E7}"/>
                  </a:ext>
                </a:extLst>
              </p:cNvPr>
              <p:cNvSpPr/>
              <p:nvPr/>
            </p:nvSpPr>
            <p:spPr>
              <a:xfrm>
                <a:off x="2288420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0" name="Oval 3249">
                <a:extLst>
                  <a:ext uri="{FF2B5EF4-FFF2-40B4-BE49-F238E27FC236}">
                    <a16:creationId xmlns:a16="http://schemas.microsoft.com/office/drawing/2014/main" id="{DE8419CA-4537-D0E7-AE39-92EB2ED17EC6}"/>
                  </a:ext>
                </a:extLst>
              </p:cNvPr>
              <p:cNvSpPr/>
              <p:nvPr/>
            </p:nvSpPr>
            <p:spPr>
              <a:xfrm>
                <a:off x="1595805" y="62667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1" name="Oval 3250">
                <a:extLst>
                  <a:ext uri="{FF2B5EF4-FFF2-40B4-BE49-F238E27FC236}">
                    <a16:creationId xmlns:a16="http://schemas.microsoft.com/office/drawing/2014/main" id="{DEF2DB76-1115-9047-DCA3-0060247DB904}"/>
                  </a:ext>
                </a:extLst>
              </p:cNvPr>
              <p:cNvSpPr/>
              <p:nvPr/>
            </p:nvSpPr>
            <p:spPr>
              <a:xfrm>
                <a:off x="1615990" y="6277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2" name="Oval 3251">
                <a:extLst>
                  <a:ext uri="{FF2B5EF4-FFF2-40B4-BE49-F238E27FC236}">
                    <a16:creationId xmlns:a16="http://schemas.microsoft.com/office/drawing/2014/main" id="{10809536-FAB3-E543-B430-A554DC6BC553}"/>
                  </a:ext>
                </a:extLst>
              </p:cNvPr>
              <p:cNvSpPr/>
              <p:nvPr/>
            </p:nvSpPr>
            <p:spPr>
              <a:xfrm>
                <a:off x="1659315" y="63454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3" name="Oval 3252">
                <a:extLst>
                  <a:ext uri="{FF2B5EF4-FFF2-40B4-BE49-F238E27FC236}">
                    <a16:creationId xmlns:a16="http://schemas.microsoft.com/office/drawing/2014/main" id="{196B6461-E22F-B057-6BF3-A5DC01860601}"/>
                  </a:ext>
                </a:extLst>
              </p:cNvPr>
              <p:cNvSpPr/>
              <p:nvPr/>
            </p:nvSpPr>
            <p:spPr>
              <a:xfrm>
                <a:off x="1731946" y="630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4" name="Oval 3253">
                <a:extLst>
                  <a:ext uri="{FF2B5EF4-FFF2-40B4-BE49-F238E27FC236}">
                    <a16:creationId xmlns:a16="http://schemas.microsoft.com/office/drawing/2014/main" id="{6428E757-A7AE-241F-6C31-6D29EF8AFC83}"/>
                  </a:ext>
                </a:extLst>
              </p:cNvPr>
              <p:cNvSpPr/>
              <p:nvPr/>
            </p:nvSpPr>
            <p:spPr>
              <a:xfrm>
                <a:off x="2254554" y="5745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5" name="Oval 3254">
                <a:extLst>
                  <a:ext uri="{FF2B5EF4-FFF2-40B4-BE49-F238E27FC236}">
                    <a16:creationId xmlns:a16="http://schemas.microsoft.com/office/drawing/2014/main" id="{00C6C50E-2FCC-9BDB-59F9-5DE662B68694}"/>
                  </a:ext>
                </a:extLst>
              </p:cNvPr>
              <p:cNvSpPr/>
              <p:nvPr/>
            </p:nvSpPr>
            <p:spPr>
              <a:xfrm>
                <a:off x="1818935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6" name="Oval 3255">
                <a:extLst>
                  <a:ext uri="{FF2B5EF4-FFF2-40B4-BE49-F238E27FC236}">
                    <a16:creationId xmlns:a16="http://schemas.microsoft.com/office/drawing/2014/main" id="{09032368-2CB7-EDC4-B4C9-837FCA693442}"/>
                  </a:ext>
                </a:extLst>
              </p:cNvPr>
              <p:cNvSpPr/>
              <p:nvPr/>
            </p:nvSpPr>
            <p:spPr>
              <a:xfrm>
                <a:off x="1653572" y="6373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7" name="Oval 3256">
                <a:extLst>
                  <a:ext uri="{FF2B5EF4-FFF2-40B4-BE49-F238E27FC236}">
                    <a16:creationId xmlns:a16="http://schemas.microsoft.com/office/drawing/2014/main" id="{8E7EC403-BC13-2BF7-C243-E1471CC57C2D}"/>
                  </a:ext>
                </a:extLst>
              </p:cNvPr>
              <p:cNvSpPr/>
              <p:nvPr/>
            </p:nvSpPr>
            <p:spPr>
              <a:xfrm>
                <a:off x="1696137" y="6359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8" name="Oval 3257">
                <a:extLst>
                  <a:ext uri="{FF2B5EF4-FFF2-40B4-BE49-F238E27FC236}">
                    <a16:creationId xmlns:a16="http://schemas.microsoft.com/office/drawing/2014/main" id="{1EFEAFC3-76D0-9C61-6FF7-62231EA99B95}"/>
                  </a:ext>
                </a:extLst>
              </p:cNvPr>
              <p:cNvSpPr/>
              <p:nvPr/>
            </p:nvSpPr>
            <p:spPr>
              <a:xfrm>
                <a:off x="2296275" y="5580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59" name="Oval 3258">
                <a:extLst>
                  <a:ext uri="{FF2B5EF4-FFF2-40B4-BE49-F238E27FC236}">
                    <a16:creationId xmlns:a16="http://schemas.microsoft.com/office/drawing/2014/main" id="{7159245D-5169-0B10-9B0A-875DD0624D91}"/>
                  </a:ext>
                </a:extLst>
              </p:cNvPr>
              <p:cNvSpPr/>
              <p:nvPr/>
            </p:nvSpPr>
            <p:spPr>
              <a:xfrm>
                <a:off x="1690901" y="636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0" name="Oval 3259">
                <a:extLst>
                  <a:ext uri="{FF2B5EF4-FFF2-40B4-BE49-F238E27FC236}">
                    <a16:creationId xmlns:a16="http://schemas.microsoft.com/office/drawing/2014/main" id="{9BFE33E6-8511-8CB1-974F-2760D1AE3B92}"/>
                  </a:ext>
                </a:extLst>
              </p:cNvPr>
              <p:cNvSpPr/>
              <p:nvPr/>
            </p:nvSpPr>
            <p:spPr>
              <a:xfrm>
                <a:off x="2332928" y="56138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1" name="Oval 3260">
                <a:extLst>
                  <a:ext uri="{FF2B5EF4-FFF2-40B4-BE49-F238E27FC236}">
                    <a16:creationId xmlns:a16="http://schemas.microsoft.com/office/drawing/2014/main" id="{74FAF6E7-D57B-774A-7481-63E3B08F9E39}"/>
                  </a:ext>
                </a:extLst>
              </p:cNvPr>
              <p:cNvSpPr/>
              <p:nvPr/>
            </p:nvSpPr>
            <p:spPr>
              <a:xfrm>
                <a:off x="1534913" y="61334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2" name="Oval 3261">
                <a:extLst>
                  <a:ext uri="{FF2B5EF4-FFF2-40B4-BE49-F238E27FC236}">
                    <a16:creationId xmlns:a16="http://schemas.microsoft.com/office/drawing/2014/main" id="{DCADF1A3-A43A-BBCB-0117-045D1FC6FF4E}"/>
                  </a:ext>
                </a:extLst>
              </p:cNvPr>
              <p:cNvSpPr/>
              <p:nvPr/>
            </p:nvSpPr>
            <p:spPr>
              <a:xfrm>
                <a:off x="1503665" y="61666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3" name="Oval 3262">
                <a:extLst>
                  <a:ext uri="{FF2B5EF4-FFF2-40B4-BE49-F238E27FC236}">
                    <a16:creationId xmlns:a16="http://schemas.microsoft.com/office/drawing/2014/main" id="{699D187C-24DF-7A5D-FC23-38DB5F6715A0}"/>
                  </a:ext>
                </a:extLst>
              </p:cNvPr>
              <p:cNvSpPr/>
              <p:nvPr/>
            </p:nvSpPr>
            <p:spPr>
              <a:xfrm>
                <a:off x="2291545" y="54520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4" name="Oval 3263">
                <a:extLst>
                  <a:ext uri="{FF2B5EF4-FFF2-40B4-BE49-F238E27FC236}">
                    <a16:creationId xmlns:a16="http://schemas.microsoft.com/office/drawing/2014/main" id="{517FF54F-9661-FFB4-FC18-978039500C9B}"/>
                  </a:ext>
                </a:extLst>
              </p:cNvPr>
              <p:cNvSpPr/>
              <p:nvPr/>
            </p:nvSpPr>
            <p:spPr>
              <a:xfrm>
                <a:off x="1753229" y="6116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5" name="Oval 3264">
                <a:extLst>
                  <a:ext uri="{FF2B5EF4-FFF2-40B4-BE49-F238E27FC236}">
                    <a16:creationId xmlns:a16="http://schemas.microsoft.com/office/drawing/2014/main" id="{9C4E0554-3C99-C621-5C4F-4AE4CFEF9873}"/>
                  </a:ext>
                </a:extLst>
              </p:cNvPr>
              <p:cNvSpPr/>
              <p:nvPr/>
            </p:nvSpPr>
            <p:spPr>
              <a:xfrm>
                <a:off x="1614976" y="60915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6" name="Oval 3265">
                <a:extLst>
                  <a:ext uri="{FF2B5EF4-FFF2-40B4-BE49-F238E27FC236}">
                    <a16:creationId xmlns:a16="http://schemas.microsoft.com/office/drawing/2014/main" id="{69F77379-8718-660F-0703-1C5B705EBB39}"/>
                  </a:ext>
                </a:extLst>
              </p:cNvPr>
              <p:cNvSpPr/>
              <p:nvPr/>
            </p:nvSpPr>
            <p:spPr>
              <a:xfrm>
                <a:off x="1389904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7" name="Oval 3266">
                <a:extLst>
                  <a:ext uri="{FF2B5EF4-FFF2-40B4-BE49-F238E27FC236}">
                    <a16:creationId xmlns:a16="http://schemas.microsoft.com/office/drawing/2014/main" id="{0FA26AF0-6D1F-FBBD-D709-F91BDF6D37D3}"/>
                  </a:ext>
                </a:extLst>
              </p:cNvPr>
              <p:cNvSpPr/>
              <p:nvPr/>
            </p:nvSpPr>
            <p:spPr>
              <a:xfrm>
                <a:off x="1572158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8" name="Oval 3267">
                <a:extLst>
                  <a:ext uri="{FF2B5EF4-FFF2-40B4-BE49-F238E27FC236}">
                    <a16:creationId xmlns:a16="http://schemas.microsoft.com/office/drawing/2014/main" id="{4A6D99D7-3865-63BB-0F74-47CE79D57134}"/>
                  </a:ext>
                </a:extLst>
              </p:cNvPr>
              <p:cNvSpPr/>
              <p:nvPr/>
            </p:nvSpPr>
            <p:spPr>
              <a:xfrm>
                <a:off x="1510674" y="61423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69" name="Oval 3268">
                <a:extLst>
                  <a:ext uri="{FF2B5EF4-FFF2-40B4-BE49-F238E27FC236}">
                    <a16:creationId xmlns:a16="http://schemas.microsoft.com/office/drawing/2014/main" id="{70954B8A-8DC0-8423-607A-661CDC75D6BD}"/>
                  </a:ext>
                </a:extLst>
              </p:cNvPr>
              <p:cNvSpPr/>
              <p:nvPr/>
            </p:nvSpPr>
            <p:spPr>
              <a:xfrm>
                <a:off x="1615314" y="61439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0" name="Oval 3269">
                <a:extLst>
                  <a:ext uri="{FF2B5EF4-FFF2-40B4-BE49-F238E27FC236}">
                    <a16:creationId xmlns:a16="http://schemas.microsoft.com/office/drawing/2014/main" id="{9D0BC1AC-DD12-BCE6-9C48-DF417EBE191E}"/>
                  </a:ext>
                </a:extLst>
              </p:cNvPr>
              <p:cNvSpPr/>
              <p:nvPr/>
            </p:nvSpPr>
            <p:spPr>
              <a:xfrm>
                <a:off x="1714211" y="6303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1" name="Oval 3270">
                <a:extLst>
                  <a:ext uri="{FF2B5EF4-FFF2-40B4-BE49-F238E27FC236}">
                    <a16:creationId xmlns:a16="http://schemas.microsoft.com/office/drawing/2014/main" id="{71D53541-95FA-0288-F73F-EFEE3E8E43E7}"/>
                  </a:ext>
                </a:extLst>
              </p:cNvPr>
              <p:cNvSpPr/>
              <p:nvPr/>
            </p:nvSpPr>
            <p:spPr>
              <a:xfrm>
                <a:off x="1601294" y="63679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2" name="Oval 3271">
                <a:extLst>
                  <a:ext uri="{FF2B5EF4-FFF2-40B4-BE49-F238E27FC236}">
                    <a16:creationId xmlns:a16="http://schemas.microsoft.com/office/drawing/2014/main" id="{F32C55BD-E7A2-65E4-4E69-3FE458ECB22A}"/>
                  </a:ext>
                </a:extLst>
              </p:cNvPr>
              <p:cNvSpPr/>
              <p:nvPr/>
            </p:nvSpPr>
            <p:spPr>
              <a:xfrm>
                <a:off x="1590231" y="6387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3" name="Oval 3272">
                <a:extLst>
                  <a:ext uri="{FF2B5EF4-FFF2-40B4-BE49-F238E27FC236}">
                    <a16:creationId xmlns:a16="http://schemas.microsoft.com/office/drawing/2014/main" id="{5A411F60-43C0-3CA8-7CB2-C609E428185D}"/>
                  </a:ext>
                </a:extLst>
              </p:cNvPr>
              <p:cNvSpPr/>
              <p:nvPr/>
            </p:nvSpPr>
            <p:spPr>
              <a:xfrm>
                <a:off x="1357220" y="5987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4" name="Oval 3273">
                <a:extLst>
                  <a:ext uri="{FF2B5EF4-FFF2-40B4-BE49-F238E27FC236}">
                    <a16:creationId xmlns:a16="http://schemas.microsoft.com/office/drawing/2014/main" id="{BDFD71FE-2D66-282C-1BA0-2FB4CC7875D5}"/>
                  </a:ext>
                </a:extLst>
              </p:cNvPr>
              <p:cNvSpPr/>
              <p:nvPr/>
            </p:nvSpPr>
            <p:spPr>
              <a:xfrm>
                <a:off x="1667169" y="595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5" name="Oval 3274">
                <a:extLst>
                  <a:ext uri="{FF2B5EF4-FFF2-40B4-BE49-F238E27FC236}">
                    <a16:creationId xmlns:a16="http://schemas.microsoft.com/office/drawing/2014/main" id="{7EA4D6CE-D4F8-9BB7-B54F-27C43EA85F24}"/>
                  </a:ext>
                </a:extLst>
              </p:cNvPr>
              <p:cNvSpPr/>
              <p:nvPr/>
            </p:nvSpPr>
            <p:spPr>
              <a:xfrm>
                <a:off x="1517093" y="62101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6" name="Oval 3275">
                <a:extLst>
                  <a:ext uri="{FF2B5EF4-FFF2-40B4-BE49-F238E27FC236}">
                    <a16:creationId xmlns:a16="http://schemas.microsoft.com/office/drawing/2014/main" id="{ED91747F-FE28-3DDB-7C37-48AA9668AE11}"/>
                  </a:ext>
                </a:extLst>
              </p:cNvPr>
              <p:cNvSpPr/>
              <p:nvPr/>
            </p:nvSpPr>
            <p:spPr>
              <a:xfrm>
                <a:off x="2280988" y="5473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7" name="Oval 3276">
                <a:extLst>
                  <a:ext uri="{FF2B5EF4-FFF2-40B4-BE49-F238E27FC236}">
                    <a16:creationId xmlns:a16="http://schemas.microsoft.com/office/drawing/2014/main" id="{5552FE11-6296-2909-5511-8C097CE8FF89}"/>
                  </a:ext>
                </a:extLst>
              </p:cNvPr>
              <p:cNvSpPr/>
              <p:nvPr/>
            </p:nvSpPr>
            <p:spPr>
              <a:xfrm>
                <a:off x="1686847" y="6124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8" name="Oval 3277">
                <a:extLst>
                  <a:ext uri="{FF2B5EF4-FFF2-40B4-BE49-F238E27FC236}">
                    <a16:creationId xmlns:a16="http://schemas.microsoft.com/office/drawing/2014/main" id="{056A5294-C728-367F-6539-34BF6A81FE1C}"/>
                  </a:ext>
                </a:extLst>
              </p:cNvPr>
              <p:cNvSpPr/>
              <p:nvPr/>
            </p:nvSpPr>
            <p:spPr>
              <a:xfrm>
                <a:off x="1700022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79" name="Oval 3278">
                <a:extLst>
                  <a:ext uri="{FF2B5EF4-FFF2-40B4-BE49-F238E27FC236}">
                    <a16:creationId xmlns:a16="http://schemas.microsoft.com/office/drawing/2014/main" id="{8EF1AF90-545A-95A0-8793-5ADCB28B51A7}"/>
                  </a:ext>
                </a:extLst>
              </p:cNvPr>
              <p:cNvSpPr/>
              <p:nvPr/>
            </p:nvSpPr>
            <p:spPr>
              <a:xfrm>
                <a:off x="1528748" y="6119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0" name="Oval 3279">
                <a:extLst>
                  <a:ext uri="{FF2B5EF4-FFF2-40B4-BE49-F238E27FC236}">
                    <a16:creationId xmlns:a16="http://schemas.microsoft.com/office/drawing/2014/main" id="{2B798950-9252-6D7E-B0BC-5558CAA1B2C6}"/>
                  </a:ext>
                </a:extLst>
              </p:cNvPr>
              <p:cNvSpPr/>
              <p:nvPr/>
            </p:nvSpPr>
            <p:spPr>
              <a:xfrm>
                <a:off x="2267222" y="552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1" name="Oval 3280">
                <a:extLst>
                  <a:ext uri="{FF2B5EF4-FFF2-40B4-BE49-F238E27FC236}">
                    <a16:creationId xmlns:a16="http://schemas.microsoft.com/office/drawing/2014/main" id="{D2413E00-7C0D-E6D4-3A10-AB20CA32B57D}"/>
                  </a:ext>
                </a:extLst>
              </p:cNvPr>
              <p:cNvSpPr/>
              <p:nvPr/>
            </p:nvSpPr>
            <p:spPr>
              <a:xfrm>
                <a:off x="2286309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2" name="Oval 3281">
                <a:extLst>
                  <a:ext uri="{FF2B5EF4-FFF2-40B4-BE49-F238E27FC236}">
                    <a16:creationId xmlns:a16="http://schemas.microsoft.com/office/drawing/2014/main" id="{B6036CF1-71B9-229E-9FDF-2A91E6B38B9A}"/>
                  </a:ext>
                </a:extLst>
              </p:cNvPr>
              <p:cNvSpPr/>
              <p:nvPr/>
            </p:nvSpPr>
            <p:spPr>
              <a:xfrm>
                <a:off x="2268827" y="5471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3" name="Oval 3282">
                <a:extLst>
                  <a:ext uri="{FF2B5EF4-FFF2-40B4-BE49-F238E27FC236}">
                    <a16:creationId xmlns:a16="http://schemas.microsoft.com/office/drawing/2014/main" id="{5A637ABA-15C3-C845-DD01-27CBD3BE77BC}"/>
                  </a:ext>
                </a:extLst>
              </p:cNvPr>
              <p:cNvSpPr/>
              <p:nvPr/>
            </p:nvSpPr>
            <p:spPr>
              <a:xfrm>
                <a:off x="1626969" y="5898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4" name="Oval 3283">
                <a:extLst>
                  <a:ext uri="{FF2B5EF4-FFF2-40B4-BE49-F238E27FC236}">
                    <a16:creationId xmlns:a16="http://schemas.microsoft.com/office/drawing/2014/main" id="{1D996B30-4638-CE1B-CFF5-B3D3AC384481}"/>
                  </a:ext>
                </a:extLst>
              </p:cNvPr>
              <p:cNvSpPr/>
              <p:nvPr/>
            </p:nvSpPr>
            <p:spPr>
              <a:xfrm>
                <a:off x="1798244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5" name="Oval 3284">
                <a:extLst>
                  <a:ext uri="{FF2B5EF4-FFF2-40B4-BE49-F238E27FC236}">
                    <a16:creationId xmlns:a16="http://schemas.microsoft.com/office/drawing/2014/main" id="{4FAED09A-3FA6-20CB-73F2-3C3288F93341}"/>
                  </a:ext>
                </a:extLst>
              </p:cNvPr>
              <p:cNvSpPr/>
              <p:nvPr/>
            </p:nvSpPr>
            <p:spPr>
              <a:xfrm>
                <a:off x="1641748" y="63443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6" name="Oval 3285">
                <a:extLst>
                  <a:ext uri="{FF2B5EF4-FFF2-40B4-BE49-F238E27FC236}">
                    <a16:creationId xmlns:a16="http://schemas.microsoft.com/office/drawing/2014/main" id="{B03E575A-49D3-6130-3629-0165D8636C23}"/>
                  </a:ext>
                </a:extLst>
              </p:cNvPr>
              <p:cNvSpPr/>
              <p:nvPr/>
            </p:nvSpPr>
            <p:spPr>
              <a:xfrm>
                <a:off x="2270769" y="551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7" name="Oval 3286">
                <a:extLst>
                  <a:ext uri="{FF2B5EF4-FFF2-40B4-BE49-F238E27FC236}">
                    <a16:creationId xmlns:a16="http://schemas.microsoft.com/office/drawing/2014/main" id="{94D5D5A7-BAFE-B35F-3EA5-53FA27B3AB0D}"/>
                  </a:ext>
                </a:extLst>
              </p:cNvPr>
              <p:cNvSpPr/>
              <p:nvPr/>
            </p:nvSpPr>
            <p:spPr>
              <a:xfrm>
                <a:off x="2289772" y="547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8" name="Oval 3287">
                <a:extLst>
                  <a:ext uri="{FF2B5EF4-FFF2-40B4-BE49-F238E27FC236}">
                    <a16:creationId xmlns:a16="http://schemas.microsoft.com/office/drawing/2014/main" id="{59C26EE1-7415-6646-262C-870738595EE6}"/>
                  </a:ext>
                </a:extLst>
              </p:cNvPr>
              <p:cNvSpPr/>
              <p:nvPr/>
            </p:nvSpPr>
            <p:spPr>
              <a:xfrm>
                <a:off x="2314264" y="5530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89" name="Oval 3288">
                <a:extLst>
                  <a:ext uri="{FF2B5EF4-FFF2-40B4-BE49-F238E27FC236}">
                    <a16:creationId xmlns:a16="http://schemas.microsoft.com/office/drawing/2014/main" id="{21E1693B-7264-A91B-2F2B-C97AF9EE7766}"/>
                  </a:ext>
                </a:extLst>
              </p:cNvPr>
              <p:cNvSpPr/>
              <p:nvPr/>
            </p:nvSpPr>
            <p:spPr>
              <a:xfrm>
                <a:off x="1555267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0" name="Oval 3289">
                <a:extLst>
                  <a:ext uri="{FF2B5EF4-FFF2-40B4-BE49-F238E27FC236}">
                    <a16:creationId xmlns:a16="http://schemas.microsoft.com/office/drawing/2014/main" id="{EA638FCF-D15D-58DE-20A5-ACD0A1CF7791}"/>
                  </a:ext>
                </a:extLst>
              </p:cNvPr>
              <p:cNvSpPr/>
              <p:nvPr/>
            </p:nvSpPr>
            <p:spPr>
              <a:xfrm>
                <a:off x="1597156" y="6234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1" name="Oval 3290">
                <a:extLst>
                  <a:ext uri="{FF2B5EF4-FFF2-40B4-BE49-F238E27FC236}">
                    <a16:creationId xmlns:a16="http://schemas.microsoft.com/office/drawing/2014/main" id="{7918172B-3D72-C897-8DE1-D59556773C79}"/>
                  </a:ext>
                </a:extLst>
              </p:cNvPr>
              <p:cNvSpPr/>
              <p:nvPr/>
            </p:nvSpPr>
            <p:spPr>
              <a:xfrm>
                <a:off x="2002540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2" name="Oval 3291">
                <a:extLst>
                  <a:ext uri="{FF2B5EF4-FFF2-40B4-BE49-F238E27FC236}">
                    <a16:creationId xmlns:a16="http://schemas.microsoft.com/office/drawing/2014/main" id="{B2F81232-04F7-2641-00F8-FC2D3BCC66FB}"/>
                  </a:ext>
                </a:extLst>
              </p:cNvPr>
              <p:cNvSpPr/>
              <p:nvPr/>
            </p:nvSpPr>
            <p:spPr>
              <a:xfrm>
                <a:off x="1708552" y="6228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3" name="Oval 3292">
                <a:extLst>
                  <a:ext uri="{FF2B5EF4-FFF2-40B4-BE49-F238E27FC236}">
                    <a16:creationId xmlns:a16="http://schemas.microsoft.com/office/drawing/2014/main" id="{CC2CC829-DF62-7805-E3BD-FA71F14861B2}"/>
                  </a:ext>
                </a:extLst>
              </p:cNvPr>
              <p:cNvSpPr/>
              <p:nvPr/>
            </p:nvSpPr>
            <p:spPr>
              <a:xfrm>
                <a:off x="2305987" y="5509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4" name="Oval 3293">
                <a:extLst>
                  <a:ext uri="{FF2B5EF4-FFF2-40B4-BE49-F238E27FC236}">
                    <a16:creationId xmlns:a16="http://schemas.microsoft.com/office/drawing/2014/main" id="{B4BDAC81-B5F9-5887-6684-4C941607F4E9}"/>
                  </a:ext>
                </a:extLst>
              </p:cNvPr>
              <p:cNvSpPr/>
              <p:nvPr/>
            </p:nvSpPr>
            <p:spPr>
              <a:xfrm>
                <a:off x="1682118" y="6105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5" name="Oval 3294">
                <a:extLst>
                  <a:ext uri="{FF2B5EF4-FFF2-40B4-BE49-F238E27FC236}">
                    <a16:creationId xmlns:a16="http://schemas.microsoft.com/office/drawing/2014/main" id="{730D39F3-94FB-BAC5-52BE-88AAE2D4F1A2}"/>
                  </a:ext>
                </a:extLst>
              </p:cNvPr>
              <p:cNvSpPr/>
              <p:nvPr/>
            </p:nvSpPr>
            <p:spPr>
              <a:xfrm>
                <a:off x="2172717" y="5711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6" name="Oval 3295">
                <a:extLst>
                  <a:ext uri="{FF2B5EF4-FFF2-40B4-BE49-F238E27FC236}">
                    <a16:creationId xmlns:a16="http://schemas.microsoft.com/office/drawing/2014/main" id="{3AB4FC6B-4BE1-193F-9C5C-8AD756F8F4FC}"/>
                  </a:ext>
                </a:extLst>
              </p:cNvPr>
              <p:cNvSpPr/>
              <p:nvPr/>
            </p:nvSpPr>
            <p:spPr>
              <a:xfrm>
                <a:off x="1717251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7" name="Oval 3296">
                <a:extLst>
                  <a:ext uri="{FF2B5EF4-FFF2-40B4-BE49-F238E27FC236}">
                    <a16:creationId xmlns:a16="http://schemas.microsoft.com/office/drawing/2014/main" id="{0B4E36E9-D197-AACC-9A9E-9B103F84A2CF}"/>
                  </a:ext>
                </a:extLst>
              </p:cNvPr>
              <p:cNvSpPr/>
              <p:nvPr/>
            </p:nvSpPr>
            <p:spPr>
              <a:xfrm>
                <a:off x="1772907" y="6272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8" name="Oval 3297">
                <a:extLst>
                  <a:ext uri="{FF2B5EF4-FFF2-40B4-BE49-F238E27FC236}">
                    <a16:creationId xmlns:a16="http://schemas.microsoft.com/office/drawing/2014/main" id="{7563B401-E178-CE9E-D1C4-0ABD06A8020F}"/>
                  </a:ext>
                </a:extLst>
              </p:cNvPr>
              <p:cNvSpPr/>
              <p:nvPr/>
            </p:nvSpPr>
            <p:spPr>
              <a:xfrm>
                <a:off x="1697742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99" name="Oval 3298">
                <a:extLst>
                  <a:ext uri="{FF2B5EF4-FFF2-40B4-BE49-F238E27FC236}">
                    <a16:creationId xmlns:a16="http://schemas.microsoft.com/office/drawing/2014/main" id="{8C5B10E9-33C7-3F4B-1942-D4D4493051A0}"/>
                  </a:ext>
                </a:extLst>
              </p:cNvPr>
              <p:cNvSpPr/>
              <p:nvPr/>
            </p:nvSpPr>
            <p:spPr>
              <a:xfrm>
                <a:off x="1588288" y="62786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0" name="Oval 3299">
                <a:extLst>
                  <a:ext uri="{FF2B5EF4-FFF2-40B4-BE49-F238E27FC236}">
                    <a16:creationId xmlns:a16="http://schemas.microsoft.com/office/drawing/2014/main" id="{B202460F-25AD-CB5E-3C69-5052189A16D2}"/>
                  </a:ext>
                </a:extLst>
              </p:cNvPr>
              <p:cNvSpPr/>
              <p:nvPr/>
            </p:nvSpPr>
            <p:spPr>
              <a:xfrm>
                <a:off x="1505269" y="6167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1" name="Oval 3300">
                <a:extLst>
                  <a:ext uri="{FF2B5EF4-FFF2-40B4-BE49-F238E27FC236}">
                    <a16:creationId xmlns:a16="http://schemas.microsoft.com/office/drawing/2014/main" id="{59A5D003-ACB3-F87B-D7E8-5196367FCD36}"/>
                  </a:ext>
                </a:extLst>
              </p:cNvPr>
              <p:cNvSpPr/>
              <p:nvPr/>
            </p:nvSpPr>
            <p:spPr>
              <a:xfrm>
                <a:off x="2293150" y="5454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2" name="Oval 3301">
                <a:extLst>
                  <a:ext uri="{FF2B5EF4-FFF2-40B4-BE49-F238E27FC236}">
                    <a16:creationId xmlns:a16="http://schemas.microsoft.com/office/drawing/2014/main" id="{7855E7C7-CDDA-614A-D920-CEF746CB5863}"/>
                  </a:ext>
                </a:extLst>
              </p:cNvPr>
              <p:cNvSpPr/>
              <p:nvPr/>
            </p:nvSpPr>
            <p:spPr>
              <a:xfrm>
                <a:off x="1639384" y="6375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3" name="Oval 3302">
                <a:extLst>
                  <a:ext uri="{FF2B5EF4-FFF2-40B4-BE49-F238E27FC236}">
                    <a16:creationId xmlns:a16="http://schemas.microsoft.com/office/drawing/2014/main" id="{AA4B0BC5-795A-40D0-F468-331153BD3E58}"/>
                  </a:ext>
                </a:extLst>
              </p:cNvPr>
              <p:cNvSpPr/>
              <p:nvPr/>
            </p:nvSpPr>
            <p:spPr>
              <a:xfrm>
                <a:off x="1506029" y="617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4" name="Oval 3303">
                <a:extLst>
                  <a:ext uri="{FF2B5EF4-FFF2-40B4-BE49-F238E27FC236}">
                    <a16:creationId xmlns:a16="http://schemas.microsoft.com/office/drawing/2014/main" id="{B551FDE6-486C-B7CF-7182-E0F4F747066D}"/>
                  </a:ext>
                </a:extLst>
              </p:cNvPr>
              <p:cNvSpPr/>
              <p:nvPr/>
            </p:nvSpPr>
            <p:spPr>
              <a:xfrm>
                <a:off x="2304720" y="5582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5" name="Oval 3304">
                <a:extLst>
                  <a:ext uri="{FF2B5EF4-FFF2-40B4-BE49-F238E27FC236}">
                    <a16:creationId xmlns:a16="http://schemas.microsoft.com/office/drawing/2014/main" id="{F75FD988-EC5F-543A-F5E4-8A73742236EE}"/>
                  </a:ext>
                </a:extLst>
              </p:cNvPr>
              <p:cNvSpPr/>
              <p:nvPr/>
            </p:nvSpPr>
            <p:spPr>
              <a:xfrm>
                <a:off x="1419801" y="6009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6" name="Oval 3305">
                <a:extLst>
                  <a:ext uri="{FF2B5EF4-FFF2-40B4-BE49-F238E27FC236}">
                    <a16:creationId xmlns:a16="http://schemas.microsoft.com/office/drawing/2014/main" id="{84F96E68-7648-27F2-B432-2669DA6588B0}"/>
                  </a:ext>
                </a:extLst>
              </p:cNvPr>
              <p:cNvSpPr/>
              <p:nvPr/>
            </p:nvSpPr>
            <p:spPr>
              <a:xfrm>
                <a:off x="2268236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543EE083-76D2-0CC2-D64A-BC122937142D}"/>
                  </a:ext>
                </a:extLst>
              </p:cNvPr>
              <p:cNvSpPr/>
              <p:nvPr/>
            </p:nvSpPr>
            <p:spPr>
              <a:xfrm>
                <a:off x="2246108" y="559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8" name="Oval 3307">
                <a:extLst>
                  <a:ext uri="{FF2B5EF4-FFF2-40B4-BE49-F238E27FC236}">
                    <a16:creationId xmlns:a16="http://schemas.microsoft.com/office/drawing/2014/main" id="{B60752F4-798F-CC19-36DA-634F5999E1CC}"/>
                  </a:ext>
                </a:extLst>
              </p:cNvPr>
              <p:cNvSpPr/>
              <p:nvPr/>
            </p:nvSpPr>
            <p:spPr>
              <a:xfrm>
                <a:off x="1602139" y="62685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9" name="Oval 3308">
                <a:extLst>
                  <a:ext uri="{FF2B5EF4-FFF2-40B4-BE49-F238E27FC236}">
                    <a16:creationId xmlns:a16="http://schemas.microsoft.com/office/drawing/2014/main" id="{F36137FD-7929-2923-6A89-D3B4BA7EEE34}"/>
                  </a:ext>
                </a:extLst>
              </p:cNvPr>
              <p:cNvSpPr/>
              <p:nvPr/>
            </p:nvSpPr>
            <p:spPr>
              <a:xfrm>
                <a:off x="2301258" y="554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0" name="Oval 3309">
                <a:extLst>
                  <a:ext uri="{FF2B5EF4-FFF2-40B4-BE49-F238E27FC236}">
                    <a16:creationId xmlns:a16="http://schemas.microsoft.com/office/drawing/2014/main" id="{50E1ED6F-00BE-E1B0-4FB8-A96CF1E12E25}"/>
                  </a:ext>
                </a:extLst>
              </p:cNvPr>
              <p:cNvSpPr/>
              <p:nvPr/>
            </p:nvSpPr>
            <p:spPr>
              <a:xfrm>
                <a:off x="1653488" y="62194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1" name="Oval 3310">
                <a:extLst>
                  <a:ext uri="{FF2B5EF4-FFF2-40B4-BE49-F238E27FC236}">
                    <a16:creationId xmlns:a16="http://schemas.microsoft.com/office/drawing/2014/main" id="{86973201-414F-28DB-15F4-4C99CDFEB70B}"/>
                  </a:ext>
                </a:extLst>
              </p:cNvPr>
              <p:cNvSpPr/>
              <p:nvPr/>
            </p:nvSpPr>
            <p:spPr>
              <a:xfrm>
                <a:off x="1375884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2" name="Oval 3311">
                <a:extLst>
                  <a:ext uri="{FF2B5EF4-FFF2-40B4-BE49-F238E27FC236}">
                    <a16:creationId xmlns:a16="http://schemas.microsoft.com/office/drawing/2014/main" id="{396A5897-F950-CB72-FF2A-D46AC03269A8}"/>
                  </a:ext>
                </a:extLst>
              </p:cNvPr>
              <p:cNvSpPr/>
              <p:nvPr/>
            </p:nvSpPr>
            <p:spPr>
              <a:xfrm>
                <a:off x="1501300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3" name="Oval 3312">
                <a:extLst>
                  <a:ext uri="{FF2B5EF4-FFF2-40B4-BE49-F238E27FC236}">
                    <a16:creationId xmlns:a16="http://schemas.microsoft.com/office/drawing/2014/main" id="{9A226A32-AA60-1518-86D1-67380EF50652}"/>
                  </a:ext>
                </a:extLst>
              </p:cNvPr>
              <p:cNvSpPr/>
              <p:nvPr/>
            </p:nvSpPr>
            <p:spPr>
              <a:xfrm>
                <a:off x="1535504" y="6178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4" name="Oval 3313">
                <a:extLst>
                  <a:ext uri="{FF2B5EF4-FFF2-40B4-BE49-F238E27FC236}">
                    <a16:creationId xmlns:a16="http://schemas.microsoft.com/office/drawing/2014/main" id="{3FF5CE23-6D6D-8B17-BA2D-755DE9E17404}"/>
                  </a:ext>
                </a:extLst>
              </p:cNvPr>
              <p:cNvSpPr/>
              <p:nvPr/>
            </p:nvSpPr>
            <p:spPr>
              <a:xfrm>
                <a:off x="1490405" y="61682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5" name="Oval 3314">
                <a:extLst>
                  <a:ext uri="{FF2B5EF4-FFF2-40B4-BE49-F238E27FC236}">
                    <a16:creationId xmlns:a16="http://schemas.microsoft.com/office/drawing/2014/main" id="{C5C24EC4-92CB-0A0A-2259-FBC68654D583}"/>
                  </a:ext>
                </a:extLst>
              </p:cNvPr>
              <p:cNvSpPr/>
              <p:nvPr/>
            </p:nvSpPr>
            <p:spPr>
              <a:xfrm>
                <a:off x="1886330" y="6050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6" name="Oval 3315">
                <a:extLst>
                  <a:ext uri="{FF2B5EF4-FFF2-40B4-BE49-F238E27FC236}">
                    <a16:creationId xmlns:a16="http://schemas.microsoft.com/office/drawing/2014/main" id="{4CFE1E3F-D37E-DA40-2FAE-B67010D4EC47}"/>
                  </a:ext>
                </a:extLst>
              </p:cNvPr>
              <p:cNvSpPr/>
              <p:nvPr/>
            </p:nvSpPr>
            <p:spPr>
              <a:xfrm>
                <a:off x="1853646" y="62593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7" name="Oval 3316">
                <a:extLst>
                  <a:ext uri="{FF2B5EF4-FFF2-40B4-BE49-F238E27FC236}">
                    <a16:creationId xmlns:a16="http://schemas.microsoft.com/office/drawing/2014/main" id="{22593669-BFEE-B128-B5D5-13050F4F6D2C}"/>
                  </a:ext>
                </a:extLst>
              </p:cNvPr>
              <p:cNvSpPr/>
              <p:nvPr/>
            </p:nvSpPr>
            <p:spPr>
              <a:xfrm>
                <a:off x="1809223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8" name="Oval 3317">
                <a:extLst>
                  <a:ext uri="{FF2B5EF4-FFF2-40B4-BE49-F238E27FC236}">
                    <a16:creationId xmlns:a16="http://schemas.microsoft.com/office/drawing/2014/main" id="{C8424789-A9D1-61EA-7BC6-7F703FA7E360}"/>
                  </a:ext>
                </a:extLst>
              </p:cNvPr>
              <p:cNvSpPr/>
              <p:nvPr/>
            </p:nvSpPr>
            <p:spPr>
              <a:xfrm>
                <a:off x="2259114" y="569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9" name="Oval 3318">
                <a:extLst>
                  <a:ext uri="{FF2B5EF4-FFF2-40B4-BE49-F238E27FC236}">
                    <a16:creationId xmlns:a16="http://schemas.microsoft.com/office/drawing/2014/main" id="{F202A44D-829E-25BD-D90E-331B8D17529D}"/>
                  </a:ext>
                </a:extLst>
              </p:cNvPr>
              <p:cNvSpPr/>
              <p:nvPr/>
            </p:nvSpPr>
            <p:spPr>
              <a:xfrm>
                <a:off x="1599943" y="618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0" name="Oval 3319">
                <a:extLst>
                  <a:ext uri="{FF2B5EF4-FFF2-40B4-BE49-F238E27FC236}">
                    <a16:creationId xmlns:a16="http://schemas.microsoft.com/office/drawing/2014/main" id="{71259B91-015F-68C5-C8AC-64B361EADBAF}"/>
                  </a:ext>
                </a:extLst>
              </p:cNvPr>
              <p:cNvSpPr/>
              <p:nvPr/>
            </p:nvSpPr>
            <p:spPr>
              <a:xfrm>
                <a:off x="1727639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1" name="Oval 3320">
                <a:extLst>
                  <a:ext uri="{FF2B5EF4-FFF2-40B4-BE49-F238E27FC236}">
                    <a16:creationId xmlns:a16="http://schemas.microsoft.com/office/drawing/2014/main" id="{61733762-F2F6-26A7-595B-1CFAF00F7424}"/>
                  </a:ext>
                </a:extLst>
              </p:cNvPr>
              <p:cNvSpPr/>
              <p:nvPr/>
            </p:nvSpPr>
            <p:spPr>
              <a:xfrm>
                <a:off x="2297288" y="54981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2" name="Oval 3321">
                <a:extLst>
                  <a:ext uri="{FF2B5EF4-FFF2-40B4-BE49-F238E27FC236}">
                    <a16:creationId xmlns:a16="http://schemas.microsoft.com/office/drawing/2014/main" id="{6DE05879-C8C9-38BB-5ED5-186AE5B6EB3A}"/>
                  </a:ext>
                </a:extLst>
              </p:cNvPr>
              <p:cNvSpPr/>
              <p:nvPr/>
            </p:nvSpPr>
            <p:spPr>
              <a:xfrm>
                <a:off x="1634316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3" name="Oval 3322">
                <a:extLst>
                  <a:ext uri="{FF2B5EF4-FFF2-40B4-BE49-F238E27FC236}">
                    <a16:creationId xmlns:a16="http://schemas.microsoft.com/office/drawing/2014/main" id="{72553181-4BEA-8EDF-D85E-178B60CDE829}"/>
                  </a:ext>
                </a:extLst>
              </p:cNvPr>
              <p:cNvSpPr/>
              <p:nvPr/>
            </p:nvSpPr>
            <p:spPr>
              <a:xfrm>
                <a:off x="1750358" y="602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4" name="Oval 3323">
                <a:extLst>
                  <a:ext uri="{FF2B5EF4-FFF2-40B4-BE49-F238E27FC236}">
                    <a16:creationId xmlns:a16="http://schemas.microsoft.com/office/drawing/2014/main" id="{7F58A508-2CC5-DEBA-7AE0-6BEAA05F3B71}"/>
                  </a:ext>
                </a:extLst>
              </p:cNvPr>
              <p:cNvSpPr/>
              <p:nvPr/>
            </p:nvSpPr>
            <p:spPr>
              <a:xfrm>
                <a:off x="1858544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5" name="Oval 3324">
                <a:extLst>
                  <a:ext uri="{FF2B5EF4-FFF2-40B4-BE49-F238E27FC236}">
                    <a16:creationId xmlns:a16="http://schemas.microsoft.com/office/drawing/2014/main" id="{938F42ED-5C3D-F793-D221-7B6FFCF2C6A2}"/>
                  </a:ext>
                </a:extLst>
              </p:cNvPr>
              <p:cNvSpPr/>
              <p:nvPr/>
            </p:nvSpPr>
            <p:spPr>
              <a:xfrm>
                <a:off x="1772063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6" name="Oval 3325">
                <a:extLst>
                  <a:ext uri="{FF2B5EF4-FFF2-40B4-BE49-F238E27FC236}">
                    <a16:creationId xmlns:a16="http://schemas.microsoft.com/office/drawing/2014/main" id="{824F1B67-494E-4E87-8966-BCAA600C8BE8}"/>
                  </a:ext>
                </a:extLst>
              </p:cNvPr>
              <p:cNvSpPr/>
              <p:nvPr/>
            </p:nvSpPr>
            <p:spPr>
              <a:xfrm>
                <a:off x="1647407" y="6348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7" name="Oval 3326">
                <a:extLst>
                  <a:ext uri="{FF2B5EF4-FFF2-40B4-BE49-F238E27FC236}">
                    <a16:creationId xmlns:a16="http://schemas.microsoft.com/office/drawing/2014/main" id="{8A5D7EF2-52AD-97EC-E20D-9D42B048492E}"/>
                  </a:ext>
                </a:extLst>
              </p:cNvPr>
              <p:cNvSpPr/>
              <p:nvPr/>
            </p:nvSpPr>
            <p:spPr>
              <a:xfrm>
                <a:off x="1794528" y="6320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8" name="Oval 3327">
                <a:extLst>
                  <a:ext uri="{FF2B5EF4-FFF2-40B4-BE49-F238E27FC236}">
                    <a16:creationId xmlns:a16="http://schemas.microsoft.com/office/drawing/2014/main" id="{FD6AACD3-0A45-34B5-C6AB-CB717C908807}"/>
                  </a:ext>
                </a:extLst>
              </p:cNvPr>
              <p:cNvSpPr/>
              <p:nvPr/>
            </p:nvSpPr>
            <p:spPr>
              <a:xfrm>
                <a:off x="1865723" y="6088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9" name="Oval 3328">
                <a:extLst>
                  <a:ext uri="{FF2B5EF4-FFF2-40B4-BE49-F238E27FC236}">
                    <a16:creationId xmlns:a16="http://schemas.microsoft.com/office/drawing/2014/main" id="{287FD8F5-83C2-354D-3DB0-ECCAA1EA1893}"/>
                  </a:ext>
                </a:extLst>
              </p:cNvPr>
              <p:cNvSpPr/>
              <p:nvPr/>
            </p:nvSpPr>
            <p:spPr>
              <a:xfrm>
                <a:off x="1730764" y="6334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0" name="Oval 3329">
                <a:extLst>
                  <a:ext uri="{FF2B5EF4-FFF2-40B4-BE49-F238E27FC236}">
                    <a16:creationId xmlns:a16="http://schemas.microsoft.com/office/drawing/2014/main" id="{440A4D50-BD7A-1765-7434-49AB8BD2A7B0}"/>
                  </a:ext>
                </a:extLst>
              </p:cNvPr>
              <p:cNvSpPr/>
              <p:nvPr/>
            </p:nvSpPr>
            <p:spPr>
              <a:xfrm>
                <a:off x="2308521" y="550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1" name="Oval 3330">
                <a:extLst>
                  <a:ext uri="{FF2B5EF4-FFF2-40B4-BE49-F238E27FC236}">
                    <a16:creationId xmlns:a16="http://schemas.microsoft.com/office/drawing/2014/main" id="{832EA943-5EB0-0EFB-011A-228573EEC037}"/>
                  </a:ext>
                </a:extLst>
              </p:cNvPr>
              <p:cNvSpPr/>
              <p:nvPr/>
            </p:nvSpPr>
            <p:spPr>
              <a:xfrm>
                <a:off x="2238001" y="5542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2" name="Oval 3331">
                <a:extLst>
                  <a:ext uri="{FF2B5EF4-FFF2-40B4-BE49-F238E27FC236}">
                    <a16:creationId xmlns:a16="http://schemas.microsoft.com/office/drawing/2014/main" id="{ADBF9CAB-F53E-2715-5216-C42FC2464E17}"/>
                  </a:ext>
                </a:extLst>
              </p:cNvPr>
              <p:cNvSpPr/>
              <p:nvPr/>
            </p:nvSpPr>
            <p:spPr>
              <a:xfrm>
                <a:off x="1996122" y="62793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3" name="Oval 3332">
                <a:extLst>
                  <a:ext uri="{FF2B5EF4-FFF2-40B4-BE49-F238E27FC236}">
                    <a16:creationId xmlns:a16="http://schemas.microsoft.com/office/drawing/2014/main" id="{267DAEA7-0605-FC38-42EA-A71772066EC1}"/>
                  </a:ext>
                </a:extLst>
              </p:cNvPr>
              <p:cNvSpPr/>
              <p:nvPr/>
            </p:nvSpPr>
            <p:spPr>
              <a:xfrm>
                <a:off x="1836671" y="591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4" name="Oval 3333">
                <a:extLst>
                  <a:ext uri="{FF2B5EF4-FFF2-40B4-BE49-F238E27FC236}">
                    <a16:creationId xmlns:a16="http://schemas.microsoft.com/office/drawing/2014/main" id="{34DB7CAD-A6C8-4483-3DCE-5B90CABEA6AE}"/>
                  </a:ext>
                </a:extLst>
              </p:cNvPr>
              <p:cNvSpPr/>
              <p:nvPr/>
            </p:nvSpPr>
            <p:spPr>
              <a:xfrm>
                <a:off x="2314517" y="55078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5" name="Oval 3334">
                <a:extLst>
                  <a:ext uri="{FF2B5EF4-FFF2-40B4-BE49-F238E27FC236}">
                    <a16:creationId xmlns:a16="http://schemas.microsoft.com/office/drawing/2014/main" id="{22DFCEA7-F817-CFBE-B50A-E950F8C49E75}"/>
                  </a:ext>
                </a:extLst>
              </p:cNvPr>
              <p:cNvSpPr/>
              <p:nvPr/>
            </p:nvSpPr>
            <p:spPr>
              <a:xfrm>
                <a:off x="1502651" y="6204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6" name="Oval 3335">
                <a:extLst>
                  <a:ext uri="{FF2B5EF4-FFF2-40B4-BE49-F238E27FC236}">
                    <a16:creationId xmlns:a16="http://schemas.microsoft.com/office/drawing/2014/main" id="{091379B1-C95E-04C7-0CF6-5CD836420B0C}"/>
                  </a:ext>
                </a:extLst>
              </p:cNvPr>
              <p:cNvSpPr/>
              <p:nvPr/>
            </p:nvSpPr>
            <p:spPr>
              <a:xfrm>
                <a:off x="1735578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7" name="Oval 3336">
                <a:extLst>
                  <a:ext uri="{FF2B5EF4-FFF2-40B4-BE49-F238E27FC236}">
                    <a16:creationId xmlns:a16="http://schemas.microsoft.com/office/drawing/2014/main" id="{51C40235-12B3-A84B-8AB0-54DCFC3E1DA4}"/>
                  </a:ext>
                </a:extLst>
              </p:cNvPr>
              <p:cNvSpPr/>
              <p:nvPr/>
            </p:nvSpPr>
            <p:spPr>
              <a:xfrm>
                <a:off x="1488463" y="61687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8" name="Oval 3337">
                <a:extLst>
                  <a:ext uri="{FF2B5EF4-FFF2-40B4-BE49-F238E27FC236}">
                    <a16:creationId xmlns:a16="http://schemas.microsoft.com/office/drawing/2014/main" id="{B8689A4F-5CF9-97CB-6B7A-0794F510E1B2}"/>
                  </a:ext>
                </a:extLst>
              </p:cNvPr>
              <p:cNvSpPr/>
              <p:nvPr/>
            </p:nvSpPr>
            <p:spPr>
              <a:xfrm>
                <a:off x="1494459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9" name="Oval 3338">
                <a:extLst>
                  <a:ext uri="{FF2B5EF4-FFF2-40B4-BE49-F238E27FC236}">
                    <a16:creationId xmlns:a16="http://schemas.microsoft.com/office/drawing/2014/main" id="{A8895635-0BFF-0D12-757D-8CD5A8E2FBF8}"/>
                  </a:ext>
                </a:extLst>
              </p:cNvPr>
              <p:cNvSpPr/>
              <p:nvPr/>
            </p:nvSpPr>
            <p:spPr>
              <a:xfrm>
                <a:off x="1636343" y="63421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0" name="Oval 3339">
                <a:extLst>
                  <a:ext uri="{FF2B5EF4-FFF2-40B4-BE49-F238E27FC236}">
                    <a16:creationId xmlns:a16="http://schemas.microsoft.com/office/drawing/2014/main" id="{58B1A27A-BA9C-7BDD-2D1C-C6743D87FC2E}"/>
                  </a:ext>
                </a:extLst>
              </p:cNvPr>
              <p:cNvSpPr/>
              <p:nvPr/>
            </p:nvSpPr>
            <p:spPr>
              <a:xfrm>
                <a:off x="2249740" y="565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1" name="Oval 3340">
                <a:extLst>
                  <a:ext uri="{FF2B5EF4-FFF2-40B4-BE49-F238E27FC236}">
                    <a16:creationId xmlns:a16="http://schemas.microsoft.com/office/drawing/2014/main" id="{CC3E1AC8-65CB-92B4-8081-2BAFCD19E5EA}"/>
                  </a:ext>
                </a:extLst>
              </p:cNvPr>
              <p:cNvSpPr/>
              <p:nvPr/>
            </p:nvSpPr>
            <p:spPr>
              <a:xfrm>
                <a:off x="1692168" y="63052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2" name="Oval 3341">
                <a:extLst>
                  <a:ext uri="{FF2B5EF4-FFF2-40B4-BE49-F238E27FC236}">
                    <a16:creationId xmlns:a16="http://schemas.microsoft.com/office/drawing/2014/main" id="{29FAFD03-297A-9F5D-6C2E-1BE2D5A71510}"/>
                  </a:ext>
                </a:extLst>
              </p:cNvPr>
              <p:cNvSpPr/>
              <p:nvPr/>
            </p:nvSpPr>
            <p:spPr>
              <a:xfrm>
                <a:off x="1531872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3" name="Oval 3342">
                <a:extLst>
                  <a:ext uri="{FF2B5EF4-FFF2-40B4-BE49-F238E27FC236}">
                    <a16:creationId xmlns:a16="http://schemas.microsoft.com/office/drawing/2014/main" id="{01B2F920-63DC-9772-D244-C9DBF76753E0}"/>
                  </a:ext>
                </a:extLst>
              </p:cNvPr>
              <p:cNvSpPr/>
              <p:nvPr/>
            </p:nvSpPr>
            <p:spPr>
              <a:xfrm>
                <a:off x="1631445" y="6283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4" name="Oval 3343">
                <a:extLst>
                  <a:ext uri="{FF2B5EF4-FFF2-40B4-BE49-F238E27FC236}">
                    <a16:creationId xmlns:a16="http://schemas.microsoft.com/office/drawing/2014/main" id="{31F19495-F7C3-82F1-147F-6B3E2A72A271}"/>
                  </a:ext>
                </a:extLst>
              </p:cNvPr>
              <p:cNvSpPr/>
              <p:nvPr/>
            </p:nvSpPr>
            <p:spPr>
              <a:xfrm>
                <a:off x="1582208" y="6080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5" name="Oval 3344">
                <a:extLst>
                  <a:ext uri="{FF2B5EF4-FFF2-40B4-BE49-F238E27FC236}">
                    <a16:creationId xmlns:a16="http://schemas.microsoft.com/office/drawing/2014/main" id="{DE75237D-E2A7-E15F-9429-1EF8F02FC87F}"/>
                  </a:ext>
                </a:extLst>
              </p:cNvPr>
              <p:cNvSpPr/>
              <p:nvPr/>
            </p:nvSpPr>
            <p:spPr>
              <a:xfrm>
                <a:off x="1677895" y="6181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6" name="Oval 3345">
                <a:extLst>
                  <a:ext uri="{FF2B5EF4-FFF2-40B4-BE49-F238E27FC236}">
                    <a16:creationId xmlns:a16="http://schemas.microsoft.com/office/drawing/2014/main" id="{3099936A-01B3-5209-2C11-82A3C9A29EBA}"/>
                  </a:ext>
                </a:extLst>
              </p:cNvPr>
              <p:cNvSpPr/>
              <p:nvPr/>
            </p:nvSpPr>
            <p:spPr>
              <a:xfrm>
                <a:off x="1830083" y="62733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7" name="Oval 3346">
                <a:extLst>
                  <a:ext uri="{FF2B5EF4-FFF2-40B4-BE49-F238E27FC236}">
                    <a16:creationId xmlns:a16="http://schemas.microsoft.com/office/drawing/2014/main" id="{09BB62FA-4886-6E34-5016-48A322E01D80}"/>
                  </a:ext>
                </a:extLst>
              </p:cNvPr>
              <p:cNvSpPr/>
              <p:nvPr/>
            </p:nvSpPr>
            <p:spPr>
              <a:xfrm>
                <a:off x="1630938" y="60369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8" name="Oval 3347">
                <a:extLst>
                  <a:ext uri="{FF2B5EF4-FFF2-40B4-BE49-F238E27FC236}">
                    <a16:creationId xmlns:a16="http://schemas.microsoft.com/office/drawing/2014/main" id="{72D479CB-A71B-539F-CCEB-CA21BFD1BDC9}"/>
                  </a:ext>
                </a:extLst>
              </p:cNvPr>
              <p:cNvSpPr/>
              <p:nvPr/>
            </p:nvSpPr>
            <p:spPr>
              <a:xfrm>
                <a:off x="1605011" y="6225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9" name="Oval 3348">
                <a:extLst>
                  <a:ext uri="{FF2B5EF4-FFF2-40B4-BE49-F238E27FC236}">
                    <a16:creationId xmlns:a16="http://schemas.microsoft.com/office/drawing/2014/main" id="{D43C3D02-3F8A-6C88-66D1-6B874F47AD97}"/>
                  </a:ext>
                </a:extLst>
              </p:cNvPr>
              <p:cNvSpPr/>
              <p:nvPr/>
            </p:nvSpPr>
            <p:spPr>
              <a:xfrm>
                <a:off x="1599774" y="6045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0" name="Oval 3349">
                <a:extLst>
                  <a:ext uri="{FF2B5EF4-FFF2-40B4-BE49-F238E27FC236}">
                    <a16:creationId xmlns:a16="http://schemas.microsoft.com/office/drawing/2014/main" id="{302AB364-23F5-095D-384F-DD6143ED4919}"/>
                  </a:ext>
                </a:extLst>
              </p:cNvPr>
              <p:cNvSpPr/>
              <p:nvPr/>
            </p:nvSpPr>
            <p:spPr>
              <a:xfrm>
                <a:off x="2300244" y="5499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1" name="Oval 3350">
                <a:extLst>
                  <a:ext uri="{FF2B5EF4-FFF2-40B4-BE49-F238E27FC236}">
                    <a16:creationId xmlns:a16="http://schemas.microsoft.com/office/drawing/2014/main" id="{B4A48329-3736-2327-9D2A-D21AEDA7BE4E}"/>
                  </a:ext>
                </a:extLst>
              </p:cNvPr>
              <p:cNvSpPr/>
              <p:nvPr/>
            </p:nvSpPr>
            <p:spPr>
              <a:xfrm>
                <a:off x="1546990" y="61186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2" name="Oval 3351">
                <a:extLst>
                  <a:ext uri="{FF2B5EF4-FFF2-40B4-BE49-F238E27FC236}">
                    <a16:creationId xmlns:a16="http://schemas.microsoft.com/office/drawing/2014/main" id="{E9CB639F-51B1-3C01-C28F-BD5841DBE10D}"/>
                  </a:ext>
                </a:extLst>
              </p:cNvPr>
              <p:cNvSpPr/>
              <p:nvPr/>
            </p:nvSpPr>
            <p:spPr>
              <a:xfrm>
                <a:off x="1817161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3" name="Oval 3352">
                <a:extLst>
                  <a:ext uri="{FF2B5EF4-FFF2-40B4-BE49-F238E27FC236}">
                    <a16:creationId xmlns:a16="http://schemas.microsoft.com/office/drawing/2014/main" id="{E337BF12-AED4-7758-656B-7EE52D8BC726}"/>
                  </a:ext>
                </a:extLst>
              </p:cNvPr>
              <p:cNvSpPr/>
              <p:nvPr/>
            </p:nvSpPr>
            <p:spPr>
              <a:xfrm>
                <a:off x="1523934" y="6126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4" name="Oval 3353">
                <a:extLst>
                  <a:ext uri="{FF2B5EF4-FFF2-40B4-BE49-F238E27FC236}">
                    <a16:creationId xmlns:a16="http://schemas.microsoft.com/office/drawing/2014/main" id="{728C7F2F-A92C-C71D-8356-33A65E1EBC38}"/>
                  </a:ext>
                </a:extLst>
              </p:cNvPr>
              <p:cNvSpPr/>
              <p:nvPr/>
            </p:nvSpPr>
            <p:spPr>
              <a:xfrm>
                <a:off x="1807956" y="54728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5" name="Oval 3354">
                <a:extLst>
                  <a:ext uri="{FF2B5EF4-FFF2-40B4-BE49-F238E27FC236}">
                    <a16:creationId xmlns:a16="http://schemas.microsoft.com/office/drawing/2014/main" id="{522B44E9-8AC4-9732-245D-5D4DF1A98E02}"/>
                  </a:ext>
                </a:extLst>
              </p:cNvPr>
              <p:cNvSpPr/>
              <p:nvPr/>
            </p:nvSpPr>
            <p:spPr>
              <a:xfrm>
                <a:off x="2321104" y="5514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6" name="Oval 3355">
                <a:extLst>
                  <a:ext uri="{FF2B5EF4-FFF2-40B4-BE49-F238E27FC236}">
                    <a16:creationId xmlns:a16="http://schemas.microsoft.com/office/drawing/2014/main" id="{8B7A27BE-C577-CBA8-D4C7-7B4FFBD30CE0}"/>
                  </a:ext>
                </a:extLst>
              </p:cNvPr>
              <p:cNvSpPr/>
              <p:nvPr/>
            </p:nvSpPr>
            <p:spPr>
              <a:xfrm>
                <a:off x="1565401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7" name="Oval 3356">
                <a:extLst>
                  <a:ext uri="{FF2B5EF4-FFF2-40B4-BE49-F238E27FC236}">
                    <a16:creationId xmlns:a16="http://schemas.microsoft.com/office/drawing/2014/main" id="{020A3AB9-BCDB-D8E5-2EF6-D726B07BB147}"/>
                  </a:ext>
                </a:extLst>
              </p:cNvPr>
              <p:cNvSpPr/>
              <p:nvPr/>
            </p:nvSpPr>
            <p:spPr>
              <a:xfrm>
                <a:off x="1426050" y="60002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8" name="Oval 3357">
                <a:extLst>
                  <a:ext uri="{FF2B5EF4-FFF2-40B4-BE49-F238E27FC236}">
                    <a16:creationId xmlns:a16="http://schemas.microsoft.com/office/drawing/2014/main" id="{665BB4CC-02AF-2C29-8C4E-222C8737257F}"/>
                  </a:ext>
                </a:extLst>
              </p:cNvPr>
              <p:cNvSpPr/>
              <p:nvPr/>
            </p:nvSpPr>
            <p:spPr>
              <a:xfrm>
                <a:off x="1653741" y="6387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9" name="Oval 3358">
                <a:extLst>
                  <a:ext uri="{FF2B5EF4-FFF2-40B4-BE49-F238E27FC236}">
                    <a16:creationId xmlns:a16="http://schemas.microsoft.com/office/drawing/2014/main" id="{EB70ECF6-A39C-E351-FFFC-727D2F7478F0}"/>
                  </a:ext>
                </a:extLst>
              </p:cNvPr>
              <p:cNvSpPr/>
              <p:nvPr/>
            </p:nvSpPr>
            <p:spPr>
              <a:xfrm>
                <a:off x="1697066" y="6373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0" name="Oval 3359">
                <a:extLst>
                  <a:ext uri="{FF2B5EF4-FFF2-40B4-BE49-F238E27FC236}">
                    <a16:creationId xmlns:a16="http://schemas.microsoft.com/office/drawing/2014/main" id="{653E1D79-3615-421D-D14A-0CF474493482}"/>
                  </a:ext>
                </a:extLst>
              </p:cNvPr>
              <p:cNvSpPr/>
              <p:nvPr/>
            </p:nvSpPr>
            <p:spPr>
              <a:xfrm>
                <a:off x="1583643" y="63718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1" name="Oval 3360">
                <a:extLst>
                  <a:ext uri="{FF2B5EF4-FFF2-40B4-BE49-F238E27FC236}">
                    <a16:creationId xmlns:a16="http://schemas.microsoft.com/office/drawing/2014/main" id="{EFABDDB5-E207-CB8E-CEB8-67C0AE6E0426}"/>
                  </a:ext>
                </a:extLst>
              </p:cNvPr>
              <p:cNvSpPr/>
              <p:nvPr/>
            </p:nvSpPr>
            <p:spPr>
              <a:xfrm>
                <a:off x="1598676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2" name="Oval 3361">
                <a:extLst>
                  <a:ext uri="{FF2B5EF4-FFF2-40B4-BE49-F238E27FC236}">
                    <a16:creationId xmlns:a16="http://schemas.microsoft.com/office/drawing/2014/main" id="{53E6BDCD-19F4-2F2D-B4E1-5A468A011848}"/>
                  </a:ext>
                </a:extLst>
              </p:cNvPr>
              <p:cNvSpPr/>
              <p:nvPr/>
            </p:nvSpPr>
            <p:spPr>
              <a:xfrm>
                <a:off x="1528663" y="61153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3" name="Oval 3362">
                <a:extLst>
                  <a:ext uri="{FF2B5EF4-FFF2-40B4-BE49-F238E27FC236}">
                    <a16:creationId xmlns:a16="http://schemas.microsoft.com/office/drawing/2014/main" id="{FB4DB0DF-BF9F-169D-FB18-E5886C5B0DAA}"/>
                  </a:ext>
                </a:extLst>
              </p:cNvPr>
              <p:cNvSpPr/>
              <p:nvPr/>
            </p:nvSpPr>
            <p:spPr>
              <a:xfrm>
                <a:off x="1621733" y="63122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4" name="Oval 3363">
                <a:extLst>
                  <a:ext uri="{FF2B5EF4-FFF2-40B4-BE49-F238E27FC236}">
                    <a16:creationId xmlns:a16="http://schemas.microsoft.com/office/drawing/2014/main" id="{DD0AB45C-4D05-E042-6A49-80B1E75DC8DE}"/>
                  </a:ext>
                </a:extLst>
              </p:cNvPr>
              <p:cNvSpPr/>
              <p:nvPr/>
            </p:nvSpPr>
            <p:spPr>
              <a:xfrm>
                <a:off x="2250078" y="5526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5" name="Oval 3364">
                <a:extLst>
                  <a:ext uri="{FF2B5EF4-FFF2-40B4-BE49-F238E27FC236}">
                    <a16:creationId xmlns:a16="http://schemas.microsoft.com/office/drawing/2014/main" id="{7C443341-39C5-3E71-95BD-4EDA2D49B0CE}"/>
                  </a:ext>
                </a:extLst>
              </p:cNvPr>
              <p:cNvSpPr/>
              <p:nvPr/>
            </p:nvSpPr>
            <p:spPr>
              <a:xfrm>
                <a:off x="1586599" y="63376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6" name="Oval 3365">
                <a:extLst>
                  <a:ext uri="{FF2B5EF4-FFF2-40B4-BE49-F238E27FC236}">
                    <a16:creationId xmlns:a16="http://schemas.microsoft.com/office/drawing/2014/main" id="{F2D2EAE4-2948-0E3F-0297-93A78E6807C1}"/>
                  </a:ext>
                </a:extLst>
              </p:cNvPr>
              <p:cNvSpPr/>
              <p:nvPr/>
            </p:nvSpPr>
            <p:spPr>
              <a:xfrm>
                <a:off x="1548088" y="60519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7" name="Oval 3366">
                <a:extLst>
                  <a:ext uri="{FF2B5EF4-FFF2-40B4-BE49-F238E27FC236}">
                    <a16:creationId xmlns:a16="http://schemas.microsoft.com/office/drawing/2014/main" id="{524D1CD4-1F01-9E91-166C-1F1299081992}"/>
                  </a:ext>
                </a:extLst>
              </p:cNvPr>
              <p:cNvSpPr/>
              <p:nvPr/>
            </p:nvSpPr>
            <p:spPr>
              <a:xfrm>
                <a:off x="2337658" y="5564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8" name="Oval 3367">
                <a:extLst>
                  <a:ext uri="{FF2B5EF4-FFF2-40B4-BE49-F238E27FC236}">
                    <a16:creationId xmlns:a16="http://schemas.microsoft.com/office/drawing/2014/main" id="{3502E704-6C7D-65A9-27AC-DA6921495FAF}"/>
                  </a:ext>
                </a:extLst>
              </p:cNvPr>
              <p:cNvSpPr/>
              <p:nvPr/>
            </p:nvSpPr>
            <p:spPr>
              <a:xfrm>
                <a:off x="1404092" y="5983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69" name="Oval 3368">
                <a:extLst>
                  <a:ext uri="{FF2B5EF4-FFF2-40B4-BE49-F238E27FC236}">
                    <a16:creationId xmlns:a16="http://schemas.microsoft.com/office/drawing/2014/main" id="{1F8C05E2-9C60-5F23-1FB7-230395CA3866}"/>
                  </a:ext>
                </a:extLst>
              </p:cNvPr>
              <p:cNvSpPr/>
              <p:nvPr/>
            </p:nvSpPr>
            <p:spPr>
              <a:xfrm>
                <a:off x="1667845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0" name="Oval 3369">
                <a:extLst>
                  <a:ext uri="{FF2B5EF4-FFF2-40B4-BE49-F238E27FC236}">
                    <a16:creationId xmlns:a16="http://schemas.microsoft.com/office/drawing/2014/main" id="{C68D9DEA-7A6F-64F6-8570-F3EFD0D07D2B}"/>
                  </a:ext>
                </a:extLst>
              </p:cNvPr>
              <p:cNvSpPr/>
              <p:nvPr/>
            </p:nvSpPr>
            <p:spPr>
              <a:xfrm>
                <a:off x="2324905" y="5722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1" name="Oval 3370">
                <a:extLst>
                  <a:ext uri="{FF2B5EF4-FFF2-40B4-BE49-F238E27FC236}">
                    <a16:creationId xmlns:a16="http://schemas.microsoft.com/office/drawing/2014/main" id="{4E4403B7-5E91-4423-B923-28FD86FE51FD}"/>
                  </a:ext>
                </a:extLst>
              </p:cNvPr>
              <p:cNvSpPr/>
              <p:nvPr/>
            </p:nvSpPr>
            <p:spPr>
              <a:xfrm>
                <a:off x="2310548" y="575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2" name="Oval 3371">
                <a:extLst>
                  <a:ext uri="{FF2B5EF4-FFF2-40B4-BE49-F238E27FC236}">
                    <a16:creationId xmlns:a16="http://schemas.microsoft.com/office/drawing/2014/main" id="{6A96BC6F-470F-3095-22B6-1EA51226796C}"/>
                  </a:ext>
                </a:extLst>
              </p:cNvPr>
              <p:cNvSpPr/>
              <p:nvPr/>
            </p:nvSpPr>
            <p:spPr>
              <a:xfrm>
                <a:off x="2450490" y="6386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3" name="Oval 3372">
                <a:extLst>
                  <a:ext uri="{FF2B5EF4-FFF2-40B4-BE49-F238E27FC236}">
                    <a16:creationId xmlns:a16="http://schemas.microsoft.com/office/drawing/2014/main" id="{DE601754-F820-E310-3EF8-C473C3B9A4F0}"/>
                  </a:ext>
                </a:extLst>
              </p:cNvPr>
              <p:cNvSpPr/>
              <p:nvPr/>
            </p:nvSpPr>
            <p:spPr>
              <a:xfrm>
                <a:off x="1448431" y="5990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4" name="Oval 3373">
                <a:extLst>
                  <a:ext uri="{FF2B5EF4-FFF2-40B4-BE49-F238E27FC236}">
                    <a16:creationId xmlns:a16="http://schemas.microsoft.com/office/drawing/2014/main" id="{993AF469-0268-F8BF-07FC-586C59568F55}"/>
                  </a:ext>
                </a:extLst>
              </p:cNvPr>
              <p:cNvSpPr/>
              <p:nvPr/>
            </p:nvSpPr>
            <p:spPr>
              <a:xfrm>
                <a:off x="1611936" y="60109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5" name="Oval 3374">
                <a:extLst>
                  <a:ext uri="{FF2B5EF4-FFF2-40B4-BE49-F238E27FC236}">
                    <a16:creationId xmlns:a16="http://schemas.microsoft.com/office/drawing/2014/main" id="{CA3A3EE7-53A7-13BA-E8D8-F00BB9453372}"/>
                  </a:ext>
                </a:extLst>
              </p:cNvPr>
              <p:cNvSpPr/>
              <p:nvPr/>
            </p:nvSpPr>
            <p:spPr>
              <a:xfrm>
                <a:off x="1608727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6" name="Oval 3375">
                <a:extLst>
                  <a:ext uri="{FF2B5EF4-FFF2-40B4-BE49-F238E27FC236}">
                    <a16:creationId xmlns:a16="http://schemas.microsoft.com/office/drawing/2014/main" id="{7A918336-1A9B-B0E5-70D4-CFF482ADA074}"/>
                  </a:ext>
                </a:extLst>
              </p:cNvPr>
              <p:cNvSpPr/>
              <p:nvPr/>
            </p:nvSpPr>
            <p:spPr>
              <a:xfrm>
                <a:off x="1545976" y="6158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7" name="Oval 3376">
                <a:extLst>
                  <a:ext uri="{FF2B5EF4-FFF2-40B4-BE49-F238E27FC236}">
                    <a16:creationId xmlns:a16="http://schemas.microsoft.com/office/drawing/2014/main" id="{7A780ECE-A848-939F-8406-53198358A635}"/>
                  </a:ext>
                </a:extLst>
              </p:cNvPr>
              <p:cNvSpPr/>
              <p:nvPr/>
            </p:nvSpPr>
            <p:spPr>
              <a:xfrm>
                <a:off x="1628742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8" name="Oval 3377">
                <a:extLst>
                  <a:ext uri="{FF2B5EF4-FFF2-40B4-BE49-F238E27FC236}">
                    <a16:creationId xmlns:a16="http://schemas.microsoft.com/office/drawing/2014/main" id="{619689C9-8AF1-468F-B8A8-A2C0139C0467}"/>
                  </a:ext>
                </a:extLst>
              </p:cNvPr>
              <p:cNvSpPr/>
              <p:nvPr/>
            </p:nvSpPr>
            <p:spPr>
              <a:xfrm>
                <a:off x="1436438" y="5993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79" name="Oval 3378">
                <a:extLst>
                  <a:ext uri="{FF2B5EF4-FFF2-40B4-BE49-F238E27FC236}">
                    <a16:creationId xmlns:a16="http://schemas.microsoft.com/office/drawing/2014/main" id="{801899CD-3E5A-DFA4-51A1-66F9D8DC96B1}"/>
                  </a:ext>
                </a:extLst>
              </p:cNvPr>
              <p:cNvSpPr/>
              <p:nvPr/>
            </p:nvSpPr>
            <p:spPr>
              <a:xfrm>
                <a:off x="1605433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0" name="Oval 3379">
                <a:extLst>
                  <a:ext uri="{FF2B5EF4-FFF2-40B4-BE49-F238E27FC236}">
                    <a16:creationId xmlns:a16="http://schemas.microsoft.com/office/drawing/2014/main" id="{114C443E-F695-E112-E900-C15F6BF17999}"/>
                  </a:ext>
                </a:extLst>
              </p:cNvPr>
              <p:cNvSpPr/>
              <p:nvPr/>
            </p:nvSpPr>
            <p:spPr>
              <a:xfrm>
                <a:off x="1534744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1" name="Oval 3380">
                <a:extLst>
                  <a:ext uri="{FF2B5EF4-FFF2-40B4-BE49-F238E27FC236}">
                    <a16:creationId xmlns:a16="http://schemas.microsoft.com/office/drawing/2014/main" id="{95423D86-61C1-2ECA-5679-22667E0F2467}"/>
                  </a:ext>
                </a:extLst>
              </p:cNvPr>
              <p:cNvSpPr/>
              <p:nvPr/>
            </p:nvSpPr>
            <p:spPr>
              <a:xfrm>
                <a:off x="1547243" y="61727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2" name="Oval 3381">
                <a:extLst>
                  <a:ext uri="{FF2B5EF4-FFF2-40B4-BE49-F238E27FC236}">
                    <a16:creationId xmlns:a16="http://schemas.microsoft.com/office/drawing/2014/main" id="{80BF5774-46FF-9F07-7FA0-DCF09E8D6E1F}"/>
                  </a:ext>
                </a:extLst>
              </p:cNvPr>
              <p:cNvSpPr/>
              <p:nvPr/>
            </p:nvSpPr>
            <p:spPr>
              <a:xfrm>
                <a:off x="1853477" y="6026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3" name="Oval 3382">
                <a:extLst>
                  <a:ext uri="{FF2B5EF4-FFF2-40B4-BE49-F238E27FC236}">
                    <a16:creationId xmlns:a16="http://schemas.microsoft.com/office/drawing/2014/main" id="{2071364A-D627-9494-A532-42197FD498F1}"/>
                  </a:ext>
                </a:extLst>
              </p:cNvPr>
              <p:cNvSpPr/>
              <p:nvPr/>
            </p:nvSpPr>
            <p:spPr>
              <a:xfrm>
                <a:off x="1518022" y="6123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4" name="Oval 3383">
                <a:extLst>
                  <a:ext uri="{FF2B5EF4-FFF2-40B4-BE49-F238E27FC236}">
                    <a16:creationId xmlns:a16="http://schemas.microsoft.com/office/drawing/2014/main" id="{93F1FFB8-E8E4-4CBF-4095-2F8F70AF9A30}"/>
                  </a:ext>
                </a:extLst>
              </p:cNvPr>
              <p:cNvSpPr/>
              <p:nvPr/>
            </p:nvSpPr>
            <p:spPr>
              <a:xfrm>
                <a:off x="1498935" y="61730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5" name="Oval 3384">
                <a:extLst>
                  <a:ext uri="{FF2B5EF4-FFF2-40B4-BE49-F238E27FC236}">
                    <a16:creationId xmlns:a16="http://schemas.microsoft.com/office/drawing/2014/main" id="{547F93A3-2C9C-EB19-778E-4FAB9ED0F896}"/>
                  </a:ext>
                </a:extLst>
              </p:cNvPr>
              <p:cNvSpPr/>
              <p:nvPr/>
            </p:nvSpPr>
            <p:spPr>
              <a:xfrm>
                <a:off x="1547497" y="6095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6" name="Oval 3385">
                <a:extLst>
                  <a:ext uri="{FF2B5EF4-FFF2-40B4-BE49-F238E27FC236}">
                    <a16:creationId xmlns:a16="http://schemas.microsoft.com/office/drawing/2014/main" id="{6E8BF87B-01AB-3899-0F36-441A52FF0361}"/>
                  </a:ext>
                </a:extLst>
              </p:cNvPr>
              <p:cNvSpPr/>
              <p:nvPr/>
            </p:nvSpPr>
            <p:spPr>
              <a:xfrm>
                <a:off x="1599774" y="60383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7" name="Oval 3386">
                <a:extLst>
                  <a:ext uri="{FF2B5EF4-FFF2-40B4-BE49-F238E27FC236}">
                    <a16:creationId xmlns:a16="http://schemas.microsoft.com/office/drawing/2014/main" id="{2D996183-1E04-9316-F7EA-346815C09CE3}"/>
                  </a:ext>
                </a:extLst>
              </p:cNvPr>
              <p:cNvSpPr/>
              <p:nvPr/>
            </p:nvSpPr>
            <p:spPr>
              <a:xfrm>
                <a:off x="2323469" y="550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8" name="Oval 3387">
                <a:extLst>
                  <a:ext uri="{FF2B5EF4-FFF2-40B4-BE49-F238E27FC236}">
                    <a16:creationId xmlns:a16="http://schemas.microsoft.com/office/drawing/2014/main" id="{A8195330-6425-C811-418D-080E4DF94B88}"/>
                  </a:ext>
                </a:extLst>
              </p:cNvPr>
              <p:cNvSpPr/>
              <p:nvPr/>
            </p:nvSpPr>
            <p:spPr>
              <a:xfrm>
                <a:off x="1381205" y="5970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89" name="Oval 3388">
                <a:extLst>
                  <a:ext uri="{FF2B5EF4-FFF2-40B4-BE49-F238E27FC236}">
                    <a16:creationId xmlns:a16="http://schemas.microsoft.com/office/drawing/2014/main" id="{C9B63CA8-B025-8CF4-3783-3DCB559AC5DF}"/>
                  </a:ext>
                </a:extLst>
              </p:cNvPr>
              <p:cNvSpPr/>
              <p:nvPr/>
            </p:nvSpPr>
            <p:spPr>
              <a:xfrm>
                <a:off x="1638708" y="6228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0" name="Oval 3389">
                <a:extLst>
                  <a:ext uri="{FF2B5EF4-FFF2-40B4-BE49-F238E27FC236}">
                    <a16:creationId xmlns:a16="http://schemas.microsoft.com/office/drawing/2014/main" id="{C6AAC31A-28EE-6CF6-1F8A-986DFE95EECC}"/>
                  </a:ext>
                </a:extLst>
              </p:cNvPr>
              <p:cNvSpPr/>
              <p:nvPr/>
            </p:nvSpPr>
            <p:spPr>
              <a:xfrm>
                <a:off x="1605264" y="60302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1" name="Oval 3390">
                <a:extLst>
                  <a:ext uri="{FF2B5EF4-FFF2-40B4-BE49-F238E27FC236}">
                    <a16:creationId xmlns:a16="http://schemas.microsoft.com/office/drawing/2014/main" id="{A99AA49C-29E4-32DE-B6C2-EC750277442A}"/>
                  </a:ext>
                </a:extLst>
              </p:cNvPr>
              <p:cNvSpPr/>
              <p:nvPr/>
            </p:nvSpPr>
            <p:spPr>
              <a:xfrm>
                <a:off x="1734564" y="62341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2" name="Oval 3391">
                <a:extLst>
                  <a:ext uri="{FF2B5EF4-FFF2-40B4-BE49-F238E27FC236}">
                    <a16:creationId xmlns:a16="http://schemas.microsoft.com/office/drawing/2014/main" id="{22A4682D-F429-BBBE-8AE0-FFA9E3399A7F}"/>
                  </a:ext>
                </a:extLst>
              </p:cNvPr>
              <p:cNvSpPr/>
              <p:nvPr/>
            </p:nvSpPr>
            <p:spPr>
              <a:xfrm>
                <a:off x="1925602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3" name="Oval 3392">
                <a:extLst>
                  <a:ext uri="{FF2B5EF4-FFF2-40B4-BE49-F238E27FC236}">
                    <a16:creationId xmlns:a16="http://schemas.microsoft.com/office/drawing/2014/main" id="{C0B80060-5E86-E996-50A3-EC275471F837}"/>
                  </a:ext>
                </a:extLst>
              </p:cNvPr>
              <p:cNvSpPr/>
              <p:nvPr/>
            </p:nvSpPr>
            <p:spPr>
              <a:xfrm>
                <a:off x="1791656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4" name="Oval 3393">
                <a:extLst>
                  <a:ext uri="{FF2B5EF4-FFF2-40B4-BE49-F238E27FC236}">
                    <a16:creationId xmlns:a16="http://schemas.microsoft.com/office/drawing/2014/main" id="{1BCF6AC5-698C-0FAE-B8E5-B8F9A38A33AD}"/>
                  </a:ext>
                </a:extLst>
              </p:cNvPr>
              <p:cNvSpPr/>
              <p:nvPr/>
            </p:nvSpPr>
            <p:spPr>
              <a:xfrm>
                <a:off x="1571904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5" name="Oval 3394">
                <a:extLst>
                  <a:ext uri="{FF2B5EF4-FFF2-40B4-BE49-F238E27FC236}">
                    <a16:creationId xmlns:a16="http://schemas.microsoft.com/office/drawing/2014/main" id="{8B632A49-501D-9DB8-C797-232C6463A183}"/>
                  </a:ext>
                </a:extLst>
              </p:cNvPr>
              <p:cNvSpPr/>
              <p:nvPr/>
            </p:nvSpPr>
            <p:spPr>
              <a:xfrm>
                <a:off x="2273641" y="5491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6" name="Oval 3395">
                <a:extLst>
                  <a:ext uri="{FF2B5EF4-FFF2-40B4-BE49-F238E27FC236}">
                    <a16:creationId xmlns:a16="http://schemas.microsoft.com/office/drawing/2014/main" id="{32FDA12F-3A01-A80F-17E9-A9BCE09BBA9A}"/>
                  </a:ext>
                </a:extLst>
              </p:cNvPr>
              <p:cNvSpPr/>
              <p:nvPr/>
            </p:nvSpPr>
            <p:spPr>
              <a:xfrm>
                <a:off x="1582545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7" name="Oval 3396">
                <a:extLst>
                  <a:ext uri="{FF2B5EF4-FFF2-40B4-BE49-F238E27FC236}">
                    <a16:creationId xmlns:a16="http://schemas.microsoft.com/office/drawing/2014/main" id="{D3228CB4-DC8D-12E0-536F-B092100D7E18}"/>
                  </a:ext>
                </a:extLst>
              </p:cNvPr>
              <p:cNvSpPr/>
              <p:nvPr/>
            </p:nvSpPr>
            <p:spPr>
              <a:xfrm>
                <a:off x="1717420" y="6039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8" name="Oval 3397">
                <a:extLst>
                  <a:ext uri="{FF2B5EF4-FFF2-40B4-BE49-F238E27FC236}">
                    <a16:creationId xmlns:a16="http://schemas.microsoft.com/office/drawing/2014/main" id="{05C5BF69-C198-FE8F-29BD-28F8AF3E7143}"/>
                  </a:ext>
                </a:extLst>
              </p:cNvPr>
              <p:cNvSpPr/>
              <p:nvPr/>
            </p:nvSpPr>
            <p:spPr>
              <a:xfrm>
                <a:off x="1751118" y="60263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99" name="Oval 3398">
                <a:extLst>
                  <a:ext uri="{FF2B5EF4-FFF2-40B4-BE49-F238E27FC236}">
                    <a16:creationId xmlns:a16="http://schemas.microsoft.com/office/drawing/2014/main" id="{1E022CE0-2D72-1BD5-729D-7CDC05E6A162}"/>
                  </a:ext>
                </a:extLst>
              </p:cNvPr>
              <p:cNvSpPr/>
              <p:nvPr/>
            </p:nvSpPr>
            <p:spPr>
              <a:xfrm>
                <a:off x="2268742" y="550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0" name="Oval 3399">
                <a:extLst>
                  <a:ext uri="{FF2B5EF4-FFF2-40B4-BE49-F238E27FC236}">
                    <a16:creationId xmlns:a16="http://schemas.microsoft.com/office/drawing/2014/main" id="{30AABDBF-40A7-8F71-FF7E-0C246119C8F6}"/>
                  </a:ext>
                </a:extLst>
              </p:cNvPr>
              <p:cNvSpPr/>
              <p:nvPr/>
            </p:nvSpPr>
            <p:spPr>
              <a:xfrm>
                <a:off x="1788869" y="6083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1" name="Oval 3400">
                <a:extLst>
                  <a:ext uri="{FF2B5EF4-FFF2-40B4-BE49-F238E27FC236}">
                    <a16:creationId xmlns:a16="http://schemas.microsoft.com/office/drawing/2014/main" id="{2EAE56F5-3ABD-134A-E616-42FB4492A902}"/>
                  </a:ext>
                </a:extLst>
              </p:cNvPr>
              <p:cNvSpPr/>
              <p:nvPr/>
            </p:nvSpPr>
            <p:spPr>
              <a:xfrm>
                <a:off x="1657457" y="61573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2" name="Oval 3401">
                <a:extLst>
                  <a:ext uri="{FF2B5EF4-FFF2-40B4-BE49-F238E27FC236}">
                    <a16:creationId xmlns:a16="http://schemas.microsoft.com/office/drawing/2014/main" id="{6B43BFE3-5C12-8BA3-A0BA-160ECD67CB80}"/>
                  </a:ext>
                </a:extLst>
              </p:cNvPr>
              <p:cNvSpPr/>
              <p:nvPr/>
            </p:nvSpPr>
            <p:spPr>
              <a:xfrm>
                <a:off x="1387961" y="5971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3" name="Oval 3402">
                <a:extLst>
                  <a:ext uri="{FF2B5EF4-FFF2-40B4-BE49-F238E27FC236}">
                    <a16:creationId xmlns:a16="http://schemas.microsoft.com/office/drawing/2014/main" id="{46A6C336-C44B-9B7E-8E69-AE918EF03DF0}"/>
                  </a:ext>
                </a:extLst>
              </p:cNvPr>
              <p:cNvSpPr/>
              <p:nvPr/>
            </p:nvSpPr>
            <p:spPr>
              <a:xfrm>
                <a:off x="2295092" y="551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4" name="Oval 3403">
                <a:extLst>
                  <a:ext uri="{FF2B5EF4-FFF2-40B4-BE49-F238E27FC236}">
                    <a16:creationId xmlns:a16="http://schemas.microsoft.com/office/drawing/2014/main" id="{44AABFA9-02A7-B8CA-4401-2803FA8D1EB1}"/>
                  </a:ext>
                </a:extLst>
              </p:cNvPr>
              <p:cNvSpPr/>
              <p:nvPr/>
            </p:nvSpPr>
            <p:spPr>
              <a:xfrm>
                <a:off x="1736760" y="62061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5" name="Oval 3404">
                <a:extLst>
                  <a:ext uri="{FF2B5EF4-FFF2-40B4-BE49-F238E27FC236}">
                    <a16:creationId xmlns:a16="http://schemas.microsoft.com/office/drawing/2014/main" id="{4594CA7E-D1A0-AF29-C30C-1E8A86FFBEEB}"/>
                  </a:ext>
                </a:extLst>
              </p:cNvPr>
              <p:cNvSpPr/>
              <p:nvPr/>
            </p:nvSpPr>
            <p:spPr>
              <a:xfrm>
                <a:off x="1515826" y="6169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6" name="Oval 3405">
                <a:extLst>
                  <a:ext uri="{FF2B5EF4-FFF2-40B4-BE49-F238E27FC236}">
                    <a16:creationId xmlns:a16="http://schemas.microsoft.com/office/drawing/2014/main" id="{8484B416-A5EA-3775-0377-548ED6089A54}"/>
                  </a:ext>
                </a:extLst>
              </p:cNvPr>
              <p:cNvSpPr/>
              <p:nvPr/>
            </p:nvSpPr>
            <p:spPr>
              <a:xfrm>
                <a:off x="1606784" y="6131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7" name="Oval 3406">
                <a:extLst>
                  <a:ext uri="{FF2B5EF4-FFF2-40B4-BE49-F238E27FC236}">
                    <a16:creationId xmlns:a16="http://schemas.microsoft.com/office/drawing/2014/main" id="{86A76878-4E8C-CA60-C450-616CDA22A402}"/>
                  </a:ext>
                </a:extLst>
              </p:cNvPr>
              <p:cNvSpPr/>
              <p:nvPr/>
            </p:nvSpPr>
            <p:spPr>
              <a:xfrm>
                <a:off x="1647745" y="613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8" name="Oval 3407">
                <a:extLst>
                  <a:ext uri="{FF2B5EF4-FFF2-40B4-BE49-F238E27FC236}">
                    <a16:creationId xmlns:a16="http://schemas.microsoft.com/office/drawing/2014/main" id="{EE8B2284-5C61-104C-48BB-2C439CC20176}"/>
                  </a:ext>
                </a:extLst>
              </p:cNvPr>
              <p:cNvSpPr/>
              <p:nvPr/>
            </p:nvSpPr>
            <p:spPr>
              <a:xfrm>
                <a:off x="1648336" y="63529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09" name="Oval 3408">
                <a:extLst>
                  <a:ext uri="{FF2B5EF4-FFF2-40B4-BE49-F238E27FC236}">
                    <a16:creationId xmlns:a16="http://schemas.microsoft.com/office/drawing/2014/main" id="{D9B5B01A-0A74-68B8-26FE-7B8AD2E02A03}"/>
                  </a:ext>
                </a:extLst>
              </p:cNvPr>
              <p:cNvSpPr/>
              <p:nvPr/>
            </p:nvSpPr>
            <p:spPr>
              <a:xfrm>
                <a:off x="1655515" y="6083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0" name="Oval 3409">
                <a:extLst>
                  <a:ext uri="{FF2B5EF4-FFF2-40B4-BE49-F238E27FC236}">
                    <a16:creationId xmlns:a16="http://schemas.microsoft.com/office/drawing/2014/main" id="{8C6D6139-639B-AF47-84A9-7ECE84260AD8}"/>
                  </a:ext>
                </a:extLst>
              </p:cNvPr>
              <p:cNvSpPr/>
              <p:nvPr/>
            </p:nvSpPr>
            <p:spPr>
              <a:xfrm>
                <a:off x="1841400" y="62924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1" name="Oval 3410">
                <a:extLst>
                  <a:ext uri="{FF2B5EF4-FFF2-40B4-BE49-F238E27FC236}">
                    <a16:creationId xmlns:a16="http://schemas.microsoft.com/office/drawing/2014/main" id="{125F3F59-C6B8-BC72-F1FD-9F9D693DC7A3}"/>
                  </a:ext>
                </a:extLst>
              </p:cNvPr>
              <p:cNvSpPr/>
              <p:nvPr/>
            </p:nvSpPr>
            <p:spPr>
              <a:xfrm>
                <a:off x="1551635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2" name="Oval 3411">
                <a:extLst>
                  <a:ext uri="{FF2B5EF4-FFF2-40B4-BE49-F238E27FC236}">
                    <a16:creationId xmlns:a16="http://schemas.microsoft.com/office/drawing/2014/main" id="{13AF57CC-F1DB-6EEB-8DF8-CD9B93FCD106}"/>
                  </a:ext>
                </a:extLst>
              </p:cNvPr>
              <p:cNvSpPr/>
              <p:nvPr/>
            </p:nvSpPr>
            <p:spPr>
              <a:xfrm>
                <a:off x="1698080" y="586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3" name="Oval 3412">
                <a:extLst>
                  <a:ext uri="{FF2B5EF4-FFF2-40B4-BE49-F238E27FC236}">
                    <a16:creationId xmlns:a16="http://schemas.microsoft.com/office/drawing/2014/main" id="{96302188-4C32-1CEE-3CEE-C7B9FA60607F}"/>
                  </a:ext>
                </a:extLst>
              </p:cNvPr>
              <p:cNvSpPr/>
              <p:nvPr/>
            </p:nvSpPr>
            <p:spPr>
              <a:xfrm>
                <a:off x="1847565" y="604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4" name="Oval 3413">
                <a:extLst>
                  <a:ext uri="{FF2B5EF4-FFF2-40B4-BE49-F238E27FC236}">
                    <a16:creationId xmlns:a16="http://schemas.microsoft.com/office/drawing/2014/main" id="{5FE50B59-290A-20D8-7E8C-F4E29FCBC084}"/>
                  </a:ext>
                </a:extLst>
              </p:cNvPr>
              <p:cNvSpPr/>
              <p:nvPr/>
            </p:nvSpPr>
            <p:spPr>
              <a:xfrm>
                <a:off x="1626209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5" name="Oval 3414">
                <a:extLst>
                  <a:ext uri="{FF2B5EF4-FFF2-40B4-BE49-F238E27FC236}">
                    <a16:creationId xmlns:a16="http://schemas.microsoft.com/office/drawing/2014/main" id="{FC8A9089-CA2C-B0A6-EB25-D3C627CC7699}"/>
                  </a:ext>
                </a:extLst>
              </p:cNvPr>
              <p:cNvSpPr/>
              <p:nvPr/>
            </p:nvSpPr>
            <p:spPr>
              <a:xfrm>
                <a:off x="1619706" y="60836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6" name="Oval 3415">
                <a:extLst>
                  <a:ext uri="{FF2B5EF4-FFF2-40B4-BE49-F238E27FC236}">
                    <a16:creationId xmlns:a16="http://schemas.microsoft.com/office/drawing/2014/main" id="{9881707E-3450-D929-DD5D-5712BB269EE9}"/>
                  </a:ext>
                </a:extLst>
              </p:cNvPr>
              <p:cNvSpPr/>
              <p:nvPr/>
            </p:nvSpPr>
            <p:spPr>
              <a:xfrm>
                <a:off x="1447502" y="597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7" name="Oval 3416">
                <a:extLst>
                  <a:ext uri="{FF2B5EF4-FFF2-40B4-BE49-F238E27FC236}">
                    <a16:creationId xmlns:a16="http://schemas.microsoft.com/office/drawing/2014/main" id="{94A410BC-B759-FEEC-6792-20C8A975FFBA}"/>
                  </a:ext>
                </a:extLst>
              </p:cNvPr>
              <p:cNvSpPr/>
              <p:nvPr/>
            </p:nvSpPr>
            <p:spPr>
              <a:xfrm>
                <a:off x="1741405" y="63438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8" name="Oval 3417">
                <a:extLst>
                  <a:ext uri="{FF2B5EF4-FFF2-40B4-BE49-F238E27FC236}">
                    <a16:creationId xmlns:a16="http://schemas.microsoft.com/office/drawing/2014/main" id="{60FD5476-80B8-74D7-0E32-814CF56BBB49}"/>
                  </a:ext>
                </a:extLst>
              </p:cNvPr>
              <p:cNvSpPr/>
              <p:nvPr/>
            </p:nvSpPr>
            <p:spPr>
              <a:xfrm>
                <a:off x="1601970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19" name="Oval 3418">
                <a:extLst>
                  <a:ext uri="{FF2B5EF4-FFF2-40B4-BE49-F238E27FC236}">
                    <a16:creationId xmlns:a16="http://schemas.microsoft.com/office/drawing/2014/main" id="{1BD7A3F2-21BD-AF59-0B93-664AD1CEB21C}"/>
                  </a:ext>
                </a:extLst>
              </p:cNvPr>
              <p:cNvSpPr/>
              <p:nvPr/>
            </p:nvSpPr>
            <p:spPr>
              <a:xfrm>
                <a:off x="1865723" y="6089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0" name="Oval 3419">
                <a:extLst>
                  <a:ext uri="{FF2B5EF4-FFF2-40B4-BE49-F238E27FC236}">
                    <a16:creationId xmlns:a16="http://schemas.microsoft.com/office/drawing/2014/main" id="{D7487671-DFE2-F1CB-BD97-A2270C275C71}"/>
                  </a:ext>
                </a:extLst>
              </p:cNvPr>
              <p:cNvSpPr/>
              <p:nvPr/>
            </p:nvSpPr>
            <p:spPr>
              <a:xfrm>
                <a:off x="1662187" y="62368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1" name="Oval 3420">
                <a:extLst>
                  <a:ext uri="{FF2B5EF4-FFF2-40B4-BE49-F238E27FC236}">
                    <a16:creationId xmlns:a16="http://schemas.microsoft.com/office/drawing/2014/main" id="{70FEFC16-420A-9756-448C-94D1796652A9}"/>
                  </a:ext>
                </a:extLst>
              </p:cNvPr>
              <p:cNvSpPr/>
              <p:nvPr/>
            </p:nvSpPr>
            <p:spPr>
              <a:xfrm>
                <a:off x="1551888" y="61365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2" name="Oval 3421">
                <a:extLst>
                  <a:ext uri="{FF2B5EF4-FFF2-40B4-BE49-F238E27FC236}">
                    <a16:creationId xmlns:a16="http://schemas.microsoft.com/office/drawing/2014/main" id="{18E3F947-3525-A1E0-70EF-5C09C4A4F359}"/>
                  </a:ext>
                </a:extLst>
              </p:cNvPr>
              <p:cNvSpPr/>
              <p:nvPr/>
            </p:nvSpPr>
            <p:spPr>
              <a:xfrm>
                <a:off x="1765644" y="62858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3" name="Oval 3422">
                <a:extLst>
                  <a:ext uri="{FF2B5EF4-FFF2-40B4-BE49-F238E27FC236}">
                    <a16:creationId xmlns:a16="http://schemas.microsoft.com/office/drawing/2014/main" id="{54D61D16-F6B4-E87B-37F9-90D374014526}"/>
                  </a:ext>
                </a:extLst>
              </p:cNvPr>
              <p:cNvSpPr/>
              <p:nvPr/>
            </p:nvSpPr>
            <p:spPr>
              <a:xfrm>
                <a:off x="1769444" y="6304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4" name="Oval 3423">
                <a:extLst>
                  <a:ext uri="{FF2B5EF4-FFF2-40B4-BE49-F238E27FC236}">
                    <a16:creationId xmlns:a16="http://schemas.microsoft.com/office/drawing/2014/main" id="{82985E65-A402-6402-B7E7-08289255A53F}"/>
                  </a:ext>
                </a:extLst>
              </p:cNvPr>
              <p:cNvSpPr/>
              <p:nvPr/>
            </p:nvSpPr>
            <p:spPr>
              <a:xfrm>
                <a:off x="1647576" y="63610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5" name="Oval 3424">
                <a:extLst>
                  <a:ext uri="{FF2B5EF4-FFF2-40B4-BE49-F238E27FC236}">
                    <a16:creationId xmlns:a16="http://schemas.microsoft.com/office/drawing/2014/main" id="{474B3122-A62B-777F-1DB4-AAE67341DAB1}"/>
                  </a:ext>
                </a:extLst>
              </p:cNvPr>
              <p:cNvSpPr/>
              <p:nvPr/>
            </p:nvSpPr>
            <p:spPr>
              <a:xfrm>
                <a:off x="1747402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6" name="Oval 3425">
                <a:extLst>
                  <a:ext uri="{FF2B5EF4-FFF2-40B4-BE49-F238E27FC236}">
                    <a16:creationId xmlns:a16="http://schemas.microsoft.com/office/drawing/2014/main" id="{E834B8A2-43E1-7680-4969-6BD231C0C7D6}"/>
                  </a:ext>
                </a:extLst>
              </p:cNvPr>
              <p:cNvSpPr/>
              <p:nvPr/>
            </p:nvSpPr>
            <p:spPr>
              <a:xfrm>
                <a:off x="1826620" y="6226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7" name="Oval 3426">
                <a:extLst>
                  <a:ext uri="{FF2B5EF4-FFF2-40B4-BE49-F238E27FC236}">
                    <a16:creationId xmlns:a16="http://schemas.microsoft.com/office/drawing/2014/main" id="{0CB97851-2783-4B6F-BDA7-89886A6BECB7}"/>
                  </a:ext>
                </a:extLst>
              </p:cNvPr>
              <p:cNvSpPr/>
              <p:nvPr/>
            </p:nvSpPr>
            <p:spPr>
              <a:xfrm>
                <a:off x="1753229" y="632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8" name="Oval 3427">
                <a:extLst>
                  <a:ext uri="{FF2B5EF4-FFF2-40B4-BE49-F238E27FC236}">
                    <a16:creationId xmlns:a16="http://schemas.microsoft.com/office/drawing/2014/main" id="{4618B1B9-7817-2B75-C36E-9FB44CE4C16C}"/>
                  </a:ext>
                </a:extLst>
              </p:cNvPr>
              <p:cNvSpPr/>
              <p:nvPr/>
            </p:nvSpPr>
            <p:spPr>
              <a:xfrm>
                <a:off x="1780592" y="631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29" name="Oval 3428">
                <a:extLst>
                  <a:ext uri="{FF2B5EF4-FFF2-40B4-BE49-F238E27FC236}">
                    <a16:creationId xmlns:a16="http://schemas.microsoft.com/office/drawing/2014/main" id="{945A4922-4F64-551B-707A-E551D591629A}"/>
                  </a:ext>
                </a:extLst>
              </p:cNvPr>
              <p:cNvSpPr/>
              <p:nvPr/>
            </p:nvSpPr>
            <p:spPr>
              <a:xfrm>
                <a:off x="1675362" y="6356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0" name="Oval 3429">
                <a:extLst>
                  <a:ext uri="{FF2B5EF4-FFF2-40B4-BE49-F238E27FC236}">
                    <a16:creationId xmlns:a16="http://schemas.microsoft.com/office/drawing/2014/main" id="{F90CEEA8-8839-63F9-1104-39F892E19F73}"/>
                  </a:ext>
                </a:extLst>
              </p:cNvPr>
              <p:cNvSpPr/>
              <p:nvPr/>
            </p:nvSpPr>
            <p:spPr>
              <a:xfrm>
                <a:off x="1655177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1" name="Oval 3430">
                <a:extLst>
                  <a:ext uri="{FF2B5EF4-FFF2-40B4-BE49-F238E27FC236}">
                    <a16:creationId xmlns:a16="http://schemas.microsoft.com/office/drawing/2014/main" id="{6317D132-710A-58D9-EBB6-65F2EADCA094}"/>
                  </a:ext>
                </a:extLst>
              </p:cNvPr>
              <p:cNvSpPr/>
              <p:nvPr/>
            </p:nvSpPr>
            <p:spPr>
              <a:xfrm>
                <a:off x="1588795" y="6038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2" name="Oval 3431">
                <a:extLst>
                  <a:ext uri="{FF2B5EF4-FFF2-40B4-BE49-F238E27FC236}">
                    <a16:creationId xmlns:a16="http://schemas.microsoft.com/office/drawing/2014/main" id="{4F572AC1-98D3-64B9-E7EB-0AF29E059DD4}"/>
                  </a:ext>
                </a:extLst>
              </p:cNvPr>
              <p:cNvSpPr/>
              <p:nvPr/>
            </p:nvSpPr>
            <p:spPr>
              <a:xfrm>
                <a:off x="1417352" y="5992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3" name="Oval 3432">
                <a:extLst>
                  <a:ext uri="{FF2B5EF4-FFF2-40B4-BE49-F238E27FC236}">
                    <a16:creationId xmlns:a16="http://schemas.microsoft.com/office/drawing/2014/main" id="{AD82EAAD-6DDF-1695-232D-F2E6516DC0CA}"/>
                  </a:ext>
                </a:extLst>
              </p:cNvPr>
              <p:cNvSpPr/>
              <p:nvPr/>
            </p:nvSpPr>
            <p:spPr>
              <a:xfrm>
                <a:off x="2266209" y="55411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4" name="Oval 3433">
                <a:extLst>
                  <a:ext uri="{FF2B5EF4-FFF2-40B4-BE49-F238E27FC236}">
                    <a16:creationId xmlns:a16="http://schemas.microsoft.com/office/drawing/2014/main" id="{8E103052-A71E-33B5-9632-877BDE6BD206}"/>
                  </a:ext>
                </a:extLst>
              </p:cNvPr>
              <p:cNvSpPr/>
              <p:nvPr/>
            </p:nvSpPr>
            <p:spPr>
              <a:xfrm>
                <a:off x="1381543" y="59781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5" name="Oval 3434">
                <a:extLst>
                  <a:ext uri="{FF2B5EF4-FFF2-40B4-BE49-F238E27FC236}">
                    <a16:creationId xmlns:a16="http://schemas.microsoft.com/office/drawing/2014/main" id="{5CFE648C-8C03-CE38-14BF-97805AC835CF}"/>
                  </a:ext>
                </a:extLst>
              </p:cNvPr>
              <p:cNvSpPr/>
              <p:nvPr/>
            </p:nvSpPr>
            <p:spPr>
              <a:xfrm>
                <a:off x="1777890" y="6337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6" name="Oval 3435">
                <a:extLst>
                  <a:ext uri="{FF2B5EF4-FFF2-40B4-BE49-F238E27FC236}">
                    <a16:creationId xmlns:a16="http://schemas.microsoft.com/office/drawing/2014/main" id="{7BE1FC47-5566-5B43-9DAF-330021118B18}"/>
                  </a:ext>
                </a:extLst>
              </p:cNvPr>
              <p:cNvSpPr/>
              <p:nvPr/>
            </p:nvSpPr>
            <p:spPr>
              <a:xfrm>
                <a:off x="1548932" y="616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7" name="Oval 3436">
                <a:extLst>
                  <a:ext uri="{FF2B5EF4-FFF2-40B4-BE49-F238E27FC236}">
                    <a16:creationId xmlns:a16="http://schemas.microsoft.com/office/drawing/2014/main" id="{D2719678-2323-4CEE-5D94-AF81014A7947}"/>
                  </a:ext>
                </a:extLst>
              </p:cNvPr>
              <p:cNvSpPr/>
              <p:nvPr/>
            </p:nvSpPr>
            <p:spPr>
              <a:xfrm>
                <a:off x="1700360" y="6296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8" name="Oval 3437">
                <a:extLst>
                  <a:ext uri="{FF2B5EF4-FFF2-40B4-BE49-F238E27FC236}">
                    <a16:creationId xmlns:a16="http://schemas.microsoft.com/office/drawing/2014/main" id="{D8C4F87A-5E6C-4DB5-5A32-38395440FC8B}"/>
                  </a:ext>
                </a:extLst>
              </p:cNvPr>
              <p:cNvSpPr/>
              <p:nvPr/>
            </p:nvSpPr>
            <p:spPr>
              <a:xfrm>
                <a:off x="1584657" y="604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9" name="Oval 3438">
                <a:extLst>
                  <a:ext uri="{FF2B5EF4-FFF2-40B4-BE49-F238E27FC236}">
                    <a16:creationId xmlns:a16="http://schemas.microsoft.com/office/drawing/2014/main" id="{1E75E270-C30A-4D8D-1607-DAB5945BF9EA}"/>
                  </a:ext>
                </a:extLst>
              </p:cNvPr>
              <p:cNvSpPr/>
              <p:nvPr/>
            </p:nvSpPr>
            <p:spPr>
              <a:xfrm>
                <a:off x="1655430" y="6240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0" name="Oval 3439">
                <a:extLst>
                  <a:ext uri="{FF2B5EF4-FFF2-40B4-BE49-F238E27FC236}">
                    <a16:creationId xmlns:a16="http://schemas.microsoft.com/office/drawing/2014/main" id="{66B957EE-32DF-5EEA-6C88-89B3010CCD76}"/>
                  </a:ext>
                </a:extLst>
              </p:cNvPr>
              <p:cNvSpPr/>
              <p:nvPr/>
            </p:nvSpPr>
            <p:spPr>
              <a:xfrm>
                <a:off x="1933203" y="6002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1" name="Oval 3440">
                <a:extLst>
                  <a:ext uri="{FF2B5EF4-FFF2-40B4-BE49-F238E27FC236}">
                    <a16:creationId xmlns:a16="http://schemas.microsoft.com/office/drawing/2014/main" id="{A685B7CD-9CF7-5759-109C-6D2C9949D7F7}"/>
                  </a:ext>
                </a:extLst>
              </p:cNvPr>
              <p:cNvSpPr/>
              <p:nvPr/>
            </p:nvSpPr>
            <p:spPr>
              <a:xfrm>
                <a:off x="1535673" y="61813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2" name="Oval 3441">
                <a:extLst>
                  <a:ext uri="{FF2B5EF4-FFF2-40B4-BE49-F238E27FC236}">
                    <a16:creationId xmlns:a16="http://schemas.microsoft.com/office/drawing/2014/main" id="{C1B97E52-6ED7-C36A-59BC-5CAE2CE4EC3E}"/>
                  </a:ext>
                </a:extLst>
              </p:cNvPr>
              <p:cNvSpPr/>
              <p:nvPr/>
            </p:nvSpPr>
            <p:spPr>
              <a:xfrm>
                <a:off x="1603575" y="629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3" name="Oval 3442">
                <a:extLst>
                  <a:ext uri="{FF2B5EF4-FFF2-40B4-BE49-F238E27FC236}">
                    <a16:creationId xmlns:a16="http://schemas.microsoft.com/office/drawing/2014/main" id="{EB20BBC4-7ECD-6D8F-C64C-C1961C539BC5}"/>
                  </a:ext>
                </a:extLst>
              </p:cNvPr>
              <p:cNvSpPr/>
              <p:nvPr/>
            </p:nvSpPr>
            <p:spPr>
              <a:xfrm>
                <a:off x="2270347" y="55010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4" name="Oval 3443">
                <a:extLst>
                  <a:ext uri="{FF2B5EF4-FFF2-40B4-BE49-F238E27FC236}">
                    <a16:creationId xmlns:a16="http://schemas.microsoft.com/office/drawing/2014/main" id="{9A85672F-D5D2-091A-17CB-DB21C50DEF08}"/>
                  </a:ext>
                </a:extLst>
              </p:cNvPr>
              <p:cNvSpPr/>
              <p:nvPr/>
            </p:nvSpPr>
            <p:spPr>
              <a:xfrm>
                <a:off x="1682540" y="60870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5" name="Oval 3444">
                <a:extLst>
                  <a:ext uri="{FF2B5EF4-FFF2-40B4-BE49-F238E27FC236}">
                    <a16:creationId xmlns:a16="http://schemas.microsoft.com/office/drawing/2014/main" id="{599E5902-F832-6E5F-AF40-68D48EE18FBE}"/>
                  </a:ext>
                </a:extLst>
              </p:cNvPr>
              <p:cNvSpPr/>
              <p:nvPr/>
            </p:nvSpPr>
            <p:spPr>
              <a:xfrm>
                <a:off x="2250669" y="5499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6" name="Oval 3445">
                <a:extLst>
                  <a:ext uri="{FF2B5EF4-FFF2-40B4-BE49-F238E27FC236}">
                    <a16:creationId xmlns:a16="http://schemas.microsoft.com/office/drawing/2014/main" id="{2886A724-EC49-5E31-2A4A-8F6990F22227}"/>
                  </a:ext>
                </a:extLst>
              </p:cNvPr>
              <p:cNvSpPr/>
              <p:nvPr/>
            </p:nvSpPr>
            <p:spPr>
              <a:xfrm>
                <a:off x="1505776" y="61269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7" name="Oval 3446">
                <a:extLst>
                  <a:ext uri="{FF2B5EF4-FFF2-40B4-BE49-F238E27FC236}">
                    <a16:creationId xmlns:a16="http://schemas.microsoft.com/office/drawing/2014/main" id="{E6E07F49-345B-0F01-3FC4-DDB0E048E6DB}"/>
                  </a:ext>
                </a:extLst>
              </p:cNvPr>
              <p:cNvSpPr/>
              <p:nvPr/>
            </p:nvSpPr>
            <p:spPr>
              <a:xfrm>
                <a:off x="1697995" y="6339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8" name="Oval 3447">
                <a:extLst>
                  <a:ext uri="{FF2B5EF4-FFF2-40B4-BE49-F238E27FC236}">
                    <a16:creationId xmlns:a16="http://schemas.microsoft.com/office/drawing/2014/main" id="{3BC1F53B-FB2E-08B9-2E41-55EACEC2D030}"/>
                  </a:ext>
                </a:extLst>
              </p:cNvPr>
              <p:cNvSpPr/>
              <p:nvPr/>
            </p:nvSpPr>
            <p:spPr>
              <a:xfrm>
                <a:off x="1587191" y="603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49" name="Oval 3448">
                <a:extLst>
                  <a:ext uri="{FF2B5EF4-FFF2-40B4-BE49-F238E27FC236}">
                    <a16:creationId xmlns:a16="http://schemas.microsoft.com/office/drawing/2014/main" id="{11577D89-78B1-B1B1-D48F-27049FAAD304}"/>
                  </a:ext>
                </a:extLst>
              </p:cNvPr>
              <p:cNvSpPr/>
              <p:nvPr/>
            </p:nvSpPr>
            <p:spPr>
              <a:xfrm>
                <a:off x="1591244" y="6341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0" name="Oval 3449">
                <a:extLst>
                  <a:ext uri="{FF2B5EF4-FFF2-40B4-BE49-F238E27FC236}">
                    <a16:creationId xmlns:a16="http://schemas.microsoft.com/office/drawing/2014/main" id="{3C2497B9-F0F8-92B9-9EF7-4A7F186551AE}"/>
                  </a:ext>
                </a:extLst>
              </p:cNvPr>
              <p:cNvSpPr/>
              <p:nvPr/>
            </p:nvSpPr>
            <p:spPr>
              <a:xfrm>
                <a:off x="1657710" y="62942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1" name="Oval 3450">
                <a:extLst>
                  <a:ext uri="{FF2B5EF4-FFF2-40B4-BE49-F238E27FC236}">
                    <a16:creationId xmlns:a16="http://schemas.microsoft.com/office/drawing/2014/main" id="{67A91798-05F6-53B9-4AF1-8D5C5D08255C}"/>
                  </a:ext>
                </a:extLst>
              </p:cNvPr>
              <p:cNvSpPr/>
              <p:nvPr/>
            </p:nvSpPr>
            <p:spPr>
              <a:xfrm>
                <a:off x="1534913" y="6130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2" name="Oval 3451">
                <a:extLst>
                  <a:ext uri="{FF2B5EF4-FFF2-40B4-BE49-F238E27FC236}">
                    <a16:creationId xmlns:a16="http://schemas.microsoft.com/office/drawing/2014/main" id="{5B2D086E-40C9-7AAA-337B-C0C79E085BFE}"/>
                  </a:ext>
                </a:extLst>
              </p:cNvPr>
              <p:cNvSpPr/>
              <p:nvPr/>
            </p:nvSpPr>
            <p:spPr>
              <a:xfrm>
                <a:off x="1786758" y="6242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3" name="Oval 3452">
                <a:extLst>
                  <a:ext uri="{FF2B5EF4-FFF2-40B4-BE49-F238E27FC236}">
                    <a16:creationId xmlns:a16="http://schemas.microsoft.com/office/drawing/2014/main" id="{0378677F-F880-FF8E-3B1E-1330177EC8B1}"/>
                  </a:ext>
                </a:extLst>
              </p:cNvPr>
              <p:cNvSpPr/>
              <p:nvPr/>
            </p:nvSpPr>
            <p:spPr>
              <a:xfrm>
                <a:off x="2277863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4" name="Oval 3453">
                <a:extLst>
                  <a:ext uri="{FF2B5EF4-FFF2-40B4-BE49-F238E27FC236}">
                    <a16:creationId xmlns:a16="http://schemas.microsoft.com/office/drawing/2014/main" id="{7349EA87-81EB-1FE3-427E-979462B0E876}"/>
                  </a:ext>
                </a:extLst>
              </p:cNvPr>
              <p:cNvSpPr/>
              <p:nvPr/>
            </p:nvSpPr>
            <p:spPr>
              <a:xfrm>
                <a:off x="1743939" y="62260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5" name="Oval 3454">
                <a:extLst>
                  <a:ext uri="{FF2B5EF4-FFF2-40B4-BE49-F238E27FC236}">
                    <a16:creationId xmlns:a16="http://schemas.microsoft.com/office/drawing/2014/main" id="{184FBB6B-C46F-4707-B59A-933EACBD0C47}"/>
                  </a:ext>
                </a:extLst>
              </p:cNvPr>
              <p:cNvSpPr/>
              <p:nvPr/>
            </p:nvSpPr>
            <p:spPr>
              <a:xfrm>
                <a:off x="2247206" y="5521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6" name="Oval 3455">
                <a:extLst>
                  <a:ext uri="{FF2B5EF4-FFF2-40B4-BE49-F238E27FC236}">
                    <a16:creationId xmlns:a16="http://schemas.microsoft.com/office/drawing/2014/main" id="{92B0AA08-B605-C905-47C0-145376F5E216}"/>
                  </a:ext>
                </a:extLst>
              </p:cNvPr>
              <p:cNvSpPr/>
              <p:nvPr/>
            </p:nvSpPr>
            <p:spPr>
              <a:xfrm>
                <a:off x="1651461" y="6360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7" name="Oval 3456">
                <a:extLst>
                  <a:ext uri="{FF2B5EF4-FFF2-40B4-BE49-F238E27FC236}">
                    <a16:creationId xmlns:a16="http://schemas.microsoft.com/office/drawing/2014/main" id="{DE671EA1-25B2-E63C-B545-F6E8AA4CB1A8}"/>
                  </a:ext>
                </a:extLst>
              </p:cNvPr>
              <p:cNvSpPr/>
              <p:nvPr/>
            </p:nvSpPr>
            <p:spPr>
              <a:xfrm>
                <a:off x="2294754" y="61177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8" name="Oval 3457">
                <a:extLst>
                  <a:ext uri="{FF2B5EF4-FFF2-40B4-BE49-F238E27FC236}">
                    <a16:creationId xmlns:a16="http://schemas.microsoft.com/office/drawing/2014/main" id="{3C45C3D1-592C-EC66-AB42-C04A6DA84BC8}"/>
                  </a:ext>
                </a:extLst>
              </p:cNvPr>
              <p:cNvSpPr/>
              <p:nvPr/>
            </p:nvSpPr>
            <p:spPr>
              <a:xfrm>
                <a:off x="1747486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9" name="Oval 3458">
                <a:extLst>
                  <a:ext uri="{FF2B5EF4-FFF2-40B4-BE49-F238E27FC236}">
                    <a16:creationId xmlns:a16="http://schemas.microsoft.com/office/drawing/2014/main" id="{1FBF8BC7-7CC2-FB4E-E27E-585496FB959A}"/>
                  </a:ext>
                </a:extLst>
              </p:cNvPr>
              <p:cNvSpPr/>
              <p:nvPr/>
            </p:nvSpPr>
            <p:spPr>
              <a:xfrm>
                <a:off x="1439563" y="5981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0" name="Oval 3459">
                <a:extLst>
                  <a:ext uri="{FF2B5EF4-FFF2-40B4-BE49-F238E27FC236}">
                    <a16:creationId xmlns:a16="http://schemas.microsoft.com/office/drawing/2014/main" id="{BC30E5BD-E612-7120-8EFF-8F58266F47FE}"/>
                  </a:ext>
                </a:extLst>
              </p:cNvPr>
              <p:cNvSpPr/>
              <p:nvPr/>
            </p:nvSpPr>
            <p:spPr>
              <a:xfrm>
                <a:off x="2269671" y="55046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1" name="Oval 3460">
                <a:extLst>
                  <a:ext uri="{FF2B5EF4-FFF2-40B4-BE49-F238E27FC236}">
                    <a16:creationId xmlns:a16="http://schemas.microsoft.com/office/drawing/2014/main" id="{29912B3D-28D6-C9B2-AEAD-7A1AC32BB8B3}"/>
                  </a:ext>
                </a:extLst>
              </p:cNvPr>
              <p:cNvSpPr/>
              <p:nvPr/>
            </p:nvSpPr>
            <p:spPr>
              <a:xfrm>
                <a:off x="1524187" y="6143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2" name="Oval 3461">
                <a:extLst>
                  <a:ext uri="{FF2B5EF4-FFF2-40B4-BE49-F238E27FC236}">
                    <a16:creationId xmlns:a16="http://schemas.microsoft.com/office/drawing/2014/main" id="{0CD619CF-779C-EDDA-BD92-A500AB62185F}"/>
                  </a:ext>
                </a:extLst>
              </p:cNvPr>
              <p:cNvSpPr/>
              <p:nvPr/>
            </p:nvSpPr>
            <p:spPr>
              <a:xfrm>
                <a:off x="1756438" y="63023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3" name="Oval 3462">
                <a:extLst>
                  <a:ext uri="{FF2B5EF4-FFF2-40B4-BE49-F238E27FC236}">
                    <a16:creationId xmlns:a16="http://schemas.microsoft.com/office/drawing/2014/main" id="{95AF30F0-5F4C-9460-5664-443934D1A1A8}"/>
                  </a:ext>
                </a:extLst>
              </p:cNvPr>
              <p:cNvSpPr/>
              <p:nvPr/>
            </p:nvSpPr>
            <p:spPr>
              <a:xfrm>
                <a:off x="1599436" y="6385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4" name="Oval 3463">
                <a:extLst>
                  <a:ext uri="{FF2B5EF4-FFF2-40B4-BE49-F238E27FC236}">
                    <a16:creationId xmlns:a16="http://schemas.microsoft.com/office/drawing/2014/main" id="{74271154-131F-69E0-91F6-22A5FF64BA9D}"/>
                  </a:ext>
                </a:extLst>
              </p:cNvPr>
              <p:cNvSpPr/>
              <p:nvPr/>
            </p:nvSpPr>
            <p:spPr>
              <a:xfrm>
                <a:off x="2311054" y="55008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5" name="Oval 3464">
                <a:extLst>
                  <a:ext uri="{FF2B5EF4-FFF2-40B4-BE49-F238E27FC236}">
                    <a16:creationId xmlns:a16="http://schemas.microsoft.com/office/drawing/2014/main" id="{FB78D7D2-7202-C3BA-C384-7C1E123519E9}"/>
                  </a:ext>
                </a:extLst>
              </p:cNvPr>
              <p:cNvSpPr/>
              <p:nvPr/>
            </p:nvSpPr>
            <p:spPr>
              <a:xfrm>
                <a:off x="1745206" y="59430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6" name="Oval 3465">
                <a:extLst>
                  <a:ext uri="{FF2B5EF4-FFF2-40B4-BE49-F238E27FC236}">
                    <a16:creationId xmlns:a16="http://schemas.microsoft.com/office/drawing/2014/main" id="{FF55A914-5528-5F1F-91B6-519DD4AA0EF1}"/>
                  </a:ext>
                </a:extLst>
              </p:cNvPr>
              <p:cNvSpPr/>
              <p:nvPr/>
            </p:nvSpPr>
            <p:spPr>
              <a:xfrm>
                <a:off x="1628573" y="60881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7" name="Oval 3466">
                <a:extLst>
                  <a:ext uri="{FF2B5EF4-FFF2-40B4-BE49-F238E27FC236}">
                    <a16:creationId xmlns:a16="http://schemas.microsoft.com/office/drawing/2014/main" id="{5D388A5D-8B17-70FC-AF94-B069FB8FFEB4}"/>
                  </a:ext>
                </a:extLst>
              </p:cNvPr>
              <p:cNvSpPr/>
              <p:nvPr/>
            </p:nvSpPr>
            <p:spPr>
              <a:xfrm>
                <a:off x="1407470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8" name="Oval 3467">
                <a:extLst>
                  <a:ext uri="{FF2B5EF4-FFF2-40B4-BE49-F238E27FC236}">
                    <a16:creationId xmlns:a16="http://schemas.microsoft.com/office/drawing/2014/main" id="{C75193FE-17BB-82B2-F4FE-1CB783DD5064}"/>
                  </a:ext>
                </a:extLst>
              </p:cNvPr>
              <p:cNvSpPr/>
              <p:nvPr/>
            </p:nvSpPr>
            <p:spPr>
              <a:xfrm>
                <a:off x="1612696" y="611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9" name="Oval 3468">
                <a:extLst>
                  <a:ext uri="{FF2B5EF4-FFF2-40B4-BE49-F238E27FC236}">
                    <a16:creationId xmlns:a16="http://schemas.microsoft.com/office/drawing/2014/main" id="{A783B6F4-54AB-D491-B3C3-2126BFD2D03B}"/>
                  </a:ext>
                </a:extLst>
              </p:cNvPr>
              <p:cNvSpPr/>
              <p:nvPr/>
            </p:nvSpPr>
            <p:spPr>
              <a:xfrm>
                <a:off x="2246615" y="5532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0" name="Oval 3469">
                <a:extLst>
                  <a:ext uri="{FF2B5EF4-FFF2-40B4-BE49-F238E27FC236}">
                    <a16:creationId xmlns:a16="http://schemas.microsoft.com/office/drawing/2014/main" id="{09FB1597-1809-15B7-7C87-F218964F1412}"/>
                  </a:ext>
                </a:extLst>
              </p:cNvPr>
              <p:cNvSpPr/>
              <p:nvPr/>
            </p:nvSpPr>
            <p:spPr>
              <a:xfrm>
                <a:off x="1553662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1" name="Oval 3470">
                <a:extLst>
                  <a:ext uri="{FF2B5EF4-FFF2-40B4-BE49-F238E27FC236}">
                    <a16:creationId xmlns:a16="http://schemas.microsoft.com/office/drawing/2014/main" id="{425B5656-1487-1192-D351-445FDCD1EB5A}"/>
                  </a:ext>
                </a:extLst>
              </p:cNvPr>
              <p:cNvSpPr/>
              <p:nvPr/>
            </p:nvSpPr>
            <p:spPr>
              <a:xfrm>
                <a:off x="1671477" y="6366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2" name="Oval 3471">
                <a:extLst>
                  <a:ext uri="{FF2B5EF4-FFF2-40B4-BE49-F238E27FC236}">
                    <a16:creationId xmlns:a16="http://schemas.microsoft.com/office/drawing/2014/main" id="{9AA42621-1BAD-4AF7-374F-68EE95682726}"/>
                  </a:ext>
                </a:extLst>
              </p:cNvPr>
              <p:cNvSpPr/>
              <p:nvPr/>
            </p:nvSpPr>
            <p:spPr>
              <a:xfrm>
                <a:off x="1703992" y="6246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3" name="Oval 3472">
                <a:extLst>
                  <a:ext uri="{FF2B5EF4-FFF2-40B4-BE49-F238E27FC236}">
                    <a16:creationId xmlns:a16="http://schemas.microsoft.com/office/drawing/2014/main" id="{FD37E6B7-C26D-BCAB-7E9F-32ACE371D832}"/>
                  </a:ext>
                </a:extLst>
              </p:cNvPr>
              <p:cNvSpPr/>
              <p:nvPr/>
            </p:nvSpPr>
            <p:spPr>
              <a:xfrm>
                <a:off x="1569455" y="60413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4" name="Oval 3473">
                <a:extLst>
                  <a:ext uri="{FF2B5EF4-FFF2-40B4-BE49-F238E27FC236}">
                    <a16:creationId xmlns:a16="http://schemas.microsoft.com/office/drawing/2014/main" id="{9C30B51E-AD32-8541-FF8B-5ED0FD1E268A}"/>
                  </a:ext>
                </a:extLst>
              </p:cNvPr>
              <p:cNvSpPr/>
              <p:nvPr/>
            </p:nvSpPr>
            <p:spPr>
              <a:xfrm>
                <a:off x="1405021" y="59876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5" name="Oval 3474">
                <a:extLst>
                  <a:ext uri="{FF2B5EF4-FFF2-40B4-BE49-F238E27FC236}">
                    <a16:creationId xmlns:a16="http://schemas.microsoft.com/office/drawing/2014/main" id="{FDC84677-2DC5-DE3F-809A-6D5001D076E8}"/>
                  </a:ext>
                </a:extLst>
              </p:cNvPr>
              <p:cNvSpPr/>
              <p:nvPr/>
            </p:nvSpPr>
            <p:spPr>
              <a:xfrm>
                <a:off x="1528663" y="61707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6" name="Oval 3475">
                <a:extLst>
                  <a:ext uri="{FF2B5EF4-FFF2-40B4-BE49-F238E27FC236}">
                    <a16:creationId xmlns:a16="http://schemas.microsoft.com/office/drawing/2014/main" id="{FDC00F46-1D38-F3E8-187E-2307EFCF8E87}"/>
                  </a:ext>
                </a:extLst>
              </p:cNvPr>
              <p:cNvSpPr/>
              <p:nvPr/>
            </p:nvSpPr>
            <p:spPr>
              <a:xfrm>
                <a:off x="2271614" y="5490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7" name="Oval 3476">
                <a:extLst>
                  <a:ext uri="{FF2B5EF4-FFF2-40B4-BE49-F238E27FC236}">
                    <a16:creationId xmlns:a16="http://schemas.microsoft.com/office/drawing/2014/main" id="{12070237-172E-978E-4012-11BC0A39DEAB}"/>
                  </a:ext>
                </a:extLst>
              </p:cNvPr>
              <p:cNvSpPr/>
              <p:nvPr/>
            </p:nvSpPr>
            <p:spPr>
              <a:xfrm>
                <a:off x="2245855" y="5519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8" name="Oval 3477">
                <a:extLst>
                  <a:ext uri="{FF2B5EF4-FFF2-40B4-BE49-F238E27FC236}">
                    <a16:creationId xmlns:a16="http://schemas.microsoft.com/office/drawing/2014/main" id="{F720CD06-C6AB-A939-0BBE-BE466BB4D227}"/>
                  </a:ext>
                </a:extLst>
              </p:cNvPr>
              <p:cNvSpPr/>
              <p:nvPr/>
            </p:nvSpPr>
            <p:spPr>
              <a:xfrm>
                <a:off x="1385512" y="5971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79" name="Oval 3478">
                <a:extLst>
                  <a:ext uri="{FF2B5EF4-FFF2-40B4-BE49-F238E27FC236}">
                    <a16:creationId xmlns:a16="http://schemas.microsoft.com/office/drawing/2014/main" id="{08F0C3B6-4EB5-EE58-5689-C2FEC57E89E2}"/>
                  </a:ext>
                </a:extLst>
              </p:cNvPr>
              <p:cNvSpPr/>
              <p:nvPr/>
            </p:nvSpPr>
            <p:spPr>
              <a:xfrm>
                <a:off x="2315193" y="542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0" name="Oval 3479">
                <a:extLst>
                  <a:ext uri="{FF2B5EF4-FFF2-40B4-BE49-F238E27FC236}">
                    <a16:creationId xmlns:a16="http://schemas.microsoft.com/office/drawing/2014/main" id="{70EA52EC-2B7D-B50B-5D06-E8991FD80157}"/>
                  </a:ext>
                </a:extLst>
              </p:cNvPr>
              <p:cNvSpPr/>
              <p:nvPr/>
            </p:nvSpPr>
            <p:spPr>
              <a:xfrm>
                <a:off x="1994010" y="5771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1" name="Oval 3480">
                <a:extLst>
                  <a:ext uri="{FF2B5EF4-FFF2-40B4-BE49-F238E27FC236}">
                    <a16:creationId xmlns:a16="http://schemas.microsoft.com/office/drawing/2014/main" id="{5632CD68-8E69-2585-BAB2-AB8737D83D9C}"/>
                  </a:ext>
                </a:extLst>
              </p:cNvPr>
              <p:cNvSpPr/>
              <p:nvPr/>
            </p:nvSpPr>
            <p:spPr>
              <a:xfrm>
                <a:off x="1963269" y="6396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2" name="Oval 3481">
                <a:extLst>
                  <a:ext uri="{FF2B5EF4-FFF2-40B4-BE49-F238E27FC236}">
                    <a16:creationId xmlns:a16="http://schemas.microsoft.com/office/drawing/2014/main" id="{89591467-3B44-201F-AC09-4E08FCB8A3BC}"/>
                  </a:ext>
                </a:extLst>
              </p:cNvPr>
              <p:cNvSpPr/>
              <p:nvPr/>
            </p:nvSpPr>
            <p:spPr>
              <a:xfrm>
                <a:off x="1720798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3" name="Oval 3482">
                <a:extLst>
                  <a:ext uri="{FF2B5EF4-FFF2-40B4-BE49-F238E27FC236}">
                    <a16:creationId xmlns:a16="http://schemas.microsoft.com/office/drawing/2014/main" id="{F90DEF13-2B0C-9BB0-3C29-96DFF43A0A34}"/>
                  </a:ext>
                </a:extLst>
              </p:cNvPr>
              <p:cNvSpPr/>
              <p:nvPr/>
            </p:nvSpPr>
            <p:spPr>
              <a:xfrm>
                <a:off x="2272289" y="5694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4" name="Oval 3483">
                <a:extLst>
                  <a:ext uri="{FF2B5EF4-FFF2-40B4-BE49-F238E27FC236}">
                    <a16:creationId xmlns:a16="http://schemas.microsoft.com/office/drawing/2014/main" id="{184FB4DA-5CF0-3DA7-CE5B-BCE606254571}"/>
                  </a:ext>
                </a:extLst>
              </p:cNvPr>
              <p:cNvSpPr/>
              <p:nvPr/>
            </p:nvSpPr>
            <p:spPr>
              <a:xfrm>
                <a:off x="1728230" y="6270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5" name="Oval 3484">
                <a:extLst>
                  <a:ext uri="{FF2B5EF4-FFF2-40B4-BE49-F238E27FC236}">
                    <a16:creationId xmlns:a16="http://schemas.microsoft.com/office/drawing/2014/main" id="{37EE1C13-ED49-C37A-6756-9EADA4B329C6}"/>
                  </a:ext>
                </a:extLst>
              </p:cNvPr>
              <p:cNvSpPr/>
              <p:nvPr/>
            </p:nvSpPr>
            <p:spPr>
              <a:xfrm>
                <a:off x="1663707" y="6128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6" name="Oval 3485">
                <a:extLst>
                  <a:ext uri="{FF2B5EF4-FFF2-40B4-BE49-F238E27FC236}">
                    <a16:creationId xmlns:a16="http://schemas.microsoft.com/office/drawing/2014/main" id="{D546B146-D17C-7049-BA5D-00108B4EC249}"/>
                  </a:ext>
                </a:extLst>
              </p:cNvPr>
              <p:cNvSpPr/>
              <p:nvPr/>
            </p:nvSpPr>
            <p:spPr>
              <a:xfrm>
                <a:off x="1476301" y="61908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7" name="Oval 3486">
                <a:extLst>
                  <a:ext uri="{FF2B5EF4-FFF2-40B4-BE49-F238E27FC236}">
                    <a16:creationId xmlns:a16="http://schemas.microsoft.com/office/drawing/2014/main" id="{A2D83C2A-714D-E236-A4CB-A5A19D629BE4}"/>
                  </a:ext>
                </a:extLst>
              </p:cNvPr>
              <p:cNvSpPr/>
              <p:nvPr/>
            </p:nvSpPr>
            <p:spPr>
              <a:xfrm>
                <a:off x="1801284" y="5812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8" name="Oval 3487">
                <a:extLst>
                  <a:ext uri="{FF2B5EF4-FFF2-40B4-BE49-F238E27FC236}">
                    <a16:creationId xmlns:a16="http://schemas.microsoft.com/office/drawing/2014/main" id="{F56392A6-A64A-DA96-F58B-7E06626683BB}"/>
                  </a:ext>
                </a:extLst>
              </p:cNvPr>
              <p:cNvSpPr/>
              <p:nvPr/>
            </p:nvSpPr>
            <p:spPr>
              <a:xfrm>
                <a:off x="2269080" y="5493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9" name="Oval 3488">
                <a:extLst>
                  <a:ext uri="{FF2B5EF4-FFF2-40B4-BE49-F238E27FC236}">
                    <a16:creationId xmlns:a16="http://schemas.microsoft.com/office/drawing/2014/main" id="{DC558EC7-59C8-0061-C43C-02BC88CBCE99}"/>
                  </a:ext>
                </a:extLst>
              </p:cNvPr>
              <p:cNvSpPr/>
              <p:nvPr/>
            </p:nvSpPr>
            <p:spPr>
              <a:xfrm>
                <a:off x="1495219" y="61627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0" name="Oval 3489">
                <a:extLst>
                  <a:ext uri="{FF2B5EF4-FFF2-40B4-BE49-F238E27FC236}">
                    <a16:creationId xmlns:a16="http://schemas.microsoft.com/office/drawing/2014/main" id="{EA396A1F-AC5C-425A-8759-1B503A091315}"/>
                  </a:ext>
                </a:extLst>
              </p:cNvPr>
              <p:cNvSpPr/>
              <p:nvPr/>
            </p:nvSpPr>
            <p:spPr>
              <a:xfrm>
                <a:off x="1604757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1" name="Oval 3490">
                <a:extLst>
                  <a:ext uri="{FF2B5EF4-FFF2-40B4-BE49-F238E27FC236}">
                    <a16:creationId xmlns:a16="http://schemas.microsoft.com/office/drawing/2014/main" id="{A6D0A790-6B81-B6C9-3660-BDF40335D362}"/>
                  </a:ext>
                </a:extLst>
              </p:cNvPr>
              <p:cNvSpPr/>
              <p:nvPr/>
            </p:nvSpPr>
            <p:spPr>
              <a:xfrm>
                <a:off x="1717336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2" name="Oval 3491">
                <a:extLst>
                  <a:ext uri="{FF2B5EF4-FFF2-40B4-BE49-F238E27FC236}">
                    <a16:creationId xmlns:a16="http://schemas.microsoft.com/office/drawing/2014/main" id="{A655FBE2-2A52-15EC-FB4D-889C88B5CEB8}"/>
                  </a:ext>
                </a:extLst>
              </p:cNvPr>
              <p:cNvSpPr/>
              <p:nvPr/>
            </p:nvSpPr>
            <p:spPr>
              <a:xfrm>
                <a:off x="1973150" y="63993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3" name="Oval 3492">
                <a:extLst>
                  <a:ext uri="{FF2B5EF4-FFF2-40B4-BE49-F238E27FC236}">
                    <a16:creationId xmlns:a16="http://schemas.microsoft.com/office/drawing/2014/main" id="{867F5603-5099-F725-476D-B18FF8F143B5}"/>
                  </a:ext>
                </a:extLst>
              </p:cNvPr>
              <p:cNvSpPr/>
              <p:nvPr/>
            </p:nvSpPr>
            <p:spPr>
              <a:xfrm>
                <a:off x="1630685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4" name="Oval 3493">
                <a:extLst>
                  <a:ext uri="{FF2B5EF4-FFF2-40B4-BE49-F238E27FC236}">
                    <a16:creationId xmlns:a16="http://schemas.microsoft.com/office/drawing/2014/main" id="{542D6FEE-9198-ABD5-C9B6-3E53B15779B3}"/>
                  </a:ext>
                </a:extLst>
              </p:cNvPr>
              <p:cNvSpPr/>
              <p:nvPr/>
            </p:nvSpPr>
            <p:spPr>
              <a:xfrm>
                <a:off x="2294923" y="555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5" name="Oval 3494">
                <a:extLst>
                  <a:ext uri="{FF2B5EF4-FFF2-40B4-BE49-F238E27FC236}">
                    <a16:creationId xmlns:a16="http://schemas.microsoft.com/office/drawing/2014/main" id="{BDA2BF50-1443-CB3B-D38C-A0A2E24C17D9}"/>
                  </a:ext>
                </a:extLst>
              </p:cNvPr>
              <p:cNvSpPr/>
              <p:nvPr/>
            </p:nvSpPr>
            <p:spPr>
              <a:xfrm>
                <a:off x="1513968" y="619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6" name="Oval 3495">
                <a:extLst>
                  <a:ext uri="{FF2B5EF4-FFF2-40B4-BE49-F238E27FC236}">
                    <a16:creationId xmlns:a16="http://schemas.microsoft.com/office/drawing/2014/main" id="{97DDE337-D565-403E-A8F2-2CFEBE276A87}"/>
                  </a:ext>
                </a:extLst>
              </p:cNvPr>
              <p:cNvSpPr/>
              <p:nvPr/>
            </p:nvSpPr>
            <p:spPr>
              <a:xfrm>
                <a:off x="2307592" y="5485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7" name="Oval 3496">
                <a:extLst>
                  <a:ext uri="{FF2B5EF4-FFF2-40B4-BE49-F238E27FC236}">
                    <a16:creationId xmlns:a16="http://schemas.microsoft.com/office/drawing/2014/main" id="{77AF3D1F-135C-227D-2BEC-9F80E289555E}"/>
                  </a:ext>
                </a:extLst>
              </p:cNvPr>
              <p:cNvSpPr/>
              <p:nvPr/>
            </p:nvSpPr>
            <p:spPr>
              <a:xfrm>
                <a:off x="1974501" y="5910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8" name="Oval 3497">
                <a:extLst>
                  <a:ext uri="{FF2B5EF4-FFF2-40B4-BE49-F238E27FC236}">
                    <a16:creationId xmlns:a16="http://schemas.microsoft.com/office/drawing/2014/main" id="{DB00F060-462F-80DE-7E0E-5052923DD382}"/>
                  </a:ext>
                </a:extLst>
              </p:cNvPr>
              <p:cNvSpPr/>
              <p:nvPr/>
            </p:nvSpPr>
            <p:spPr>
              <a:xfrm>
                <a:off x="1410933" y="59824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9" name="Oval 3498">
                <a:extLst>
                  <a:ext uri="{FF2B5EF4-FFF2-40B4-BE49-F238E27FC236}">
                    <a16:creationId xmlns:a16="http://schemas.microsoft.com/office/drawing/2014/main" id="{403AEBAD-8BC8-30DF-08AD-964F13D98B34}"/>
                  </a:ext>
                </a:extLst>
              </p:cNvPr>
              <p:cNvSpPr/>
              <p:nvPr/>
            </p:nvSpPr>
            <p:spPr>
              <a:xfrm>
                <a:off x="1540825" y="615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0" name="Oval 3499">
                <a:extLst>
                  <a:ext uri="{FF2B5EF4-FFF2-40B4-BE49-F238E27FC236}">
                    <a16:creationId xmlns:a16="http://schemas.microsoft.com/office/drawing/2014/main" id="{842AC5D9-CED8-A0BE-7E04-27CAE7AA5B70}"/>
                  </a:ext>
                </a:extLst>
              </p:cNvPr>
              <p:cNvSpPr/>
              <p:nvPr/>
            </p:nvSpPr>
            <p:spPr>
              <a:xfrm>
                <a:off x="1712691" y="633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1" name="Oval 3500">
                <a:extLst>
                  <a:ext uri="{FF2B5EF4-FFF2-40B4-BE49-F238E27FC236}">
                    <a16:creationId xmlns:a16="http://schemas.microsoft.com/office/drawing/2014/main" id="{A860A708-6446-920D-B2C9-EEF629CCAA11}"/>
                  </a:ext>
                </a:extLst>
              </p:cNvPr>
              <p:cNvSpPr/>
              <p:nvPr/>
            </p:nvSpPr>
            <p:spPr>
              <a:xfrm>
                <a:off x="1768938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2" name="Oval 3501">
                <a:extLst>
                  <a:ext uri="{FF2B5EF4-FFF2-40B4-BE49-F238E27FC236}">
                    <a16:creationId xmlns:a16="http://schemas.microsoft.com/office/drawing/2014/main" id="{AA353A2A-DAC2-E04B-FC9A-62B3B961D7FD}"/>
                  </a:ext>
                </a:extLst>
              </p:cNvPr>
              <p:cNvSpPr/>
              <p:nvPr/>
            </p:nvSpPr>
            <p:spPr>
              <a:xfrm>
                <a:off x="1840640" y="60660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3" name="Oval 3502">
                <a:extLst>
                  <a:ext uri="{FF2B5EF4-FFF2-40B4-BE49-F238E27FC236}">
                    <a16:creationId xmlns:a16="http://schemas.microsoft.com/office/drawing/2014/main" id="{9FB04C18-F1A0-730F-5446-06B560DFA1D3}"/>
                  </a:ext>
                </a:extLst>
              </p:cNvPr>
              <p:cNvSpPr/>
              <p:nvPr/>
            </p:nvSpPr>
            <p:spPr>
              <a:xfrm>
                <a:off x="2275921" y="552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4" name="Oval 3503">
                <a:extLst>
                  <a:ext uri="{FF2B5EF4-FFF2-40B4-BE49-F238E27FC236}">
                    <a16:creationId xmlns:a16="http://schemas.microsoft.com/office/drawing/2014/main" id="{C36AC0EB-9460-4964-6BA4-7775AB787EF0}"/>
                  </a:ext>
                </a:extLst>
              </p:cNvPr>
              <p:cNvSpPr/>
              <p:nvPr/>
            </p:nvSpPr>
            <p:spPr>
              <a:xfrm>
                <a:off x="1481706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5" name="Oval 3504">
                <a:extLst>
                  <a:ext uri="{FF2B5EF4-FFF2-40B4-BE49-F238E27FC236}">
                    <a16:creationId xmlns:a16="http://schemas.microsoft.com/office/drawing/2014/main" id="{2761CE3D-B164-8FA1-F761-FDC6A56ACC4D}"/>
                  </a:ext>
                </a:extLst>
              </p:cNvPr>
              <p:cNvSpPr/>
              <p:nvPr/>
            </p:nvSpPr>
            <p:spPr>
              <a:xfrm>
                <a:off x="2308943" y="5486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6" name="Oval 3505">
                <a:extLst>
                  <a:ext uri="{FF2B5EF4-FFF2-40B4-BE49-F238E27FC236}">
                    <a16:creationId xmlns:a16="http://schemas.microsoft.com/office/drawing/2014/main" id="{9DE5384A-CF03-659E-7574-B5A5095A51FE}"/>
                  </a:ext>
                </a:extLst>
              </p:cNvPr>
              <p:cNvSpPr/>
              <p:nvPr/>
            </p:nvSpPr>
            <p:spPr>
              <a:xfrm>
                <a:off x="2284620" y="55163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7" name="Oval 3506">
                <a:extLst>
                  <a:ext uri="{FF2B5EF4-FFF2-40B4-BE49-F238E27FC236}">
                    <a16:creationId xmlns:a16="http://schemas.microsoft.com/office/drawing/2014/main" id="{D34001AA-6669-52B1-E251-54E53A90B349}"/>
                  </a:ext>
                </a:extLst>
              </p:cNvPr>
              <p:cNvSpPr/>
              <p:nvPr/>
            </p:nvSpPr>
            <p:spPr>
              <a:xfrm>
                <a:off x="1687270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8" name="Oval 3507">
                <a:extLst>
                  <a:ext uri="{FF2B5EF4-FFF2-40B4-BE49-F238E27FC236}">
                    <a16:creationId xmlns:a16="http://schemas.microsoft.com/office/drawing/2014/main" id="{D5F05885-BBFB-FBBC-36CB-DBCEDDACCD32}"/>
                  </a:ext>
                </a:extLst>
              </p:cNvPr>
              <p:cNvSpPr/>
              <p:nvPr/>
            </p:nvSpPr>
            <p:spPr>
              <a:xfrm>
                <a:off x="1616412" y="638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9" name="Oval 3508">
                <a:extLst>
                  <a:ext uri="{FF2B5EF4-FFF2-40B4-BE49-F238E27FC236}">
                    <a16:creationId xmlns:a16="http://schemas.microsoft.com/office/drawing/2014/main" id="{D09A5EDB-B09B-7CD3-6214-1748E0ED3904}"/>
                  </a:ext>
                </a:extLst>
              </p:cNvPr>
              <p:cNvSpPr/>
              <p:nvPr/>
            </p:nvSpPr>
            <p:spPr>
              <a:xfrm>
                <a:off x="1613794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0" name="Oval 3509">
                <a:extLst>
                  <a:ext uri="{FF2B5EF4-FFF2-40B4-BE49-F238E27FC236}">
                    <a16:creationId xmlns:a16="http://schemas.microsoft.com/office/drawing/2014/main" id="{9C323401-10E9-836E-8699-89E4B32C9B68}"/>
                  </a:ext>
                </a:extLst>
              </p:cNvPr>
              <p:cNvSpPr/>
              <p:nvPr/>
            </p:nvSpPr>
            <p:spPr>
              <a:xfrm>
                <a:off x="2287154" y="5598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1" name="Oval 3510">
                <a:extLst>
                  <a:ext uri="{FF2B5EF4-FFF2-40B4-BE49-F238E27FC236}">
                    <a16:creationId xmlns:a16="http://schemas.microsoft.com/office/drawing/2014/main" id="{93294A96-59B9-6225-D55D-F902AB1D30A8}"/>
                  </a:ext>
                </a:extLst>
              </p:cNvPr>
              <p:cNvSpPr/>
              <p:nvPr/>
            </p:nvSpPr>
            <p:spPr>
              <a:xfrm>
                <a:off x="1603153" y="6043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2" name="Oval 3511">
                <a:extLst>
                  <a:ext uri="{FF2B5EF4-FFF2-40B4-BE49-F238E27FC236}">
                    <a16:creationId xmlns:a16="http://schemas.microsoft.com/office/drawing/2014/main" id="{70C51BE4-6669-1617-E0F1-CAD52B916494}"/>
                  </a:ext>
                </a:extLst>
              </p:cNvPr>
              <p:cNvSpPr/>
              <p:nvPr/>
            </p:nvSpPr>
            <p:spPr>
              <a:xfrm>
                <a:off x="2308774" y="54967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3" name="Oval 3512">
                <a:extLst>
                  <a:ext uri="{FF2B5EF4-FFF2-40B4-BE49-F238E27FC236}">
                    <a16:creationId xmlns:a16="http://schemas.microsoft.com/office/drawing/2014/main" id="{19A91C69-73BB-10A7-8976-876C7C0E8271}"/>
                  </a:ext>
                </a:extLst>
              </p:cNvPr>
              <p:cNvSpPr/>
              <p:nvPr/>
            </p:nvSpPr>
            <p:spPr>
              <a:xfrm>
                <a:off x="1777383" y="61598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4" name="Oval 3513">
                <a:extLst>
                  <a:ext uri="{FF2B5EF4-FFF2-40B4-BE49-F238E27FC236}">
                    <a16:creationId xmlns:a16="http://schemas.microsoft.com/office/drawing/2014/main" id="{D57F1F51-E3F3-2617-4F7C-B9232EDFCFC9}"/>
                  </a:ext>
                </a:extLst>
              </p:cNvPr>
              <p:cNvSpPr/>
              <p:nvPr/>
            </p:nvSpPr>
            <p:spPr>
              <a:xfrm>
                <a:off x="1386610" y="599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5" name="Oval 3514">
                <a:extLst>
                  <a:ext uri="{FF2B5EF4-FFF2-40B4-BE49-F238E27FC236}">
                    <a16:creationId xmlns:a16="http://schemas.microsoft.com/office/drawing/2014/main" id="{B6237CCC-DA22-68D2-B5FC-748207335B6D}"/>
                  </a:ext>
                </a:extLst>
              </p:cNvPr>
              <p:cNvSpPr/>
              <p:nvPr/>
            </p:nvSpPr>
            <p:spPr>
              <a:xfrm>
                <a:off x="2291123" y="54841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6" name="Oval 3515">
                <a:extLst>
                  <a:ext uri="{FF2B5EF4-FFF2-40B4-BE49-F238E27FC236}">
                    <a16:creationId xmlns:a16="http://schemas.microsoft.com/office/drawing/2014/main" id="{9113BE87-B44F-1404-A07E-87824AE0CA3B}"/>
                  </a:ext>
                </a:extLst>
              </p:cNvPr>
              <p:cNvSpPr/>
              <p:nvPr/>
            </p:nvSpPr>
            <p:spPr>
              <a:xfrm>
                <a:off x="1393113" y="594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7" name="Oval 3516">
                <a:extLst>
                  <a:ext uri="{FF2B5EF4-FFF2-40B4-BE49-F238E27FC236}">
                    <a16:creationId xmlns:a16="http://schemas.microsoft.com/office/drawing/2014/main" id="{B763DEE6-CE98-9B75-81B8-DFE6ED29CE60}"/>
                  </a:ext>
                </a:extLst>
              </p:cNvPr>
              <p:cNvSpPr/>
              <p:nvPr/>
            </p:nvSpPr>
            <p:spPr>
              <a:xfrm>
                <a:off x="1616665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8" name="Oval 3517">
                <a:extLst>
                  <a:ext uri="{FF2B5EF4-FFF2-40B4-BE49-F238E27FC236}">
                    <a16:creationId xmlns:a16="http://schemas.microsoft.com/office/drawing/2014/main" id="{99B03ABD-008E-3077-2CE1-F63B0952A261}"/>
                  </a:ext>
                </a:extLst>
              </p:cNvPr>
              <p:cNvSpPr/>
              <p:nvPr/>
            </p:nvSpPr>
            <p:spPr>
              <a:xfrm>
                <a:off x="1844609" y="60843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19" name="Oval 3518">
                <a:extLst>
                  <a:ext uri="{FF2B5EF4-FFF2-40B4-BE49-F238E27FC236}">
                    <a16:creationId xmlns:a16="http://schemas.microsoft.com/office/drawing/2014/main" id="{0EDBD951-3A9D-7B23-D96E-BDB65928541B}"/>
                  </a:ext>
                </a:extLst>
              </p:cNvPr>
              <p:cNvSpPr/>
              <p:nvPr/>
            </p:nvSpPr>
            <p:spPr>
              <a:xfrm>
                <a:off x="1552648" y="61669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0" name="Oval 3519">
                <a:extLst>
                  <a:ext uri="{FF2B5EF4-FFF2-40B4-BE49-F238E27FC236}">
                    <a16:creationId xmlns:a16="http://schemas.microsoft.com/office/drawing/2014/main" id="{F77AB123-0AFB-8733-453C-DA4B6995516A}"/>
                  </a:ext>
                </a:extLst>
              </p:cNvPr>
              <p:cNvSpPr/>
              <p:nvPr/>
            </p:nvSpPr>
            <p:spPr>
              <a:xfrm>
                <a:off x="1729835" y="63282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1" name="Oval 3520">
                <a:extLst>
                  <a:ext uri="{FF2B5EF4-FFF2-40B4-BE49-F238E27FC236}">
                    <a16:creationId xmlns:a16="http://schemas.microsoft.com/office/drawing/2014/main" id="{4FBD3AE0-EE64-43ED-257C-A0D66E67B17C}"/>
                  </a:ext>
                </a:extLst>
              </p:cNvPr>
              <p:cNvSpPr/>
              <p:nvPr/>
            </p:nvSpPr>
            <p:spPr>
              <a:xfrm>
                <a:off x="1920957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2" name="Oval 3521">
                <a:extLst>
                  <a:ext uri="{FF2B5EF4-FFF2-40B4-BE49-F238E27FC236}">
                    <a16:creationId xmlns:a16="http://schemas.microsoft.com/office/drawing/2014/main" id="{D997882F-4098-0946-E402-7498D5AF7328}"/>
                  </a:ext>
                </a:extLst>
              </p:cNvPr>
              <p:cNvSpPr/>
              <p:nvPr/>
            </p:nvSpPr>
            <p:spPr>
              <a:xfrm>
                <a:off x="2279046" y="5512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3" name="Oval 3522">
                <a:extLst>
                  <a:ext uri="{FF2B5EF4-FFF2-40B4-BE49-F238E27FC236}">
                    <a16:creationId xmlns:a16="http://schemas.microsoft.com/office/drawing/2014/main" id="{520F5CD0-8CC4-73C2-25F7-18A7446364DC}"/>
                  </a:ext>
                </a:extLst>
              </p:cNvPr>
              <p:cNvSpPr/>
              <p:nvPr/>
            </p:nvSpPr>
            <p:spPr>
              <a:xfrm>
                <a:off x="1658386" y="6380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4" name="Oval 3523">
                <a:extLst>
                  <a:ext uri="{FF2B5EF4-FFF2-40B4-BE49-F238E27FC236}">
                    <a16:creationId xmlns:a16="http://schemas.microsoft.com/office/drawing/2014/main" id="{FCED3663-140B-2610-3725-DC72C778EB37}"/>
                  </a:ext>
                </a:extLst>
              </p:cNvPr>
              <p:cNvSpPr/>
              <p:nvPr/>
            </p:nvSpPr>
            <p:spPr>
              <a:xfrm>
                <a:off x="1603744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5" name="Oval 3524">
                <a:extLst>
                  <a:ext uri="{FF2B5EF4-FFF2-40B4-BE49-F238E27FC236}">
                    <a16:creationId xmlns:a16="http://schemas.microsoft.com/office/drawing/2014/main" id="{5751BBC5-15B2-51EB-5F37-5EAA85D15966}"/>
                  </a:ext>
                </a:extLst>
              </p:cNvPr>
              <p:cNvSpPr/>
              <p:nvPr/>
            </p:nvSpPr>
            <p:spPr>
              <a:xfrm>
                <a:off x="2283438" y="5497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6" name="Oval 3525">
                <a:extLst>
                  <a:ext uri="{FF2B5EF4-FFF2-40B4-BE49-F238E27FC236}">
                    <a16:creationId xmlns:a16="http://schemas.microsoft.com/office/drawing/2014/main" id="{BD014974-9E35-7BDF-DBB0-5FF8D5C49692}"/>
                  </a:ext>
                </a:extLst>
              </p:cNvPr>
              <p:cNvSpPr/>
              <p:nvPr/>
            </p:nvSpPr>
            <p:spPr>
              <a:xfrm>
                <a:off x="2292559" y="5519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7" name="Oval 3526">
                <a:extLst>
                  <a:ext uri="{FF2B5EF4-FFF2-40B4-BE49-F238E27FC236}">
                    <a16:creationId xmlns:a16="http://schemas.microsoft.com/office/drawing/2014/main" id="{0D2F6B72-C74D-1406-30B5-265760982397}"/>
                  </a:ext>
                </a:extLst>
              </p:cNvPr>
              <p:cNvSpPr/>
              <p:nvPr/>
            </p:nvSpPr>
            <p:spPr>
              <a:xfrm>
                <a:off x="1797652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8" name="Oval 3527">
                <a:extLst>
                  <a:ext uri="{FF2B5EF4-FFF2-40B4-BE49-F238E27FC236}">
                    <a16:creationId xmlns:a16="http://schemas.microsoft.com/office/drawing/2014/main" id="{C87B6DAB-61D2-3046-BDCD-98A9F5BCF583}"/>
                  </a:ext>
                </a:extLst>
              </p:cNvPr>
              <p:cNvSpPr/>
              <p:nvPr/>
            </p:nvSpPr>
            <p:spPr>
              <a:xfrm>
                <a:off x="2213847" y="5638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29" name="Oval 3528">
                <a:extLst>
                  <a:ext uri="{FF2B5EF4-FFF2-40B4-BE49-F238E27FC236}">
                    <a16:creationId xmlns:a16="http://schemas.microsoft.com/office/drawing/2014/main" id="{98F87D99-4229-883D-1574-797FD46D2C2F}"/>
                  </a:ext>
                </a:extLst>
              </p:cNvPr>
              <p:cNvSpPr/>
              <p:nvPr/>
            </p:nvSpPr>
            <p:spPr>
              <a:xfrm>
                <a:off x="2278793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0" name="Oval 3529">
                <a:extLst>
                  <a:ext uri="{FF2B5EF4-FFF2-40B4-BE49-F238E27FC236}">
                    <a16:creationId xmlns:a16="http://schemas.microsoft.com/office/drawing/2014/main" id="{66B6CDA7-BE1F-F9DB-5288-210E5A7EF4E2}"/>
                  </a:ext>
                </a:extLst>
              </p:cNvPr>
              <p:cNvSpPr/>
              <p:nvPr/>
            </p:nvSpPr>
            <p:spPr>
              <a:xfrm>
                <a:off x="1590738" y="62827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1" name="Oval 3530">
                <a:extLst>
                  <a:ext uri="{FF2B5EF4-FFF2-40B4-BE49-F238E27FC236}">
                    <a16:creationId xmlns:a16="http://schemas.microsoft.com/office/drawing/2014/main" id="{61723BD9-38B3-C27C-DB06-7C4D67C8EFCE}"/>
                  </a:ext>
                </a:extLst>
              </p:cNvPr>
              <p:cNvSpPr/>
              <p:nvPr/>
            </p:nvSpPr>
            <p:spPr>
              <a:xfrm>
                <a:off x="1683638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2" name="Oval 3531">
                <a:extLst>
                  <a:ext uri="{FF2B5EF4-FFF2-40B4-BE49-F238E27FC236}">
                    <a16:creationId xmlns:a16="http://schemas.microsoft.com/office/drawing/2014/main" id="{1872D6E2-624D-114D-BC7C-AC06D573CC29}"/>
                  </a:ext>
                </a:extLst>
              </p:cNvPr>
              <p:cNvSpPr/>
              <p:nvPr/>
            </p:nvSpPr>
            <p:spPr>
              <a:xfrm>
                <a:off x="2208019" y="5553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3" name="Oval 3532">
                <a:extLst>
                  <a:ext uri="{FF2B5EF4-FFF2-40B4-BE49-F238E27FC236}">
                    <a16:creationId xmlns:a16="http://schemas.microsoft.com/office/drawing/2014/main" id="{1D991176-369C-E49F-FC07-816C25F165D3}"/>
                  </a:ext>
                </a:extLst>
              </p:cNvPr>
              <p:cNvSpPr/>
              <p:nvPr/>
            </p:nvSpPr>
            <p:spPr>
              <a:xfrm>
                <a:off x="1601126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4" name="Oval 3533">
                <a:extLst>
                  <a:ext uri="{FF2B5EF4-FFF2-40B4-BE49-F238E27FC236}">
                    <a16:creationId xmlns:a16="http://schemas.microsoft.com/office/drawing/2014/main" id="{2E271B7E-4862-77E3-A3D5-E02D1584BDB4}"/>
                  </a:ext>
                </a:extLst>
              </p:cNvPr>
              <p:cNvSpPr/>
              <p:nvPr/>
            </p:nvSpPr>
            <p:spPr>
              <a:xfrm>
                <a:off x="2263253" y="55001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5" name="Oval 3534">
                <a:extLst>
                  <a:ext uri="{FF2B5EF4-FFF2-40B4-BE49-F238E27FC236}">
                    <a16:creationId xmlns:a16="http://schemas.microsoft.com/office/drawing/2014/main" id="{F860AC23-4A76-2960-342D-68E2EF5429BA}"/>
                  </a:ext>
                </a:extLst>
              </p:cNvPr>
              <p:cNvSpPr/>
              <p:nvPr/>
            </p:nvSpPr>
            <p:spPr>
              <a:xfrm>
                <a:off x="1833630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6" name="Oval 3535">
                <a:extLst>
                  <a:ext uri="{FF2B5EF4-FFF2-40B4-BE49-F238E27FC236}">
                    <a16:creationId xmlns:a16="http://schemas.microsoft.com/office/drawing/2014/main" id="{32B9F877-369E-E8A4-415A-83B1D20BBF37}"/>
                  </a:ext>
                </a:extLst>
              </p:cNvPr>
              <p:cNvSpPr/>
              <p:nvPr/>
            </p:nvSpPr>
            <p:spPr>
              <a:xfrm>
                <a:off x="2301764" y="55681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7" name="Oval 3536">
                <a:extLst>
                  <a:ext uri="{FF2B5EF4-FFF2-40B4-BE49-F238E27FC236}">
                    <a16:creationId xmlns:a16="http://schemas.microsoft.com/office/drawing/2014/main" id="{3758FB60-651F-1135-A125-D7E8BD7FCE9F}"/>
                  </a:ext>
                </a:extLst>
              </p:cNvPr>
              <p:cNvSpPr/>
              <p:nvPr/>
            </p:nvSpPr>
            <p:spPr>
              <a:xfrm>
                <a:off x="1621141" y="6372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8" name="Oval 3537">
                <a:extLst>
                  <a:ext uri="{FF2B5EF4-FFF2-40B4-BE49-F238E27FC236}">
                    <a16:creationId xmlns:a16="http://schemas.microsoft.com/office/drawing/2014/main" id="{AC730624-87A3-4DA6-35AF-BDEE06D88E37}"/>
                  </a:ext>
                </a:extLst>
              </p:cNvPr>
              <p:cNvSpPr/>
              <p:nvPr/>
            </p:nvSpPr>
            <p:spPr>
              <a:xfrm>
                <a:off x="1673166" y="6351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9" name="Oval 3538">
                <a:extLst>
                  <a:ext uri="{FF2B5EF4-FFF2-40B4-BE49-F238E27FC236}">
                    <a16:creationId xmlns:a16="http://schemas.microsoft.com/office/drawing/2014/main" id="{DAB1A7DA-43C6-865F-F422-28571CBE424C}"/>
                  </a:ext>
                </a:extLst>
              </p:cNvPr>
              <p:cNvSpPr/>
              <p:nvPr/>
            </p:nvSpPr>
            <p:spPr>
              <a:xfrm>
                <a:off x="1565486" y="6062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0" name="Oval 3539">
                <a:extLst>
                  <a:ext uri="{FF2B5EF4-FFF2-40B4-BE49-F238E27FC236}">
                    <a16:creationId xmlns:a16="http://schemas.microsoft.com/office/drawing/2014/main" id="{163CB1FA-816B-473F-C915-DF0C02AAEA56}"/>
                  </a:ext>
                </a:extLst>
              </p:cNvPr>
              <p:cNvSpPr/>
              <p:nvPr/>
            </p:nvSpPr>
            <p:spPr>
              <a:xfrm>
                <a:off x="2238592" y="5458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1" name="Oval 3540">
                <a:extLst>
                  <a:ext uri="{FF2B5EF4-FFF2-40B4-BE49-F238E27FC236}">
                    <a16:creationId xmlns:a16="http://schemas.microsoft.com/office/drawing/2014/main" id="{2F852029-3609-E444-380F-C328DBADA790}"/>
                  </a:ext>
                </a:extLst>
              </p:cNvPr>
              <p:cNvSpPr/>
              <p:nvPr/>
            </p:nvSpPr>
            <p:spPr>
              <a:xfrm>
                <a:off x="1537447" y="599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2" name="Oval 3541">
                <a:extLst>
                  <a:ext uri="{FF2B5EF4-FFF2-40B4-BE49-F238E27FC236}">
                    <a16:creationId xmlns:a16="http://schemas.microsoft.com/office/drawing/2014/main" id="{052AF8EE-284E-DEFF-17EC-BFDD085A75C1}"/>
                  </a:ext>
                </a:extLst>
              </p:cNvPr>
              <p:cNvSpPr/>
              <p:nvPr/>
            </p:nvSpPr>
            <p:spPr>
              <a:xfrm>
                <a:off x="1667592" y="63861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3" name="Oval 3542">
                <a:extLst>
                  <a:ext uri="{FF2B5EF4-FFF2-40B4-BE49-F238E27FC236}">
                    <a16:creationId xmlns:a16="http://schemas.microsoft.com/office/drawing/2014/main" id="{733339F3-2C5F-CBC2-BBEB-F9378042F5FE}"/>
                  </a:ext>
                </a:extLst>
              </p:cNvPr>
              <p:cNvSpPr/>
              <p:nvPr/>
            </p:nvSpPr>
            <p:spPr>
              <a:xfrm>
                <a:off x="1708215" y="6365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4" name="Oval 3543">
                <a:extLst>
                  <a:ext uri="{FF2B5EF4-FFF2-40B4-BE49-F238E27FC236}">
                    <a16:creationId xmlns:a16="http://schemas.microsoft.com/office/drawing/2014/main" id="{4D68DCA9-FBAB-0431-D652-19648D0B8CF9}"/>
                  </a:ext>
                </a:extLst>
              </p:cNvPr>
              <p:cNvSpPr/>
              <p:nvPr/>
            </p:nvSpPr>
            <p:spPr>
              <a:xfrm>
                <a:off x="2300582" y="5511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5" name="Oval 3544">
                <a:extLst>
                  <a:ext uri="{FF2B5EF4-FFF2-40B4-BE49-F238E27FC236}">
                    <a16:creationId xmlns:a16="http://schemas.microsoft.com/office/drawing/2014/main" id="{2766DD0E-5912-45B1-4298-087B3F9317F0}"/>
                  </a:ext>
                </a:extLst>
              </p:cNvPr>
              <p:cNvSpPr/>
              <p:nvPr/>
            </p:nvSpPr>
            <p:spPr>
              <a:xfrm>
                <a:off x="1883712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6" name="Oval 3545">
                <a:extLst>
                  <a:ext uri="{FF2B5EF4-FFF2-40B4-BE49-F238E27FC236}">
                    <a16:creationId xmlns:a16="http://schemas.microsoft.com/office/drawing/2014/main" id="{E4EAE6CD-4CC7-6CEE-D805-3B28D7262875}"/>
                  </a:ext>
                </a:extLst>
              </p:cNvPr>
              <p:cNvSpPr/>
              <p:nvPr/>
            </p:nvSpPr>
            <p:spPr>
              <a:xfrm>
                <a:off x="2189692" y="567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7" name="Oval 3546">
                <a:extLst>
                  <a:ext uri="{FF2B5EF4-FFF2-40B4-BE49-F238E27FC236}">
                    <a16:creationId xmlns:a16="http://schemas.microsoft.com/office/drawing/2014/main" id="{EBAECCC5-D846-6EB8-36D9-264A68EC3CD9}"/>
                  </a:ext>
                </a:extLst>
              </p:cNvPr>
              <p:cNvSpPr/>
              <p:nvPr/>
            </p:nvSpPr>
            <p:spPr>
              <a:xfrm>
                <a:off x="1400292" y="5996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8" name="Oval 3547">
                <a:extLst>
                  <a:ext uri="{FF2B5EF4-FFF2-40B4-BE49-F238E27FC236}">
                    <a16:creationId xmlns:a16="http://schemas.microsoft.com/office/drawing/2014/main" id="{65341C1B-2657-0B0F-AE5E-9D96B546A1E4}"/>
                  </a:ext>
                </a:extLst>
              </p:cNvPr>
              <p:cNvSpPr/>
              <p:nvPr/>
            </p:nvSpPr>
            <p:spPr>
              <a:xfrm>
                <a:off x="1790305" y="6342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9" name="Oval 3548">
                <a:extLst>
                  <a:ext uri="{FF2B5EF4-FFF2-40B4-BE49-F238E27FC236}">
                    <a16:creationId xmlns:a16="http://schemas.microsoft.com/office/drawing/2014/main" id="{116C0E6F-51BD-2CB4-3123-ACB31C064A28}"/>
                  </a:ext>
                </a:extLst>
              </p:cNvPr>
              <p:cNvSpPr/>
              <p:nvPr/>
            </p:nvSpPr>
            <p:spPr>
              <a:xfrm>
                <a:off x="1379769" y="59909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0" name="Oval 3549">
                <a:extLst>
                  <a:ext uri="{FF2B5EF4-FFF2-40B4-BE49-F238E27FC236}">
                    <a16:creationId xmlns:a16="http://schemas.microsoft.com/office/drawing/2014/main" id="{D8CB9C81-12E7-75B3-6AD0-D352A96371F3}"/>
                  </a:ext>
                </a:extLst>
              </p:cNvPr>
              <p:cNvSpPr/>
              <p:nvPr/>
            </p:nvSpPr>
            <p:spPr>
              <a:xfrm>
                <a:off x="2351508" y="565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1" name="Oval 3550">
                <a:extLst>
                  <a:ext uri="{FF2B5EF4-FFF2-40B4-BE49-F238E27FC236}">
                    <a16:creationId xmlns:a16="http://schemas.microsoft.com/office/drawing/2014/main" id="{BCD1D6E1-0B0E-34D5-AF41-3139196A12FF}"/>
                  </a:ext>
                </a:extLst>
              </p:cNvPr>
              <p:cNvSpPr/>
              <p:nvPr/>
            </p:nvSpPr>
            <p:spPr>
              <a:xfrm>
                <a:off x="2251176" y="566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2" name="Oval 3551">
                <a:extLst>
                  <a:ext uri="{FF2B5EF4-FFF2-40B4-BE49-F238E27FC236}">
                    <a16:creationId xmlns:a16="http://schemas.microsoft.com/office/drawing/2014/main" id="{CDF579D1-4DC2-A02C-69E0-009B4438DF7B}"/>
                  </a:ext>
                </a:extLst>
              </p:cNvPr>
              <p:cNvSpPr/>
              <p:nvPr/>
            </p:nvSpPr>
            <p:spPr>
              <a:xfrm>
                <a:off x="1665649" y="63385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3" name="Oval 3552">
                <a:extLst>
                  <a:ext uri="{FF2B5EF4-FFF2-40B4-BE49-F238E27FC236}">
                    <a16:creationId xmlns:a16="http://schemas.microsoft.com/office/drawing/2014/main" id="{990F1C2F-C6C8-C291-D771-5B2FF5358216}"/>
                  </a:ext>
                </a:extLst>
              </p:cNvPr>
              <p:cNvSpPr/>
              <p:nvPr/>
            </p:nvSpPr>
            <p:spPr>
              <a:xfrm>
                <a:off x="1846552" y="6111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4" name="Oval 3553">
                <a:extLst>
                  <a:ext uri="{FF2B5EF4-FFF2-40B4-BE49-F238E27FC236}">
                    <a16:creationId xmlns:a16="http://schemas.microsoft.com/office/drawing/2014/main" id="{815DD92A-2DE8-0342-4208-D3CAEF19B7FD}"/>
                  </a:ext>
                </a:extLst>
              </p:cNvPr>
              <p:cNvSpPr/>
              <p:nvPr/>
            </p:nvSpPr>
            <p:spPr>
              <a:xfrm>
                <a:off x="1717758" y="62779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5" name="Oval 3554">
                <a:extLst>
                  <a:ext uri="{FF2B5EF4-FFF2-40B4-BE49-F238E27FC236}">
                    <a16:creationId xmlns:a16="http://schemas.microsoft.com/office/drawing/2014/main" id="{79F410D1-2DEE-9D1B-87F2-EDD3885BD0C9}"/>
                  </a:ext>
                </a:extLst>
              </p:cNvPr>
              <p:cNvSpPr/>
              <p:nvPr/>
            </p:nvSpPr>
            <p:spPr>
              <a:xfrm>
                <a:off x="2209962" y="564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6" name="Oval 3555">
                <a:extLst>
                  <a:ext uri="{FF2B5EF4-FFF2-40B4-BE49-F238E27FC236}">
                    <a16:creationId xmlns:a16="http://schemas.microsoft.com/office/drawing/2014/main" id="{F9A0DA72-9E08-CB37-5D79-2B8C8B7CFC72}"/>
                  </a:ext>
                </a:extLst>
              </p:cNvPr>
              <p:cNvSpPr/>
              <p:nvPr/>
            </p:nvSpPr>
            <p:spPr>
              <a:xfrm>
                <a:off x="2296444" y="5536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7" name="Oval 3556">
                <a:extLst>
                  <a:ext uri="{FF2B5EF4-FFF2-40B4-BE49-F238E27FC236}">
                    <a16:creationId xmlns:a16="http://schemas.microsoft.com/office/drawing/2014/main" id="{6A608103-F81C-405F-9096-FE2CBC59A2C9}"/>
                  </a:ext>
                </a:extLst>
              </p:cNvPr>
              <p:cNvSpPr/>
              <p:nvPr/>
            </p:nvSpPr>
            <p:spPr>
              <a:xfrm>
                <a:off x="1362287" y="5989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8" name="Oval 3557">
                <a:extLst>
                  <a:ext uri="{FF2B5EF4-FFF2-40B4-BE49-F238E27FC236}">
                    <a16:creationId xmlns:a16="http://schemas.microsoft.com/office/drawing/2014/main" id="{F6F38F86-FBD0-3174-0628-43C7632E8FF1}"/>
                  </a:ext>
                </a:extLst>
              </p:cNvPr>
              <p:cNvSpPr/>
              <p:nvPr/>
            </p:nvSpPr>
            <p:spPr>
              <a:xfrm>
                <a:off x="1515319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9" name="Oval 3558">
                <a:extLst>
                  <a:ext uri="{FF2B5EF4-FFF2-40B4-BE49-F238E27FC236}">
                    <a16:creationId xmlns:a16="http://schemas.microsoft.com/office/drawing/2014/main" id="{55EFE0E8-1F33-3A01-0784-6EBC11768A5B}"/>
                  </a:ext>
                </a:extLst>
              </p:cNvPr>
              <p:cNvSpPr/>
              <p:nvPr/>
            </p:nvSpPr>
            <p:spPr>
              <a:xfrm>
                <a:off x="1665987" y="6216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0" name="Oval 3559">
                <a:extLst>
                  <a:ext uri="{FF2B5EF4-FFF2-40B4-BE49-F238E27FC236}">
                    <a16:creationId xmlns:a16="http://schemas.microsoft.com/office/drawing/2014/main" id="{F1597F31-0202-09EC-2B59-25413924B1B0}"/>
                  </a:ext>
                </a:extLst>
              </p:cNvPr>
              <p:cNvSpPr/>
              <p:nvPr/>
            </p:nvSpPr>
            <p:spPr>
              <a:xfrm>
                <a:off x="1512870" y="6111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1" name="Oval 3560">
                <a:extLst>
                  <a:ext uri="{FF2B5EF4-FFF2-40B4-BE49-F238E27FC236}">
                    <a16:creationId xmlns:a16="http://schemas.microsoft.com/office/drawing/2014/main" id="{ED4104FA-0368-6909-169F-20E6B01531D1}"/>
                  </a:ext>
                </a:extLst>
              </p:cNvPr>
              <p:cNvSpPr/>
              <p:nvPr/>
            </p:nvSpPr>
            <p:spPr>
              <a:xfrm>
                <a:off x="2281664" y="55451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2" name="Oval 3561">
                <a:extLst>
                  <a:ext uri="{FF2B5EF4-FFF2-40B4-BE49-F238E27FC236}">
                    <a16:creationId xmlns:a16="http://schemas.microsoft.com/office/drawing/2014/main" id="{4CE7BD61-FBA1-3B95-3BE1-00148B6C3165}"/>
                  </a:ext>
                </a:extLst>
              </p:cNvPr>
              <p:cNvSpPr/>
              <p:nvPr/>
            </p:nvSpPr>
            <p:spPr>
              <a:xfrm>
                <a:off x="1516079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3" name="Oval 3562">
                <a:extLst>
                  <a:ext uri="{FF2B5EF4-FFF2-40B4-BE49-F238E27FC236}">
                    <a16:creationId xmlns:a16="http://schemas.microsoft.com/office/drawing/2014/main" id="{1860F33B-555B-1DEA-876D-633BE37E4EF3}"/>
                  </a:ext>
                </a:extLst>
              </p:cNvPr>
              <p:cNvSpPr/>
              <p:nvPr/>
            </p:nvSpPr>
            <p:spPr>
              <a:xfrm>
                <a:off x="1514390" y="61875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4" name="Oval 3563">
                <a:extLst>
                  <a:ext uri="{FF2B5EF4-FFF2-40B4-BE49-F238E27FC236}">
                    <a16:creationId xmlns:a16="http://schemas.microsoft.com/office/drawing/2014/main" id="{F2E75CC6-CD19-C32D-0F68-26B78D3A9FEB}"/>
                  </a:ext>
                </a:extLst>
              </p:cNvPr>
              <p:cNvSpPr/>
              <p:nvPr/>
            </p:nvSpPr>
            <p:spPr>
              <a:xfrm>
                <a:off x="2287998" y="5519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5" name="Oval 3564">
                <a:extLst>
                  <a:ext uri="{FF2B5EF4-FFF2-40B4-BE49-F238E27FC236}">
                    <a16:creationId xmlns:a16="http://schemas.microsoft.com/office/drawing/2014/main" id="{9B23DD4C-E3C8-2D25-9E05-8EB2492EC7B7}"/>
                  </a:ext>
                </a:extLst>
              </p:cNvPr>
              <p:cNvSpPr/>
              <p:nvPr/>
            </p:nvSpPr>
            <p:spPr>
              <a:xfrm>
                <a:off x="1378756" y="59841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6" name="Oval 3565">
                <a:extLst>
                  <a:ext uri="{FF2B5EF4-FFF2-40B4-BE49-F238E27FC236}">
                    <a16:creationId xmlns:a16="http://schemas.microsoft.com/office/drawing/2014/main" id="{5C8E2165-6F16-19CD-034D-78B0F229CF58}"/>
                  </a:ext>
                </a:extLst>
              </p:cNvPr>
              <p:cNvSpPr/>
              <p:nvPr/>
            </p:nvSpPr>
            <p:spPr>
              <a:xfrm>
                <a:off x="1662440" y="629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7" name="Oval 3566">
                <a:extLst>
                  <a:ext uri="{FF2B5EF4-FFF2-40B4-BE49-F238E27FC236}">
                    <a16:creationId xmlns:a16="http://schemas.microsoft.com/office/drawing/2014/main" id="{27A9B5B4-2AD9-DD90-D134-81BF4A12FC0C}"/>
                  </a:ext>
                </a:extLst>
              </p:cNvPr>
              <p:cNvSpPr/>
              <p:nvPr/>
            </p:nvSpPr>
            <p:spPr>
              <a:xfrm>
                <a:off x="1783126" y="6169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8" name="Oval 3567">
                <a:extLst>
                  <a:ext uri="{FF2B5EF4-FFF2-40B4-BE49-F238E27FC236}">
                    <a16:creationId xmlns:a16="http://schemas.microsoft.com/office/drawing/2014/main" id="{20C8AD89-423D-E62D-A989-328FB940DF55}"/>
                  </a:ext>
                </a:extLst>
              </p:cNvPr>
              <p:cNvSpPr/>
              <p:nvPr/>
            </p:nvSpPr>
            <p:spPr>
              <a:xfrm>
                <a:off x="1573593" y="6192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69" name="Oval 3568">
                <a:extLst>
                  <a:ext uri="{FF2B5EF4-FFF2-40B4-BE49-F238E27FC236}">
                    <a16:creationId xmlns:a16="http://schemas.microsoft.com/office/drawing/2014/main" id="{ACB2B6C7-D388-FE1A-DE24-7304E76D60FF}"/>
                  </a:ext>
                </a:extLst>
              </p:cNvPr>
              <p:cNvSpPr/>
              <p:nvPr/>
            </p:nvSpPr>
            <p:spPr>
              <a:xfrm>
                <a:off x="1606869" y="60561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0" name="Oval 3569">
                <a:extLst>
                  <a:ext uri="{FF2B5EF4-FFF2-40B4-BE49-F238E27FC236}">
                    <a16:creationId xmlns:a16="http://schemas.microsoft.com/office/drawing/2014/main" id="{7573DC24-F58C-484E-A7B2-F3D9AA94F9D2}"/>
                  </a:ext>
                </a:extLst>
              </p:cNvPr>
              <p:cNvSpPr/>
              <p:nvPr/>
            </p:nvSpPr>
            <p:spPr>
              <a:xfrm>
                <a:off x="2261057" y="54913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1" name="Oval 3570">
                <a:extLst>
                  <a:ext uri="{FF2B5EF4-FFF2-40B4-BE49-F238E27FC236}">
                    <a16:creationId xmlns:a16="http://schemas.microsoft.com/office/drawing/2014/main" id="{9D947D7F-410B-20C3-A918-607BAE786061}"/>
                  </a:ext>
                </a:extLst>
              </p:cNvPr>
              <p:cNvSpPr/>
              <p:nvPr/>
            </p:nvSpPr>
            <p:spPr>
              <a:xfrm>
                <a:off x="1916734" y="6125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2" name="Oval 3571">
                <a:extLst>
                  <a:ext uri="{FF2B5EF4-FFF2-40B4-BE49-F238E27FC236}">
                    <a16:creationId xmlns:a16="http://schemas.microsoft.com/office/drawing/2014/main" id="{D5588661-89CE-094C-834F-69F1BCE8E508}"/>
                  </a:ext>
                </a:extLst>
              </p:cNvPr>
              <p:cNvSpPr/>
              <p:nvPr/>
            </p:nvSpPr>
            <p:spPr>
              <a:xfrm>
                <a:off x="1725866" y="6314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3" name="Oval 3572">
                <a:extLst>
                  <a:ext uri="{FF2B5EF4-FFF2-40B4-BE49-F238E27FC236}">
                    <a16:creationId xmlns:a16="http://schemas.microsoft.com/office/drawing/2014/main" id="{BF954228-3939-2E2A-34B9-D6788DC8287C}"/>
                  </a:ext>
                </a:extLst>
              </p:cNvPr>
              <p:cNvSpPr/>
              <p:nvPr/>
            </p:nvSpPr>
            <p:spPr>
              <a:xfrm>
                <a:off x="1671899" y="63532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4" name="Oval 3573">
                <a:extLst>
                  <a:ext uri="{FF2B5EF4-FFF2-40B4-BE49-F238E27FC236}">
                    <a16:creationId xmlns:a16="http://schemas.microsoft.com/office/drawing/2014/main" id="{F274CC45-A842-3ED9-FF6A-29ADDAB5484A}"/>
                  </a:ext>
                </a:extLst>
              </p:cNvPr>
              <p:cNvSpPr/>
              <p:nvPr/>
            </p:nvSpPr>
            <p:spPr>
              <a:xfrm>
                <a:off x="1609740" y="60831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5" name="Oval 3574">
                <a:extLst>
                  <a:ext uri="{FF2B5EF4-FFF2-40B4-BE49-F238E27FC236}">
                    <a16:creationId xmlns:a16="http://schemas.microsoft.com/office/drawing/2014/main" id="{380061B0-64A1-1611-3FBF-6EE502223011}"/>
                  </a:ext>
                </a:extLst>
              </p:cNvPr>
              <p:cNvSpPr/>
              <p:nvPr/>
            </p:nvSpPr>
            <p:spPr>
              <a:xfrm>
                <a:off x="1423939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6" name="Oval 3575">
                <a:extLst>
                  <a:ext uri="{FF2B5EF4-FFF2-40B4-BE49-F238E27FC236}">
                    <a16:creationId xmlns:a16="http://schemas.microsoft.com/office/drawing/2014/main" id="{3E081379-A437-AF49-14A2-15704B38048A}"/>
                  </a:ext>
                </a:extLst>
              </p:cNvPr>
              <p:cNvSpPr/>
              <p:nvPr/>
            </p:nvSpPr>
            <p:spPr>
              <a:xfrm>
                <a:off x="1789714" y="6264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7" name="Oval 3576">
                <a:extLst>
                  <a:ext uri="{FF2B5EF4-FFF2-40B4-BE49-F238E27FC236}">
                    <a16:creationId xmlns:a16="http://schemas.microsoft.com/office/drawing/2014/main" id="{5DE32BD6-8CA3-56BD-996A-BFBD43930D74}"/>
                  </a:ext>
                </a:extLst>
              </p:cNvPr>
              <p:cNvSpPr/>
              <p:nvPr/>
            </p:nvSpPr>
            <p:spPr>
              <a:xfrm>
                <a:off x="1515995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8" name="Oval 3577">
                <a:extLst>
                  <a:ext uri="{FF2B5EF4-FFF2-40B4-BE49-F238E27FC236}">
                    <a16:creationId xmlns:a16="http://schemas.microsoft.com/office/drawing/2014/main" id="{16A36850-68D9-7B3D-B34E-3CC0CDCF7A93}"/>
                  </a:ext>
                </a:extLst>
              </p:cNvPr>
              <p:cNvSpPr/>
              <p:nvPr/>
            </p:nvSpPr>
            <p:spPr>
              <a:xfrm>
                <a:off x="1414480" y="5980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9" name="Oval 3578">
                <a:extLst>
                  <a:ext uri="{FF2B5EF4-FFF2-40B4-BE49-F238E27FC236}">
                    <a16:creationId xmlns:a16="http://schemas.microsoft.com/office/drawing/2014/main" id="{68C656A8-28A4-D15C-A9A9-ECB43F5282F9}"/>
                  </a:ext>
                </a:extLst>
              </p:cNvPr>
              <p:cNvSpPr/>
              <p:nvPr/>
            </p:nvSpPr>
            <p:spPr>
              <a:xfrm>
                <a:off x="1575789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0" name="Oval 3579">
                <a:extLst>
                  <a:ext uri="{FF2B5EF4-FFF2-40B4-BE49-F238E27FC236}">
                    <a16:creationId xmlns:a16="http://schemas.microsoft.com/office/drawing/2014/main" id="{46BF40EF-31DB-2282-09B1-108C2239CA28}"/>
                  </a:ext>
                </a:extLst>
              </p:cNvPr>
              <p:cNvSpPr/>
              <p:nvPr/>
            </p:nvSpPr>
            <p:spPr>
              <a:xfrm>
                <a:off x="1713535" y="6190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1" name="Oval 3580">
                <a:extLst>
                  <a:ext uri="{FF2B5EF4-FFF2-40B4-BE49-F238E27FC236}">
                    <a16:creationId xmlns:a16="http://schemas.microsoft.com/office/drawing/2014/main" id="{39C1A666-C09A-843B-FB94-5CD1129D7DFE}"/>
                  </a:ext>
                </a:extLst>
              </p:cNvPr>
              <p:cNvSpPr/>
              <p:nvPr/>
            </p:nvSpPr>
            <p:spPr>
              <a:xfrm>
                <a:off x="1511688" y="61021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2" name="Oval 3581">
                <a:extLst>
                  <a:ext uri="{FF2B5EF4-FFF2-40B4-BE49-F238E27FC236}">
                    <a16:creationId xmlns:a16="http://schemas.microsoft.com/office/drawing/2014/main" id="{99174890-1678-E43F-4FBD-26BD856CB6C7}"/>
                  </a:ext>
                </a:extLst>
              </p:cNvPr>
              <p:cNvSpPr/>
              <p:nvPr/>
            </p:nvSpPr>
            <p:spPr>
              <a:xfrm>
                <a:off x="1522582" y="6160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3" name="Oval 3582">
                <a:extLst>
                  <a:ext uri="{FF2B5EF4-FFF2-40B4-BE49-F238E27FC236}">
                    <a16:creationId xmlns:a16="http://schemas.microsoft.com/office/drawing/2014/main" id="{78BFCD4E-11F6-A27C-AD29-B2D4190C1378}"/>
                  </a:ext>
                </a:extLst>
              </p:cNvPr>
              <p:cNvSpPr/>
              <p:nvPr/>
            </p:nvSpPr>
            <p:spPr>
              <a:xfrm>
                <a:off x="2291461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4" name="Oval 3583">
                <a:extLst>
                  <a:ext uri="{FF2B5EF4-FFF2-40B4-BE49-F238E27FC236}">
                    <a16:creationId xmlns:a16="http://schemas.microsoft.com/office/drawing/2014/main" id="{51C8040C-204E-43C0-C8B1-C34C4CDCCC32}"/>
                  </a:ext>
                </a:extLst>
              </p:cNvPr>
              <p:cNvSpPr/>
              <p:nvPr/>
            </p:nvSpPr>
            <p:spPr>
              <a:xfrm>
                <a:off x="1524609" y="599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5" name="Oval 3584">
                <a:extLst>
                  <a:ext uri="{FF2B5EF4-FFF2-40B4-BE49-F238E27FC236}">
                    <a16:creationId xmlns:a16="http://schemas.microsoft.com/office/drawing/2014/main" id="{EDF11E3D-BCB7-A009-4129-9F10FEECE889}"/>
                  </a:ext>
                </a:extLst>
              </p:cNvPr>
              <p:cNvSpPr/>
              <p:nvPr/>
            </p:nvSpPr>
            <p:spPr>
              <a:xfrm>
                <a:off x="1442941" y="5985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6" name="Oval 3585">
                <a:extLst>
                  <a:ext uri="{FF2B5EF4-FFF2-40B4-BE49-F238E27FC236}">
                    <a16:creationId xmlns:a16="http://schemas.microsoft.com/office/drawing/2014/main" id="{84568302-2802-1304-42E4-F7FBCDBA93D4}"/>
                  </a:ext>
                </a:extLst>
              </p:cNvPr>
              <p:cNvSpPr/>
              <p:nvPr/>
            </p:nvSpPr>
            <p:spPr>
              <a:xfrm>
                <a:off x="1637357" y="6199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7" name="Oval 3586">
                <a:extLst>
                  <a:ext uri="{FF2B5EF4-FFF2-40B4-BE49-F238E27FC236}">
                    <a16:creationId xmlns:a16="http://schemas.microsoft.com/office/drawing/2014/main" id="{B8A2897D-8B16-F902-E022-DB8E9A7F6FE5}"/>
                  </a:ext>
                </a:extLst>
              </p:cNvPr>
              <p:cNvSpPr/>
              <p:nvPr/>
            </p:nvSpPr>
            <p:spPr>
              <a:xfrm>
                <a:off x="1557125" y="617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8" name="Oval 3587">
                <a:extLst>
                  <a:ext uri="{FF2B5EF4-FFF2-40B4-BE49-F238E27FC236}">
                    <a16:creationId xmlns:a16="http://schemas.microsoft.com/office/drawing/2014/main" id="{C376657D-5128-83CC-32D5-DF3005552794}"/>
                  </a:ext>
                </a:extLst>
              </p:cNvPr>
              <p:cNvSpPr/>
              <p:nvPr/>
            </p:nvSpPr>
            <p:spPr>
              <a:xfrm>
                <a:off x="1683047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89" name="Oval 3588">
                <a:extLst>
                  <a:ext uri="{FF2B5EF4-FFF2-40B4-BE49-F238E27FC236}">
                    <a16:creationId xmlns:a16="http://schemas.microsoft.com/office/drawing/2014/main" id="{E80C112B-3592-7193-D557-7D2367A2200D}"/>
                  </a:ext>
                </a:extLst>
              </p:cNvPr>
              <p:cNvSpPr/>
              <p:nvPr/>
            </p:nvSpPr>
            <p:spPr>
              <a:xfrm>
                <a:off x="1670463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0" name="Oval 3589">
                <a:extLst>
                  <a:ext uri="{FF2B5EF4-FFF2-40B4-BE49-F238E27FC236}">
                    <a16:creationId xmlns:a16="http://schemas.microsoft.com/office/drawing/2014/main" id="{BE4C49AD-C7BD-7C8E-AC2A-D9F3C7DDDF9D}"/>
                  </a:ext>
                </a:extLst>
              </p:cNvPr>
              <p:cNvSpPr/>
              <p:nvPr/>
            </p:nvSpPr>
            <p:spPr>
              <a:xfrm>
                <a:off x="1621902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1" name="Oval 3590">
                <a:extLst>
                  <a:ext uri="{FF2B5EF4-FFF2-40B4-BE49-F238E27FC236}">
                    <a16:creationId xmlns:a16="http://schemas.microsoft.com/office/drawing/2014/main" id="{E009127A-579C-09ED-416E-EE5B26A88691}"/>
                  </a:ext>
                </a:extLst>
              </p:cNvPr>
              <p:cNvSpPr/>
              <p:nvPr/>
            </p:nvSpPr>
            <p:spPr>
              <a:xfrm>
                <a:off x="1387286" y="600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2" name="Oval 3591">
                <a:extLst>
                  <a:ext uri="{FF2B5EF4-FFF2-40B4-BE49-F238E27FC236}">
                    <a16:creationId xmlns:a16="http://schemas.microsoft.com/office/drawing/2014/main" id="{E9426D9D-3CAA-A0BB-EC1E-E3E0AF0638C9}"/>
                  </a:ext>
                </a:extLst>
              </p:cNvPr>
              <p:cNvSpPr/>
              <p:nvPr/>
            </p:nvSpPr>
            <p:spPr>
              <a:xfrm>
                <a:off x="1413635" y="59939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3" name="Oval 3592">
                <a:extLst>
                  <a:ext uri="{FF2B5EF4-FFF2-40B4-BE49-F238E27FC236}">
                    <a16:creationId xmlns:a16="http://schemas.microsoft.com/office/drawing/2014/main" id="{C049B232-D5BB-3D93-B771-71C24554C8FE}"/>
                  </a:ext>
                </a:extLst>
              </p:cNvPr>
              <p:cNvSpPr/>
              <p:nvPr/>
            </p:nvSpPr>
            <p:spPr>
              <a:xfrm>
                <a:off x="1534153" y="614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4" name="Oval 3593">
                <a:extLst>
                  <a:ext uri="{FF2B5EF4-FFF2-40B4-BE49-F238E27FC236}">
                    <a16:creationId xmlns:a16="http://schemas.microsoft.com/office/drawing/2014/main" id="{A38D0948-2777-5843-3FEB-E45F69DA1EE5}"/>
                  </a:ext>
                </a:extLst>
              </p:cNvPr>
              <p:cNvSpPr/>
              <p:nvPr/>
            </p:nvSpPr>
            <p:spPr>
              <a:xfrm>
                <a:off x="1526974" y="61134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5" name="Oval 3594">
                <a:extLst>
                  <a:ext uri="{FF2B5EF4-FFF2-40B4-BE49-F238E27FC236}">
                    <a16:creationId xmlns:a16="http://schemas.microsoft.com/office/drawing/2014/main" id="{ACD4BA8B-D84F-3C41-4068-132C31D902A6}"/>
                  </a:ext>
                </a:extLst>
              </p:cNvPr>
              <p:cNvSpPr/>
              <p:nvPr/>
            </p:nvSpPr>
            <p:spPr>
              <a:xfrm>
                <a:off x="1728990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6" name="Oval 3595">
                <a:extLst>
                  <a:ext uri="{FF2B5EF4-FFF2-40B4-BE49-F238E27FC236}">
                    <a16:creationId xmlns:a16="http://schemas.microsoft.com/office/drawing/2014/main" id="{852C67F9-298C-6DC4-CF4A-0E338D155055}"/>
                  </a:ext>
                </a:extLst>
              </p:cNvPr>
              <p:cNvSpPr/>
              <p:nvPr/>
            </p:nvSpPr>
            <p:spPr>
              <a:xfrm>
                <a:off x="1514306" y="61794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7" name="Oval 3596">
                <a:extLst>
                  <a:ext uri="{FF2B5EF4-FFF2-40B4-BE49-F238E27FC236}">
                    <a16:creationId xmlns:a16="http://schemas.microsoft.com/office/drawing/2014/main" id="{337B23E5-4785-7D36-EFC8-B438900DDA54}"/>
                  </a:ext>
                </a:extLst>
              </p:cNvPr>
              <p:cNvSpPr/>
              <p:nvPr/>
            </p:nvSpPr>
            <p:spPr>
              <a:xfrm>
                <a:off x="1598423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8" name="Oval 3597">
                <a:extLst>
                  <a:ext uri="{FF2B5EF4-FFF2-40B4-BE49-F238E27FC236}">
                    <a16:creationId xmlns:a16="http://schemas.microsoft.com/office/drawing/2014/main" id="{58B0776E-011B-4DEC-3457-968E1A6885BE}"/>
                  </a:ext>
                </a:extLst>
              </p:cNvPr>
              <p:cNvSpPr/>
              <p:nvPr/>
            </p:nvSpPr>
            <p:spPr>
              <a:xfrm>
                <a:off x="1621057" y="6304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9" name="Oval 3598">
                <a:extLst>
                  <a:ext uri="{FF2B5EF4-FFF2-40B4-BE49-F238E27FC236}">
                    <a16:creationId xmlns:a16="http://schemas.microsoft.com/office/drawing/2014/main" id="{F6879528-A147-9722-489D-2424F647F698}"/>
                  </a:ext>
                </a:extLst>
              </p:cNvPr>
              <p:cNvSpPr/>
              <p:nvPr/>
            </p:nvSpPr>
            <p:spPr>
              <a:xfrm>
                <a:off x="1546568" y="6119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0" name="Oval 3599">
                <a:extLst>
                  <a:ext uri="{FF2B5EF4-FFF2-40B4-BE49-F238E27FC236}">
                    <a16:creationId xmlns:a16="http://schemas.microsoft.com/office/drawing/2014/main" id="{7BEDD84A-CDAA-7947-04EB-93BA661D2EB1}"/>
                  </a:ext>
                </a:extLst>
              </p:cNvPr>
              <p:cNvSpPr/>
              <p:nvPr/>
            </p:nvSpPr>
            <p:spPr>
              <a:xfrm>
                <a:off x="1610162" y="62875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1" name="Oval 3600">
                <a:extLst>
                  <a:ext uri="{FF2B5EF4-FFF2-40B4-BE49-F238E27FC236}">
                    <a16:creationId xmlns:a16="http://schemas.microsoft.com/office/drawing/2014/main" id="{0B801547-B4BF-3E11-BF7F-AA667DCFC0A2}"/>
                  </a:ext>
                </a:extLst>
              </p:cNvPr>
              <p:cNvSpPr/>
              <p:nvPr/>
            </p:nvSpPr>
            <p:spPr>
              <a:xfrm>
                <a:off x="1634654" y="61679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2" name="Oval 3601">
                <a:extLst>
                  <a:ext uri="{FF2B5EF4-FFF2-40B4-BE49-F238E27FC236}">
                    <a16:creationId xmlns:a16="http://schemas.microsoft.com/office/drawing/2014/main" id="{5E8FCC5E-101B-2646-CD40-227A7B80DEB7}"/>
                  </a:ext>
                </a:extLst>
              </p:cNvPr>
              <p:cNvSpPr/>
              <p:nvPr/>
            </p:nvSpPr>
            <p:spPr>
              <a:xfrm>
                <a:off x="2269671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3" name="Oval 3602">
                <a:extLst>
                  <a:ext uri="{FF2B5EF4-FFF2-40B4-BE49-F238E27FC236}">
                    <a16:creationId xmlns:a16="http://schemas.microsoft.com/office/drawing/2014/main" id="{86264785-5091-830A-FA2F-E6E4E45FC571}"/>
                  </a:ext>
                </a:extLst>
              </p:cNvPr>
              <p:cNvSpPr/>
              <p:nvPr/>
            </p:nvSpPr>
            <p:spPr>
              <a:xfrm>
                <a:off x="1829323" y="6271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4" name="Oval 3603">
                <a:extLst>
                  <a:ext uri="{FF2B5EF4-FFF2-40B4-BE49-F238E27FC236}">
                    <a16:creationId xmlns:a16="http://schemas.microsoft.com/office/drawing/2014/main" id="{EE15ADD4-A009-226E-7167-10B5F06751FB}"/>
                  </a:ext>
                </a:extLst>
              </p:cNvPr>
              <p:cNvSpPr/>
              <p:nvPr/>
            </p:nvSpPr>
            <p:spPr>
              <a:xfrm>
                <a:off x="1834981" y="629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5" name="Oval 3604">
                <a:extLst>
                  <a:ext uri="{FF2B5EF4-FFF2-40B4-BE49-F238E27FC236}">
                    <a16:creationId xmlns:a16="http://schemas.microsoft.com/office/drawing/2014/main" id="{8998A130-D518-AF3E-1D23-69FA507A000A}"/>
                  </a:ext>
                </a:extLst>
              </p:cNvPr>
              <p:cNvSpPr/>
              <p:nvPr/>
            </p:nvSpPr>
            <p:spPr>
              <a:xfrm>
                <a:off x="1821975" y="615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6" name="Oval 3605">
                <a:extLst>
                  <a:ext uri="{FF2B5EF4-FFF2-40B4-BE49-F238E27FC236}">
                    <a16:creationId xmlns:a16="http://schemas.microsoft.com/office/drawing/2014/main" id="{039E6A40-8623-BC75-5275-7ABF3AC0180B}"/>
                  </a:ext>
                </a:extLst>
              </p:cNvPr>
              <p:cNvSpPr/>
              <p:nvPr/>
            </p:nvSpPr>
            <p:spPr>
              <a:xfrm>
                <a:off x="1688790" y="6108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7" name="Oval 3606">
                <a:extLst>
                  <a:ext uri="{FF2B5EF4-FFF2-40B4-BE49-F238E27FC236}">
                    <a16:creationId xmlns:a16="http://schemas.microsoft.com/office/drawing/2014/main" id="{0F3AEC5F-E87F-40A4-BB7B-9E9C3882BCAE}"/>
                  </a:ext>
                </a:extLst>
              </p:cNvPr>
              <p:cNvSpPr/>
              <p:nvPr/>
            </p:nvSpPr>
            <p:spPr>
              <a:xfrm>
                <a:off x="2315953" y="55027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8" name="Oval 3607">
                <a:extLst>
                  <a:ext uri="{FF2B5EF4-FFF2-40B4-BE49-F238E27FC236}">
                    <a16:creationId xmlns:a16="http://schemas.microsoft.com/office/drawing/2014/main" id="{9693896F-640F-967F-3B5B-4F7C6B46FB92}"/>
                  </a:ext>
                </a:extLst>
              </p:cNvPr>
              <p:cNvSpPr/>
              <p:nvPr/>
            </p:nvSpPr>
            <p:spPr>
              <a:xfrm>
                <a:off x="1640397" y="611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09" name="Oval 3608">
                <a:extLst>
                  <a:ext uri="{FF2B5EF4-FFF2-40B4-BE49-F238E27FC236}">
                    <a16:creationId xmlns:a16="http://schemas.microsoft.com/office/drawing/2014/main" id="{B236C6B9-5091-1B60-5884-C3E100CF53CE}"/>
                  </a:ext>
                </a:extLst>
              </p:cNvPr>
              <p:cNvSpPr/>
              <p:nvPr/>
            </p:nvSpPr>
            <p:spPr>
              <a:xfrm>
                <a:off x="1602984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0" name="Oval 3609">
                <a:extLst>
                  <a:ext uri="{FF2B5EF4-FFF2-40B4-BE49-F238E27FC236}">
                    <a16:creationId xmlns:a16="http://schemas.microsoft.com/office/drawing/2014/main" id="{031A1FEF-79A1-35B9-BD23-477B1819E07B}"/>
                  </a:ext>
                </a:extLst>
              </p:cNvPr>
              <p:cNvSpPr/>
              <p:nvPr/>
            </p:nvSpPr>
            <p:spPr>
              <a:xfrm>
                <a:off x="2319078" y="56654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1" name="Oval 3610">
                <a:extLst>
                  <a:ext uri="{FF2B5EF4-FFF2-40B4-BE49-F238E27FC236}">
                    <a16:creationId xmlns:a16="http://schemas.microsoft.com/office/drawing/2014/main" id="{09D3BF4F-325C-979B-7507-F55AF32A4C79}"/>
                  </a:ext>
                </a:extLst>
              </p:cNvPr>
              <p:cNvSpPr/>
              <p:nvPr/>
            </p:nvSpPr>
            <p:spPr>
              <a:xfrm>
                <a:off x="1673250" y="63601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2" name="Oval 3611">
                <a:extLst>
                  <a:ext uri="{FF2B5EF4-FFF2-40B4-BE49-F238E27FC236}">
                    <a16:creationId xmlns:a16="http://schemas.microsoft.com/office/drawing/2014/main" id="{99C29596-54AD-D937-748B-522323DB0E6A}"/>
                  </a:ext>
                </a:extLst>
              </p:cNvPr>
              <p:cNvSpPr/>
              <p:nvPr/>
            </p:nvSpPr>
            <p:spPr>
              <a:xfrm>
                <a:off x="1597410" y="6359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3" name="Oval 3612">
                <a:extLst>
                  <a:ext uri="{FF2B5EF4-FFF2-40B4-BE49-F238E27FC236}">
                    <a16:creationId xmlns:a16="http://schemas.microsoft.com/office/drawing/2014/main" id="{418E4CB3-A9D6-DFDB-3CA7-4EC2511F6482}"/>
                  </a:ext>
                </a:extLst>
              </p:cNvPr>
              <p:cNvSpPr/>
              <p:nvPr/>
            </p:nvSpPr>
            <p:spPr>
              <a:xfrm>
                <a:off x="1558307" y="6061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4" name="Oval 3613">
                <a:extLst>
                  <a:ext uri="{FF2B5EF4-FFF2-40B4-BE49-F238E27FC236}">
                    <a16:creationId xmlns:a16="http://schemas.microsoft.com/office/drawing/2014/main" id="{1951B0F5-B2BD-556B-1887-F96209E9EF70}"/>
                  </a:ext>
                </a:extLst>
              </p:cNvPr>
              <p:cNvSpPr/>
              <p:nvPr/>
            </p:nvSpPr>
            <p:spPr>
              <a:xfrm>
                <a:off x="1489645" y="618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5" name="Oval 3614">
                <a:extLst>
                  <a:ext uri="{FF2B5EF4-FFF2-40B4-BE49-F238E27FC236}">
                    <a16:creationId xmlns:a16="http://schemas.microsoft.com/office/drawing/2014/main" id="{22B46E9B-9FA2-1117-CBC4-6527E561AAAE}"/>
                  </a:ext>
                </a:extLst>
              </p:cNvPr>
              <p:cNvSpPr/>
              <p:nvPr/>
            </p:nvSpPr>
            <p:spPr>
              <a:xfrm>
                <a:off x="1837346" y="62699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6" name="Oval 3615">
                <a:extLst>
                  <a:ext uri="{FF2B5EF4-FFF2-40B4-BE49-F238E27FC236}">
                    <a16:creationId xmlns:a16="http://schemas.microsoft.com/office/drawing/2014/main" id="{48F96B09-C75D-6A1E-C1C3-B941B2A4C327}"/>
                  </a:ext>
                </a:extLst>
              </p:cNvPr>
              <p:cNvSpPr/>
              <p:nvPr/>
            </p:nvSpPr>
            <p:spPr>
              <a:xfrm>
                <a:off x="2272374" y="54829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7" name="Oval 3616">
                <a:extLst>
                  <a:ext uri="{FF2B5EF4-FFF2-40B4-BE49-F238E27FC236}">
                    <a16:creationId xmlns:a16="http://schemas.microsoft.com/office/drawing/2014/main" id="{3BD3EDA9-BD4B-3DD8-790C-C5A8A48B92B4}"/>
                  </a:ext>
                </a:extLst>
              </p:cNvPr>
              <p:cNvSpPr/>
              <p:nvPr/>
            </p:nvSpPr>
            <p:spPr>
              <a:xfrm>
                <a:off x="1686763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8" name="Oval 3617">
                <a:extLst>
                  <a:ext uri="{FF2B5EF4-FFF2-40B4-BE49-F238E27FC236}">
                    <a16:creationId xmlns:a16="http://schemas.microsoft.com/office/drawing/2014/main" id="{5435A529-D6A2-9A9F-F1FD-E1CCAA6CA143}"/>
                  </a:ext>
                </a:extLst>
              </p:cNvPr>
              <p:cNvSpPr/>
              <p:nvPr/>
            </p:nvSpPr>
            <p:spPr>
              <a:xfrm>
                <a:off x="1549692" y="61696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9" name="Oval 3618">
                <a:extLst>
                  <a:ext uri="{FF2B5EF4-FFF2-40B4-BE49-F238E27FC236}">
                    <a16:creationId xmlns:a16="http://schemas.microsoft.com/office/drawing/2014/main" id="{84944FC6-E298-DF61-0542-062F46F0244B}"/>
                  </a:ext>
                </a:extLst>
              </p:cNvPr>
              <p:cNvSpPr/>
              <p:nvPr/>
            </p:nvSpPr>
            <p:spPr>
              <a:xfrm>
                <a:off x="1800777" y="630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0" name="Oval 3619">
                <a:extLst>
                  <a:ext uri="{FF2B5EF4-FFF2-40B4-BE49-F238E27FC236}">
                    <a16:creationId xmlns:a16="http://schemas.microsoft.com/office/drawing/2014/main" id="{C5E3D54E-460A-75E0-983A-5B06F6712915}"/>
                  </a:ext>
                </a:extLst>
              </p:cNvPr>
              <p:cNvSpPr/>
              <p:nvPr/>
            </p:nvSpPr>
            <p:spPr>
              <a:xfrm>
                <a:off x="1647154" y="60057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1" name="Oval 3620">
                <a:extLst>
                  <a:ext uri="{FF2B5EF4-FFF2-40B4-BE49-F238E27FC236}">
                    <a16:creationId xmlns:a16="http://schemas.microsoft.com/office/drawing/2014/main" id="{BE5F98B0-C189-FA21-234E-299CDA308DE0}"/>
                  </a:ext>
                </a:extLst>
              </p:cNvPr>
              <p:cNvSpPr/>
              <p:nvPr/>
            </p:nvSpPr>
            <p:spPr>
              <a:xfrm>
                <a:off x="1855504" y="629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2" name="Oval 3621">
                <a:extLst>
                  <a:ext uri="{FF2B5EF4-FFF2-40B4-BE49-F238E27FC236}">
                    <a16:creationId xmlns:a16="http://schemas.microsoft.com/office/drawing/2014/main" id="{ED349419-43DE-CE5B-B50F-79A2772C1765}"/>
                  </a:ext>
                </a:extLst>
              </p:cNvPr>
              <p:cNvSpPr/>
              <p:nvPr/>
            </p:nvSpPr>
            <p:spPr>
              <a:xfrm>
                <a:off x="1772992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3" name="Oval 3622">
                <a:extLst>
                  <a:ext uri="{FF2B5EF4-FFF2-40B4-BE49-F238E27FC236}">
                    <a16:creationId xmlns:a16="http://schemas.microsoft.com/office/drawing/2014/main" id="{D7ECE93C-3135-60BC-58BF-D3D0CC8302FC}"/>
                  </a:ext>
                </a:extLst>
              </p:cNvPr>
              <p:cNvSpPr/>
              <p:nvPr/>
            </p:nvSpPr>
            <p:spPr>
              <a:xfrm>
                <a:off x="2130067" y="564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4" name="Oval 3623">
                <a:extLst>
                  <a:ext uri="{FF2B5EF4-FFF2-40B4-BE49-F238E27FC236}">
                    <a16:creationId xmlns:a16="http://schemas.microsoft.com/office/drawing/2014/main" id="{AA5D1560-DAA4-1F3C-D088-B2A33D928475}"/>
                  </a:ext>
                </a:extLst>
              </p:cNvPr>
              <p:cNvSpPr/>
              <p:nvPr/>
            </p:nvSpPr>
            <p:spPr>
              <a:xfrm>
                <a:off x="1499611" y="6161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5" name="Oval 3624">
                <a:extLst>
                  <a:ext uri="{FF2B5EF4-FFF2-40B4-BE49-F238E27FC236}">
                    <a16:creationId xmlns:a16="http://schemas.microsoft.com/office/drawing/2014/main" id="{6E154802-1DEE-A72E-34DA-981648BE284F}"/>
                  </a:ext>
                </a:extLst>
              </p:cNvPr>
              <p:cNvSpPr/>
              <p:nvPr/>
            </p:nvSpPr>
            <p:spPr>
              <a:xfrm>
                <a:off x="1535589" y="61706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6" name="Oval 3625">
                <a:extLst>
                  <a:ext uri="{FF2B5EF4-FFF2-40B4-BE49-F238E27FC236}">
                    <a16:creationId xmlns:a16="http://schemas.microsoft.com/office/drawing/2014/main" id="{91C28928-7366-3DC2-EB36-F9180194312D}"/>
                  </a:ext>
                </a:extLst>
              </p:cNvPr>
              <p:cNvSpPr/>
              <p:nvPr/>
            </p:nvSpPr>
            <p:spPr>
              <a:xfrm>
                <a:off x="1814712" y="6110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7" name="Oval 3626">
                <a:extLst>
                  <a:ext uri="{FF2B5EF4-FFF2-40B4-BE49-F238E27FC236}">
                    <a16:creationId xmlns:a16="http://schemas.microsoft.com/office/drawing/2014/main" id="{07634ECA-C9CC-0278-01E3-00BAB7D7E5FF}"/>
                  </a:ext>
                </a:extLst>
              </p:cNvPr>
              <p:cNvSpPr/>
              <p:nvPr/>
            </p:nvSpPr>
            <p:spPr>
              <a:xfrm>
                <a:off x="1562107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8" name="Oval 3627">
                <a:extLst>
                  <a:ext uri="{FF2B5EF4-FFF2-40B4-BE49-F238E27FC236}">
                    <a16:creationId xmlns:a16="http://schemas.microsoft.com/office/drawing/2014/main" id="{13171E7A-3D19-848F-804B-6D5915B1B04B}"/>
                  </a:ext>
                </a:extLst>
              </p:cNvPr>
              <p:cNvSpPr/>
              <p:nvPr/>
            </p:nvSpPr>
            <p:spPr>
              <a:xfrm>
                <a:off x="1602223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9" name="Oval 3628">
                <a:extLst>
                  <a:ext uri="{FF2B5EF4-FFF2-40B4-BE49-F238E27FC236}">
                    <a16:creationId xmlns:a16="http://schemas.microsoft.com/office/drawing/2014/main" id="{CEC7107B-745B-F013-5503-E6E254540D63}"/>
                  </a:ext>
                </a:extLst>
              </p:cNvPr>
              <p:cNvSpPr/>
              <p:nvPr/>
            </p:nvSpPr>
            <p:spPr>
              <a:xfrm>
                <a:off x="1681949" y="631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0" name="Oval 3629">
                <a:extLst>
                  <a:ext uri="{FF2B5EF4-FFF2-40B4-BE49-F238E27FC236}">
                    <a16:creationId xmlns:a16="http://schemas.microsoft.com/office/drawing/2014/main" id="{4B72EB2C-D1D0-3F16-021E-FFEAB0964880}"/>
                  </a:ext>
                </a:extLst>
              </p:cNvPr>
              <p:cNvSpPr/>
              <p:nvPr/>
            </p:nvSpPr>
            <p:spPr>
              <a:xfrm>
                <a:off x="1743770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1" name="Oval 3630">
                <a:extLst>
                  <a:ext uri="{FF2B5EF4-FFF2-40B4-BE49-F238E27FC236}">
                    <a16:creationId xmlns:a16="http://schemas.microsoft.com/office/drawing/2014/main" id="{48E3E599-AF56-B6F1-611C-8BDFBFADA9CD}"/>
                  </a:ext>
                </a:extLst>
              </p:cNvPr>
              <p:cNvSpPr/>
              <p:nvPr/>
            </p:nvSpPr>
            <p:spPr>
              <a:xfrm>
                <a:off x="1500709" y="61937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2" name="Oval 3631">
                <a:extLst>
                  <a:ext uri="{FF2B5EF4-FFF2-40B4-BE49-F238E27FC236}">
                    <a16:creationId xmlns:a16="http://schemas.microsoft.com/office/drawing/2014/main" id="{A1DC3B12-2924-ABAE-891C-8481809E68CC}"/>
                  </a:ext>
                </a:extLst>
              </p:cNvPr>
              <p:cNvSpPr/>
              <p:nvPr/>
            </p:nvSpPr>
            <p:spPr>
              <a:xfrm>
                <a:off x="2247882" y="54709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3" name="Oval 3632">
                <a:extLst>
                  <a:ext uri="{FF2B5EF4-FFF2-40B4-BE49-F238E27FC236}">
                    <a16:creationId xmlns:a16="http://schemas.microsoft.com/office/drawing/2014/main" id="{63844559-B75A-CCB4-7545-7F16B0EE569D}"/>
                  </a:ext>
                </a:extLst>
              </p:cNvPr>
              <p:cNvSpPr/>
              <p:nvPr/>
            </p:nvSpPr>
            <p:spPr>
              <a:xfrm>
                <a:off x="1636090" y="62449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4" name="Oval 3633">
                <a:extLst>
                  <a:ext uri="{FF2B5EF4-FFF2-40B4-BE49-F238E27FC236}">
                    <a16:creationId xmlns:a16="http://schemas.microsoft.com/office/drawing/2014/main" id="{5FC76B72-5178-D614-5FE4-580ED6DB09F6}"/>
                  </a:ext>
                </a:extLst>
              </p:cNvPr>
              <p:cNvSpPr/>
              <p:nvPr/>
            </p:nvSpPr>
            <p:spPr>
              <a:xfrm>
                <a:off x="1556449" y="625110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5" name="Oval 3634">
                <a:extLst>
                  <a:ext uri="{FF2B5EF4-FFF2-40B4-BE49-F238E27FC236}">
                    <a16:creationId xmlns:a16="http://schemas.microsoft.com/office/drawing/2014/main" id="{4F881725-D833-CE0D-E50D-B7D257B5B7F9}"/>
                  </a:ext>
                </a:extLst>
              </p:cNvPr>
              <p:cNvSpPr/>
              <p:nvPr/>
            </p:nvSpPr>
            <p:spPr>
              <a:xfrm>
                <a:off x="1608220" y="62851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6" name="Oval 3635">
                <a:extLst>
                  <a:ext uri="{FF2B5EF4-FFF2-40B4-BE49-F238E27FC236}">
                    <a16:creationId xmlns:a16="http://schemas.microsoft.com/office/drawing/2014/main" id="{32640937-B30B-C7C4-9FDA-0B2A52C0D2B2}"/>
                  </a:ext>
                </a:extLst>
              </p:cNvPr>
              <p:cNvSpPr/>
              <p:nvPr/>
            </p:nvSpPr>
            <p:spPr>
              <a:xfrm>
                <a:off x="1751455" y="634763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7" name="Oval 3636">
                <a:extLst>
                  <a:ext uri="{FF2B5EF4-FFF2-40B4-BE49-F238E27FC236}">
                    <a16:creationId xmlns:a16="http://schemas.microsoft.com/office/drawing/2014/main" id="{2F909AB6-B16E-7764-517B-DD4B601E14E4}"/>
                  </a:ext>
                </a:extLst>
              </p:cNvPr>
              <p:cNvSpPr/>
              <p:nvPr/>
            </p:nvSpPr>
            <p:spPr>
              <a:xfrm>
                <a:off x="1531872" y="61415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8" name="Oval 3637">
                <a:extLst>
                  <a:ext uri="{FF2B5EF4-FFF2-40B4-BE49-F238E27FC236}">
                    <a16:creationId xmlns:a16="http://schemas.microsoft.com/office/drawing/2014/main" id="{D912951E-AC03-B596-5986-1962ABBD38C9}"/>
                  </a:ext>
                </a:extLst>
              </p:cNvPr>
              <p:cNvSpPr/>
              <p:nvPr/>
            </p:nvSpPr>
            <p:spPr>
              <a:xfrm>
                <a:off x="1751371" y="632120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9" name="Oval 3638">
                <a:extLst>
                  <a:ext uri="{FF2B5EF4-FFF2-40B4-BE49-F238E27FC236}">
                    <a16:creationId xmlns:a16="http://schemas.microsoft.com/office/drawing/2014/main" id="{4241A22B-0A99-804A-8BD5-599F957BD6D9}"/>
                  </a:ext>
                </a:extLst>
              </p:cNvPr>
              <p:cNvSpPr/>
              <p:nvPr/>
            </p:nvSpPr>
            <p:spPr>
              <a:xfrm>
                <a:off x="1829576" y="62804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0" name="Oval 3639">
                <a:extLst>
                  <a:ext uri="{FF2B5EF4-FFF2-40B4-BE49-F238E27FC236}">
                    <a16:creationId xmlns:a16="http://schemas.microsoft.com/office/drawing/2014/main" id="{CCD756A0-DCE1-5AA0-C056-10B21EDF43F6}"/>
                  </a:ext>
                </a:extLst>
              </p:cNvPr>
              <p:cNvSpPr/>
              <p:nvPr/>
            </p:nvSpPr>
            <p:spPr>
              <a:xfrm>
                <a:off x="1542852" y="61751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1" name="Oval 3640">
                <a:extLst>
                  <a:ext uri="{FF2B5EF4-FFF2-40B4-BE49-F238E27FC236}">
                    <a16:creationId xmlns:a16="http://schemas.microsoft.com/office/drawing/2014/main" id="{675B6247-61E8-EC89-9386-458A99BDD6D8}"/>
                  </a:ext>
                </a:extLst>
              </p:cNvPr>
              <p:cNvSpPr/>
              <p:nvPr/>
            </p:nvSpPr>
            <p:spPr>
              <a:xfrm>
                <a:off x="1885823" y="62657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2" name="Oval 3641">
                <a:extLst>
                  <a:ext uri="{FF2B5EF4-FFF2-40B4-BE49-F238E27FC236}">
                    <a16:creationId xmlns:a16="http://schemas.microsoft.com/office/drawing/2014/main" id="{67FAD2D5-7466-56FA-8C37-A0D86431297C}"/>
                  </a:ext>
                </a:extLst>
              </p:cNvPr>
              <p:cNvSpPr/>
              <p:nvPr/>
            </p:nvSpPr>
            <p:spPr>
              <a:xfrm>
                <a:off x="1783971" y="63087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3" name="Oval 3642">
                <a:extLst>
                  <a:ext uri="{FF2B5EF4-FFF2-40B4-BE49-F238E27FC236}">
                    <a16:creationId xmlns:a16="http://schemas.microsoft.com/office/drawing/2014/main" id="{E7D57CD4-E12E-DBEE-CB9C-9503D2DA7F97}"/>
                  </a:ext>
                </a:extLst>
              </p:cNvPr>
              <p:cNvSpPr/>
              <p:nvPr/>
            </p:nvSpPr>
            <p:spPr>
              <a:xfrm>
                <a:off x="1895620" y="626157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4" name="Oval 3643">
                <a:extLst>
                  <a:ext uri="{FF2B5EF4-FFF2-40B4-BE49-F238E27FC236}">
                    <a16:creationId xmlns:a16="http://schemas.microsoft.com/office/drawing/2014/main" id="{03D6D39C-EF43-3E63-2F04-EE00C959CCF5}"/>
                  </a:ext>
                </a:extLst>
              </p:cNvPr>
              <p:cNvSpPr/>
              <p:nvPr/>
            </p:nvSpPr>
            <p:spPr>
              <a:xfrm>
                <a:off x="1521569" y="61196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5" name="Oval 3644">
                <a:extLst>
                  <a:ext uri="{FF2B5EF4-FFF2-40B4-BE49-F238E27FC236}">
                    <a16:creationId xmlns:a16="http://schemas.microsoft.com/office/drawing/2014/main" id="{A46C7EED-A328-DD14-E8E6-930D942BEFD5}"/>
                  </a:ext>
                </a:extLst>
              </p:cNvPr>
              <p:cNvSpPr/>
              <p:nvPr/>
            </p:nvSpPr>
            <p:spPr>
              <a:xfrm>
                <a:off x="1737689" y="631359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6" name="Oval 3645">
                <a:extLst>
                  <a:ext uri="{FF2B5EF4-FFF2-40B4-BE49-F238E27FC236}">
                    <a16:creationId xmlns:a16="http://schemas.microsoft.com/office/drawing/2014/main" id="{100774E2-BE49-4BCA-00AF-8074B56B02AE}"/>
                  </a:ext>
                </a:extLst>
              </p:cNvPr>
              <p:cNvSpPr/>
              <p:nvPr/>
            </p:nvSpPr>
            <p:spPr>
              <a:xfrm>
                <a:off x="1623928" y="63622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7" name="Oval 3646">
                <a:extLst>
                  <a:ext uri="{FF2B5EF4-FFF2-40B4-BE49-F238E27FC236}">
                    <a16:creationId xmlns:a16="http://schemas.microsoft.com/office/drawing/2014/main" id="{3B78B774-E7DD-AED0-4772-9B8B4FF20964}"/>
                  </a:ext>
                </a:extLst>
              </p:cNvPr>
              <p:cNvSpPr/>
              <p:nvPr/>
            </p:nvSpPr>
            <p:spPr>
              <a:xfrm>
                <a:off x="1694786" y="63352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8" name="Oval 3647">
                <a:extLst>
                  <a:ext uri="{FF2B5EF4-FFF2-40B4-BE49-F238E27FC236}">
                    <a16:creationId xmlns:a16="http://schemas.microsoft.com/office/drawing/2014/main" id="{0A226121-CBB9-8414-0B26-5AC0B21F1674}"/>
                  </a:ext>
                </a:extLst>
              </p:cNvPr>
              <p:cNvSpPr/>
              <p:nvPr/>
            </p:nvSpPr>
            <p:spPr>
              <a:xfrm>
                <a:off x="1764377" y="632035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49" name="Oval 3648">
                <a:extLst>
                  <a:ext uri="{FF2B5EF4-FFF2-40B4-BE49-F238E27FC236}">
                    <a16:creationId xmlns:a16="http://schemas.microsoft.com/office/drawing/2014/main" id="{8C76C14A-B49E-31A1-DD2D-205DF90D10C4}"/>
                  </a:ext>
                </a:extLst>
              </p:cNvPr>
              <p:cNvSpPr/>
              <p:nvPr/>
            </p:nvSpPr>
            <p:spPr>
              <a:xfrm>
                <a:off x="1715309" y="62971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0" name="Oval 3649">
                <a:extLst>
                  <a:ext uri="{FF2B5EF4-FFF2-40B4-BE49-F238E27FC236}">
                    <a16:creationId xmlns:a16="http://schemas.microsoft.com/office/drawing/2014/main" id="{D6BD36AD-9011-C0F9-35D1-3577E67B1F0C}"/>
                  </a:ext>
                </a:extLst>
              </p:cNvPr>
              <p:cNvSpPr/>
              <p:nvPr/>
            </p:nvSpPr>
            <p:spPr>
              <a:xfrm>
                <a:off x="1751540" y="59493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1" name="Oval 3650">
                <a:extLst>
                  <a:ext uri="{FF2B5EF4-FFF2-40B4-BE49-F238E27FC236}">
                    <a16:creationId xmlns:a16="http://schemas.microsoft.com/office/drawing/2014/main" id="{E9F7C148-38EE-83CA-D97B-4EF1DE32429E}"/>
                  </a:ext>
                </a:extLst>
              </p:cNvPr>
              <p:cNvSpPr/>
              <p:nvPr/>
            </p:nvSpPr>
            <p:spPr>
              <a:xfrm>
                <a:off x="2287660" y="55144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2" name="Oval 3651">
                <a:extLst>
                  <a:ext uri="{FF2B5EF4-FFF2-40B4-BE49-F238E27FC236}">
                    <a16:creationId xmlns:a16="http://schemas.microsoft.com/office/drawing/2014/main" id="{9F2F0F0B-7EFC-3A85-E6BD-D2C222DD3CB6}"/>
                  </a:ext>
                </a:extLst>
              </p:cNvPr>
              <p:cNvSpPr/>
              <p:nvPr/>
            </p:nvSpPr>
            <p:spPr>
              <a:xfrm>
                <a:off x="1803818" y="625617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3" name="Oval 3652">
                <a:extLst>
                  <a:ext uri="{FF2B5EF4-FFF2-40B4-BE49-F238E27FC236}">
                    <a16:creationId xmlns:a16="http://schemas.microsoft.com/office/drawing/2014/main" id="{53255D11-EAFB-36B6-9F58-8A67C9FD65E2}"/>
                  </a:ext>
                </a:extLst>
              </p:cNvPr>
              <p:cNvSpPr/>
              <p:nvPr/>
            </p:nvSpPr>
            <p:spPr>
              <a:xfrm>
                <a:off x="2464509" y="63342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4" name="Oval 3653">
                <a:extLst>
                  <a:ext uri="{FF2B5EF4-FFF2-40B4-BE49-F238E27FC236}">
                    <a16:creationId xmlns:a16="http://schemas.microsoft.com/office/drawing/2014/main" id="{F05DA2D1-EFAC-EE77-1ACE-4BEA6C237D7F}"/>
                  </a:ext>
                </a:extLst>
              </p:cNvPr>
              <p:cNvSpPr/>
              <p:nvPr/>
            </p:nvSpPr>
            <p:spPr>
              <a:xfrm>
                <a:off x="1820371" y="629164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5" name="Oval 3654">
                <a:extLst>
                  <a:ext uri="{FF2B5EF4-FFF2-40B4-BE49-F238E27FC236}">
                    <a16:creationId xmlns:a16="http://schemas.microsoft.com/office/drawing/2014/main" id="{A753D425-1B00-9EC3-ED26-5C5DDFEFD589}"/>
                  </a:ext>
                </a:extLst>
              </p:cNvPr>
              <p:cNvSpPr/>
              <p:nvPr/>
            </p:nvSpPr>
            <p:spPr>
              <a:xfrm>
                <a:off x="1757452" y="629121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6" name="Oval 3655">
                <a:extLst>
                  <a:ext uri="{FF2B5EF4-FFF2-40B4-BE49-F238E27FC236}">
                    <a16:creationId xmlns:a16="http://schemas.microsoft.com/office/drawing/2014/main" id="{87A4B391-974D-57FE-FDA1-31C6D3710CAB}"/>
                  </a:ext>
                </a:extLst>
              </p:cNvPr>
              <p:cNvSpPr/>
              <p:nvPr/>
            </p:nvSpPr>
            <p:spPr>
              <a:xfrm>
                <a:off x="1760154" y="632635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7" name="Oval 3656">
                <a:extLst>
                  <a:ext uri="{FF2B5EF4-FFF2-40B4-BE49-F238E27FC236}">
                    <a16:creationId xmlns:a16="http://schemas.microsoft.com/office/drawing/2014/main" id="{C7E3FB59-591D-B951-A0BE-D233A311536B}"/>
                  </a:ext>
                </a:extLst>
              </p:cNvPr>
              <p:cNvSpPr/>
              <p:nvPr/>
            </p:nvSpPr>
            <p:spPr>
              <a:xfrm>
                <a:off x="1780592" y="62883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8" name="Oval 3657">
                <a:extLst>
                  <a:ext uri="{FF2B5EF4-FFF2-40B4-BE49-F238E27FC236}">
                    <a16:creationId xmlns:a16="http://schemas.microsoft.com/office/drawing/2014/main" id="{FC445EF6-7EF2-63A3-E0D8-3AC31D6969AA}"/>
                  </a:ext>
                </a:extLst>
              </p:cNvPr>
              <p:cNvSpPr/>
              <p:nvPr/>
            </p:nvSpPr>
            <p:spPr>
              <a:xfrm>
                <a:off x="2317220" y="54981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9" name="Oval 3658">
                <a:extLst>
                  <a:ext uri="{FF2B5EF4-FFF2-40B4-BE49-F238E27FC236}">
                    <a16:creationId xmlns:a16="http://schemas.microsoft.com/office/drawing/2014/main" id="{299428F2-34F5-383F-2593-893F0E41D0F9}"/>
                  </a:ext>
                </a:extLst>
              </p:cNvPr>
              <p:cNvSpPr/>
              <p:nvPr/>
            </p:nvSpPr>
            <p:spPr>
              <a:xfrm>
                <a:off x="1620973" y="63905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0" name="Oval 3659">
                <a:extLst>
                  <a:ext uri="{FF2B5EF4-FFF2-40B4-BE49-F238E27FC236}">
                    <a16:creationId xmlns:a16="http://schemas.microsoft.com/office/drawing/2014/main" id="{E6EC4880-6D77-4BEC-19D6-BB26169BC6E6}"/>
                  </a:ext>
                </a:extLst>
              </p:cNvPr>
              <p:cNvSpPr/>
              <p:nvPr/>
            </p:nvSpPr>
            <p:spPr>
              <a:xfrm>
                <a:off x="1719700" y="63188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1" name="Oval 3660">
                <a:extLst>
                  <a:ext uri="{FF2B5EF4-FFF2-40B4-BE49-F238E27FC236}">
                    <a16:creationId xmlns:a16="http://schemas.microsoft.com/office/drawing/2014/main" id="{36093E69-D60B-5DF2-8EE3-E49FEB77D38B}"/>
                  </a:ext>
                </a:extLst>
              </p:cNvPr>
              <p:cNvSpPr/>
              <p:nvPr/>
            </p:nvSpPr>
            <p:spPr>
              <a:xfrm>
                <a:off x="1609233" y="62831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2" name="Oval 3661">
                <a:extLst>
                  <a:ext uri="{FF2B5EF4-FFF2-40B4-BE49-F238E27FC236}">
                    <a16:creationId xmlns:a16="http://schemas.microsoft.com/office/drawing/2014/main" id="{CF804882-D743-63CB-33CC-3858571FD53D}"/>
                  </a:ext>
                </a:extLst>
              </p:cNvPr>
              <p:cNvSpPr/>
              <p:nvPr/>
            </p:nvSpPr>
            <p:spPr>
              <a:xfrm>
                <a:off x="1757030" y="629029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3" name="Oval 3662">
                <a:extLst>
                  <a:ext uri="{FF2B5EF4-FFF2-40B4-BE49-F238E27FC236}">
                    <a16:creationId xmlns:a16="http://schemas.microsoft.com/office/drawing/2014/main" id="{DE283B99-E878-DEEF-A904-A11FF3B03F1F}"/>
                  </a:ext>
                </a:extLst>
              </p:cNvPr>
              <p:cNvSpPr/>
              <p:nvPr/>
            </p:nvSpPr>
            <p:spPr>
              <a:xfrm>
                <a:off x="1712944" y="63377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4" name="Oval 3663">
                <a:extLst>
                  <a:ext uri="{FF2B5EF4-FFF2-40B4-BE49-F238E27FC236}">
                    <a16:creationId xmlns:a16="http://schemas.microsoft.com/office/drawing/2014/main" id="{676E5B9B-5789-26E5-BF61-2278189DFF27}"/>
                  </a:ext>
                </a:extLst>
              </p:cNvPr>
              <p:cNvSpPr/>
              <p:nvPr/>
            </p:nvSpPr>
            <p:spPr>
              <a:xfrm>
                <a:off x="1490321" y="618590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5" name="Oval 3664">
                <a:extLst>
                  <a:ext uri="{FF2B5EF4-FFF2-40B4-BE49-F238E27FC236}">
                    <a16:creationId xmlns:a16="http://schemas.microsoft.com/office/drawing/2014/main" id="{6A46F3F9-CC54-F538-5565-6A150660F509}"/>
                  </a:ext>
                </a:extLst>
              </p:cNvPr>
              <p:cNvSpPr/>
              <p:nvPr/>
            </p:nvSpPr>
            <p:spPr>
              <a:xfrm>
                <a:off x="1644451" y="63810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6" name="Oval 3665">
                <a:extLst>
                  <a:ext uri="{FF2B5EF4-FFF2-40B4-BE49-F238E27FC236}">
                    <a16:creationId xmlns:a16="http://schemas.microsoft.com/office/drawing/2014/main" id="{D116B40D-3D61-F2F3-DBE5-347C8CE28513}"/>
                  </a:ext>
                </a:extLst>
              </p:cNvPr>
              <p:cNvSpPr/>
              <p:nvPr/>
            </p:nvSpPr>
            <p:spPr>
              <a:xfrm>
                <a:off x="1725781" y="63208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7" name="Oval 3666">
                <a:extLst>
                  <a:ext uri="{FF2B5EF4-FFF2-40B4-BE49-F238E27FC236}">
                    <a16:creationId xmlns:a16="http://schemas.microsoft.com/office/drawing/2014/main" id="{0858CE17-3AD7-BED7-C9EE-0A0D7913CE0E}"/>
                  </a:ext>
                </a:extLst>
              </p:cNvPr>
              <p:cNvSpPr/>
              <p:nvPr/>
            </p:nvSpPr>
            <p:spPr>
              <a:xfrm>
                <a:off x="1803480" y="618953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8" name="Oval 3667">
                <a:extLst>
                  <a:ext uri="{FF2B5EF4-FFF2-40B4-BE49-F238E27FC236}">
                    <a16:creationId xmlns:a16="http://schemas.microsoft.com/office/drawing/2014/main" id="{13F92FBD-27B2-362C-D870-8B3121E56F08}"/>
                  </a:ext>
                </a:extLst>
              </p:cNvPr>
              <p:cNvSpPr/>
              <p:nvPr/>
            </p:nvSpPr>
            <p:spPr>
              <a:xfrm>
                <a:off x="1577056" y="63373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69" name="Oval 3668">
                <a:extLst>
                  <a:ext uri="{FF2B5EF4-FFF2-40B4-BE49-F238E27FC236}">
                    <a16:creationId xmlns:a16="http://schemas.microsoft.com/office/drawing/2014/main" id="{D396AE91-3D7A-EE6F-77A6-5AFE58B458BF}"/>
                  </a:ext>
                </a:extLst>
              </p:cNvPr>
              <p:cNvSpPr/>
              <p:nvPr/>
            </p:nvSpPr>
            <p:spPr>
              <a:xfrm>
                <a:off x="1740054" y="62826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0" name="Oval 3669">
                <a:extLst>
                  <a:ext uri="{FF2B5EF4-FFF2-40B4-BE49-F238E27FC236}">
                    <a16:creationId xmlns:a16="http://schemas.microsoft.com/office/drawing/2014/main" id="{B94D2863-FB10-FFB9-EA09-846815B945BB}"/>
                  </a:ext>
                </a:extLst>
              </p:cNvPr>
              <p:cNvSpPr/>
              <p:nvPr/>
            </p:nvSpPr>
            <p:spPr>
              <a:xfrm>
                <a:off x="1781184" y="62799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1" name="Oval 3670">
                <a:extLst>
                  <a:ext uri="{FF2B5EF4-FFF2-40B4-BE49-F238E27FC236}">
                    <a16:creationId xmlns:a16="http://schemas.microsoft.com/office/drawing/2014/main" id="{EDCB3D16-421C-21DF-A519-3D433017DE2E}"/>
                  </a:ext>
                </a:extLst>
              </p:cNvPr>
              <p:cNvSpPr/>
              <p:nvPr/>
            </p:nvSpPr>
            <p:spPr>
              <a:xfrm>
                <a:off x="1675699" y="63274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2" name="Oval 3671">
                <a:extLst>
                  <a:ext uri="{FF2B5EF4-FFF2-40B4-BE49-F238E27FC236}">
                    <a16:creationId xmlns:a16="http://schemas.microsoft.com/office/drawing/2014/main" id="{FF37ACFA-DB07-CA45-5938-A3902B52182B}"/>
                  </a:ext>
                </a:extLst>
              </p:cNvPr>
              <p:cNvSpPr/>
              <p:nvPr/>
            </p:nvSpPr>
            <p:spPr>
              <a:xfrm>
                <a:off x="1906093" y="62166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3" name="Oval 3672">
                <a:extLst>
                  <a:ext uri="{FF2B5EF4-FFF2-40B4-BE49-F238E27FC236}">
                    <a16:creationId xmlns:a16="http://schemas.microsoft.com/office/drawing/2014/main" id="{035E6E2C-00CD-139D-B5C9-57AB76D59004}"/>
                  </a:ext>
                </a:extLst>
              </p:cNvPr>
              <p:cNvSpPr/>
              <p:nvPr/>
            </p:nvSpPr>
            <p:spPr>
              <a:xfrm>
                <a:off x="1736000" y="63410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4" name="Oval 3673">
                <a:extLst>
                  <a:ext uri="{FF2B5EF4-FFF2-40B4-BE49-F238E27FC236}">
                    <a16:creationId xmlns:a16="http://schemas.microsoft.com/office/drawing/2014/main" id="{697F9D88-3056-CA27-1A82-A04D0BD6A707}"/>
                  </a:ext>
                </a:extLst>
              </p:cNvPr>
              <p:cNvSpPr/>
              <p:nvPr/>
            </p:nvSpPr>
            <p:spPr>
              <a:xfrm>
                <a:off x="1732115" y="62494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5" name="Oval 3674">
                <a:extLst>
                  <a:ext uri="{FF2B5EF4-FFF2-40B4-BE49-F238E27FC236}">
                    <a16:creationId xmlns:a16="http://schemas.microsoft.com/office/drawing/2014/main" id="{BF274578-DD63-1F30-F460-17D70CD6B1B9}"/>
                  </a:ext>
                </a:extLst>
              </p:cNvPr>
              <p:cNvSpPr/>
              <p:nvPr/>
            </p:nvSpPr>
            <p:spPr>
              <a:xfrm>
                <a:off x="1785998" y="62300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6" name="Oval 3675">
                <a:extLst>
                  <a:ext uri="{FF2B5EF4-FFF2-40B4-BE49-F238E27FC236}">
                    <a16:creationId xmlns:a16="http://schemas.microsoft.com/office/drawing/2014/main" id="{A918B0B1-ABCB-2D50-DA30-2B5644AAAADB}"/>
                  </a:ext>
                </a:extLst>
              </p:cNvPr>
              <p:cNvSpPr/>
              <p:nvPr/>
            </p:nvSpPr>
            <p:spPr>
              <a:xfrm>
                <a:off x="1662778" y="640396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7" name="Oval 3676">
                <a:extLst>
                  <a:ext uri="{FF2B5EF4-FFF2-40B4-BE49-F238E27FC236}">
                    <a16:creationId xmlns:a16="http://schemas.microsoft.com/office/drawing/2014/main" id="{59930AB9-0CA6-C441-3EAF-3CE02DEB37AA}"/>
                  </a:ext>
                </a:extLst>
              </p:cNvPr>
              <p:cNvSpPr/>
              <p:nvPr/>
            </p:nvSpPr>
            <p:spPr>
              <a:xfrm>
                <a:off x="1681273" y="634121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8" name="Oval 3677">
                <a:extLst>
                  <a:ext uri="{FF2B5EF4-FFF2-40B4-BE49-F238E27FC236}">
                    <a16:creationId xmlns:a16="http://schemas.microsoft.com/office/drawing/2014/main" id="{BB4DD46A-B428-B4C9-AF14-19BD2DA46C2B}"/>
                  </a:ext>
                </a:extLst>
              </p:cNvPr>
              <p:cNvSpPr/>
              <p:nvPr/>
            </p:nvSpPr>
            <p:spPr>
              <a:xfrm>
                <a:off x="1692844" y="623632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9" name="Oval 3678">
                <a:extLst>
                  <a:ext uri="{FF2B5EF4-FFF2-40B4-BE49-F238E27FC236}">
                    <a16:creationId xmlns:a16="http://schemas.microsoft.com/office/drawing/2014/main" id="{47EE5434-F9EA-19CD-3A69-1A30D2E1CCB3}"/>
                  </a:ext>
                </a:extLst>
              </p:cNvPr>
              <p:cNvSpPr/>
              <p:nvPr/>
            </p:nvSpPr>
            <p:spPr>
              <a:xfrm>
                <a:off x="1826114" y="62499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0" name="Oval 3679">
                <a:extLst>
                  <a:ext uri="{FF2B5EF4-FFF2-40B4-BE49-F238E27FC236}">
                    <a16:creationId xmlns:a16="http://schemas.microsoft.com/office/drawing/2014/main" id="{3B22D31D-F873-B501-AFCB-E734DA9EB934}"/>
                  </a:ext>
                </a:extLst>
              </p:cNvPr>
              <p:cNvSpPr/>
              <p:nvPr/>
            </p:nvSpPr>
            <p:spPr>
              <a:xfrm>
                <a:off x="1835235" y="61951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1" name="Oval 3680">
                <a:extLst>
                  <a:ext uri="{FF2B5EF4-FFF2-40B4-BE49-F238E27FC236}">
                    <a16:creationId xmlns:a16="http://schemas.microsoft.com/office/drawing/2014/main" id="{866FC70C-5A38-F946-D81E-41B169A51E35}"/>
                  </a:ext>
                </a:extLst>
              </p:cNvPr>
              <p:cNvSpPr/>
              <p:nvPr/>
            </p:nvSpPr>
            <p:spPr>
              <a:xfrm>
                <a:off x="1767249" y="625110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2" name="Oval 3681">
                <a:extLst>
                  <a:ext uri="{FF2B5EF4-FFF2-40B4-BE49-F238E27FC236}">
                    <a16:creationId xmlns:a16="http://schemas.microsoft.com/office/drawing/2014/main" id="{0A5C3EB1-035C-6D08-5EEF-E557A6A28ABE}"/>
                  </a:ext>
                </a:extLst>
              </p:cNvPr>
              <p:cNvSpPr/>
              <p:nvPr/>
            </p:nvSpPr>
            <p:spPr>
              <a:xfrm>
                <a:off x="1583306" y="62263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3" name="Oval 3682">
                <a:extLst>
                  <a:ext uri="{FF2B5EF4-FFF2-40B4-BE49-F238E27FC236}">
                    <a16:creationId xmlns:a16="http://schemas.microsoft.com/office/drawing/2014/main" id="{FCEA4C3A-1F60-E248-3F45-F25A39BAA29E}"/>
                  </a:ext>
                </a:extLst>
              </p:cNvPr>
              <p:cNvSpPr/>
              <p:nvPr/>
            </p:nvSpPr>
            <p:spPr>
              <a:xfrm>
                <a:off x="1651207" y="63758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4" name="Oval 3683">
                <a:extLst>
                  <a:ext uri="{FF2B5EF4-FFF2-40B4-BE49-F238E27FC236}">
                    <a16:creationId xmlns:a16="http://schemas.microsoft.com/office/drawing/2014/main" id="{91727195-F118-9E93-D30E-1BC4D119F9BA}"/>
                  </a:ext>
                </a:extLst>
              </p:cNvPr>
              <p:cNvSpPr/>
              <p:nvPr/>
            </p:nvSpPr>
            <p:spPr>
              <a:xfrm>
                <a:off x="1751202" y="63201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5" name="Oval 3684">
                <a:extLst>
                  <a:ext uri="{FF2B5EF4-FFF2-40B4-BE49-F238E27FC236}">
                    <a16:creationId xmlns:a16="http://schemas.microsoft.com/office/drawing/2014/main" id="{F8A6A311-1318-39C3-F26C-C91F63A77211}"/>
                  </a:ext>
                </a:extLst>
              </p:cNvPr>
              <p:cNvSpPr/>
              <p:nvPr/>
            </p:nvSpPr>
            <p:spPr>
              <a:xfrm>
                <a:off x="1674601" y="627399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6" name="Oval 3685">
                <a:extLst>
                  <a:ext uri="{FF2B5EF4-FFF2-40B4-BE49-F238E27FC236}">
                    <a16:creationId xmlns:a16="http://schemas.microsoft.com/office/drawing/2014/main" id="{0D9CFACD-26AF-308A-C552-24FE4C107C57}"/>
                  </a:ext>
                </a:extLst>
              </p:cNvPr>
              <p:cNvSpPr/>
              <p:nvPr/>
            </p:nvSpPr>
            <p:spPr>
              <a:xfrm>
                <a:off x="1742588" y="630025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7" name="Oval 3686">
                <a:extLst>
                  <a:ext uri="{FF2B5EF4-FFF2-40B4-BE49-F238E27FC236}">
                    <a16:creationId xmlns:a16="http://schemas.microsoft.com/office/drawing/2014/main" id="{5456CBA6-D651-2F82-0CDB-89E8433A5E7D}"/>
                  </a:ext>
                </a:extLst>
              </p:cNvPr>
              <p:cNvSpPr/>
              <p:nvPr/>
            </p:nvSpPr>
            <p:spPr>
              <a:xfrm>
                <a:off x="1686932" y="627829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8" name="Oval 3687">
                <a:extLst>
                  <a:ext uri="{FF2B5EF4-FFF2-40B4-BE49-F238E27FC236}">
                    <a16:creationId xmlns:a16="http://schemas.microsoft.com/office/drawing/2014/main" id="{414139E3-9534-58DF-94EB-DBAB0FF8E1DF}"/>
                  </a:ext>
                </a:extLst>
              </p:cNvPr>
              <p:cNvSpPr/>
              <p:nvPr/>
            </p:nvSpPr>
            <p:spPr>
              <a:xfrm>
                <a:off x="1796301" y="63006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89" name="Oval 3688">
                <a:extLst>
                  <a:ext uri="{FF2B5EF4-FFF2-40B4-BE49-F238E27FC236}">
                    <a16:creationId xmlns:a16="http://schemas.microsoft.com/office/drawing/2014/main" id="{998FCA74-9173-12A7-B8CB-47051FC7ACA7}"/>
                  </a:ext>
                </a:extLst>
              </p:cNvPr>
              <p:cNvSpPr/>
              <p:nvPr/>
            </p:nvSpPr>
            <p:spPr>
              <a:xfrm>
                <a:off x="1758212" y="619291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0" name="Oval 3689">
                <a:extLst>
                  <a:ext uri="{FF2B5EF4-FFF2-40B4-BE49-F238E27FC236}">
                    <a16:creationId xmlns:a16="http://schemas.microsoft.com/office/drawing/2014/main" id="{5E0935B9-A04A-E6AE-4D13-836C9A080944}"/>
                  </a:ext>
                </a:extLst>
              </p:cNvPr>
              <p:cNvSpPr/>
              <p:nvPr/>
            </p:nvSpPr>
            <p:spPr>
              <a:xfrm>
                <a:off x="1596058" y="632255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1" name="Oval 3690">
                <a:extLst>
                  <a:ext uri="{FF2B5EF4-FFF2-40B4-BE49-F238E27FC236}">
                    <a16:creationId xmlns:a16="http://schemas.microsoft.com/office/drawing/2014/main" id="{1527457B-7466-E1B0-50B9-A60EDD4E48DF}"/>
                  </a:ext>
                </a:extLst>
              </p:cNvPr>
              <p:cNvSpPr/>
              <p:nvPr/>
            </p:nvSpPr>
            <p:spPr>
              <a:xfrm>
                <a:off x="1769275" y="63057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2" name="Oval 3691">
                <a:extLst>
                  <a:ext uri="{FF2B5EF4-FFF2-40B4-BE49-F238E27FC236}">
                    <a16:creationId xmlns:a16="http://schemas.microsoft.com/office/drawing/2014/main" id="{A7039541-D58C-7CB1-C4D6-519E3BB46AF1}"/>
                  </a:ext>
                </a:extLst>
              </p:cNvPr>
              <p:cNvSpPr/>
              <p:nvPr/>
            </p:nvSpPr>
            <p:spPr>
              <a:xfrm>
                <a:off x="1796048" y="63005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3" name="Oval 3692">
                <a:extLst>
                  <a:ext uri="{FF2B5EF4-FFF2-40B4-BE49-F238E27FC236}">
                    <a16:creationId xmlns:a16="http://schemas.microsoft.com/office/drawing/2014/main" id="{B162DE5C-014E-33DE-CE4E-38BE2891287D}"/>
                  </a:ext>
                </a:extLst>
              </p:cNvPr>
              <p:cNvSpPr/>
              <p:nvPr/>
            </p:nvSpPr>
            <p:spPr>
              <a:xfrm>
                <a:off x="2251767" y="55191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4" name="Oval 3693">
                <a:extLst>
                  <a:ext uri="{FF2B5EF4-FFF2-40B4-BE49-F238E27FC236}">
                    <a16:creationId xmlns:a16="http://schemas.microsoft.com/office/drawing/2014/main" id="{531A18F1-205F-5447-389B-0CD80ED7DEEB}"/>
                  </a:ext>
                </a:extLst>
              </p:cNvPr>
              <p:cNvSpPr/>
              <p:nvPr/>
            </p:nvSpPr>
            <p:spPr>
              <a:xfrm>
                <a:off x="1801875" y="62391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5" name="Oval 3694">
                <a:extLst>
                  <a:ext uri="{FF2B5EF4-FFF2-40B4-BE49-F238E27FC236}">
                    <a16:creationId xmlns:a16="http://schemas.microsoft.com/office/drawing/2014/main" id="{3CB5FC87-802C-EA0E-E386-8E219A1C31EA}"/>
                  </a:ext>
                </a:extLst>
              </p:cNvPr>
              <p:cNvSpPr/>
              <p:nvPr/>
            </p:nvSpPr>
            <p:spPr>
              <a:xfrm>
                <a:off x="1857362" y="62512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6" name="Oval 3695">
                <a:extLst>
                  <a:ext uri="{FF2B5EF4-FFF2-40B4-BE49-F238E27FC236}">
                    <a16:creationId xmlns:a16="http://schemas.microsoft.com/office/drawing/2014/main" id="{6EF09DAE-418A-CD6B-7B88-AD0F8D2AC275}"/>
                  </a:ext>
                </a:extLst>
              </p:cNvPr>
              <p:cNvSpPr/>
              <p:nvPr/>
            </p:nvSpPr>
            <p:spPr>
              <a:xfrm>
                <a:off x="1716829" y="63758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7" name="Oval 3696">
                <a:extLst>
                  <a:ext uri="{FF2B5EF4-FFF2-40B4-BE49-F238E27FC236}">
                    <a16:creationId xmlns:a16="http://schemas.microsoft.com/office/drawing/2014/main" id="{8C6385E7-C0E2-2D95-D8F7-A163D99ED4DB}"/>
                  </a:ext>
                </a:extLst>
              </p:cNvPr>
              <p:cNvSpPr/>
              <p:nvPr/>
            </p:nvSpPr>
            <p:spPr>
              <a:xfrm>
                <a:off x="1803395" y="62213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8" name="Oval 3697">
                <a:extLst>
                  <a:ext uri="{FF2B5EF4-FFF2-40B4-BE49-F238E27FC236}">
                    <a16:creationId xmlns:a16="http://schemas.microsoft.com/office/drawing/2014/main" id="{AE1811C1-4657-2C67-BD55-A8374FDD84F1}"/>
                  </a:ext>
                </a:extLst>
              </p:cNvPr>
              <p:cNvSpPr/>
              <p:nvPr/>
            </p:nvSpPr>
            <p:spPr>
              <a:xfrm>
                <a:off x="1816486" y="63028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9" name="Oval 3698">
                <a:extLst>
                  <a:ext uri="{FF2B5EF4-FFF2-40B4-BE49-F238E27FC236}">
                    <a16:creationId xmlns:a16="http://schemas.microsoft.com/office/drawing/2014/main" id="{AB34DD33-2494-6B46-A270-3392289F212B}"/>
                  </a:ext>
                </a:extLst>
              </p:cNvPr>
              <p:cNvSpPr/>
              <p:nvPr/>
            </p:nvSpPr>
            <p:spPr>
              <a:xfrm>
                <a:off x="1780930" y="628598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0" name="Oval 3699">
                <a:extLst>
                  <a:ext uri="{FF2B5EF4-FFF2-40B4-BE49-F238E27FC236}">
                    <a16:creationId xmlns:a16="http://schemas.microsoft.com/office/drawing/2014/main" id="{6ACC5D3D-7D3B-3C18-C733-E26264C3E19C}"/>
                  </a:ext>
                </a:extLst>
              </p:cNvPr>
              <p:cNvSpPr/>
              <p:nvPr/>
            </p:nvSpPr>
            <p:spPr>
              <a:xfrm>
                <a:off x="1574860" y="61995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1" name="Oval 3700">
                <a:extLst>
                  <a:ext uri="{FF2B5EF4-FFF2-40B4-BE49-F238E27FC236}">
                    <a16:creationId xmlns:a16="http://schemas.microsoft.com/office/drawing/2014/main" id="{05855978-15E3-1900-5196-9D21D35CC85F}"/>
                  </a:ext>
                </a:extLst>
              </p:cNvPr>
              <p:cNvSpPr/>
              <p:nvPr/>
            </p:nvSpPr>
            <p:spPr>
              <a:xfrm>
                <a:off x="1748331" y="62261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2" name="Oval 3701">
                <a:extLst>
                  <a:ext uri="{FF2B5EF4-FFF2-40B4-BE49-F238E27FC236}">
                    <a16:creationId xmlns:a16="http://schemas.microsoft.com/office/drawing/2014/main" id="{B66CD73B-37EE-F451-44EC-665D7942283D}"/>
                  </a:ext>
                </a:extLst>
              </p:cNvPr>
              <p:cNvSpPr/>
              <p:nvPr/>
            </p:nvSpPr>
            <p:spPr>
              <a:xfrm>
                <a:off x="1744108" y="63288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3" name="Oval 3702">
                <a:extLst>
                  <a:ext uri="{FF2B5EF4-FFF2-40B4-BE49-F238E27FC236}">
                    <a16:creationId xmlns:a16="http://schemas.microsoft.com/office/drawing/2014/main" id="{24F49F51-4823-7DFB-8E18-691B1F5E7E40}"/>
                  </a:ext>
                </a:extLst>
              </p:cNvPr>
              <p:cNvSpPr/>
              <p:nvPr/>
            </p:nvSpPr>
            <p:spPr>
              <a:xfrm>
                <a:off x="1748584" y="63851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4" name="Oval 3703">
                <a:extLst>
                  <a:ext uri="{FF2B5EF4-FFF2-40B4-BE49-F238E27FC236}">
                    <a16:creationId xmlns:a16="http://schemas.microsoft.com/office/drawing/2014/main" id="{25375D08-BD4F-8C2A-5129-5EB815CAB5D7}"/>
                  </a:ext>
                </a:extLst>
              </p:cNvPr>
              <p:cNvSpPr/>
              <p:nvPr/>
            </p:nvSpPr>
            <p:spPr>
              <a:xfrm>
                <a:off x="1766573" y="630481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5" name="Oval 3704">
                <a:extLst>
                  <a:ext uri="{FF2B5EF4-FFF2-40B4-BE49-F238E27FC236}">
                    <a16:creationId xmlns:a16="http://schemas.microsoft.com/office/drawing/2014/main" id="{ECAF380C-AC8E-E0F9-3607-5420D7B4EEE0}"/>
                  </a:ext>
                </a:extLst>
              </p:cNvPr>
              <p:cNvSpPr/>
              <p:nvPr/>
            </p:nvSpPr>
            <p:spPr>
              <a:xfrm>
                <a:off x="1688368" y="63765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6" name="Oval 3705">
                <a:extLst>
                  <a:ext uri="{FF2B5EF4-FFF2-40B4-BE49-F238E27FC236}">
                    <a16:creationId xmlns:a16="http://schemas.microsoft.com/office/drawing/2014/main" id="{1E7FE3FA-98A5-04BD-17C1-048B8CDB48E7}"/>
                  </a:ext>
                </a:extLst>
              </p:cNvPr>
              <p:cNvSpPr/>
              <p:nvPr/>
            </p:nvSpPr>
            <p:spPr>
              <a:xfrm>
                <a:off x="1700107" y="61348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7" name="Oval 3706">
                <a:extLst>
                  <a:ext uri="{FF2B5EF4-FFF2-40B4-BE49-F238E27FC236}">
                    <a16:creationId xmlns:a16="http://schemas.microsoft.com/office/drawing/2014/main" id="{E275B06F-6F91-ACBD-ADF6-EF862FF743EB}"/>
                  </a:ext>
                </a:extLst>
              </p:cNvPr>
              <p:cNvSpPr/>
              <p:nvPr/>
            </p:nvSpPr>
            <p:spPr>
              <a:xfrm>
                <a:off x="1594876" y="626182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8" name="Oval 3707">
                <a:extLst>
                  <a:ext uri="{FF2B5EF4-FFF2-40B4-BE49-F238E27FC236}">
                    <a16:creationId xmlns:a16="http://schemas.microsoft.com/office/drawing/2014/main" id="{AC7EC262-F2A4-F192-2860-C95E2C56EF0B}"/>
                  </a:ext>
                </a:extLst>
              </p:cNvPr>
              <p:cNvSpPr/>
              <p:nvPr/>
            </p:nvSpPr>
            <p:spPr>
              <a:xfrm>
                <a:off x="1838697" y="62886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9" name="Oval 3708">
                <a:extLst>
                  <a:ext uri="{FF2B5EF4-FFF2-40B4-BE49-F238E27FC236}">
                    <a16:creationId xmlns:a16="http://schemas.microsoft.com/office/drawing/2014/main" id="{576CBD4E-E017-67C4-16A2-1161DAFDB912}"/>
                  </a:ext>
                </a:extLst>
              </p:cNvPr>
              <p:cNvSpPr/>
              <p:nvPr/>
            </p:nvSpPr>
            <p:spPr>
              <a:xfrm>
                <a:off x="1678909" y="61454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0" name="Oval 3709">
                <a:extLst>
                  <a:ext uri="{FF2B5EF4-FFF2-40B4-BE49-F238E27FC236}">
                    <a16:creationId xmlns:a16="http://schemas.microsoft.com/office/drawing/2014/main" id="{F0B229FB-C2D7-7B15-0EB3-5005CEF82678}"/>
                  </a:ext>
                </a:extLst>
              </p:cNvPr>
              <p:cNvSpPr/>
              <p:nvPr/>
            </p:nvSpPr>
            <p:spPr>
              <a:xfrm>
                <a:off x="1875351" y="62310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1" name="Oval 3710">
                <a:extLst>
                  <a:ext uri="{FF2B5EF4-FFF2-40B4-BE49-F238E27FC236}">
                    <a16:creationId xmlns:a16="http://schemas.microsoft.com/office/drawing/2014/main" id="{C10567FD-1FFE-3938-62B9-58FD0B8A51E5}"/>
                  </a:ext>
                </a:extLst>
              </p:cNvPr>
              <p:cNvSpPr/>
              <p:nvPr/>
            </p:nvSpPr>
            <p:spPr>
              <a:xfrm>
                <a:off x="1805507" y="63130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2" name="Oval 3711">
                <a:extLst>
                  <a:ext uri="{FF2B5EF4-FFF2-40B4-BE49-F238E27FC236}">
                    <a16:creationId xmlns:a16="http://schemas.microsoft.com/office/drawing/2014/main" id="{CC5812C6-6C5A-F0BD-EAB5-A81E51B27663}"/>
                  </a:ext>
                </a:extLst>
              </p:cNvPr>
              <p:cNvSpPr/>
              <p:nvPr/>
            </p:nvSpPr>
            <p:spPr>
              <a:xfrm>
                <a:off x="1781099" y="62153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3" name="Oval 3712">
                <a:extLst>
                  <a:ext uri="{FF2B5EF4-FFF2-40B4-BE49-F238E27FC236}">
                    <a16:creationId xmlns:a16="http://schemas.microsoft.com/office/drawing/2014/main" id="{90795F6B-4202-A866-846E-AD1DC85EB3C6}"/>
                  </a:ext>
                </a:extLst>
              </p:cNvPr>
              <p:cNvSpPr/>
              <p:nvPr/>
            </p:nvSpPr>
            <p:spPr>
              <a:xfrm>
                <a:off x="1578069" y="61604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4" name="Oval 3713">
                <a:extLst>
                  <a:ext uri="{FF2B5EF4-FFF2-40B4-BE49-F238E27FC236}">
                    <a16:creationId xmlns:a16="http://schemas.microsoft.com/office/drawing/2014/main" id="{68347FB2-D02E-9ACE-F3D9-3CC0F185D579}"/>
                  </a:ext>
                </a:extLst>
              </p:cNvPr>
              <p:cNvSpPr/>
              <p:nvPr/>
            </p:nvSpPr>
            <p:spPr>
              <a:xfrm>
                <a:off x="1691239" y="63623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5" name="Oval 3714">
                <a:extLst>
                  <a:ext uri="{FF2B5EF4-FFF2-40B4-BE49-F238E27FC236}">
                    <a16:creationId xmlns:a16="http://schemas.microsoft.com/office/drawing/2014/main" id="{8950A2E1-B78A-BCDC-D861-82599DC9E7ED}"/>
                  </a:ext>
                </a:extLst>
              </p:cNvPr>
              <p:cNvSpPr/>
              <p:nvPr/>
            </p:nvSpPr>
            <p:spPr>
              <a:xfrm>
                <a:off x="1764715" y="63430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6" name="Oval 3715">
                <a:extLst>
                  <a:ext uri="{FF2B5EF4-FFF2-40B4-BE49-F238E27FC236}">
                    <a16:creationId xmlns:a16="http://schemas.microsoft.com/office/drawing/2014/main" id="{23A9361A-D218-FD97-1596-3954E448DAA4}"/>
                  </a:ext>
                </a:extLst>
              </p:cNvPr>
              <p:cNvSpPr/>
              <p:nvPr/>
            </p:nvSpPr>
            <p:spPr>
              <a:xfrm>
                <a:off x="1763026" y="63073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7" name="Oval 3716">
                <a:extLst>
                  <a:ext uri="{FF2B5EF4-FFF2-40B4-BE49-F238E27FC236}">
                    <a16:creationId xmlns:a16="http://schemas.microsoft.com/office/drawing/2014/main" id="{70465F3E-0D74-64A1-5D79-13F6CDB27595}"/>
                  </a:ext>
                </a:extLst>
              </p:cNvPr>
              <p:cNvSpPr/>
              <p:nvPr/>
            </p:nvSpPr>
            <p:spPr>
              <a:xfrm>
                <a:off x="1887512" y="62403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8" name="Oval 3717">
                <a:extLst>
                  <a:ext uri="{FF2B5EF4-FFF2-40B4-BE49-F238E27FC236}">
                    <a16:creationId xmlns:a16="http://schemas.microsoft.com/office/drawing/2014/main" id="{1AE9EDD9-7804-9CD5-D046-C27B5BFC2F0E}"/>
                  </a:ext>
                </a:extLst>
              </p:cNvPr>
              <p:cNvSpPr/>
              <p:nvPr/>
            </p:nvSpPr>
            <p:spPr>
              <a:xfrm>
                <a:off x="1536518" y="61282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9" name="Oval 3718">
                <a:extLst>
                  <a:ext uri="{FF2B5EF4-FFF2-40B4-BE49-F238E27FC236}">
                    <a16:creationId xmlns:a16="http://schemas.microsoft.com/office/drawing/2014/main" id="{48F5F4CB-4725-1977-231B-5C1CD5796134}"/>
                  </a:ext>
                </a:extLst>
              </p:cNvPr>
              <p:cNvSpPr/>
              <p:nvPr/>
            </p:nvSpPr>
            <p:spPr>
              <a:xfrm>
                <a:off x="1609318" y="63342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0" name="Oval 3719">
                <a:extLst>
                  <a:ext uri="{FF2B5EF4-FFF2-40B4-BE49-F238E27FC236}">
                    <a16:creationId xmlns:a16="http://schemas.microsoft.com/office/drawing/2014/main" id="{0624A445-2E13-1D29-D304-66E7203033DB}"/>
                  </a:ext>
                </a:extLst>
              </p:cNvPr>
              <p:cNvSpPr/>
              <p:nvPr/>
            </p:nvSpPr>
            <p:spPr>
              <a:xfrm>
                <a:off x="1734818" y="62805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721" name="TextBox 3720">
              <a:extLst>
                <a:ext uri="{FF2B5EF4-FFF2-40B4-BE49-F238E27FC236}">
                  <a16:creationId xmlns:a16="http://schemas.microsoft.com/office/drawing/2014/main" id="{4E8A88E3-A0B8-5B19-0119-49FB9F1C82C0}"/>
                </a:ext>
              </a:extLst>
            </p:cNvPr>
            <p:cNvSpPr txBox="1"/>
            <p:nvPr/>
          </p:nvSpPr>
          <p:spPr>
            <a:xfrm>
              <a:off x="1690619" y="5245528"/>
              <a:ext cx="466925" cy="1857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0" i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tacr3a+</a:t>
              </a:r>
            </a:p>
          </p:txBody>
        </p:sp>
      </p:grpSp>
      <p:grpSp>
        <p:nvGrpSpPr>
          <p:cNvPr id="3722" name="Graphic 286">
            <a:extLst>
              <a:ext uri="{FF2B5EF4-FFF2-40B4-BE49-F238E27FC236}">
                <a16:creationId xmlns:a16="http://schemas.microsoft.com/office/drawing/2014/main" id="{ADFD4EE6-B7CE-5D66-2B9D-AD576F93EF07}"/>
              </a:ext>
            </a:extLst>
          </p:cNvPr>
          <p:cNvGrpSpPr/>
          <p:nvPr/>
        </p:nvGrpSpPr>
        <p:grpSpPr>
          <a:xfrm>
            <a:off x="2632012" y="4039733"/>
            <a:ext cx="2600284" cy="4357624"/>
            <a:chOff x="2632012" y="4039733"/>
            <a:chExt cx="2600284" cy="4357624"/>
          </a:xfrm>
        </p:grpSpPr>
        <p:sp>
          <p:nvSpPr>
            <p:cNvPr id="3723" name="Rectangle 3722">
              <a:extLst>
                <a:ext uri="{FF2B5EF4-FFF2-40B4-BE49-F238E27FC236}">
                  <a16:creationId xmlns:a16="http://schemas.microsoft.com/office/drawing/2014/main" id="{C6963AA3-86E4-7E19-D211-9F5B01099CD3}"/>
                </a:ext>
              </a:extLst>
            </p:cNvPr>
            <p:cNvSpPr/>
            <p:nvPr/>
          </p:nvSpPr>
          <p:spPr>
            <a:xfrm>
              <a:off x="2632012" y="5265091"/>
              <a:ext cx="1216152" cy="1216152"/>
            </a:xfrm>
            <a:prstGeom prst="rect">
              <a:avLst/>
            </a:prstGeom>
            <a:noFill/>
            <a:ln w="8401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4" name="Rectangle 3723">
              <a:extLst>
                <a:ext uri="{FF2B5EF4-FFF2-40B4-BE49-F238E27FC236}">
                  <a16:creationId xmlns:a16="http://schemas.microsoft.com/office/drawing/2014/main" id="{1453B583-8583-6E58-7B48-B7307415B7A2}"/>
                </a:ext>
              </a:extLst>
            </p:cNvPr>
            <p:cNvSpPr/>
            <p:nvPr/>
          </p:nvSpPr>
          <p:spPr>
            <a:xfrm>
              <a:off x="2632012" y="5265091"/>
              <a:ext cx="1216152" cy="1216152"/>
            </a:xfrm>
            <a:prstGeom prst="rect">
              <a:avLst/>
            </a:prstGeom>
            <a:noFill/>
            <a:ln w="0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25" name="Graphic 286">
              <a:extLst>
                <a:ext uri="{FF2B5EF4-FFF2-40B4-BE49-F238E27FC236}">
                  <a16:creationId xmlns:a16="http://schemas.microsoft.com/office/drawing/2014/main" id="{EDC3D03D-4C87-5D99-1FEE-9895C079692E}"/>
                </a:ext>
              </a:extLst>
            </p:cNvPr>
            <p:cNvGrpSpPr/>
            <p:nvPr/>
          </p:nvGrpSpPr>
          <p:grpSpPr>
            <a:xfrm>
              <a:off x="2670185" y="4039733"/>
              <a:ext cx="2562111" cy="4357624"/>
              <a:chOff x="2670185" y="4039733"/>
              <a:chExt cx="2562111" cy="4357624"/>
            </a:xfrm>
          </p:grpSpPr>
          <p:sp>
            <p:nvSpPr>
              <p:cNvPr id="3726" name="Oval 3725">
                <a:extLst>
                  <a:ext uri="{FF2B5EF4-FFF2-40B4-BE49-F238E27FC236}">
                    <a16:creationId xmlns:a16="http://schemas.microsoft.com/office/drawing/2014/main" id="{10C05DBB-7497-F301-8341-AA3C792A5895}"/>
                  </a:ext>
                </a:extLst>
              </p:cNvPr>
              <p:cNvSpPr/>
              <p:nvPr/>
            </p:nvSpPr>
            <p:spPr>
              <a:xfrm>
                <a:off x="3175226" y="6284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7" name="Oval 3726">
                <a:extLst>
                  <a:ext uri="{FF2B5EF4-FFF2-40B4-BE49-F238E27FC236}">
                    <a16:creationId xmlns:a16="http://schemas.microsoft.com/office/drawing/2014/main" id="{C1B851E9-F1F7-763E-61F7-A40A9E8B9E87}"/>
                  </a:ext>
                </a:extLst>
              </p:cNvPr>
              <p:cNvSpPr/>
              <p:nvPr/>
            </p:nvSpPr>
            <p:spPr>
              <a:xfrm>
                <a:off x="3093811" y="59632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8" name="Oval 3727">
                <a:extLst>
                  <a:ext uri="{FF2B5EF4-FFF2-40B4-BE49-F238E27FC236}">
                    <a16:creationId xmlns:a16="http://schemas.microsoft.com/office/drawing/2014/main" id="{9F221523-B631-EAFE-1758-760A2AD023FC}"/>
                  </a:ext>
                </a:extLst>
              </p:cNvPr>
              <p:cNvSpPr/>
              <p:nvPr/>
            </p:nvSpPr>
            <p:spPr>
              <a:xfrm>
                <a:off x="2979290" y="63437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9" name="Oval 3728">
                <a:extLst>
                  <a:ext uri="{FF2B5EF4-FFF2-40B4-BE49-F238E27FC236}">
                    <a16:creationId xmlns:a16="http://schemas.microsoft.com/office/drawing/2014/main" id="{072E0B74-3FE6-30E3-CCB1-42F532CC0CB2}"/>
                  </a:ext>
                </a:extLst>
              </p:cNvPr>
              <p:cNvSpPr/>
              <p:nvPr/>
            </p:nvSpPr>
            <p:spPr>
              <a:xfrm>
                <a:off x="2958430" y="62512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0" name="Oval 3729">
                <a:extLst>
                  <a:ext uri="{FF2B5EF4-FFF2-40B4-BE49-F238E27FC236}">
                    <a16:creationId xmlns:a16="http://schemas.microsoft.com/office/drawing/2014/main" id="{2D678B35-D523-1B26-0105-4558EC853AF2}"/>
                  </a:ext>
                </a:extLst>
              </p:cNvPr>
              <p:cNvSpPr/>
              <p:nvPr/>
            </p:nvSpPr>
            <p:spPr>
              <a:xfrm>
                <a:off x="2980811" y="63845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1" name="Oval 3730">
                <a:extLst>
                  <a:ext uri="{FF2B5EF4-FFF2-40B4-BE49-F238E27FC236}">
                    <a16:creationId xmlns:a16="http://schemas.microsoft.com/office/drawing/2014/main" id="{1E4711C2-8007-3E78-F828-A283D8228C84}"/>
                  </a:ext>
                </a:extLst>
              </p:cNvPr>
              <p:cNvSpPr/>
              <p:nvPr/>
            </p:nvSpPr>
            <p:spPr>
              <a:xfrm>
                <a:off x="3548517" y="5473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2" name="Oval 3731">
                <a:extLst>
                  <a:ext uri="{FF2B5EF4-FFF2-40B4-BE49-F238E27FC236}">
                    <a16:creationId xmlns:a16="http://schemas.microsoft.com/office/drawing/2014/main" id="{AE0E59F1-30C5-DE15-0FD0-ADEAE8379125}"/>
                  </a:ext>
                </a:extLst>
              </p:cNvPr>
              <p:cNvSpPr/>
              <p:nvPr/>
            </p:nvSpPr>
            <p:spPr>
              <a:xfrm>
                <a:off x="2825667" y="61523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3" name="Oval 3732">
                <a:extLst>
                  <a:ext uri="{FF2B5EF4-FFF2-40B4-BE49-F238E27FC236}">
                    <a16:creationId xmlns:a16="http://schemas.microsoft.com/office/drawing/2014/main" id="{A592103B-8EFA-EFC5-5707-07A482A27DBE}"/>
                  </a:ext>
                </a:extLst>
              </p:cNvPr>
              <p:cNvSpPr/>
              <p:nvPr/>
            </p:nvSpPr>
            <p:spPr>
              <a:xfrm>
                <a:off x="2929631" y="62311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4" name="Oval 3733">
                <a:extLst>
                  <a:ext uri="{FF2B5EF4-FFF2-40B4-BE49-F238E27FC236}">
                    <a16:creationId xmlns:a16="http://schemas.microsoft.com/office/drawing/2014/main" id="{8235ECAB-A4D6-04C5-BCE5-8681B051FFA4}"/>
                  </a:ext>
                </a:extLst>
              </p:cNvPr>
              <p:cNvSpPr/>
              <p:nvPr/>
            </p:nvSpPr>
            <p:spPr>
              <a:xfrm>
                <a:off x="2990270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5" name="Oval 3734">
                <a:extLst>
                  <a:ext uri="{FF2B5EF4-FFF2-40B4-BE49-F238E27FC236}">
                    <a16:creationId xmlns:a16="http://schemas.microsoft.com/office/drawing/2014/main" id="{59FFB2C1-3986-CB8F-0BC2-7DEC2C43372E}"/>
                  </a:ext>
                </a:extLst>
              </p:cNvPr>
              <p:cNvSpPr/>
              <p:nvPr/>
            </p:nvSpPr>
            <p:spPr>
              <a:xfrm>
                <a:off x="2724659" y="597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6" name="Oval 3735">
                <a:extLst>
                  <a:ext uri="{FF2B5EF4-FFF2-40B4-BE49-F238E27FC236}">
                    <a16:creationId xmlns:a16="http://schemas.microsoft.com/office/drawing/2014/main" id="{2617EE7E-6D3F-4A93-00BE-2E04BE5EE6BE}"/>
                  </a:ext>
                </a:extLst>
              </p:cNvPr>
              <p:cNvSpPr/>
              <p:nvPr/>
            </p:nvSpPr>
            <p:spPr>
              <a:xfrm>
                <a:off x="2878789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7" name="Oval 3736">
                <a:extLst>
                  <a:ext uri="{FF2B5EF4-FFF2-40B4-BE49-F238E27FC236}">
                    <a16:creationId xmlns:a16="http://schemas.microsoft.com/office/drawing/2014/main" id="{286A6ED1-34B0-CB39-34F5-CFD6BCF03C97}"/>
                  </a:ext>
                </a:extLst>
              </p:cNvPr>
              <p:cNvSpPr/>
              <p:nvPr/>
            </p:nvSpPr>
            <p:spPr>
              <a:xfrm>
                <a:off x="2984864" y="62945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8" name="Oval 3737">
                <a:extLst>
                  <a:ext uri="{FF2B5EF4-FFF2-40B4-BE49-F238E27FC236}">
                    <a16:creationId xmlns:a16="http://schemas.microsoft.com/office/drawing/2014/main" id="{86122421-76F2-DA7B-79C7-26384076B490}"/>
                  </a:ext>
                </a:extLst>
              </p:cNvPr>
              <p:cNvSpPr/>
              <p:nvPr/>
            </p:nvSpPr>
            <p:spPr>
              <a:xfrm>
                <a:off x="2907926" y="60525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9" name="Oval 3738">
                <a:extLst>
                  <a:ext uri="{FF2B5EF4-FFF2-40B4-BE49-F238E27FC236}">
                    <a16:creationId xmlns:a16="http://schemas.microsoft.com/office/drawing/2014/main" id="{C650FA72-3E43-F1C1-677A-D3DAB4BEFC53}"/>
                  </a:ext>
                </a:extLst>
              </p:cNvPr>
              <p:cNvSpPr/>
              <p:nvPr/>
            </p:nvSpPr>
            <p:spPr>
              <a:xfrm>
                <a:off x="3101919" y="6311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0" name="Oval 3739">
                <a:extLst>
                  <a:ext uri="{FF2B5EF4-FFF2-40B4-BE49-F238E27FC236}">
                    <a16:creationId xmlns:a16="http://schemas.microsoft.com/office/drawing/2014/main" id="{8832E560-D5A8-1E96-6D0C-5A2A93F47C43}"/>
                  </a:ext>
                </a:extLst>
              </p:cNvPr>
              <p:cNvSpPr/>
              <p:nvPr/>
            </p:nvSpPr>
            <p:spPr>
              <a:xfrm>
                <a:off x="2956234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1" name="Oval 3740">
                <a:extLst>
                  <a:ext uri="{FF2B5EF4-FFF2-40B4-BE49-F238E27FC236}">
                    <a16:creationId xmlns:a16="http://schemas.microsoft.com/office/drawing/2014/main" id="{3A829FBE-A860-0FB0-D266-5CE9C37F60F0}"/>
                  </a:ext>
                </a:extLst>
              </p:cNvPr>
              <p:cNvSpPr/>
              <p:nvPr/>
            </p:nvSpPr>
            <p:spPr>
              <a:xfrm>
                <a:off x="3627820" y="55072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2" name="Oval 3741">
                <a:extLst>
                  <a:ext uri="{FF2B5EF4-FFF2-40B4-BE49-F238E27FC236}">
                    <a16:creationId xmlns:a16="http://schemas.microsoft.com/office/drawing/2014/main" id="{D599EBAC-D05A-F610-4269-BE04F52F176B}"/>
                  </a:ext>
                </a:extLst>
              </p:cNvPr>
              <p:cNvSpPr/>
              <p:nvPr/>
            </p:nvSpPr>
            <p:spPr>
              <a:xfrm>
                <a:off x="3597332" y="5471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3" name="Oval 3742">
                <a:extLst>
                  <a:ext uri="{FF2B5EF4-FFF2-40B4-BE49-F238E27FC236}">
                    <a16:creationId xmlns:a16="http://schemas.microsoft.com/office/drawing/2014/main" id="{C634D8F4-6918-9526-EF6A-AF836115C576}"/>
                  </a:ext>
                </a:extLst>
              </p:cNvPr>
              <p:cNvSpPr/>
              <p:nvPr/>
            </p:nvSpPr>
            <p:spPr>
              <a:xfrm>
                <a:off x="2805398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4" name="Oval 3743">
                <a:extLst>
                  <a:ext uri="{FF2B5EF4-FFF2-40B4-BE49-F238E27FC236}">
                    <a16:creationId xmlns:a16="http://schemas.microsoft.com/office/drawing/2014/main" id="{1499B1D0-3BF9-5438-D75B-BBBDF23AF8FA}"/>
                  </a:ext>
                </a:extLst>
              </p:cNvPr>
              <p:cNvSpPr/>
              <p:nvPr/>
            </p:nvSpPr>
            <p:spPr>
              <a:xfrm>
                <a:off x="2952349" y="6372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5" name="Oval 3744">
                <a:extLst>
                  <a:ext uri="{FF2B5EF4-FFF2-40B4-BE49-F238E27FC236}">
                    <a16:creationId xmlns:a16="http://schemas.microsoft.com/office/drawing/2014/main" id="{49EFFAD3-8BAD-102C-8FBC-49B1289D62E3}"/>
                  </a:ext>
                </a:extLst>
              </p:cNvPr>
              <p:cNvSpPr/>
              <p:nvPr/>
            </p:nvSpPr>
            <p:spPr>
              <a:xfrm>
                <a:off x="3141022" y="601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6" name="Oval 3745">
                <a:extLst>
                  <a:ext uri="{FF2B5EF4-FFF2-40B4-BE49-F238E27FC236}">
                    <a16:creationId xmlns:a16="http://schemas.microsoft.com/office/drawing/2014/main" id="{6DB03402-30DD-27DA-887B-35919D62BDC3}"/>
                  </a:ext>
                </a:extLst>
              </p:cNvPr>
              <p:cNvSpPr/>
              <p:nvPr/>
            </p:nvSpPr>
            <p:spPr>
              <a:xfrm>
                <a:off x="3165007" y="61652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7" name="Oval 3746">
                <a:extLst>
                  <a:ext uri="{FF2B5EF4-FFF2-40B4-BE49-F238E27FC236}">
                    <a16:creationId xmlns:a16="http://schemas.microsoft.com/office/drawing/2014/main" id="{64D572D6-9035-9357-A554-617F241A1F13}"/>
                  </a:ext>
                </a:extLst>
              </p:cNvPr>
              <p:cNvSpPr/>
              <p:nvPr/>
            </p:nvSpPr>
            <p:spPr>
              <a:xfrm>
                <a:off x="3066026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8" name="Oval 3747">
                <a:extLst>
                  <a:ext uri="{FF2B5EF4-FFF2-40B4-BE49-F238E27FC236}">
                    <a16:creationId xmlns:a16="http://schemas.microsoft.com/office/drawing/2014/main" id="{D103954D-554E-7ECD-C94B-EB92C8DE1068}"/>
                  </a:ext>
                </a:extLst>
              </p:cNvPr>
              <p:cNvSpPr/>
              <p:nvPr/>
            </p:nvSpPr>
            <p:spPr>
              <a:xfrm>
                <a:off x="3076245" y="6347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9" name="Oval 3748">
                <a:extLst>
                  <a:ext uri="{FF2B5EF4-FFF2-40B4-BE49-F238E27FC236}">
                    <a16:creationId xmlns:a16="http://schemas.microsoft.com/office/drawing/2014/main" id="{4AACCA1D-646B-56B3-114D-99C38F963247}"/>
                  </a:ext>
                </a:extLst>
              </p:cNvPr>
              <p:cNvSpPr/>
              <p:nvPr/>
            </p:nvSpPr>
            <p:spPr>
              <a:xfrm>
                <a:off x="2692735" y="6001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0" name="Oval 3749">
                <a:extLst>
                  <a:ext uri="{FF2B5EF4-FFF2-40B4-BE49-F238E27FC236}">
                    <a16:creationId xmlns:a16="http://schemas.microsoft.com/office/drawing/2014/main" id="{10C73FB6-8A6D-4536-3C5D-CBBB63CA6ABE}"/>
                  </a:ext>
                </a:extLst>
              </p:cNvPr>
              <p:cNvSpPr/>
              <p:nvPr/>
            </p:nvSpPr>
            <p:spPr>
              <a:xfrm>
                <a:off x="3050655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1" name="Oval 3750">
                <a:extLst>
                  <a:ext uri="{FF2B5EF4-FFF2-40B4-BE49-F238E27FC236}">
                    <a16:creationId xmlns:a16="http://schemas.microsoft.com/office/drawing/2014/main" id="{26C882FF-0CAD-3251-3DA2-FE411CF8B1EB}"/>
                  </a:ext>
                </a:extLst>
              </p:cNvPr>
              <p:cNvSpPr/>
              <p:nvPr/>
            </p:nvSpPr>
            <p:spPr>
              <a:xfrm>
                <a:off x="3595981" y="5476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2" name="Oval 3751">
                <a:extLst>
                  <a:ext uri="{FF2B5EF4-FFF2-40B4-BE49-F238E27FC236}">
                    <a16:creationId xmlns:a16="http://schemas.microsoft.com/office/drawing/2014/main" id="{AECE2E8A-CBDE-B5F2-D847-0BAB9C83D74C}"/>
                  </a:ext>
                </a:extLst>
              </p:cNvPr>
              <p:cNvSpPr/>
              <p:nvPr/>
            </p:nvSpPr>
            <p:spPr>
              <a:xfrm>
                <a:off x="3581877" y="550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3" name="Oval 3752">
                <a:extLst>
                  <a:ext uri="{FF2B5EF4-FFF2-40B4-BE49-F238E27FC236}">
                    <a16:creationId xmlns:a16="http://schemas.microsoft.com/office/drawing/2014/main" id="{1535A2A0-C63D-3C3E-3701-3230482D274B}"/>
                  </a:ext>
                </a:extLst>
              </p:cNvPr>
              <p:cNvSpPr/>
              <p:nvPr/>
            </p:nvSpPr>
            <p:spPr>
              <a:xfrm>
                <a:off x="2706670" y="598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4" name="Oval 3753">
                <a:extLst>
                  <a:ext uri="{FF2B5EF4-FFF2-40B4-BE49-F238E27FC236}">
                    <a16:creationId xmlns:a16="http://schemas.microsoft.com/office/drawing/2014/main" id="{80F2FC68-9ECD-C91E-FF3E-A0ED11E6D729}"/>
                  </a:ext>
                </a:extLst>
              </p:cNvPr>
              <p:cNvSpPr/>
              <p:nvPr/>
            </p:nvSpPr>
            <p:spPr>
              <a:xfrm>
                <a:off x="2696873" y="60007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5" name="Oval 3754">
                <a:extLst>
                  <a:ext uri="{FF2B5EF4-FFF2-40B4-BE49-F238E27FC236}">
                    <a16:creationId xmlns:a16="http://schemas.microsoft.com/office/drawing/2014/main" id="{D1AC64B4-9247-AEC3-1A85-7BF9D025660F}"/>
                  </a:ext>
                </a:extLst>
              </p:cNvPr>
              <p:cNvSpPr/>
              <p:nvPr/>
            </p:nvSpPr>
            <p:spPr>
              <a:xfrm>
                <a:off x="3580695" y="5477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6" name="Oval 3755">
                <a:extLst>
                  <a:ext uri="{FF2B5EF4-FFF2-40B4-BE49-F238E27FC236}">
                    <a16:creationId xmlns:a16="http://schemas.microsoft.com/office/drawing/2014/main" id="{FF34A2E2-B8A7-6355-2FC1-2BA01A704FE1}"/>
                  </a:ext>
                </a:extLst>
              </p:cNvPr>
              <p:cNvSpPr/>
              <p:nvPr/>
            </p:nvSpPr>
            <p:spPr>
              <a:xfrm>
                <a:off x="2875242" y="606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7" name="Oval 3756">
                <a:extLst>
                  <a:ext uri="{FF2B5EF4-FFF2-40B4-BE49-F238E27FC236}">
                    <a16:creationId xmlns:a16="http://schemas.microsoft.com/office/drawing/2014/main" id="{BAF36D31-FFF0-6A13-C218-B1B7838197B4}"/>
                  </a:ext>
                </a:extLst>
              </p:cNvPr>
              <p:cNvSpPr/>
              <p:nvPr/>
            </p:nvSpPr>
            <p:spPr>
              <a:xfrm>
                <a:off x="3134096" y="6309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8" name="Oval 3757">
                <a:extLst>
                  <a:ext uri="{FF2B5EF4-FFF2-40B4-BE49-F238E27FC236}">
                    <a16:creationId xmlns:a16="http://schemas.microsoft.com/office/drawing/2014/main" id="{B32DD149-2A8B-5CD8-005C-2C110F3217A8}"/>
                  </a:ext>
                </a:extLst>
              </p:cNvPr>
              <p:cNvSpPr/>
              <p:nvPr/>
            </p:nvSpPr>
            <p:spPr>
              <a:xfrm>
                <a:off x="2875664" y="6089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9" name="Oval 3758">
                <a:extLst>
                  <a:ext uri="{FF2B5EF4-FFF2-40B4-BE49-F238E27FC236}">
                    <a16:creationId xmlns:a16="http://schemas.microsoft.com/office/drawing/2014/main" id="{E7F06180-98A9-04BE-3594-715889CAC17E}"/>
                  </a:ext>
                </a:extLst>
              </p:cNvPr>
              <p:cNvSpPr/>
              <p:nvPr/>
            </p:nvSpPr>
            <p:spPr>
              <a:xfrm>
                <a:off x="3084775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0" name="Oval 3759">
                <a:extLst>
                  <a:ext uri="{FF2B5EF4-FFF2-40B4-BE49-F238E27FC236}">
                    <a16:creationId xmlns:a16="http://schemas.microsoft.com/office/drawing/2014/main" id="{052613FD-34C8-AFB1-13CA-F74663CB2087}"/>
                  </a:ext>
                </a:extLst>
              </p:cNvPr>
              <p:cNvSpPr/>
              <p:nvPr/>
            </p:nvSpPr>
            <p:spPr>
              <a:xfrm>
                <a:off x="3059607" y="629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1" name="Oval 3760">
                <a:extLst>
                  <a:ext uri="{FF2B5EF4-FFF2-40B4-BE49-F238E27FC236}">
                    <a16:creationId xmlns:a16="http://schemas.microsoft.com/office/drawing/2014/main" id="{EEA24DAF-1704-034E-143A-96069633EE0D}"/>
                  </a:ext>
                </a:extLst>
              </p:cNvPr>
              <p:cNvSpPr/>
              <p:nvPr/>
            </p:nvSpPr>
            <p:spPr>
              <a:xfrm>
                <a:off x="2930560" y="6291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2" name="Oval 3761">
                <a:extLst>
                  <a:ext uri="{FF2B5EF4-FFF2-40B4-BE49-F238E27FC236}">
                    <a16:creationId xmlns:a16="http://schemas.microsoft.com/office/drawing/2014/main" id="{79F5AD1A-45DB-E8EA-6E43-13455BEA6BFA}"/>
                  </a:ext>
                </a:extLst>
              </p:cNvPr>
              <p:cNvSpPr/>
              <p:nvPr/>
            </p:nvSpPr>
            <p:spPr>
              <a:xfrm>
                <a:off x="3085957" y="62587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3" name="Oval 3762">
                <a:extLst>
                  <a:ext uri="{FF2B5EF4-FFF2-40B4-BE49-F238E27FC236}">
                    <a16:creationId xmlns:a16="http://schemas.microsoft.com/office/drawing/2014/main" id="{053FD29D-8DD9-749D-778F-2D41421B2CBC}"/>
                  </a:ext>
                </a:extLst>
              </p:cNvPr>
              <p:cNvSpPr/>
              <p:nvPr/>
            </p:nvSpPr>
            <p:spPr>
              <a:xfrm>
                <a:off x="2804975" y="6195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4" name="Oval 3763">
                <a:extLst>
                  <a:ext uri="{FF2B5EF4-FFF2-40B4-BE49-F238E27FC236}">
                    <a16:creationId xmlns:a16="http://schemas.microsoft.com/office/drawing/2014/main" id="{6B854B23-9087-89B7-108E-A703AEEDA46B}"/>
                  </a:ext>
                </a:extLst>
              </p:cNvPr>
              <p:cNvSpPr/>
              <p:nvPr/>
            </p:nvSpPr>
            <p:spPr>
              <a:xfrm>
                <a:off x="2811394" y="6208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5" name="Oval 3764">
                <a:extLst>
                  <a:ext uri="{FF2B5EF4-FFF2-40B4-BE49-F238E27FC236}">
                    <a16:creationId xmlns:a16="http://schemas.microsoft.com/office/drawing/2014/main" id="{DDAC8DCB-11B6-9F85-1D2D-5D72072BAAB2}"/>
                  </a:ext>
                </a:extLst>
              </p:cNvPr>
              <p:cNvSpPr/>
              <p:nvPr/>
            </p:nvSpPr>
            <p:spPr>
              <a:xfrm>
                <a:off x="2882336" y="6300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6" name="Oval 3765">
                <a:extLst>
                  <a:ext uri="{FF2B5EF4-FFF2-40B4-BE49-F238E27FC236}">
                    <a16:creationId xmlns:a16="http://schemas.microsoft.com/office/drawing/2014/main" id="{C6B443F0-AE92-A4C6-8B9A-126F7CAA9829}"/>
                  </a:ext>
                </a:extLst>
              </p:cNvPr>
              <p:cNvSpPr/>
              <p:nvPr/>
            </p:nvSpPr>
            <p:spPr>
              <a:xfrm>
                <a:off x="2720605" y="5996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7" name="Oval 3766">
                <a:extLst>
                  <a:ext uri="{FF2B5EF4-FFF2-40B4-BE49-F238E27FC236}">
                    <a16:creationId xmlns:a16="http://schemas.microsoft.com/office/drawing/2014/main" id="{7BAE0EF4-51E4-FCCB-DCDA-12D05EB0E803}"/>
                  </a:ext>
                </a:extLst>
              </p:cNvPr>
              <p:cNvSpPr/>
              <p:nvPr/>
            </p:nvSpPr>
            <p:spPr>
              <a:xfrm>
                <a:off x="2696620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8" name="Oval 3767">
                <a:extLst>
                  <a:ext uri="{FF2B5EF4-FFF2-40B4-BE49-F238E27FC236}">
                    <a16:creationId xmlns:a16="http://schemas.microsoft.com/office/drawing/2014/main" id="{5936CDE8-E487-7056-623C-A8FA52BBB05B}"/>
                  </a:ext>
                </a:extLst>
              </p:cNvPr>
              <p:cNvSpPr/>
              <p:nvPr/>
            </p:nvSpPr>
            <p:spPr>
              <a:xfrm>
                <a:off x="2924141" y="63912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9" name="Oval 3768">
                <a:extLst>
                  <a:ext uri="{FF2B5EF4-FFF2-40B4-BE49-F238E27FC236}">
                    <a16:creationId xmlns:a16="http://schemas.microsoft.com/office/drawing/2014/main" id="{45AD0DE0-64BA-036C-0387-EE45AB452E2D}"/>
                  </a:ext>
                </a:extLst>
              </p:cNvPr>
              <p:cNvSpPr/>
              <p:nvPr/>
            </p:nvSpPr>
            <p:spPr>
              <a:xfrm>
                <a:off x="3061127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0" name="Oval 3769">
                <a:extLst>
                  <a:ext uri="{FF2B5EF4-FFF2-40B4-BE49-F238E27FC236}">
                    <a16:creationId xmlns:a16="http://schemas.microsoft.com/office/drawing/2014/main" id="{C359CB06-77D6-ED95-9AAF-3FFE88EFC19F}"/>
                  </a:ext>
                </a:extLst>
              </p:cNvPr>
              <p:cNvSpPr/>
              <p:nvPr/>
            </p:nvSpPr>
            <p:spPr>
              <a:xfrm>
                <a:off x="3045588" y="6353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1" name="Oval 3770">
                <a:extLst>
                  <a:ext uri="{FF2B5EF4-FFF2-40B4-BE49-F238E27FC236}">
                    <a16:creationId xmlns:a16="http://schemas.microsoft.com/office/drawing/2014/main" id="{2E189636-B465-8257-A904-C6812ACBDEFB}"/>
                  </a:ext>
                </a:extLst>
              </p:cNvPr>
              <p:cNvSpPr/>
              <p:nvPr/>
            </p:nvSpPr>
            <p:spPr>
              <a:xfrm>
                <a:off x="2838166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2" name="Oval 3771">
                <a:extLst>
                  <a:ext uri="{FF2B5EF4-FFF2-40B4-BE49-F238E27FC236}">
                    <a16:creationId xmlns:a16="http://schemas.microsoft.com/office/drawing/2014/main" id="{DC3EB56B-21A3-9706-CB93-312190412861}"/>
                  </a:ext>
                </a:extLst>
              </p:cNvPr>
              <p:cNvSpPr/>
              <p:nvPr/>
            </p:nvSpPr>
            <p:spPr>
              <a:xfrm>
                <a:off x="3086886" y="62929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3" name="Oval 3772">
                <a:extLst>
                  <a:ext uri="{FF2B5EF4-FFF2-40B4-BE49-F238E27FC236}">
                    <a16:creationId xmlns:a16="http://schemas.microsoft.com/office/drawing/2014/main" id="{29A675BB-9C03-BCDB-B1C2-64DEC68BBDB5}"/>
                  </a:ext>
                </a:extLst>
              </p:cNvPr>
              <p:cNvSpPr/>
              <p:nvPr/>
            </p:nvSpPr>
            <p:spPr>
              <a:xfrm>
                <a:off x="3626891" y="56534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4" name="Oval 3773">
                <a:extLst>
                  <a:ext uri="{FF2B5EF4-FFF2-40B4-BE49-F238E27FC236}">
                    <a16:creationId xmlns:a16="http://schemas.microsoft.com/office/drawing/2014/main" id="{E66E740D-91F3-BC27-E5F8-E6D16ACF7D1A}"/>
                  </a:ext>
                </a:extLst>
              </p:cNvPr>
              <p:cNvSpPr/>
              <p:nvPr/>
            </p:nvSpPr>
            <p:spPr>
              <a:xfrm>
                <a:off x="3498858" y="561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5" name="Oval 3774">
                <a:extLst>
                  <a:ext uri="{FF2B5EF4-FFF2-40B4-BE49-F238E27FC236}">
                    <a16:creationId xmlns:a16="http://schemas.microsoft.com/office/drawing/2014/main" id="{DB43E5B1-0436-27F4-3690-F08F0DEEB13F}"/>
                  </a:ext>
                </a:extLst>
              </p:cNvPr>
              <p:cNvSpPr/>
              <p:nvPr/>
            </p:nvSpPr>
            <p:spPr>
              <a:xfrm>
                <a:off x="2887403" y="60707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6" name="Oval 3775">
                <a:extLst>
                  <a:ext uri="{FF2B5EF4-FFF2-40B4-BE49-F238E27FC236}">
                    <a16:creationId xmlns:a16="http://schemas.microsoft.com/office/drawing/2014/main" id="{1A99371F-261F-BDF5-4F05-3395E0FBA8A6}"/>
                  </a:ext>
                </a:extLst>
              </p:cNvPr>
              <p:cNvSpPr/>
              <p:nvPr/>
            </p:nvSpPr>
            <p:spPr>
              <a:xfrm>
                <a:off x="3028105" y="630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7" name="Oval 3776">
                <a:extLst>
                  <a:ext uri="{FF2B5EF4-FFF2-40B4-BE49-F238E27FC236}">
                    <a16:creationId xmlns:a16="http://schemas.microsoft.com/office/drawing/2014/main" id="{9925B42B-7224-F615-10FD-E5F4F7253D28}"/>
                  </a:ext>
                </a:extLst>
              </p:cNvPr>
              <p:cNvSpPr/>
              <p:nvPr/>
            </p:nvSpPr>
            <p:spPr>
              <a:xfrm>
                <a:off x="2828032" y="6159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8" name="Oval 3777">
                <a:extLst>
                  <a:ext uri="{FF2B5EF4-FFF2-40B4-BE49-F238E27FC236}">
                    <a16:creationId xmlns:a16="http://schemas.microsoft.com/office/drawing/2014/main" id="{309E869A-4752-507C-7EEC-AF82AD87EBE8}"/>
                  </a:ext>
                </a:extLst>
              </p:cNvPr>
              <p:cNvSpPr/>
              <p:nvPr/>
            </p:nvSpPr>
            <p:spPr>
              <a:xfrm>
                <a:off x="3652228" y="55437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9" name="Oval 3778">
                <a:extLst>
                  <a:ext uri="{FF2B5EF4-FFF2-40B4-BE49-F238E27FC236}">
                    <a16:creationId xmlns:a16="http://schemas.microsoft.com/office/drawing/2014/main" id="{B040C99E-251D-5207-250D-353CECE4C115}"/>
                  </a:ext>
                </a:extLst>
              </p:cNvPr>
              <p:cNvSpPr/>
              <p:nvPr/>
            </p:nvSpPr>
            <p:spPr>
              <a:xfrm>
                <a:off x="2836562" y="6099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0" name="Oval 3779">
                <a:extLst>
                  <a:ext uri="{FF2B5EF4-FFF2-40B4-BE49-F238E27FC236}">
                    <a16:creationId xmlns:a16="http://schemas.microsoft.com/office/drawing/2014/main" id="{97608228-218B-A8BA-E0F4-EC353F0DBA74}"/>
                  </a:ext>
                </a:extLst>
              </p:cNvPr>
              <p:cNvSpPr/>
              <p:nvPr/>
            </p:nvSpPr>
            <p:spPr>
              <a:xfrm>
                <a:off x="3182405" y="55535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1" name="Oval 3780">
                <a:extLst>
                  <a:ext uri="{FF2B5EF4-FFF2-40B4-BE49-F238E27FC236}">
                    <a16:creationId xmlns:a16="http://schemas.microsoft.com/office/drawing/2014/main" id="{4F3E17DF-EC00-D962-F7AB-E4E743B27AA7}"/>
                  </a:ext>
                </a:extLst>
              </p:cNvPr>
              <p:cNvSpPr/>
              <p:nvPr/>
            </p:nvSpPr>
            <p:spPr>
              <a:xfrm>
                <a:off x="3073796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2" name="Oval 3781">
                <a:extLst>
                  <a:ext uri="{FF2B5EF4-FFF2-40B4-BE49-F238E27FC236}">
                    <a16:creationId xmlns:a16="http://schemas.microsoft.com/office/drawing/2014/main" id="{F1529DB6-2A3F-5C9A-F549-8160444BB63B}"/>
                  </a:ext>
                </a:extLst>
              </p:cNvPr>
              <p:cNvSpPr/>
              <p:nvPr/>
            </p:nvSpPr>
            <p:spPr>
              <a:xfrm>
                <a:off x="2920256" y="62007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3" name="Oval 3782">
                <a:extLst>
                  <a:ext uri="{FF2B5EF4-FFF2-40B4-BE49-F238E27FC236}">
                    <a16:creationId xmlns:a16="http://schemas.microsoft.com/office/drawing/2014/main" id="{A9FE41B7-39EE-0E6C-8AAA-92D4D8496047}"/>
                  </a:ext>
                </a:extLst>
              </p:cNvPr>
              <p:cNvSpPr/>
              <p:nvPr/>
            </p:nvSpPr>
            <p:spPr>
              <a:xfrm>
                <a:off x="2870428" y="606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4" name="Oval 3783">
                <a:extLst>
                  <a:ext uri="{FF2B5EF4-FFF2-40B4-BE49-F238E27FC236}">
                    <a16:creationId xmlns:a16="http://schemas.microsoft.com/office/drawing/2014/main" id="{C5C05EED-1A05-1734-9338-5113C804C0CC}"/>
                  </a:ext>
                </a:extLst>
              </p:cNvPr>
              <p:cNvSpPr/>
              <p:nvPr/>
            </p:nvSpPr>
            <p:spPr>
              <a:xfrm>
                <a:off x="2865361" y="6097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5" name="Oval 3784">
                <a:extLst>
                  <a:ext uri="{FF2B5EF4-FFF2-40B4-BE49-F238E27FC236}">
                    <a16:creationId xmlns:a16="http://schemas.microsoft.com/office/drawing/2014/main" id="{66F46ED5-E10F-A9D0-7F0A-9CCA54761670}"/>
                  </a:ext>
                </a:extLst>
              </p:cNvPr>
              <p:cNvSpPr/>
              <p:nvPr/>
            </p:nvSpPr>
            <p:spPr>
              <a:xfrm>
                <a:off x="3077596" y="63367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6" name="Oval 3785">
                <a:extLst>
                  <a:ext uri="{FF2B5EF4-FFF2-40B4-BE49-F238E27FC236}">
                    <a16:creationId xmlns:a16="http://schemas.microsoft.com/office/drawing/2014/main" id="{3AF5793D-E618-AA70-EF9C-C6BB9B39D2A3}"/>
                  </a:ext>
                </a:extLst>
              </p:cNvPr>
              <p:cNvSpPr/>
              <p:nvPr/>
            </p:nvSpPr>
            <p:spPr>
              <a:xfrm>
                <a:off x="3101412" y="632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7" name="Oval 3786">
                <a:extLst>
                  <a:ext uri="{FF2B5EF4-FFF2-40B4-BE49-F238E27FC236}">
                    <a16:creationId xmlns:a16="http://schemas.microsoft.com/office/drawing/2014/main" id="{1C33F86F-761B-3181-C485-B2908A3A51D8}"/>
                  </a:ext>
                </a:extLst>
              </p:cNvPr>
              <p:cNvSpPr/>
              <p:nvPr/>
            </p:nvSpPr>
            <p:spPr>
              <a:xfrm>
                <a:off x="3592687" y="5671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8" name="Oval 3787">
                <a:extLst>
                  <a:ext uri="{FF2B5EF4-FFF2-40B4-BE49-F238E27FC236}">
                    <a16:creationId xmlns:a16="http://schemas.microsoft.com/office/drawing/2014/main" id="{B28C637E-A3C5-EAD4-1FE3-8621178FA845}"/>
                  </a:ext>
                </a:extLst>
              </p:cNvPr>
              <p:cNvSpPr/>
              <p:nvPr/>
            </p:nvSpPr>
            <p:spPr>
              <a:xfrm>
                <a:off x="2681080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9" name="Oval 3788">
                <a:extLst>
                  <a:ext uri="{FF2B5EF4-FFF2-40B4-BE49-F238E27FC236}">
                    <a16:creationId xmlns:a16="http://schemas.microsoft.com/office/drawing/2014/main" id="{18C40B4D-FEF9-1EE3-24D2-6D8037A13736}"/>
                  </a:ext>
                </a:extLst>
              </p:cNvPr>
              <p:cNvSpPr/>
              <p:nvPr/>
            </p:nvSpPr>
            <p:spPr>
              <a:xfrm>
                <a:off x="2854213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0" name="Oval 3789">
                <a:extLst>
                  <a:ext uri="{FF2B5EF4-FFF2-40B4-BE49-F238E27FC236}">
                    <a16:creationId xmlns:a16="http://schemas.microsoft.com/office/drawing/2014/main" id="{C782C53B-E5DA-6EE8-4A26-F067BAB2DF00}"/>
                  </a:ext>
                </a:extLst>
              </p:cNvPr>
              <p:cNvSpPr/>
              <p:nvPr/>
            </p:nvSpPr>
            <p:spPr>
              <a:xfrm>
                <a:off x="2898551" y="602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1" name="Oval 3790">
                <a:extLst>
                  <a:ext uri="{FF2B5EF4-FFF2-40B4-BE49-F238E27FC236}">
                    <a16:creationId xmlns:a16="http://schemas.microsoft.com/office/drawing/2014/main" id="{3478ADDD-A109-1573-2B4D-0DA8414432F9}"/>
                  </a:ext>
                </a:extLst>
              </p:cNvPr>
              <p:cNvSpPr/>
              <p:nvPr/>
            </p:nvSpPr>
            <p:spPr>
              <a:xfrm>
                <a:off x="2896187" y="63121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2" name="Oval 3791">
                <a:extLst>
                  <a:ext uri="{FF2B5EF4-FFF2-40B4-BE49-F238E27FC236}">
                    <a16:creationId xmlns:a16="http://schemas.microsoft.com/office/drawing/2014/main" id="{771C56AD-7F5A-867C-81BB-2AB6F564C2F6}"/>
                  </a:ext>
                </a:extLst>
              </p:cNvPr>
              <p:cNvSpPr/>
              <p:nvPr/>
            </p:nvSpPr>
            <p:spPr>
              <a:xfrm>
                <a:off x="2821951" y="60931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3" name="Oval 3792">
                <a:extLst>
                  <a:ext uri="{FF2B5EF4-FFF2-40B4-BE49-F238E27FC236}">
                    <a16:creationId xmlns:a16="http://schemas.microsoft.com/office/drawing/2014/main" id="{F3924BD0-D3EF-979E-CD46-788E10F94BBF}"/>
                  </a:ext>
                </a:extLst>
              </p:cNvPr>
              <p:cNvSpPr/>
              <p:nvPr/>
            </p:nvSpPr>
            <p:spPr>
              <a:xfrm>
                <a:off x="2785551" y="4039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4" name="Oval 3793">
                <a:extLst>
                  <a:ext uri="{FF2B5EF4-FFF2-40B4-BE49-F238E27FC236}">
                    <a16:creationId xmlns:a16="http://schemas.microsoft.com/office/drawing/2014/main" id="{AB408D11-FC6E-97AF-78B9-9EC118420066}"/>
                  </a:ext>
                </a:extLst>
              </p:cNvPr>
              <p:cNvSpPr/>
              <p:nvPr/>
            </p:nvSpPr>
            <p:spPr>
              <a:xfrm>
                <a:off x="3222859" y="5124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5" name="Oval 3794">
                <a:extLst>
                  <a:ext uri="{FF2B5EF4-FFF2-40B4-BE49-F238E27FC236}">
                    <a16:creationId xmlns:a16="http://schemas.microsoft.com/office/drawing/2014/main" id="{356BED70-894A-FF58-E970-0BF7D257D5DD}"/>
                  </a:ext>
                </a:extLst>
              </p:cNvPr>
              <p:cNvSpPr/>
              <p:nvPr/>
            </p:nvSpPr>
            <p:spPr>
              <a:xfrm>
                <a:off x="2883603" y="6076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6" name="Oval 3795">
                <a:extLst>
                  <a:ext uri="{FF2B5EF4-FFF2-40B4-BE49-F238E27FC236}">
                    <a16:creationId xmlns:a16="http://schemas.microsoft.com/office/drawing/2014/main" id="{BCE83A98-A5E2-33E6-DE7E-FEB06B0A5A13}"/>
                  </a:ext>
                </a:extLst>
              </p:cNvPr>
              <p:cNvSpPr/>
              <p:nvPr/>
            </p:nvSpPr>
            <p:spPr>
              <a:xfrm>
                <a:off x="3631536" y="5495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7" name="Oval 3796">
                <a:extLst>
                  <a:ext uri="{FF2B5EF4-FFF2-40B4-BE49-F238E27FC236}">
                    <a16:creationId xmlns:a16="http://schemas.microsoft.com/office/drawing/2014/main" id="{7168AE81-D73D-15C9-1EB6-576ED372C16D}"/>
                  </a:ext>
                </a:extLst>
              </p:cNvPr>
              <p:cNvSpPr/>
              <p:nvPr/>
            </p:nvSpPr>
            <p:spPr>
              <a:xfrm>
                <a:off x="2989847" y="60726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8" name="Oval 3797">
                <a:extLst>
                  <a:ext uri="{FF2B5EF4-FFF2-40B4-BE49-F238E27FC236}">
                    <a16:creationId xmlns:a16="http://schemas.microsoft.com/office/drawing/2014/main" id="{4C705C50-AFB8-2E65-02DA-72E1CB765F3A}"/>
                  </a:ext>
                </a:extLst>
              </p:cNvPr>
              <p:cNvSpPr/>
              <p:nvPr/>
            </p:nvSpPr>
            <p:spPr>
              <a:xfrm>
                <a:off x="3073711" y="63275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9" name="Oval 3798">
                <a:extLst>
                  <a:ext uri="{FF2B5EF4-FFF2-40B4-BE49-F238E27FC236}">
                    <a16:creationId xmlns:a16="http://schemas.microsoft.com/office/drawing/2014/main" id="{7F1CE96B-3F3C-E08A-03F8-5BCC4D941E00}"/>
                  </a:ext>
                </a:extLst>
              </p:cNvPr>
              <p:cNvSpPr/>
              <p:nvPr/>
            </p:nvSpPr>
            <p:spPr>
              <a:xfrm>
                <a:off x="2829214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0" name="Oval 3799">
                <a:extLst>
                  <a:ext uri="{FF2B5EF4-FFF2-40B4-BE49-F238E27FC236}">
                    <a16:creationId xmlns:a16="http://schemas.microsoft.com/office/drawing/2014/main" id="{C36ABF96-953A-EB82-D13B-575598E3A36E}"/>
                  </a:ext>
                </a:extLst>
              </p:cNvPr>
              <p:cNvSpPr/>
              <p:nvPr/>
            </p:nvSpPr>
            <p:spPr>
              <a:xfrm>
                <a:off x="3116868" y="6270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1" name="Oval 3800">
                <a:extLst>
                  <a:ext uri="{FF2B5EF4-FFF2-40B4-BE49-F238E27FC236}">
                    <a16:creationId xmlns:a16="http://schemas.microsoft.com/office/drawing/2014/main" id="{9F2C3E4C-A48D-2E0A-C6CD-044F35DCB1FE}"/>
                  </a:ext>
                </a:extLst>
              </p:cNvPr>
              <p:cNvSpPr/>
              <p:nvPr/>
            </p:nvSpPr>
            <p:spPr>
              <a:xfrm>
                <a:off x="3583988" y="5463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2" name="Oval 3801">
                <a:extLst>
                  <a:ext uri="{FF2B5EF4-FFF2-40B4-BE49-F238E27FC236}">
                    <a16:creationId xmlns:a16="http://schemas.microsoft.com/office/drawing/2014/main" id="{B6EFFF29-65D8-B775-6B84-76044374B355}"/>
                  </a:ext>
                </a:extLst>
              </p:cNvPr>
              <p:cNvSpPr/>
              <p:nvPr/>
            </p:nvSpPr>
            <p:spPr>
              <a:xfrm>
                <a:off x="2996181" y="60139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3" name="Oval 3802">
                <a:extLst>
                  <a:ext uri="{FF2B5EF4-FFF2-40B4-BE49-F238E27FC236}">
                    <a16:creationId xmlns:a16="http://schemas.microsoft.com/office/drawing/2014/main" id="{523F55AE-AC72-CD9D-3CD6-2569FB4C3167}"/>
                  </a:ext>
                </a:extLst>
              </p:cNvPr>
              <p:cNvSpPr/>
              <p:nvPr/>
            </p:nvSpPr>
            <p:spPr>
              <a:xfrm>
                <a:off x="3580526" y="54655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4" name="Oval 3803">
                <a:extLst>
                  <a:ext uri="{FF2B5EF4-FFF2-40B4-BE49-F238E27FC236}">
                    <a16:creationId xmlns:a16="http://schemas.microsoft.com/office/drawing/2014/main" id="{62E9D9ED-B5C2-8C44-546F-106B77F75488}"/>
                  </a:ext>
                </a:extLst>
              </p:cNvPr>
              <p:cNvSpPr/>
              <p:nvPr/>
            </p:nvSpPr>
            <p:spPr>
              <a:xfrm>
                <a:off x="3096683" y="54580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5" name="Oval 3804">
                <a:extLst>
                  <a:ext uri="{FF2B5EF4-FFF2-40B4-BE49-F238E27FC236}">
                    <a16:creationId xmlns:a16="http://schemas.microsoft.com/office/drawing/2014/main" id="{C24FD609-F9BC-98B0-180C-3E0EBC220CDE}"/>
                  </a:ext>
                </a:extLst>
              </p:cNvPr>
              <p:cNvSpPr/>
              <p:nvPr/>
            </p:nvSpPr>
            <p:spPr>
              <a:xfrm>
                <a:off x="3622922" y="54921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6" name="Oval 3805">
                <a:extLst>
                  <a:ext uri="{FF2B5EF4-FFF2-40B4-BE49-F238E27FC236}">
                    <a16:creationId xmlns:a16="http://schemas.microsoft.com/office/drawing/2014/main" id="{AC8C4A0F-D094-2A66-F244-BCD1B264F4FE}"/>
                  </a:ext>
                </a:extLst>
              </p:cNvPr>
              <p:cNvSpPr/>
              <p:nvPr/>
            </p:nvSpPr>
            <p:spPr>
              <a:xfrm>
                <a:off x="2815025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7" name="Oval 3806">
                <a:extLst>
                  <a:ext uri="{FF2B5EF4-FFF2-40B4-BE49-F238E27FC236}">
                    <a16:creationId xmlns:a16="http://schemas.microsoft.com/office/drawing/2014/main" id="{C5355904-3FB9-4291-1B15-2CF3EA13669B}"/>
                  </a:ext>
                </a:extLst>
              </p:cNvPr>
              <p:cNvSpPr/>
              <p:nvPr/>
            </p:nvSpPr>
            <p:spPr>
              <a:xfrm>
                <a:off x="2928449" y="6148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8" name="Oval 3807">
                <a:extLst>
                  <a:ext uri="{FF2B5EF4-FFF2-40B4-BE49-F238E27FC236}">
                    <a16:creationId xmlns:a16="http://schemas.microsoft.com/office/drawing/2014/main" id="{97785935-E12F-9248-487E-B3522ADCF641}"/>
                  </a:ext>
                </a:extLst>
              </p:cNvPr>
              <p:cNvSpPr/>
              <p:nvPr/>
            </p:nvSpPr>
            <p:spPr>
              <a:xfrm>
                <a:off x="3605271" y="548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09" name="Oval 3808">
                <a:extLst>
                  <a:ext uri="{FF2B5EF4-FFF2-40B4-BE49-F238E27FC236}">
                    <a16:creationId xmlns:a16="http://schemas.microsoft.com/office/drawing/2014/main" id="{53412849-35D1-28C7-F5CB-89921597D970}"/>
                  </a:ext>
                </a:extLst>
              </p:cNvPr>
              <p:cNvSpPr/>
              <p:nvPr/>
            </p:nvSpPr>
            <p:spPr>
              <a:xfrm>
                <a:off x="3529177" y="56220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0" name="Oval 3809">
                <a:extLst>
                  <a:ext uri="{FF2B5EF4-FFF2-40B4-BE49-F238E27FC236}">
                    <a16:creationId xmlns:a16="http://schemas.microsoft.com/office/drawing/2014/main" id="{63C4A6CC-9C1B-C310-81FF-69FC3DF07254}"/>
                  </a:ext>
                </a:extLst>
              </p:cNvPr>
              <p:cNvSpPr/>
              <p:nvPr/>
            </p:nvSpPr>
            <p:spPr>
              <a:xfrm>
                <a:off x="2918061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1" name="Oval 3810">
                <a:extLst>
                  <a:ext uri="{FF2B5EF4-FFF2-40B4-BE49-F238E27FC236}">
                    <a16:creationId xmlns:a16="http://schemas.microsoft.com/office/drawing/2014/main" id="{1B84DC0D-B314-DAFD-BB2D-009584FA4553}"/>
                  </a:ext>
                </a:extLst>
              </p:cNvPr>
              <p:cNvSpPr/>
              <p:nvPr/>
            </p:nvSpPr>
            <p:spPr>
              <a:xfrm>
                <a:off x="3649356" y="565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2" name="Oval 3811">
                <a:extLst>
                  <a:ext uri="{FF2B5EF4-FFF2-40B4-BE49-F238E27FC236}">
                    <a16:creationId xmlns:a16="http://schemas.microsoft.com/office/drawing/2014/main" id="{EC9D7792-0F6C-F6D6-129E-770B38E71656}"/>
                  </a:ext>
                </a:extLst>
              </p:cNvPr>
              <p:cNvSpPr/>
              <p:nvPr/>
            </p:nvSpPr>
            <p:spPr>
              <a:xfrm>
                <a:off x="2940779" y="62076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3" name="Oval 3812">
                <a:extLst>
                  <a:ext uri="{FF2B5EF4-FFF2-40B4-BE49-F238E27FC236}">
                    <a16:creationId xmlns:a16="http://schemas.microsoft.com/office/drawing/2014/main" id="{CA9C99B5-A9A5-AAA0-552E-877527ECC7C4}"/>
                  </a:ext>
                </a:extLst>
              </p:cNvPr>
              <p:cNvSpPr/>
              <p:nvPr/>
            </p:nvSpPr>
            <p:spPr>
              <a:xfrm>
                <a:off x="3151916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4" name="Oval 3813">
                <a:extLst>
                  <a:ext uri="{FF2B5EF4-FFF2-40B4-BE49-F238E27FC236}">
                    <a16:creationId xmlns:a16="http://schemas.microsoft.com/office/drawing/2014/main" id="{4DF8BF4A-A214-DA53-9C5E-D597C30035F8}"/>
                  </a:ext>
                </a:extLst>
              </p:cNvPr>
              <p:cNvSpPr/>
              <p:nvPr/>
            </p:nvSpPr>
            <p:spPr>
              <a:xfrm>
                <a:off x="3067293" y="62727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5" name="Oval 3814">
                <a:extLst>
                  <a:ext uri="{FF2B5EF4-FFF2-40B4-BE49-F238E27FC236}">
                    <a16:creationId xmlns:a16="http://schemas.microsoft.com/office/drawing/2014/main" id="{4D41A8E7-1160-5036-159D-024C77E669E9}"/>
                  </a:ext>
                </a:extLst>
              </p:cNvPr>
              <p:cNvSpPr/>
              <p:nvPr/>
            </p:nvSpPr>
            <p:spPr>
              <a:xfrm>
                <a:off x="3426395" y="6093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6" name="Oval 3815">
                <a:extLst>
                  <a:ext uri="{FF2B5EF4-FFF2-40B4-BE49-F238E27FC236}">
                    <a16:creationId xmlns:a16="http://schemas.microsoft.com/office/drawing/2014/main" id="{541618CB-B352-F391-DF35-EFC6F76E0EA0}"/>
                  </a:ext>
                </a:extLst>
              </p:cNvPr>
              <p:cNvSpPr/>
              <p:nvPr/>
            </p:nvSpPr>
            <p:spPr>
              <a:xfrm>
                <a:off x="3269731" y="638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7" name="Oval 3816">
                <a:extLst>
                  <a:ext uri="{FF2B5EF4-FFF2-40B4-BE49-F238E27FC236}">
                    <a16:creationId xmlns:a16="http://schemas.microsoft.com/office/drawing/2014/main" id="{A3955ABE-F453-9420-9AC2-026A57E4316F}"/>
                  </a:ext>
                </a:extLst>
              </p:cNvPr>
              <p:cNvSpPr/>
              <p:nvPr/>
            </p:nvSpPr>
            <p:spPr>
              <a:xfrm>
                <a:off x="2857169" y="60736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8" name="Oval 3817">
                <a:extLst>
                  <a:ext uri="{FF2B5EF4-FFF2-40B4-BE49-F238E27FC236}">
                    <a16:creationId xmlns:a16="http://schemas.microsoft.com/office/drawing/2014/main" id="{8B8F245E-811F-7AD3-7A5F-D17F50DB7A80}"/>
                  </a:ext>
                </a:extLst>
              </p:cNvPr>
              <p:cNvSpPr/>
              <p:nvPr/>
            </p:nvSpPr>
            <p:spPr>
              <a:xfrm>
                <a:off x="2870259" y="6064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19" name="Oval 3818">
                <a:extLst>
                  <a:ext uri="{FF2B5EF4-FFF2-40B4-BE49-F238E27FC236}">
                    <a16:creationId xmlns:a16="http://schemas.microsoft.com/office/drawing/2014/main" id="{D517C101-6F43-F721-47B5-448AA0CA1B9B}"/>
                  </a:ext>
                </a:extLst>
              </p:cNvPr>
              <p:cNvSpPr/>
              <p:nvPr/>
            </p:nvSpPr>
            <p:spPr>
              <a:xfrm>
                <a:off x="3584833" y="547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0" name="Oval 3819">
                <a:extLst>
                  <a:ext uri="{FF2B5EF4-FFF2-40B4-BE49-F238E27FC236}">
                    <a16:creationId xmlns:a16="http://schemas.microsoft.com/office/drawing/2014/main" id="{ACBA98E8-FEF4-868D-3CA6-914C40C5FA56}"/>
                  </a:ext>
                </a:extLst>
              </p:cNvPr>
              <p:cNvSpPr/>
              <p:nvPr/>
            </p:nvSpPr>
            <p:spPr>
              <a:xfrm>
                <a:off x="3028866" y="625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1" name="Oval 3820">
                <a:extLst>
                  <a:ext uri="{FF2B5EF4-FFF2-40B4-BE49-F238E27FC236}">
                    <a16:creationId xmlns:a16="http://schemas.microsoft.com/office/drawing/2014/main" id="{5F6D1CD8-C1FA-FCE3-2F13-78E2F2B1180F}"/>
                  </a:ext>
                </a:extLst>
              </p:cNvPr>
              <p:cNvSpPr/>
              <p:nvPr/>
            </p:nvSpPr>
            <p:spPr>
              <a:xfrm>
                <a:off x="2861307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2" name="Oval 3821">
                <a:extLst>
                  <a:ext uri="{FF2B5EF4-FFF2-40B4-BE49-F238E27FC236}">
                    <a16:creationId xmlns:a16="http://schemas.microsoft.com/office/drawing/2014/main" id="{DBB9296C-0343-42D2-7520-59928576ED56}"/>
                  </a:ext>
                </a:extLst>
              </p:cNvPr>
              <p:cNvSpPr/>
              <p:nvPr/>
            </p:nvSpPr>
            <p:spPr>
              <a:xfrm>
                <a:off x="2887403" y="6052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3" name="Oval 3822">
                <a:extLst>
                  <a:ext uri="{FF2B5EF4-FFF2-40B4-BE49-F238E27FC236}">
                    <a16:creationId xmlns:a16="http://schemas.microsoft.com/office/drawing/2014/main" id="{016BE7BD-B9C8-2943-FC0F-78CC8459A0EA}"/>
                  </a:ext>
                </a:extLst>
              </p:cNvPr>
              <p:cNvSpPr/>
              <p:nvPr/>
            </p:nvSpPr>
            <p:spPr>
              <a:xfrm>
                <a:off x="3574783" y="5621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4" name="Oval 3823">
                <a:extLst>
                  <a:ext uri="{FF2B5EF4-FFF2-40B4-BE49-F238E27FC236}">
                    <a16:creationId xmlns:a16="http://schemas.microsoft.com/office/drawing/2014/main" id="{636AFF63-9E28-DACC-3F3E-262C7FB4CB68}"/>
                  </a:ext>
                </a:extLst>
              </p:cNvPr>
              <p:cNvSpPr/>
              <p:nvPr/>
            </p:nvSpPr>
            <p:spPr>
              <a:xfrm>
                <a:off x="2980726" y="62577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5" name="Oval 3824">
                <a:extLst>
                  <a:ext uri="{FF2B5EF4-FFF2-40B4-BE49-F238E27FC236}">
                    <a16:creationId xmlns:a16="http://schemas.microsoft.com/office/drawing/2014/main" id="{28881942-E5AE-F937-23F0-72AB05E8B251}"/>
                  </a:ext>
                </a:extLst>
              </p:cNvPr>
              <p:cNvSpPr/>
              <p:nvPr/>
            </p:nvSpPr>
            <p:spPr>
              <a:xfrm>
                <a:off x="2688681" y="599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6" name="Oval 3825">
                <a:extLst>
                  <a:ext uri="{FF2B5EF4-FFF2-40B4-BE49-F238E27FC236}">
                    <a16:creationId xmlns:a16="http://schemas.microsoft.com/office/drawing/2014/main" id="{24E85E3E-976C-46DF-3B54-89E8F9EAC530}"/>
                  </a:ext>
                </a:extLst>
              </p:cNvPr>
              <p:cNvSpPr/>
              <p:nvPr/>
            </p:nvSpPr>
            <p:spPr>
              <a:xfrm>
                <a:off x="2816039" y="59990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7" name="Oval 3826">
                <a:extLst>
                  <a:ext uri="{FF2B5EF4-FFF2-40B4-BE49-F238E27FC236}">
                    <a16:creationId xmlns:a16="http://schemas.microsoft.com/office/drawing/2014/main" id="{E12876F2-5CDD-4FA3-51F8-D52D69A13B3D}"/>
                  </a:ext>
                </a:extLst>
              </p:cNvPr>
              <p:cNvSpPr/>
              <p:nvPr/>
            </p:nvSpPr>
            <p:spPr>
              <a:xfrm>
                <a:off x="3549024" y="549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8" name="Oval 3827">
                <a:extLst>
                  <a:ext uri="{FF2B5EF4-FFF2-40B4-BE49-F238E27FC236}">
                    <a16:creationId xmlns:a16="http://schemas.microsoft.com/office/drawing/2014/main" id="{9C6FF1E5-E216-30FA-B869-52727B8CB163}"/>
                  </a:ext>
                </a:extLst>
              </p:cNvPr>
              <p:cNvSpPr/>
              <p:nvPr/>
            </p:nvSpPr>
            <p:spPr>
              <a:xfrm>
                <a:off x="2937316" y="6374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9" name="Oval 3828">
                <a:extLst>
                  <a:ext uri="{FF2B5EF4-FFF2-40B4-BE49-F238E27FC236}">
                    <a16:creationId xmlns:a16="http://schemas.microsoft.com/office/drawing/2014/main" id="{180F5A61-AE1C-E17A-BF75-31641C6BD069}"/>
                  </a:ext>
                </a:extLst>
              </p:cNvPr>
              <p:cNvSpPr/>
              <p:nvPr/>
            </p:nvSpPr>
            <p:spPr>
              <a:xfrm>
                <a:off x="2821529" y="61295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0" name="Oval 3829">
                <a:extLst>
                  <a:ext uri="{FF2B5EF4-FFF2-40B4-BE49-F238E27FC236}">
                    <a16:creationId xmlns:a16="http://schemas.microsoft.com/office/drawing/2014/main" id="{35D6D07B-6DDD-0537-7CF1-C39805E4B53C}"/>
                  </a:ext>
                </a:extLst>
              </p:cNvPr>
              <p:cNvSpPr/>
              <p:nvPr/>
            </p:nvSpPr>
            <p:spPr>
              <a:xfrm>
                <a:off x="2803371" y="6113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1" name="Oval 3830">
                <a:extLst>
                  <a:ext uri="{FF2B5EF4-FFF2-40B4-BE49-F238E27FC236}">
                    <a16:creationId xmlns:a16="http://schemas.microsoft.com/office/drawing/2014/main" id="{52B5EA2A-94D9-C93C-D0CB-A6A82CEDB486}"/>
                  </a:ext>
                </a:extLst>
              </p:cNvPr>
              <p:cNvSpPr/>
              <p:nvPr/>
            </p:nvSpPr>
            <p:spPr>
              <a:xfrm>
                <a:off x="2900156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2" name="Oval 3831">
                <a:extLst>
                  <a:ext uri="{FF2B5EF4-FFF2-40B4-BE49-F238E27FC236}">
                    <a16:creationId xmlns:a16="http://schemas.microsoft.com/office/drawing/2014/main" id="{52094496-5BA6-38A9-A102-9389675FCB8E}"/>
                  </a:ext>
                </a:extLst>
              </p:cNvPr>
              <p:cNvSpPr/>
              <p:nvPr/>
            </p:nvSpPr>
            <p:spPr>
              <a:xfrm>
                <a:off x="3017802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3" name="Oval 3832">
                <a:extLst>
                  <a:ext uri="{FF2B5EF4-FFF2-40B4-BE49-F238E27FC236}">
                    <a16:creationId xmlns:a16="http://schemas.microsoft.com/office/drawing/2014/main" id="{F9960C81-041A-5A02-1882-134BED06EFA0}"/>
                  </a:ext>
                </a:extLst>
              </p:cNvPr>
              <p:cNvSpPr/>
              <p:nvPr/>
            </p:nvSpPr>
            <p:spPr>
              <a:xfrm>
                <a:off x="3012650" y="60713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4" name="Oval 3833">
                <a:extLst>
                  <a:ext uri="{FF2B5EF4-FFF2-40B4-BE49-F238E27FC236}">
                    <a16:creationId xmlns:a16="http://schemas.microsoft.com/office/drawing/2014/main" id="{28A5EAC2-0CE7-2E2C-D7EF-0F70874E3E99}"/>
                  </a:ext>
                </a:extLst>
              </p:cNvPr>
              <p:cNvSpPr/>
              <p:nvPr/>
            </p:nvSpPr>
            <p:spPr>
              <a:xfrm>
                <a:off x="2780737" y="600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5" name="Oval 3834">
                <a:extLst>
                  <a:ext uri="{FF2B5EF4-FFF2-40B4-BE49-F238E27FC236}">
                    <a16:creationId xmlns:a16="http://schemas.microsoft.com/office/drawing/2014/main" id="{070F86A6-296A-C7F7-C5BA-74F20B53F141}"/>
                  </a:ext>
                </a:extLst>
              </p:cNvPr>
              <p:cNvSpPr/>
              <p:nvPr/>
            </p:nvSpPr>
            <p:spPr>
              <a:xfrm>
                <a:off x="3579850" y="5501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6" name="Oval 3835">
                <a:extLst>
                  <a:ext uri="{FF2B5EF4-FFF2-40B4-BE49-F238E27FC236}">
                    <a16:creationId xmlns:a16="http://schemas.microsoft.com/office/drawing/2014/main" id="{2E831804-3631-BBA0-E531-20A14DE47E08}"/>
                  </a:ext>
                </a:extLst>
              </p:cNvPr>
              <p:cNvSpPr/>
              <p:nvPr/>
            </p:nvSpPr>
            <p:spPr>
              <a:xfrm>
                <a:off x="3582046" y="5660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7" name="Oval 3836">
                <a:extLst>
                  <a:ext uri="{FF2B5EF4-FFF2-40B4-BE49-F238E27FC236}">
                    <a16:creationId xmlns:a16="http://schemas.microsoft.com/office/drawing/2014/main" id="{80C6D090-2DCB-C951-49E4-6B7B20CDF95F}"/>
                  </a:ext>
                </a:extLst>
              </p:cNvPr>
              <p:cNvSpPr/>
              <p:nvPr/>
            </p:nvSpPr>
            <p:spPr>
              <a:xfrm>
                <a:off x="2938330" y="6180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8" name="Oval 3837">
                <a:extLst>
                  <a:ext uri="{FF2B5EF4-FFF2-40B4-BE49-F238E27FC236}">
                    <a16:creationId xmlns:a16="http://schemas.microsoft.com/office/drawing/2014/main" id="{E809A8F5-9B2C-5E89-6542-C456AE05B56C}"/>
                  </a:ext>
                </a:extLst>
              </p:cNvPr>
              <p:cNvSpPr/>
              <p:nvPr/>
            </p:nvSpPr>
            <p:spPr>
              <a:xfrm>
                <a:off x="2884785" y="618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39" name="Oval 3838">
                <a:extLst>
                  <a:ext uri="{FF2B5EF4-FFF2-40B4-BE49-F238E27FC236}">
                    <a16:creationId xmlns:a16="http://schemas.microsoft.com/office/drawing/2014/main" id="{68CDA308-8842-0BDF-0517-C3240E5BA5D3}"/>
                  </a:ext>
                </a:extLst>
              </p:cNvPr>
              <p:cNvSpPr/>
              <p:nvPr/>
            </p:nvSpPr>
            <p:spPr>
              <a:xfrm>
                <a:off x="3168132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0" name="Oval 3839">
                <a:extLst>
                  <a:ext uri="{FF2B5EF4-FFF2-40B4-BE49-F238E27FC236}">
                    <a16:creationId xmlns:a16="http://schemas.microsoft.com/office/drawing/2014/main" id="{3B489028-FFD2-486D-85EF-D23FD1491A97}"/>
                  </a:ext>
                </a:extLst>
              </p:cNvPr>
              <p:cNvSpPr/>
              <p:nvPr/>
            </p:nvSpPr>
            <p:spPr>
              <a:xfrm>
                <a:off x="3096683" y="63450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1" name="Oval 3840">
                <a:extLst>
                  <a:ext uri="{FF2B5EF4-FFF2-40B4-BE49-F238E27FC236}">
                    <a16:creationId xmlns:a16="http://schemas.microsoft.com/office/drawing/2014/main" id="{E081137B-99C7-08DC-F46A-EF1304ABE666}"/>
                  </a:ext>
                </a:extLst>
              </p:cNvPr>
              <p:cNvSpPr/>
              <p:nvPr/>
            </p:nvSpPr>
            <p:spPr>
              <a:xfrm>
                <a:off x="2836477" y="616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2" name="Oval 3841">
                <a:extLst>
                  <a:ext uri="{FF2B5EF4-FFF2-40B4-BE49-F238E27FC236}">
                    <a16:creationId xmlns:a16="http://schemas.microsoft.com/office/drawing/2014/main" id="{43BC210C-8C48-D2D6-FD39-3E6032BA14E4}"/>
                  </a:ext>
                </a:extLst>
              </p:cNvPr>
              <p:cNvSpPr/>
              <p:nvPr/>
            </p:nvSpPr>
            <p:spPr>
              <a:xfrm>
                <a:off x="2865192" y="61815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3" name="Oval 3842">
                <a:extLst>
                  <a:ext uri="{FF2B5EF4-FFF2-40B4-BE49-F238E27FC236}">
                    <a16:creationId xmlns:a16="http://schemas.microsoft.com/office/drawing/2014/main" id="{37900C62-0856-71A5-19F9-2E90AC93241B}"/>
                  </a:ext>
                </a:extLst>
              </p:cNvPr>
              <p:cNvSpPr/>
              <p:nvPr/>
            </p:nvSpPr>
            <p:spPr>
              <a:xfrm>
                <a:off x="2913416" y="60535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4" name="Oval 3843">
                <a:extLst>
                  <a:ext uri="{FF2B5EF4-FFF2-40B4-BE49-F238E27FC236}">
                    <a16:creationId xmlns:a16="http://schemas.microsoft.com/office/drawing/2014/main" id="{3DFCD3EF-8379-9D15-976E-A327198D8865}"/>
                  </a:ext>
                </a:extLst>
              </p:cNvPr>
              <p:cNvSpPr/>
              <p:nvPr/>
            </p:nvSpPr>
            <p:spPr>
              <a:xfrm>
                <a:off x="2716129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5" name="Oval 3844">
                <a:extLst>
                  <a:ext uri="{FF2B5EF4-FFF2-40B4-BE49-F238E27FC236}">
                    <a16:creationId xmlns:a16="http://schemas.microsoft.com/office/drawing/2014/main" id="{565DCDC4-7526-AD40-E855-1182E31D33D0}"/>
                  </a:ext>
                </a:extLst>
              </p:cNvPr>
              <p:cNvSpPr/>
              <p:nvPr/>
            </p:nvSpPr>
            <p:spPr>
              <a:xfrm>
                <a:off x="2996688" y="628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6" name="Oval 3845">
                <a:extLst>
                  <a:ext uri="{FF2B5EF4-FFF2-40B4-BE49-F238E27FC236}">
                    <a16:creationId xmlns:a16="http://schemas.microsoft.com/office/drawing/2014/main" id="{5C1A1066-AD57-53E2-E6C7-1DA4E9D3C0C3}"/>
                  </a:ext>
                </a:extLst>
              </p:cNvPr>
              <p:cNvSpPr/>
              <p:nvPr/>
            </p:nvSpPr>
            <p:spPr>
              <a:xfrm>
                <a:off x="2826427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7" name="Oval 3846">
                <a:extLst>
                  <a:ext uri="{FF2B5EF4-FFF2-40B4-BE49-F238E27FC236}">
                    <a16:creationId xmlns:a16="http://schemas.microsoft.com/office/drawing/2014/main" id="{93DB87AA-B242-3425-D141-03087AACC39E}"/>
                  </a:ext>
                </a:extLst>
              </p:cNvPr>
              <p:cNvSpPr/>
              <p:nvPr/>
            </p:nvSpPr>
            <p:spPr>
              <a:xfrm>
                <a:off x="3014424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8" name="Oval 3847">
                <a:extLst>
                  <a:ext uri="{FF2B5EF4-FFF2-40B4-BE49-F238E27FC236}">
                    <a16:creationId xmlns:a16="http://schemas.microsoft.com/office/drawing/2014/main" id="{1C8F6E2E-FD44-7E6D-3993-996E47D798D3}"/>
                  </a:ext>
                </a:extLst>
              </p:cNvPr>
              <p:cNvSpPr/>
              <p:nvPr/>
            </p:nvSpPr>
            <p:spPr>
              <a:xfrm>
                <a:off x="3795041" y="65118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49" name="Oval 3848">
                <a:extLst>
                  <a:ext uri="{FF2B5EF4-FFF2-40B4-BE49-F238E27FC236}">
                    <a16:creationId xmlns:a16="http://schemas.microsoft.com/office/drawing/2014/main" id="{57D6C41E-423B-7AF6-4847-CA3B915A242D}"/>
                  </a:ext>
                </a:extLst>
              </p:cNvPr>
              <p:cNvSpPr/>
              <p:nvPr/>
            </p:nvSpPr>
            <p:spPr>
              <a:xfrm>
                <a:off x="2956234" y="63775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0" name="Oval 3849">
                <a:extLst>
                  <a:ext uri="{FF2B5EF4-FFF2-40B4-BE49-F238E27FC236}">
                    <a16:creationId xmlns:a16="http://schemas.microsoft.com/office/drawing/2014/main" id="{4305B2DC-3395-2D23-FE3A-73761F6075E8}"/>
                  </a:ext>
                </a:extLst>
              </p:cNvPr>
              <p:cNvSpPr/>
              <p:nvPr/>
            </p:nvSpPr>
            <p:spPr>
              <a:xfrm>
                <a:off x="2838335" y="6197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1" name="Oval 3850">
                <a:extLst>
                  <a:ext uri="{FF2B5EF4-FFF2-40B4-BE49-F238E27FC236}">
                    <a16:creationId xmlns:a16="http://schemas.microsoft.com/office/drawing/2014/main" id="{E98D39E2-294A-64D0-90F0-12ECC538F0CF}"/>
                  </a:ext>
                </a:extLst>
              </p:cNvPr>
              <p:cNvSpPr/>
              <p:nvPr/>
            </p:nvSpPr>
            <p:spPr>
              <a:xfrm>
                <a:off x="2825245" y="6212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2" name="Oval 3851">
                <a:extLst>
                  <a:ext uri="{FF2B5EF4-FFF2-40B4-BE49-F238E27FC236}">
                    <a16:creationId xmlns:a16="http://schemas.microsoft.com/office/drawing/2014/main" id="{818D5690-9B9F-3EE1-B654-ACBDF1A49EB9}"/>
                  </a:ext>
                </a:extLst>
              </p:cNvPr>
              <p:cNvSpPr/>
              <p:nvPr/>
            </p:nvSpPr>
            <p:spPr>
              <a:xfrm>
                <a:off x="2979966" y="600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3" name="Oval 3852">
                <a:extLst>
                  <a:ext uri="{FF2B5EF4-FFF2-40B4-BE49-F238E27FC236}">
                    <a16:creationId xmlns:a16="http://schemas.microsoft.com/office/drawing/2014/main" id="{92C1663E-CFE9-040D-A1DD-BBC2941A1691}"/>
                  </a:ext>
                </a:extLst>
              </p:cNvPr>
              <p:cNvSpPr/>
              <p:nvPr/>
            </p:nvSpPr>
            <p:spPr>
              <a:xfrm>
                <a:off x="3575712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4" name="Oval 3853">
                <a:extLst>
                  <a:ext uri="{FF2B5EF4-FFF2-40B4-BE49-F238E27FC236}">
                    <a16:creationId xmlns:a16="http://schemas.microsoft.com/office/drawing/2014/main" id="{7A1B4187-83DC-7184-20CE-30D3AB0F1028}"/>
                  </a:ext>
                </a:extLst>
              </p:cNvPr>
              <p:cNvSpPr/>
              <p:nvPr/>
            </p:nvSpPr>
            <p:spPr>
              <a:xfrm>
                <a:off x="2971605" y="6250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5" name="Oval 3854">
                <a:extLst>
                  <a:ext uri="{FF2B5EF4-FFF2-40B4-BE49-F238E27FC236}">
                    <a16:creationId xmlns:a16="http://schemas.microsoft.com/office/drawing/2014/main" id="{994A5040-D430-680C-12BF-731AB976CB3D}"/>
                  </a:ext>
                </a:extLst>
              </p:cNvPr>
              <p:cNvSpPr/>
              <p:nvPr/>
            </p:nvSpPr>
            <p:spPr>
              <a:xfrm>
                <a:off x="3581286" y="5467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6" name="Oval 3855">
                <a:extLst>
                  <a:ext uri="{FF2B5EF4-FFF2-40B4-BE49-F238E27FC236}">
                    <a16:creationId xmlns:a16="http://schemas.microsoft.com/office/drawing/2014/main" id="{E574D9E0-B188-A6F9-5EAB-EA1E5C946B59}"/>
                  </a:ext>
                </a:extLst>
              </p:cNvPr>
              <p:cNvSpPr/>
              <p:nvPr/>
            </p:nvSpPr>
            <p:spPr>
              <a:xfrm>
                <a:off x="2851003" y="60872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7" name="Oval 3856">
                <a:extLst>
                  <a:ext uri="{FF2B5EF4-FFF2-40B4-BE49-F238E27FC236}">
                    <a16:creationId xmlns:a16="http://schemas.microsoft.com/office/drawing/2014/main" id="{4C531358-6C8A-1E02-A271-8470A1DA3C81}"/>
                  </a:ext>
                </a:extLst>
              </p:cNvPr>
              <p:cNvSpPr/>
              <p:nvPr/>
            </p:nvSpPr>
            <p:spPr>
              <a:xfrm>
                <a:off x="3046939" y="63578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8" name="Oval 3857">
                <a:extLst>
                  <a:ext uri="{FF2B5EF4-FFF2-40B4-BE49-F238E27FC236}">
                    <a16:creationId xmlns:a16="http://schemas.microsoft.com/office/drawing/2014/main" id="{8A982178-7ADB-AB32-B026-CBCB392B402B}"/>
                  </a:ext>
                </a:extLst>
              </p:cNvPr>
              <p:cNvSpPr/>
              <p:nvPr/>
            </p:nvSpPr>
            <p:spPr>
              <a:xfrm>
                <a:off x="3186205" y="6216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59" name="Oval 3858">
                <a:extLst>
                  <a:ext uri="{FF2B5EF4-FFF2-40B4-BE49-F238E27FC236}">
                    <a16:creationId xmlns:a16="http://schemas.microsoft.com/office/drawing/2014/main" id="{59A17BAB-EAF1-7EC5-3496-C5F3212E0D91}"/>
                  </a:ext>
                </a:extLst>
              </p:cNvPr>
              <p:cNvSpPr/>
              <p:nvPr/>
            </p:nvSpPr>
            <p:spPr>
              <a:xfrm>
                <a:off x="2736482" y="598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0" name="Oval 3859">
                <a:extLst>
                  <a:ext uri="{FF2B5EF4-FFF2-40B4-BE49-F238E27FC236}">
                    <a16:creationId xmlns:a16="http://schemas.microsoft.com/office/drawing/2014/main" id="{D6CD6EA3-6006-1CE1-7A21-3CCBE7045FB0}"/>
                  </a:ext>
                </a:extLst>
              </p:cNvPr>
              <p:cNvSpPr/>
              <p:nvPr/>
            </p:nvSpPr>
            <p:spPr>
              <a:xfrm>
                <a:off x="3007752" y="6242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1" name="Oval 3860">
                <a:extLst>
                  <a:ext uri="{FF2B5EF4-FFF2-40B4-BE49-F238E27FC236}">
                    <a16:creationId xmlns:a16="http://schemas.microsoft.com/office/drawing/2014/main" id="{CAAD4967-07BC-C825-7959-CA9D0805598B}"/>
                  </a:ext>
                </a:extLst>
              </p:cNvPr>
              <p:cNvSpPr/>
              <p:nvPr/>
            </p:nvSpPr>
            <p:spPr>
              <a:xfrm>
                <a:off x="3012566" y="6108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2" name="Oval 3861">
                <a:extLst>
                  <a:ext uri="{FF2B5EF4-FFF2-40B4-BE49-F238E27FC236}">
                    <a16:creationId xmlns:a16="http://schemas.microsoft.com/office/drawing/2014/main" id="{EE39CBB5-D753-6D0C-D39A-B4F5488F8448}"/>
                  </a:ext>
                </a:extLst>
              </p:cNvPr>
              <p:cNvSpPr/>
              <p:nvPr/>
            </p:nvSpPr>
            <p:spPr>
              <a:xfrm>
                <a:off x="3560679" y="553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3" name="Oval 3862">
                <a:extLst>
                  <a:ext uri="{FF2B5EF4-FFF2-40B4-BE49-F238E27FC236}">
                    <a16:creationId xmlns:a16="http://schemas.microsoft.com/office/drawing/2014/main" id="{4AEF97C2-25FB-D60C-17CF-31A9CA0F85D3}"/>
                  </a:ext>
                </a:extLst>
              </p:cNvPr>
              <p:cNvSpPr/>
              <p:nvPr/>
            </p:nvSpPr>
            <p:spPr>
              <a:xfrm>
                <a:off x="2893315" y="6177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4" name="Oval 3863">
                <a:extLst>
                  <a:ext uri="{FF2B5EF4-FFF2-40B4-BE49-F238E27FC236}">
                    <a16:creationId xmlns:a16="http://schemas.microsoft.com/office/drawing/2014/main" id="{47C9B591-01A3-1358-34E7-9B6664CB87E1}"/>
                  </a:ext>
                </a:extLst>
              </p:cNvPr>
              <p:cNvSpPr/>
              <p:nvPr/>
            </p:nvSpPr>
            <p:spPr>
              <a:xfrm>
                <a:off x="2954714" y="61343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5" name="Oval 3864">
                <a:extLst>
                  <a:ext uri="{FF2B5EF4-FFF2-40B4-BE49-F238E27FC236}">
                    <a16:creationId xmlns:a16="http://schemas.microsoft.com/office/drawing/2014/main" id="{8921A8EE-36A8-CA32-546D-4F4F9236A521}"/>
                  </a:ext>
                </a:extLst>
              </p:cNvPr>
              <p:cNvSpPr/>
              <p:nvPr/>
            </p:nvSpPr>
            <p:spPr>
              <a:xfrm>
                <a:off x="2810887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6" name="Oval 3865">
                <a:extLst>
                  <a:ext uri="{FF2B5EF4-FFF2-40B4-BE49-F238E27FC236}">
                    <a16:creationId xmlns:a16="http://schemas.microsoft.com/office/drawing/2014/main" id="{B81C4497-2DD4-3830-1731-992B788D7C52}"/>
                  </a:ext>
                </a:extLst>
              </p:cNvPr>
              <p:cNvSpPr/>
              <p:nvPr/>
            </p:nvSpPr>
            <p:spPr>
              <a:xfrm>
                <a:off x="2991114" y="6376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7" name="Oval 3866">
                <a:extLst>
                  <a:ext uri="{FF2B5EF4-FFF2-40B4-BE49-F238E27FC236}">
                    <a16:creationId xmlns:a16="http://schemas.microsoft.com/office/drawing/2014/main" id="{95A731D8-383F-5C23-9F37-6AF01A948DFD}"/>
                  </a:ext>
                </a:extLst>
              </p:cNvPr>
              <p:cNvSpPr/>
              <p:nvPr/>
            </p:nvSpPr>
            <p:spPr>
              <a:xfrm>
                <a:off x="3083508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8" name="Oval 3867">
                <a:extLst>
                  <a:ext uri="{FF2B5EF4-FFF2-40B4-BE49-F238E27FC236}">
                    <a16:creationId xmlns:a16="http://schemas.microsoft.com/office/drawing/2014/main" id="{FB412DF1-3270-482B-1F3F-C1C8EF069F92}"/>
                  </a:ext>
                </a:extLst>
              </p:cNvPr>
              <p:cNvSpPr/>
              <p:nvPr/>
            </p:nvSpPr>
            <p:spPr>
              <a:xfrm>
                <a:off x="2923550" y="6339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9" name="Oval 3868">
                <a:extLst>
                  <a:ext uri="{FF2B5EF4-FFF2-40B4-BE49-F238E27FC236}">
                    <a16:creationId xmlns:a16="http://schemas.microsoft.com/office/drawing/2014/main" id="{5C3C1950-995A-6C50-C20C-B9BE7D8B4A94}"/>
                  </a:ext>
                </a:extLst>
              </p:cNvPr>
              <p:cNvSpPr/>
              <p:nvPr/>
            </p:nvSpPr>
            <p:spPr>
              <a:xfrm>
                <a:off x="2711399" y="598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0" name="Oval 3869">
                <a:extLst>
                  <a:ext uri="{FF2B5EF4-FFF2-40B4-BE49-F238E27FC236}">
                    <a16:creationId xmlns:a16="http://schemas.microsoft.com/office/drawing/2014/main" id="{2197D29F-BF5D-498A-5F60-22E2A0AC24D3}"/>
                  </a:ext>
                </a:extLst>
              </p:cNvPr>
              <p:cNvSpPr/>
              <p:nvPr/>
            </p:nvSpPr>
            <p:spPr>
              <a:xfrm>
                <a:off x="3564057" y="5581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1" name="Oval 3870">
                <a:extLst>
                  <a:ext uri="{FF2B5EF4-FFF2-40B4-BE49-F238E27FC236}">
                    <a16:creationId xmlns:a16="http://schemas.microsoft.com/office/drawing/2014/main" id="{87412067-2B59-442A-958C-7B22992B58AE}"/>
                  </a:ext>
                </a:extLst>
              </p:cNvPr>
              <p:cNvSpPr/>
              <p:nvPr/>
            </p:nvSpPr>
            <p:spPr>
              <a:xfrm>
                <a:off x="2897369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2" name="Oval 3871">
                <a:extLst>
                  <a:ext uri="{FF2B5EF4-FFF2-40B4-BE49-F238E27FC236}">
                    <a16:creationId xmlns:a16="http://schemas.microsoft.com/office/drawing/2014/main" id="{B0BFA6E9-09D5-B21C-D581-F532177749A3}"/>
                  </a:ext>
                </a:extLst>
              </p:cNvPr>
              <p:cNvSpPr/>
              <p:nvPr/>
            </p:nvSpPr>
            <p:spPr>
              <a:xfrm>
                <a:off x="3035031" y="63286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3" name="Oval 3872">
                <a:extLst>
                  <a:ext uri="{FF2B5EF4-FFF2-40B4-BE49-F238E27FC236}">
                    <a16:creationId xmlns:a16="http://schemas.microsoft.com/office/drawing/2014/main" id="{A4CE96ED-6B37-BD77-78E0-BCB57821E661}"/>
                  </a:ext>
                </a:extLst>
              </p:cNvPr>
              <p:cNvSpPr/>
              <p:nvPr/>
            </p:nvSpPr>
            <p:spPr>
              <a:xfrm>
                <a:off x="3052513" y="6269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4" name="Oval 3873">
                <a:extLst>
                  <a:ext uri="{FF2B5EF4-FFF2-40B4-BE49-F238E27FC236}">
                    <a16:creationId xmlns:a16="http://schemas.microsoft.com/office/drawing/2014/main" id="{DB4CC810-B2D4-6C7A-7975-E42C0D53F374}"/>
                  </a:ext>
                </a:extLst>
              </p:cNvPr>
              <p:cNvSpPr/>
              <p:nvPr/>
            </p:nvSpPr>
            <p:spPr>
              <a:xfrm>
                <a:off x="2925662" y="614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5" name="Oval 3874">
                <a:extLst>
                  <a:ext uri="{FF2B5EF4-FFF2-40B4-BE49-F238E27FC236}">
                    <a16:creationId xmlns:a16="http://schemas.microsoft.com/office/drawing/2014/main" id="{E38ECC28-8F84-E764-FD3C-2A18FFAB5D75}"/>
                  </a:ext>
                </a:extLst>
              </p:cNvPr>
              <p:cNvSpPr/>
              <p:nvPr/>
            </p:nvSpPr>
            <p:spPr>
              <a:xfrm>
                <a:off x="2804891" y="61489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6" name="Oval 3875">
                <a:extLst>
                  <a:ext uri="{FF2B5EF4-FFF2-40B4-BE49-F238E27FC236}">
                    <a16:creationId xmlns:a16="http://schemas.microsoft.com/office/drawing/2014/main" id="{AC9DB570-0399-C294-14B5-EC5DAC8A16F0}"/>
                  </a:ext>
                </a:extLst>
              </p:cNvPr>
              <p:cNvSpPr/>
              <p:nvPr/>
            </p:nvSpPr>
            <p:spPr>
              <a:xfrm>
                <a:off x="2922452" y="62814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7" name="Oval 3876">
                <a:extLst>
                  <a:ext uri="{FF2B5EF4-FFF2-40B4-BE49-F238E27FC236}">
                    <a16:creationId xmlns:a16="http://schemas.microsoft.com/office/drawing/2014/main" id="{D97FB4AE-EFF0-7316-17C9-C1E221CF5C02}"/>
                  </a:ext>
                </a:extLst>
              </p:cNvPr>
              <p:cNvSpPr/>
              <p:nvPr/>
            </p:nvSpPr>
            <p:spPr>
              <a:xfrm>
                <a:off x="2878705" y="6297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8" name="Oval 3877">
                <a:extLst>
                  <a:ext uri="{FF2B5EF4-FFF2-40B4-BE49-F238E27FC236}">
                    <a16:creationId xmlns:a16="http://schemas.microsoft.com/office/drawing/2014/main" id="{14F2EF88-FD88-A75B-CF2C-B1DAC88A5969}"/>
                  </a:ext>
                </a:extLst>
              </p:cNvPr>
              <p:cNvSpPr/>
              <p:nvPr/>
            </p:nvSpPr>
            <p:spPr>
              <a:xfrm>
                <a:off x="3673764" y="5769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79" name="Oval 3878">
                <a:extLst>
                  <a:ext uri="{FF2B5EF4-FFF2-40B4-BE49-F238E27FC236}">
                    <a16:creationId xmlns:a16="http://schemas.microsoft.com/office/drawing/2014/main" id="{4A7B58E5-4BC8-79EB-7BCA-4152679781D6}"/>
                  </a:ext>
                </a:extLst>
              </p:cNvPr>
              <p:cNvSpPr/>
              <p:nvPr/>
            </p:nvSpPr>
            <p:spPr>
              <a:xfrm>
                <a:off x="2947198" y="63598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0" name="Oval 3879">
                <a:extLst>
                  <a:ext uri="{FF2B5EF4-FFF2-40B4-BE49-F238E27FC236}">
                    <a16:creationId xmlns:a16="http://schemas.microsoft.com/office/drawing/2014/main" id="{74227EEE-A18E-F2E8-2893-32E3D725640E}"/>
                  </a:ext>
                </a:extLst>
              </p:cNvPr>
              <p:cNvSpPr/>
              <p:nvPr/>
            </p:nvSpPr>
            <p:spPr>
              <a:xfrm>
                <a:off x="2953194" y="63823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1" name="Oval 3880">
                <a:extLst>
                  <a:ext uri="{FF2B5EF4-FFF2-40B4-BE49-F238E27FC236}">
                    <a16:creationId xmlns:a16="http://schemas.microsoft.com/office/drawing/2014/main" id="{5821D3CE-8372-D7AC-70B0-F84246262328}"/>
                  </a:ext>
                </a:extLst>
              </p:cNvPr>
              <p:cNvSpPr/>
              <p:nvPr/>
            </p:nvSpPr>
            <p:spPr>
              <a:xfrm>
                <a:off x="2917554" y="604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2" name="Oval 3881">
                <a:extLst>
                  <a:ext uri="{FF2B5EF4-FFF2-40B4-BE49-F238E27FC236}">
                    <a16:creationId xmlns:a16="http://schemas.microsoft.com/office/drawing/2014/main" id="{777D642D-8FF0-41E6-15D3-DE21EC7CEE08}"/>
                  </a:ext>
                </a:extLst>
              </p:cNvPr>
              <p:cNvSpPr/>
              <p:nvPr/>
            </p:nvSpPr>
            <p:spPr>
              <a:xfrm>
                <a:off x="2864938" y="61288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3" name="Oval 3882">
                <a:extLst>
                  <a:ext uri="{FF2B5EF4-FFF2-40B4-BE49-F238E27FC236}">
                    <a16:creationId xmlns:a16="http://schemas.microsoft.com/office/drawing/2014/main" id="{44008971-A6F1-D91F-D769-D5E2E53815EC}"/>
                  </a:ext>
                </a:extLst>
              </p:cNvPr>
              <p:cNvSpPr/>
              <p:nvPr/>
            </p:nvSpPr>
            <p:spPr>
              <a:xfrm>
                <a:off x="2980135" y="6265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4" name="Oval 3883">
                <a:extLst>
                  <a:ext uri="{FF2B5EF4-FFF2-40B4-BE49-F238E27FC236}">
                    <a16:creationId xmlns:a16="http://schemas.microsoft.com/office/drawing/2014/main" id="{46C8A0CB-597D-FB4C-5B72-799B5B155011}"/>
                  </a:ext>
                </a:extLst>
              </p:cNvPr>
              <p:cNvSpPr/>
              <p:nvPr/>
            </p:nvSpPr>
            <p:spPr>
              <a:xfrm>
                <a:off x="3562199" y="5577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5" name="Oval 3884">
                <a:extLst>
                  <a:ext uri="{FF2B5EF4-FFF2-40B4-BE49-F238E27FC236}">
                    <a16:creationId xmlns:a16="http://schemas.microsoft.com/office/drawing/2014/main" id="{6C903CEC-EBC1-0281-F487-E8329065649D}"/>
                  </a:ext>
                </a:extLst>
              </p:cNvPr>
              <p:cNvSpPr/>
              <p:nvPr/>
            </p:nvSpPr>
            <p:spPr>
              <a:xfrm>
                <a:off x="2929462" y="6228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6" name="Oval 3885">
                <a:extLst>
                  <a:ext uri="{FF2B5EF4-FFF2-40B4-BE49-F238E27FC236}">
                    <a16:creationId xmlns:a16="http://schemas.microsoft.com/office/drawing/2014/main" id="{FD886753-449D-F18E-A7D3-5DC903955FA0}"/>
                  </a:ext>
                </a:extLst>
              </p:cNvPr>
              <p:cNvSpPr/>
              <p:nvPr/>
            </p:nvSpPr>
            <p:spPr>
              <a:xfrm>
                <a:off x="3093051" y="605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7" name="Oval 3886">
                <a:extLst>
                  <a:ext uri="{FF2B5EF4-FFF2-40B4-BE49-F238E27FC236}">
                    <a16:creationId xmlns:a16="http://schemas.microsoft.com/office/drawing/2014/main" id="{236D194E-2F86-4083-E582-C0CB3225DEBF}"/>
                  </a:ext>
                </a:extLst>
              </p:cNvPr>
              <p:cNvSpPr/>
              <p:nvPr/>
            </p:nvSpPr>
            <p:spPr>
              <a:xfrm>
                <a:off x="3082072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8" name="Oval 3887">
                <a:extLst>
                  <a:ext uri="{FF2B5EF4-FFF2-40B4-BE49-F238E27FC236}">
                    <a16:creationId xmlns:a16="http://schemas.microsoft.com/office/drawing/2014/main" id="{FDF1D7A3-2D45-CFBB-9C05-8B4E3A598D31}"/>
                  </a:ext>
                </a:extLst>
              </p:cNvPr>
              <p:cNvSpPr/>
              <p:nvPr/>
            </p:nvSpPr>
            <p:spPr>
              <a:xfrm>
                <a:off x="3205968" y="6217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89" name="Oval 3888">
                <a:extLst>
                  <a:ext uri="{FF2B5EF4-FFF2-40B4-BE49-F238E27FC236}">
                    <a16:creationId xmlns:a16="http://schemas.microsoft.com/office/drawing/2014/main" id="{99B0A900-2112-4FB7-D9CF-79A468C8C2A0}"/>
                  </a:ext>
                </a:extLst>
              </p:cNvPr>
              <p:cNvSpPr/>
              <p:nvPr/>
            </p:nvSpPr>
            <p:spPr>
              <a:xfrm>
                <a:off x="3387377" y="60878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0" name="Oval 3889">
                <a:extLst>
                  <a:ext uri="{FF2B5EF4-FFF2-40B4-BE49-F238E27FC236}">
                    <a16:creationId xmlns:a16="http://schemas.microsoft.com/office/drawing/2014/main" id="{EE10E6B2-7FEF-B673-5A19-14A1078C1E2C}"/>
                  </a:ext>
                </a:extLst>
              </p:cNvPr>
              <p:cNvSpPr/>
              <p:nvPr/>
            </p:nvSpPr>
            <p:spPr>
              <a:xfrm>
                <a:off x="3148032" y="6293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1" name="Oval 3890">
                <a:extLst>
                  <a:ext uri="{FF2B5EF4-FFF2-40B4-BE49-F238E27FC236}">
                    <a16:creationId xmlns:a16="http://schemas.microsoft.com/office/drawing/2014/main" id="{50CCAA8C-1C93-AF69-95D9-FF374B9E137D}"/>
                  </a:ext>
                </a:extLst>
              </p:cNvPr>
              <p:cNvSpPr/>
              <p:nvPr/>
            </p:nvSpPr>
            <p:spPr>
              <a:xfrm>
                <a:off x="2754387" y="5891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2" name="Oval 3891">
                <a:extLst>
                  <a:ext uri="{FF2B5EF4-FFF2-40B4-BE49-F238E27FC236}">
                    <a16:creationId xmlns:a16="http://schemas.microsoft.com/office/drawing/2014/main" id="{2F67A6E5-5E3F-C54B-46E1-8AF3D354B2B9}"/>
                  </a:ext>
                </a:extLst>
              </p:cNvPr>
              <p:cNvSpPr/>
              <p:nvPr/>
            </p:nvSpPr>
            <p:spPr>
              <a:xfrm>
                <a:off x="2863756" y="6151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3" name="Oval 3892">
                <a:extLst>
                  <a:ext uri="{FF2B5EF4-FFF2-40B4-BE49-F238E27FC236}">
                    <a16:creationId xmlns:a16="http://schemas.microsoft.com/office/drawing/2014/main" id="{C16E1C14-D524-2978-793E-1796EC8CA34B}"/>
                  </a:ext>
                </a:extLst>
              </p:cNvPr>
              <p:cNvSpPr/>
              <p:nvPr/>
            </p:nvSpPr>
            <p:spPr>
              <a:xfrm>
                <a:off x="3650961" y="55233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4" name="Oval 3893">
                <a:extLst>
                  <a:ext uri="{FF2B5EF4-FFF2-40B4-BE49-F238E27FC236}">
                    <a16:creationId xmlns:a16="http://schemas.microsoft.com/office/drawing/2014/main" id="{8173C208-D0BA-4A7B-1867-8C4071C8F221}"/>
                  </a:ext>
                </a:extLst>
              </p:cNvPr>
              <p:cNvSpPr/>
              <p:nvPr/>
            </p:nvSpPr>
            <p:spPr>
              <a:xfrm>
                <a:off x="2963075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5" name="Oval 3894">
                <a:extLst>
                  <a:ext uri="{FF2B5EF4-FFF2-40B4-BE49-F238E27FC236}">
                    <a16:creationId xmlns:a16="http://schemas.microsoft.com/office/drawing/2014/main" id="{DCAFC60F-2082-58BC-1FAF-62BD9A229FA5}"/>
                  </a:ext>
                </a:extLst>
              </p:cNvPr>
              <p:cNvSpPr/>
              <p:nvPr/>
            </p:nvSpPr>
            <p:spPr>
              <a:xfrm>
                <a:off x="3613970" y="5563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6" name="Oval 3895">
                <a:extLst>
                  <a:ext uri="{FF2B5EF4-FFF2-40B4-BE49-F238E27FC236}">
                    <a16:creationId xmlns:a16="http://schemas.microsoft.com/office/drawing/2014/main" id="{7F3348D4-F861-3884-3FA3-81BEF60298FC}"/>
                  </a:ext>
                </a:extLst>
              </p:cNvPr>
              <p:cNvSpPr/>
              <p:nvPr/>
            </p:nvSpPr>
            <p:spPr>
              <a:xfrm>
                <a:off x="3159517" y="6289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7" name="Oval 3896">
                <a:extLst>
                  <a:ext uri="{FF2B5EF4-FFF2-40B4-BE49-F238E27FC236}">
                    <a16:creationId xmlns:a16="http://schemas.microsoft.com/office/drawing/2014/main" id="{C7171D12-2262-1F07-94C3-D8B5E8E14C02}"/>
                  </a:ext>
                </a:extLst>
              </p:cNvPr>
              <p:cNvSpPr/>
              <p:nvPr/>
            </p:nvSpPr>
            <p:spPr>
              <a:xfrm>
                <a:off x="3004458" y="62964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8" name="Oval 3897">
                <a:extLst>
                  <a:ext uri="{FF2B5EF4-FFF2-40B4-BE49-F238E27FC236}">
                    <a16:creationId xmlns:a16="http://schemas.microsoft.com/office/drawing/2014/main" id="{A7D89C74-CA72-29A1-D28B-9AABCAE62848}"/>
                  </a:ext>
                </a:extLst>
              </p:cNvPr>
              <p:cNvSpPr/>
              <p:nvPr/>
            </p:nvSpPr>
            <p:spPr>
              <a:xfrm>
                <a:off x="2855733" y="6133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9" name="Oval 3898">
                <a:extLst>
                  <a:ext uri="{FF2B5EF4-FFF2-40B4-BE49-F238E27FC236}">
                    <a16:creationId xmlns:a16="http://schemas.microsoft.com/office/drawing/2014/main" id="{63CC4643-89D5-C30A-8910-28370677F752}"/>
                  </a:ext>
                </a:extLst>
              </p:cNvPr>
              <p:cNvSpPr/>
              <p:nvPr/>
            </p:nvSpPr>
            <p:spPr>
              <a:xfrm>
                <a:off x="3580103" y="5479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0" name="Oval 3899">
                <a:extLst>
                  <a:ext uri="{FF2B5EF4-FFF2-40B4-BE49-F238E27FC236}">
                    <a16:creationId xmlns:a16="http://schemas.microsoft.com/office/drawing/2014/main" id="{030F2CB3-078B-3984-4212-EB947DE000BF}"/>
                  </a:ext>
                </a:extLst>
              </p:cNvPr>
              <p:cNvSpPr/>
              <p:nvPr/>
            </p:nvSpPr>
            <p:spPr>
              <a:xfrm>
                <a:off x="3009103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1" name="Oval 3900">
                <a:extLst>
                  <a:ext uri="{FF2B5EF4-FFF2-40B4-BE49-F238E27FC236}">
                    <a16:creationId xmlns:a16="http://schemas.microsoft.com/office/drawing/2014/main" id="{E0FB3727-DA67-F2F1-840F-550864D7C3FC}"/>
                  </a:ext>
                </a:extLst>
              </p:cNvPr>
              <p:cNvSpPr/>
              <p:nvPr/>
            </p:nvSpPr>
            <p:spPr>
              <a:xfrm>
                <a:off x="2726686" y="59666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2" name="Oval 3901">
                <a:extLst>
                  <a:ext uri="{FF2B5EF4-FFF2-40B4-BE49-F238E27FC236}">
                    <a16:creationId xmlns:a16="http://schemas.microsoft.com/office/drawing/2014/main" id="{B618C1BF-678C-8F97-C66D-3AA895434DFF}"/>
                  </a:ext>
                </a:extLst>
              </p:cNvPr>
              <p:cNvSpPr/>
              <p:nvPr/>
            </p:nvSpPr>
            <p:spPr>
              <a:xfrm>
                <a:off x="3573431" y="5484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3" name="Oval 3902">
                <a:extLst>
                  <a:ext uri="{FF2B5EF4-FFF2-40B4-BE49-F238E27FC236}">
                    <a16:creationId xmlns:a16="http://schemas.microsoft.com/office/drawing/2014/main" id="{91B6F7AB-D5D7-5031-2CDD-36ED9407D68C}"/>
                  </a:ext>
                </a:extLst>
              </p:cNvPr>
              <p:cNvSpPr/>
              <p:nvPr/>
            </p:nvSpPr>
            <p:spPr>
              <a:xfrm>
                <a:off x="3087477" y="62348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4" name="Oval 3903">
                <a:extLst>
                  <a:ext uri="{FF2B5EF4-FFF2-40B4-BE49-F238E27FC236}">
                    <a16:creationId xmlns:a16="http://schemas.microsoft.com/office/drawing/2014/main" id="{DFB07E11-1BDD-FA45-8F20-0F50F710BB2E}"/>
                  </a:ext>
                </a:extLst>
              </p:cNvPr>
              <p:cNvSpPr/>
              <p:nvPr/>
            </p:nvSpPr>
            <p:spPr>
              <a:xfrm>
                <a:off x="3056229" y="6211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5" name="Oval 3904">
                <a:extLst>
                  <a:ext uri="{FF2B5EF4-FFF2-40B4-BE49-F238E27FC236}">
                    <a16:creationId xmlns:a16="http://schemas.microsoft.com/office/drawing/2014/main" id="{E7910649-58F5-812E-0F53-31283284C5D1}"/>
                  </a:ext>
                </a:extLst>
              </p:cNvPr>
              <p:cNvSpPr/>
              <p:nvPr/>
            </p:nvSpPr>
            <p:spPr>
              <a:xfrm>
                <a:off x="2892302" y="63021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6" name="Oval 3905">
                <a:extLst>
                  <a:ext uri="{FF2B5EF4-FFF2-40B4-BE49-F238E27FC236}">
                    <a16:creationId xmlns:a16="http://schemas.microsoft.com/office/drawing/2014/main" id="{E10F13CE-2DE0-5B30-6814-75084221BEB6}"/>
                  </a:ext>
                </a:extLst>
              </p:cNvPr>
              <p:cNvSpPr/>
              <p:nvPr/>
            </p:nvSpPr>
            <p:spPr>
              <a:xfrm>
                <a:off x="3002093" y="63709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7" name="Oval 3906">
                <a:extLst>
                  <a:ext uri="{FF2B5EF4-FFF2-40B4-BE49-F238E27FC236}">
                    <a16:creationId xmlns:a16="http://schemas.microsoft.com/office/drawing/2014/main" id="{58929CBE-F1C2-0442-837A-241F39A36BED}"/>
                  </a:ext>
                </a:extLst>
              </p:cNvPr>
              <p:cNvSpPr/>
              <p:nvPr/>
            </p:nvSpPr>
            <p:spPr>
              <a:xfrm>
                <a:off x="3106311" y="631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8" name="Oval 3907">
                <a:extLst>
                  <a:ext uri="{FF2B5EF4-FFF2-40B4-BE49-F238E27FC236}">
                    <a16:creationId xmlns:a16="http://schemas.microsoft.com/office/drawing/2014/main" id="{48438511-4A2E-4F0D-9024-9367D45C53E8}"/>
                  </a:ext>
                </a:extLst>
              </p:cNvPr>
              <p:cNvSpPr/>
              <p:nvPr/>
            </p:nvSpPr>
            <p:spPr>
              <a:xfrm>
                <a:off x="3142289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09" name="Oval 3908">
                <a:extLst>
                  <a:ext uri="{FF2B5EF4-FFF2-40B4-BE49-F238E27FC236}">
                    <a16:creationId xmlns:a16="http://schemas.microsoft.com/office/drawing/2014/main" id="{9772AD47-680D-845D-BC8F-874BD7BC6B8E}"/>
                  </a:ext>
                </a:extLst>
              </p:cNvPr>
              <p:cNvSpPr/>
              <p:nvPr/>
            </p:nvSpPr>
            <p:spPr>
              <a:xfrm>
                <a:off x="2983429" y="6192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0" name="Oval 3909">
                <a:extLst>
                  <a:ext uri="{FF2B5EF4-FFF2-40B4-BE49-F238E27FC236}">
                    <a16:creationId xmlns:a16="http://schemas.microsoft.com/office/drawing/2014/main" id="{415CCD3B-033C-A099-F762-DA00DB05CD0E}"/>
                  </a:ext>
                </a:extLst>
              </p:cNvPr>
              <p:cNvSpPr/>
              <p:nvPr/>
            </p:nvSpPr>
            <p:spPr>
              <a:xfrm>
                <a:off x="3138995" y="6289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1" name="Oval 3910">
                <a:extLst>
                  <a:ext uri="{FF2B5EF4-FFF2-40B4-BE49-F238E27FC236}">
                    <a16:creationId xmlns:a16="http://schemas.microsoft.com/office/drawing/2014/main" id="{D82A1917-A5D7-714F-D839-2D106E1AEC32}"/>
                  </a:ext>
                </a:extLst>
              </p:cNvPr>
              <p:cNvSpPr/>
              <p:nvPr/>
            </p:nvSpPr>
            <p:spPr>
              <a:xfrm>
                <a:off x="2745181" y="5940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2" name="Oval 3911">
                <a:extLst>
                  <a:ext uri="{FF2B5EF4-FFF2-40B4-BE49-F238E27FC236}">
                    <a16:creationId xmlns:a16="http://schemas.microsoft.com/office/drawing/2014/main" id="{DA7DC2F6-0D0E-42BE-CB06-E9445CCAAEF2}"/>
                  </a:ext>
                </a:extLst>
              </p:cNvPr>
              <p:cNvSpPr/>
              <p:nvPr/>
            </p:nvSpPr>
            <p:spPr>
              <a:xfrm>
                <a:off x="3604595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3" name="Oval 3912">
                <a:extLst>
                  <a:ext uri="{FF2B5EF4-FFF2-40B4-BE49-F238E27FC236}">
                    <a16:creationId xmlns:a16="http://schemas.microsoft.com/office/drawing/2014/main" id="{FBE0E316-004D-0ACE-8688-EFCE25238574}"/>
                  </a:ext>
                </a:extLst>
              </p:cNvPr>
              <p:cNvSpPr/>
              <p:nvPr/>
            </p:nvSpPr>
            <p:spPr>
              <a:xfrm>
                <a:off x="3051668" y="6321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4" name="Oval 3913">
                <a:extLst>
                  <a:ext uri="{FF2B5EF4-FFF2-40B4-BE49-F238E27FC236}">
                    <a16:creationId xmlns:a16="http://schemas.microsoft.com/office/drawing/2014/main" id="{0D88FDFC-EE05-934A-0AD7-8418265B5B2B}"/>
                  </a:ext>
                </a:extLst>
              </p:cNvPr>
              <p:cNvSpPr/>
              <p:nvPr/>
            </p:nvSpPr>
            <p:spPr>
              <a:xfrm>
                <a:off x="3606707" y="5543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5" name="Oval 3914">
                <a:extLst>
                  <a:ext uri="{FF2B5EF4-FFF2-40B4-BE49-F238E27FC236}">
                    <a16:creationId xmlns:a16="http://schemas.microsoft.com/office/drawing/2014/main" id="{C6EEFA27-BF2B-AFB5-C5C0-8D3162AE8F62}"/>
                  </a:ext>
                </a:extLst>
              </p:cNvPr>
              <p:cNvSpPr/>
              <p:nvPr/>
            </p:nvSpPr>
            <p:spPr>
              <a:xfrm>
                <a:off x="2714777" y="59980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6" name="Oval 3915">
                <a:extLst>
                  <a:ext uri="{FF2B5EF4-FFF2-40B4-BE49-F238E27FC236}">
                    <a16:creationId xmlns:a16="http://schemas.microsoft.com/office/drawing/2014/main" id="{74648116-5D4D-7E7E-C55A-BBB84A7D88A3}"/>
                  </a:ext>
                </a:extLst>
              </p:cNvPr>
              <p:cNvSpPr/>
              <p:nvPr/>
            </p:nvSpPr>
            <p:spPr>
              <a:xfrm>
                <a:off x="2870597" y="614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7" name="Oval 3916">
                <a:extLst>
                  <a:ext uri="{FF2B5EF4-FFF2-40B4-BE49-F238E27FC236}">
                    <a16:creationId xmlns:a16="http://schemas.microsoft.com/office/drawing/2014/main" id="{3C7B83AD-A563-276F-CE96-7C1B0F82BC66}"/>
                  </a:ext>
                </a:extLst>
              </p:cNvPr>
              <p:cNvSpPr/>
              <p:nvPr/>
            </p:nvSpPr>
            <p:spPr>
              <a:xfrm>
                <a:off x="2985709" y="63157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8" name="Oval 3917">
                <a:extLst>
                  <a:ext uri="{FF2B5EF4-FFF2-40B4-BE49-F238E27FC236}">
                    <a16:creationId xmlns:a16="http://schemas.microsoft.com/office/drawing/2014/main" id="{54D7B031-76F2-44D3-F3C2-9688183E6C53}"/>
                  </a:ext>
                </a:extLst>
              </p:cNvPr>
              <p:cNvSpPr/>
              <p:nvPr/>
            </p:nvSpPr>
            <p:spPr>
              <a:xfrm>
                <a:off x="3574191" y="54803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19" name="Oval 3918">
                <a:extLst>
                  <a:ext uri="{FF2B5EF4-FFF2-40B4-BE49-F238E27FC236}">
                    <a16:creationId xmlns:a16="http://schemas.microsoft.com/office/drawing/2014/main" id="{087043BB-5050-4943-4BF2-F2AA810AD29E}"/>
                  </a:ext>
                </a:extLst>
              </p:cNvPr>
              <p:cNvSpPr/>
              <p:nvPr/>
            </p:nvSpPr>
            <p:spPr>
              <a:xfrm>
                <a:off x="3003360" y="639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0" name="Oval 3919">
                <a:extLst>
                  <a:ext uri="{FF2B5EF4-FFF2-40B4-BE49-F238E27FC236}">
                    <a16:creationId xmlns:a16="http://schemas.microsoft.com/office/drawing/2014/main" id="{041B755B-315B-B5A1-139A-3A28AA6EF53D}"/>
                  </a:ext>
                </a:extLst>
              </p:cNvPr>
              <p:cNvSpPr/>
              <p:nvPr/>
            </p:nvSpPr>
            <p:spPr>
              <a:xfrm>
                <a:off x="2879549" y="6063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1" name="Oval 3920">
                <a:extLst>
                  <a:ext uri="{FF2B5EF4-FFF2-40B4-BE49-F238E27FC236}">
                    <a16:creationId xmlns:a16="http://schemas.microsoft.com/office/drawing/2014/main" id="{EB55FEEF-3951-F6D1-FC52-BBDF3BD79A58}"/>
                  </a:ext>
                </a:extLst>
              </p:cNvPr>
              <p:cNvSpPr/>
              <p:nvPr/>
            </p:nvSpPr>
            <p:spPr>
              <a:xfrm>
                <a:off x="2899987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2" name="Oval 3921">
                <a:extLst>
                  <a:ext uri="{FF2B5EF4-FFF2-40B4-BE49-F238E27FC236}">
                    <a16:creationId xmlns:a16="http://schemas.microsoft.com/office/drawing/2014/main" id="{4877DB80-D0B6-65BC-5E7B-F76F599FD96B}"/>
                  </a:ext>
                </a:extLst>
              </p:cNvPr>
              <p:cNvSpPr/>
              <p:nvPr/>
            </p:nvSpPr>
            <p:spPr>
              <a:xfrm>
                <a:off x="3284173" y="626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3" name="Oval 3922">
                <a:extLst>
                  <a:ext uri="{FF2B5EF4-FFF2-40B4-BE49-F238E27FC236}">
                    <a16:creationId xmlns:a16="http://schemas.microsoft.com/office/drawing/2014/main" id="{F290F438-A132-339D-067C-28899739D32C}"/>
                  </a:ext>
                </a:extLst>
              </p:cNvPr>
              <p:cNvSpPr/>
              <p:nvPr/>
            </p:nvSpPr>
            <p:spPr>
              <a:xfrm>
                <a:off x="3084437" y="58546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4" name="Oval 3923">
                <a:extLst>
                  <a:ext uri="{FF2B5EF4-FFF2-40B4-BE49-F238E27FC236}">
                    <a16:creationId xmlns:a16="http://schemas.microsoft.com/office/drawing/2014/main" id="{B6B7E4F3-1C6C-EA76-0B27-60DEF7E3C3B4}"/>
                  </a:ext>
                </a:extLst>
              </p:cNvPr>
              <p:cNvSpPr/>
              <p:nvPr/>
            </p:nvSpPr>
            <p:spPr>
              <a:xfrm>
                <a:off x="2985287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5" name="Oval 3924">
                <a:extLst>
                  <a:ext uri="{FF2B5EF4-FFF2-40B4-BE49-F238E27FC236}">
                    <a16:creationId xmlns:a16="http://schemas.microsoft.com/office/drawing/2014/main" id="{603D8860-D5D0-3F54-CE3C-3ADC737DA101}"/>
                  </a:ext>
                </a:extLst>
              </p:cNvPr>
              <p:cNvSpPr/>
              <p:nvPr/>
            </p:nvSpPr>
            <p:spPr>
              <a:xfrm>
                <a:off x="2884701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6" name="Oval 3925">
                <a:extLst>
                  <a:ext uri="{FF2B5EF4-FFF2-40B4-BE49-F238E27FC236}">
                    <a16:creationId xmlns:a16="http://schemas.microsoft.com/office/drawing/2014/main" id="{08151A21-6DA8-8D31-9546-8AB68246F63C}"/>
                  </a:ext>
                </a:extLst>
              </p:cNvPr>
              <p:cNvSpPr/>
              <p:nvPr/>
            </p:nvSpPr>
            <p:spPr>
              <a:xfrm>
                <a:off x="2992128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7" name="Oval 3926">
                <a:extLst>
                  <a:ext uri="{FF2B5EF4-FFF2-40B4-BE49-F238E27FC236}">
                    <a16:creationId xmlns:a16="http://schemas.microsoft.com/office/drawing/2014/main" id="{B040E85F-D39D-154B-6B32-52C4CEA179F0}"/>
                  </a:ext>
                </a:extLst>
              </p:cNvPr>
              <p:cNvSpPr/>
              <p:nvPr/>
            </p:nvSpPr>
            <p:spPr>
              <a:xfrm>
                <a:off x="3217960" y="62679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8" name="Oval 3927">
                <a:extLst>
                  <a:ext uri="{FF2B5EF4-FFF2-40B4-BE49-F238E27FC236}">
                    <a16:creationId xmlns:a16="http://schemas.microsoft.com/office/drawing/2014/main" id="{918A7161-F3D4-BC15-7C79-3B47207C551F}"/>
                  </a:ext>
                </a:extLst>
              </p:cNvPr>
              <p:cNvSpPr/>
              <p:nvPr/>
            </p:nvSpPr>
            <p:spPr>
              <a:xfrm>
                <a:off x="2929462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29" name="Oval 3928">
                <a:extLst>
                  <a:ext uri="{FF2B5EF4-FFF2-40B4-BE49-F238E27FC236}">
                    <a16:creationId xmlns:a16="http://schemas.microsoft.com/office/drawing/2014/main" id="{21C68DB3-3073-6C38-7C96-FB3CA29FE01C}"/>
                  </a:ext>
                </a:extLst>
              </p:cNvPr>
              <p:cNvSpPr/>
              <p:nvPr/>
            </p:nvSpPr>
            <p:spPr>
              <a:xfrm>
                <a:off x="3048037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0" name="Oval 3929">
                <a:extLst>
                  <a:ext uri="{FF2B5EF4-FFF2-40B4-BE49-F238E27FC236}">
                    <a16:creationId xmlns:a16="http://schemas.microsoft.com/office/drawing/2014/main" id="{0FA3F314-915A-75A7-78F1-5B79A8247240}"/>
                  </a:ext>
                </a:extLst>
              </p:cNvPr>
              <p:cNvSpPr/>
              <p:nvPr/>
            </p:nvSpPr>
            <p:spPr>
              <a:xfrm>
                <a:off x="2843909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1" name="Oval 3930">
                <a:extLst>
                  <a:ext uri="{FF2B5EF4-FFF2-40B4-BE49-F238E27FC236}">
                    <a16:creationId xmlns:a16="http://schemas.microsoft.com/office/drawing/2014/main" id="{CD283C84-544A-4B66-D628-6165CC82F38F}"/>
                  </a:ext>
                </a:extLst>
              </p:cNvPr>
              <p:cNvSpPr/>
              <p:nvPr/>
            </p:nvSpPr>
            <p:spPr>
              <a:xfrm>
                <a:off x="2845514" y="6182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2" name="Oval 3931">
                <a:extLst>
                  <a:ext uri="{FF2B5EF4-FFF2-40B4-BE49-F238E27FC236}">
                    <a16:creationId xmlns:a16="http://schemas.microsoft.com/office/drawing/2014/main" id="{872E0431-F40A-2AA5-7919-A568574D572B}"/>
                  </a:ext>
                </a:extLst>
              </p:cNvPr>
              <p:cNvSpPr/>
              <p:nvPr/>
            </p:nvSpPr>
            <p:spPr>
              <a:xfrm>
                <a:off x="3020505" y="62029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3" name="Oval 3932">
                <a:extLst>
                  <a:ext uri="{FF2B5EF4-FFF2-40B4-BE49-F238E27FC236}">
                    <a16:creationId xmlns:a16="http://schemas.microsoft.com/office/drawing/2014/main" id="{24339184-3FE6-90A6-8058-0852334E69E6}"/>
                  </a:ext>
                </a:extLst>
              </p:cNvPr>
              <p:cNvSpPr/>
              <p:nvPr/>
            </p:nvSpPr>
            <p:spPr>
              <a:xfrm>
                <a:off x="2878113" y="60724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4" name="Oval 3933">
                <a:extLst>
                  <a:ext uri="{FF2B5EF4-FFF2-40B4-BE49-F238E27FC236}">
                    <a16:creationId xmlns:a16="http://schemas.microsoft.com/office/drawing/2014/main" id="{E949DEBE-DD34-00B6-1A33-8F7A4EA46180}"/>
                  </a:ext>
                </a:extLst>
              </p:cNvPr>
              <p:cNvSpPr/>
              <p:nvPr/>
            </p:nvSpPr>
            <p:spPr>
              <a:xfrm>
                <a:off x="2832423" y="618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5" name="Oval 3934">
                <a:extLst>
                  <a:ext uri="{FF2B5EF4-FFF2-40B4-BE49-F238E27FC236}">
                    <a16:creationId xmlns:a16="http://schemas.microsoft.com/office/drawing/2014/main" id="{0044ABF2-108F-FB6A-6648-E81D933C38B9}"/>
                  </a:ext>
                </a:extLst>
              </p:cNvPr>
              <p:cNvSpPr/>
              <p:nvPr/>
            </p:nvSpPr>
            <p:spPr>
              <a:xfrm>
                <a:off x="2806073" y="61634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6" name="Oval 3935">
                <a:extLst>
                  <a:ext uri="{FF2B5EF4-FFF2-40B4-BE49-F238E27FC236}">
                    <a16:creationId xmlns:a16="http://schemas.microsoft.com/office/drawing/2014/main" id="{96C7C7A0-31EB-690C-68BB-C20BA70C9C44}"/>
                  </a:ext>
                </a:extLst>
              </p:cNvPr>
              <p:cNvSpPr/>
              <p:nvPr/>
            </p:nvSpPr>
            <p:spPr>
              <a:xfrm>
                <a:off x="3075907" y="597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7" name="Oval 3936">
                <a:extLst>
                  <a:ext uri="{FF2B5EF4-FFF2-40B4-BE49-F238E27FC236}">
                    <a16:creationId xmlns:a16="http://schemas.microsoft.com/office/drawing/2014/main" id="{A926BAC8-C49F-EED2-A384-F68DD7C87AD0}"/>
                  </a:ext>
                </a:extLst>
              </p:cNvPr>
              <p:cNvSpPr/>
              <p:nvPr/>
            </p:nvSpPr>
            <p:spPr>
              <a:xfrm>
                <a:off x="2840362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8" name="Oval 3937">
                <a:extLst>
                  <a:ext uri="{FF2B5EF4-FFF2-40B4-BE49-F238E27FC236}">
                    <a16:creationId xmlns:a16="http://schemas.microsoft.com/office/drawing/2014/main" id="{567DAE25-CF1F-11A0-BA7E-1CBD24595AD2}"/>
                  </a:ext>
                </a:extLst>
              </p:cNvPr>
              <p:cNvSpPr/>
              <p:nvPr/>
            </p:nvSpPr>
            <p:spPr>
              <a:xfrm>
                <a:off x="3606369" y="569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39" name="Oval 3938">
                <a:extLst>
                  <a:ext uri="{FF2B5EF4-FFF2-40B4-BE49-F238E27FC236}">
                    <a16:creationId xmlns:a16="http://schemas.microsoft.com/office/drawing/2014/main" id="{7F8BF54D-69C7-AB19-7E15-D25041E93C4E}"/>
                  </a:ext>
                </a:extLst>
              </p:cNvPr>
              <p:cNvSpPr/>
              <p:nvPr/>
            </p:nvSpPr>
            <p:spPr>
              <a:xfrm>
                <a:off x="2910460" y="63585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0" name="Oval 3939">
                <a:extLst>
                  <a:ext uri="{FF2B5EF4-FFF2-40B4-BE49-F238E27FC236}">
                    <a16:creationId xmlns:a16="http://schemas.microsoft.com/office/drawing/2014/main" id="{E22D5CFA-B4E1-F8A8-8ED3-D2DD5B87314D}"/>
                  </a:ext>
                </a:extLst>
              </p:cNvPr>
              <p:cNvSpPr/>
              <p:nvPr/>
            </p:nvSpPr>
            <p:spPr>
              <a:xfrm>
                <a:off x="2737918" y="60020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1" name="Oval 3940">
                <a:extLst>
                  <a:ext uri="{FF2B5EF4-FFF2-40B4-BE49-F238E27FC236}">
                    <a16:creationId xmlns:a16="http://schemas.microsoft.com/office/drawing/2014/main" id="{7E0C597A-8FF5-0D42-EF26-448B43B8DF3A}"/>
                  </a:ext>
                </a:extLst>
              </p:cNvPr>
              <p:cNvSpPr/>
              <p:nvPr/>
            </p:nvSpPr>
            <p:spPr>
              <a:xfrm>
                <a:off x="3856440" y="519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2" name="Oval 3941">
                <a:extLst>
                  <a:ext uri="{FF2B5EF4-FFF2-40B4-BE49-F238E27FC236}">
                    <a16:creationId xmlns:a16="http://schemas.microsoft.com/office/drawing/2014/main" id="{D31FD5B0-F8AB-6E34-97BA-A579310A7A88}"/>
                  </a:ext>
                </a:extLst>
              </p:cNvPr>
              <p:cNvSpPr/>
              <p:nvPr/>
            </p:nvSpPr>
            <p:spPr>
              <a:xfrm>
                <a:off x="3638715" y="55335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3" name="Oval 3942">
                <a:extLst>
                  <a:ext uri="{FF2B5EF4-FFF2-40B4-BE49-F238E27FC236}">
                    <a16:creationId xmlns:a16="http://schemas.microsoft.com/office/drawing/2014/main" id="{074F925E-ED43-FA0B-B4B9-D17AD33EFE0A}"/>
                  </a:ext>
                </a:extLst>
              </p:cNvPr>
              <p:cNvSpPr/>
              <p:nvPr/>
            </p:nvSpPr>
            <p:spPr>
              <a:xfrm>
                <a:off x="2921439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4" name="Oval 3943">
                <a:extLst>
                  <a:ext uri="{FF2B5EF4-FFF2-40B4-BE49-F238E27FC236}">
                    <a16:creationId xmlns:a16="http://schemas.microsoft.com/office/drawing/2014/main" id="{307DE06B-D226-C03D-A994-01D67B7E7711}"/>
                  </a:ext>
                </a:extLst>
              </p:cNvPr>
              <p:cNvSpPr/>
              <p:nvPr/>
            </p:nvSpPr>
            <p:spPr>
              <a:xfrm>
                <a:off x="2760045" y="60091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5" name="Oval 3944">
                <a:extLst>
                  <a:ext uri="{FF2B5EF4-FFF2-40B4-BE49-F238E27FC236}">
                    <a16:creationId xmlns:a16="http://schemas.microsoft.com/office/drawing/2014/main" id="{FF2D0B46-3CBD-7658-6E44-A599D907704D}"/>
                  </a:ext>
                </a:extLst>
              </p:cNvPr>
              <p:cNvSpPr/>
              <p:nvPr/>
            </p:nvSpPr>
            <p:spPr>
              <a:xfrm>
                <a:off x="2931996" y="62316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6" name="Oval 3945">
                <a:extLst>
                  <a:ext uri="{FF2B5EF4-FFF2-40B4-BE49-F238E27FC236}">
                    <a16:creationId xmlns:a16="http://schemas.microsoft.com/office/drawing/2014/main" id="{9D80DE46-6DB2-3277-21DA-2A93BC9A5A3A}"/>
                  </a:ext>
                </a:extLst>
              </p:cNvPr>
              <p:cNvSpPr/>
              <p:nvPr/>
            </p:nvSpPr>
            <p:spPr>
              <a:xfrm>
                <a:off x="3578076" y="566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7" name="Oval 3946">
                <a:extLst>
                  <a:ext uri="{FF2B5EF4-FFF2-40B4-BE49-F238E27FC236}">
                    <a16:creationId xmlns:a16="http://schemas.microsoft.com/office/drawing/2014/main" id="{8871A961-F8F9-15B4-DF57-C1C68890D37D}"/>
                  </a:ext>
                </a:extLst>
              </p:cNvPr>
              <p:cNvSpPr/>
              <p:nvPr/>
            </p:nvSpPr>
            <p:spPr>
              <a:xfrm>
                <a:off x="3619459" y="5483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8" name="Oval 3947">
                <a:extLst>
                  <a:ext uri="{FF2B5EF4-FFF2-40B4-BE49-F238E27FC236}">
                    <a16:creationId xmlns:a16="http://schemas.microsoft.com/office/drawing/2014/main" id="{87903563-67B4-E338-5864-A894A6ECCF19}"/>
                  </a:ext>
                </a:extLst>
              </p:cNvPr>
              <p:cNvSpPr/>
              <p:nvPr/>
            </p:nvSpPr>
            <p:spPr>
              <a:xfrm>
                <a:off x="3060029" y="63199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49" name="Oval 3948">
                <a:extLst>
                  <a:ext uri="{FF2B5EF4-FFF2-40B4-BE49-F238E27FC236}">
                    <a16:creationId xmlns:a16="http://schemas.microsoft.com/office/drawing/2014/main" id="{3EC75A95-F53A-56E1-BB5B-2BB3556740AE}"/>
                  </a:ext>
                </a:extLst>
              </p:cNvPr>
              <p:cNvSpPr/>
              <p:nvPr/>
            </p:nvSpPr>
            <p:spPr>
              <a:xfrm>
                <a:off x="2906406" y="60948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0" name="Oval 3949">
                <a:extLst>
                  <a:ext uri="{FF2B5EF4-FFF2-40B4-BE49-F238E27FC236}">
                    <a16:creationId xmlns:a16="http://schemas.microsoft.com/office/drawing/2014/main" id="{FDBA5C35-72A9-AA19-4E84-B5BD11590F97}"/>
                  </a:ext>
                </a:extLst>
              </p:cNvPr>
              <p:cNvSpPr/>
              <p:nvPr/>
            </p:nvSpPr>
            <p:spPr>
              <a:xfrm>
                <a:off x="2767731" y="5993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1" name="Oval 3950">
                <a:extLst>
                  <a:ext uri="{FF2B5EF4-FFF2-40B4-BE49-F238E27FC236}">
                    <a16:creationId xmlns:a16="http://schemas.microsoft.com/office/drawing/2014/main" id="{90893898-0BE3-E0F2-4949-E17107B9ECC1}"/>
                  </a:ext>
                </a:extLst>
              </p:cNvPr>
              <p:cNvSpPr/>
              <p:nvPr/>
            </p:nvSpPr>
            <p:spPr>
              <a:xfrm>
                <a:off x="2946269" y="63685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2" name="Oval 3951">
                <a:extLst>
                  <a:ext uri="{FF2B5EF4-FFF2-40B4-BE49-F238E27FC236}">
                    <a16:creationId xmlns:a16="http://schemas.microsoft.com/office/drawing/2014/main" id="{72BFF375-37B7-DBA3-A001-0573A226ABF7}"/>
                  </a:ext>
                </a:extLst>
              </p:cNvPr>
              <p:cNvSpPr/>
              <p:nvPr/>
            </p:nvSpPr>
            <p:spPr>
              <a:xfrm>
                <a:off x="3637617" y="55242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3" name="Oval 3952">
                <a:extLst>
                  <a:ext uri="{FF2B5EF4-FFF2-40B4-BE49-F238E27FC236}">
                    <a16:creationId xmlns:a16="http://schemas.microsoft.com/office/drawing/2014/main" id="{7C72E084-8CD8-F459-B91C-1AF05DFD457E}"/>
                  </a:ext>
                </a:extLst>
              </p:cNvPr>
              <p:cNvSpPr/>
              <p:nvPr/>
            </p:nvSpPr>
            <p:spPr>
              <a:xfrm>
                <a:off x="3130043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4" name="Oval 3953">
                <a:extLst>
                  <a:ext uri="{FF2B5EF4-FFF2-40B4-BE49-F238E27FC236}">
                    <a16:creationId xmlns:a16="http://schemas.microsoft.com/office/drawing/2014/main" id="{CBED03FF-2C40-DC7D-4671-78ED78C7C9AF}"/>
                  </a:ext>
                </a:extLst>
              </p:cNvPr>
              <p:cNvSpPr/>
              <p:nvPr/>
            </p:nvSpPr>
            <p:spPr>
              <a:xfrm>
                <a:off x="2921354" y="6349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5" name="Oval 3954">
                <a:extLst>
                  <a:ext uri="{FF2B5EF4-FFF2-40B4-BE49-F238E27FC236}">
                    <a16:creationId xmlns:a16="http://schemas.microsoft.com/office/drawing/2014/main" id="{EAC00161-44A5-F705-BC23-CF5AC1E2B730}"/>
                  </a:ext>
                </a:extLst>
              </p:cNvPr>
              <p:cNvSpPr/>
              <p:nvPr/>
            </p:nvSpPr>
            <p:spPr>
              <a:xfrm>
                <a:off x="2988496" y="632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6" name="Oval 3955">
                <a:extLst>
                  <a:ext uri="{FF2B5EF4-FFF2-40B4-BE49-F238E27FC236}">
                    <a16:creationId xmlns:a16="http://schemas.microsoft.com/office/drawing/2014/main" id="{28358422-A6D5-9FC9-1797-66D2B2E86D68}"/>
                  </a:ext>
                </a:extLst>
              </p:cNvPr>
              <p:cNvSpPr/>
              <p:nvPr/>
            </p:nvSpPr>
            <p:spPr>
              <a:xfrm>
                <a:off x="3017126" y="63415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7" name="Oval 3956">
                <a:extLst>
                  <a:ext uri="{FF2B5EF4-FFF2-40B4-BE49-F238E27FC236}">
                    <a16:creationId xmlns:a16="http://schemas.microsoft.com/office/drawing/2014/main" id="{83128E2B-344D-62EB-B415-17C31E4BDEC4}"/>
                  </a:ext>
                </a:extLst>
              </p:cNvPr>
              <p:cNvSpPr/>
              <p:nvPr/>
            </p:nvSpPr>
            <p:spPr>
              <a:xfrm>
                <a:off x="3220325" y="58937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8" name="Oval 3957">
                <a:extLst>
                  <a:ext uri="{FF2B5EF4-FFF2-40B4-BE49-F238E27FC236}">
                    <a16:creationId xmlns:a16="http://schemas.microsoft.com/office/drawing/2014/main" id="{E90FDEF0-A816-9D1F-C09E-B21211ED4546}"/>
                  </a:ext>
                </a:extLst>
              </p:cNvPr>
              <p:cNvSpPr/>
              <p:nvPr/>
            </p:nvSpPr>
            <p:spPr>
              <a:xfrm>
                <a:off x="3206474" y="6201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9" name="Oval 3958">
                <a:extLst>
                  <a:ext uri="{FF2B5EF4-FFF2-40B4-BE49-F238E27FC236}">
                    <a16:creationId xmlns:a16="http://schemas.microsoft.com/office/drawing/2014/main" id="{420B690E-B0AA-2852-A520-37B87E11CFC0}"/>
                  </a:ext>
                </a:extLst>
              </p:cNvPr>
              <p:cNvSpPr/>
              <p:nvPr/>
            </p:nvSpPr>
            <p:spPr>
              <a:xfrm>
                <a:off x="3086717" y="63266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0" name="Oval 3959">
                <a:extLst>
                  <a:ext uri="{FF2B5EF4-FFF2-40B4-BE49-F238E27FC236}">
                    <a16:creationId xmlns:a16="http://schemas.microsoft.com/office/drawing/2014/main" id="{A31C8A0B-2F15-4809-15CC-4F834C3C3ED0}"/>
                  </a:ext>
                </a:extLst>
              </p:cNvPr>
              <p:cNvSpPr/>
              <p:nvPr/>
            </p:nvSpPr>
            <p:spPr>
              <a:xfrm>
                <a:off x="3027092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1" name="Oval 3960">
                <a:extLst>
                  <a:ext uri="{FF2B5EF4-FFF2-40B4-BE49-F238E27FC236}">
                    <a16:creationId xmlns:a16="http://schemas.microsoft.com/office/drawing/2014/main" id="{959C8F05-0DA3-EBD8-2C66-19A3BF8EC478}"/>
                  </a:ext>
                </a:extLst>
              </p:cNvPr>
              <p:cNvSpPr/>
              <p:nvPr/>
            </p:nvSpPr>
            <p:spPr>
              <a:xfrm>
                <a:off x="3541761" y="5640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2" name="Oval 3961">
                <a:extLst>
                  <a:ext uri="{FF2B5EF4-FFF2-40B4-BE49-F238E27FC236}">
                    <a16:creationId xmlns:a16="http://schemas.microsoft.com/office/drawing/2014/main" id="{76E36355-79A5-8FEE-CF92-47EDED9EE57D}"/>
                  </a:ext>
                </a:extLst>
              </p:cNvPr>
              <p:cNvSpPr/>
              <p:nvPr/>
            </p:nvSpPr>
            <p:spPr>
              <a:xfrm>
                <a:off x="3208248" y="60180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3" name="Oval 3962">
                <a:extLst>
                  <a:ext uri="{FF2B5EF4-FFF2-40B4-BE49-F238E27FC236}">
                    <a16:creationId xmlns:a16="http://schemas.microsoft.com/office/drawing/2014/main" id="{94576716-073B-806F-C6D7-8D195E7C02DE}"/>
                  </a:ext>
                </a:extLst>
              </p:cNvPr>
              <p:cNvSpPr/>
              <p:nvPr/>
            </p:nvSpPr>
            <p:spPr>
              <a:xfrm>
                <a:off x="2864009" y="61496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4" name="Oval 3963">
                <a:extLst>
                  <a:ext uri="{FF2B5EF4-FFF2-40B4-BE49-F238E27FC236}">
                    <a16:creationId xmlns:a16="http://schemas.microsoft.com/office/drawing/2014/main" id="{E9DF3CA5-E538-3272-47BF-FEB4DC72ACDA}"/>
                  </a:ext>
                </a:extLst>
              </p:cNvPr>
              <p:cNvSpPr/>
              <p:nvPr/>
            </p:nvSpPr>
            <p:spPr>
              <a:xfrm>
                <a:off x="2852355" y="6155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5" name="Oval 3964">
                <a:extLst>
                  <a:ext uri="{FF2B5EF4-FFF2-40B4-BE49-F238E27FC236}">
                    <a16:creationId xmlns:a16="http://schemas.microsoft.com/office/drawing/2014/main" id="{87FAB5C3-0AD2-F2EA-6D03-054D1E565B5A}"/>
                  </a:ext>
                </a:extLst>
              </p:cNvPr>
              <p:cNvSpPr/>
              <p:nvPr/>
            </p:nvSpPr>
            <p:spPr>
              <a:xfrm>
                <a:off x="3625962" y="552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6" name="Oval 3965">
                <a:extLst>
                  <a:ext uri="{FF2B5EF4-FFF2-40B4-BE49-F238E27FC236}">
                    <a16:creationId xmlns:a16="http://schemas.microsoft.com/office/drawing/2014/main" id="{1F7EE31E-0D16-BFAA-AFD3-B372DA4A7A82}"/>
                  </a:ext>
                </a:extLst>
              </p:cNvPr>
              <p:cNvSpPr/>
              <p:nvPr/>
            </p:nvSpPr>
            <p:spPr>
              <a:xfrm>
                <a:off x="2923635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7" name="Oval 3966">
                <a:extLst>
                  <a:ext uri="{FF2B5EF4-FFF2-40B4-BE49-F238E27FC236}">
                    <a16:creationId xmlns:a16="http://schemas.microsoft.com/office/drawing/2014/main" id="{F42433EF-E4ED-1C0D-795C-1C3558AB0034}"/>
                  </a:ext>
                </a:extLst>
              </p:cNvPr>
              <p:cNvSpPr/>
              <p:nvPr/>
            </p:nvSpPr>
            <p:spPr>
              <a:xfrm>
                <a:off x="2913331" y="6205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8" name="Oval 3967">
                <a:extLst>
                  <a:ext uri="{FF2B5EF4-FFF2-40B4-BE49-F238E27FC236}">
                    <a16:creationId xmlns:a16="http://schemas.microsoft.com/office/drawing/2014/main" id="{293B5A9F-089F-9147-3D33-134C25040AAB}"/>
                  </a:ext>
                </a:extLst>
              </p:cNvPr>
              <p:cNvSpPr/>
              <p:nvPr/>
            </p:nvSpPr>
            <p:spPr>
              <a:xfrm>
                <a:off x="3049895" y="63352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69" name="Oval 3968">
                <a:extLst>
                  <a:ext uri="{FF2B5EF4-FFF2-40B4-BE49-F238E27FC236}">
                    <a16:creationId xmlns:a16="http://schemas.microsoft.com/office/drawing/2014/main" id="{F168BD3C-0A00-9CA2-E1DD-C4A7943069E9}"/>
                  </a:ext>
                </a:extLst>
              </p:cNvPr>
              <p:cNvSpPr/>
              <p:nvPr/>
            </p:nvSpPr>
            <p:spPr>
              <a:xfrm>
                <a:off x="2943904" y="6380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0" name="Oval 3969">
                <a:extLst>
                  <a:ext uri="{FF2B5EF4-FFF2-40B4-BE49-F238E27FC236}">
                    <a16:creationId xmlns:a16="http://schemas.microsoft.com/office/drawing/2014/main" id="{771DEDD1-6E71-7A14-EC04-9D9B709B5E33}"/>
                  </a:ext>
                </a:extLst>
              </p:cNvPr>
              <p:cNvSpPr/>
              <p:nvPr/>
            </p:nvSpPr>
            <p:spPr>
              <a:xfrm>
                <a:off x="3589309" y="569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1" name="Oval 3970">
                <a:extLst>
                  <a:ext uri="{FF2B5EF4-FFF2-40B4-BE49-F238E27FC236}">
                    <a16:creationId xmlns:a16="http://schemas.microsoft.com/office/drawing/2014/main" id="{E8297066-4EEC-7E0E-4AC8-CC469CB18F9A}"/>
                  </a:ext>
                </a:extLst>
              </p:cNvPr>
              <p:cNvSpPr/>
              <p:nvPr/>
            </p:nvSpPr>
            <p:spPr>
              <a:xfrm>
                <a:off x="3625540" y="5554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2" name="Oval 3971">
                <a:extLst>
                  <a:ext uri="{FF2B5EF4-FFF2-40B4-BE49-F238E27FC236}">
                    <a16:creationId xmlns:a16="http://schemas.microsoft.com/office/drawing/2014/main" id="{5ECC4E1B-B349-C41A-962D-161B83485B66}"/>
                  </a:ext>
                </a:extLst>
              </p:cNvPr>
              <p:cNvSpPr/>
              <p:nvPr/>
            </p:nvSpPr>
            <p:spPr>
              <a:xfrm>
                <a:off x="2897285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3" name="Oval 3972">
                <a:extLst>
                  <a:ext uri="{FF2B5EF4-FFF2-40B4-BE49-F238E27FC236}">
                    <a16:creationId xmlns:a16="http://schemas.microsoft.com/office/drawing/2014/main" id="{2C9F6CD7-A7FD-74A5-4E44-BA0D1E25DCAD}"/>
                  </a:ext>
                </a:extLst>
              </p:cNvPr>
              <p:cNvSpPr/>
              <p:nvPr/>
            </p:nvSpPr>
            <p:spPr>
              <a:xfrm>
                <a:off x="2702025" y="6005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4" name="Oval 3973">
                <a:extLst>
                  <a:ext uri="{FF2B5EF4-FFF2-40B4-BE49-F238E27FC236}">
                    <a16:creationId xmlns:a16="http://schemas.microsoft.com/office/drawing/2014/main" id="{7D28D5BA-8FA7-A396-3818-520C0F22989F}"/>
                  </a:ext>
                </a:extLst>
              </p:cNvPr>
              <p:cNvSpPr/>
              <p:nvPr/>
            </p:nvSpPr>
            <p:spPr>
              <a:xfrm>
                <a:off x="3170581" y="605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5" name="Oval 3974">
                <a:extLst>
                  <a:ext uri="{FF2B5EF4-FFF2-40B4-BE49-F238E27FC236}">
                    <a16:creationId xmlns:a16="http://schemas.microsoft.com/office/drawing/2014/main" id="{2F61566A-A608-F285-14D9-0C3412AD19C1}"/>
                  </a:ext>
                </a:extLst>
              </p:cNvPr>
              <p:cNvSpPr/>
              <p:nvPr/>
            </p:nvSpPr>
            <p:spPr>
              <a:xfrm>
                <a:off x="2803877" y="61859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6" name="Oval 3975">
                <a:extLst>
                  <a:ext uri="{FF2B5EF4-FFF2-40B4-BE49-F238E27FC236}">
                    <a16:creationId xmlns:a16="http://schemas.microsoft.com/office/drawing/2014/main" id="{9F51BF36-CF4C-D487-438C-B6E2D3AACE09}"/>
                  </a:ext>
                </a:extLst>
              </p:cNvPr>
              <p:cNvSpPr/>
              <p:nvPr/>
            </p:nvSpPr>
            <p:spPr>
              <a:xfrm>
                <a:off x="3585677" y="54560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7" name="Oval 3976">
                <a:extLst>
                  <a:ext uri="{FF2B5EF4-FFF2-40B4-BE49-F238E27FC236}">
                    <a16:creationId xmlns:a16="http://schemas.microsoft.com/office/drawing/2014/main" id="{F2794A2F-D781-B328-7AD1-9DAA049A31C6}"/>
                  </a:ext>
                </a:extLst>
              </p:cNvPr>
              <p:cNvSpPr/>
              <p:nvPr/>
            </p:nvSpPr>
            <p:spPr>
              <a:xfrm>
                <a:off x="3069151" y="632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8" name="Oval 3977">
                <a:extLst>
                  <a:ext uri="{FF2B5EF4-FFF2-40B4-BE49-F238E27FC236}">
                    <a16:creationId xmlns:a16="http://schemas.microsoft.com/office/drawing/2014/main" id="{67325A63-E9E3-A07C-BECE-ACC3AE9F248D}"/>
                  </a:ext>
                </a:extLst>
              </p:cNvPr>
              <p:cNvSpPr/>
              <p:nvPr/>
            </p:nvSpPr>
            <p:spPr>
              <a:xfrm>
                <a:off x="3576894" y="54767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79" name="Oval 3978">
                <a:extLst>
                  <a:ext uri="{FF2B5EF4-FFF2-40B4-BE49-F238E27FC236}">
                    <a16:creationId xmlns:a16="http://schemas.microsoft.com/office/drawing/2014/main" id="{4EE72BAC-A270-3A04-54D4-8EBCF8E8A111}"/>
                  </a:ext>
                </a:extLst>
              </p:cNvPr>
              <p:cNvSpPr/>
              <p:nvPr/>
            </p:nvSpPr>
            <p:spPr>
              <a:xfrm>
                <a:off x="3059692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0" name="Oval 3979">
                <a:extLst>
                  <a:ext uri="{FF2B5EF4-FFF2-40B4-BE49-F238E27FC236}">
                    <a16:creationId xmlns:a16="http://schemas.microsoft.com/office/drawing/2014/main" id="{E11A03D4-7AED-6B02-1989-55B79F1EB9A6}"/>
                  </a:ext>
                </a:extLst>
              </p:cNvPr>
              <p:cNvSpPr/>
              <p:nvPr/>
            </p:nvSpPr>
            <p:spPr>
              <a:xfrm>
                <a:off x="2977348" y="6285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1" name="Oval 3980">
                <a:extLst>
                  <a:ext uri="{FF2B5EF4-FFF2-40B4-BE49-F238E27FC236}">
                    <a16:creationId xmlns:a16="http://schemas.microsoft.com/office/drawing/2014/main" id="{3EAABCEA-23A5-FA65-93AC-959A0732C2C4}"/>
                  </a:ext>
                </a:extLst>
              </p:cNvPr>
              <p:cNvSpPr/>
              <p:nvPr/>
            </p:nvSpPr>
            <p:spPr>
              <a:xfrm>
                <a:off x="3037649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2" name="Oval 3981">
                <a:extLst>
                  <a:ext uri="{FF2B5EF4-FFF2-40B4-BE49-F238E27FC236}">
                    <a16:creationId xmlns:a16="http://schemas.microsoft.com/office/drawing/2014/main" id="{150222DC-763E-6430-E02B-4B7F3E1576AF}"/>
                  </a:ext>
                </a:extLst>
              </p:cNvPr>
              <p:cNvSpPr/>
              <p:nvPr/>
            </p:nvSpPr>
            <p:spPr>
              <a:xfrm>
                <a:off x="2863165" y="6231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3" name="Oval 3982">
                <a:extLst>
                  <a:ext uri="{FF2B5EF4-FFF2-40B4-BE49-F238E27FC236}">
                    <a16:creationId xmlns:a16="http://schemas.microsoft.com/office/drawing/2014/main" id="{CADEA34B-A0F3-DE67-87ED-194AE7EF1C10}"/>
                  </a:ext>
                </a:extLst>
              </p:cNvPr>
              <p:cNvSpPr/>
              <p:nvPr/>
            </p:nvSpPr>
            <p:spPr>
              <a:xfrm>
                <a:off x="3073880" y="5955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4" name="Oval 3983">
                <a:extLst>
                  <a:ext uri="{FF2B5EF4-FFF2-40B4-BE49-F238E27FC236}">
                    <a16:creationId xmlns:a16="http://schemas.microsoft.com/office/drawing/2014/main" id="{DA76FAC1-2577-F67A-6C86-91A82FEC7469}"/>
                  </a:ext>
                </a:extLst>
              </p:cNvPr>
              <p:cNvSpPr/>
              <p:nvPr/>
            </p:nvSpPr>
            <p:spPr>
              <a:xfrm>
                <a:off x="3450718" y="566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5" name="Oval 3984">
                <a:extLst>
                  <a:ext uri="{FF2B5EF4-FFF2-40B4-BE49-F238E27FC236}">
                    <a16:creationId xmlns:a16="http://schemas.microsoft.com/office/drawing/2014/main" id="{F1EB1FF3-1334-63A3-1828-F08BB5533774}"/>
                  </a:ext>
                </a:extLst>
              </p:cNvPr>
              <p:cNvSpPr/>
              <p:nvPr/>
            </p:nvSpPr>
            <p:spPr>
              <a:xfrm>
                <a:off x="2699238" y="6012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6" name="Oval 3985">
                <a:extLst>
                  <a:ext uri="{FF2B5EF4-FFF2-40B4-BE49-F238E27FC236}">
                    <a16:creationId xmlns:a16="http://schemas.microsoft.com/office/drawing/2014/main" id="{9482FCF3-5BCA-6006-D1C2-837F098D56C6}"/>
                  </a:ext>
                </a:extLst>
              </p:cNvPr>
              <p:cNvSpPr/>
              <p:nvPr/>
            </p:nvSpPr>
            <p:spPr>
              <a:xfrm>
                <a:off x="2907250" y="6346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7" name="Oval 3986">
                <a:extLst>
                  <a:ext uri="{FF2B5EF4-FFF2-40B4-BE49-F238E27FC236}">
                    <a16:creationId xmlns:a16="http://schemas.microsoft.com/office/drawing/2014/main" id="{42D84310-01B4-F611-7715-3B16D0F4D858}"/>
                  </a:ext>
                </a:extLst>
              </p:cNvPr>
              <p:cNvSpPr/>
              <p:nvPr/>
            </p:nvSpPr>
            <p:spPr>
              <a:xfrm>
                <a:off x="2706754" y="59741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8" name="Oval 3987">
                <a:extLst>
                  <a:ext uri="{FF2B5EF4-FFF2-40B4-BE49-F238E27FC236}">
                    <a16:creationId xmlns:a16="http://schemas.microsoft.com/office/drawing/2014/main" id="{6840B14A-F49E-1B77-C917-A6EE3AD8169A}"/>
                  </a:ext>
                </a:extLst>
              </p:cNvPr>
              <p:cNvSpPr/>
              <p:nvPr/>
            </p:nvSpPr>
            <p:spPr>
              <a:xfrm>
                <a:off x="3082326" y="6360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9" name="Oval 3988">
                <a:extLst>
                  <a:ext uri="{FF2B5EF4-FFF2-40B4-BE49-F238E27FC236}">
                    <a16:creationId xmlns:a16="http://schemas.microsoft.com/office/drawing/2014/main" id="{B6B9C7FE-71B6-B019-A761-70FF316A74B2}"/>
                  </a:ext>
                </a:extLst>
              </p:cNvPr>
              <p:cNvSpPr/>
              <p:nvPr/>
            </p:nvSpPr>
            <p:spPr>
              <a:xfrm>
                <a:off x="2830481" y="61810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0" name="Oval 3989">
                <a:extLst>
                  <a:ext uri="{FF2B5EF4-FFF2-40B4-BE49-F238E27FC236}">
                    <a16:creationId xmlns:a16="http://schemas.microsoft.com/office/drawing/2014/main" id="{C658372E-D074-8DD0-31F0-96D8671F8E6A}"/>
                  </a:ext>
                </a:extLst>
              </p:cNvPr>
              <p:cNvSpPr/>
              <p:nvPr/>
            </p:nvSpPr>
            <p:spPr>
              <a:xfrm>
                <a:off x="3150819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1" name="Oval 3990">
                <a:extLst>
                  <a:ext uri="{FF2B5EF4-FFF2-40B4-BE49-F238E27FC236}">
                    <a16:creationId xmlns:a16="http://schemas.microsoft.com/office/drawing/2014/main" id="{F329D9BC-B8D1-7E66-7DB6-F0518CA91709}"/>
                  </a:ext>
                </a:extLst>
              </p:cNvPr>
              <p:cNvSpPr/>
              <p:nvPr/>
            </p:nvSpPr>
            <p:spPr>
              <a:xfrm>
                <a:off x="2952011" y="63011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2" name="Oval 3991">
                <a:extLst>
                  <a:ext uri="{FF2B5EF4-FFF2-40B4-BE49-F238E27FC236}">
                    <a16:creationId xmlns:a16="http://schemas.microsoft.com/office/drawing/2014/main" id="{D3FFDA78-DF64-F153-7665-9198FCE142F0}"/>
                  </a:ext>
                </a:extLst>
              </p:cNvPr>
              <p:cNvSpPr/>
              <p:nvPr/>
            </p:nvSpPr>
            <p:spPr>
              <a:xfrm>
                <a:off x="2797966" y="61829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3" name="Oval 3992">
                <a:extLst>
                  <a:ext uri="{FF2B5EF4-FFF2-40B4-BE49-F238E27FC236}">
                    <a16:creationId xmlns:a16="http://schemas.microsoft.com/office/drawing/2014/main" id="{AF8373C4-D5D3-E8BC-4AFF-9CFE9E52A767}"/>
                  </a:ext>
                </a:extLst>
              </p:cNvPr>
              <p:cNvSpPr/>
              <p:nvPr/>
            </p:nvSpPr>
            <p:spPr>
              <a:xfrm>
                <a:off x="2980980" y="631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4" name="Oval 3993">
                <a:extLst>
                  <a:ext uri="{FF2B5EF4-FFF2-40B4-BE49-F238E27FC236}">
                    <a16:creationId xmlns:a16="http://schemas.microsoft.com/office/drawing/2014/main" id="{91499BA4-DA38-6931-5CD9-120458E53834}"/>
                  </a:ext>
                </a:extLst>
              </p:cNvPr>
              <p:cNvSpPr/>
              <p:nvPr/>
            </p:nvSpPr>
            <p:spPr>
              <a:xfrm>
                <a:off x="3580863" y="54962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5" name="Oval 3994">
                <a:extLst>
                  <a:ext uri="{FF2B5EF4-FFF2-40B4-BE49-F238E27FC236}">
                    <a16:creationId xmlns:a16="http://schemas.microsoft.com/office/drawing/2014/main" id="{38ADF547-41A0-6305-2847-030E6207FF64}"/>
                  </a:ext>
                </a:extLst>
              </p:cNvPr>
              <p:cNvSpPr/>
              <p:nvPr/>
            </p:nvSpPr>
            <p:spPr>
              <a:xfrm>
                <a:off x="2827609" y="6139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6" name="Oval 3995">
                <a:extLst>
                  <a:ext uri="{FF2B5EF4-FFF2-40B4-BE49-F238E27FC236}">
                    <a16:creationId xmlns:a16="http://schemas.microsoft.com/office/drawing/2014/main" id="{FBC34C39-ACC1-F315-B085-ECC8F0604C9C}"/>
                  </a:ext>
                </a:extLst>
              </p:cNvPr>
              <p:cNvSpPr/>
              <p:nvPr/>
            </p:nvSpPr>
            <p:spPr>
              <a:xfrm>
                <a:off x="3123877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7" name="Oval 3996">
                <a:extLst>
                  <a:ext uri="{FF2B5EF4-FFF2-40B4-BE49-F238E27FC236}">
                    <a16:creationId xmlns:a16="http://schemas.microsoft.com/office/drawing/2014/main" id="{FC8811A4-B2B3-3FB1-6D9D-0FDF6EA8FB55}"/>
                  </a:ext>
                </a:extLst>
              </p:cNvPr>
              <p:cNvSpPr/>
              <p:nvPr/>
            </p:nvSpPr>
            <p:spPr>
              <a:xfrm>
                <a:off x="3075569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8" name="Oval 3997">
                <a:extLst>
                  <a:ext uri="{FF2B5EF4-FFF2-40B4-BE49-F238E27FC236}">
                    <a16:creationId xmlns:a16="http://schemas.microsoft.com/office/drawing/2014/main" id="{3F439486-6EE3-C0EF-EAEF-5B7829D12553}"/>
                  </a:ext>
                </a:extLst>
              </p:cNvPr>
              <p:cNvSpPr/>
              <p:nvPr/>
            </p:nvSpPr>
            <p:spPr>
              <a:xfrm>
                <a:off x="3004374" y="6102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9" name="Oval 3998">
                <a:extLst>
                  <a:ext uri="{FF2B5EF4-FFF2-40B4-BE49-F238E27FC236}">
                    <a16:creationId xmlns:a16="http://schemas.microsoft.com/office/drawing/2014/main" id="{2983B7D7-E0D1-DE8C-9AE3-E5CCECE616E5}"/>
                  </a:ext>
                </a:extLst>
              </p:cNvPr>
              <p:cNvSpPr/>
              <p:nvPr/>
            </p:nvSpPr>
            <p:spPr>
              <a:xfrm>
                <a:off x="3192877" y="62461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0" name="Oval 3999">
                <a:extLst>
                  <a:ext uri="{FF2B5EF4-FFF2-40B4-BE49-F238E27FC236}">
                    <a16:creationId xmlns:a16="http://schemas.microsoft.com/office/drawing/2014/main" id="{08D7D2EE-C4EF-2F63-19F2-919DBADCC3CA}"/>
                  </a:ext>
                </a:extLst>
              </p:cNvPr>
              <p:cNvSpPr/>
              <p:nvPr/>
            </p:nvSpPr>
            <p:spPr>
              <a:xfrm>
                <a:off x="3150650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1" name="Oval 4000">
                <a:extLst>
                  <a:ext uri="{FF2B5EF4-FFF2-40B4-BE49-F238E27FC236}">
                    <a16:creationId xmlns:a16="http://schemas.microsoft.com/office/drawing/2014/main" id="{0D135E4A-88E2-E1B1-5529-11935381A9A4}"/>
                  </a:ext>
                </a:extLst>
              </p:cNvPr>
              <p:cNvSpPr/>
              <p:nvPr/>
            </p:nvSpPr>
            <p:spPr>
              <a:xfrm>
                <a:off x="3030386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2" name="Oval 4001">
                <a:extLst>
                  <a:ext uri="{FF2B5EF4-FFF2-40B4-BE49-F238E27FC236}">
                    <a16:creationId xmlns:a16="http://schemas.microsoft.com/office/drawing/2014/main" id="{FAF5BE15-D947-7FA3-0BBC-DA9C00926578}"/>
                  </a:ext>
                </a:extLst>
              </p:cNvPr>
              <p:cNvSpPr/>
              <p:nvPr/>
            </p:nvSpPr>
            <p:spPr>
              <a:xfrm>
                <a:off x="3083339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3" name="Oval 4002">
                <a:extLst>
                  <a:ext uri="{FF2B5EF4-FFF2-40B4-BE49-F238E27FC236}">
                    <a16:creationId xmlns:a16="http://schemas.microsoft.com/office/drawing/2014/main" id="{4F3E9BB6-259A-CD55-34C4-E34EB0170B61}"/>
                  </a:ext>
                </a:extLst>
              </p:cNvPr>
              <p:cNvSpPr/>
              <p:nvPr/>
            </p:nvSpPr>
            <p:spPr>
              <a:xfrm>
                <a:off x="3611943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4" name="Oval 4003">
                <a:extLst>
                  <a:ext uri="{FF2B5EF4-FFF2-40B4-BE49-F238E27FC236}">
                    <a16:creationId xmlns:a16="http://schemas.microsoft.com/office/drawing/2014/main" id="{1B3D27C6-FCD7-4CEC-34A4-D5C507B0AA04}"/>
                  </a:ext>
                </a:extLst>
              </p:cNvPr>
              <p:cNvSpPr/>
              <p:nvPr/>
            </p:nvSpPr>
            <p:spPr>
              <a:xfrm>
                <a:off x="3610000" y="5520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5" name="Oval 4004">
                <a:extLst>
                  <a:ext uri="{FF2B5EF4-FFF2-40B4-BE49-F238E27FC236}">
                    <a16:creationId xmlns:a16="http://schemas.microsoft.com/office/drawing/2014/main" id="{F79558EB-E299-0814-39AC-77566545D985}"/>
                  </a:ext>
                </a:extLst>
              </p:cNvPr>
              <p:cNvSpPr/>
              <p:nvPr/>
            </p:nvSpPr>
            <p:spPr>
              <a:xfrm>
                <a:off x="2846612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6" name="Oval 4005">
                <a:extLst>
                  <a:ext uri="{FF2B5EF4-FFF2-40B4-BE49-F238E27FC236}">
                    <a16:creationId xmlns:a16="http://schemas.microsoft.com/office/drawing/2014/main" id="{7D63CD94-EABB-1B4D-5E9A-B8F7930F216E}"/>
                  </a:ext>
                </a:extLst>
              </p:cNvPr>
              <p:cNvSpPr/>
              <p:nvPr/>
            </p:nvSpPr>
            <p:spPr>
              <a:xfrm>
                <a:off x="2980304" y="6147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7" name="Oval 4006">
                <a:extLst>
                  <a:ext uri="{FF2B5EF4-FFF2-40B4-BE49-F238E27FC236}">
                    <a16:creationId xmlns:a16="http://schemas.microsoft.com/office/drawing/2014/main" id="{7E659A6E-D7B5-4CD0-450F-AAF017C0034D}"/>
                  </a:ext>
                </a:extLst>
              </p:cNvPr>
              <p:cNvSpPr/>
              <p:nvPr/>
            </p:nvSpPr>
            <p:spPr>
              <a:xfrm>
                <a:off x="2966876" y="614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8" name="Oval 4007">
                <a:extLst>
                  <a:ext uri="{FF2B5EF4-FFF2-40B4-BE49-F238E27FC236}">
                    <a16:creationId xmlns:a16="http://schemas.microsoft.com/office/drawing/2014/main" id="{26972D15-B1C4-21AF-028C-A707C7B33814}"/>
                  </a:ext>
                </a:extLst>
              </p:cNvPr>
              <p:cNvSpPr/>
              <p:nvPr/>
            </p:nvSpPr>
            <p:spPr>
              <a:xfrm>
                <a:off x="2943988" y="6171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09" name="Oval 4008">
                <a:extLst>
                  <a:ext uri="{FF2B5EF4-FFF2-40B4-BE49-F238E27FC236}">
                    <a16:creationId xmlns:a16="http://schemas.microsoft.com/office/drawing/2014/main" id="{64BD68DF-EB79-32B3-F939-D44ECD703F44}"/>
                  </a:ext>
                </a:extLst>
              </p:cNvPr>
              <p:cNvSpPr/>
              <p:nvPr/>
            </p:nvSpPr>
            <p:spPr>
              <a:xfrm>
                <a:off x="3104115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0" name="Oval 4009">
                <a:extLst>
                  <a:ext uri="{FF2B5EF4-FFF2-40B4-BE49-F238E27FC236}">
                    <a16:creationId xmlns:a16="http://schemas.microsoft.com/office/drawing/2014/main" id="{6A72F02B-4C5A-B885-C1AC-4977D13D5178}"/>
                  </a:ext>
                </a:extLst>
              </p:cNvPr>
              <p:cNvSpPr/>
              <p:nvPr/>
            </p:nvSpPr>
            <p:spPr>
              <a:xfrm>
                <a:off x="2926506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1" name="Oval 4010">
                <a:extLst>
                  <a:ext uri="{FF2B5EF4-FFF2-40B4-BE49-F238E27FC236}">
                    <a16:creationId xmlns:a16="http://schemas.microsoft.com/office/drawing/2014/main" id="{CE25B233-10A5-4224-20CD-05B5BCA4254B}"/>
                  </a:ext>
                </a:extLst>
              </p:cNvPr>
              <p:cNvSpPr/>
              <p:nvPr/>
            </p:nvSpPr>
            <p:spPr>
              <a:xfrm>
                <a:off x="3030386" y="61726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2" name="Oval 4011">
                <a:extLst>
                  <a:ext uri="{FF2B5EF4-FFF2-40B4-BE49-F238E27FC236}">
                    <a16:creationId xmlns:a16="http://schemas.microsoft.com/office/drawing/2014/main" id="{63B5D335-8844-B9F7-038D-3BE977B0E121}"/>
                  </a:ext>
                </a:extLst>
              </p:cNvPr>
              <p:cNvSpPr/>
              <p:nvPr/>
            </p:nvSpPr>
            <p:spPr>
              <a:xfrm>
                <a:off x="2707092" y="597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3" name="Oval 4012">
                <a:extLst>
                  <a:ext uri="{FF2B5EF4-FFF2-40B4-BE49-F238E27FC236}">
                    <a16:creationId xmlns:a16="http://schemas.microsoft.com/office/drawing/2014/main" id="{75DDFB19-55C3-E36D-BBC5-22B36AD5D15D}"/>
                  </a:ext>
                </a:extLst>
              </p:cNvPr>
              <p:cNvSpPr/>
              <p:nvPr/>
            </p:nvSpPr>
            <p:spPr>
              <a:xfrm>
                <a:off x="3577147" y="5478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4" name="Oval 4013">
                <a:extLst>
                  <a:ext uri="{FF2B5EF4-FFF2-40B4-BE49-F238E27FC236}">
                    <a16:creationId xmlns:a16="http://schemas.microsoft.com/office/drawing/2014/main" id="{0D5A3DD3-FF7F-FFC9-6DF3-86DCD412CF10}"/>
                  </a:ext>
                </a:extLst>
              </p:cNvPr>
              <p:cNvSpPr/>
              <p:nvPr/>
            </p:nvSpPr>
            <p:spPr>
              <a:xfrm>
                <a:off x="3044912" y="63333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5" name="Oval 4014">
                <a:extLst>
                  <a:ext uri="{FF2B5EF4-FFF2-40B4-BE49-F238E27FC236}">
                    <a16:creationId xmlns:a16="http://schemas.microsoft.com/office/drawing/2014/main" id="{1BF8DDC3-1AE6-A15F-B41F-2AFC8554C560}"/>
                  </a:ext>
                </a:extLst>
              </p:cNvPr>
              <p:cNvSpPr/>
              <p:nvPr/>
            </p:nvSpPr>
            <p:spPr>
              <a:xfrm>
                <a:off x="3126158" y="62625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6" name="Oval 4015">
                <a:extLst>
                  <a:ext uri="{FF2B5EF4-FFF2-40B4-BE49-F238E27FC236}">
                    <a16:creationId xmlns:a16="http://schemas.microsoft.com/office/drawing/2014/main" id="{DB7BAA50-EAE1-7F94-069F-94F8F6BAD7F8}"/>
                  </a:ext>
                </a:extLst>
              </p:cNvPr>
              <p:cNvSpPr/>
              <p:nvPr/>
            </p:nvSpPr>
            <p:spPr>
              <a:xfrm>
                <a:off x="3786849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7" name="Oval 4016">
                <a:extLst>
                  <a:ext uri="{FF2B5EF4-FFF2-40B4-BE49-F238E27FC236}">
                    <a16:creationId xmlns:a16="http://schemas.microsoft.com/office/drawing/2014/main" id="{57D763B3-2833-1187-70B1-E2CA14388425}"/>
                  </a:ext>
                </a:extLst>
              </p:cNvPr>
              <p:cNvSpPr/>
              <p:nvPr/>
            </p:nvSpPr>
            <p:spPr>
              <a:xfrm>
                <a:off x="3595136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8" name="Oval 4017">
                <a:extLst>
                  <a:ext uri="{FF2B5EF4-FFF2-40B4-BE49-F238E27FC236}">
                    <a16:creationId xmlns:a16="http://schemas.microsoft.com/office/drawing/2014/main" id="{14225AF5-AE97-8D31-A077-9EE5C3E8A34F}"/>
                  </a:ext>
                </a:extLst>
              </p:cNvPr>
              <p:cNvSpPr/>
              <p:nvPr/>
            </p:nvSpPr>
            <p:spPr>
              <a:xfrm>
                <a:off x="2822458" y="6132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19" name="Oval 4018">
                <a:extLst>
                  <a:ext uri="{FF2B5EF4-FFF2-40B4-BE49-F238E27FC236}">
                    <a16:creationId xmlns:a16="http://schemas.microsoft.com/office/drawing/2014/main" id="{8B9DB0AA-A638-B5B8-90D1-471B20D1E98E}"/>
                  </a:ext>
                </a:extLst>
              </p:cNvPr>
              <p:cNvSpPr/>
              <p:nvPr/>
            </p:nvSpPr>
            <p:spPr>
              <a:xfrm>
                <a:off x="3594376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0" name="Oval 4019">
                <a:extLst>
                  <a:ext uri="{FF2B5EF4-FFF2-40B4-BE49-F238E27FC236}">
                    <a16:creationId xmlns:a16="http://schemas.microsoft.com/office/drawing/2014/main" id="{A64E1CDA-8DE2-439C-BE53-E97CCD7835B5}"/>
                  </a:ext>
                </a:extLst>
              </p:cNvPr>
              <p:cNvSpPr/>
              <p:nvPr/>
            </p:nvSpPr>
            <p:spPr>
              <a:xfrm>
                <a:off x="2716467" y="599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1" name="Oval 4020">
                <a:extLst>
                  <a:ext uri="{FF2B5EF4-FFF2-40B4-BE49-F238E27FC236}">
                    <a16:creationId xmlns:a16="http://schemas.microsoft.com/office/drawing/2014/main" id="{82678E58-3F5B-5C34-AF2A-E81B0041B8F4}"/>
                  </a:ext>
                </a:extLst>
              </p:cNvPr>
              <p:cNvSpPr/>
              <p:nvPr/>
            </p:nvSpPr>
            <p:spPr>
              <a:xfrm>
                <a:off x="2918229" y="61723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2" name="Oval 4021">
                <a:extLst>
                  <a:ext uri="{FF2B5EF4-FFF2-40B4-BE49-F238E27FC236}">
                    <a16:creationId xmlns:a16="http://schemas.microsoft.com/office/drawing/2014/main" id="{CB0A655C-B780-C34D-A0F1-94BDD533E024}"/>
                  </a:ext>
                </a:extLst>
              </p:cNvPr>
              <p:cNvSpPr/>
              <p:nvPr/>
            </p:nvSpPr>
            <p:spPr>
              <a:xfrm>
                <a:off x="3142711" y="62979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3" name="Oval 4022">
                <a:extLst>
                  <a:ext uri="{FF2B5EF4-FFF2-40B4-BE49-F238E27FC236}">
                    <a16:creationId xmlns:a16="http://schemas.microsoft.com/office/drawing/2014/main" id="{141B5B96-BFBD-202D-38CB-1DEA81F8104E}"/>
                  </a:ext>
                </a:extLst>
              </p:cNvPr>
              <p:cNvSpPr/>
              <p:nvPr/>
            </p:nvSpPr>
            <p:spPr>
              <a:xfrm>
                <a:off x="2853621" y="6089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4" name="Oval 4023">
                <a:extLst>
                  <a:ext uri="{FF2B5EF4-FFF2-40B4-BE49-F238E27FC236}">
                    <a16:creationId xmlns:a16="http://schemas.microsoft.com/office/drawing/2014/main" id="{2C606D68-D6B6-4085-1C88-CB12A05CB143}"/>
                  </a:ext>
                </a:extLst>
              </p:cNvPr>
              <p:cNvSpPr/>
              <p:nvPr/>
            </p:nvSpPr>
            <p:spPr>
              <a:xfrm>
                <a:off x="2760552" y="599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5" name="Oval 4024">
                <a:extLst>
                  <a:ext uri="{FF2B5EF4-FFF2-40B4-BE49-F238E27FC236}">
                    <a16:creationId xmlns:a16="http://schemas.microsoft.com/office/drawing/2014/main" id="{05CF01A5-3E70-A04B-B8AA-6B384688599F}"/>
                  </a:ext>
                </a:extLst>
              </p:cNvPr>
              <p:cNvSpPr/>
              <p:nvPr/>
            </p:nvSpPr>
            <p:spPr>
              <a:xfrm>
                <a:off x="2923212" y="6377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6" name="Oval 4025">
                <a:extLst>
                  <a:ext uri="{FF2B5EF4-FFF2-40B4-BE49-F238E27FC236}">
                    <a16:creationId xmlns:a16="http://schemas.microsoft.com/office/drawing/2014/main" id="{EFB9A054-DC46-CC6C-B2C0-8EF23AA3A2AA}"/>
                  </a:ext>
                </a:extLst>
              </p:cNvPr>
              <p:cNvSpPr/>
              <p:nvPr/>
            </p:nvSpPr>
            <p:spPr>
              <a:xfrm>
                <a:off x="2899818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7" name="Oval 4026">
                <a:extLst>
                  <a:ext uri="{FF2B5EF4-FFF2-40B4-BE49-F238E27FC236}">
                    <a16:creationId xmlns:a16="http://schemas.microsoft.com/office/drawing/2014/main" id="{12DDF4C6-685E-B25A-F218-7A663341EF3D}"/>
                  </a:ext>
                </a:extLst>
              </p:cNvPr>
              <p:cNvSpPr/>
              <p:nvPr/>
            </p:nvSpPr>
            <p:spPr>
              <a:xfrm>
                <a:off x="3025318" y="6342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8" name="Oval 4027">
                <a:extLst>
                  <a:ext uri="{FF2B5EF4-FFF2-40B4-BE49-F238E27FC236}">
                    <a16:creationId xmlns:a16="http://schemas.microsoft.com/office/drawing/2014/main" id="{E35D6344-5168-E8E2-27FC-2ACCFDB04D2D}"/>
                  </a:ext>
                </a:extLst>
              </p:cNvPr>
              <p:cNvSpPr/>
              <p:nvPr/>
            </p:nvSpPr>
            <p:spPr>
              <a:xfrm>
                <a:off x="3557300" y="55236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29" name="Oval 4028">
                <a:extLst>
                  <a:ext uri="{FF2B5EF4-FFF2-40B4-BE49-F238E27FC236}">
                    <a16:creationId xmlns:a16="http://schemas.microsoft.com/office/drawing/2014/main" id="{0D5441A8-EA7D-F833-E069-6567F3562857}"/>
                  </a:ext>
                </a:extLst>
              </p:cNvPr>
              <p:cNvSpPr/>
              <p:nvPr/>
            </p:nvSpPr>
            <p:spPr>
              <a:xfrm>
                <a:off x="2864009" y="6213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0" name="Oval 4029">
                <a:extLst>
                  <a:ext uri="{FF2B5EF4-FFF2-40B4-BE49-F238E27FC236}">
                    <a16:creationId xmlns:a16="http://schemas.microsoft.com/office/drawing/2014/main" id="{C2587126-23ED-2E59-E613-ED624449F9B4}"/>
                  </a:ext>
                </a:extLst>
              </p:cNvPr>
              <p:cNvSpPr/>
              <p:nvPr/>
            </p:nvSpPr>
            <p:spPr>
              <a:xfrm>
                <a:off x="2816546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1" name="Oval 4030">
                <a:extLst>
                  <a:ext uri="{FF2B5EF4-FFF2-40B4-BE49-F238E27FC236}">
                    <a16:creationId xmlns:a16="http://schemas.microsoft.com/office/drawing/2014/main" id="{A51F7849-0F90-6579-EC82-64E1EC17B74A}"/>
                  </a:ext>
                </a:extLst>
              </p:cNvPr>
              <p:cNvSpPr/>
              <p:nvPr/>
            </p:nvSpPr>
            <p:spPr>
              <a:xfrm>
                <a:off x="2996604" y="63559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2" name="Oval 4031">
                <a:extLst>
                  <a:ext uri="{FF2B5EF4-FFF2-40B4-BE49-F238E27FC236}">
                    <a16:creationId xmlns:a16="http://schemas.microsoft.com/office/drawing/2014/main" id="{20FCE25B-A4F5-A29A-9226-26C4E5EDFFED}"/>
                  </a:ext>
                </a:extLst>
              </p:cNvPr>
              <p:cNvSpPr/>
              <p:nvPr/>
            </p:nvSpPr>
            <p:spPr>
              <a:xfrm>
                <a:off x="3595390" y="5501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3" name="Oval 4032">
                <a:extLst>
                  <a:ext uri="{FF2B5EF4-FFF2-40B4-BE49-F238E27FC236}">
                    <a16:creationId xmlns:a16="http://schemas.microsoft.com/office/drawing/2014/main" id="{F3033AD1-B08C-A8C3-997C-D51C2C870BEE}"/>
                  </a:ext>
                </a:extLst>
              </p:cNvPr>
              <p:cNvSpPr/>
              <p:nvPr/>
            </p:nvSpPr>
            <p:spPr>
              <a:xfrm>
                <a:off x="3079792" y="6297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4" name="Oval 4033">
                <a:extLst>
                  <a:ext uri="{FF2B5EF4-FFF2-40B4-BE49-F238E27FC236}">
                    <a16:creationId xmlns:a16="http://schemas.microsoft.com/office/drawing/2014/main" id="{D6A07BA2-3409-F397-4275-8942579E86CE}"/>
                  </a:ext>
                </a:extLst>
              </p:cNvPr>
              <p:cNvSpPr/>
              <p:nvPr/>
            </p:nvSpPr>
            <p:spPr>
              <a:xfrm>
                <a:off x="3082494" y="633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5" name="Oval 4034">
                <a:extLst>
                  <a:ext uri="{FF2B5EF4-FFF2-40B4-BE49-F238E27FC236}">
                    <a16:creationId xmlns:a16="http://schemas.microsoft.com/office/drawing/2014/main" id="{957BC37E-A409-2200-95B0-6200D92496BF}"/>
                  </a:ext>
                </a:extLst>
              </p:cNvPr>
              <p:cNvSpPr/>
              <p:nvPr/>
            </p:nvSpPr>
            <p:spPr>
              <a:xfrm>
                <a:off x="2827356" y="6127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6" name="Oval 4035">
                <a:extLst>
                  <a:ext uri="{FF2B5EF4-FFF2-40B4-BE49-F238E27FC236}">
                    <a16:creationId xmlns:a16="http://schemas.microsoft.com/office/drawing/2014/main" id="{B01CCC3A-8F37-E9F8-8B7C-8F0BA71AB7D0}"/>
                  </a:ext>
                </a:extLst>
              </p:cNvPr>
              <p:cNvSpPr/>
              <p:nvPr/>
            </p:nvSpPr>
            <p:spPr>
              <a:xfrm>
                <a:off x="3066532" y="60852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7" name="Oval 4036">
                <a:extLst>
                  <a:ext uri="{FF2B5EF4-FFF2-40B4-BE49-F238E27FC236}">
                    <a16:creationId xmlns:a16="http://schemas.microsoft.com/office/drawing/2014/main" id="{5215715E-DAA1-FEE3-1798-924A47B3E092}"/>
                  </a:ext>
                </a:extLst>
              </p:cNvPr>
              <p:cNvSpPr/>
              <p:nvPr/>
            </p:nvSpPr>
            <p:spPr>
              <a:xfrm>
                <a:off x="2953447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8" name="Oval 4037">
                <a:extLst>
                  <a:ext uri="{FF2B5EF4-FFF2-40B4-BE49-F238E27FC236}">
                    <a16:creationId xmlns:a16="http://schemas.microsoft.com/office/drawing/2014/main" id="{9A6C4015-7708-C19F-1694-C84EB6BCA86A}"/>
                  </a:ext>
                </a:extLst>
              </p:cNvPr>
              <p:cNvSpPr/>
              <p:nvPr/>
            </p:nvSpPr>
            <p:spPr>
              <a:xfrm>
                <a:off x="3060114" y="5945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39" name="Oval 4038">
                <a:extLst>
                  <a:ext uri="{FF2B5EF4-FFF2-40B4-BE49-F238E27FC236}">
                    <a16:creationId xmlns:a16="http://schemas.microsoft.com/office/drawing/2014/main" id="{C3A38E75-BDA2-214D-6E6C-4A55C1D23205}"/>
                  </a:ext>
                </a:extLst>
              </p:cNvPr>
              <p:cNvSpPr/>
              <p:nvPr/>
            </p:nvSpPr>
            <p:spPr>
              <a:xfrm>
                <a:off x="2988412" y="63319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0" name="Oval 4039">
                <a:extLst>
                  <a:ext uri="{FF2B5EF4-FFF2-40B4-BE49-F238E27FC236}">
                    <a16:creationId xmlns:a16="http://schemas.microsoft.com/office/drawing/2014/main" id="{2BE4B5EB-F764-4967-E6CA-8015CCD12224}"/>
                  </a:ext>
                </a:extLst>
              </p:cNvPr>
              <p:cNvSpPr/>
              <p:nvPr/>
            </p:nvSpPr>
            <p:spPr>
              <a:xfrm>
                <a:off x="2938245" y="6173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1" name="Oval 4040">
                <a:extLst>
                  <a:ext uri="{FF2B5EF4-FFF2-40B4-BE49-F238E27FC236}">
                    <a16:creationId xmlns:a16="http://schemas.microsoft.com/office/drawing/2014/main" id="{25333E3C-C692-1BB5-319E-B020B1977524}"/>
                  </a:ext>
                </a:extLst>
              </p:cNvPr>
              <p:cNvSpPr/>
              <p:nvPr/>
            </p:nvSpPr>
            <p:spPr>
              <a:xfrm>
                <a:off x="2914682" y="6284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2" name="Oval 4041">
                <a:extLst>
                  <a:ext uri="{FF2B5EF4-FFF2-40B4-BE49-F238E27FC236}">
                    <a16:creationId xmlns:a16="http://schemas.microsoft.com/office/drawing/2014/main" id="{F0C97A5C-9085-424D-FA8F-D0515BD2BE22}"/>
                  </a:ext>
                </a:extLst>
              </p:cNvPr>
              <p:cNvSpPr/>
              <p:nvPr/>
            </p:nvSpPr>
            <p:spPr>
              <a:xfrm>
                <a:off x="2914851" y="63562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3" name="Oval 4042">
                <a:extLst>
                  <a:ext uri="{FF2B5EF4-FFF2-40B4-BE49-F238E27FC236}">
                    <a16:creationId xmlns:a16="http://schemas.microsoft.com/office/drawing/2014/main" id="{9E3E5199-2BF1-AA83-9AB5-A0B366C1EC29}"/>
                  </a:ext>
                </a:extLst>
              </p:cNvPr>
              <p:cNvSpPr/>
              <p:nvPr/>
            </p:nvSpPr>
            <p:spPr>
              <a:xfrm>
                <a:off x="3054624" y="6266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4" name="Oval 4043">
                <a:extLst>
                  <a:ext uri="{FF2B5EF4-FFF2-40B4-BE49-F238E27FC236}">
                    <a16:creationId xmlns:a16="http://schemas.microsoft.com/office/drawing/2014/main" id="{927641D3-2334-1E37-1BA0-42049FD595CF}"/>
                  </a:ext>
                </a:extLst>
              </p:cNvPr>
              <p:cNvSpPr/>
              <p:nvPr/>
            </p:nvSpPr>
            <p:spPr>
              <a:xfrm>
                <a:off x="2791631" y="6010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5" name="Oval 4044">
                <a:extLst>
                  <a:ext uri="{FF2B5EF4-FFF2-40B4-BE49-F238E27FC236}">
                    <a16:creationId xmlns:a16="http://schemas.microsoft.com/office/drawing/2014/main" id="{2581F9E4-C6DE-112E-1538-BE1E949E517E}"/>
                  </a:ext>
                </a:extLst>
              </p:cNvPr>
              <p:cNvSpPr/>
              <p:nvPr/>
            </p:nvSpPr>
            <p:spPr>
              <a:xfrm>
                <a:off x="2988158" y="6136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6" name="Oval 4045">
                <a:extLst>
                  <a:ext uri="{FF2B5EF4-FFF2-40B4-BE49-F238E27FC236}">
                    <a16:creationId xmlns:a16="http://schemas.microsoft.com/office/drawing/2014/main" id="{3547B298-A4F3-B2E3-E754-944BD16C749D}"/>
                  </a:ext>
                </a:extLst>
              </p:cNvPr>
              <p:cNvSpPr/>
              <p:nvPr/>
            </p:nvSpPr>
            <p:spPr>
              <a:xfrm>
                <a:off x="2732597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7" name="Oval 4046">
                <a:extLst>
                  <a:ext uri="{FF2B5EF4-FFF2-40B4-BE49-F238E27FC236}">
                    <a16:creationId xmlns:a16="http://schemas.microsoft.com/office/drawing/2014/main" id="{B2ED09DE-EB6A-93AD-F00A-E224C23ED7F4}"/>
                  </a:ext>
                </a:extLst>
              </p:cNvPr>
              <p:cNvSpPr/>
              <p:nvPr/>
            </p:nvSpPr>
            <p:spPr>
              <a:xfrm>
                <a:off x="3172101" y="607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8" name="Oval 4047">
                <a:extLst>
                  <a:ext uri="{FF2B5EF4-FFF2-40B4-BE49-F238E27FC236}">
                    <a16:creationId xmlns:a16="http://schemas.microsoft.com/office/drawing/2014/main" id="{0FACB836-B1FF-2932-8436-1E3151F51720}"/>
                  </a:ext>
                </a:extLst>
              </p:cNvPr>
              <p:cNvSpPr/>
              <p:nvPr/>
            </p:nvSpPr>
            <p:spPr>
              <a:xfrm>
                <a:off x="2682262" y="597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49" name="Oval 4048">
                <a:extLst>
                  <a:ext uri="{FF2B5EF4-FFF2-40B4-BE49-F238E27FC236}">
                    <a16:creationId xmlns:a16="http://schemas.microsoft.com/office/drawing/2014/main" id="{F4C574B6-D947-4902-E761-E2CDDF30D849}"/>
                  </a:ext>
                </a:extLst>
              </p:cNvPr>
              <p:cNvSpPr/>
              <p:nvPr/>
            </p:nvSpPr>
            <p:spPr>
              <a:xfrm>
                <a:off x="3597079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0" name="Oval 4049">
                <a:extLst>
                  <a:ext uri="{FF2B5EF4-FFF2-40B4-BE49-F238E27FC236}">
                    <a16:creationId xmlns:a16="http://schemas.microsoft.com/office/drawing/2014/main" id="{55CB6C7F-4E2D-9456-0445-CB13AB3B8D22}"/>
                  </a:ext>
                </a:extLst>
              </p:cNvPr>
              <p:cNvSpPr/>
              <p:nvPr/>
            </p:nvSpPr>
            <p:spPr>
              <a:xfrm>
                <a:off x="3052597" y="637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1" name="Oval 4050">
                <a:extLst>
                  <a:ext uri="{FF2B5EF4-FFF2-40B4-BE49-F238E27FC236}">
                    <a16:creationId xmlns:a16="http://schemas.microsoft.com/office/drawing/2014/main" id="{857AC592-A4C5-9EB3-7670-16CEF5908915}"/>
                  </a:ext>
                </a:extLst>
              </p:cNvPr>
              <p:cNvSpPr/>
              <p:nvPr/>
            </p:nvSpPr>
            <p:spPr>
              <a:xfrm>
                <a:off x="3114841" y="61791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2" name="Oval 4051">
                <a:extLst>
                  <a:ext uri="{FF2B5EF4-FFF2-40B4-BE49-F238E27FC236}">
                    <a16:creationId xmlns:a16="http://schemas.microsoft.com/office/drawing/2014/main" id="{67D9D94A-AE34-A9C1-A8FD-B5410F74E4E5}"/>
                  </a:ext>
                </a:extLst>
              </p:cNvPr>
              <p:cNvSpPr/>
              <p:nvPr/>
            </p:nvSpPr>
            <p:spPr>
              <a:xfrm>
                <a:off x="2720689" y="5978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3" name="Oval 4052">
                <a:extLst>
                  <a:ext uri="{FF2B5EF4-FFF2-40B4-BE49-F238E27FC236}">
                    <a16:creationId xmlns:a16="http://schemas.microsoft.com/office/drawing/2014/main" id="{B3969855-2AF4-9407-FD38-460CC1F6BE32}"/>
                  </a:ext>
                </a:extLst>
              </p:cNvPr>
              <p:cNvSpPr/>
              <p:nvPr/>
            </p:nvSpPr>
            <p:spPr>
              <a:xfrm>
                <a:off x="2925999" y="61242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4" name="Oval 4053">
                <a:extLst>
                  <a:ext uri="{FF2B5EF4-FFF2-40B4-BE49-F238E27FC236}">
                    <a16:creationId xmlns:a16="http://schemas.microsoft.com/office/drawing/2014/main" id="{D011EA4B-3F92-1CBB-6F25-D55D8BF461BA}"/>
                  </a:ext>
                </a:extLst>
              </p:cNvPr>
              <p:cNvSpPr/>
              <p:nvPr/>
            </p:nvSpPr>
            <p:spPr>
              <a:xfrm>
                <a:off x="2951336" y="63655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5" name="Oval 4054">
                <a:extLst>
                  <a:ext uri="{FF2B5EF4-FFF2-40B4-BE49-F238E27FC236}">
                    <a16:creationId xmlns:a16="http://schemas.microsoft.com/office/drawing/2014/main" id="{201F679C-8A3D-137E-F6B6-7F3DA367A677}"/>
                  </a:ext>
                </a:extLst>
              </p:cNvPr>
              <p:cNvSpPr/>
              <p:nvPr/>
            </p:nvSpPr>
            <p:spPr>
              <a:xfrm>
                <a:off x="3118050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6" name="Oval 4055">
                <a:extLst>
                  <a:ext uri="{FF2B5EF4-FFF2-40B4-BE49-F238E27FC236}">
                    <a16:creationId xmlns:a16="http://schemas.microsoft.com/office/drawing/2014/main" id="{9E2380AC-70E1-8A1E-0F8D-B335F30852B8}"/>
                  </a:ext>
                </a:extLst>
              </p:cNvPr>
              <p:cNvSpPr/>
              <p:nvPr/>
            </p:nvSpPr>
            <p:spPr>
              <a:xfrm>
                <a:off x="2795432" y="61261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7" name="Oval 4056">
                <a:extLst>
                  <a:ext uri="{FF2B5EF4-FFF2-40B4-BE49-F238E27FC236}">
                    <a16:creationId xmlns:a16="http://schemas.microsoft.com/office/drawing/2014/main" id="{5E1B7517-DC11-62E1-63A3-9692E13BD4D4}"/>
                  </a:ext>
                </a:extLst>
              </p:cNvPr>
              <p:cNvSpPr/>
              <p:nvPr/>
            </p:nvSpPr>
            <p:spPr>
              <a:xfrm>
                <a:off x="3609831" y="54972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8" name="Oval 4057">
                <a:extLst>
                  <a:ext uri="{FF2B5EF4-FFF2-40B4-BE49-F238E27FC236}">
                    <a16:creationId xmlns:a16="http://schemas.microsoft.com/office/drawing/2014/main" id="{6C5012F6-1693-D059-6405-540711186939}"/>
                  </a:ext>
                </a:extLst>
              </p:cNvPr>
              <p:cNvSpPr/>
              <p:nvPr/>
            </p:nvSpPr>
            <p:spPr>
              <a:xfrm>
                <a:off x="3040267" y="63596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59" name="Oval 4058">
                <a:extLst>
                  <a:ext uri="{FF2B5EF4-FFF2-40B4-BE49-F238E27FC236}">
                    <a16:creationId xmlns:a16="http://schemas.microsoft.com/office/drawing/2014/main" id="{F23480B5-960D-2888-390D-24F75859E72F}"/>
                  </a:ext>
                </a:extLst>
              </p:cNvPr>
              <p:cNvSpPr/>
              <p:nvPr/>
            </p:nvSpPr>
            <p:spPr>
              <a:xfrm>
                <a:off x="3575543" y="550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0" name="Oval 4059">
                <a:extLst>
                  <a:ext uri="{FF2B5EF4-FFF2-40B4-BE49-F238E27FC236}">
                    <a16:creationId xmlns:a16="http://schemas.microsoft.com/office/drawing/2014/main" id="{AFE10232-3150-6AE7-B73B-BF127DE4F1A5}"/>
                  </a:ext>
                </a:extLst>
              </p:cNvPr>
              <p:cNvSpPr/>
              <p:nvPr/>
            </p:nvSpPr>
            <p:spPr>
              <a:xfrm>
                <a:off x="3203096" y="62596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1" name="Oval 4060">
                <a:extLst>
                  <a:ext uri="{FF2B5EF4-FFF2-40B4-BE49-F238E27FC236}">
                    <a16:creationId xmlns:a16="http://schemas.microsoft.com/office/drawing/2014/main" id="{688BDD66-49B6-B075-BB2B-06A3FB0455F4}"/>
                  </a:ext>
                </a:extLst>
              </p:cNvPr>
              <p:cNvSpPr/>
              <p:nvPr/>
            </p:nvSpPr>
            <p:spPr>
              <a:xfrm>
                <a:off x="2817390" y="61602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2" name="Oval 4061">
                <a:extLst>
                  <a:ext uri="{FF2B5EF4-FFF2-40B4-BE49-F238E27FC236}">
                    <a16:creationId xmlns:a16="http://schemas.microsoft.com/office/drawing/2014/main" id="{083DEC2C-E501-DBFA-0681-AB124EEF34FA}"/>
                  </a:ext>
                </a:extLst>
              </p:cNvPr>
              <p:cNvSpPr/>
              <p:nvPr/>
            </p:nvSpPr>
            <p:spPr>
              <a:xfrm>
                <a:off x="2959359" y="6395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3" name="Oval 4062">
                <a:extLst>
                  <a:ext uri="{FF2B5EF4-FFF2-40B4-BE49-F238E27FC236}">
                    <a16:creationId xmlns:a16="http://schemas.microsoft.com/office/drawing/2014/main" id="{6EEA5BDC-C86D-4EE5-27FC-F85FCED59CD2}"/>
                  </a:ext>
                </a:extLst>
              </p:cNvPr>
              <p:cNvSpPr/>
              <p:nvPr/>
            </p:nvSpPr>
            <p:spPr>
              <a:xfrm>
                <a:off x="2846612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4" name="Oval 4063">
                <a:extLst>
                  <a:ext uri="{FF2B5EF4-FFF2-40B4-BE49-F238E27FC236}">
                    <a16:creationId xmlns:a16="http://schemas.microsoft.com/office/drawing/2014/main" id="{11E9E21D-8122-A1CB-354D-1381E849F8A8}"/>
                  </a:ext>
                </a:extLst>
              </p:cNvPr>
              <p:cNvSpPr/>
              <p:nvPr/>
            </p:nvSpPr>
            <p:spPr>
              <a:xfrm>
                <a:off x="2902014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5" name="Oval 4064">
                <a:extLst>
                  <a:ext uri="{FF2B5EF4-FFF2-40B4-BE49-F238E27FC236}">
                    <a16:creationId xmlns:a16="http://schemas.microsoft.com/office/drawing/2014/main" id="{F702A352-1E5A-C4B0-227C-B3A95CD9C8BA}"/>
                  </a:ext>
                </a:extLst>
              </p:cNvPr>
              <p:cNvSpPr/>
              <p:nvPr/>
            </p:nvSpPr>
            <p:spPr>
              <a:xfrm>
                <a:off x="2979037" y="6116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6" name="Oval 4065">
                <a:extLst>
                  <a:ext uri="{FF2B5EF4-FFF2-40B4-BE49-F238E27FC236}">
                    <a16:creationId xmlns:a16="http://schemas.microsoft.com/office/drawing/2014/main" id="{F9A9CCFF-510B-9A80-764D-F41F6A323ACD}"/>
                  </a:ext>
                </a:extLst>
              </p:cNvPr>
              <p:cNvSpPr/>
              <p:nvPr/>
            </p:nvSpPr>
            <p:spPr>
              <a:xfrm>
                <a:off x="3594461" y="56617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7" name="Oval 4066">
                <a:extLst>
                  <a:ext uri="{FF2B5EF4-FFF2-40B4-BE49-F238E27FC236}">
                    <a16:creationId xmlns:a16="http://schemas.microsoft.com/office/drawing/2014/main" id="{34D89DF1-64B5-9DD9-FC22-B9EAF0CBCCFE}"/>
                  </a:ext>
                </a:extLst>
              </p:cNvPr>
              <p:cNvSpPr/>
              <p:nvPr/>
            </p:nvSpPr>
            <p:spPr>
              <a:xfrm>
                <a:off x="3059861" y="59584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8" name="Oval 4067">
                <a:extLst>
                  <a:ext uri="{FF2B5EF4-FFF2-40B4-BE49-F238E27FC236}">
                    <a16:creationId xmlns:a16="http://schemas.microsoft.com/office/drawing/2014/main" id="{048C16F9-0B9B-67D1-E815-CE74E7BE2173}"/>
                  </a:ext>
                </a:extLst>
              </p:cNvPr>
              <p:cNvSpPr/>
              <p:nvPr/>
            </p:nvSpPr>
            <p:spPr>
              <a:xfrm>
                <a:off x="2969494" y="63804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69" name="Oval 4068">
                <a:extLst>
                  <a:ext uri="{FF2B5EF4-FFF2-40B4-BE49-F238E27FC236}">
                    <a16:creationId xmlns:a16="http://schemas.microsoft.com/office/drawing/2014/main" id="{015EFD8E-DD63-7C78-DB77-7DC8F9E365D7}"/>
                  </a:ext>
                </a:extLst>
              </p:cNvPr>
              <p:cNvSpPr/>
              <p:nvPr/>
            </p:nvSpPr>
            <p:spPr>
              <a:xfrm>
                <a:off x="2837491" y="61491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0" name="Oval 4069">
                <a:extLst>
                  <a:ext uri="{FF2B5EF4-FFF2-40B4-BE49-F238E27FC236}">
                    <a16:creationId xmlns:a16="http://schemas.microsoft.com/office/drawing/2014/main" id="{6D6F68EF-67E3-C733-091E-FD84F380D491}"/>
                  </a:ext>
                </a:extLst>
              </p:cNvPr>
              <p:cNvSpPr/>
              <p:nvPr/>
            </p:nvSpPr>
            <p:spPr>
              <a:xfrm>
                <a:off x="2738256" y="5989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1" name="Oval 4070">
                <a:extLst>
                  <a:ext uri="{FF2B5EF4-FFF2-40B4-BE49-F238E27FC236}">
                    <a16:creationId xmlns:a16="http://schemas.microsoft.com/office/drawing/2014/main" id="{9402B99F-F3BA-5C87-F144-787D0A5AE0D4}"/>
                  </a:ext>
                </a:extLst>
              </p:cNvPr>
              <p:cNvSpPr/>
              <p:nvPr/>
            </p:nvSpPr>
            <p:spPr>
              <a:xfrm>
                <a:off x="3065519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2" name="Oval 4071">
                <a:extLst>
                  <a:ext uri="{FF2B5EF4-FFF2-40B4-BE49-F238E27FC236}">
                    <a16:creationId xmlns:a16="http://schemas.microsoft.com/office/drawing/2014/main" id="{1CA709C2-D98D-A8A9-8D21-D72732FE5623}"/>
                  </a:ext>
                </a:extLst>
              </p:cNvPr>
              <p:cNvSpPr/>
              <p:nvPr/>
            </p:nvSpPr>
            <p:spPr>
              <a:xfrm>
                <a:off x="3060029" y="63563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3" name="Oval 4072">
                <a:extLst>
                  <a:ext uri="{FF2B5EF4-FFF2-40B4-BE49-F238E27FC236}">
                    <a16:creationId xmlns:a16="http://schemas.microsoft.com/office/drawing/2014/main" id="{B897AEB3-1766-AB60-94D4-E38BAB468F61}"/>
                  </a:ext>
                </a:extLst>
              </p:cNvPr>
              <p:cNvSpPr/>
              <p:nvPr/>
            </p:nvSpPr>
            <p:spPr>
              <a:xfrm>
                <a:off x="3587029" y="5493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4" name="Oval 4073">
                <a:extLst>
                  <a:ext uri="{FF2B5EF4-FFF2-40B4-BE49-F238E27FC236}">
                    <a16:creationId xmlns:a16="http://schemas.microsoft.com/office/drawing/2014/main" id="{54B1CD39-7DB5-C816-A242-2874645B6005}"/>
                  </a:ext>
                </a:extLst>
              </p:cNvPr>
              <p:cNvSpPr/>
              <p:nvPr/>
            </p:nvSpPr>
            <p:spPr>
              <a:xfrm>
                <a:off x="2809705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5" name="Oval 4074">
                <a:extLst>
                  <a:ext uri="{FF2B5EF4-FFF2-40B4-BE49-F238E27FC236}">
                    <a16:creationId xmlns:a16="http://schemas.microsoft.com/office/drawing/2014/main" id="{0FCBF6FE-AFB9-B1B7-6AFB-23EA240D4AC8}"/>
                  </a:ext>
                </a:extLst>
              </p:cNvPr>
              <p:cNvSpPr/>
              <p:nvPr/>
            </p:nvSpPr>
            <p:spPr>
              <a:xfrm>
                <a:off x="3607129" y="55902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6" name="Oval 4075">
                <a:extLst>
                  <a:ext uri="{FF2B5EF4-FFF2-40B4-BE49-F238E27FC236}">
                    <a16:creationId xmlns:a16="http://schemas.microsoft.com/office/drawing/2014/main" id="{8F9FB903-A8D0-0E5E-207E-38856312FE9A}"/>
                  </a:ext>
                </a:extLst>
              </p:cNvPr>
              <p:cNvSpPr/>
              <p:nvPr/>
            </p:nvSpPr>
            <p:spPr>
              <a:xfrm>
                <a:off x="3314070" y="5231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7" name="Oval 4076">
                <a:extLst>
                  <a:ext uri="{FF2B5EF4-FFF2-40B4-BE49-F238E27FC236}">
                    <a16:creationId xmlns:a16="http://schemas.microsoft.com/office/drawing/2014/main" id="{88F75327-6786-E3E2-DC19-B83E1B4B5367}"/>
                  </a:ext>
                </a:extLst>
              </p:cNvPr>
              <p:cNvSpPr/>
              <p:nvPr/>
            </p:nvSpPr>
            <p:spPr>
              <a:xfrm>
                <a:off x="2947535" y="629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8" name="Oval 4077">
                <a:extLst>
                  <a:ext uri="{FF2B5EF4-FFF2-40B4-BE49-F238E27FC236}">
                    <a16:creationId xmlns:a16="http://schemas.microsoft.com/office/drawing/2014/main" id="{75D3E330-1A56-E335-892D-8DB1D4FE2323}"/>
                  </a:ext>
                </a:extLst>
              </p:cNvPr>
              <p:cNvSpPr/>
              <p:nvPr/>
            </p:nvSpPr>
            <p:spPr>
              <a:xfrm>
                <a:off x="2927688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79" name="Oval 4078">
                <a:extLst>
                  <a:ext uri="{FF2B5EF4-FFF2-40B4-BE49-F238E27FC236}">
                    <a16:creationId xmlns:a16="http://schemas.microsoft.com/office/drawing/2014/main" id="{88CAA040-F123-DD56-5AB1-0CD4BB25E1F2}"/>
                  </a:ext>
                </a:extLst>
              </p:cNvPr>
              <p:cNvSpPr/>
              <p:nvPr/>
            </p:nvSpPr>
            <p:spPr>
              <a:xfrm>
                <a:off x="3594292" y="55009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0" name="Oval 4079">
                <a:extLst>
                  <a:ext uri="{FF2B5EF4-FFF2-40B4-BE49-F238E27FC236}">
                    <a16:creationId xmlns:a16="http://schemas.microsoft.com/office/drawing/2014/main" id="{96633AFD-333A-7B57-0665-8EB68F7D802C}"/>
                  </a:ext>
                </a:extLst>
              </p:cNvPr>
              <p:cNvSpPr/>
              <p:nvPr/>
            </p:nvSpPr>
            <p:spPr>
              <a:xfrm>
                <a:off x="2856577" y="61187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1" name="Oval 4080">
                <a:extLst>
                  <a:ext uri="{FF2B5EF4-FFF2-40B4-BE49-F238E27FC236}">
                    <a16:creationId xmlns:a16="http://schemas.microsoft.com/office/drawing/2014/main" id="{63A4849D-D97F-A88A-E840-DFD24320619A}"/>
                  </a:ext>
                </a:extLst>
              </p:cNvPr>
              <p:cNvSpPr/>
              <p:nvPr/>
            </p:nvSpPr>
            <p:spPr>
              <a:xfrm>
                <a:off x="3556371" y="5553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2" name="Oval 4081">
                <a:extLst>
                  <a:ext uri="{FF2B5EF4-FFF2-40B4-BE49-F238E27FC236}">
                    <a16:creationId xmlns:a16="http://schemas.microsoft.com/office/drawing/2014/main" id="{44181152-B74B-2B00-3C16-6EE4FB309390}"/>
                  </a:ext>
                </a:extLst>
              </p:cNvPr>
              <p:cNvSpPr/>
              <p:nvPr/>
            </p:nvSpPr>
            <p:spPr>
              <a:xfrm>
                <a:off x="3102933" y="6294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3" name="Oval 4082">
                <a:extLst>
                  <a:ext uri="{FF2B5EF4-FFF2-40B4-BE49-F238E27FC236}">
                    <a16:creationId xmlns:a16="http://schemas.microsoft.com/office/drawing/2014/main" id="{D49BBB8F-AA51-827A-BD28-79098E5EF619}"/>
                  </a:ext>
                </a:extLst>
              </p:cNvPr>
              <p:cNvSpPr/>
              <p:nvPr/>
            </p:nvSpPr>
            <p:spPr>
              <a:xfrm>
                <a:off x="3554260" y="54811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4" name="Oval 4083">
                <a:extLst>
                  <a:ext uri="{FF2B5EF4-FFF2-40B4-BE49-F238E27FC236}">
                    <a16:creationId xmlns:a16="http://schemas.microsoft.com/office/drawing/2014/main" id="{BEB21BBF-0B54-9097-7C70-45309EA4C5AC}"/>
                  </a:ext>
                </a:extLst>
              </p:cNvPr>
              <p:cNvSpPr/>
              <p:nvPr/>
            </p:nvSpPr>
            <p:spPr>
              <a:xfrm>
                <a:off x="2873215" y="61348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5" name="Oval 4084">
                <a:extLst>
                  <a:ext uri="{FF2B5EF4-FFF2-40B4-BE49-F238E27FC236}">
                    <a16:creationId xmlns:a16="http://schemas.microsoft.com/office/drawing/2014/main" id="{BE605F6F-28D7-748E-9E15-22B0BC391FB4}"/>
                  </a:ext>
                </a:extLst>
              </p:cNvPr>
              <p:cNvSpPr/>
              <p:nvPr/>
            </p:nvSpPr>
            <p:spPr>
              <a:xfrm>
                <a:off x="3575120" y="5556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6" name="Oval 4085">
                <a:extLst>
                  <a:ext uri="{FF2B5EF4-FFF2-40B4-BE49-F238E27FC236}">
                    <a16:creationId xmlns:a16="http://schemas.microsoft.com/office/drawing/2014/main" id="{C773A20F-C133-80FD-6B0D-3435E9564812}"/>
                  </a:ext>
                </a:extLst>
              </p:cNvPr>
              <p:cNvSpPr/>
              <p:nvPr/>
            </p:nvSpPr>
            <p:spPr>
              <a:xfrm>
                <a:off x="2859195" y="6062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7" name="Oval 4086">
                <a:extLst>
                  <a:ext uri="{FF2B5EF4-FFF2-40B4-BE49-F238E27FC236}">
                    <a16:creationId xmlns:a16="http://schemas.microsoft.com/office/drawing/2014/main" id="{C53D7ADB-5255-E3A9-ECFE-F39858E6699B}"/>
                  </a:ext>
                </a:extLst>
              </p:cNvPr>
              <p:cNvSpPr/>
              <p:nvPr/>
            </p:nvSpPr>
            <p:spPr>
              <a:xfrm>
                <a:off x="2932502" y="6386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8" name="Oval 4087">
                <a:extLst>
                  <a:ext uri="{FF2B5EF4-FFF2-40B4-BE49-F238E27FC236}">
                    <a16:creationId xmlns:a16="http://schemas.microsoft.com/office/drawing/2014/main" id="{EC856B37-77CE-BE2C-AACB-0D938C76A456}"/>
                  </a:ext>
                </a:extLst>
              </p:cNvPr>
              <p:cNvSpPr/>
              <p:nvPr/>
            </p:nvSpPr>
            <p:spPr>
              <a:xfrm>
                <a:off x="2996857" y="63032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89" name="Oval 4088">
                <a:extLst>
                  <a:ext uri="{FF2B5EF4-FFF2-40B4-BE49-F238E27FC236}">
                    <a16:creationId xmlns:a16="http://schemas.microsoft.com/office/drawing/2014/main" id="{E343113F-930B-76EE-83A5-D9E91786E55F}"/>
                  </a:ext>
                </a:extLst>
              </p:cNvPr>
              <p:cNvSpPr/>
              <p:nvPr/>
            </p:nvSpPr>
            <p:spPr>
              <a:xfrm>
                <a:off x="2710555" y="5972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0" name="Oval 4089">
                <a:extLst>
                  <a:ext uri="{FF2B5EF4-FFF2-40B4-BE49-F238E27FC236}">
                    <a16:creationId xmlns:a16="http://schemas.microsoft.com/office/drawing/2014/main" id="{AA673FEA-70EE-4F9F-715A-198F1BA6C674}"/>
                  </a:ext>
                </a:extLst>
              </p:cNvPr>
              <p:cNvSpPr/>
              <p:nvPr/>
            </p:nvSpPr>
            <p:spPr>
              <a:xfrm>
                <a:off x="3069573" y="6196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1" name="Oval 4090">
                <a:extLst>
                  <a:ext uri="{FF2B5EF4-FFF2-40B4-BE49-F238E27FC236}">
                    <a16:creationId xmlns:a16="http://schemas.microsoft.com/office/drawing/2014/main" id="{1522AB65-C8E0-81C2-F451-6E085DE214AE}"/>
                  </a:ext>
                </a:extLst>
              </p:cNvPr>
              <p:cNvSpPr/>
              <p:nvPr/>
            </p:nvSpPr>
            <p:spPr>
              <a:xfrm>
                <a:off x="3534751" y="5603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2" name="Oval 4091">
                <a:extLst>
                  <a:ext uri="{FF2B5EF4-FFF2-40B4-BE49-F238E27FC236}">
                    <a16:creationId xmlns:a16="http://schemas.microsoft.com/office/drawing/2014/main" id="{B7A40172-EC73-EFDD-7E17-18C0CBBFB67B}"/>
                  </a:ext>
                </a:extLst>
              </p:cNvPr>
              <p:cNvSpPr/>
              <p:nvPr/>
            </p:nvSpPr>
            <p:spPr>
              <a:xfrm>
                <a:off x="2768406" y="600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3" name="Oval 4092">
                <a:extLst>
                  <a:ext uri="{FF2B5EF4-FFF2-40B4-BE49-F238E27FC236}">
                    <a16:creationId xmlns:a16="http://schemas.microsoft.com/office/drawing/2014/main" id="{8533392C-4053-4064-AF8F-78AB0053E125}"/>
                  </a:ext>
                </a:extLst>
              </p:cNvPr>
              <p:cNvSpPr/>
              <p:nvPr/>
            </p:nvSpPr>
            <p:spPr>
              <a:xfrm>
                <a:off x="2964426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4" name="Oval 4093">
                <a:extLst>
                  <a:ext uri="{FF2B5EF4-FFF2-40B4-BE49-F238E27FC236}">
                    <a16:creationId xmlns:a16="http://schemas.microsoft.com/office/drawing/2014/main" id="{D383F251-F082-9DE4-9057-63036730BB0A}"/>
                  </a:ext>
                </a:extLst>
              </p:cNvPr>
              <p:cNvSpPr/>
              <p:nvPr/>
            </p:nvSpPr>
            <p:spPr>
              <a:xfrm>
                <a:off x="3639560" y="550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5" name="Oval 4094">
                <a:extLst>
                  <a:ext uri="{FF2B5EF4-FFF2-40B4-BE49-F238E27FC236}">
                    <a16:creationId xmlns:a16="http://schemas.microsoft.com/office/drawing/2014/main" id="{C011ADAB-F6E8-8FBE-2680-08867354073C}"/>
                  </a:ext>
                </a:extLst>
              </p:cNvPr>
              <p:cNvSpPr/>
              <p:nvPr/>
            </p:nvSpPr>
            <p:spPr>
              <a:xfrm>
                <a:off x="3538383" y="554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6" name="Oval 4095">
                <a:extLst>
                  <a:ext uri="{FF2B5EF4-FFF2-40B4-BE49-F238E27FC236}">
                    <a16:creationId xmlns:a16="http://schemas.microsoft.com/office/drawing/2014/main" id="{A6F667FB-AE54-9187-68E2-AB52B4F973FF}"/>
                  </a:ext>
                </a:extLst>
              </p:cNvPr>
              <p:cNvSpPr/>
              <p:nvPr/>
            </p:nvSpPr>
            <p:spPr>
              <a:xfrm>
                <a:off x="2943313" y="639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7" name="Oval 4096">
                <a:extLst>
                  <a:ext uri="{FF2B5EF4-FFF2-40B4-BE49-F238E27FC236}">
                    <a16:creationId xmlns:a16="http://schemas.microsoft.com/office/drawing/2014/main" id="{F39679AA-C64F-1E39-3069-C31D7C845256}"/>
                  </a:ext>
                </a:extLst>
              </p:cNvPr>
              <p:cNvSpPr/>
              <p:nvPr/>
            </p:nvSpPr>
            <p:spPr>
              <a:xfrm>
                <a:off x="2969747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8" name="Oval 4097">
                <a:extLst>
                  <a:ext uri="{FF2B5EF4-FFF2-40B4-BE49-F238E27FC236}">
                    <a16:creationId xmlns:a16="http://schemas.microsoft.com/office/drawing/2014/main" id="{4927C754-6908-46A4-5712-9593A0AA69B7}"/>
                  </a:ext>
                </a:extLst>
              </p:cNvPr>
              <p:cNvSpPr/>
              <p:nvPr/>
            </p:nvSpPr>
            <p:spPr>
              <a:xfrm>
                <a:off x="3069404" y="63129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99" name="Oval 4098">
                <a:extLst>
                  <a:ext uri="{FF2B5EF4-FFF2-40B4-BE49-F238E27FC236}">
                    <a16:creationId xmlns:a16="http://schemas.microsoft.com/office/drawing/2014/main" id="{2C92535B-B007-B851-4B7F-52EDA5308011}"/>
                  </a:ext>
                </a:extLst>
              </p:cNvPr>
              <p:cNvSpPr/>
              <p:nvPr/>
            </p:nvSpPr>
            <p:spPr>
              <a:xfrm>
                <a:off x="2942637" y="62993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0" name="Oval 4099">
                <a:extLst>
                  <a:ext uri="{FF2B5EF4-FFF2-40B4-BE49-F238E27FC236}">
                    <a16:creationId xmlns:a16="http://schemas.microsoft.com/office/drawing/2014/main" id="{56A7B87C-50B9-82FF-692C-BA26503F4ACF}"/>
                  </a:ext>
                </a:extLst>
              </p:cNvPr>
              <p:cNvSpPr/>
              <p:nvPr/>
            </p:nvSpPr>
            <p:spPr>
              <a:xfrm>
                <a:off x="3075062" y="63206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1" name="Oval 4100">
                <a:extLst>
                  <a:ext uri="{FF2B5EF4-FFF2-40B4-BE49-F238E27FC236}">
                    <a16:creationId xmlns:a16="http://schemas.microsoft.com/office/drawing/2014/main" id="{5C894BB9-8333-1E8E-26F9-F77A904C60A5}"/>
                  </a:ext>
                </a:extLst>
              </p:cNvPr>
              <p:cNvSpPr/>
              <p:nvPr/>
            </p:nvSpPr>
            <p:spPr>
              <a:xfrm>
                <a:off x="2823809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2" name="Oval 4101">
                <a:extLst>
                  <a:ext uri="{FF2B5EF4-FFF2-40B4-BE49-F238E27FC236}">
                    <a16:creationId xmlns:a16="http://schemas.microsoft.com/office/drawing/2014/main" id="{FA2EA2CA-8712-6D58-F01D-482EB3A13919}"/>
                  </a:ext>
                </a:extLst>
              </p:cNvPr>
              <p:cNvSpPr/>
              <p:nvPr/>
            </p:nvSpPr>
            <p:spPr>
              <a:xfrm>
                <a:off x="2773389" y="5969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3" name="Oval 4102">
                <a:extLst>
                  <a:ext uri="{FF2B5EF4-FFF2-40B4-BE49-F238E27FC236}">
                    <a16:creationId xmlns:a16="http://schemas.microsoft.com/office/drawing/2014/main" id="{4EDCB414-BB8A-6A49-775B-73FE397A2FC0}"/>
                  </a:ext>
                </a:extLst>
              </p:cNvPr>
              <p:cNvSpPr/>
              <p:nvPr/>
            </p:nvSpPr>
            <p:spPr>
              <a:xfrm>
                <a:off x="5221486" y="8386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4" name="Oval 4103">
                <a:extLst>
                  <a:ext uri="{FF2B5EF4-FFF2-40B4-BE49-F238E27FC236}">
                    <a16:creationId xmlns:a16="http://schemas.microsoft.com/office/drawing/2014/main" id="{E8F43074-F87F-1B31-C800-9B2D7DA59A39}"/>
                  </a:ext>
                </a:extLst>
              </p:cNvPr>
              <p:cNvSpPr/>
              <p:nvPr/>
            </p:nvSpPr>
            <p:spPr>
              <a:xfrm>
                <a:off x="3039591" y="60817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5" name="Oval 4104">
                <a:extLst>
                  <a:ext uri="{FF2B5EF4-FFF2-40B4-BE49-F238E27FC236}">
                    <a16:creationId xmlns:a16="http://schemas.microsoft.com/office/drawing/2014/main" id="{7EC161F4-D2C4-F235-6C8B-E6AB2502DA12}"/>
                  </a:ext>
                </a:extLst>
              </p:cNvPr>
              <p:cNvSpPr/>
              <p:nvPr/>
            </p:nvSpPr>
            <p:spPr>
              <a:xfrm>
                <a:off x="3113067" y="6153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6" name="Oval 4105">
                <a:extLst>
                  <a:ext uri="{FF2B5EF4-FFF2-40B4-BE49-F238E27FC236}">
                    <a16:creationId xmlns:a16="http://schemas.microsoft.com/office/drawing/2014/main" id="{39A20622-9106-588D-F11D-5E8A5A8B56AF}"/>
                  </a:ext>
                </a:extLst>
              </p:cNvPr>
              <p:cNvSpPr/>
              <p:nvPr/>
            </p:nvSpPr>
            <p:spPr>
              <a:xfrm>
                <a:off x="2990354" y="6389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7" name="Oval 4106">
                <a:extLst>
                  <a:ext uri="{FF2B5EF4-FFF2-40B4-BE49-F238E27FC236}">
                    <a16:creationId xmlns:a16="http://schemas.microsoft.com/office/drawing/2014/main" id="{AF101AE3-C74A-7165-1138-EDEFE50ADBFA}"/>
                  </a:ext>
                </a:extLst>
              </p:cNvPr>
              <p:cNvSpPr/>
              <p:nvPr/>
            </p:nvSpPr>
            <p:spPr>
              <a:xfrm>
                <a:off x="3313226" y="640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8" name="Oval 4107">
                <a:extLst>
                  <a:ext uri="{FF2B5EF4-FFF2-40B4-BE49-F238E27FC236}">
                    <a16:creationId xmlns:a16="http://schemas.microsoft.com/office/drawing/2014/main" id="{5D72CCB5-8A8B-87A0-B633-4D9B32ADC2C9}"/>
                  </a:ext>
                </a:extLst>
              </p:cNvPr>
              <p:cNvSpPr/>
              <p:nvPr/>
            </p:nvSpPr>
            <p:spPr>
              <a:xfrm>
                <a:off x="2952434" y="62245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09" name="Oval 4108">
                <a:extLst>
                  <a:ext uri="{FF2B5EF4-FFF2-40B4-BE49-F238E27FC236}">
                    <a16:creationId xmlns:a16="http://schemas.microsoft.com/office/drawing/2014/main" id="{3FFD7B6E-316A-81FD-69FE-7D40AD6E2F3D}"/>
                  </a:ext>
                </a:extLst>
              </p:cNvPr>
              <p:cNvSpPr/>
              <p:nvPr/>
            </p:nvSpPr>
            <p:spPr>
              <a:xfrm>
                <a:off x="3006569" y="63541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0" name="Oval 4109">
                <a:extLst>
                  <a:ext uri="{FF2B5EF4-FFF2-40B4-BE49-F238E27FC236}">
                    <a16:creationId xmlns:a16="http://schemas.microsoft.com/office/drawing/2014/main" id="{125E99CE-B790-A931-DA5B-6D871B7D3A97}"/>
                  </a:ext>
                </a:extLst>
              </p:cNvPr>
              <p:cNvSpPr/>
              <p:nvPr/>
            </p:nvSpPr>
            <p:spPr>
              <a:xfrm>
                <a:off x="3039929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1" name="Oval 4110">
                <a:extLst>
                  <a:ext uri="{FF2B5EF4-FFF2-40B4-BE49-F238E27FC236}">
                    <a16:creationId xmlns:a16="http://schemas.microsoft.com/office/drawing/2014/main" id="{3D58C7D1-DB9E-1212-64C6-9C519D61E51C}"/>
                  </a:ext>
                </a:extLst>
              </p:cNvPr>
              <p:cNvSpPr/>
              <p:nvPr/>
            </p:nvSpPr>
            <p:spPr>
              <a:xfrm>
                <a:off x="2739861" y="6013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2" name="Oval 4111">
                <a:extLst>
                  <a:ext uri="{FF2B5EF4-FFF2-40B4-BE49-F238E27FC236}">
                    <a16:creationId xmlns:a16="http://schemas.microsoft.com/office/drawing/2014/main" id="{8BE33A18-4CEE-7048-597F-42A92A5B1EE7}"/>
                  </a:ext>
                </a:extLst>
              </p:cNvPr>
              <p:cNvSpPr/>
              <p:nvPr/>
            </p:nvSpPr>
            <p:spPr>
              <a:xfrm>
                <a:off x="2774740" y="5995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3" name="Oval 4112">
                <a:extLst>
                  <a:ext uri="{FF2B5EF4-FFF2-40B4-BE49-F238E27FC236}">
                    <a16:creationId xmlns:a16="http://schemas.microsoft.com/office/drawing/2014/main" id="{241A99FF-7AB8-F78C-536A-21E49D07F9AB}"/>
                  </a:ext>
                </a:extLst>
              </p:cNvPr>
              <p:cNvSpPr/>
              <p:nvPr/>
            </p:nvSpPr>
            <p:spPr>
              <a:xfrm>
                <a:off x="2824316" y="6173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4" name="Oval 4113">
                <a:extLst>
                  <a:ext uri="{FF2B5EF4-FFF2-40B4-BE49-F238E27FC236}">
                    <a16:creationId xmlns:a16="http://schemas.microsoft.com/office/drawing/2014/main" id="{9DC20C16-8CD3-5598-B418-0BB1397C6A82}"/>
                  </a:ext>
                </a:extLst>
              </p:cNvPr>
              <p:cNvSpPr/>
              <p:nvPr/>
            </p:nvSpPr>
            <p:spPr>
              <a:xfrm>
                <a:off x="2985456" y="62754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5" name="Oval 4114">
                <a:extLst>
                  <a:ext uri="{FF2B5EF4-FFF2-40B4-BE49-F238E27FC236}">
                    <a16:creationId xmlns:a16="http://schemas.microsoft.com/office/drawing/2014/main" id="{AEA52DF0-D074-BE90-519C-8905B914FA3C}"/>
                  </a:ext>
                </a:extLst>
              </p:cNvPr>
              <p:cNvSpPr/>
              <p:nvPr/>
            </p:nvSpPr>
            <p:spPr>
              <a:xfrm>
                <a:off x="3097527" y="6139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6" name="Oval 4115">
                <a:extLst>
                  <a:ext uri="{FF2B5EF4-FFF2-40B4-BE49-F238E27FC236}">
                    <a16:creationId xmlns:a16="http://schemas.microsoft.com/office/drawing/2014/main" id="{B9237C0E-F85D-3E76-CAAD-3BCA3B926AAB}"/>
                  </a:ext>
                </a:extLst>
              </p:cNvPr>
              <p:cNvSpPr/>
              <p:nvPr/>
            </p:nvSpPr>
            <p:spPr>
              <a:xfrm>
                <a:off x="3001249" y="6292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7" name="Oval 4116">
                <a:extLst>
                  <a:ext uri="{FF2B5EF4-FFF2-40B4-BE49-F238E27FC236}">
                    <a16:creationId xmlns:a16="http://schemas.microsoft.com/office/drawing/2014/main" id="{C9132598-290A-A7A7-8634-4D8E525A8610}"/>
                  </a:ext>
                </a:extLst>
              </p:cNvPr>
              <p:cNvSpPr/>
              <p:nvPr/>
            </p:nvSpPr>
            <p:spPr>
              <a:xfrm>
                <a:off x="2739861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8" name="Oval 4117">
                <a:extLst>
                  <a:ext uri="{FF2B5EF4-FFF2-40B4-BE49-F238E27FC236}">
                    <a16:creationId xmlns:a16="http://schemas.microsoft.com/office/drawing/2014/main" id="{38845E60-0CBE-8127-BDF5-5D84B714BA79}"/>
                  </a:ext>
                </a:extLst>
              </p:cNvPr>
              <p:cNvSpPr/>
              <p:nvPr/>
            </p:nvSpPr>
            <p:spPr>
              <a:xfrm>
                <a:off x="3625793" y="549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9" name="Oval 4118">
                <a:extLst>
                  <a:ext uri="{FF2B5EF4-FFF2-40B4-BE49-F238E27FC236}">
                    <a16:creationId xmlns:a16="http://schemas.microsoft.com/office/drawing/2014/main" id="{36F7627C-E004-396E-D0F6-9D10F78DDE3E}"/>
                  </a:ext>
                </a:extLst>
              </p:cNvPr>
              <p:cNvSpPr/>
              <p:nvPr/>
            </p:nvSpPr>
            <p:spPr>
              <a:xfrm>
                <a:off x="3117712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0" name="Oval 4119">
                <a:extLst>
                  <a:ext uri="{FF2B5EF4-FFF2-40B4-BE49-F238E27FC236}">
                    <a16:creationId xmlns:a16="http://schemas.microsoft.com/office/drawing/2014/main" id="{67365238-F16D-30E7-DA02-C883AC8743BD}"/>
                  </a:ext>
                </a:extLst>
              </p:cNvPr>
              <p:cNvSpPr/>
              <p:nvPr/>
            </p:nvSpPr>
            <p:spPr>
              <a:xfrm>
                <a:off x="3520056" y="55409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1" name="Oval 4120">
                <a:extLst>
                  <a:ext uri="{FF2B5EF4-FFF2-40B4-BE49-F238E27FC236}">
                    <a16:creationId xmlns:a16="http://schemas.microsoft.com/office/drawing/2014/main" id="{E1B13A05-D5E0-2D8B-966E-C4B45E10A448}"/>
                  </a:ext>
                </a:extLst>
              </p:cNvPr>
              <p:cNvSpPr/>
              <p:nvPr/>
            </p:nvSpPr>
            <p:spPr>
              <a:xfrm>
                <a:off x="2942553" y="636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2" name="Oval 4121">
                <a:extLst>
                  <a:ext uri="{FF2B5EF4-FFF2-40B4-BE49-F238E27FC236}">
                    <a16:creationId xmlns:a16="http://schemas.microsoft.com/office/drawing/2014/main" id="{86A2A1C9-600A-6384-DA1E-CC68A0EA5F95}"/>
                  </a:ext>
                </a:extLst>
              </p:cNvPr>
              <p:cNvSpPr/>
              <p:nvPr/>
            </p:nvSpPr>
            <p:spPr>
              <a:xfrm>
                <a:off x="3210782" y="602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3" name="Oval 4122">
                <a:extLst>
                  <a:ext uri="{FF2B5EF4-FFF2-40B4-BE49-F238E27FC236}">
                    <a16:creationId xmlns:a16="http://schemas.microsoft.com/office/drawing/2014/main" id="{6E1CD7EA-7BFB-A503-3C12-31A8C077560D}"/>
                  </a:ext>
                </a:extLst>
              </p:cNvPr>
              <p:cNvSpPr/>
              <p:nvPr/>
            </p:nvSpPr>
            <p:spPr>
              <a:xfrm>
                <a:off x="2699322" y="6003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4" name="Oval 4123">
                <a:extLst>
                  <a:ext uri="{FF2B5EF4-FFF2-40B4-BE49-F238E27FC236}">
                    <a16:creationId xmlns:a16="http://schemas.microsoft.com/office/drawing/2014/main" id="{E02ABD54-B5A0-9830-E3A9-F9C22CFB04D4}"/>
                  </a:ext>
                </a:extLst>
              </p:cNvPr>
              <p:cNvSpPr/>
              <p:nvPr/>
            </p:nvSpPr>
            <p:spPr>
              <a:xfrm>
                <a:off x="3585846" y="5432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5" name="Oval 4124">
                <a:extLst>
                  <a:ext uri="{FF2B5EF4-FFF2-40B4-BE49-F238E27FC236}">
                    <a16:creationId xmlns:a16="http://schemas.microsoft.com/office/drawing/2014/main" id="{74D6E4CB-6183-8A39-7D76-34EBB89C15C8}"/>
                  </a:ext>
                </a:extLst>
              </p:cNvPr>
              <p:cNvSpPr/>
              <p:nvPr/>
            </p:nvSpPr>
            <p:spPr>
              <a:xfrm>
                <a:off x="3587029" y="561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6" name="Oval 4125">
                <a:extLst>
                  <a:ext uri="{FF2B5EF4-FFF2-40B4-BE49-F238E27FC236}">
                    <a16:creationId xmlns:a16="http://schemas.microsoft.com/office/drawing/2014/main" id="{951D6CE1-CA52-0989-19C3-FCE116DF7F44}"/>
                  </a:ext>
                </a:extLst>
              </p:cNvPr>
              <p:cNvSpPr/>
              <p:nvPr/>
            </p:nvSpPr>
            <p:spPr>
              <a:xfrm>
                <a:off x="2890359" y="6038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7" name="Oval 4126">
                <a:extLst>
                  <a:ext uri="{FF2B5EF4-FFF2-40B4-BE49-F238E27FC236}">
                    <a16:creationId xmlns:a16="http://schemas.microsoft.com/office/drawing/2014/main" id="{6A7E85CD-AC1D-C935-7160-79133FE38041}"/>
                  </a:ext>
                </a:extLst>
              </p:cNvPr>
              <p:cNvSpPr/>
              <p:nvPr/>
            </p:nvSpPr>
            <p:spPr>
              <a:xfrm>
                <a:off x="2811647" y="62086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8" name="Oval 4127">
                <a:extLst>
                  <a:ext uri="{FF2B5EF4-FFF2-40B4-BE49-F238E27FC236}">
                    <a16:creationId xmlns:a16="http://schemas.microsoft.com/office/drawing/2014/main" id="{8159696E-670E-EE9F-DF4A-4812A1C8DF85}"/>
                  </a:ext>
                </a:extLst>
              </p:cNvPr>
              <p:cNvSpPr/>
              <p:nvPr/>
            </p:nvSpPr>
            <p:spPr>
              <a:xfrm>
                <a:off x="3628243" y="54644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9" name="Oval 4128">
                <a:extLst>
                  <a:ext uri="{FF2B5EF4-FFF2-40B4-BE49-F238E27FC236}">
                    <a16:creationId xmlns:a16="http://schemas.microsoft.com/office/drawing/2014/main" id="{F8F78141-83FB-5C01-75E4-A6F218DBDDAE}"/>
                  </a:ext>
                </a:extLst>
              </p:cNvPr>
              <p:cNvSpPr/>
              <p:nvPr/>
            </p:nvSpPr>
            <p:spPr>
              <a:xfrm>
                <a:off x="2683529" y="599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0" name="Oval 4129">
                <a:extLst>
                  <a:ext uri="{FF2B5EF4-FFF2-40B4-BE49-F238E27FC236}">
                    <a16:creationId xmlns:a16="http://schemas.microsoft.com/office/drawing/2014/main" id="{4119BE70-DBDD-E2DA-5316-1149CD02B8D1}"/>
                  </a:ext>
                </a:extLst>
              </p:cNvPr>
              <p:cNvSpPr/>
              <p:nvPr/>
            </p:nvSpPr>
            <p:spPr>
              <a:xfrm>
                <a:off x="2839433" y="61686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1" name="Oval 4130">
                <a:extLst>
                  <a:ext uri="{FF2B5EF4-FFF2-40B4-BE49-F238E27FC236}">
                    <a16:creationId xmlns:a16="http://schemas.microsoft.com/office/drawing/2014/main" id="{3EC63F64-C177-D767-FE27-45C6FBB01421}"/>
                  </a:ext>
                </a:extLst>
              </p:cNvPr>
              <p:cNvSpPr/>
              <p:nvPr/>
            </p:nvSpPr>
            <p:spPr>
              <a:xfrm>
                <a:off x="3606369" y="5472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2" name="Oval 4131">
                <a:extLst>
                  <a:ext uri="{FF2B5EF4-FFF2-40B4-BE49-F238E27FC236}">
                    <a16:creationId xmlns:a16="http://schemas.microsoft.com/office/drawing/2014/main" id="{812F340B-719E-3ED1-352A-80F794F580A6}"/>
                  </a:ext>
                </a:extLst>
              </p:cNvPr>
              <p:cNvSpPr/>
              <p:nvPr/>
            </p:nvSpPr>
            <p:spPr>
              <a:xfrm>
                <a:off x="3134772" y="62741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3" name="Oval 4132">
                <a:extLst>
                  <a:ext uri="{FF2B5EF4-FFF2-40B4-BE49-F238E27FC236}">
                    <a16:creationId xmlns:a16="http://schemas.microsoft.com/office/drawing/2014/main" id="{C9A38B75-C123-291B-2320-9936BA1CF13F}"/>
                  </a:ext>
                </a:extLst>
              </p:cNvPr>
              <p:cNvSpPr/>
              <p:nvPr/>
            </p:nvSpPr>
            <p:spPr>
              <a:xfrm>
                <a:off x="3614899" y="570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4" name="Oval 4133">
                <a:extLst>
                  <a:ext uri="{FF2B5EF4-FFF2-40B4-BE49-F238E27FC236}">
                    <a16:creationId xmlns:a16="http://schemas.microsoft.com/office/drawing/2014/main" id="{3A082186-8CA3-91D4-A7D1-4CB4054EDA9F}"/>
                  </a:ext>
                </a:extLst>
              </p:cNvPr>
              <p:cNvSpPr/>
              <p:nvPr/>
            </p:nvSpPr>
            <p:spPr>
              <a:xfrm>
                <a:off x="3042041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5" name="Oval 4134">
                <a:extLst>
                  <a:ext uri="{FF2B5EF4-FFF2-40B4-BE49-F238E27FC236}">
                    <a16:creationId xmlns:a16="http://schemas.microsoft.com/office/drawing/2014/main" id="{B216E7B2-6A76-CDB1-9DCA-2856607F737F}"/>
                  </a:ext>
                </a:extLst>
              </p:cNvPr>
              <p:cNvSpPr/>
              <p:nvPr/>
            </p:nvSpPr>
            <p:spPr>
              <a:xfrm>
                <a:off x="2859364" y="61800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6" name="Oval 4135">
                <a:extLst>
                  <a:ext uri="{FF2B5EF4-FFF2-40B4-BE49-F238E27FC236}">
                    <a16:creationId xmlns:a16="http://schemas.microsoft.com/office/drawing/2014/main" id="{DAE947EE-018A-CDAD-AA96-CD79A3ECA52E}"/>
                  </a:ext>
                </a:extLst>
              </p:cNvPr>
              <p:cNvSpPr/>
              <p:nvPr/>
            </p:nvSpPr>
            <p:spPr>
              <a:xfrm>
                <a:off x="3569715" y="55566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7" name="Oval 4136">
                <a:extLst>
                  <a:ext uri="{FF2B5EF4-FFF2-40B4-BE49-F238E27FC236}">
                    <a16:creationId xmlns:a16="http://schemas.microsoft.com/office/drawing/2014/main" id="{7150F06F-5C51-8E3A-69F6-A4F15703EA64}"/>
                  </a:ext>
                </a:extLst>
              </p:cNvPr>
              <p:cNvSpPr/>
              <p:nvPr/>
            </p:nvSpPr>
            <p:spPr>
              <a:xfrm>
                <a:off x="3618277" y="54835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8" name="Oval 4137">
                <a:extLst>
                  <a:ext uri="{FF2B5EF4-FFF2-40B4-BE49-F238E27FC236}">
                    <a16:creationId xmlns:a16="http://schemas.microsoft.com/office/drawing/2014/main" id="{DD1A4D7C-742E-61FD-9477-C017AB1270EC}"/>
                  </a:ext>
                </a:extLst>
              </p:cNvPr>
              <p:cNvSpPr/>
              <p:nvPr/>
            </p:nvSpPr>
            <p:spPr>
              <a:xfrm>
                <a:off x="3062394" y="6263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9" name="Oval 4138">
                <a:extLst>
                  <a:ext uri="{FF2B5EF4-FFF2-40B4-BE49-F238E27FC236}">
                    <a16:creationId xmlns:a16="http://schemas.microsoft.com/office/drawing/2014/main" id="{BC6194B7-E44B-3407-30E9-F29BA5434C12}"/>
                  </a:ext>
                </a:extLst>
              </p:cNvPr>
              <p:cNvSpPr/>
              <p:nvPr/>
            </p:nvSpPr>
            <p:spPr>
              <a:xfrm>
                <a:off x="2931573" y="628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0" name="Oval 4139">
                <a:extLst>
                  <a:ext uri="{FF2B5EF4-FFF2-40B4-BE49-F238E27FC236}">
                    <a16:creationId xmlns:a16="http://schemas.microsoft.com/office/drawing/2014/main" id="{3A06C41D-822D-3857-7597-FBBA0CF305FF}"/>
                  </a:ext>
                </a:extLst>
              </p:cNvPr>
              <p:cNvSpPr/>
              <p:nvPr/>
            </p:nvSpPr>
            <p:spPr>
              <a:xfrm>
                <a:off x="3079370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1" name="Oval 4140">
                <a:extLst>
                  <a:ext uri="{FF2B5EF4-FFF2-40B4-BE49-F238E27FC236}">
                    <a16:creationId xmlns:a16="http://schemas.microsoft.com/office/drawing/2014/main" id="{60DFEE1C-6D05-82CD-B853-ACF22FE095B3}"/>
                  </a:ext>
                </a:extLst>
              </p:cNvPr>
              <p:cNvSpPr/>
              <p:nvPr/>
            </p:nvSpPr>
            <p:spPr>
              <a:xfrm>
                <a:off x="3582468" y="54947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2" name="Oval 4141">
                <a:extLst>
                  <a:ext uri="{FF2B5EF4-FFF2-40B4-BE49-F238E27FC236}">
                    <a16:creationId xmlns:a16="http://schemas.microsoft.com/office/drawing/2014/main" id="{6748DAA9-E323-96AA-D878-AFC8519045E2}"/>
                  </a:ext>
                </a:extLst>
              </p:cNvPr>
              <p:cNvSpPr/>
              <p:nvPr/>
            </p:nvSpPr>
            <p:spPr>
              <a:xfrm>
                <a:off x="3069826" y="5879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3" name="Oval 4142">
                <a:extLst>
                  <a:ext uri="{FF2B5EF4-FFF2-40B4-BE49-F238E27FC236}">
                    <a16:creationId xmlns:a16="http://schemas.microsoft.com/office/drawing/2014/main" id="{0D537A57-0FED-D856-96BB-DE40905FAE88}"/>
                  </a:ext>
                </a:extLst>
              </p:cNvPr>
              <p:cNvSpPr/>
              <p:nvPr/>
            </p:nvSpPr>
            <p:spPr>
              <a:xfrm>
                <a:off x="2906659" y="62475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4" name="Oval 4143">
                <a:extLst>
                  <a:ext uri="{FF2B5EF4-FFF2-40B4-BE49-F238E27FC236}">
                    <a16:creationId xmlns:a16="http://schemas.microsoft.com/office/drawing/2014/main" id="{B3E48EA1-88EB-CC31-7981-6779D206E096}"/>
                  </a:ext>
                </a:extLst>
              </p:cNvPr>
              <p:cNvSpPr/>
              <p:nvPr/>
            </p:nvSpPr>
            <p:spPr>
              <a:xfrm>
                <a:off x="2807340" y="5999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5" name="Oval 4144">
                <a:extLst>
                  <a:ext uri="{FF2B5EF4-FFF2-40B4-BE49-F238E27FC236}">
                    <a16:creationId xmlns:a16="http://schemas.microsoft.com/office/drawing/2014/main" id="{87932C9F-63D8-5EA1-2D70-B14A48E4D595}"/>
                  </a:ext>
                </a:extLst>
              </p:cNvPr>
              <p:cNvSpPr/>
              <p:nvPr/>
            </p:nvSpPr>
            <p:spPr>
              <a:xfrm>
                <a:off x="2830734" y="6170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6" name="Oval 4145">
                <a:extLst>
                  <a:ext uri="{FF2B5EF4-FFF2-40B4-BE49-F238E27FC236}">
                    <a16:creationId xmlns:a16="http://schemas.microsoft.com/office/drawing/2014/main" id="{3B59E2A3-8055-872B-D916-C9A1D91F50C7}"/>
                  </a:ext>
                </a:extLst>
              </p:cNvPr>
              <p:cNvSpPr/>
              <p:nvPr/>
            </p:nvSpPr>
            <p:spPr>
              <a:xfrm>
                <a:off x="2836393" y="6013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7" name="Oval 4146">
                <a:extLst>
                  <a:ext uri="{FF2B5EF4-FFF2-40B4-BE49-F238E27FC236}">
                    <a16:creationId xmlns:a16="http://schemas.microsoft.com/office/drawing/2014/main" id="{3FA3AACD-4A6D-D875-4944-282B34DA9B00}"/>
                  </a:ext>
                </a:extLst>
              </p:cNvPr>
              <p:cNvSpPr/>
              <p:nvPr/>
            </p:nvSpPr>
            <p:spPr>
              <a:xfrm>
                <a:off x="2713426" y="600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8" name="Oval 4147">
                <a:extLst>
                  <a:ext uri="{FF2B5EF4-FFF2-40B4-BE49-F238E27FC236}">
                    <a16:creationId xmlns:a16="http://schemas.microsoft.com/office/drawing/2014/main" id="{4E8335EC-DBE3-46D4-D8FC-E5975305EDCA}"/>
                  </a:ext>
                </a:extLst>
              </p:cNvPr>
              <p:cNvSpPr/>
              <p:nvPr/>
            </p:nvSpPr>
            <p:spPr>
              <a:xfrm>
                <a:off x="2952434" y="6403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49" name="Oval 4148">
                <a:extLst>
                  <a:ext uri="{FF2B5EF4-FFF2-40B4-BE49-F238E27FC236}">
                    <a16:creationId xmlns:a16="http://schemas.microsoft.com/office/drawing/2014/main" id="{3F451A7D-51F4-9720-8A2A-69506C4DFB35}"/>
                  </a:ext>
                </a:extLst>
              </p:cNvPr>
              <p:cNvSpPr/>
              <p:nvPr/>
            </p:nvSpPr>
            <p:spPr>
              <a:xfrm>
                <a:off x="2908686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0" name="Oval 4149">
                <a:extLst>
                  <a:ext uri="{FF2B5EF4-FFF2-40B4-BE49-F238E27FC236}">
                    <a16:creationId xmlns:a16="http://schemas.microsoft.com/office/drawing/2014/main" id="{1199BF74-0A36-BDFB-4B06-6983E079B095}"/>
                  </a:ext>
                </a:extLst>
              </p:cNvPr>
              <p:cNvSpPr/>
              <p:nvPr/>
            </p:nvSpPr>
            <p:spPr>
              <a:xfrm>
                <a:off x="3627145" y="5516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1" name="Oval 4150">
                <a:extLst>
                  <a:ext uri="{FF2B5EF4-FFF2-40B4-BE49-F238E27FC236}">
                    <a16:creationId xmlns:a16="http://schemas.microsoft.com/office/drawing/2014/main" id="{7EE4A1FF-CC55-0AF1-52F2-140215B83605}"/>
                  </a:ext>
                </a:extLst>
              </p:cNvPr>
              <p:cNvSpPr/>
              <p:nvPr/>
            </p:nvSpPr>
            <p:spPr>
              <a:xfrm>
                <a:off x="3035284" y="63440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2" name="Oval 4151">
                <a:extLst>
                  <a:ext uri="{FF2B5EF4-FFF2-40B4-BE49-F238E27FC236}">
                    <a16:creationId xmlns:a16="http://schemas.microsoft.com/office/drawing/2014/main" id="{E761941F-FD7E-DF61-30EA-E09125C1CD88}"/>
                  </a:ext>
                </a:extLst>
              </p:cNvPr>
              <p:cNvSpPr/>
              <p:nvPr/>
            </p:nvSpPr>
            <p:spPr>
              <a:xfrm>
                <a:off x="3110618" y="61037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3" name="Oval 4152">
                <a:extLst>
                  <a:ext uri="{FF2B5EF4-FFF2-40B4-BE49-F238E27FC236}">
                    <a16:creationId xmlns:a16="http://schemas.microsoft.com/office/drawing/2014/main" id="{F59107B9-5654-28B7-CCC5-E5C5F2AD2666}"/>
                  </a:ext>
                </a:extLst>
              </p:cNvPr>
              <p:cNvSpPr/>
              <p:nvPr/>
            </p:nvSpPr>
            <p:spPr>
              <a:xfrm>
                <a:off x="2812661" y="61922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4" name="Oval 4153">
                <a:extLst>
                  <a:ext uri="{FF2B5EF4-FFF2-40B4-BE49-F238E27FC236}">
                    <a16:creationId xmlns:a16="http://schemas.microsoft.com/office/drawing/2014/main" id="{24124263-2596-8BC7-DE9D-90061927323A}"/>
                  </a:ext>
                </a:extLst>
              </p:cNvPr>
              <p:cNvSpPr/>
              <p:nvPr/>
            </p:nvSpPr>
            <p:spPr>
              <a:xfrm>
                <a:off x="3021265" y="631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5" name="Oval 4154">
                <a:extLst>
                  <a:ext uri="{FF2B5EF4-FFF2-40B4-BE49-F238E27FC236}">
                    <a16:creationId xmlns:a16="http://schemas.microsoft.com/office/drawing/2014/main" id="{5ED4B222-7879-9D84-367D-6DE719B7F5C9}"/>
                  </a:ext>
                </a:extLst>
              </p:cNvPr>
              <p:cNvSpPr/>
              <p:nvPr/>
            </p:nvSpPr>
            <p:spPr>
              <a:xfrm>
                <a:off x="3095247" y="62427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6" name="Oval 4155">
                <a:extLst>
                  <a:ext uri="{FF2B5EF4-FFF2-40B4-BE49-F238E27FC236}">
                    <a16:creationId xmlns:a16="http://schemas.microsoft.com/office/drawing/2014/main" id="{42BB84EE-7701-87C5-9D29-63FFBA6C520A}"/>
                  </a:ext>
                </a:extLst>
              </p:cNvPr>
              <p:cNvSpPr/>
              <p:nvPr/>
            </p:nvSpPr>
            <p:spPr>
              <a:xfrm>
                <a:off x="3087900" y="6305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7" name="Oval 4156">
                <a:extLst>
                  <a:ext uri="{FF2B5EF4-FFF2-40B4-BE49-F238E27FC236}">
                    <a16:creationId xmlns:a16="http://schemas.microsoft.com/office/drawing/2014/main" id="{5F098849-AD5F-1502-C08E-A10A308CC5F9}"/>
                  </a:ext>
                </a:extLst>
              </p:cNvPr>
              <p:cNvSpPr/>
              <p:nvPr/>
            </p:nvSpPr>
            <p:spPr>
              <a:xfrm>
                <a:off x="3140262" y="58284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8" name="Oval 4157">
                <a:extLst>
                  <a:ext uri="{FF2B5EF4-FFF2-40B4-BE49-F238E27FC236}">
                    <a16:creationId xmlns:a16="http://schemas.microsoft.com/office/drawing/2014/main" id="{B69EB8A1-26E8-ABB0-160B-0991054C7C23}"/>
                  </a:ext>
                </a:extLst>
              </p:cNvPr>
              <p:cNvSpPr/>
              <p:nvPr/>
            </p:nvSpPr>
            <p:spPr>
              <a:xfrm>
                <a:off x="2867050" y="61441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59" name="Oval 4158">
                <a:extLst>
                  <a:ext uri="{FF2B5EF4-FFF2-40B4-BE49-F238E27FC236}">
                    <a16:creationId xmlns:a16="http://schemas.microsoft.com/office/drawing/2014/main" id="{949E9DDD-3313-1B6B-635A-5192A4048EC8}"/>
                  </a:ext>
                </a:extLst>
              </p:cNvPr>
              <p:cNvSpPr/>
              <p:nvPr/>
            </p:nvSpPr>
            <p:spPr>
              <a:xfrm>
                <a:off x="2708866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0" name="Oval 4159">
                <a:extLst>
                  <a:ext uri="{FF2B5EF4-FFF2-40B4-BE49-F238E27FC236}">
                    <a16:creationId xmlns:a16="http://schemas.microsoft.com/office/drawing/2014/main" id="{1A9095DE-536F-4BE9-AB59-CB0660E5FA42}"/>
                  </a:ext>
                </a:extLst>
              </p:cNvPr>
              <p:cNvSpPr/>
              <p:nvPr/>
            </p:nvSpPr>
            <p:spPr>
              <a:xfrm>
                <a:off x="2949816" y="62938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1" name="Oval 4160">
                <a:extLst>
                  <a:ext uri="{FF2B5EF4-FFF2-40B4-BE49-F238E27FC236}">
                    <a16:creationId xmlns:a16="http://schemas.microsoft.com/office/drawing/2014/main" id="{B5F19857-3C31-144A-8036-79F64CCFC5FA}"/>
                  </a:ext>
                </a:extLst>
              </p:cNvPr>
              <p:cNvSpPr/>
              <p:nvPr/>
            </p:nvSpPr>
            <p:spPr>
              <a:xfrm>
                <a:off x="2687667" y="59998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2" name="Oval 4161">
                <a:extLst>
                  <a:ext uri="{FF2B5EF4-FFF2-40B4-BE49-F238E27FC236}">
                    <a16:creationId xmlns:a16="http://schemas.microsoft.com/office/drawing/2014/main" id="{BA15ED20-C7A7-D6A3-A8A9-3C04B5AEF29A}"/>
                  </a:ext>
                </a:extLst>
              </p:cNvPr>
              <p:cNvSpPr/>
              <p:nvPr/>
            </p:nvSpPr>
            <p:spPr>
              <a:xfrm>
                <a:off x="2822204" y="6128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3" name="Oval 4162">
                <a:extLst>
                  <a:ext uri="{FF2B5EF4-FFF2-40B4-BE49-F238E27FC236}">
                    <a16:creationId xmlns:a16="http://schemas.microsoft.com/office/drawing/2014/main" id="{C0AF97D6-0A38-744C-B117-9E306D4F3F2C}"/>
                  </a:ext>
                </a:extLst>
              </p:cNvPr>
              <p:cNvSpPr/>
              <p:nvPr/>
            </p:nvSpPr>
            <p:spPr>
              <a:xfrm>
                <a:off x="2837491" y="61206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4" name="Oval 4163">
                <a:extLst>
                  <a:ext uri="{FF2B5EF4-FFF2-40B4-BE49-F238E27FC236}">
                    <a16:creationId xmlns:a16="http://schemas.microsoft.com/office/drawing/2014/main" id="{DE6C341C-1852-CC5B-D664-D3C6511F0762}"/>
                  </a:ext>
                </a:extLst>
              </p:cNvPr>
              <p:cNvSpPr/>
              <p:nvPr/>
            </p:nvSpPr>
            <p:spPr>
              <a:xfrm>
                <a:off x="2921946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5" name="Oval 4164">
                <a:extLst>
                  <a:ext uri="{FF2B5EF4-FFF2-40B4-BE49-F238E27FC236}">
                    <a16:creationId xmlns:a16="http://schemas.microsoft.com/office/drawing/2014/main" id="{6C7D2DCA-D637-DF17-CC4E-059E60F22ABC}"/>
                  </a:ext>
                </a:extLst>
              </p:cNvPr>
              <p:cNvSpPr/>
              <p:nvPr/>
            </p:nvSpPr>
            <p:spPr>
              <a:xfrm>
                <a:off x="3560848" y="5628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6" name="Oval 4165">
                <a:extLst>
                  <a:ext uri="{FF2B5EF4-FFF2-40B4-BE49-F238E27FC236}">
                    <a16:creationId xmlns:a16="http://schemas.microsoft.com/office/drawing/2014/main" id="{E9F84067-7885-BF80-FF72-474041AB08DD}"/>
                  </a:ext>
                </a:extLst>
              </p:cNvPr>
              <p:cNvSpPr/>
              <p:nvPr/>
            </p:nvSpPr>
            <p:spPr>
              <a:xfrm>
                <a:off x="3017211" y="62527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7" name="Oval 4166">
                <a:extLst>
                  <a:ext uri="{FF2B5EF4-FFF2-40B4-BE49-F238E27FC236}">
                    <a16:creationId xmlns:a16="http://schemas.microsoft.com/office/drawing/2014/main" id="{964A42C5-EB5E-C4FF-806E-C23561C53D3B}"/>
                  </a:ext>
                </a:extLst>
              </p:cNvPr>
              <p:cNvSpPr/>
              <p:nvPr/>
            </p:nvSpPr>
            <p:spPr>
              <a:xfrm>
                <a:off x="3052006" y="623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8" name="Oval 4167">
                <a:extLst>
                  <a:ext uri="{FF2B5EF4-FFF2-40B4-BE49-F238E27FC236}">
                    <a16:creationId xmlns:a16="http://schemas.microsoft.com/office/drawing/2014/main" id="{4E07F34F-BD8D-8E2E-DEF4-AA7099E919BB}"/>
                  </a:ext>
                </a:extLst>
              </p:cNvPr>
              <p:cNvSpPr/>
              <p:nvPr/>
            </p:nvSpPr>
            <p:spPr>
              <a:xfrm>
                <a:off x="2947113" y="62831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69" name="Oval 4168">
                <a:extLst>
                  <a:ext uri="{FF2B5EF4-FFF2-40B4-BE49-F238E27FC236}">
                    <a16:creationId xmlns:a16="http://schemas.microsoft.com/office/drawing/2014/main" id="{801A574C-85F2-C974-F726-B1FC12282CC7}"/>
                  </a:ext>
                </a:extLst>
              </p:cNvPr>
              <p:cNvSpPr/>
              <p:nvPr/>
            </p:nvSpPr>
            <p:spPr>
              <a:xfrm>
                <a:off x="3135279" y="6022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0" name="Oval 4169">
                <a:extLst>
                  <a:ext uri="{FF2B5EF4-FFF2-40B4-BE49-F238E27FC236}">
                    <a16:creationId xmlns:a16="http://schemas.microsoft.com/office/drawing/2014/main" id="{6FE07CE2-4845-E292-2220-B964107E242F}"/>
                  </a:ext>
                </a:extLst>
              </p:cNvPr>
              <p:cNvSpPr/>
              <p:nvPr/>
            </p:nvSpPr>
            <p:spPr>
              <a:xfrm>
                <a:off x="2966791" y="6387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1" name="Oval 4170">
                <a:extLst>
                  <a:ext uri="{FF2B5EF4-FFF2-40B4-BE49-F238E27FC236}">
                    <a16:creationId xmlns:a16="http://schemas.microsoft.com/office/drawing/2014/main" id="{972A767F-CB6B-7B87-1244-6C74F1820A7F}"/>
                  </a:ext>
                </a:extLst>
              </p:cNvPr>
              <p:cNvSpPr/>
              <p:nvPr/>
            </p:nvSpPr>
            <p:spPr>
              <a:xfrm>
                <a:off x="3095585" y="623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2" name="Oval 4171">
                <a:extLst>
                  <a:ext uri="{FF2B5EF4-FFF2-40B4-BE49-F238E27FC236}">
                    <a16:creationId xmlns:a16="http://schemas.microsoft.com/office/drawing/2014/main" id="{813CCB50-92BB-A1F2-E92E-C7282DBC4AE3}"/>
                  </a:ext>
                </a:extLst>
              </p:cNvPr>
              <p:cNvSpPr/>
              <p:nvPr/>
            </p:nvSpPr>
            <p:spPr>
              <a:xfrm>
                <a:off x="3127256" y="6114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3" name="Oval 4172">
                <a:extLst>
                  <a:ext uri="{FF2B5EF4-FFF2-40B4-BE49-F238E27FC236}">
                    <a16:creationId xmlns:a16="http://schemas.microsoft.com/office/drawing/2014/main" id="{945176B1-DC93-967C-575E-DC4DFB618D84}"/>
                  </a:ext>
                </a:extLst>
              </p:cNvPr>
              <p:cNvSpPr/>
              <p:nvPr/>
            </p:nvSpPr>
            <p:spPr>
              <a:xfrm>
                <a:off x="3590153" y="55812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4" name="Oval 4173">
                <a:extLst>
                  <a:ext uri="{FF2B5EF4-FFF2-40B4-BE49-F238E27FC236}">
                    <a16:creationId xmlns:a16="http://schemas.microsoft.com/office/drawing/2014/main" id="{879E2EDD-C206-F760-05B4-E0BB1B15DADF}"/>
                  </a:ext>
                </a:extLst>
              </p:cNvPr>
              <p:cNvSpPr/>
              <p:nvPr/>
            </p:nvSpPr>
            <p:spPr>
              <a:xfrm>
                <a:off x="3032413" y="6308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5" name="Oval 4174">
                <a:extLst>
                  <a:ext uri="{FF2B5EF4-FFF2-40B4-BE49-F238E27FC236}">
                    <a16:creationId xmlns:a16="http://schemas.microsoft.com/office/drawing/2014/main" id="{70C6F26C-F102-7D17-88DB-726017963C43}"/>
                  </a:ext>
                </a:extLst>
              </p:cNvPr>
              <p:cNvSpPr/>
              <p:nvPr/>
            </p:nvSpPr>
            <p:spPr>
              <a:xfrm>
                <a:off x="2861307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6" name="Oval 4175">
                <a:extLst>
                  <a:ext uri="{FF2B5EF4-FFF2-40B4-BE49-F238E27FC236}">
                    <a16:creationId xmlns:a16="http://schemas.microsoft.com/office/drawing/2014/main" id="{B7ECF0FC-A851-387A-E05B-6B6BD96D1277}"/>
                  </a:ext>
                </a:extLst>
              </p:cNvPr>
              <p:cNvSpPr/>
              <p:nvPr/>
            </p:nvSpPr>
            <p:spPr>
              <a:xfrm>
                <a:off x="2851341" y="61006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7" name="Oval 4176">
                <a:extLst>
                  <a:ext uri="{FF2B5EF4-FFF2-40B4-BE49-F238E27FC236}">
                    <a16:creationId xmlns:a16="http://schemas.microsoft.com/office/drawing/2014/main" id="{96767150-C524-60ED-7C8B-674A047E2AB5}"/>
                  </a:ext>
                </a:extLst>
              </p:cNvPr>
              <p:cNvSpPr/>
              <p:nvPr/>
            </p:nvSpPr>
            <p:spPr>
              <a:xfrm>
                <a:off x="3449705" y="6377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8" name="Oval 4177">
                <a:extLst>
                  <a:ext uri="{FF2B5EF4-FFF2-40B4-BE49-F238E27FC236}">
                    <a16:creationId xmlns:a16="http://schemas.microsoft.com/office/drawing/2014/main" id="{10AD8EA1-7831-A737-5312-EAE949349DF2}"/>
                  </a:ext>
                </a:extLst>
              </p:cNvPr>
              <p:cNvSpPr/>
              <p:nvPr/>
            </p:nvSpPr>
            <p:spPr>
              <a:xfrm>
                <a:off x="3094572" y="5520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79" name="Oval 4178">
                <a:extLst>
                  <a:ext uri="{FF2B5EF4-FFF2-40B4-BE49-F238E27FC236}">
                    <a16:creationId xmlns:a16="http://schemas.microsoft.com/office/drawing/2014/main" id="{A58D68BD-AFA8-38E1-50D7-CBA5000F236B}"/>
                  </a:ext>
                </a:extLst>
              </p:cNvPr>
              <p:cNvSpPr/>
              <p:nvPr/>
            </p:nvSpPr>
            <p:spPr>
              <a:xfrm>
                <a:off x="2692650" y="5998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0" name="Oval 4179">
                <a:extLst>
                  <a:ext uri="{FF2B5EF4-FFF2-40B4-BE49-F238E27FC236}">
                    <a16:creationId xmlns:a16="http://schemas.microsoft.com/office/drawing/2014/main" id="{982F14E1-62F1-C286-C969-EE49D7C8AA0F}"/>
                  </a:ext>
                </a:extLst>
              </p:cNvPr>
              <p:cNvSpPr/>
              <p:nvPr/>
            </p:nvSpPr>
            <p:spPr>
              <a:xfrm>
                <a:off x="2939343" y="6307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1" name="Oval 4180">
                <a:extLst>
                  <a:ext uri="{FF2B5EF4-FFF2-40B4-BE49-F238E27FC236}">
                    <a16:creationId xmlns:a16="http://schemas.microsoft.com/office/drawing/2014/main" id="{AADC2EE3-DC83-4EF9-A87D-3BACE0321E68}"/>
                  </a:ext>
                </a:extLst>
              </p:cNvPr>
              <p:cNvSpPr/>
              <p:nvPr/>
            </p:nvSpPr>
            <p:spPr>
              <a:xfrm>
                <a:off x="2859195" y="6132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2" name="Oval 4181">
                <a:extLst>
                  <a:ext uri="{FF2B5EF4-FFF2-40B4-BE49-F238E27FC236}">
                    <a16:creationId xmlns:a16="http://schemas.microsoft.com/office/drawing/2014/main" id="{658EB46E-91BB-3394-D5A2-45AE8FF8F1BC}"/>
                  </a:ext>
                </a:extLst>
              </p:cNvPr>
              <p:cNvSpPr/>
              <p:nvPr/>
            </p:nvSpPr>
            <p:spPr>
              <a:xfrm>
                <a:off x="3141613" y="55018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3" name="Oval 4182">
                <a:extLst>
                  <a:ext uri="{FF2B5EF4-FFF2-40B4-BE49-F238E27FC236}">
                    <a16:creationId xmlns:a16="http://schemas.microsoft.com/office/drawing/2014/main" id="{C6650292-FA88-549D-36D6-AC4B3207D2F8}"/>
                  </a:ext>
                </a:extLst>
              </p:cNvPr>
              <p:cNvSpPr/>
              <p:nvPr/>
            </p:nvSpPr>
            <p:spPr>
              <a:xfrm>
                <a:off x="3107747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4" name="Oval 4183">
                <a:extLst>
                  <a:ext uri="{FF2B5EF4-FFF2-40B4-BE49-F238E27FC236}">
                    <a16:creationId xmlns:a16="http://schemas.microsoft.com/office/drawing/2014/main" id="{C99B1B19-C9D7-633E-AE85-02547944C8B5}"/>
                  </a:ext>
                </a:extLst>
              </p:cNvPr>
              <p:cNvSpPr/>
              <p:nvPr/>
            </p:nvSpPr>
            <p:spPr>
              <a:xfrm>
                <a:off x="2994323" y="6104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5" name="Oval 4184">
                <a:extLst>
                  <a:ext uri="{FF2B5EF4-FFF2-40B4-BE49-F238E27FC236}">
                    <a16:creationId xmlns:a16="http://schemas.microsoft.com/office/drawing/2014/main" id="{3038D5CA-28E0-4710-AB04-C7B16696C368}"/>
                  </a:ext>
                </a:extLst>
              </p:cNvPr>
              <p:cNvSpPr/>
              <p:nvPr/>
            </p:nvSpPr>
            <p:spPr>
              <a:xfrm>
                <a:off x="2948971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6" name="Oval 4185">
                <a:extLst>
                  <a:ext uri="{FF2B5EF4-FFF2-40B4-BE49-F238E27FC236}">
                    <a16:creationId xmlns:a16="http://schemas.microsoft.com/office/drawing/2014/main" id="{78423D10-9B6F-2410-36BC-20E9D0A30A86}"/>
                  </a:ext>
                </a:extLst>
              </p:cNvPr>
              <p:cNvSpPr/>
              <p:nvPr/>
            </p:nvSpPr>
            <p:spPr>
              <a:xfrm>
                <a:off x="2915696" y="63173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7" name="Oval 4186">
                <a:extLst>
                  <a:ext uri="{FF2B5EF4-FFF2-40B4-BE49-F238E27FC236}">
                    <a16:creationId xmlns:a16="http://schemas.microsoft.com/office/drawing/2014/main" id="{371C0F33-60C2-55A2-9CB0-4AD8E726E9A8}"/>
                  </a:ext>
                </a:extLst>
              </p:cNvPr>
              <p:cNvSpPr/>
              <p:nvPr/>
            </p:nvSpPr>
            <p:spPr>
              <a:xfrm>
                <a:off x="3581961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8" name="Oval 4187">
                <a:extLst>
                  <a:ext uri="{FF2B5EF4-FFF2-40B4-BE49-F238E27FC236}">
                    <a16:creationId xmlns:a16="http://schemas.microsoft.com/office/drawing/2014/main" id="{914E5675-3402-E952-436C-77C6D3787156}"/>
                  </a:ext>
                </a:extLst>
              </p:cNvPr>
              <p:cNvSpPr/>
              <p:nvPr/>
            </p:nvSpPr>
            <p:spPr>
              <a:xfrm>
                <a:off x="3109858" y="6304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89" name="Oval 4188">
                <a:extLst>
                  <a:ext uri="{FF2B5EF4-FFF2-40B4-BE49-F238E27FC236}">
                    <a16:creationId xmlns:a16="http://schemas.microsoft.com/office/drawing/2014/main" id="{F5CE7283-9DAB-57F4-C868-9C62BE2C7516}"/>
                  </a:ext>
                </a:extLst>
              </p:cNvPr>
              <p:cNvSpPr/>
              <p:nvPr/>
            </p:nvSpPr>
            <p:spPr>
              <a:xfrm>
                <a:off x="2818573" y="61697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0" name="Oval 4189">
                <a:extLst>
                  <a:ext uri="{FF2B5EF4-FFF2-40B4-BE49-F238E27FC236}">
                    <a16:creationId xmlns:a16="http://schemas.microsoft.com/office/drawing/2014/main" id="{09A6D26D-E259-674F-3A27-EC950C4C3BE9}"/>
                  </a:ext>
                </a:extLst>
              </p:cNvPr>
              <p:cNvSpPr/>
              <p:nvPr/>
            </p:nvSpPr>
            <p:spPr>
              <a:xfrm>
                <a:off x="2981486" y="61413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1" name="Oval 4190">
                <a:extLst>
                  <a:ext uri="{FF2B5EF4-FFF2-40B4-BE49-F238E27FC236}">
                    <a16:creationId xmlns:a16="http://schemas.microsoft.com/office/drawing/2014/main" id="{A4DE7843-706D-0A0E-3856-27C9C287EB9A}"/>
                  </a:ext>
                </a:extLst>
              </p:cNvPr>
              <p:cNvSpPr/>
              <p:nvPr/>
            </p:nvSpPr>
            <p:spPr>
              <a:xfrm>
                <a:off x="2696620" y="5989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2" name="Oval 4191">
                <a:extLst>
                  <a:ext uri="{FF2B5EF4-FFF2-40B4-BE49-F238E27FC236}">
                    <a16:creationId xmlns:a16="http://schemas.microsoft.com/office/drawing/2014/main" id="{CE433C39-3357-453A-D80A-704ABBD09FDA}"/>
                  </a:ext>
                </a:extLst>
              </p:cNvPr>
              <p:cNvSpPr/>
              <p:nvPr/>
            </p:nvSpPr>
            <p:spPr>
              <a:xfrm>
                <a:off x="3048121" y="63271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3" name="Oval 4192">
                <a:extLst>
                  <a:ext uri="{FF2B5EF4-FFF2-40B4-BE49-F238E27FC236}">
                    <a16:creationId xmlns:a16="http://schemas.microsoft.com/office/drawing/2014/main" id="{5037147D-9503-2FA9-ADC9-583319BD6144}"/>
                  </a:ext>
                </a:extLst>
              </p:cNvPr>
              <p:cNvSpPr/>
              <p:nvPr/>
            </p:nvSpPr>
            <p:spPr>
              <a:xfrm>
                <a:off x="2932165" y="630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4" name="Oval 4193">
                <a:extLst>
                  <a:ext uri="{FF2B5EF4-FFF2-40B4-BE49-F238E27FC236}">
                    <a16:creationId xmlns:a16="http://schemas.microsoft.com/office/drawing/2014/main" id="{BB98511A-1019-AAA0-2CD3-2C11D3366B1D}"/>
                  </a:ext>
                </a:extLst>
              </p:cNvPr>
              <p:cNvSpPr/>
              <p:nvPr/>
            </p:nvSpPr>
            <p:spPr>
              <a:xfrm>
                <a:off x="3071853" y="6231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5" name="Oval 4194">
                <a:extLst>
                  <a:ext uri="{FF2B5EF4-FFF2-40B4-BE49-F238E27FC236}">
                    <a16:creationId xmlns:a16="http://schemas.microsoft.com/office/drawing/2014/main" id="{B082A50B-3FA2-84F7-9946-35897D0CDFDE}"/>
                  </a:ext>
                </a:extLst>
              </p:cNvPr>
              <p:cNvSpPr/>
              <p:nvPr/>
            </p:nvSpPr>
            <p:spPr>
              <a:xfrm>
                <a:off x="2864854" y="61180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6" name="Oval 4195">
                <a:extLst>
                  <a:ext uri="{FF2B5EF4-FFF2-40B4-BE49-F238E27FC236}">
                    <a16:creationId xmlns:a16="http://schemas.microsoft.com/office/drawing/2014/main" id="{D7340CE5-8ED4-D858-BF56-BE86EB83921E}"/>
                  </a:ext>
                </a:extLst>
              </p:cNvPr>
              <p:cNvSpPr/>
              <p:nvPr/>
            </p:nvSpPr>
            <p:spPr>
              <a:xfrm>
                <a:off x="3136630" y="61766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7" name="Oval 4196">
                <a:extLst>
                  <a:ext uri="{FF2B5EF4-FFF2-40B4-BE49-F238E27FC236}">
                    <a16:creationId xmlns:a16="http://schemas.microsoft.com/office/drawing/2014/main" id="{9915D4E6-84D9-0BD0-1B35-7B97EA0509C2}"/>
                  </a:ext>
                </a:extLst>
              </p:cNvPr>
              <p:cNvSpPr/>
              <p:nvPr/>
            </p:nvSpPr>
            <p:spPr>
              <a:xfrm>
                <a:off x="3569378" y="54844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8" name="Oval 4197">
                <a:extLst>
                  <a:ext uri="{FF2B5EF4-FFF2-40B4-BE49-F238E27FC236}">
                    <a16:creationId xmlns:a16="http://schemas.microsoft.com/office/drawing/2014/main" id="{936F23CA-6DEC-74A5-5E58-148B16609155}"/>
                  </a:ext>
                </a:extLst>
              </p:cNvPr>
              <p:cNvSpPr/>
              <p:nvPr/>
            </p:nvSpPr>
            <p:spPr>
              <a:xfrm>
                <a:off x="3184601" y="6026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9" name="Oval 4198">
                <a:extLst>
                  <a:ext uri="{FF2B5EF4-FFF2-40B4-BE49-F238E27FC236}">
                    <a16:creationId xmlns:a16="http://schemas.microsoft.com/office/drawing/2014/main" id="{528E1A7F-33A2-F0F1-414B-53D535996894}"/>
                  </a:ext>
                </a:extLst>
              </p:cNvPr>
              <p:cNvSpPr/>
              <p:nvPr/>
            </p:nvSpPr>
            <p:spPr>
              <a:xfrm>
                <a:off x="3106902" y="5470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0" name="Oval 4199">
                <a:extLst>
                  <a:ext uri="{FF2B5EF4-FFF2-40B4-BE49-F238E27FC236}">
                    <a16:creationId xmlns:a16="http://schemas.microsoft.com/office/drawing/2014/main" id="{073C0A5E-958E-66C2-1EB4-AE054B3A81A0}"/>
                  </a:ext>
                </a:extLst>
              </p:cNvPr>
              <p:cNvSpPr/>
              <p:nvPr/>
            </p:nvSpPr>
            <p:spPr>
              <a:xfrm>
                <a:off x="3535258" y="56343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1" name="Oval 4200">
                <a:extLst>
                  <a:ext uri="{FF2B5EF4-FFF2-40B4-BE49-F238E27FC236}">
                    <a16:creationId xmlns:a16="http://schemas.microsoft.com/office/drawing/2014/main" id="{6EDCF585-73AF-D606-C6C7-B96D908A5173}"/>
                  </a:ext>
                </a:extLst>
              </p:cNvPr>
              <p:cNvSpPr/>
              <p:nvPr/>
            </p:nvSpPr>
            <p:spPr>
              <a:xfrm>
                <a:off x="3125820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2" name="Oval 4201">
                <a:extLst>
                  <a:ext uri="{FF2B5EF4-FFF2-40B4-BE49-F238E27FC236}">
                    <a16:creationId xmlns:a16="http://schemas.microsoft.com/office/drawing/2014/main" id="{C119DFDA-1B16-5B6B-9520-BD4B90144A42}"/>
                  </a:ext>
                </a:extLst>
              </p:cNvPr>
              <p:cNvSpPr/>
              <p:nvPr/>
            </p:nvSpPr>
            <p:spPr>
              <a:xfrm>
                <a:off x="3019575" y="6393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3" name="Oval 4202">
                <a:extLst>
                  <a:ext uri="{FF2B5EF4-FFF2-40B4-BE49-F238E27FC236}">
                    <a16:creationId xmlns:a16="http://schemas.microsoft.com/office/drawing/2014/main" id="{FD94409D-7250-075C-AD15-9FC146E33F38}"/>
                  </a:ext>
                </a:extLst>
              </p:cNvPr>
              <p:cNvSpPr/>
              <p:nvPr/>
            </p:nvSpPr>
            <p:spPr>
              <a:xfrm>
                <a:off x="2968987" y="61164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4" name="Oval 4203">
                <a:extLst>
                  <a:ext uri="{FF2B5EF4-FFF2-40B4-BE49-F238E27FC236}">
                    <a16:creationId xmlns:a16="http://schemas.microsoft.com/office/drawing/2014/main" id="{2173B7C6-C9B0-4CE6-30C9-54E9C6496434}"/>
                  </a:ext>
                </a:extLst>
              </p:cNvPr>
              <p:cNvSpPr/>
              <p:nvPr/>
            </p:nvSpPr>
            <p:spPr>
              <a:xfrm>
                <a:off x="2708190" y="5983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5" name="Oval 4204">
                <a:extLst>
                  <a:ext uri="{FF2B5EF4-FFF2-40B4-BE49-F238E27FC236}">
                    <a16:creationId xmlns:a16="http://schemas.microsoft.com/office/drawing/2014/main" id="{28A0A281-D869-C545-DDFC-9F1C3B0389F6}"/>
                  </a:ext>
                </a:extLst>
              </p:cNvPr>
              <p:cNvSpPr/>
              <p:nvPr/>
            </p:nvSpPr>
            <p:spPr>
              <a:xfrm>
                <a:off x="3024812" y="59715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6" name="Oval 4205">
                <a:extLst>
                  <a:ext uri="{FF2B5EF4-FFF2-40B4-BE49-F238E27FC236}">
                    <a16:creationId xmlns:a16="http://schemas.microsoft.com/office/drawing/2014/main" id="{161F4470-C500-C26B-A521-BAC55CDBFE90}"/>
                  </a:ext>
                </a:extLst>
              </p:cNvPr>
              <p:cNvSpPr/>
              <p:nvPr/>
            </p:nvSpPr>
            <p:spPr>
              <a:xfrm>
                <a:off x="3139586" y="6200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7" name="Oval 4206">
                <a:extLst>
                  <a:ext uri="{FF2B5EF4-FFF2-40B4-BE49-F238E27FC236}">
                    <a16:creationId xmlns:a16="http://schemas.microsoft.com/office/drawing/2014/main" id="{4DA73368-56E3-19C2-DE50-B35254010087}"/>
                  </a:ext>
                </a:extLst>
              </p:cNvPr>
              <p:cNvSpPr/>
              <p:nvPr/>
            </p:nvSpPr>
            <p:spPr>
              <a:xfrm>
                <a:off x="2689863" y="598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8" name="Oval 4207">
                <a:extLst>
                  <a:ext uri="{FF2B5EF4-FFF2-40B4-BE49-F238E27FC236}">
                    <a16:creationId xmlns:a16="http://schemas.microsoft.com/office/drawing/2014/main" id="{2D7136A7-61EE-3DF8-8CAE-FF148AAE022C}"/>
                  </a:ext>
                </a:extLst>
              </p:cNvPr>
              <p:cNvSpPr/>
              <p:nvPr/>
            </p:nvSpPr>
            <p:spPr>
              <a:xfrm>
                <a:off x="3272856" y="5739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9" name="Oval 4208">
                <a:extLst>
                  <a:ext uri="{FF2B5EF4-FFF2-40B4-BE49-F238E27FC236}">
                    <a16:creationId xmlns:a16="http://schemas.microsoft.com/office/drawing/2014/main" id="{F52FA1CE-E40C-406F-6911-3C57253D3AEE}"/>
                  </a:ext>
                </a:extLst>
              </p:cNvPr>
              <p:cNvSpPr/>
              <p:nvPr/>
            </p:nvSpPr>
            <p:spPr>
              <a:xfrm>
                <a:off x="2802864" y="6145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0" name="Oval 4209">
                <a:extLst>
                  <a:ext uri="{FF2B5EF4-FFF2-40B4-BE49-F238E27FC236}">
                    <a16:creationId xmlns:a16="http://schemas.microsoft.com/office/drawing/2014/main" id="{75DB287D-03FF-4901-22F3-D3020408E099}"/>
                  </a:ext>
                </a:extLst>
              </p:cNvPr>
              <p:cNvSpPr/>
              <p:nvPr/>
            </p:nvSpPr>
            <p:spPr>
              <a:xfrm>
                <a:off x="3125820" y="6195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1" name="Oval 4210">
                <a:extLst>
                  <a:ext uri="{FF2B5EF4-FFF2-40B4-BE49-F238E27FC236}">
                    <a16:creationId xmlns:a16="http://schemas.microsoft.com/office/drawing/2014/main" id="{9761A4F8-F757-B7CA-B0A7-AF6F7EE5754E}"/>
                  </a:ext>
                </a:extLst>
              </p:cNvPr>
              <p:cNvSpPr/>
              <p:nvPr/>
            </p:nvSpPr>
            <p:spPr>
              <a:xfrm>
                <a:off x="3119655" y="54312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2" name="Oval 4211">
                <a:extLst>
                  <a:ext uri="{FF2B5EF4-FFF2-40B4-BE49-F238E27FC236}">
                    <a16:creationId xmlns:a16="http://schemas.microsoft.com/office/drawing/2014/main" id="{E5B7B496-A6BD-B233-8BFA-235018E4350A}"/>
                  </a:ext>
                </a:extLst>
              </p:cNvPr>
              <p:cNvSpPr/>
              <p:nvPr/>
            </p:nvSpPr>
            <p:spPr>
              <a:xfrm>
                <a:off x="3024305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3" name="Oval 4212">
                <a:extLst>
                  <a:ext uri="{FF2B5EF4-FFF2-40B4-BE49-F238E27FC236}">
                    <a16:creationId xmlns:a16="http://schemas.microsoft.com/office/drawing/2014/main" id="{1C0FB5A0-D5C8-2DF2-A83D-22631A2ABD8A}"/>
                  </a:ext>
                </a:extLst>
              </p:cNvPr>
              <p:cNvSpPr/>
              <p:nvPr/>
            </p:nvSpPr>
            <p:spPr>
              <a:xfrm>
                <a:off x="3577316" y="5518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4" name="Oval 4213">
                <a:extLst>
                  <a:ext uri="{FF2B5EF4-FFF2-40B4-BE49-F238E27FC236}">
                    <a16:creationId xmlns:a16="http://schemas.microsoft.com/office/drawing/2014/main" id="{F0CAA3EB-0FBC-3C85-1C56-402C38E0EB00}"/>
                  </a:ext>
                </a:extLst>
              </p:cNvPr>
              <p:cNvSpPr/>
              <p:nvPr/>
            </p:nvSpPr>
            <p:spPr>
              <a:xfrm>
                <a:off x="3393711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5" name="Oval 4214">
                <a:extLst>
                  <a:ext uri="{FF2B5EF4-FFF2-40B4-BE49-F238E27FC236}">
                    <a16:creationId xmlns:a16="http://schemas.microsoft.com/office/drawing/2014/main" id="{3E23439F-5C16-1285-7212-BA46DBC5D07C}"/>
                  </a:ext>
                </a:extLst>
              </p:cNvPr>
              <p:cNvSpPr/>
              <p:nvPr/>
            </p:nvSpPr>
            <p:spPr>
              <a:xfrm>
                <a:off x="3051837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6" name="Oval 4215">
                <a:extLst>
                  <a:ext uri="{FF2B5EF4-FFF2-40B4-BE49-F238E27FC236}">
                    <a16:creationId xmlns:a16="http://schemas.microsoft.com/office/drawing/2014/main" id="{DCBB0482-18C4-7714-EC7A-C71D5348417F}"/>
                  </a:ext>
                </a:extLst>
              </p:cNvPr>
              <p:cNvSpPr/>
              <p:nvPr/>
            </p:nvSpPr>
            <p:spPr>
              <a:xfrm>
                <a:off x="3046010" y="62676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7" name="Oval 4216">
                <a:extLst>
                  <a:ext uri="{FF2B5EF4-FFF2-40B4-BE49-F238E27FC236}">
                    <a16:creationId xmlns:a16="http://schemas.microsoft.com/office/drawing/2014/main" id="{320D770F-A332-E343-89EC-9DAC1EB382E2}"/>
                  </a:ext>
                </a:extLst>
              </p:cNvPr>
              <p:cNvSpPr/>
              <p:nvPr/>
            </p:nvSpPr>
            <p:spPr>
              <a:xfrm>
                <a:off x="3566759" y="5483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8" name="Oval 4217">
                <a:extLst>
                  <a:ext uri="{FF2B5EF4-FFF2-40B4-BE49-F238E27FC236}">
                    <a16:creationId xmlns:a16="http://schemas.microsoft.com/office/drawing/2014/main" id="{8E516998-33F8-5E98-8BD5-D544BAA11E76}"/>
                  </a:ext>
                </a:extLst>
              </p:cNvPr>
              <p:cNvSpPr/>
              <p:nvPr/>
            </p:nvSpPr>
            <p:spPr>
              <a:xfrm>
                <a:off x="3607044" y="550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9" name="Oval 4218">
                <a:extLst>
                  <a:ext uri="{FF2B5EF4-FFF2-40B4-BE49-F238E27FC236}">
                    <a16:creationId xmlns:a16="http://schemas.microsoft.com/office/drawing/2014/main" id="{926EEF2B-E74B-9168-7F7B-37548302B2D9}"/>
                  </a:ext>
                </a:extLst>
              </p:cNvPr>
              <p:cNvSpPr/>
              <p:nvPr/>
            </p:nvSpPr>
            <p:spPr>
              <a:xfrm>
                <a:off x="2741465" y="600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0" name="Oval 4219">
                <a:extLst>
                  <a:ext uri="{FF2B5EF4-FFF2-40B4-BE49-F238E27FC236}">
                    <a16:creationId xmlns:a16="http://schemas.microsoft.com/office/drawing/2014/main" id="{B2AECE3C-A8C8-59B5-7DA3-4A35D4631F56}"/>
                  </a:ext>
                </a:extLst>
              </p:cNvPr>
              <p:cNvSpPr/>
              <p:nvPr/>
            </p:nvSpPr>
            <p:spPr>
              <a:xfrm>
                <a:off x="3043814" y="62473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1" name="Oval 4220">
                <a:extLst>
                  <a:ext uri="{FF2B5EF4-FFF2-40B4-BE49-F238E27FC236}">
                    <a16:creationId xmlns:a16="http://schemas.microsoft.com/office/drawing/2014/main" id="{7776F3A8-F346-8BBC-DF13-912C892A0774}"/>
                  </a:ext>
                </a:extLst>
              </p:cNvPr>
              <p:cNvSpPr/>
              <p:nvPr/>
            </p:nvSpPr>
            <p:spPr>
              <a:xfrm>
                <a:off x="2690708" y="59901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2" name="Oval 4221">
                <a:extLst>
                  <a:ext uri="{FF2B5EF4-FFF2-40B4-BE49-F238E27FC236}">
                    <a16:creationId xmlns:a16="http://schemas.microsoft.com/office/drawing/2014/main" id="{2532CF59-85F1-EC51-1912-0419F65211B3}"/>
                  </a:ext>
                </a:extLst>
              </p:cNvPr>
              <p:cNvSpPr/>
              <p:nvPr/>
            </p:nvSpPr>
            <p:spPr>
              <a:xfrm>
                <a:off x="3574614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3" name="Oval 4222">
                <a:extLst>
                  <a:ext uri="{FF2B5EF4-FFF2-40B4-BE49-F238E27FC236}">
                    <a16:creationId xmlns:a16="http://schemas.microsoft.com/office/drawing/2014/main" id="{5B398521-D4B1-5B47-6455-A3DD1F67C527}"/>
                  </a:ext>
                </a:extLst>
              </p:cNvPr>
              <p:cNvSpPr/>
              <p:nvPr/>
            </p:nvSpPr>
            <p:spPr>
              <a:xfrm>
                <a:off x="3067039" y="607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4" name="Oval 4223">
                <a:extLst>
                  <a:ext uri="{FF2B5EF4-FFF2-40B4-BE49-F238E27FC236}">
                    <a16:creationId xmlns:a16="http://schemas.microsoft.com/office/drawing/2014/main" id="{D3DA1DDA-986D-A484-0F03-89DEBE706BA8}"/>
                  </a:ext>
                </a:extLst>
              </p:cNvPr>
              <p:cNvSpPr/>
              <p:nvPr/>
            </p:nvSpPr>
            <p:spPr>
              <a:xfrm>
                <a:off x="3096345" y="63311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5" name="Oval 4224">
                <a:extLst>
                  <a:ext uri="{FF2B5EF4-FFF2-40B4-BE49-F238E27FC236}">
                    <a16:creationId xmlns:a16="http://schemas.microsoft.com/office/drawing/2014/main" id="{FF5AD89D-99F9-195E-B7B9-E92571A906FC}"/>
                  </a:ext>
                </a:extLst>
              </p:cNvPr>
              <p:cNvSpPr/>
              <p:nvPr/>
            </p:nvSpPr>
            <p:spPr>
              <a:xfrm>
                <a:off x="3100737" y="62804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6" name="Oval 4225">
                <a:extLst>
                  <a:ext uri="{FF2B5EF4-FFF2-40B4-BE49-F238E27FC236}">
                    <a16:creationId xmlns:a16="http://schemas.microsoft.com/office/drawing/2014/main" id="{AC46C2AB-109C-9195-F524-F150A1B93DE3}"/>
                  </a:ext>
                </a:extLst>
              </p:cNvPr>
              <p:cNvSpPr/>
              <p:nvPr/>
            </p:nvSpPr>
            <p:spPr>
              <a:xfrm>
                <a:off x="3597923" y="5505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7" name="Oval 4226">
                <a:extLst>
                  <a:ext uri="{FF2B5EF4-FFF2-40B4-BE49-F238E27FC236}">
                    <a16:creationId xmlns:a16="http://schemas.microsoft.com/office/drawing/2014/main" id="{B83258D2-2A31-0B09-FA5B-70CEDF2A2E3E}"/>
                  </a:ext>
                </a:extLst>
              </p:cNvPr>
              <p:cNvSpPr/>
              <p:nvPr/>
            </p:nvSpPr>
            <p:spPr>
              <a:xfrm>
                <a:off x="2906152" y="635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8" name="Oval 4227">
                <a:extLst>
                  <a:ext uri="{FF2B5EF4-FFF2-40B4-BE49-F238E27FC236}">
                    <a16:creationId xmlns:a16="http://schemas.microsoft.com/office/drawing/2014/main" id="{EA990B37-884D-389A-536C-8C9E586BCFDB}"/>
                  </a:ext>
                </a:extLst>
              </p:cNvPr>
              <p:cNvSpPr/>
              <p:nvPr/>
            </p:nvSpPr>
            <p:spPr>
              <a:xfrm>
                <a:off x="3112138" y="63263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9" name="Oval 4228">
                <a:extLst>
                  <a:ext uri="{FF2B5EF4-FFF2-40B4-BE49-F238E27FC236}">
                    <a16:creationId xmlns:a16="http://schemas.microsoft.com/office/drawing/2014/main" id="{85B0F52C-0B81-5074-1431-4967AB887731}"/>
                  </a:ext>
                </a:extLst>
              </p:cNvPr>
              <p:cNvSpPr/>
              <p:nvPr/>
            </p:nvSpPr>
            <p:spPr>
              <a:xfrm>
                <a:off x="2897369" y="6252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0" name="Oval 4229">
                <a:extLst>
                  <a:ext uri="{FF2B5EF4-FFF2-40B4-BE49-F238E27FC236}">
                    <a16:creationId xmlns:a16="http://schemas.microsoft.com/office/drawing/2014/main" id="{9710242F-622B-BF8B-6F53-A253E433AC17}"/>
                  </a:ext>
                </a:extLst>
              </p:cNvPr>
              <p:cNvSpPr/>
              <p:nvPr/>
            </p:nvSpPr>
            <p:spPr>
              <a:xfrm>
                <a:off x="3048290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1" name="Oval 4230">
                <a:extLst>
                  <a:ext uri="{FF2B5EF4-FFF2-40B4-BE49-F238E27FC236}">
                    <a16:creationId xmlns:a16="http://schemas.microsoft.com/office/drawing/2014/main" id="{57103E48-0112-23D0-404D-636B63E549DA}"/>
                  </a:ext>
                </a:extLst>
              </p:cNvPr>
              <p:cNvSpPr/>
              <p:nvPr/>
            </p:nvSpPr>
            <p:spPr>
              <a:xfrm>
                <a:off x="2958430" y="6055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2" name="Oval 4231">
                <a:extLst>
                  <a:ext uri="{FF2B5EF4-FFF2-40B4-BE49-F238E27FC236}">
                    <a16:creationId xmlns:a16="http://schemas.microsoft.com/office/drawing/2014/main" id="{702BDE35-EDB4-4D8D-F05E-EDF31EBE290A}"/>
                  </a:ext>
                </a:extLst>
              </p:cNvPr>
              <p:cNvSpPr/>
              <p:nvPr/>
            </p:nvSpPr>
            <p:spPr>
              <a:xfrm>
                <a:off x="3591336" y="54762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3" name="Oval 4232">
                <a:extLst>
                  <a:ext uri="{FF2B5EF4-FFF2-40B4-BE49-F238E27FC236}">
                    <a16:creationId xmlns:a16="http://schemas.microsoft.com/office/drawing/2014/main" id="{DF2B888D-67A0-C651-DF1B-2487FDCCFA0C}"/>
                  </a:ext>
                </a:extLst>
              </p:cNvPr>
              <p:cNvSpPr/>
              <p:nvPr/>
            </p:nvSpPr>
            <p:spPr>
              <a:xfrm>
                <a:off x="3788623" y="645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4" name="Oval 4233">
                <a:extLst>
                  <a:ext uri="{FF2B5EF4-FFF2-40B4-BE49-F238E27FC236}">
                    <a16:creationId xmlns:a16="http://schemas.microsoft.com/office/drawing/2014/main" id="{B1C15DD6-1A64-2FA2-3708-F1C7C82B3137}"/>
                  </a:ext>
                </a:extLst>
              </p:cNvPr>
              <p:cNvSpPr/>
              <p:nvPr/>
            </p:nvSpPr>
            <p:spPr>
              <a:xfrm>
                <a:off x="2925155" y="63386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5" name="Oval 4234">
                <a:extLst>
                  <a:ext uri="{FF2B5EF4-FFF2-40B4-BE49-F238E27FC236}">
                    <a16:creationId xmlns:a16="http://schemas.microsoft.com/office/drawing/2014/main" id="{08710FD0-FB58-222D-68DD-EC44D5F9BED2}"/>
                  </a:ext>
                </a:extLst>
              </p:cNvPr>
              <p:cNvSpPr/>
              <p:nvPr/>
            </p:nvSpPr>
            <p:spPr>
              <a:xfrm>
                <a:off x="2837237" y="61576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6" name="Oval 4235">
                <a:extLst>
                  <a:ext uri="{FF2B5EF4-FFF2-40B4-BE49-F238E27FC236}">
                    <a16:creationId xmlns:a16="http://schemas.microsoft.com/office/drawing/2014/main" id="{FA7BC601-8EC8-129D-ABDE-FF23D934BAFF}"/>
                  </a:ext>
                </a:extLst>
              </p:cNvPr>
              <p:cNvSpPr/>
              <p:nvPr/>
            </p:nvSpPr>
            <p:spPr>
              <a:xfrm>
                <a:off x="2809536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7" name="Oval 4236">
                <a:extLst>
                  <a:ext uri="{FF2B5EF4-FFF2-40B4-BE49-F238E27FC236}">
                    <a16:creationId xmlns:a16="http://schemas.microsoft.com/office/drawing/2014/main" id="{B24BA648-CF6D-96CC-E8CD-60B5D722A7DF}"/>
                  </a:ext>
                </a:extLst>
              </p:cNvPr>
              <p:cNvSpPr/>
              <p:nvPr/>
            </p:nvSpPr>
            <p:spPr>
              <a:xfrm>
                <a:off x="3582890" y="5472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8" name="Oval 4237">
                <a:extLst>
                  <a:ext uri="{FF2B5EF4-FFF2-40B4-BE49-F238E27FC236}">
                    <a16:creationId xmlns:a16="http://schemas.microsoft.com/office/drawing/2014/main" id="{0BC59FC1-38AE-0CEA-3AF0-5D009FA11407}"/>
                  </a:ext>
                </a:extLst>
              </p:cNvPr>
              <p:cNvSpPr/>
              <p:nvPr/>
            </p:nvSpPr>
            <p:spPr>
              <a:xfrm>
                <a:off x="2846105" y="6241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9" name="Oval 4238">
                <a:extLst>
                  <a:ext uri="{FF2B5EF4-FFF2-40B4-BE49-F238E27FC236}">
                    <a16:creationId xmlns:a16="http://schemas.microsoft.com/office/drawing/2014/main" id="{BAE1DAB8-1BB7-FB70-B937-C0E85629D251}"/>
                  </a:ext>
                </a:extLst>
              </p:cNvPr>
              <p:cNvSpPr/>
              <p:nvPr/>
            </p:nvSpPr>
            <p:spPr>
              <a:xfrm>
                <a:off x="2992634" y="6373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0" name="Oval 4239">
                <a:extLst>
                  <a:ext uri="{FF2B5EF4-FFF2-40B4-BE49-F238E27FC236}">
                    <a16:creationId xmlns:a16="http://schemas.microsoft.com/office/drawing/2014/main" id="{F46322FD-4A2D-BBEB-3F89-5E9A775FC764}"/>
                  </a:ext>
                </a:extLst>
              </p:cNvPr>
              <p:cNvSpPr/>
              <p:nvPr/>
            </p:nvSpPr>
            <p:spPr>
              <a:xfrm>
                <a:off x="3586437" y="56887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1" name="Oval 4240">
                <a:extLst>
                  <a:ext uri="{FF2B5EF4-FFF2-40B4-BE49-F238E27FC236}">
                    <a16:creationId xmlns:a16="http://schemas.microsoft.com/office/drawing/2014/main" id="{AAC4AA67-4FE9-4F94-425C-B45CDC7BE1A2}"/>
                  </a:ext>
                </a:extLst>
              </p:cNvPr>
              <p:cNvSpPr/>
              <p:nvPr/>
            </p:nvSpPr>
            <p:spPr>
              <a:xfrm>
                <a:off x="2824907" y="61895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2" name="Oval 4241">
                <a:extLst>
                  <a:ext uri="{FF2B5EF4-FFF2-40B4-BE49-F238E27FC236}">
                    <a16:creationId xmlns:a16="http://schemas.microsoft.com/office/drawing/2014/main" id="{784B8E83-16AE-8740-4085-35F9249B94A6}"/>
                  </a:ext>
                </a:extLst>
              </p:cNvPr>
              <p:cNvSpPr/>
              <p:nvPr/>
            </p:nvSpPr>
            <p:spPr>
              <a:xfrm>
                <a:off x="3598177" y="5512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3" name="Oval 4242">
                <a:extLst>
                  <a:ext uri="{FF2B5EF4-FFF2-40B4-BE49-F238E27FC236}">
                    <a16:creationId xmlns:a16="http://schemas.microsoft.com/office/drawing/2014/main" id="{05671C07-67CF-2EEF-C7D7-B059723570B1}"/>
                  </a:ext>
                </a:extLst>
              </p:cNvPr>
              <p:cNvSpPr/>
              <p:nvPr/>
            </p:nvSpPr>
            <p:spPr>
              <a:xfrm>
                <a:off x="3621064" y="55731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4" name="Oval 4243">
                <a:extLst>
                  <a:ext uri="{FF2B5EF4-FFF2-40B4-BE49-F238E27FC236}">
                    <a16:creationId xmlns:a16="http://schemas.microsoft.com/office/drawing/2014/main" id="{253AA672-2EBA-9214-917D-7F83A7AEA291}"/>
                  </a:ext>
                </a:extLst>
              </p:cNvPr>
              <p:cNvSpPr/>
              <p:nvPr/>
            </p:nvSpPr>
            <p:spPr>
              <a:xfrm>
                <a:off x="3597923" y="55646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5" name="Oval 4244">
                <a:extLst>
                  <a:ext uri="{FF2B5EF4-FFF2-40B4-BE49-F238E27FC236}">
                    <a16:creationId xmlns:a16="http://schemas.microsoft.com/office/drawing/2014/main" id="{D5B49E29-CDD6-DBDD-3A70-0E64876260FD}"/>
                  </a:ext>
                </a:extLst>
              </p:cNvPr>
              <p:cNvSpPr/>
              <p:nvPr/>
            </p:nvSpPr>
            <p:spPr>
              <a:xfrm>
                <a:off x="3493790" y="583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6" name="Oval 4245">
                <a:extLst>
                  <a:ext uri="{FF2B5EF4-FFF2-40B4-BE49-F238E27FC236}">
                    <a16:creationId xmlns:a16="http://schemas.microsoft.com/office/drawing/2014/main" id="{151A8F35-8537-6236-E025-3CFFAC80DCB9}"/>
                  </a:ext>
                </a:extLst>
              </p:cNvPr>
              <p:cNvSpPr/>
              <p:nvPr/>
            </p:nvSpPr>
            <p:spPr>
              <a:xfrm>
                <a:off x="2723730" y="59605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7" name="Oval 4246">
                <a:extLst>
                  <a:ext uri="{FF2B5EF4-FFF2-40B4-BE49-F238E27FC236}">
                    <a16:creationId xmlns:a16="http://schemas.microsoft.com/office/drawing/2014/main" id="{F9C7F58F-9CCB-6AC0-CADD-62FD13AF2629}"/>
                  </a:ext>
                </a:extLst>
              </p:cNvPr>
              <p:cNvSpPr/>
              <p:nvPr/>
            </p:nvSpPr>
            <p:spPr>
              <a:xfrm>
                <a:off x="3112307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8" name="Oval 4247">
                <a:extLst>
                  <a:ext uri="{FF2B5EF4-FFF2-40B4-BE49-F238E27FC236}">
                    <a16:creationId xmlns:a16="http://schemas.microsoft.com/office/drawing/2014/main" id="{5708B389-5A4A-0C11-BB9C-FD21F15E40F9}"/>
                  </a:ext>
                </a:extLst>
              </p:cNvPr>
              <p:cNvSpPr/>
              <p:nvPr/>
            </p:nvSpPr>
            <p:spPr>
              <a:xfrm>
                <a:off x="3571404" y="566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9" name="Oval 4248">
                <a:extLst>
                  <a:ext uri="{FF2B5EF4-FFF2-40B4-BE49-F238E27FC236}">
                    <a16:creationId xmlns:a16="http://schemas.microsoft.com/office/drawing/2014/main" id="{680CD8D3-A6AB-B9FB-7634-A518B84DD114}"/>
                  </a:ext>
                </a:extLst>
              </p:cNvPr>
              <p:cNvSpPr/>
              <p:nvPr/>
            </p:nvSpPr>
            <p:spPr>
              <a:xfrm>
                <a:off x="3273701" y="63952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0" name="Oval 4249">
                <a:extLst>
                  <a:ext uri="{FF2B5EF4-FFF2-40B4-BE49-F238E27FC236}">
                    <a16:creationId xmlns:a16="http://schemas.microsoft.com/office/drawing/2014/main" id="{7BC33DE6-1482-C265-F5AE-4B1A9C1D9F42}"/>
                  </a:ext>
                </a:extLst>
              </p:cNvPr>
              <p:cNvSpPr/>
              <p:nvPr/>
            </p:nvSpPr>
            <p:spPr>
              <a:xfrm>
                <a:off x="2979206" y="62684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1" name="Oval 4250">
                <a:extLst>
                  <a:ext uri="{FF2B5EF4-FFF2-40B4-BE49-F238E27FC236}">
                    <a16:creationId xmlns:a16="http://schemas.microsoft.com/office/drawing/2014/main" id="{CD3CA6CB-B4DF-E9B7-A908-A46E80D3348A}"/>
                  </a:ext>
                </a:extLst>
              </p:cNvPr>
              <p:cNvSpPr/>
              <p:nvPr/>
            </p:nvSpPr>
            <p:spPr>
              <a:xfrm>
                <a:off x="3106226" y="61946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2" name="Oval 4251">
                <a:extLst>
                  <a:ext uri="{FF2B5EF4-FFF2-40B4-BE49-F238E27FC236}">
                    <a16:creationId xmlns:a16="http://schemas.microsoft.com/office/drawing/2014/main" id="{D0D66FA9-56D6-EEE6-5ED1-CB2E3ACC5802}"/>
                  </a:ext>
                </a:extLst>
              </p:cNvPr>
              <p:cNvSpPr/>
              <p:nvPr/>
            </p:nvSpPr>
            <p:spPr>
              <a:xfrm>
                <a:off x="3007836" y="61663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3" name="Oval 4252">
                <a:extLst>
                  <a:ext uri="{FF2B5EF4-FFF2-40B4-BE49-F238E27FC236}">
                    <a16:creationId xmlns:a16="http://schemas.microsoft.com/office/drawing/2014/main" id="{E37AE626-221A-5E9E-88AF-31E485F5CE16}"/>
                  </a:ext>
                </a:extLst>
              </p:cNvPr>
              <p:cNvSpPr/>
              <p:nvPr/>
            </p:nvSpPr>
            <p:spPr>
              <a:xfrm>
                <a:off x="2941539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4" name="Oval 4253">
                <a:extLst>
                  <a:ext uri="{FF2B5EF4-FFF2-40B4-BE49-F238E27FC236}">
                    <a16:creationId xmlns:a16="http://schemas.microsoft.com/office/drawing/2014/main" id="{F5C6CE0B-F734-649E-3D30-40AF48FEA324}"/>
                  </a:ext>
                </a:extLst>
              </p:cNvPr>
              <p:cNvSpPr/>
              <p:nvPr/>
            </p:nvSpPr>
            <p:spPr>
              <a:xfrm>
                <a:off x="3587282" y="5538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5" name="Oval 4254">
                <a:extLst>
                  <a:ext uri="{FF2B5EF4-FFF2-40B4-BE49-F238E27FC236}">
                    <a16:creationId xmlns:a16="http://schemas.microsoft.com/office/drawing/2014/main" id="{97272095-9D22-A017-4AE6-11AD221BE4C5}"/>
                  </a:ext>
                </a:extLst>
              </p:cNvPr>
              <p:cNvSpPr/>
              <p:nvPr/>
            </p:nvSpPr>
            <p:spPr>
              <a:xfrm>
                <a:off x="2950829" y="63434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6" name="Oval 4255">
                <a:extLst>
                  <a:ext uri="{FF2B5EF4-FFF2-40B4-BE49-F238E27FC236}">
                    <a16:creationId xmlns:a16="http://schemas.microsoft.com/office/drawing/2014/main" id="{644404BD-8BDE-5494-4B99-04AE9F77BA2A}"/>
                  </a:ext>
                </a:extLst>
              </p:cNvPr>
              <p:cNvSpPr/>
              <p:nvPr/>
            </p:nvSpPr>
            <p:spPr>
              <a:xfrm>
                <a:off x="3110111" y="5988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7" name="Oval 4256">
                <a:extLst>
                  <a:ext uri="{FF2B5EF4-FFF2-40B4-BE49-F238E27FC236}">
                    <a16:creationId xmlns:a16="http://schemas.microsoft.com/office/drawing/2014/main" id="{D63321E7-6AB8-BD9E-97A3-34B4EC923A0C}"/>
                  </a:ext>
                </a:extLst>
              </p:cNvPr>
              <p:cNvSpPr/>
              <p:nvPr/>
            </p:nvSpPr>
            <p:spPr>
              <a:xfrm>
                <a:off x="5200457" y="83710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8" name="Oval 4257">
                <a:extLst>
                  <a:ext uri="{FF2B5EF4-FFF2-40B4-BE49-F238E27FC236}">
                    <a16:creationId xmlns:a16="http://schemas.microsoft.com/office/drawing/2014/main" id="{7C655094-A446-3AF0-2245-37781E531730}"/>
                  </a:ext>
                </a:extLst>
              </p:cNvPr>
              <p:cNvSpPr/>
              <p:nvPr/>
            </p:nvSpPr>
            <p:spPr>
              <a:xfrm>
                <a:off x="3595305" y="5599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9" name="Oval 4258">
                <a:extLst>
                  <a:ext uri="{FF2B5EF4-FFF2-40B4-BE49-F238E27FC236}">
                    <a16:creationId xmlns:a16="http://schemas.microsoft.com/office/drawing/2014/main" id="{212C01FB-682F-63E8-C6B3-54A9D80049C5}"/>
                  </a:ext>
                </a:extLst>
              </p:cNvPr>
              <p:cNvSpPr/>
              <p:nvPr/>
            </p:nvSpPr>
            <p:spPr>
              <a:xfrm>
                <a:off x="3566084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0" name="Oval 4259">
                <a:extLst>
                  <a:ext uri="{FF2B5EF4-FFF2-40B4-BE49-F238E27FC236}">
                    <a16:creationId xmlns:a16="http://schemas.microsoft.com/office/drawing/2014/main" id="{82BAFA97-18B0-917E-B80C-44B0C4971482}"/>
                  </a:ext>
                </a:extLst>
              </p:cNvPr>
              <p:cNvSpPr/>
              <p:nvPr/>
            </p:nvSpPr>
            <p:spPr>
              <a:xfrm>
                <a:off x="2826934" y="61540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1" name="Oval 4260">
                <a:extLst>
                  <a:ext uri="{FF2B5EF4-FFF2-40B4-BE49-F238E27FC236}">
                    <a16:creationId xmlns:a16="http://schemas.microsoft.com/office/drawing/2014/main" id="{03134735-2E6C-D8F0-1FAF-6E7974E54AFA}"/>
                  </a:ext>
                </a:extLst>
              </p:cNvPr>
              <p:cNvSpPr/>
              <p:nvPr/>
            </p:nvSpPr>
            <p:spPr>
              <a:xfrm>
                <a:off x="3084437" y="596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2" name="Oval 4261">
                <a:extLst>
                  <a:ext uri="{FF2B5EF4-FFF2-40B4-BE49-F238E27FC236}">
                    <a16:creationId xmlns:a16="http://schemas.microsoft.com/office/drawing/2014/main" id="{5992995F-429B-A786-8C8D-69A1715928BA}"/>
                  </a:ext>
                </a:extLst>
              </p:cNvPr>
              <p:cNvSpPr/>
              <p:nvPr/>
            </p:nvSpPr>
            <p:spPr>
              <a:xfrm>
                <a:off x="3143893" y="61140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3" name="Oval 4262">
                <a:extLst>
                  <a:ext uri="{FF2B5EF4-FFF2-40B4-BE49-F238E27FC236}">
                    <a16:creationId xmlns:a16="http://schemas.microsoft.com/office/drawing/2014/main" id="{6BE4B135-66D8-A370-E33F-121C1B7B2DC7}"/>
                  </a:ext>
                </a:extLst>
              </p:cNvPr>
              <p:cNvSpPr/>
              <p:nvPr/>
            </p:nvSpPr>
            <p:spPr>
              <a:xfrm>
                <a:off x="2943228" y="6276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4" name="Oval 4263">
                <a:extLst>
                  <a:ext uri="{FF2B5EF4-FFF2-40B4-BE49-F238E27FC236}">
                    <a16:creationId xmlns:a16="http://schemas.microsoft.com/office/drawing/2014/main" id="{96BBC5D5-5F91-99BA-A620-5B22A16D3CBB}"/>
                  </a:ext>
                </a:extLst>
              </p:cNvPr>
              <p:cNvSpPr/>
              <p:nvPr/>
            </p:nvSpPr>
            <p:spPr>
              <a:xfrm>
                <a:off x="2847963" y="616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5" name="Oval 4264">
                <a:extLst>
                  <a:ext uri="{FF2B5EF4-FFF2-40B4-BE49-F238E27FC236}">
                    <a16:creationId xmlns:a16="http://schemas.microsoft.com/office/drawing/2014/main" id="{5DDAD277-50D1-75F0-6072-C1E72CBC7F9E}"/>
                  </a:ext>
                </a:extLst>
              </p:cNvPr>
              <p:cNvSpPr/>
              <p:nvPr/>
            </p:nvSpPr>
            <p:spPr>
              <a:xfrm>
                <a:off x="2873468" y="6058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6" name="Oval 4265">
                <a:extLst>
                  <a:ext uri="{FF2B5EF4-FFF2-40B4-BE49-F238E27FC236}">
                    <a16:creationId xmlns:a16="http://schemas.microsoft.com/office/drawing/2014/main" id="{E7707751-3E76-E1F5-CAD0-927845790FF2}"/>
                  </a:ext>
                </a:extLst>
              </p:cNvPr>
              <p:cNvSpPr/>
              <p:nvPr/>
            </p:nvSpPr>
            <p:spPr>
              <a:xfrm>
                <a:off x="2720774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7" name="Oval 4266">
                <a:extLst>
                  <a:ext uri="{FF2B5EF4-FFF2-40B4-BE49-F238E27FC236}">
                    <a16:creationId xmlns:a16="http://schemas.microsoft.com/office/drawing/2014/main" id="{AFB9CAB6-8362-6772-6B5F-6CF32DA33828}"/>
                  </a:ext>
                </a:extLst>
              </p:cNvPr>
              <p:cNvSpPr/>
              <p:nvPr/>
            </p:nvSpPr>
            <p:spPr>
              <a:xfrm>
                <a:off x="2792645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8" name="Oval 4267">
                <a:extLst>
                  <a:ext uri="{FF2B5EF4-FFF2-40B4-BE49-F238E27FC236}">
                    <a16:creationId xmlns:a16="http://schemas.microsoft.com/office/drawing/2014/main" id="{8E779357-86EC-679C-A6A1-7C0BAB981594}"/>
                  </a:ext>
                </a:extLst>
              </p:cNvPr>
              <p:cNvSpPr/>
              <p:nvPr/>
            </p:nvSpPr>
            <p:spPr>
              <a:xfrm>
                <a:off x="3077512" y="6249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69" name="Oval 4268">
                <a:extLst>
                  <a:ext uri="{FF2B5EF4-FFF2-40B4-BE49-F238E27FC236}">
                    <a16:creationId xmlns:a16="http://schemas.microsoft.com/office/drawing/2014/main" id="{B24A3E96-AAC3-0D13-1D35-8F3FA2617B18}"/>
                  </a:ext>
                </a:extLst>
              </p:cNvPr>
              <p:cNvSpPr/>
              <p:nvPr/>
            </p:nvSpPr>
            <p:spPr>
              <a:xfrm>
                <a:off x="3604342" y="5478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0" name="Oval 4269">
                <a:extLst>
                  <a:ext uri="{FF2B5EF4-FFF2-40B4-BE49-F238E27FC236}">
                    <a16:creationId xmlns:a16="http://schemas.microsoft.com/office/drawing/2014/main" id="{388A1F99-E01F-3C56-E620-A13118A7F38F}"/>
                  </a:ext>
                </a:extLst>
              </p:cNvPr>
              <p:cNvSpPr/>
              <p:nvPr/>
            </p:nvSpPr>
            <p:spPr>
              <a:xfrm>
                <a:off x="2899396" y="6343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1" name="Oval 4270">
                <a:extLst>
                  <a:ext uri="{FF2B5EF4-FFF2-40B4-BE49-F238E27FC236}">
                    <a16:creationId xmlns:a16="http://schemas.microsoft.com/office/drawing/2014/main" id="{B2662BA6-F578-6051-8211-6D06B7D0D25F}"/>
                  </a:ext>
                </a:extLst>
              </p:cNvPr>
              <p:cNvSpPr/>
              <p:nvPr/>
            </p:nvSpPr>
            <p:spPr>
              <a:xfrm>
                <a:off x="3016704" y="6129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2" name="Oval 4271">
                <a:extLst>
                  <a:ext uri="{FF2B5EF4-FFF2-40B4-BE49-F238E27FC236}">
                    <a16:creationId xmlns:a16="http://schemas.microsoft.com/office/drawing/2014/main" id="{5DD47891-9662-F029-9EE7-827FB0E604C0}"/>
                  </a:ext>
                </a:extLst>
              </p:cNvPr>
              <p:cNvSpPr/>
              <p:nvPr/>
            </p:nvSpPr>
            <p:spPr>
              <a:xfrm>
                <a:off x="2945171" y="6080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3" name="Oval 4272">
                <a:extLst>
                  <a:ext uri="{FF2B5EF4-FFF2-40B4-BE49-F238E27FC236}">
                    <a16:creationId xmlns:a16="http://schemas.microsoft.com/office/drawing/2014/main" id="{DC9CC967-31C6-7BBC-F347-9CD8C226A9F5}"/>
                  </a:ext>
                </a:extLst>
              </p:cNvPr>
              <p:cNvSpPr/>
              <p:nvPr/>
            </p:nvSpPr>
            <p:spPr>
              <a:xfrm>
                <a:off x="3597754" y="5534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4" name="Oval 4273">
                <a:extLst>
                  <a:ext uri="{FF2B5EF4-FFF2-40B4-BE49-F238E27FC236}">
                    <a16:creationId xmlns:a16="http://schemas.microsoft.com/office/drawing/2014/main" id="{963E8F5D-AC5D-930E-DD18-AE30266396F3}"/>
                  </a:ext>
                </a:extLst>
              </p:cNvPr>
              <p:cNvSpPr/>
              <p:nvPr/>
            </p:nvSpPr>
            <p:spPr>
              <a:xfrm>
                <a:off x="2950829" y="6174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5" name="Oval 4274">
                <a:extLst>
                  <a:ext uri="{FF2B5EF4-FFF2-40B4-BE49-F238E27FC236}">
                    <a16:creationId xmlns:a16="http://schemas.microsoft.com/office/drawing/2014/main" id="{EFE2054E-FE0B-9476-1129-4C413CEFD136}"/>
                  </a:ext>
                </a:extLst>
              </p:cNvPr>
              <p:cNvSpPr/>
              <p:nvPr/>
            </p:nvSpPr>
            <p:spPr>
              <a:xfrm>
                <a:off x="2850328" y="6107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6" name="Oval 4275">
                <a:extLst>
                  <a:ext uri="{FF2B5EF4-FFF2-40B4-BE49-F238E27FC236}">
                    <a16:creationId xmlns:a16="http://schemas.microsoft.com/office/drawing/2014/main" id="{7B9DF458-5E5C-7B2D-3342-6B620CDD286F}"/>
                  </a:ext>
                </a:extLst>
              </p:cNvPr>
              <p:cNvSpPr/>
              <p:nvPr/>
            </p:nvSpPr>
            <p:spPr>
              <a:xfrm>
                <a:off x="2683529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7" name="Oval 4276">
                <a:extLst>
                  <a:ext uri="{FF2B5EF4-FFF2-40B4-BE49-F238E27FC236}">
                    <a16:creationId xmlns:a16="http://schemas.microsoft.com/office/drawing/2014/main" id="{A9954072-90D7-E0EC-2256-6763DBCE9920}"/>
                  </a:ext>
                </a:extLst>
              </p:cNvPr>
              <p:cNvSpPr/>
              <p:nvPr/>
            </p:nvSpPr>
            <p:spPr>
              <a:xfrm>
                <a:off x="3127171" y="62082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8" name="Oval 4277">
                <a:extLst>
                  <a:ext uri="{FF2B5EF4-FFF2-40B4-BE49-F238E27FC236}">
                    <a16:creationId xmlns:a16="http://schemas.microsoft.com/office/drawing/2014/main" id="{663A1566-3C77-C039-7A22-8CF3121E2FED}"/>
                  </a:ext>
                </a:extLst>
              </p:cNvPr>
              <p:cNvSpPr/>
              <p:nvPr/>
            </p:nvSpPr>
            <p:spPr>
              <a:xfrm>
                <a:off x="3062394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9" name="Oval 4278">
                <a:extLst>
                  <a:ext uri="{FF2B5EF4-FFF2-40B4-BE49-F238E27FC236}">
                    <a16:creationId xmlns:a16="http://schemas.microsoft.com/office/drawing/2014/main" id="{B1B67B04-6E50-49DC-5F40-CD07098A20FE}"/>
                  </a:ext>
                </a:extLst>
              </p:cNvPr>
              <p:cNvSpPr/>
              <p:nvPr/>
            </p:nvSpPr>
            <p:spPr>
              <a:xfrm>
                <a:off x="3563719" y="5476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0" name="Oval 4279">
                <a:extLst>
                  <a:ext uri="{FF2B5EF4-FFF2-40B4-BE49-F238E27FC236}">
                    <a16:creationId xmlns:a16="http://schemas.microsoft.com/office/drawing/2014/main" id="{FADE4D1C-C1C1-0B77-ACBB-0E6621FF4A6D}"/>
                  </a:ext>
                </a:extLst>
              </p:cNvPr>
              <p:cNvSpPr/>
              <p:nvPr/>
            </p:nvSpPr>
            <p:spPr>
              <a:xfrm>
                <a:off x="3336620" y="63737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1" name="Oval 4280">
                <a:extLst>
                  <a:ext uri="{FF2B5EF4-FFF2-40B4-BE49-F238E27FC236}">
                    <a16:creationId xmlns:a16="http://schemas.microsoft.com/office/drawing/2014/main" id="{95002625-0C8C-6D24-D3DF-FC874A975FF4}"/>
                  </a:ext>
                </a:extLst>
              </p:cNvPr>
              <p:cNvSpPr/>
              <p:nvPr/>
            </p:nvSpPr>
            <p:spPr>
              <a:xfrm>
                <a:off x="3008512" y="63559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2" name="Oval 4281">
                <a:extLst>
                  <a:ext uri="{FF2B5EF4-FFF2-40B4-BE49-F238E27FC236}">
                    <a16:creationId xmlns:a16="http://schemas.microsoft.com/office/drawing/2014/main" id="{73738BD9-83D4-C250-F630-C0B3173D5C3D}"/>
                  </a:ext>
                </a:extLst>
              </p:cNvPr>
              <p:cNvSpPr/>
              <p:nvPr/>
            </p:nvSpPr>
            <p:spPr>
              <a:xfrm>
                <a:off x="2961217" y="614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3" name="Oval 4282">
                <a:extLst>
                  <a:ext uri="{FF2B5EF4-FFF2-40B4-BE49-F238E27FC236}">
                    <a16:creationId xmlns:a16="http://schemas.microsoft.com/office/drawing/2014/main" id="{A677AE39-3423-197A-B423-C89FA2AC1C9F}"/>
                  </a:ext>
                </a:extLst>
              </p:cNvPr>
              <p:cNvSpPr/>
              <p:nvPr/>
            </p:nvSpPr>
            <p:spPr>
              <a:xfrm>
                <a:off x="2952180" y="61112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4" name="Oval 4283">
                <a:extLst>
                  <a:ext uri="{FF2B5EF4-FFF2-40B4-BE49-F238E27FC236}">
                    <a16:creationId xmlns:a16="http://schemas.microsoft.com/office/drawing/2014/main" id="{AE60EF9C-77A6-378E-C69B-5DB1DE3FBEB4}"/>
                  </a:ext>
                </a:extLst>
              </p:cNvPr>
              <p:cNvSpPr/>
              <p:nvPr/>
            </p:nvSpPr>
            <p:spPr>
              <a:xfrm>
                <a:off x="3172946" y="62354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5" name="Oval 4284">
                <a:extLst>
                  <a:ext uri="{FF2B5EF4-FFF2-40B4-BE49-F238E27FC236}">
                    <a16:creationId xmlns:a16="http://schemas.microsoft.com/office/drawing/2014/main" id="{A7EB02F9-C3B1-4FD1-8C33-EBED780A2A4C}"/>
                  </a:ext>
                </a:extLst>
              </p:cNvPr>
              <p:cNvSpPr/>
              <p:nvPr/>
            </p:nvSpPr>
            <p:spPr>
              <a:xfrm>
                <a:off x="3117797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6" name="Oval 4285">
                <a:extLst>
                  <a:ext uri="{FF2B5EF4-FFF2-40B4-BE49-F238E27FC236}">
                    <a16:creationId xmlns:a16="http://schemas.microsoft.com/office/drawing/2014/main" id="{2E60E58A-3DE1-C5F6-D692-9DD833F5615D}"/>
                  </a:ext>
                </a:extLst>
              </p:cNvPr>
              <p:cNvSpPr/>
              <p:nvPr/>
            </p:nvSpPr>
            <p:spPr>
              <a:xfrm>
                <a:off x="2816461" y="61841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7" name="Oval 4286">
                <a:extLst>
                  <a:ext uri="{FF2B5EF4-FFF2-40B4-BE49-F238E27FC236}">
                    <a16:creationId xmlns:a16="http://schemas.microsoft.com/office/drawing/2014/main" id="{36D8BA5E-4678-6668-5B6A-7519AFCA5CAE}"/>
                  </a:ext>
                </a:extLst>
              </p:cNvPr>
              <p:cNvSpPr/>
              <p:nvPr/>
            </p:nvSpPr>
            <p:spPr>
              <a:xfrm>
                <a:off x="3103524" y="628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8" name="Oval 4287">
                <a:extLst>
                  <a:ext uri="{FF2B5EF4-FFF2-40B4-BE49-F238E27FC236}">
                    <a16:creationId xmlns:a16="http://schemas.microsoft.com/office/drawing/2014/main" id="{3985A664-D4F5-291F-3F36-7C85F9AA7F02}"/>
                  </a:ext>
                </a:extLst>
              </p:cNvPr>
              <p:cNvSpPr/>
              <p:nvPr/>
            </p:nvSpPr>
            <p:spPr>
              <a:xfrm>
                <a:off x="3105551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89" name="Oval 4288">
                <a:extLst>
                  <a:ext uri="{FF2B5EF4-FFF2-40B4-BE49-F238E27FC236}">
                    <a16:creationId xmlns:a16="http://schemas.microsoft.com/office/drawing/2014/main" id="{6FBFB2E0-0A35-6664-1475-890C035A7106}"/>
                  </a:ext>
                </a:extLst>
              </p:cNvPr>
              <p:cNvSpPr/>
              <p:nvPr/>
            </p:nvSpPr>
            <p:spPr>
              <a:xfrm>
                <a:off x="3624527" y="5523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0" name="Oval 4289">
                <a:extLst>
                  <a:ext uri="{FF2B5EF4-FFF2-40B4-BE49-F238E27FC236}">
                    <a16:creationId xmlns:a16="http://schemas.microsoft.com/office/drawing/2014/main" id="{C71EE45D-4B62-9D3F-39EB-C77499737D93}"/>
                  </a:ext>
                </a:extLst>
              </p:cNvPr>
              <p:cNvSpPr/>
              <p:nvPr/>
            </p:nvSpPr>
            <p:spPr>
              <a:xfrm>
                <a:off x="3142373" y="6229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1" name="Oval 4290">
                <a:extLst>
                  <a:ext uri="{FF2B5EF4-FFF2-40B4-BE49-F238E27FC236}">
                    <a16:creationId xmlns:a16="http://schemas.microsoft.com/office/drawing/2014/main" id="{3B3E36DA-37FE-442B-78A7-F0E1D819EEE0}"/>
                  </a:ext>
                </a:extLst>
              </p:cNvPr>
              <p:cNvSpPr/>
              <p:nvPr/>
            </p:nvSpPr>
            <p:spPr>
              <a:xfrm>
                <a:off x="3629087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2" name="Oval 4291">
                <a:extLst>
                  <a:ext uri="{FF2B5EF4-FFF2-40B4-BE49-F238E27FC236}">
                    <a16:creationId xmlns:a16="http://schemas.microsoft.com/office/drawing/2014/main" id="{87BAD3E4-78AB-2FBA-10A7-E47B42A07DCD}"/>
                  </a:ext>
                </a:extLst>
              </p:cNvPr>
              <p:cNvSpPr/>
              <p:nvPr/>
            </p:nvSpPr>
            <p:spPr>
              <a:xfrm>
                <a:off x="3625118" y="554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3" name="Oval 4292">
                <a:extLst>
                  <a:ext uri="{FF2B5EF4-FFF2-40B4-BE49-F238E27FC236}">
                    <a16:creationId xmlns:a16="http://schemas.microsoft.com/office/drawing/2014/main" id="{AC9567D9-28FF-59D8-DD04-C9486D04B830}"/>
                  </a:ext>
                </a:extLst>
              </p:cNvPr>
              <p:cNvSpPr/>
              <p:nvPr/>
            </p:nvSpPr>
            <p:spPr>
              <a:xfrm>
                <a:off x="3035284" y="63472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4" name="Oval 4293">
                <a:extLst>
                  <a:ext uri="{FF2B5EF4-FFF2-40B4-BE49-F238E27FC236}">
                    <a16:creationId xmlns:a16="http://schemas.microsoft.com/office/drawing/2014/main" id="{17D1E112-71DE-62F2-11DD-A9B03AC6C7CB}"/>
                  </a:ext>
                </a:extLst>
              </p:cNvPr>
              <p:cNvSpPr/>
              <p:nvPr/>
            </p:nvSpPr>
            <p:spPr>
              <a:xfrm>
                <a:off x="2837237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5" name="Oval 4294">
                <a:extLst>
                  <a:ext uri="{FF2B5EF4-FFF2-40B4-BE49-F238E27FC236}">
                    <a16:creationId xmlns:a16="http://schemas.microsoft.com/office/drawing/2014/main" id="{DC00167C-2F18-A53D-9061-F0372F19DA32}"/>
                  </a:ext>
                </a:extLst>
              </p:cNvPr>
              <p:cNvSpPr/>
              <p:nvPr/>
            </p:nvSpPr>
            <p:spPr>
              <a:xfrm>
                <a:off x="2710048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6" name="Oval 4295">
                <a:extLst>
                  <a:ext uri="{FF2B5EF4-FFF2-40B4-BE49-F238E27FC236}">
                    <a16:creationId xmlns:a16="http://schemas.microsoft.com/office/drawing/2014/main" id="{5B38EEFD-F5A9-65C6-1623-5949610CC54E}"/>
                  </a:ext>
                </a:extLst>
              </p:cNvPr>
              <p:cNvSpPr/>
              <p:nvPr/>
            </p:nvSpPr>
            <p:spPr>
              <a:xfrm>
                <a:off x="2836139" y="61768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7" name="Oval 4296">
                <a:extLst>
                  <a:ext uri="{FF2B5EF4-FFF2-40B4-BE49-F238E27FC236}">
                    <a16:creationId xmlns:a16="http://schemas.microsoft.com/office/drawing/2014/main" id="{F40689F9-6487-C924-4445-9E34C9D106FF}"/>
                  </a:ext>
                </a:extLst>
              </p:cNvPr>
              <p:cNvSpPr/>
              <p:nvPr/>
            </p:nvSpPr>
            <p:spPr>
              <a:xfrm>
                <a:off x="2973379" y="61745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8" name="Oval 4297">
                <a:extLst>
                  <a:ext uri="{FF2B5EF4-FFF2-40B4-BE49-F238E27FC236}">
                    <a16:creationId xmlns:a16="http://schemas.microsoft.com/office/drawing/2014/main" id="{B63F0E1A-F0BF-583A-1F7D-0FAE3BBCD967}"/>
                  </a:ext>
                </a:extLst>
              </p:cNvPr>
              <p:cNvSpPr/>
              <p:nvPr/>
            </p:nvSpPr>
            <p:spPr>
              <a:xfrm>
                <a:off x="2998039" y="6333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99" name="Oval 4298">
                <a:extLst>
                  <a:ext uri="{FF2B5EF4-FFF2-40B4-BE49-F238E27FC236}">
                    <a16:creationId xmlns:a16="http://schemas.microsoft.com/office/drawing/2014/main" id="{53E61DDF-70B9-245B-8418-A4D23D3FF6C1}"/>
                  </a:ext>
                </a:extLst>
              </p:cNvPr>
              <p:cNvSpPr/>
              <p:nvPr/>
            </p:nvSpPr>
            <p:spPr>
              <a:xfrm>
                <a:off x="2822120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0" name="Oval 4299">
                <a:extLst>
                  <a:ext uri="{FF2B5EF4-FFF2-40B4-BE49-F238E27FC236}">
                    <a16:creationId xmlns:a16="http://schemas.microsoft.com/office/drawing/2014/main" id="{E559175C-9071-5F54-4070-BBC8D677840E}"/>
                  </a:ext>
                </a:extLst>
              </p:cNvPr>
              <p:cNvSpPr/>
              <p:nvPr/>
            </p:nvSpPr>
            <p:spPr>
              <a:xfrm>
                <a:off x="2896778" y="6064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1" name="Oval 4300">
                <a:extLst>
                  <a:ext uri="{FF2B5EF4-FFF2-40B4-BE49-F238E27FC236}">
                    <a16:creationId xmlns:a16="http://schemas.microsoft.com/office/drawing/2014/main" id="{EB9D0658-C18C-0AB6-937C-A3012B38B522}"/>
                  </a:ext>
                </a:extLst>
              </p:cNvPr>
              <p:cNvSpPr/>
              <p:nvPr/>
            </p:nvSpPr>
            <p:spPr>
              <a:xfrm>
                <a:off x="3017717" y="63392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2" name="Oval 4301">
                <a:extLst>
                  <a:ext uri="{FF2B5EF4-FFF2-40B4-BE49-F238E27FC236}">
                    <a16:creationId xmlns:a16="http://schemas.microsoft.com/office/drawing/2014/main" id="{CC967EC0-4310-4ABB-DC54-A08FFD69394E}"/>
                  </a:ext>
                </a:extLst>
              </p:cNvPr>
              <p:cNvSpPr/>
              <p:nvPr/>
            </p:nvSpPr>
            <p:spPr>
              <a:xfrm>
                <a:off x="3019913" y="631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3" name="Oval 4302">
                <a:extLst>
                  <a:ext uri="{FF2B5EF4-FFF2-40B4-BE49-F238E27FC236}">
                    <a16:creationId xmlns:a16="http://schemas.microsoft.com/office/drawing/2014/main" id="{6B1ADA63-0C44-A44A-A8BE-789CD479BFF0}"/>
                  </a:ext>
                </a:extLst>
              </p:cNvPr>
              <p:cNvSpPr/>
              <p:nvPr/>
            </p:nvSpPr>
            <p:spPr>
              <a:xfrm>
                <a:off x="3119317" y="632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4" name="Oval 4303">
                <a:extLst>
                  <a:ext uri="{FF2B5EF4-FFF2-40B4-BE49-F238E27FC236}">
                    <a16:creationId xmlns:a16="http://schemas.microsoft.com/office/drawing/2014/main" id="{D8EC78B0-3A2F-D634-B407-53BC484C125D}"/>
                  </a:ext>
                </a:extLst>
              </p:cNvPr>
              <p:cNvSpPr/>
              <p:nvPr/>
            </p:nvSpPr>
            <p:spPr>
              <a:xfrm>
                <a:off x="3128269" y="62494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5" name="Oval 4304">
                <a:extLst>
                  <a:ext uri="{FF2B5EF4-FFF2-40B4-BE49-F238E27FC236}">
                    <a16:creationId xmlns:a16="http://schemas.microsoft.com/office/drawing/2014/main" id="{65D663FE-D586-9E6F-9B8B-2144228966A3}"/>
                  </a:ext>
                </a:extLst>
              </p:cNvPr>
              <p:cNvSpPr/>
              <p:nvPr/>
            </p:nvSpPr>
            <p:spPr>
              <a:xfrm>
                <a:off x="3228433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6" name="Oval 4305">
                <a:extLst>
                  <a:ext uri="{FF2B5EF4-FFF2-40B4-BE49-F238E27FC236}">
                    <a16:creationId xmlns:a16="http://schemas.microsoft.com/office/drawing/2014/main" id="{729BECA2-8857-D891-4083-3ACFB28AF4CE}"/>
                  </a:ext>
                </a:extLst>
              </p:cNvPr>
              <p:cNvSpPr/>
              <p:nvPr/>
            </p:nvSpPr>
            <p:spPr>
              <a:xfrm>
                <a:off x="3003360" y="6330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7" name="Oval 4306">
                <a:extLst>
                  <a:ext uri="{FF2B5EF4-FFF2-40B4-BE49-F238E27FC236}">
                    <a16:creationId xmlns:a16="http://schemas.microsoft.com/office/drawing/2014/main" id="{21EF27F9-BB83-E107-9F82-680BB2091471}"/>
                  </a:ext>
                </a:extLst>
              </p:cNvPr>
              <p:cNvSpPr/>
              <p:nvPr/>
            </p:nvSpPr>
            <p:spPr>
              <a:xfrm>
                <a:off x="3634746" y="55033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8" name="Oval 4307">
                <a:extLst>
                  <a:ext uri="{FF2B5EF4-FFF2-40B4-BE49-F238E27FC236}">
                    <a16:creationId xmlns:a16="http://schemas.microsoft.com/office/drawing/2014/main" id="{18F02452-5ECA-1060-6A6F-EDBC7AE1DD65}"/>
                  </a:ext>
                </a:extLst>
              </p:cNvPr>
              <p:cNvSpPr/>
              <p:nvPr/>
            </p:nvSpPr>
            <p:spPr>
              <a:xfrm>
                <a:off x="3137897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09" name="Oval 4308">
                <a:extLst>
                  <a:ext uri="{FF2B5EF4-FFF2-40B4-BE49-F238E27FC236}">
                    <a16:creationId xmlns:a16="http://schemas.microsoft.com/office/drawing/2014/main" id="{A02C8C7C-A7D0-F19E-7826-C5EA8FDC59FA}"/>
                  </a:ext>
                </a:extLst>
              </p:cNvPr>
              <p:cNvSpPr/>
              <p:nvPr/>
            </p:nvSpPr>
            <p:spPr>
              <a:xfrm>
                <a:off x="3532048" y="5596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0" name="Oval 4309">
                <a:extLst>
                  <a:ext uri="{FF2B5EF4-FFF2-40B4-BE49-F238E27FC236}">
                    <a16:creationId xmlns:a16="http://schemas.microsoft.com/office/drawing/2014/main" id="{F3693F19-DF94-AAC6-513A-4DF3F6B6B1BC}"/>
                  </a:ext>
                </a:extLst>
              </p:cNvPr>
              <p:cNvSpPr/>
              <p:nvPr/>
            </p:nvSpPr>
            <p:spPr>
              <a:xfrm>
                <a:off x="3119232" y="60653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1" name="Oval 4310">
                <a:extLst>
                  <a:ext uri="{FF2B5EF4-FFF2-40B4-BE49-F238E27FC236}">
                    <a16:creationId xmlns:a16="http://schemas.microsoft.com/office/drawing/2014/main" id="{134D06E7-056B-17F5-9725-D57A2EFD54CD}"/>
                  </a:ext>
                </a:extLst>
              </p:cNvPr>
              <p:cNvSpPr/>
              <p:nvPr/>
            </p:nvSpPr>
            <p:spPr>
              <a:xfrm>
                <a:off x="2849736" y="60968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2" name="Oval 4311">
                <a:extLst>
                  <a:ext uri="{FF2B5EF4-FFF2-40B4-BE49-F238E27FC236}">
                    <a16:creationId xmlns:a16="http://schemas.microsoft.com/office/drawing/2014/main" id="{A5F1B53A-0941-6EF4-1556-0B302FAFCCAD}"/>
                  </a:ext>
                </a:extLst>
              </p:cNvPr>
              <p:cNvSpPr/>
              <p:nvPr/>
            </p:nvSpPr>
            <p:spPr>
              <a:xfrm>
                <a:off x="3051077" y="60858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3" name="Oval 4312">
                <a:extLst>
                  <a:ext uri="{FF2B5EF4-FFF2-40B4-BE49-F238E27FC236}">
                    <a16:creationId xmlns:a16="http://schemas.microsoft.com/office/drawing/2014/main" id="{88A28A23-FA1E-8E5A-07CE-670FDEC1BD1C}"/>
                  </a:ext>
                </a:extLst>
              </p:cNvPr>
              <p:cNvSpPr/>
              <p:nvPr/>
            </p:nvSpPr>
            <p:spPr>
              <a:xfrm>
                <a:off x="2844416" y="61693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4" name="Oval 4313">
                <a:extLst>
                  <a:ext uri="{FF2B5EF4-FFF2-40B4-BE49-F238E27FC236}">
                    <a16:creationId xmlns:a16="http://schemas.microsoft.com/office/drawing/2014/main" id="{2F7A4E7A-4FDC-0C6A-C0EB-C4D0A8D85D1D}"/>
                  </a:ext>
                </a:extLst>
              </p:cNvPr>
              <p:cNvSpPr/>
              <p:nvPr/>
            </p:nvSpPr>
            <p:spPr>
              <a:xfrm>
                <a:off x="2814350" y="61896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5" name="Oval 4314">
                <a:extLst>
                  <a:ext uri="{FF2B5EF4-FFF2-40B4-BE49-F238E27FC236}">
                    <a16:creationId xmlns:a16="http://schemas.microsoft.com/office/drawing/2014/main" id="{49629B83-3EFB-7000-23DB-AED0880FBA57}"/>
                  </a:ext>
                </a:extLst>
              </p:cNvPr>
              <p:cNvSpPr/>
              <p:nvPr/>
            </p:nvSpPr>
            <p:spPr>
              <a:xfrm>
                <a:off x="2926591" y="627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6" name="Oval 4315">
                <a:extLst>
                  <a:ext uri="{FF2B5EF4-FFF2-40B4-BE49-F238E27FC236}">
                    <a16:creationId xmlns:a16="http://schemas.microsoft.com/office/drawing/2014/main" id="{F0FC7F76-8C23-7CB9-041D-9C5FF832D35E}"/>
                  </a:ext>
                </a:extLst>
              </p:cNvPr>
              <p:cNvSpPr/>
              <p:nvPr/>
            </p:nvSpPr>
            <p:spPr>
              <a:xfrm>
                <a:off x="3083001" y="6162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7" name="Oval 4316">
                <a:extLst>
                  <a:ext uri="{FF2B5EF4-FFF2-40B4-BE49-F238E27FC236}">
                    <a16:creationId xmlns:a16="http://schemas.microsoft.com/office/drawing/2014/main" id="{B0263488-7918-2F43-E138-A7C246EBA23B}"/>
                  </a:ext>
                </a:extLst>
              </p:cNvPr>
              <p:cNvSpPr/>
              <p:nvPr/>
            </p:nvSpPr>
            <p:spPr>
              <a:xfrm>
                <a:off x="2676857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8" name="Oval 4317">
                <a:extLst>
                  <a:ext uri="{FF2B5EF4-FFF2-40B4-BE49-F238E27FC236}">
                    <a16:creationId xmlns:a16="http://schemas.microsoft.com/office/drawing/2014/main" id="{4956EEFB-F1CA-C92E-3D9C-E75CA23DCCD9}"/>
                  </a:ext>
                </a:extLst>
              </p:cNvPr>
              <p:cNvSpPr/>
              <p:nvPr/>
            </p:nvSpPr>
            <p:spPr>
              <a:xfrm>
                <a:off x="3060452" y="633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19" name="Oval 4318">
                <a:extLst>
                  <a:ext uri="{FF2B5EF4-FFF2-40B4-BE49-F238E27FC236}">
                    <a16:creationId xmlns:a16="http://schemas.microsoft.com/office/drawing/2014/main" id="{532FC26C-800B-46E0-43B9-BA76240B0F1D}"/>
                  </a:ext>
                </a:extLst>
              </p:cNvPr>
              <p:cNvSpPr/>
              <p:nvPr/>
            </p:nvSpPr>
            <p:spPr>
              <a:xfrm>
                <a:off x="2946015" y="6370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0" name="Oval 4319">
                <a:extLst>
                  <a:ext uri="{FF2B5EF4-FFF2-40B4-BE49-F238E27FC236}">
                    <a16:creationId xmlns:a16="http://schemas.microsoft.com/office/drawing/2014/main" id="{843DF7B0-F0EC-83EF-DF7D-89BC5B473150}"/>
                  </a:ext>
                </a:extLst>
              </p:cNvPr>
              <p:cNvSpPr/>
              <p:nvPr/>
            </p:nvSpPr>
            <p:spPr>
              <a:xfrm>
                <a:off x="2681249" y="59902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1" name="Oval 4320">
                <a:extLst>
                  <a:ext uri="{FF2B5EF4-FFF2-40B4-BE49-F238E27FC236}">
                    <a16:creationId xmlns:a16="http://schemas.microsoft.com/office/drawing/2014/main" id="{9FE7DDE4-2E4A-4F27-848B-C09B22AFD91C}"/>
                  </a:ext>
                </a:extLst>
              </p:cNvPr>
              <p:cNvSpPr/>
              <p:nvPr/>
            </p:nvSpPr>
            <p:spPr>
              <a:xfrm>
                <a:off x="2978784" y="6340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2" name="Oval 4321">
                <a:extLst>
                  <a:ext uri="{FF2B5EF4-FFF2-40B4-BE49-F238E27FC236}">
                    <a16:creationId xmlns:a16="http://schemas.microsoft.com/office/drawing/2014/main" id="{D24F42EA-7A7B-7692-B1B5-A28156900B27}"/>
                  </a:ext>
                </a:extLst>
              </p:cNvPr>
              <p:cNvSpPr/>
              <p:nvPr/>
            </p:nvSpPr>
            <p:spPr>
              <a:xfrm>
                <a:off x="2808860" y="61690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3" name="Oval 4322">
                <a:extLst>
                  <a:ext uri="{FF2B5EF4-FFF2-40B4-BE49-F238E27FC236}">
                    <a16:creationId xmlns:a16="http://schemas.microsoft.com/office/drawing/2014/main" id="{13103DB9-ED67-CD5E-B9E1-5B79DE43DC83}"/>
                  </a:ext>
                </a:extLst>
              </p:cNvPr>
              <p:cNvSpPr/>
              <p:nvPr/>
            </p:nvSpPr>
            <p:spPr>
              <a:xfrm>
                <a:off x="3094065" y="6327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4" name="Oval 4323">
                <a:extLst>
                  <a:ext uri="{FF2B5EF4-FFF2-40B4-BE49-F238E27FC236}">
                    <a16:creationId xmlns:a16="http://schemas.microsoft.com/office/drawing/2014/main" id="{465FC7E7-5D13-C747-FBB0-8270040A0100}"/>
                  </a:ext>
                </a:extLst>
              </p:cNvPr>
              <p:cNvSpPr/>
              <p:nvPr/>
            </p:nvSpPr>
            <p:spPr>
              <a:xfrm>
                <a:off x="2670185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5" name="Oval 4324">
                <a:extLst>
                  <a:ext uri="{FF2B5EF4-FFF2-40B4-BE49-F238E27FC236}">
                    <a16:creationId xmlns:a16="http://schemas.microsoft.com/office/drawing/2014/main" id="{89540B5F-1825-7A06-9BDB-2CE87272ECD7}"/>
                  </a:ext>
                </a:extLst>
              </p:cNvPr>
              <p:cNvSpPr/>
              <p:nvPr/>
            </p:nvSpPr>
            <p:spPr>
              <a:xfrm>
                <a:off x="3071262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6" name="Oval 4325">
                <a:extLst>
                  <a:ext uri="{FF2B5EF4-FFF2-40B4-BE49-F238E27FC236}">
                    <a16:creationId xmlns:a16="http://schemas.microsoft.com/office/drawing/2014/main" id="{FE104F15-24DE-1E1B-B22A-F81A3A39F6F7}"/>
                  </a:ext>
                </a:extLst>
              </p:cNvPr>
              <p:cNvSpPr/>
              <p:nvPr/>
            </p:nvSpPr>
            <p:spPr>
              <a:xfrm>
                <a:off x="2884363" y="6148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7" name="Oval 4326">
                <a:extLst>
                  <a:ext uri="{FF2B5EF4-FFF2-40B4-BE49-F238E27FC236}">
                    <a16:creationId xmlns:a16="http://schemas.microsoft.com/office/drawing/2014/main" id="{C55ED0D4-1129-F0FC-E3FC-8B8067AAEF85}"/>
                  </a:ext>
                </a:extLst>
              </p:cNvPr>
              <p:cNvSpPr/>
              <p:nvPr/>
            </p:nvSpPr>
            <p:spPr>
              <a:xfrm>
                <a:off x="2855817" y="612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8" name="Oval 4327">
                <a:extLst>
                  <a:ext uri="{FF2B5EF4-FFF2-40B4-BE49-F238E27FC236}">
                    <a16:creationId xmlns:a16="http://schemas.microsoft.com/office/drawing/2014/main" id="{C8FBDEA3-8A7A-CF6E-1980-4B65E9DA0995}"/>
                  </a:ext>
                </a:extLst>
              </p:cNvPr>
              <p:cNvSpPr/>
              <p:nvPr/>
            </p:nvSpPr>
            <p:spPr>
              <a:xfrm>
                <a:off x="2926168" y="64024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29" name="Oval 4328">
                <a:extLst>
                  <a:ext uri="{FF2B5EF4-FFF2-40B4-BE49-F238E27FC236}">
                    <a16:creationId xmlns:a16="http://schemas.microsoft.com/office/drawing/2014/main" id="{03F24C98-5C6A-0D19-1F5F-CAEC0C827821}"/>
                  </a:ext>
                </a:extLst>
              </p:cNvPr>
              <p:cNvSpPr/>
              <p:nvPr/>
            </p:nvSpPr>
            <p:spPr>
              <a:xfrm>
                <a:off x="2933600" y="63537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0" name="Oval 4329">
                <a:extLst>
                  <a:ext uri="{FF2B5EF4-FFF2-40B4-BE49-F238E27FC236}">
                    <a16:creationId xmlns:a16="http://schemas.microsoft.com/office/drawing/2014/main" id="{2C4AEE00-81AB-A92C-9F89-21AEF41D399F}"/>
                  </a:ext>
                </a:extLst>
              </p:cNvPr>
              <p:cNvSpPr/>
              <p:nvPr/>
            </p:nvSpPr>
            <p:spPr>
              <a:xfrm>
                <a:off x="3056060" y="63002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1" name="Oval 4330">
                <a:extLst>
                  <a:ext uri="{FF2B5EF4-FFF2-40B4-BE49-F238E27FC236}">
                    <a16:creationId xmlns:a16="http://schemas.microsoft.com/office/drawing/2014/main" id="{D5B92BAD-CC1E-64F4-A8E5-296B297777A8}"/>
                  </a:ext>
                </a:extLst>
              </p:cNvPr>
              <p:cNvSpPr/>
              <p:nvPr/>
            </p:nvSpPr>
            <p:spPr>
              <a:xfrm>
                <a:off x="3560679" y="5678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2" name="Oval 4331">
                <a:extLst>
                  <a:ext uri="{FF2B5EF4-FFF2-40B4-BE49-F238E27FC236}">
                    <a16:creationId xmlns:a16="http://schemas.microsoft.com/office/drawing/2014/main" id="{DB7EBEDE-2389-2297-1D6D-56F255D9A62A}"/>
                  </a:ext>
                </a:extLst>
              </p:cNvPr>
              <p:cNvSpPr/>
              <p:nvPr/>
            </p:nvSpPr>
            <p:spPr>
              <a:xfrm>
                <a:off x="3566675" y="5598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3" name="Oval 4332">
                <a:extLst>
                  <a:ext uri="{FF2B5EF4-FFF2-40B4-BE49-F238E27FC236}">
                    <a16:creationId xmlns:a16="http://schemas.microsoft.com/office/drawing/2014/main" id="{CC2A99B7-2906-B9E9-04A7-672D6AE9C645}"/>
                  </a:ext>
                </a:extLst>
              </p:cNvPr>
              <p:cNvSpPr/>
              <p:nvPr/>
            </p:nvSpPr>
            <p:spPr>
              <a:xfrm>
                <a:off x="2922030" y="6384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4" name="Oval 4333">
                <a:extLst>
                  <a:ext uri="{FF2B5EF4-FFF2-40B4-BE49-F238E27FC236}">
                    <a16:creationId xmlns:a16="http://schemas.microsoft.com/office/drawing/2014/main" id="{D592299A-3225-497B-D678-7CC5AAE448AF}"/>
                  </a:ext>
                </a:extLst>
              </p:cNvPr>
              <p:cNvSpPr/>
              <p:nvPr/>
            </p:nvSpPr>
            <p:spPr>
              <a:xfrm>
                <a:off x="2927773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5" name="Oval 4334">
                <a:extLst>
                  <a:ext uri="{FF2B5EF4-FFF2-40B4-BE49-F238E27FC236}">
                    <a16:creationId xmlns:a16="http://schemas.microsoft.com/office/drawing/2014/main" id="{83E24E2E-7BED-8F93-EA64-42A8A683ED2D}"/>
                  </a:ext>
                </a:extLst>
              </p:cNvPr>
              <p:cNvSpPr/>
              <p:nvPr/>
            </p:nvSpPr>
            <p:spPr>
              <a:xfrm>
                <a:off x="3118050" y="630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6" name="Oval 4335">
                <a:extLst>
                  <a:ext uri="{FF2B5EF4-FFF2-40B4-BE49-F238E27FC236}">
                    <a16:creationId xmlns:a16="http://schemas.microsoft.com/office/drawing/2014/main" id="{DE4169E4-74C1-23D4-FC27-6BFF431736CE}"/>
                  </a:ext>
                </a:extLst>
              </p:cNvPr>
              <p:cNvSpPr/>
              <p:nvPr/>
            </p:nvSpPr>
            <p:spPr>
              <a:xfrm>
                <a:off x="3643445" y="559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7" name="Oval 4336">
                <a:extLst>
                  <a:ext uri="{FF2B5EF4-FFF2-40B4-BE49-F238E27FC236}">
                    <a16:creationId xmlns:a16="http://schemas.microsoft.com/office/drawing/2014/main" id="{1EBB747F-24AB-0B9C-FC6E-986567869FC8}"/>
                  </a:ext>
                </a:extLst>
              </p:cNvPr>
              <p:cNvSpPr/>
              <p:nvPr/>
            </p:nvSpPr>
            <p:spPr>
              <a:xfrm>
                <a:off x="2909108" y="63347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8" name="Oval 4337">
                <a:extLst>
                  <a:ext uri="{FF2B5EF4-FFF2-40B4-BE49-F238E27FC236}">
                    <a16:creationId xmlns:a16="http://schemas.microsoft.com/office/drawing/2014/main" id="{60048D6C-14E6-8F3A-55FD-9CA1E004537C}"/>
                  </a:ext>
                </a:extLst>
              </p:cNvPr>
              <p:cNvSpPr/>
              <p:nvPr/>
            </p:nvSpPr>
            <p:spPr>
              <a:xfrm>
                <a:off x="3606115" y="576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39" name="Oval 4338">
                <a:extLst>
                  <a:ext uri="{FF2B5EF4-FFF2-40B4-BE49-F238E27FC236}">
                    <a16:creationId xmlns:a16="http://schemas.microsoft.com/office/drawing/2014/main" id="{EE1513E7-5D76-0B84-DCAA-331F97D439E3}"/>
                  </a:ext>
                </a:extLst>
              </p:cNvPr>
              <p:cNvSpPr/>
              <p:nvPr/>
            </p:nvSpPr>
            <p:spPr>
              <a:xfrm>
                <a:off x="2917723" y="6391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0" name="Oval 4339">
                <a:extLst>
                  <a:ext uri="{FF2B5EF4-FFF2-40B4-BE49-F238E27FC236}">
                    <a16:creationId xmlns:a16="http://schemas.microsoft.com/office/drawing/2014/main" id="{514AA75D-A83C-770A-2628-ACDD543E1A59}"/>
                  </a:ext>
                </a:extLst>
              </p:cNvPr>
              <p:cNvSpPr/>
              <p:nvPr/>
            </p:nvSpPr>
            <p:spPr>
              <a:xfrm>
                <a:off x="3578076" y="5655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1" name="Oval 4340">
                <a:extLst>
                  <a:ext uri="{FF2B5EF4-FFF2-40B4-BE49-F238E27FC236}">
                    <a16:creationId xmlns:a16="http://schemas.microsoft.com/office/drawing/2014/main" id="{1D2A9E08-7609-5C0B-EBDB-9C9F5374EDE1}"/>
                  </a:ext>
                </a:extLst>
              </p:cNvPr>
              <p:cNvSpPr/>
              <p:nvPr/>
            </p:nvSpPr>
            <p:spPr>
              <a:xfrm>
                <a:off x="3037480" y="6377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2" name="Oval 4341">
                <a:extLst>
                  <a:ext uri="{FF2B5EF4-FFF2-40B4-BE49-F238E27FC236}">
                    <a16:creationId xmlns:a16="http://schemas.microsoft.com/office/drawing/2014/main" id="{CFEF4A2D-462D-5634-65CD-233BE1FEE659}"/>
                  </a:ext>
                </a:extLst>
              </p:cNvPr>
              <p:cNvSpPr/>
              <p:nvPr/>
            </p:nvSpPr>
            <p:spPr>
              <a:xfrm>
                <a:off x="3570644" y="5474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3" name="Oval 4342">
                <a:extLst>
                  <a:ext uri="{FF2B5EF4-FFF2-40B4-BE49-F238E27FC236}">
                    <a16:creationId xmlns:a16="http://schemas.microsoft.com/office/drawing/2014/main" id="{2EE15950-476F-4198-A0CC-54D504C46DF8}"/>
                  </a:ext>
                </a:extLst>
              </p:cNvPr>
              <p:cNvSpPr/>
              <p:nvPr/>
            </p:nvSpPr>
            <p:spPr>
              <a:xfrm>
                <a:off x="3022109" y="6377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4" name="Oval 4343">
                <a:extLst>
                  <a:ext uri="{FF2B5EF4-FFF2-40B4-BE49-F238E27FC236}">
                    <a16:creationId xmlns:a16="http://schemas.microsoft.com/office/drawing/2014/main" id="{4B393B4B-B2CF-CA1C-563A-9D47A22292BB}"/>
                  </a:ext>
                </a:extLst>
              </p:cNvPr>
              <p:cNvSpPr/>
              <p:nvPr/>
            </p:nvSpPr>
            <p:spPr>
              <a:xfrm>
                <a:off x="3261201" y="62068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5" name="Oval 4344">
                <a:extLst>
                  <a:ext uri="{FF2B5EF4-FFF2-40B4-BE49-F238E27FC236}">
                    <a16:creationId xmlns:a16="http://schemas.microsoft.com/office/drawing/2014/main" id="{AC5C9349-8AD3-D303-C4A4-82921EE2081F}"/>
                  </a:ext>
                </a:extLst>
              </p:cNvPr>
              <p:cNvSpPr/>
              <p:nvPr/>
            </p:nvSpPr>
            <p:spPr>
              <a:xfrm>
                <a:off x="3563972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6" name="Oval 4345">
                <a:extLst>
                  <a:ext uri="{FF2B5EF4-FFF2-40B4-BE49-F238E27FC236}">
                    <a16:creationId xmlns:a16="http://schemas.microsoft.com/office/drawing/2014/main" id="{40779163-283C-4A0B-6089-13E771C8AC49}"/>
                  </a:ext>
                </a:extLst>
              </p:cNvPr>
              <p:cNvSpPr/>
              <p:nvPr/>
            </p:nvSpPr>
            <p:spPr>
              <a:xfrm>
                <a:off x="2967973" y="62072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7" name="Oval 4346">
                <a:extLst>
                  <a:ext uri="{FF2B5EF4-FFF2-40B4-BE49-F238E27FC236}">
                    <a16:creationId xmlns:a16="http://schemas.microsoft.com/office/drawing/2014/main" id="{06DEF5AF-B457-F4F1-8560-CAB1684FC31F}"/>
                  </a:ext>
                </a:extLst>
              </p:cNvPr>
              <p:cNvSpPr/>
              <p:nvPr/>
            </p:nvSpPr>
            <p:spPr>
              <a:xfrm>
                <a:off x="2858689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8" name="Oval 4347">
                <a:extLst>
                  <a:ext uri="{FF2B5EF4-FFF2-40B4-BE49-F238E27FC236}">
                    <a16:creationId xmlns:a16="http://schemas.microsoft.com/office/drawing/2014/main" id="{5E7EB734-F6E2-DE34-E21D-A532A195D75C}"/>
                  </a:ext>
                </a:extLst>
              </p:cNvPr>
              <p:cNvSpPr/>
              <p:nvPr/>
            </p:nvSpPr>
            <p:spPr>
              <a:xfrm>
                <a:off x="3010032" y="6070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49" name="Oval 4348">
                <a:extLst>
                  <a:ext uri="{FF2B5EF4-FFF2-40B4-BE49-F238E27FC236}">
                    <a16:creationId xmlns:a16="http://schemas.microsoft.com/office/drawing/2014/main" id="{7FBEE9CD-B553-F2E2-EC7E-F4AA08556E6C}"/>
                  </a:ext>
                </a:extLst>
              </p:cNvPr>
              <p:cNvSpPr/>
              <p:nvPr/>
            </p:nvSpPr>
            <p:spPr>
              <a:xfrm>
                <a:off x="2956488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0" name="Oval 4349">
                <a:extLst>
                  <a:ext uri="{FF2B5EF4-FFF2-40B4-BE49-F238E27FC236}">
                    <a16:creationId xmlns:a16="http://schemas.microsoft.com/office/drawing/2014/main" id="{E956057E-7CE6-E668-62C8-B660CB955A62}"/>
                  </a:ext>
                </a:extLst>
              </p:cNvPr>
              <p:cNvSpPr/>
              <p:nvPr/>
            </p:nvSpPr>
            <p:spPr>
              <a:xfrm>
                <a:off x="2736313" y="5998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1" name="Oval 4350">
                <a:extLst>
                  <a:ext uri="{FF2B5EF4-FFF2-40B4-BE49-F238E27FC236}">
                    <a16:creationId xmlns:a16="http://schemas.microsoft.com/office/drawing/2014/main" id="{38F1CA91-2807-EC1C-0C18-3641802A789D}"/>
                  </a:ext>
                </a:extLst>
              </p:cNvPr>
              <p:cNvSpPr/>
              <p:nvPr/>
            </p:nvSpPr>
            <p:spPr>
              <a:xfrm>
                <a:off x="3129451" y="60089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2" name="Oval 4351">
                <a:extLst>
                  <a:ext uri="{FF2B5EF4-FFF2-40B4-BE49-F238E27FC236}">
                    <a16:creationId xmlns:a16="http://schemas.microsoft.com/office/drawing/2014/main" id="{39CCACE8-D52B-94C6-40BA-5B6FB390385B}"/>
                  </a:ext>
                </a:extLst>
              </p:cNvPr>
              <p:cNvSpPr/>
              <p:nvPr/>
            </p:nvSpPr>
            <p:spPr>
              <a:xfrm>
                <a:off x="3023460" y="59884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3" name="Oval 4352">
                <a:extLst>
                  <a:ext uri="{FF2B5EF4-FFF2-40B4-BE49-F238E27FC236}">
                    <a16:creationId xmlns:a16="http://schemas.microsoft.com/office/drawing/2014/main" id="{CB43F2C5-D849-CBC7-6000-52720517DE1E}"/>
                  </a:ext>
                </a:extLst>
              </p:cNvPr>
              <p:cNvSpPr/>
              <p:nvPr/>
            </p:nvSpPr>
            <p:spPr>
              <a:xfrm>
                <a:off x="2972196" y="6406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4" name="Oval 4353">
                <a:extLst>
                  <a:ext uri="{FF2B5EF4-FFF2-40B4-BE49-F238E27FC236}">
                    <a16:creationId xmlns:a16="http://schemas.microsoft.com/office/drawing/2014/main" id="{FE9FBA4E-B113-4551-9598-8CA0620AA66E}"/>
                  </a:ext>
                </a:extLst>
              </p:cNvPr>
              <p:cNvSpPr/>
              <p:nvPr/>
            </p:nvSpPr>
            <p:spPr>
              <a:xfrm>
                <a:off x="2832592" y="615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5" name="Oval 4354">
                <a:extLst>
                  <a:ext uri="{FF2B5EF4-FFF2-40B4-BE49-F238E27FC236}">
                    <a16:creationId xmlns:a16="http://schemas.microsoft.com/office/drawing/2014/main" id="{E2591AF9-70D4-7EF6-7A94-8334D70FA00F}"/>
                  </a:ext>
                </a:extLst>
              </p:cNvPr>
              <p:cNvSpPr/>
              <p:nvPr/>
            </p:nvSpPr>
            <p:spPr>
              <a:xfrm>
                <a:off x="3058340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6" name="Oval 4355">
                <a:extLst>
                  <a:ext uri="{FF2B5EF4-FFF2-40B4-BE49-F238E27FC236}">
                    <a16:creationId xmlns:a16="http://schemas.microsoft.com/office/drawing/2014/main" id="{8BDC137E-1319-1EC3-4D4A-C4C407AAA45A}"/>
                  </a:ext>
                </a:extLst>
              </p:cNvPr>
              <p:cNvSpPr/>
              <p:nvPr/>
            </p:nvSpPr>
            <p:spPr>
              <a:xfrm>
                <a:off x="2920425" y="640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7" name="Oval 4356">
                <a:extLst>
                  <a:ext uri="{FF2B5EF4-FFF2-40B4-BE49-F238E27FC236}">
                    <a16:creationId xmlns:a16="http://schemas.microsoft.com/office/drawing/2014/main" id="{105A5506-E76F-769A-7AC5-BF5ACB0F60B5}"/>
                  </a:ext>
                </a:extLst>
              </p:cNvPr>
              <p:cNvSpPr/>
              <p:nvPr/>
            </p:nvSpPr>
            <p:spPr>
              <a:xfrm>
                <a:off x="3029710" y="62040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8" name="Oval 4357">
                <a:extLst>
                  <a:ext uri="{FF2B5EF4-FFF2-40B4-BE49-F238E27FC236}">
                    <a16:creationId xmlns:a16="http://schemas.microsoft.com/office/drawing/2014/main" id="{11716211-A1FD-4248-BF57-5E615671FEFD}"/>
                  </a:ext>
                </a:extLst>
              </p:cNvPr>
              <p:cNvSpPr/>
              <p:nvPr/>
            </p:nvSpPr>
            <p:spPr>
              <a:xfrm>
                <a:off x="2697549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59" name="Oval 4358">
                <a:extLst>
                  <a:ext uri="{FF2B5EF4-FFF2-40B4-BE49-F238E27FC236}">
                    <a16:creationId xmlns:a16="http://schemas.microsoft.com/office/drawing/2014/main" id="{93EF9E7E-0FEA-2EC9-82D7-8A6B495ED527}"/>
                  </a:ext>
                </a:extLst>
              </p:cNvPr>
              <p:cNvSpPr/>
              <p:nvPr/>
            </p:nvSpPr>
            <p:spPr>
              <a:xfrm>
                <a:off x="3256810" y="6317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0" name="Oval 4359">
                <a:extLst>
                  <a:ext uri="{FF2B5EF4-FFF2-40B4-BE49-F238E27FC236}">
                    <a16:creationId xmlns:a16="http://schemas.microsoft.com/office/drawing/2014/main" id="{611457C8-CA94-2449-5A64-74C2710007C8}"/>
                  </a:ext>
                </a:extLst>
              </p:cNvPr>
              <p:cNvSpPr/>
              <p:nvPr/>
            </p:nvSpPr>
            <p:spPr>
              <a:xfrm>
                <a:off x="2944326" y="6285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1" name="Oval 4360">
                <a:extLst>
                  <a:ext uri="{FF2B5EF4-FFF2-40B4-BE49-F238E27FC236}">
                    <a16:creationId xmlns:a16="http://schemas.microsoft.com/office/drawing/2014/main" id="{2287EA85-2251-77F1-B0C4-6997CDCFFCF3}"/>
                  </a:ext>
                </a:extLst>
              </p:cNvPr>
              <p:cNvSpPr/>
              <p:nvPr/>
            </p:nvSpPr>
            <p:spPr>
              <a:xfrm>
                <a:off x="2765197" y="59887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2" name="Oval 4361">
                <a:extLst>
                  <a:ext uri="{FF2B5EF4-FFF2-40B4-BE49-F238E27FC236}">
                    <a16:creationId xmlns:a16="http://schemas.microsoft.com/office/drawing/2014/main" id="{6C686716-E1C0-2042-1070-E96FEA144916}"/>
                  </a:ext>
                </a:extLst>
              </p:cNvPr>
              <p:cNvSpPr/>
              <p:nvPr/>
            </p:nvSpPr>
            <p:spPr>
              <a:xfrm>
                <a:off x="2869837" y="6195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3" name="Oval 4362">
                <a:extLst>
                  <a:ext uri="{FF2B5EF4-FFF2-40B4-BE49-F238E27FC236}">
                    <a16:creationId xmlns:a16="http://schemas.microsoft.com/office/drawing/2014/main" id="{0F35EB1F-FE6B-0BAB-C9B5-F5731EBD9928}"/>
                  </a:ext>
                </a:extLst>
              </p:cNvPr>
              <p:cNvSpPr/>
              <p:nvPr/>
            </p:nvSpPr>
            <p:spPr>
              <a:xfrm>
                <a:off x="3616081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4" name="Oval 4363">
                <a:extLst>
                  <a:ext uri="{FF2B5EF4-FFF2-40B4-BE49-F238E27FC236}">
                    <a16:creationId xmlns:a16="http://schemas.microsoft.com/office/drawing/2014/main" id="{F52C5D1C-DC4C-16B0-8EEA-C0F1DFD5C49E}"/>
                  </a:ext>
                </a:extLst>
              </p:cNvPr>
              <p:cNvSpPr/>
              <p:nvPr/>
            </p:nvSpPr>
            <p:spPr>
              <a:xfrm>
                <a:off x="3054455" y="62558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5" name="Oval 4364">
                <a:extLst>
                  <a:ext uri="{FF2B5EF4-FFF2-40B4-BE49-F238E27FC236}">
                    <a16:creationId xmlns:a16="http://schemas.microsoft.com/office/drawing/2014/main" id="{D3EC354B-0342-78CF-A8A4-A7D4BCB7399A}"/>
                  </a:ext>
                </a:extLst>
              </p:cNvPr>
              <p:cNvSpPr/>
              <p:nvPr/>
            </p:nvSpPr>
            <p:spPr>
              <a:xfrm>
                <a:off x="2912993" y="631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6" name="Oval 4365">
                <a:extLst>
                  <a:ext uri="{FF2B5EF4-FFF2-40B4-BE49-F238E27FC236}">
                    <a16:creationId xmlns:a16="http://schemas.microsoft.com/office/drawing/2014/main" id="{8463160C-FEC6-7A98-AEB5-1B48463944FA}"/>
                  </a:ext>
                </a:extLst>
              </p:cNvPr>
              <p:cNvSpPr/>
              <p:nvPr/>
            </p:nvSpPr>
            <p:spPr>
              <a:xfrm>
                <a:off x="2962568" y="6264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7" name="Oval 4366">
                <a:extLst>
                  <a:ext uri="{FF2B5EF4-FFF2-40B4-BE49-F238E27FC236}">
                    <a16:creationId xmlns:a16="http://schemas.microsoft.com/office/drawing/2014/main" id="{AA97284F-8E6C-21AF-AA37-B810660D8E78}"/>
                  </a:ext>
                </a:extLst>
              </p:cNvPr>
              <p:cNvSpPr/>
              <p:nvPr/>
            </p:nvSpPr>
            <p:spPr>
              <a:xfrm>
                <a:off x="2724236" y="5993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8" name="Oval 4367">
                <a:extLst>
                  <a:ext uri="{FF2B5EF4-FFF2-40B4-BE49-F238E27FC236}">
                    <a16:creationId xmlns:a16="http://schemas.microsoft.com/office/drawing/2014/main" id="{7B839CBB-E1FF-5136-07E5-83083188CA91}"/>
                  </a:ext>
                </a:extLst>
              </p:cNvPr>
              <p:cNvSpPr/>
              <p:nvPr/>
            </p:nvSpPr>
            <p:spPr>
              <a:xfrm>
                <a:off x="2975659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69" name="Oval 4368">
                <a:extLst>
                  <a:ext uri="{FF2B5EF4-FFF2-40B4-BE49-F238E27FC236}">
                    <a16:creationId xmlns:a16="http://schemas.microsoft.com/office/drawing/2014/main" id="{72DBE5F6-FFD7-EB6C-6565-FCE9C9CA9986}"/>
                  </a:ext>
                </a:extLst>
              </p:cNvPr>
              <p:cNvSpPr/>
              <p:nvPr/>
            </p:nvSpPr>
            <p:spPr>
              <a:xfrm>
                <a:off x="3194820" y="6239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0" name="Oval 4369">
                <a:extLst>
                  <a:ext uri="{FF2B5EF4-FFF2-40B4-BE49-F238E27FC236}">
                    <a16:creationId xmlns:a16="http://schemas.microsoft.com/office/drawing/2014/main" id="{E39B81AE-5676-C7E1-03CB-281EEE4179D5}"/>
                  </a:ext>
                </a:extLst>
              </p:cNvPr>
              <p:cNvSpPr/>
              <p:nvPr/>
            </p:nvSpPr>
            <p:spPr>
              <a:xfrm>
                <a:off x="2971267" y="638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1" name="Oval 4370">
                <a:extLst>
                  <a:ext uri="{FF2B5EF4-FFF2-40B4-BE49-F238E27FC236}">
                    <a16:creationId xmlns:a16="http://schemas.microsoft.com/office/drawing/2014/main" id="{B01A636D-5308-3DD9-23D6-36D991BAC189}"/>
                  </a:ext>
                </a:extLst>
              </p:cNvPr>
              <p:cNvSpPr/>
              <p:nvPr/>
            </p:nvSpPr>
            <p:spPr>
              <a:xfrm>
                <a:off x="3492017" y="677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2" name="Oval 4371">
                <a:extLst>
                  <a:ext uri="{FF2B5EF4-FFF2-40B4-BE49-F238E27FC236}">
                    <a16:creationId xmlns:a16="http://schemas.microsoft.com/office/drawing/2014/main" id="{716A1E53-803A-4321-9DAD-297D44662BC0}"/>
                  </a:ext>
                </a:extLst>
              </p:cNvPr>
              <p:cNvSpPr/>
              <p:nvPr/>
            </p:nvSpPr>
            <p:spPr>
              <a:xfrm>
                <a:off x="2760383" y="596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3" name="Oval 4372">
                <a:extLst>
                  <a:ext uri="{FF2B5EF4-FFF2-40B4-BE49-F238E27FC236}">
                    <a16:creationId xmlns:a16="http://schemas.microsoft.com/office/drawing/2014/main" id="{67E9ED2D-366E-09BC-1924-1763DAB44F48}"/>
                  </a:ext>
                </a:extLst>
              </p:cNvPr>
              <p:cNvSpPr/>
              <p:nvPr/>
            </p:nvSpPr>
            <p:spPr>
              <a:xfrm>
                <a:off x="3125567" y="62016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4" name="Oval 4373">
                <a:extLst>
                  <a:ext uri="{FF2B5EF4-FFF2-40B4-BE49-F238E27FC236}">
                    <a16:creationId xmlns:a16="http://schemas.microsoft.com/office/drawing/2014/main" id="{E10FC815-6D61-6D99-FFB6-98262D46C1E5}"/>
                  </a:ext>
                </a:extLst>
              </p:cNvPr>
              <p:cNvSpPr/>
              <p:nvPr/>
            </p:nvSpPr>
            <p:spPr>
              <a:xfrm>
                <a:off x="2837575" y="62102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5" name="Oval 4374">
                <a:extLst>
                  <a:ext uri="{FF2B5EF4-FFF2-40B4-BE49-F238E27FC236}">
                    <a16:creationId xmlns:a16="http://schemas.microsoft.com/office/drawing/2014/main" id="{49CAF966-3158-22AC-0337-704326962CA2}"/>
                  </a:ext>
                </a:extLst>
              </p:cNvPr>
              <p:cNvSpPr/>
              <p:nvPr/>
            </p:nvSpPr>
            <p:spPr>
              <a:xfrm>
                <a:off x="3005049" y="6180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6" name="Oval 4375">
                <a:extLst>
                  <a:ext uri="{FF2B5EF4-FFF2-40B4-BE49-F238E27FC236}">
                    <a16:creationId xmlns:a16="http://schemas.microsoft.com/office/drawing/2014/main" id="{B83A72AF-9167-C775-B466-5B165DB61428}"/>
                  </a:ext>
                </a:extLst>
              </p:cNvPr>
              <p:cNvSpPr/>
              <p:nvPr/>
            </p:nvSpPr>
            <p:spPr>
              <a:xfrm>
                <a:off x="3598852" y="547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7" name="Oval 4376">
                <a:extLst>
                  <a:ext uri="{FF2B5EF4-FFF2-40B4-BE49-F238E27FC236}">
                    <a16:creationId xmlns:a16="http://schemas.microsoft.com/office/drawing/2014/main" id="{B45C5232-FFE7-BACD-25EA-5F325544D881}"/>
                  </a:ext>
                </a:extLst>
              </p:cNvPr>
              <p:cNvSpPr/>
              <p:nvPr/>
            </p:nvSpPr>
            <p:spPr>
              <a:xfrm>
                <a:off x="3619628" y="5643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8" name="Oval 4377">
                <a:extLst>
                  <a:ext uri="{FF2B5EF4-FFF2-40B4-BE49-F238E27FC236}">
                    <a16:creationId xmlns:a16="http://schemas.microsoft.com/office/drawing/2014/main" id="{D63F8C7E-56BC-950B-BB35-139C000A9037}"/>
                  </a:ext>
                </a:extLst>
              </p:cNvPr>
              <p:cNvSpPr/>
              <p:nvPr/>
            </p:nvSpPr>
            <p:spPr>
              <a:xfrm>
                <a:off x="3130887" y="5957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79" name="Oval 4378">
                <a:extLst>
                  <a:ext uri="{FF2B5EF4-FFF2-40B4-BE49-F238E27FC236}">
                    <a16:creationId xmlns:a16="http://schemas.microsoft.com/office/drawing/2014/main" id="{57DFBBA9-B5EE-B3CF-B8C6-901AF50756AE}"/>
                  </a:ext>
                </a:extLst>
              </p:cNvPr>
              <p:cNvSpPr/>
              <p:nvPr/>
            </p:nvSpPr>
            <p:spPr>
              <a:xfrm>
                <a:off x="3107155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0" name="Oval 4379">
                <a:extLst>
                  <a:ext uri="{FF2B5EF4-FFF2-40B4-BE49-F238E27FC236}">
                    <a16:creationId xmlns:a16="http://schemas.microsoft.com/office/drawing/2014/main" id="{9C46A57C-6D97-5877-6EB8-34FBCFD90C6A}"/>
                  </a:ext>
                </a:extLst>
              </p:cNvPr>
              <p:cNvSpPr/>
              <p:nvPr/>
            </p:nvSpPr>
            <p:spPr>
              <a:xfrm>
                <a:off x="2845345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1" name="Oval 4380">
                <a:extLst>
                  <a:ext uri="{FF2B5EF4-FFF2-40B4-BE49-F238E27FC236}">
                    <a16:creationId xmlns:a16="http://schemas.microsoft.com/office/drawing/2014/main" id="{E622D1EC-2559-D56C-A0F8-0FA9AF8198F7}"/>
                  </a:ext>
                </a:extLst>
              </p:cNvPr>
              <p:cNvSpPr/>
              <p:nvPr/>
            </p:nvSpPr>
            <p:spPr>
              <a:xfrm>
                <a:off x="2944917" y="637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2" name="Oval 4381">
                <a:extLst>
                  <a:ext uri="{FF2B5EF4-FFF2-40B4-BE49-F238E27FC236}">
                    <a16:creationId xmlns:a16="http://schemas.microsoft.com/office/drawing/2014/main" id="{9CC8D5D4-E709-CF7F-09AD-3B580A81045E}"/>
                  </a:ext>
                </a:extLst>
              </p:cNvPr>
              <p:cNvSpPr/>
              <p:nvPr/>
            </p:nvSpPr>
            <p:spPr>
              <a:xfrm>
                <a:off x="2931067" y="63850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3" name="Oval 4382">
                <a:extLst>
                  <a:ext uri="{FF2B5EF4-FFF2-40B4-BE49-F238E27FC236}">
                    <a16:creationId xmlns:a16="http://schemas.microsoft.com/office/drawing/2014/main" id="{2E7C0C3F-5BBF-5968-1C06-9B6093E89F0B}"/>
                  </a:ext>
                </a:extLst>
              </p:cNvPr>
              <p:cNvSpPr/>
              <p:nvPr/>
            </p:nvSpPr>
            <p:spPr>
              <a:xfrm>
                <a:off x="2809198" y="614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4" name="Oval 4383">
                <a:extLst>
                  <a:ext uri="{FF2B5EF4-FFF2-40B4-BE49-F238E27FC236}">
                    <a16:creationId xmlns:a16="http://schemas.microsoft.com/office/drawing/2014/main" id="{00E86B96-0A42-37F4-16AD-7F1A6FA43E67}"/>
                  </a:ext>
                </a:extLst>
              </p:cNvPr>
              <p:cNvSpPr/>
              <p:nvPr/>
            </p:nvSpPr>
            <p:spPr>
              <a:xfrm>
                <a:off x="3706279" y="63987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5" name="Oval 4384">
                <a:extLst>
                  <a:ext uri="{FF2B5EF4-FFF2-40B4-BE49-F238E27FC236}">
                    <a16:creationId xmlns:a16="http://schemas.microsoft.com/office/drawing/2014/main" id="{B9F5B052-BD1B-2C47-5DF9-7707CEFC4615}"/>
                  </a:ext>
                </a:extLst>
              </p:cNvPr>
              <p:cNvSpPr/>
              <p:nvPr/>
            </p:nvSpPr>
            <p:spPr>
              <a:xfrm>
                <a:off x="3108338" y="623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6" name="Oval 4385">
                <a:extLst>
                  <a:ext uri="{FF2B5EF4-FFF2-40B4-BE49-F238E27FC236}">
                    <a16:creationId xmlns:a16="http://schemas.microsoft.com/office/drawing/2014/main" id="{847D6701-2F33-F589-D6A6-41AA7751AB51}"/>
                  </a:ext>
                </a:extLst>
              </p:cNvPr>
              <p:cNvSpPr/>
              <p:nvPr/>
            </p:nvSpPr>
            <p:spPr>
              <a:xfrm>
                <a:off x="2985118" y="64103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7" name="Oval 4386">
                <a:extLst>
                  <a:ext uri="{FF2B5EF4-FFF2-40B4-BE49-F238E27FC236}">
                    <a16:creationId xmlns:a16="http://schemas.microsoft.com/office/drawing/2014/main" id="{10935E35-18F3-B920-4180-FD159829D386}"/>
                  </a:ext>
                </a:extLst>
              </p:cNvPr>
              <p:cNvSpPr/>
              <p:nvPr/>
            </p:nvSpPr>
            <p:spPr>
              <a:xfrm>
                <a:off x="2857591" y="61571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8" name="Oval 4387">
                <a:extLst>
                  <a:ext uri="{FF2B5EF4-FFF2-40B4-BE49-F238E27FC236}">
                    <a16:creationId xmlns:a16="http://schemas.microsoft.com/office/drawing/2014/main" id="{943D9D18-8D19-5BC8-3402-1E5B7321AB58}"/>
                  </a:ext>
                </a:extLst>
              </p:cNvPr>
              <p:cNvSpPr/>
              <p:nvPr/>
            </p:nvSpPr>
            <p:spPr>
              <a:xfrm>
                <a:off x="2827356" y="62048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89" name="Oval 4388">
                <a:extLst>
                  <a:ext uri="{FF2B5EF4-FFF2-40B4-BE49-F238E27FC236}">
                    <a16:creationId xmlns:a16="http://schemas.microsoft.com/office/drawing/2014/main" id="{40AB61EB-65D2-40DD-BDBF-ED1893E38F52}"/>
                  </a:ext>
                </a:extLst>
              </p:cNvPr>
              <p:cNvSpPr/>
              <p:nvPr/>
            </p:nvSpPr>
            <p:spPr>
              <a:xfrm>
                <a:off x="3042970" y="61069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0" name="Oval 4389">
                <a:extLst>
                  <a:ext uri="{FF2B5EF4-FFF2-40B4-BE49-F238E27FC236}">
                    <a16:creationId xmlns:a16="http://schemas.microsoft.com/office/drawing/2014/main" id="{1E27D45C-79F9-9C16-6E04-21CCBF7A1C50}"/>
                  </a:ext>
                </a:extLst>
              </p:cNvPr>
              <p:cNvSpPr/>
              <p:nvPr/>
            </p:nvSpPr>
            <p:spPr>
              <a:xfrm>
                <a:off x="3601724" y="55068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1" name="Oval 4390">
                <a:extLst>
                  <a:ext uri="{FF2B5EF4-FFF2-40B4-BE49-F238E27FC236}">
                    <a16:creationId xmlns:a16="http://schemas.microsoft.com/office/drawing/2014/main" id="{B8B39EA8-5726-F299-614C-14668F457F25}"/>
                  </a:ext>
                </a:extLst>
              </p:cNvPr>
              <p:cNvSpPr/>
              <p:nvPr/>
            </p:nvSpPr>
            <p:spPr>
              <a:xfrm>
                <a:off x="2809874" y="61945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2" name="Oval 4391">
                <a:extLst>
                  <a:ext uri="{FF2B5EF4-FFF2-40B4-BE49-F238E27FC236}">
                    <a16:creationId xmlns:a16="http://schemas.microsoft.com/office/drawing/2014/main" id="{D253EAA8-00D5-44FA-9A54-DF454CA30CBE}"/>
                  </a:ext>
                </a:extLst>
              </p:cNvPr>
              <p:cNvSpPr/>
              <p:nvPr/>
            </p:nvSpPr>
            <p:spPr>
              <a:xfrm>
                <a:off x="3003614" y="63475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3" name="Oval 4392">
                <a:extLst>
                  <a:ext uri="{FF2B5EF4-FFF2-40B4-BE49-F238E27FC236}">
                    <a16:creationId xmlns:a16="http://schemas.microsoft.com/office/drawing/2014/main" id="{71722C58-755C-DD7A-D7CC-99CA61F1F3EE}"/>
                  </a:ext>
                </a:extLst>
              </p:cNvPr>
              <p:cNvSpPr/>
              <p:nvPr/>
            </p:nvSpPr>
            <p:spPr>
              <a:xfrm>
                <a:off x="2835041" y="61131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4" name="Oval 4393">
                <a:extLst>
                  <a:ext uri="{FF2B5EF4-FFF2-40B4-BE49-F238E27FC236}">
                    <a16:creationId xmlns:a16="http://schemas.microsoft.com/office/drawing/2014/main" id="{AB755F8F-16B3-6CE3-B954-CAF279C7FC2B}"/>
                  </a:ext>
                </a:extLst>
              </p:cNvPr>
              <p:cNvSpPr/>
              <p:nvPr/>
            </p:nvSpPr>
            <p:spPr>
              <a:xfrm>
                <a:off x="2960964" y="6168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5" name="Oval 4394">
                <a:extLst>
                  <a:ext uri="{FF2B5EF4-FFF2-40B4-BE49-F238E27FC236}">
                    <a16:creationId xmlns:a16="http://schemas.microsoft.com/office/drawing/2014/main" id="{5F1DEC51-7274-5128-1FE3-F079862CC67D}"/>
                  </a:ext>
                </a:extLst>
              </p:cNvPr>
              <p:cNvSpPr/>
              <p:nvPr/>
            </p:nvSpPr>
            <p:spPr>
              <a:xfrm>
                <a:off x="3149214" y="6078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6" name="Oval 4395">
                <a:extLst>
                  <a:ext uri="{FF2B5EF4-FFF2-40B4-BE49-F238E27FC236}">
                    <a16:creationId xmlns:a16="http://schemas.microsoft.com/office/drawing/2014/main" id="{EC03C366-CFD8-8D96-4941-B22D19D65C15}"/>
                  </a:ext>
                </a:extLst>
              </p:cNvPr>
              <p:cNvSpPr/>
              <p:nvPr/>
            </p:nvSpPr>
            <p:spPr>
              <a:xfrm>
                <a:off x="3574107" y="550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7" name="Oval 4396">
                <a:extLst>
                  <a:ext uri="{FF2B5EF4-FFF2-40B4-BE49-F238E27FC236}">
                    <a16:creationId xmlns:a16="http://schemas.microsoft.com/office/drawing/2014/main" id="{0CF12316-9D91-A2D9-90F4-7D23968CE6CF}"/>
                  </a:ext>
                </a:extLst>
              </p:cNvPr>
              <p:cNvSpPr/>
              <p:nvPr/>
            </p:nvSpPr>
            <p:spPr>
              <a:xfrm>
                <a:off x="3015184" y="62426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8" name="Oval 4397">
                <a:extLst>
                  <a:ext uri="{FF2B5EF4-FFF2-40B4-BE49-F238E27FC236}">
                    <a16:creationId xmlns:a16="http://schemas.microsoft.com/office/drawing/2014/main" id="{A53AF6E9-04AC-8195-7098-D470DC2C8A26}"/>
                  </a:ext>
                </a:extLst>
              </p:cNvPr>
              <p:cNvSpPr/>
              <p:nvPr/>
            </p:nvSpPr>
            <p:spPr>
              <a:xfrm>
                <a:off x="3593869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99" name="Oval 4398">
                <a:extLst>
                  <a:ext uri="{FF2B5EF4-FFF2-40B4-BE49-F238E27FC236}">
                    <a16:creationId xmlns:a16="http://schemas.microsoft.com/office/drawing/2014/main" id="{294D1979-5415-7F46-50CC-45B13EF13DC9}"/>
                  </a:ext>
                </a:extLst>
              </p:cNvPr>
              <p:cNvSpPr/>
              <p:nvPr/>
            </p:nvSpPr>
            <p:spPr>
              <a:xfrm>
                <a:off x="3624527" y="5532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0" name="Oval 4399">
                <a:extLst>
                  <a:ext uri="{FF2B5EF4-FFF2-40B4-BE49-F238E27FC236}">
                    <a16:creationId xmlns:a16="http://schemas.microsoft.com/office/drawing/2014/main" id="{C8F69611-54C8-B4EF-A68C-951E95C98FC1}"/>
                  </a:ext>
                </a:extLst>
              </p:cNvPr>
              <p:cNvSpPr/>
              <p:nvPr/>
            </p:nvSpPr>
            <p:spPr>
              <a:xfrm>
                <a:off x="3551389" y="56195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1" name="Oval 4400">
                <a:extLst>
                  <a:ext uri="{FF2B5EF4-FFF2-40B4-BE49-F238E27FC236}">
                    <a16:creationId xmlns:a16="http://schemas.microsoft.com/office/drawing/2014/main" id="{D0F700AD-CD1C-726F-3451-289B6C92EF8F}"/>
                  </a:ext>
                </a:extLst>
              </p:cNvPr>
              <p:cNvSpPr/>
              <p:nvPr/>
            </p:nvSpPr>
            <p:spPr>
              <a:xfrm>
                <a:off x="3148454" y="625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2" name="Oval 4401">
                <a:extLst>
                  <a:ext uri="{FF2B5EF4-FFF2-40B4-BE49-F238E27FC236}">
                    <a16:creationId xmlns:a16="http://schemas.microsoft.com/office/drawing/2014/main" id="{8EBFACC7-84E0-6341-8D93-F43D1654EF31}"/>
                  </a:ext>
                </a:extLst>
              </p:cNvPr>
              <p:cNvSpPr/>
              <p:nvPr/>
            </p:nvSpPr>
            <p:spPr>
              <a:xfrm>
                <a:off x="2845936" y="6133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3" name="Oval 4402">
                <a:extLst>
                  <a:ext uri="{FF2B5EF4-FFF2-40B4-BE49-F238E27FC236}">
                    <a16:creationId xmlns:a16="http://schemas.microsoft.com/office/drawing/2014/main" id="{D9E9F59B-534D-38B0-B2A2-D1DE71F07DD7}"/>
                  </a:ext>
                </a:extLst>
              </p:cNvPr>
              <p:cNvSpPr/>
              <p:nvPr/>
            </p:nvSpPr>
            <p:spPr>
              <a:xfrm>
                <a:off x="2847878" y="6123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4" name="Oval 4403">
                <a:extLst>
                  <a:ext uri="{FF2B5EF4-FFF2-40B4-BE49-F238E27FC236}">
                    <a16:creationId xmlns:a16="http://schemas.microsoft.com/office/drawing/2014/main" id="{DA9AA212-5756-B5D1-3A69-4590E4C15464}"/>
                  </a:ext>
                </a:extLst>
              </p:cNvPr>
              <p:cNvSpPr/>
              <p:nvPr/>
            </p:nvSpPr>
            <p:spPr>
              <a:xfrm>
                <a:off x="2833606" y="61246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5" name="Oval 4404">
                <a:extLst>
                  <a:ext uri="{FF2B5EF4-FFF2-40B4-BE49-F238E27FC236}">
                    <a16:creationId xmlns:a16="http://schemas.microsoft.com/office/drawing/2014/main" id="{3F73F445-36D6-2423-972F-5D49EE186BD5}"/>
                  </a:ext>
                </a:extLst>
              </p:cNvPr>
              <p:cNvSpPr/>
              <p:nvPr/>
            </p:nvSpPr>
            <p:spPr>
              <a:xfrm>
                <a:off x="3171172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6" name="Oval 4405">
                <a:extLst>
                  <a:ext uri="{FF2B5EF4-FFF2-40B4-BE49-F238E27FC236}">
                    <a16:creationId xmlns:a16="http://schemas.microsoft.com/office/drawing/2014/main" id="{C328567A-CB40-C1A9-F87E-D0302A6B7375}"/>
                  </a:ext>
                </a:extLst>
              </p:cNvPr>
              <p:cNvSpPr/>
              <p:nvPr/>
            </p:nvSpPr>
            <p:spPr>
              <a:xfrm>
                <a:off x="2959021" y="6274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7" name="Oval 4406">
                <a:extLst>
                  <a:ext uri="{FF2B5EF4-FFF2-40B4-BE49-F238E27FC236}">
                    <a16:creationId xmlns:a16="http://schemas.microsoft.com/office/drawing/2014/main" id="{704CD935-1E32-CCAB-EFD1-DB9B5B30AA11}"/>
                  </a:ext>
                </a:extLst>
              </p:cNvPr>
              <p:cNvSpPr/>
              <p:nvPr/>
            </p:nvSpPr>
            <p:spPr>
              <a:xfrm>
                <a:off x="3227419" y="5643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8" name="Oval 4407">
                <a:extLst>
                  <a:ext uri="{FF2B5EF4-FFF2-40B4-BE49-F238E27FC236}">
                    <a16:creationId xmlns:a16="http://schemas.microsoft.com/office/drawing/2014/main" id="{5EDBDC52-4999-01A4-7700-3F3355781F06}"/>
                  </a:ext>
                </a:extLst>
              </p:cNvPr>
              <p:cNvSpPr/>
              <p:nvPr/>
            </p:nvSpPr>
            <p:spPr>
              <a:xfrm>
                <a:off x="3622331" y="54725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09" name="Oval 4408">
                <a:extLst>
                  <a:ext uri="{FF2B5EF4-FFF2-40B4-BE49-F238E27FC236}">
                    <a16:creationId xmlns:a16="http://schemas.microsoft.com/office/drawing/2014/main" id="{5D414350-2406-C224-FF69-164FD55DCD3C}"/>
                  </a:ext>
                </a:extLst>
              </p:cNvPr>
              <p:cNvSpPr/>
              <p:nvPr/>
            </p:nvSpPr>
            <p:spPr>
              <a:xfrm>
                <a:off x="3138150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0" name="Oval 4409">
                <a:extLst>
                  <a:ext uri="{FF2B5EF4-FFF2-40B4-BE49-F238E27FC236}">
                    <a16:creationId xmlns:a16="http://schemas.microsoft.com/office/drawing/2014/main" id="{884E7841-E94C-295B-6BA7-FCADCFE35D57}"/>
                  </a:ext>
                </a:extLst>
              </p:cNvPr>
              <p:cNvSpPr/>
              <p:nvPr/>
            </p:nvSpPr>
            <p:spPr>
              <a:xfrm>
                <a:off x="2950660" y="6074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1" name="Oval 4410">
                <a:extLst>
                  <a:ext uri="{FF2B5EF4-FFF2-40B4-BE49-F238E27FC236}">
                    <a16:creationId xmlns:a16="http://schemas.microsoft.com/office/drawing/2014/main" id="{F956C531-48FF-C150-56E8-EA314A3F5F25}"/>
                  </a:ext>
                </a:extLst>
              </p:cNvPr>
              <p:cNvSpPr/>
              <p:nvPr/>
            </p:nvSpPr>
            <p:spPr>
              <a:xfrm>
                <a:off x="3642093" y="555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2" name="Oval 4411">
                <a:extLst>
                  <a:ext uri="{FF2B5EF4-FFF2-40B4-BE49-F238E27FC236}">
                    <a16:creationId xmlns:a16="http://schemas.microsoft.com/office/drawing/2014/main" id="{4FE2F76C-53E5-DEBD-9460-DA58967E2C0D}"/>
                  </a:ext>
                </a:extLst>
              </p:cNvPr>
              <p:cNvSpPr/>
              <p:nvPr/>
            </p:nvSpPr>
            <p:spPr>
              <a:xfrm>
                <a:off x="3619797" y="55231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3" name="Oval 4412">
                <a:extLst>
                  <a:ext uri="{FF2B5EF4-FFF2-40B4-BE49-F238E27FC236}">
                    <a16:creationId xmlns:a16="http://schemas.microsoft.com/office/drawing/2014/main" id="{788DDFCD-7B52-B5A9-C587-CB9B0C802325}"/>
                  </a:ext>
                </a:extLst>
              </p:cNvPr>
              <p:cNvSpPr/>
              <p:nvPr/>
            </p:nvSpPr>
            <p:spPr>
              <a:xfrm>
                <a:off x="3615490" y="55687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4" name="Oval 4413">
                <a:extLst>
                  <a:ext uri="{FF2B5EF4-FFF2-40B4-BE49-F238E27FC236}">
                    <a16:creationId xmlns:a16="http://schemas.microsoft.com/office/drawing/2014/main" id="{C471739E-039A-B91D-C5D2-91702AFFCE7E}"/>
                  </a:ext>
                </a:extLst>
              </p:cNvPr>
              <p:cNvSpPr/>
              <p:nvPr/>
            </p:nvSpPr>
            <p:spPr>
              <a:xfrm>
                <a:off x="3570391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5" name="Oval 4414">
                <a:extLst>
                  <a:ext uri="{FF2B5EF4-FFF2-40B4-BE49-F238E27FC236}">
                    <a16:creationId xmlns:a16="http://schemas.microsoft.com/office/drawing/2014/main" id="{10863409-BADF-6126-5F40-6F72DA4B01EA}"/>
                  </a:ext>
                </a:extLst>
              </p:cNvPr>
              <p:cNvSpPr/>
              <p:nvPr/>
            </p:nvSpPr>
            <p:spPr>
              <a:xfrm>
                <a:off x="3022869" y="633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6" name="Oval 4415">
                <a:extLst>
                  <a:ext uri="{FF2B5EF4-FFF2-40B4-BE49-F238E27FC236}">
                    <a16:creationId xmlns:a16="http://schemas.microsoft.com/office/drawing/2014/main" id="{2945FAC6-9EE1-E37F-F267-CA739627048A}"/>
                  </a:ext>
                </a:extLst>
              </p:cNvPr>
              <p:cNvSpPr/>
              <p:nvPr/>
            </p:nvSpPr>
            <p:spPr>
              <a:xfrm>
                <a:off x="2807002" y="61332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7" name="Oval 4416">
                <a:extLst>
                  <a:ext uri="{FF2B5EF4-FFF2-40B4-BE49-F238E27FC236}">
                    <a16:creationId xmlns:a16="http://schemas.microsoft.com/office/drawing/2014/main" id="{11DAF43C-2698-3459-B8AF-AADA2A6C3315}"/>
                  </a:ext>
                </a:extLst>
              </p:cNvPr>
              <p:cNvSpPr/>
              <p:nvPr/>
            </p:nvSpPr>
            <p:spPr>
              <a:xfrm>
                <a:off x="3604426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8" name="Oval 4417">
                <a:extLst>
                  <a:ext uri="{FF2B5EF4-FFF2-40B4-BE49-F238E27FC236}">
                    <a16:creationId xmlns:a16="http://schemas.microsoft.com/office/drawing/2014/main" id="{DC4B30E6-368D-0FC7-5E77-7BBFEAF1AC89}"/>
                  </a:ext>
                </a:extLst>
              </p:cNvPr>
              <p:cNvSpPr/>
              <p:nvPr/>
            </p:nvSpPr>
            <p:spPr>
              <a:xfrm>
                <a:off x="2911811" y="62667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19" name="Oval 4418">
                <a:extLst>
                  <a:ext uri="{FF2B5EF4-FFF2-40B4-BE49-F238E27FC236}">
                    <a16:creationId xmlns:a16="http://schemas.microsoft.com/office/drawing/2014/main" id="{A72B3DC7-15F7-EAAF-7FCA-F50D86EB1FE1}"/>
                  </a:ext>
                </a:extLst>
              </p:cNvPr>
              <p:cNvSpPr/>
              <p:nvPr/>
            </p:nvSpPr>
            <p:spPr>
              <a:xfrm>
                <a:off x="3089589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0" name="Oval 4419">
                <a:extLst>
                  <a:ext uri="{FF2B5EF4-FFF2-40B4-BE49-F238E27FC236}">
                    <a16:creationId xmlns:a16="http://schemas.microsoft.com/office/drawing/2014/main" id="{67408754-91D7-FA2F-C9E8-7377E105891C}"/>
                  </a:ext>
                </a:extLst>
              </p:cNvPr>
              <p:cNvSpPr/>
              <p:nvPr/>
            </p:nvSpPr>
            <p:spPr>
              <a:xfrm>
                <a:off x="2931996" y="6277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1" name="Oval 4420">
                <a:extLst>
                  <a:ext uri="{FF2B5EF4-FFF2-40B4-BE49-F238E27FC236}">
                    <a16:creationId xmlns:a16="http://schemas.microsoft.com/office/drawing/2014/main" id="{E3EE7E93-C84A-3B2E-2E79-D4A390C087B8}"/>
                  </a:ext>
                </a:extLst>
              </p:cNvPr>
              <p:cNvSpPr/>
              <p:nvPr/>
            </p:nvSpPr>
            <p:spPr>
              <a:xfrm>
                <a:off x="2975321" y="63454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2" name="Oval 4421">
                <a:extLst>
                  <a:ext uri="{FF2B5EF4-FFF2-40B4-BE49-F238E27FC236}">
                    <a16:creationId xmlns:a16="http://schemas.microsoft.com/office/drawing/2014/main" id="{FCAE95C2-6B82-57DF-C8CD-EF9E0AB6BBD3}"/>
                  </a:ext>
                </a:extLst>
              </p:cNvPr>
              <p:cNvSpPr/>
              <p:nvPr/>
            </p:nvSpPr>
            <p:spPr>
              <a:xfrm>
                <a:off x="3047952" y="630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3" name="Oval 4422">
                <a:extLst>
                  <a:ext uri="{FF2B5EF4-FFF2-40B4-BE49-F238E27FC236}">
                    <a16:creationId xmlns:a16="http://schemas.microsoft.com/office/drawing/2014/main" id="{E1642677-2A9C-EC8E-B36B-EF5AD6100BA0}"/>
                  </a:ext>
                </a:extLst>
              </p:cNvPr>
              <p:cNvSpPr/>
              <p:nvPr/>
            </p:nvSpPr>
            <p:spPr>
              <a:xfrm>
                <a:off x="3570560" y="5745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4" name="Oval 4423">
                <a:extLst>
                  <a:ext uri="{FF2B5EF4-FFF2-40B4-BE49-F238E27FC236}">
                    <a16:creationId xmlns:a16="http://schemas.microsoft.com/office/drawing/2014/main" id="{048B90D3-56A5-0AC2-315D-A3F36AF8B710}"/>
                  </a:ext>
                </a:extLst>
              </p:cNvPr>
              <p:cNvSpPr/>
              <p:nvPr/>
            </p:nvSpPr>
            <p:spPr>
              <a:xfrm>
                <a:off x="3134941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5" name="Oval 4424">
                <a:extLst>
                  <a:ext uri="{FF2B5EF4-FFF2-40B4-BE49-F238E27FC236}">
                    <a16:creationId xmlns:a16="http://schemas.microsoft.com/office/drawing/2014/main" id="{C651ED4B-59B4-8FC2-E668-19A2EAE64452}"/>
                  </a:ext>
                </a:extLst>
              </p:cNvPr>
              <p:cNvSpPr/>
              <p:nvPr/>
            </p:nvSpPr>
            <p:spPr>
              <a:xfrm>
                <a:off x="2969578" y="6373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6" name="Oval 4425">
                <a:extLst>
                  <a:ext uri="{FF2B5EF4-FFF2-40B4-BE49-F238E27FC236}">
                    <a16:creationId xmlns:a16="http://schemas.microsoft.com/office/drawing/2014/main" id="{2C2AA427-6533-9C35-E8F2-12875986D9CD}"/>
                  </a:ext>
                </a:extLst>
              </p:cNvPr>
              <p:cNvSpPr/>
              <p:nvPr/>
            </p:nvSpPr>
            <p:spPr>
              <a:xfrm>
                <a:off x="2905646" y="6232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7" name="Oval 4426">
                <a:extLst>
                  <a:ext uri="{FF2B5EF4-FFF2-40B4-BE49-F238E27FC236}">
                    <a16:creationId xmlns:a16="http://schemas.microsoft.com/office/drawing/2014/main" id="{E5AC3C0B-E2BE-0FDB-BF77-E92608749C4F}"/>
                  </a:ext>
                </a:extLst>
              </p:cNvPr>
              <p:cNvSpPr/>
              <p:nvPr/>
            </p:nvSpPr>
            <p:spPr>
              <a:xfrm>
                <a:off x="3012143" y="6359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8" name="Oval 4427">
                <a:extLst>
                  <a:ext uri="{FF2B5EF4-FFF2-40B4-BE49-F238E27FC236}">
                    <a16:creationId xmlns:a16="http://schemas.microsoft.com/office/drawing/2014/main" id="{C9B8108B-4338-0FED-A910-3AEB25D1B2C7}"/>
                  </a:ext>
                </a:extLst>
              </p:cNvPr>
              <p:cNvSpPr/>
              <p:nvPr/>
            </p:nvSpPr>
            <p:spPr>
              <a:xfrm>
                <a:off x="2973548" y="6382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29" name="Oval 4428">
                <a:extLst>
                  <a:ext uri="{FF2B5EF4-FFF2-40B4-BE49-F238E27FC236}">
                    <a16:creationId xmlns:a16="http://schemas.microsoft.com/office/drawing/2014/main" id="{6F0EFA4A-4F79-A82C-76AF-9CF17E74E051}"/>
                  </a:ext>
                </a:extLst>
              </p:cNvPr>
              <p:cNvSpPr/>
              <p:nvPr/>
            </p:nvSpPr>
            <p:spPr>
              <a:xfrm>
                <a:off x="3612281" y="5580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0" name="Oval 4429">
                <a:extLst>
                  <a:ext uri="{FF2B5EF4-FFF2-40B4-BE49-F238E27FC236}">
                    <a16:creationId xmlns:a16="http://schemas.microsoft.com/office/drawing/2014/main" id="{D71B62A0-FB35-5E0E-5967-A26515C91F38}"/>
                  </a:ext>
                </a:extLst>
              </p:cNvPr>
              <p:cNvSpPr/>
              <p:nvPr/>
            </p:nvSpPr>
            <p:spPr>
              <a:xfrm>
                <a:off x="3006907" y="636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1" name="Oval 4430">
                <a:extLst>
                  <a:ext uri="{FF2B5EF4-FFF2-40B4-BE49-F238E27FC236}">
                    <a16:creationId xmlns:a16="http://schemas.microsoft.com/office/drawing/2014/main" id="{B7A975CE-CF84-A450-AC4C-2BFF1898F6C0}"/>
                  </a:ext>
                </a:extLst>
              </p:cNvPr>
              <p:cNvSpPr/>
              <p:nvPr/>
            </p:nvSpPr>
            <p:spPr>
              <a:xfrm>
                <a:off x="3648934" y="56138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2" name="Oval 4431">
                <a:extLst>
                  <a:ext uri="{FF2B5EF4-FFF2-40B4-BE49-F238E27FC236}">
                    <a16:creationId xmlns:a16="http://schemas.microsoft.com/office/drawing/2014/main" id="{9C74DDAA-F873-DF96-3C6B-4BB12EE442A0}"/>
                  </a:ext>
                </a:extLst>
              </p:cNvPr>
              <p:cNvSpPr/>
              <p:nvPr/>
            </p:nvSpPr>
            <p:spPr>
              <a:xfrm>
                <a:off x="3073542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3" name="Oval 4432">
                <a:extLst>
                  <a:ext uri="{FF2B5EF4-FFF2-40B4-BE49-F238E27FC236}">
                    <a16:creationId xmlns:a16="http://schemas.microsoft.com/office/drawing/2014/main" id="{6DEFD9E2-1356-E095-35CE-92206AFA69AE}"/>
                  </a:ext>
                </a:extLst>
              </p:cNvPr>
              <p:cNvSpPr/>
              <p:nvPr/>
            </p:nvSpPr>
            <p:spPr>
              <a:xfrm>
                <a:off x="2850919" y="61334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4" name="Oval 4433">
                <a:extLst>
                  <a:ext uri="{FF2B5EF4-FFF2-40B4-BE49-F238E27FC236}">
                    <a16:creationId xmlns:a16="http://schemas.microsoft.com/office/drawing/2014/main" id="{EE529E23-037C-8BA7-E5DC-2816393F478D}"/>
                  </a:ext>
                </a:extLst>
              </p:cNvPr>
              <p:cNvSpPr/>
              <p:nvPr/>
            </p:nvSpPr>
            <p:spPr>
              <a:xfrm>
                <a:off x="2819671" y="61666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5" name="Oval 4434">
                <a:extLst>
                  <a:ext uri="{FF2B5EF4-FFF2-40B4-BE49-F238E27FC236}">
                    <a16:creationId xmlns:a16="http://schemas.microsoft.com/office/drawing/2014/main" id="{7F2A1551-BE70-1A90-730F-2A266143C327}"/>
                  </a:ext>
                </a:extLst>
              </p:cNvPr>
              <p:cNvSpPr/>
              <p:nvPr/>
            </p:nvSpPr>
            <p:spPr>
              <a:xfrm>
                <a:off x="3607551" y="54520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6" name="Oval 4435">
                <a:extLst>
                  <a:ext uri="{FF2B5EF4-FFF2-40B4-BE49-F238E27FC236}">
                    <a16:creationId xmlns:a16="http://schemas.microsoft.com/office/drawing/2014/main" id="{9350BFDA-C361-C663-A2F6-E87F6B29888E}"/>
                  </a:ext>
                </a:extLst>
              </p:cNvPr>
              <p:cNvSpPr/>
              <p:nvPr/>
            </p:nvSpPr>
            <p:spPr>
              <a:xfrm>
                <a:off x="3069235" y="6116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7" name="Oval 4436">
                <a:extLst>
                  <a:ext uri="{FF2B5EF4-FFF2-40B4-BE49-F238E27FC236}">
                    <a16:creationId xmlns:a16="http://schemas.microsoft.com/office/drawing/2014/main" id="{7CF66CF1-A94E-D4B0-8256-12545FB21DE9}"/>
                  </a:ext>
                </a:extLst>
              </p:cNvPr>
              <p:cNvSpPr/>
              <p:nvPr/>
            </p:nvSpPr>
            <p:spPr>
              <a:xfrm>
                <a:off x="2930982" y="60915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8" name="Oval 4437">
                <a:extLst>
                  <a:ext uri="{FF2B5EF4-FFF2-40B4-BE49-F238E27FC236}">
                    <a16:creationId xmlns:a16="http://schemas.microsoft.com/office/drawing/2014/main" id="{98594F36-85FC-223E-55EE-783F3DD49362}"/>
                  </a:ext>
                </a:extLst>
              </p:cNvPr>
              <p:cNvSpPr/>
              <p:nvPr/>
            </p:nvSpPr>
            <p:spPr>
              <a:xfrm>
                <a:off x="2705910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39" name="Oval 4438">
                <a:extLst>
                  <a:ext uri="{FF2B5EF4-FFF2-40B4-BE49-F238E27FC236}">
                    <a16:creationId xmlns:a16="http://schemas.microsoft.com/office/drawing/2014/main" id="{BE06D547-0137-FE21-8C17-5D91058C0814}"/>
                  </a:ext>
                </a:extLst>
              </p:cNvPr>
              <p:cNvSpPr/>
              <p:nvPr/>
            </p:nvSpPr>
            <p:spPr>
              <a:xfrm>
                <a:off x="2888164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0" name="Oval 4439">
                <a:extLst>
                  <a:ext uri="{FF2B5EF4-FFF2-40B4-BE49-F238E27FC236}">
                    <a16:creationId xmlns:a16="http://schemas.microsoft.com/office/drawing/2014/main" id="{E43FD42C-9F7D-1A03-7D81-737D8CFD73EF}"/>
                  </a:ext>
                </a:extLst>
              </p:cNvPr>
              <p:cNvSpPr/>
              <p:nvPr/>
            </p:nvSpPr>
            <p:spPr>
              <a:xfrm>
                <a:off x="2826680" y="61423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1" name="Oval 4440">
                <a:extLst>
                  <a:ext uri="{FF2B5EF4-FFF2-40B4-BE49-F238E27FC236}">
                    <a16:creationId xmlns:a16="http://schemas.microsoft.com/office/drawing/2014/main" id="{737B18C6-69F0-BA99-5711-8E0F83880015}"/>
                  </a:ext>
                </a:extLst>
              </p:cNvPr>
              <p:cNvSpPr/>
              <p:nvPr/>
            </p:nvSpPr>
            <p:spPr>
              <a:xfrm>
                <a:off x="2931320" y="61439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2" name="Oval 4441">
                <a:extLst>
                  <a:ext uri="{FF2B5EF4-FFF2-40B4-BE49-F238E27FC236}">
                    <a16:creationId xmlns:a16="http://schemas.microsoft.com/office/drawing/2014/main" id="{904B6501-2611-2894-FB2E-D7438301AEEE}"/>
                  </a:ext>
                </a:extLst>
              </p:cNvPr>
              <p:cNvSpPr/>
              <p:nvPr/>
            </p:nvSpPr>
            <p:spPr>
              <a:xfrm>
                <a:off x="3030217" y="6303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3" name="Oval 4442">
                <a:extLst>
                  <a:ext uri="{FF2B5EF4-FFF2-40B4-BE49-F238E27FC236}">
                    <a16:creationId xmlns:a16="http://schemas.microsoft.com/office/drawing/2014/main" id="{30142A59-2291-C2DC-2FBA-2D3FB2D940C1}"/>
                  </a:ext>
                </a:extLst>
              </p:cNvPr>
              <p:cNvSpPr/>
              <p:nvPr/>
            </p:nvSpPr>
            <p:spPr>
              <a:xfrm>
                <a:off x="2917300" y="63679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4" name="Oval 4443">
                <a:extLst>
                  <a:ext uri="{FF2B5EF4-FFF2-40B4-BE49-F238E27FC236}">
                    <a16:creationId xmlns:a16="http://schemas.microsoft.com/office/drawing/2014/main" id="{5D85D5F1-9990-FF90-7031-E817BB6F3AD4}"/>
                  </a:ext>
                </a:extLst>
              </p:cNvPr>
              <p:cNvSpPr/>
              <p:nvPr/>
            </p:nvSpPr>
            <p:spPr>
              <a:xfrm>
                <a:off x="2906237" y="6387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5" name="Oval 4444">
                <a:extLst>
                  <a:ext uri="{FF2B5EF4-FFF2-40B4-BE49-F238E27FC236}">
                    <a16:creationId xmlns:a16="http://schemas.microsoft.com/office/drawing/2014/main" id="{C1B7F4F6-8D6B-49FB-FC87-C39DF21036B6}"/>
                  </a:ext>
                </a:extLst>
              </p:cNvPr>
              <p:cNvSpPr/>
              <p:nvPr/>
            </p:nvSpPr>
            <p:spPr>
              <a:xfrm>
                <a:off x="2673226" y="5987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6" name="Oval 4445">
                <a:extLst>
                  <a:ext uri="{FF2B5EF4-FFF2-40B4-BE49-F238E27FC236}">
                    <a16:creationId xmlns:a16="http://schemas.microsoft.com/office/drawing/2014/main" id="{78D3DA83-5125-02F4-32F5-DFF9C0FA281D}"/>
                  </a:ext>
                </a:extLst>
              </p:cNvPr>
              <p:cNvSpPr/>
              <p:nvPr/>
            </p:nvSpPr>
            <p:spPr>
              <a:xfrm>
                <a:off x="2983175" y="595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7" name="Oval 4446">
                <a:extLst>
                  <a:ext uri="{FF2B5EF4-FFF2-40B4-BE49-F238E27FC236}">
                    <a16:creationId xmlns:a16="http://schemas.microsoft.com/office/drawing/2014/main" id="{3885C2EF-A92A-222F-76DD-3D1C9817BB88}"/>
                  </a:ext>
                </a:extLst>
              </p:cNvPr>
              <p:cNvSpPr/>
              <p:nvPr/>
            </p:nvSpPr>
            <p:spPr>
              <a:xfrm>
                <a:off x="2833099" y="62101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8" name="Oval 4447">
                <a:extLst>
                  <a:ext uri="{FF2B5EF4-FFF2-40B4-BE49-F238E27FC236}">
                    <a16:creationId xmlns:a16="http://schemas.microsoft.com/office/drawing/2014/main" id="{39C406F4-1143-2043-32A9-BF8720F4EEB7}"/>
                  </a:ext>
                </a:extLst>
              </p:cNvPr>
              <p:cNvSpPr/>
              <p:nvPr/>
            </p:nvSpPr>
            <p:spPr>
              <a:xfrm>
                <a:off x="3596994" y="5473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49" name="Oval 4448">
                <a:extLst>
                  <a:ext uri="{FF2B5EF4-FFF2-40B4-BE49-F238E27FC236}">
                    <a16:creationId xmlns:a16="http://schemas.microsoft.com/office/drawing/2014/main" id="{10EC60D7-BE3C-2D8B-E7A1-C78359100EDD}"/>
                  </a:ext>
                </a:extLst>
              </p:cNvPr>
              <p:cNvSpPr/>
              <p:nvPr/>
            </p:nvSpPr>
            <p:spPr>
              <a:xfrm>
                <a:off x="3002853" y="6124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0" name="Oval 4449">
                <a:extLst>
                  <a:ext uri="{FF2B5EF4-FFF2-40B4-BE49-F238E27FC236}">
                    <a16:creationId xmlns:a16="http://schemas.microsoft.com/office/drawing/2014/main" id="{0177F640-8D8F-DAA5-9570-5B8886EE66FC}"/>
                  </a:ext>
                </a:extLst>
              </p:cNvPr>
              <p:cNvSpPr/>
              <p:nvPr/>
            </p:nvSpPr>
            <p:spPr>
              <a:xfrm>
                <a:off x="3016028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1" name="Oval 4450">
                <a:extLst>
                  <a:ext uri="{FF2B5EF4-FFF2-40B4-BE49-F238E27FC236}">
                    <a16:creationId xmlns:a16="http://schemas.microsoft.com/office/drawing/2014/main" id="{462EA13E-89E2-FE30-A579-2BC4EB4D5AD9}"/>
                  </a:ext>
                </a:extLst>
              </p:cNvPr>
              <p:cNvSpPr/>
              <p:nvPr/>
            </p:nvSpPr>
            <p:spPr>
              <a:xfrm>
                <a:off x="2844754" y="6119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2" name="Oval 4451">
                <a:extLst>
                  <a:ext uri="{FF2B5EF4-FFF2-40B4-BE49-F238E27FC236}">
                    <a16:creationId xmlns:a16="http://schemas.microsoft.com/office/drawing/2014/main" id="{D7AAD164-6294-889E-02DC-BCCC1198F2A3}"/>
                  </a:ext>
                </a:extLst>
              </p:cNvPr>
              <p:cNvSpPr/>
              <p:nvPr/>
            </p:nvSpPr>
            <p:spPr>
              <a:xfrm>
                <a:off x="3583228" y="552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3" name="Oval 4452">
                <a:extLst>
                  <a:ext uri="{FF2B5EF4-FFF2-40B4-BE49-F238E27FC236}">
                    <a16:creationId xmlns:a16="http://schemas.microsoft.com/office/drawing/2014/main" id="{57BF6EBC-17DD-4C5F-DBAE-8FE78700F6B9}"/>
                  </a:ext>
                </a:extLst>
              </p:cNvPr>
              <p:cNvSpPr/>
              <p:nvPr/>
            </p:nvSpPr>
            <p:spPr>
              <a:xfrm>
                <a:off x="3602315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4" name="Oval 4453">
                <a:extLst>
                  <a:ext uri="{FF2B5EF4-FFF2-40B4-BE49-F238E27FC236}">
                    <a16:creationId xmlns:a16="http://schemas.microsoft.com/office/drawing/2014/main" id="{9B162FAF-B6FE-60E0-AD89-DBE26F43F13B}"/>
                  </a:ext>
                </a:extLst>
              </p:cNvPr>
              <p:cNvSpPr/>
              <p:nvPr/>
            </p:nvSpPr>
            <p:spPr>
              <a:xfrm>
                <a:off x="3584833" y="5471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5" name="Oval 4454">
                <a:extLst>
                  <a:ext uri="{FF2B5EF4-FFF2-40B4-BE49-F238E27FC236}">
                    <a16:creationId xmlns:a16="http://schemas.microsoft.com/office/drawing/2014/main" id="{7607E369-84D8-C11A-0B7D-11362E932949}"/>
                  </a:ext>
                </a:extLst>
              </p:cNvPr>
              <p:cNvSpPr/>
              <p:nvPr/>
            </p:nvSpPr>
            <p:spPr>
              <a:xfrm>
                <a:off x="2942975" y="5898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6" name="Oval 4455">
                <a:extLst>
                  <a:ext uri="{FF2B5EF4-FFF2-40B4-BE49-F238E27FC236}">
                    <a16:creationId xmlns:a16="http://schemas.microsoft.com/office/drawing/2014/main" id="{78B7C7B3-39D9-FCDE-A72E-5C0984D24FDD}"/>
                  </a:ext>
                </a:extLst>
              </p:cNvPr>
              <p:cNvSpPr/>
              <p:nvPr/>
            </p:nvSpPr>
            <p:spPr>
              <a:xfrm>
                <a:off x="3114250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7" name="Oval 4456">
                <a:extLst>
                  <a:ext uri="{FF2B5EF4-FFF2-40B4-BE49-F238E27FC236}">
                    <a16:creationId xmlns:a16="http://schemas.microsoft.com/office/drawing/2014/main" id="{177EC909-9339-08B2-C037-45293D53567F}"/>
                  </a:ext>
                </a:extLst>
              </p:cNvPr>
              <p:cNvSpPr/>
              <p:nvPr/>
            </p:nvSpPr>
            <p:spPr>
              <a:xfrm>
                <a:off x="2996942" y="62803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8" name="Oval 4457">
                <a:extLst>
                  <a:ext uri="{FF2B5EF4-FFF2-40B4-BE49-F238E27FC236}">
                    <a16:creationId xmlns:a16="http://schemas.microsoft.com/office/drawing/2014/main" id="{63A9D9A7-BB45-5A55-AFB3-3431F5CFDAF8}"/>
                  </a:ext>
                </a:extLst>
              </p:cNvPr>
              <p:cNvSpPr/>
              <p:nvPr/>
            </p:nvSpPr>
            <p:spPr>
              <a:xfrm>
                <a:off x="2957754" y="63443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59" name="Oval 4458">
                <a:extLst>
                  <a:ext uri="{FF2B5EF4-FFF2-40B4-BE49-F238E27FC236}">
                    <a16:creationId xmlns:a16="http://schemas.microsoft.com/office/drawing/2014/main" id="{3347D77D-FF64-51C4-534F-FAFC43EA9AEE}"/>
                  </a:ext>
                </a:extLst>
              </p:cNvPr>
              <p:cNvSpPr/>
              <p:nvPr/>
            </p:nvSpPr>
            <p:spPr>
              <a:xfrm>
                <a:off x="3586775" y="551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0" name="Oval 4459">
                <a:extLst>
                  <a:ext uri="{FF2B5EF4-FFF2-40B4-BE49-F238E27FC236}">
                    <a16:creationId xmlns:a16="http://schemas.microsoft.com/office/drawing/2014/main" id="{48F7D5DC-1C36-7F01-1FA5-74890E61A3DE}"/>
                  </a:ext>
                </a:extLst>
              </p:cNvPr>
              <p:cNvSpPr/>
              <p:nvPr/>
            </p:nvSpPr>
            <p:spPr>
              <a:xfrm>
                <a:off x="3605778" y="547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1" name="Oval 4460">
                <a:extLst>
                  <a:ext uri="{FF2B5EF4-FFF2-40B4-BE49-F238E27FC236}">
                    <a16:creationId xmlns:a16="http://schemas.microsoft.com/office/drawing/2014/main" id="{C2952CE2-0589-9815-A985-6DC389903CA3}"/>
                  </a:ext>
                </a:extLst>
              </p:cNvPr>
              <p:cNvSpPr/>
              <p:nvPr/>
            </p:nvSpPr>
            <p:spPr>
              <a:xfrm>
                <a:off x="3630270" y="5530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2" name="Oval 4461">
                <a:extLst>
                  <a:ext uri="{FF2B5EF4-FFF2-40B4-BE49-F238E27FC236}">
                    <a16:creationId xmlns:a16="http://schemas.microsoft.com/office/drawing/2014/main" id="{099B795E-97FD-6136-D112-398637460723}"/>
                  </a:ext>
                </a:extLst>
              </p:cNvPr>
              <p:cNvSpPr/>
              <p:nvPr/>
            </p:nvSpPr>
            <p:spPr>
              <a:xfrm>
                <a:off x="2871273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3" name="Oval 4462">
                <a:extLst>
                  <a:ext uri="{FF2B5EF4-FFF2-40B4-BE49-F238E27FC236}">
                    <a16:creationId xmlns:a16="http://schemas.microsoft.com/office/drawing/2014/main" id="{BD8BA9D1-874E-8B10-9286-EF79ADF68F6D}"/>
                  </a:ext>
                </a:extLst>
              </p:cNvPr>
              <p:cNvSpPr/>
              <p:nvPr/>
            </p:nvSpPr>
            <p:spPr>
              <a:xfrm>
                <a:off x="2913162" y="6234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4" name="Oval 4463">
                <a:extLst>
                  <a:ext uri="{FF2B5EF4-FFF2-40B4-BE49-F238E27FC236}">
                    <a16:creationId xmlns:a16="http://schemas.microsoft.com/office/drawing/2014/main" id="{BD8F5BD8-AA5E-8128-D40F-02498E0D4711}"/>
                  </a:ext>
                </a:extLst>
              </p:cNvPr>
              <p:cNvSpPr/>
              <p:nvPr/>
            </p:nvSpPr>
            <p:spPr>
              <a:xfrm>
                <a:off x="3318546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5" name="Oval 4464">
                <a:extLst>
                  <a:ext uri="{FF2B5EF4-FFF2-40B4-BE49-F238E27FC236}">
                    <a16:creationId xmlns:a16="http://schemas.microsoft.com/office/drawing/2014/main" id="{44A43583-D66F-A2B6-AB35-9BDC2266E0AA}"/>
                  </a:ext>
                </a:extLst>
              </p:cNvPr>
              <p:cNvSpPr/>
              <p:nvPr/>
            </p:nvSpPr>
            <p:spPr>
              <a:xfrm>
                <a:off x="3024558" y="6228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6" name="Oval 4465">
                <a:extLst>
                  <a:ext uri="{FF2B5EF4-FFF2-40B4-BE49-F238E27FC236}">
                    <a16:creationId xmlns:a16="http://schemas.microsoft.com/office/drawing/2014/main" id="{DD19E069-53D4-2A2E-B00C-06C213888825}"/>
                  </a:ext>
                </a:extLst>
              </p:cNvPr>
              <p:cNvSpPr/>
              <p:nvPr/>
            </p:nvSpPr>
            <p:spPr>
              <a:xfrm>
                <a:off x="3621993" y="5509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7" name="Oval 4466">
                <a:extLst>
                  <a:ext uri="{FF2B5EF4-FFF2-40B4-BE49-F238E27FC236}">
                    <a16:creationId xmlns:a16="http://schemas.microsoft.com/office/drawing/2014/main" id="{A79C6E36-9F25-AC17-414A-2C759CA34D5B}"/>
                  </a:ext>
                </a:extLst>
              </p:cNvPr>
              <p:cNvSpPr/>
              <p:nvPr/>
            </p:nvSpPr>
            <p:spPr>
              <a:xfrm>
                <a:off x="2998124" y="6105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8" name="Oval 4467">
                <a:extLst>
                  <a:ext uri="{FF2B5EF4-FFF2-40B4-BE49-F238E27FC236}">
                    <a16:creationId xmlns:a16="http://schemas.microsoft.com/office/drawing/2014/main" id="{CD81D865-8621-0849-82D4-E480E176F4E4}"/>
                  </a:ext>
                </a:extLst>
              </p:cNvPr>
              <p:cNvSpPr/>
              <p:nvPr/>
            </p:nvSpPr>
            <p:spPr>
              <a:xfrm>
                <a:off x="3488723" y="5711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69" name="Oval 4468">
                <a:extLst>
                  <a:ext uri="{FF2B5EF4-FFF2-40B4-BE49-F238E27FC236}">
                    <a16:creationId xmlns:a16="http://schemas.microsoft.com/office/drawing/2014/main" id="{BB352394-72C5-1FC0-7580-B387B5AC0C27}"/>
                  </a:ext>
                </a:extLst>
              </p:cNvPr>
              <p:cNvSpPr/>
              <p:nvPr/>
            </p:nvSpPr>
            <p:spPr>
              <a:xfrm>
                <a:off x="3033257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0" name="Oval 4469">
                <a:extLst>
                  <a:ext uri="{FF2B5EF4-FFF2-40B4-BE49-F238E27FC236}">
                    <a16:creationId xmlns:a16="http://schemas.microsoft.com/office/drawing/2014/main" id="{DC4F9AC8-896B-B6E0-E68C-DF339D2BBAEE}"/>
                  </a:ext>
                </a:extLst>
              </p:cNvPr>
              <p:cNvSpPr/>
              <p:nvPr/>
            </p:nvSpPr>
            <p:spPr>
              <a:xfrm>
                <a:off x="3088913" y="6272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1" name="Oval 4470">
                <a:extLst>
                  <a:ext uri="{FF2B5EF4-FFF2-40B4-BE49-F238E27FC236}">
                    <a16:creationId xmlns:a16="http://schemas.microsoft.com/office/drawing/2014/main" id="{B2A43E22-5B0B-3EA6-B6EA-3E1ACCFE489C}"/>
                  </a:ext>
                </a:extLst>
              </p:cNvPr>
              <p:cNvSpPr/>
              <p:nvPr/>
            </p:nvSpPr>
            <p:spPr>
              <a:xfrm>
                <a:off x="3013748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2" name="Oval 4471">
                <a:extLst>
                  <a:ext uri="{FF2B5EF4-FFF2-40B4-BE49-F238E27FC236}">
                    <a16:creationId xmlns:a16="http://schemas.microsoft.com/office/drawing/2014/main" id="{1D3604ED-7D2D-B346-04C7-4EF25A874C93}"/>
                  </a:ext>
                </a:extLst>
              </p:cNvPr>
              <p:cNvSpPr/>
              <p:nvPr/>
            </p:nvSpPr>
            <p:spPr>
              <a:xfrm>
                <a:off x="2904294" y="62786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3" name="Oval 4472">
                <a:extLst>
                  <a:ext uri="{FF2B5EF4-FFF2-40B4-BE49-F238E27FC236}">
                    <a16:creationId xmlns:a16="http://schemas.microsoft.com/office/drawing/2014/main" id="{CF25F95D-10FC-BBEC-06AE-538CCBE253CC}"/>
                  </a:ext>
                </a:extLst>
              </p:cNvPr>
              <p:cNvSpPr/>
              <p:nvPr/>
            </p:nvSpPr>
            <p:spPr>
              <a:xfrm>
                <a:off x="3064928" y="63065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4" name="Oval 4473">
                <a:extLst>
                  <a:ext uri="{FF2B5EF4-FFF2-40B4-BE49-F238E27FC236}">
                    <a16:creationId xmlns:a16="http://schemas.microsoft.com/office/drawing/2014/main" id="{71CB8904-89BF-8294-0EA3-F690E61BBE0C}"/>
                  </a:ext>
                </a:extLst>
              </p:cNvPr>
              <p:cNvSpPr/>
              <p:nvPr/>
            </p:nvSpPr>
            <p:spPr>
              <a:xfrm>
                <a:off x="3009272" y="6284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5" name="Oval 4474">
                <a:extLst>
                  <a:ext uri="{FF2B5EF4-FFF2-40B4-BE49-F238E27FC236}">
                    <a16:creationId xmlns:a16="http://schemas.microsoft.com/office/drawing/2014/main" id="{DC60B0DB-B802-9539-B65F-505C333CD7D4}"/>
                  </a:ext>
                </a:extLst>
              </p:cNvPr>
              <p:cNvSpPr/>
              <p:nvPr/>
            </p:nvSpPr>
            <p:spPr>
              <a:xfrm>
                <a:off x="2821275" y="6167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6" name="Oval 4475">
                <a:extLst>
                  <a:ext uri="{FF2B5EF4-FFF2-40B4-BE49-F238E27FC236}">
                    <a16:creationId xmlns:a16="http://schemas.microsoft.com/office/drawing/2014/main" id="{2B6207EB-D443-702A-6426-2519B25D95FF}"/>
                  </a:ext>
                </a:extLst>
              </p:cNvPr>
              <p:cNvSpPr/>
              <p:nvPr/>
            </p:nvSpPr>
            <p:spPr>
              <a:xfrm>
                <a:off x="3609156" y="5454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7" name="Oval 4476">
                <a:extLst>
                  <a:ext uri="{FF2B5EF4-FFF2-40B4-BE49-F238E27FC236}">
                    <a16:creationId xmlns:a16="http://schemas.microsoft.com/office/drawing/2014/main" id="{BCF67AB9-D1BF-EE33-2F4C-878CDE57012B}"/>
                  </a:ext>
                </a:extLst>
              </p:cNvPr>
              <p:cNvSpPr/>
              <p:nvPr/>
            </p:nvSpPr>
            <p:spPr>
              <a:xfrm>
                <a:off x="2955390" y="6375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8" name="Oval 4477">
                <a:extLst>
                  <a:ext uri="{FF2B5EF4-FFF2-40B4-BE49-F238E27FC236}">
                    <a16:creationId xmlns:a16="http://schemas.microsoft.com/office/drawing/2014/main" id="{A2E1EDA1-49AE-D49F-E811-EC8DFF5C4E7C}"/>
                  </a:ext>
                </a:extLst>
              </p:cNvPr>
              <p:cNvSpPr/>
              <p:nvPr/>
            </p:nvSpPr>
            <p:spPr>
              <a:xfrm>
                <a:off x="2822035" y="617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79" name="Oval 4478">
                <a:extLst>
                  <a:ext uri="{FF2B5EF4-FFF2-40B4-BE49-F238E27FC236}">
                    <a16:creationId xmlns:a16="http://schemas.microsoft.com/office/drawing/2014/main" id="{C38E1143-6271-70F7-013A-59A7F4099646}"/>
                  </a:ext>
                </a:extLst>
              </p:cNvPr>
              <p:cNvSpPr/>
              <p:nvPr/>
            </p:nvSpPr>
            <p:spPr>
              <a:xfrm>
                <a:off x="3620726" y="5582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0" name="Oval 4479">
                <a:extLst>
                  <a:ext uri="{FF2B5EF4-FFF2-40B4-BE49-F238E27FC236}">
                    <a16:creationId xmlns:a16="http://schemas.microsoft.com/office/drawing/2014/main" id="{108D853F-8882-8ED5-0B68-7844AFB8539B}"/>
                  </a:ext>
                </a:extLst>
              </p:cNvPr>
              <p:cNvSpPr/>
              <p:nvPr/>
            </p:nvSpPr>
            <p:spPr>
              <a:xfrm>
                <a:off x="2735807" y="6009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1" name="Oval 4480">
                <a:extLst>
                  <a:ext uri="{FF2B5EF4-FFF2-40B4-BE49-F238E27FC236}">
                    <a16:creationId xmlns:a16="http://schemas.microsoft.com/office/drawing/2014/main" id="{08CD9FD0-B99C-794C-EBE1-84204CE60876}"/>
                  </a:ext>
                </a:extLst>
              </p:cNvPr>
              <p:cNvSpPr/>
              <p:nvPr/>
            </p:nvSpPr>
            <p:spPr>
              <a:xfrm>
                <a:off x="3118641" y="6307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2" name="Oval 4481">
                <a:extLst>
                  <a:ext uri="{FF2B5EF4-FFF2-40B4-BE49-F238E27FC236}">
                    <a16:creationId xmlns:a16="http://schemas.microsoft.com/office/drawing/2014/main" id="{79C1EB7E-5AE3-8DC1-8E62-5C3712F4B18C}"/>
                  </a:ext>
                </a:extLst>
              </p:cNvPr>
              <p:cNvSpPr/>
              <p:nvPr/>
            </p:nvSpPr>
            <p:spPr>
              <a:xfrm>
                <a:off x="3584242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3" name="Oval 4482">
                <a:extLst>
                  <a:ext uri="{FF2B5EF4-FFF2-40B4-BE49-F238E27FC236}">
                    <a16:creationId xmlns:a16="http://schemas.microsoft.com/office/drawing/2014/main" id="{C1BB5D74-E5A8-EE6E-0BE5-A0D16A2B2882}"/>
                  </a:ext>
                </a:extLst>
              </p:cNvPr>
              <p:cNvSpPr/>
              <p:nvPr/>
            </p:nvSpPr>
            <p:spPr>
              <a:xfrm>
                <a:off x="3562114" y="559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4" name="Oval 4483">
                <a:extLst>
                  <a:ext uri="{FF2B5EF4-FFF2-40B4-BE49-F238E27FC236}">
                    <a16:creationId xmlns:a16="http://schemas.microsoft.com/office/drawing/2014/main" id="{3BF483B9-B284-2987-ACEF-358900A185FE}"/>
                  </a:ext>
                </a:extLst>
              </p:cNvPr>
              <p:cNvSpPr/>
              <p:nvPr/>
            </p:nvSpPr>
            <p:spPr>
              <a:xfrm>
                <a:off x="2918145" y="62685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5" name="Oval 4484">
                <a:extLst>
                  <a:ext uri="{FF2B5EF4-FFF2-40B4-BE49-F238E27FC236}">
                    <a16:creationId xmlns:a16="http://schemas.microsoft.com/office/drawing/2014/main" id="{E93D51B7-4F98-5EC3-980A-14AD2C318DAE}"/>
                  </a:ext>
                </a:extLst>
              </p:cNvPr>
              <p:cNvSpPr/>
              <p:nvPr/>
            </p:nvSpPr>
            <p:spPr>
              <a:xfrm>
                <a:off x="3617264" y="554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6" name="Oval 4485">
                <a:extLst>
                  <a:ext uri="{FF2B5EF4-FFF2-40B4-BE49-F238E27FC236}">
                    <a16:creationId xmlns:a16="http://schemas.microsoft.com/office/drawing/2014/main" id="{41D5A33E-ECC9-6BE8-BA97-D727B1AEAFB7}"/>
                  </a:ext>
                </a:extLst>
              </p:cNvPr>
              <p:cNvSpPr/>
              <p:nvPr/>
            </p:nvSpPr>
            <p:spPr>
              <a:xfrm>
                <a:off x="2969494" y="62194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7" name="Oval 4486">
                <a:extLst>
                  <a:ext uri="{FF2B5EF4-FFF2-40B4-BE49-F238E27FC236}">
                    <a16:creationId xmlns:a16="http://schemas.microsoft.com/office/drawing/2014/main" id="{92C0F43B-309D-C877-BD22-ADB1E09FDCED}"/>
                  </a:ext>
                </a:extLst>
              </p:cNvPr>
              <p:cNvSpPr/>
              <p:nvPr/>
            </p:nvSpPr>
            <p:spPr>
              <a:xfrm>
                <a:off x="2691890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8" name="Oval 4487">
                <a:extLst>
                  <a:ext uri="{FF2B5EF4-FFF2-40B4-BE49-F238E27FC236}">
                    <a16:creationId xmlns:a16="http://schemas.microsoft.com/office/drawing/2014/main" id="{062A5F89-A269-12E7-C581-ABFC7CF213DC}"/>
                  </a:ext>
                </a:extLst>
              </p:cNvPr>
              <p:cNvSpPr/>
              <p:nvPr/>
            </p:nvSpPr>
            <p:spPr>
              <a:xfrm>
                <a:off x="2817306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89" name="Oval 4488">
                <a:extLst>
                  <a:ext uri="{FF2B5EF4-FFF2-40B4-BE49-F238E27FC236}">
                    <a16:creationId xmlns:a16="http://schemas.microsoft.com/office/drawing/2014/main" id="{F71C940D-3D01-61CF-90A2-7BA7A6DAA112}"/>
                  </a:ext>
                </a:extLst>
              </p:cNvPr>
              <p:cNvSpPr/>
              <p:nvPr/>
            </p:nvSpPr>
            <p:spPr>
              <a:xfrm>
                <a:off x="3080552" y="61992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0" name="Oval 4489">
                <a:extLst>
                  <a:ext uri="{FF2B5EF4-FFF2-40B4-BE49-F238E27FC236}">
                    <a16:creationId xmlns:a16="http://schemas.microsoft.com/office/drawing/2014/main" id="{9EBD119A-B7E3-0859-C897-BF1B1B8AA86B}"/>
                  </a:ext>
                </a:extLst>
              </p:cNvPr>
              <p:cNvSpPr/>
              <p:nvPr/>
            </p:nvSpPr>
            <p:spPr>
              <a:xfrm>
                <a:off x="2851510" y="6178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1" name="Oval 4490">
                <a:extLst>
                  <a:ext uri="{FF2B5EF4-FFF2-40B4-BE49-F238E27FC236}">
                    <a16:creationId xmlns:a16="http://schemas.microsoft.com/office/drawing/2014/main" id="{37479E10-C8CD-6E6D-9637-589FBEB1AC87}"/>
                  </a:ext>
                </a:extLst>
              </p:cNvPr>
              <p:cNvSpPr/>
              <p:nvPr/>
            </p:nvSpPr>
            <p:spPr>
              <a:xfrm>
                <a:off x="2806411" y="61682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2" name="Oval 4491">
                <a:extLst>
                  <a:ext uri="{FF2B5EF4-FFF2-40B4-BE49-F238E27FC236}">
                    <a16:creationId xmlns:a16="http://schemas.microsoft.com/office/drawing/2014/main" id="{5D404DE8-4D4E-F910-E7AD-DA9EB770A479}"/>
                  </a:ext>
                </a:extLst>
              </p:cNvPr>
              <p:cNvSpPr/>
              <p:nvPr/>
            </p:nvSpPr>
            <p:spPr>
              <a:xfrm>
                <a:off x="3202336" y="6050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3" name="Oval 4492">
                <a:extLst>
                  <a:ext uri="{FF2B5EF4-FFF2-40B4-BE49-F238E27FC236}">
                    <a16:creationId xmlns:a16="http://schemas.microsoft.com/office/drawing/2014/main" id="{AFE4269B-4F78-2068-C411-22E563C45CE4}"/>
                  </a:ext>
                </a:extLst>
              </p:cNvPr>
              <p:cNvSpPr/>
              <p:nvPr/>
            </p:nvSpPr>
            <p:spPr>
              <a:xfrm>
                <a:off x="3169652" y="62593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4" name="Oval 4493">
                <a:extLst>
                  <a:ext uri="{FF2B5EF4-FFF2-40B4-BE49-F238E27FC236}">
                    <a16:creationId xmlns:a16="http://schemas.microsoft.com/office/drawing/2014/main" id="{3B275B95-4E6D-8F12-4251-6580D79E608A}"/>
                  </a:ext>
                </a:extLst>
              </p:cNvPr>
              <p:cNvSpPr/>
              <p:nvPr/>
            </p:nvSpPr>
            <p:spPr>
              <a:xfrm>
                <a:off x="2918398" y="6328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5" name="Oval 4494">
                <a:extLst>
                  <a:ext uri="{FF2B5EF4-FFF2-40B4-BE49-F238E27FC236}">
                    <a16:creationId xmlns:a16="http://schemas.microsoft.com/office/drawing/2014/main" id="{C28A17D2-22DC-9C1D-439B-F7E92E767B0D}"/>
                  </a:ext>
                </a:extLst>
              </p:cNvPr>
              <p:cNvSpPr/>
              <p:nvPr/>
            </p:nvSpPr>
            <p:spPr>
              <a:xfrm>
                <a:off x="3125229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6" name="Oval 4495">
                <a:extLst>
                  <a:ext uri="{FF2B5EF4-FFF2-40B4-BE49-F238E27FC236}">
                    <a16:creationId xmlns:a16="http://schemas.microsoft.com/office/drawing/2014/main" id="{CCDDA07C-247E-724B-4C69-74338E16E7E8}"/>
                  </a:ext>
                </a:extLst>
              </p:cNvPr>
              <p:cNvSpPr/>
              <p:nvPr/>
            </p:nvSpPr>
            <p:spPr>
              <a:xfrm>
                <a:off x="3575120" y="569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7" name="Oval 4496">
                <a:extLst>
                  <a:ext uri="{FF2B5EF4-FFF2-40B4-BE49-F238E27FC236}">
                    <a16:creationId xmlns:a16="http://schemas.microsoft.com/office/drawing/2014/main" id="{A9CA308F-3513-2530-8894-2B365004CA3A}"/>
                  </a:ext>
                </a:extLst>
              </p:cNvPr>
              <p:cNvSpPr/>
              <p:nvPr/>
            </p:nvSpPr>
            <p:spPr>
              <a:xfrm>
                <a:off x="2915949" y="618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8" name="Oval 4497">
                <a:extLst>
                  <a:ext uri="{FF2B5EF4-FFF2-40B4-BE49-F238E27FC236}">
                    <a16:creationId xmlns:a16="http://schemas.microsoft.com/office/drawing/2014/main" id="{F55646CD-3837-97CC-4B74-3D2438BEA75D}"/>
                  </a:ext>
                </a:extLst>
              </p:cNvPr>
              <p:cNvSpPr/>
              <p:nvPr/>
            </p:nvSpPr>
            <p:spPr>
              <a:xfrm>
                <a:off x="3043645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99" name="Oval 4498">
                <a:extLst>
                  <a:ext uri="{FF2B5EF4-FFF2-40B4-BE49-F238E27FC236}">
                    <a16:creationId xmlns:a16="http://schemas.microsoft.com/office/drawing/2014/main" id="{FE0AB18C-6BF6-7094-6AC4-5BAD707FAF68}"/>
                  </a:ext>
                </a:extLst>
              </p:cNvPr>
              <p:cNvSpPr/>
              <p:nvPr/>
            </p:nvSpPr>
            <p:spPr>
              <a:xfrm>
                <a:off x="3613294" y="54981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0" name="Oval 4499">
                <a:extLst>
                  <a:ext uri="{FF2B5EF4-FFF2-40B4-BE49-F238E27FC236}">
                    <a16:creationId xmlns:a16="http://schemas.microsoft.com/office/drawing/2014/main" id="{087FD369-B32A-7436-51E2-2ACE68C71AAA}"/>
                  </a:ext>
                </a:extLst>
              </p:cNvPr>
              <p:cNvSpPr/>
              <p:nvPr/>
            </p:nvSpPr>
            <p:spPr>
              <a:xfrm>
                <a:off x="2950322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1" name="Oval 4500">
                <a:extLst>
                  <a:ext uri="{FF2B5EF4-FFF2-40B4-BE49-F238E27FC236}">
                    <a16:creationId xmlns:a16="http://schemas.microsoft.com/office/drawing/2014/main" id="{39270FF4-C9C7-9383-15BB-61F529C7B035}"/>
                  </a:ext>
                </a:extLst>
              </p:cNvPr>
              <p:cNvSpPr/>
              <p:nvPr/>
            </p:nvSpPr>
            <p:spPr>
              <a:xfrm>
                <a:off x="3066364" y="602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2" name="Oval 4501">
                <a:extLst>
                  <a:ext uri="{FF2B5EF4-FFF2-40B4-BE49-F238E27FC236}">
                    <a16:creationId xmlns:a16="http://schemas.microsoft.com/office/drawing/2014/main" id="{A8D8A4A6-0986-13CD-2C81-7A79507191D7}"/>
                  </a:ext>
                </a:extLst>
              </p:cNvPr>
              <p:cNvSpPr/>
              <p:nvPr/>
            </p:nvSpPr>
            <p:spPr>
              <a:xfrm>
                <a:off x="3174550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3" name="Oval 4502">
                <a:extLst>
                  <a:ext uri="{FF2B5EF4-FFF2-40B4-BE49-F238E27FC236}">
                    <a16:creationId xmlns:a16="http://schemas.microsoft.com/office/drawing/2014/main" id="{44E57BE7-443A-E06E-5511-DD14A3BE74DC}"/>
                  </a:ext>
                </a:extLst>
              </p:cNvPr>
              <p:cNvSpPr/>
              <p:nvPr/>
            </p:nvSpPr>
            <p:spPr>
              <a:xfrm>
                <a:off x="3088069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4" name="Oval 4503">
                <a:extLst>
                  <a:ext uri="{FF2B5EF4-FFF2-40B4-BE49-F238E27FC236}">
                    <a16:creationId xmlns:a16="http://schemas.microsoft.com/office/drawing/2014/main" id="{02036E9E-2B85-A4B6-E703-F7F2A0FAD3DE}"/>
                  </a:ext>
                </a:extLst>
              </p:cNvPr>
              <p:cNvSpPr/>
              <p:nvPr/>
            </p:nvSpPr>
            <p:spPr>
              <a:xfrm>
                <a:off x="2963413" y="6348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5" name="Oval 4504">
                <a:extLst>
                  <a:ext uri="{FF2B5EF4-FFF2-40B4-BE49-F238E27FC236}">
                    <a16:creationId xmlns:a16="http://schemas.microsoft.com/office/drawing/2014/main" id="{B15FF222-67EC-DF99-6591-D6C7F5E1E9F5}"/>
                  </a:ext>
                </a:extLst>
              </p:cNvPr>
              <p:cNvSpPr/>
              <p:nvPr/>
            </p:nvSpPr>
            <p:spPr>
              <a:xfrm>
                <a:off x="3110534" y="6320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6" name="Oval 4505">
                <a:extLst>
                  <a:ext uri="{FF2B5EF4-FFF2-40B4-BE49-F238E27FC236}">
                    <a16:creationId xmlns:a16="http://schemas.microsoft.com/office/drawing/2014/main" id="{AEEC6739-9C11-527E-383D-34C26E300B4A}"/>
                  </a:ext>
                </a:extLst>
              </p:cNvPr>
              <p:cNvSpPr/>
              <p:nvPr/>
            </p:nvSpPr>
            <p:spPr>
              <a:xfrm>
                <a:off x="3181729" y="6088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7" name="Oval 4506">
                <a:extLst>
                  <a:ext uri="{FF2B5EF4-FFF2-40B4-BE49-F238E27FC236}">
                    <a16:creationId xmlns:a16="http://schemas.microsoft.com/office/drawing/2014/main" id="{7164AD94-23F5-7790-2B1A-75A2B0B2C455}"/>
                  </a:ext>
                </a:extLst>
              </p:cNvPr>
              <p:cNvSpPr/>
              <p:nvPr/>
            </p:nvSpPr>
            <p:spPr>
              <a:xfrm>
                <a:off x="3046770" y="6334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8" name="Oval 4507">
                <a:extLst>
                  <a:ext uri="{FF2B5EF4-FFF2-40B4-BE49-F238E27FC236}">
                    <a16:creationId xmlns:a16="http://schemas.microsoft.com/office/drawing/2014/main" id="{3A3EF0CA-E1C0-792D-BB1D-930E032F746B}"/>
                  </a:ext>
                </a:extLst>
              </p:cNvPr>
              <p:cNvSpPr/>
              <p:nvPr/>
            </p:nvSpPr>
            <p:spPr>
              <a:xfrm>
                <a:off x="3624527" y="550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09" name="Oval 4508">
                <a:extLst>
                  <a:ext uri="{FF2B5EF4-FFF2-40B4-BE49-F238E27FC236}">
                    <a16:creationId xmlns:a16="http://schemas.microsoft.com/office/drawing/2014/main" id="{80E7FAAF-3B92-B50E-A1EE-DC770165957B}"/>
                  </a:ext>
                </a:extLst>
              </p:cNvPr>
              <p:cNvSpPr/>
              <p:nvPr/>
            </p:nvSpPr>
            <p:spPr>
              <a:xfrm>
                <a:off x="3554007" y="5542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0" name="Oval 4509">
                <a:extLst>
                  <a:ext uri="{FF2B5EF4-FFF2-40B4-BE49-F238E27FC236}">
                    <a16:creationId xmlns:a16="http://schemas.microsoft.com/office/drawing/2014/main" id="{C73CE15E-9452-EB98-23E2-F85EC6AF84B6}"/>
                  </a:ext>
                </a:extLst>
              </p:cNvPr>
              <p:cNvSpPr/>
              <p:nvPr/>
            </p:nvSpPr>
            <p:spPr>
              <a:xfrm>
                <a:off x="3312128" y="62793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1" name="Oval 4510">
                <a:extLst>
                  <a:ext uri="{FF2B5EF4-FFF2-40B4-BE49-F238E27FC236}">
                    <a16:creationId xmlns:a16="http://schemas.microsoft.com/office/drawing/2014/main" id="{BED14466-1445-F544-8E92-A06D7FB7CC68}"/>
                  </a:ext>
                </a:extLst>
              </p:cNvPr>
              <p:cNvSpPr/>
              <p:nvPr/>
            </p:nvSpPr>
            <p:spPr>
              <a:xfrm>
                <a:off x="3152677" y="591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2" name="Oval 4511">
                <a:extLst>
                  <a:ext uri="{FF2B5EF4-FFF2-40B4-BE49-F238E27FC236}">
                    <a16:creationId xmlns:a16="http://schemas.microsoft.com/office/drawing/2014/main" id="{86E2DD7C-7D1B-6AA3-33F9-EDBF29EC4947}"/>
                  </a:ext>
                </a:extLst>
              </p:cNvPr>
              <p:cNvSpPr/>
              <p:nvPr/>
            </p:nvSpPr>
            <p:spPr>
              <a:xfrm>
                <a:off x="3630523" y="55078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3" name="Oval 4512">
                <a:extLst>
                  <a:ext uri="{FF2B5EF4-FFF2-40B4-BE49-F238E27FC236}">
                    <a16:creationId xmlns:a16="http://schemas.microsoft.com/office/drawing/2014/main" id="{59589936-A92F-42A2-3A33-C1E877929599}"/>
                  </a:ext>
                </a:extLst>
              </p:cNvPr>
              <p:cNvSpPr/>
              <p:nvPr/>
            </p:nvSpPr>
            <p:spPr>
              <a:xfrm>
                <a:off x="2818657" y="6204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4" name="Oval 4513">
                <a:extLst>
                  <a:ext uri="{FF2B5EF4-FFF2-40B4-BE49-F238E27FC236}">
                    <a16:creationId xmlns:a16="http://schemas.microsoft.com/office/drawing/2014/main" id="{982AEC5E-BC56-AF4B-4C22-D18960BC408A}"/>
                  </a:ext>
                </a:extLst>
              </p:cNvPr>
              <p:cNvSpPr/>
              <p:nvPr/>
            </p:nvSpPr>
            <p:spPr>
              <a:xfrm>
                <a:off x="3118388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5" name="Oval 4514">
                <a:extLst>
                  <a:ext uri="{FF2B5EF4-FFF2-40B4-BE49-F238E27FC236}">
                    <a16:creationId xmlns:a16="http://schemas.microsoft.com/office/drawing/2014/main" id="{9908FEA9-FDA6-A678-C23B-DBDC8F9E71AD}"/>
                  </a:ext>
                </a:extLst>
              </p:cNvPr>
              <p:cNvSpPr/>
              <p:nvPr/>
            </p:nvSpPr>
            <p:spPr>
              <a:xfrm>
                <a:off x="3051584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6" name="Oval 4515">
                <a:extLst>
                  <a:ext uri="{FF2B5EF4-FFF2-40B4-BE49-F238E27FC236}">
                    <a16:creationId xmlns:a16="http://schemas.microsoft.com/office/drawing/2014/main" id="{AAA16884-52E9-2F0B-FD61-8A928E69731A}"/>
                  </a:ext>
                </a:extLst>
              </p:cNvPr>
              <p:cNvSpPr/>
              <p:nvPr/>
            </p:nvSpPr>
            <p:spPr>
              <a:xfrm>
                <a:off x="2804469" y="61687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7" name="Oval 4516">
                <a:extLst>
                  <a:ext uri="{FF2B5EF4-FFF2-40B4-BE49-F238E27FC236}">
                    <a16:creationId xmlns:a16="http://schemas.microsoft.com/office/drawing/2014/main" id="{95655BD4-AAE1-C2B5-DFF7-D2AB0BCFD260}"/>
                  </a:ext>
                </a:extLst>
              </p:cNvPr>
              <p:cNvSpPr/>
              <p:nvPr/>
            </p:nvSpPr>
            <p:spPr>
              <a:xfrm>
                <a:off x="2810465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8" name="Oval 4517">
                <a:extLst>
                  <a:ext uri="{FF2B5EF4-FFF2-40B4-BE49-F238E27FC236}">
                    <a16:creationId xmlns:a16="http://schemas.microsoft.com/office/drawing/2014/main" id="{41769E51-2004-48F5-0B12-CAB65D7783EF}"/>
                  </a:ext>
                </a:extLst>
              </p:cNvPr>
              <p:cNvSpPr/>
              <p:nvPr/>
            </p:nvSpPr>
            <p:spPr>
              <a:xfrm>
                <a:off x="2952349" y="63421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19" name="Oval 4518">
                <a:extLst>
                  <a:ext uri="{FF2B5EF4-FFF2-40B4-BE49-F238E27FC236}">
                    <a16:creationId xmlns:a16="http://schemas.microsoft.com/office/drawing/2014/main" id="{86549E5C-A014-F8E8-2C6D-58BEC41199E5}"/>
                  </a:ext>
                </a:extLst>
              </p:cNvPr>
              <p:cNvSpPr/>
              <p:nvPr/>
            </p:nvSpPr>
            <p:spPr>
              <a:xfrm>
                <a:off x="3565746" y="565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0" name="Oval 4519">
                <a:extLst>
                  <a:ext uri="{FF2B5EF4-FFF2-40B4-BE49-F238E27FC236}">
                    <a16:creationId xmlns:a16="http://schemas.microsoft.com/office/drawing/2014/main" id="{E22BAD1C-B1B3-7267-6571-0C21B226E36B}"/>
                  </a:ext>
                </a:extLst>
              </p:cNvPr>
              <p:cNvSpPr/>
              <p:nvPr/>
            </p:nvSpPr>
            <p:spPr>
              <a:xfrm>
                <a:off x="3008174" y="63052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1" name="Oval 4520">
                <a:extLst>
                  <a:ext uri="{FF2B5EF4-FFF2-40B4-BE49-F238E27FC236}">
                    <a16:creationId xmlns:a16="http://schemas.microsoft.com/office/drawing/2014/main" id="{880F7ADE-442B-ADDD-7298-510DF3CFEF6C}"/>
                  </a:ext>
                </a:extLst>
              </p:cNvPr>
              <p:cNvSpPr/>
              <p:nvPr/>
            </p:nvSpPr>
            <p:spPr>
              <a:xfrm>
                <a:off x="2847878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2" name="Oval 4521">
                <a:extLst>
                  <a:ext uri="{FF2B5EF4-FFF2-40B4-BE49-F238E27FC236}">
                    <a16:creationId xmlns:a16="http://schemas.microsoft.com/office/drawing/2014/main" id="{5933F5E0-1130-3236-82C4-862D51559340}"/>
                  </a:ext>
                </a:extLst>
              </p:cNvPr>
              <p:cNvSpPr/>
              <p:nvPr/>
            </p:nvSpPr>
            <p:spPr>
              <a:xfrm>
                <a:off x="2947451" y="6283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3" name="Oval 4522">
                <a:extLst>
                  <a:ext uri="{FF2B5EF4-FFF2-40B4-BE49-F238E27FC236}">
                    <a16:creationId xmlns:a16="http://schemas.microsoft.com/office/drawing/2014/main" id="{8E9AC733-4C7E-BA42-BC3F-473098472CD8}"/>
                  </a:ext>
                </a:extLst>
              </p:cNvPr>
              <p:cNvSpPr/>
              <p:nvPr/>
            </p:nvSpPr>
            <p:spPr>
              <a:xfrm>
                <a:off x="2898214" y="6080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4" name="Oval 4523">
                <a:extLst>
                  <a:ext uri="{FF2B5EF4-FFF2-40B4-BE49-F238E27FC236}">
                    <a16:creationId xmlns:a16="http://schemas.microsoft.com/office/drawing/2014/main" id="{2C3074E3-1BBF-5B06-2B43-D9EF800792F7}"/>
                  </a:ext>
                </a:extLst>
              </p:cNvPr>
              <p:cNvSpPr/>
              <p:nvPr/>
            </p:nvSpPr>
            <p:spPr>
              <a:xfrm>
                <a:off x="2993901" y="6181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5" name="Oval 4524">
                <a:extLst>
                  <a:ext uri="{FF2B5EF4-FFF2-40B4-BE49-F238E27FC236}">
                    <a16:creationId xmlns:a16="http://schemas.microsoft.com/office/drawing/2014/main" id="{220C8417-9EFB-4298-D03E-A8DDFE2AEDE6}"/>
                  </a:ext>
                </a:extLst>
              </p:cNvPr>
              <p:cNvSpPr/>
              <p:nvPr/>
            </p:nvSpPr>
            <p:spPr>
              <a:xfrm>
                <a:off x="3146089" y="62733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6" name="Oval 4525">
                <a:extLst>
                  <a:ext uri="{FF2B5EF4-FFF2-40B4-BE49-F238E27FC236}">
                    <a16:creationId xmlns:a16="http://schemas.microsoft.com/office/drawing/2014/main" id="{CB522F20-C46D-34FF-F3EC-49689C77D767}"/>
                  </a:ext>
                </a:extLst>
              </p:cNvPr>
              <p:cNvSpPr/>
              <p:nvPr/>
            </p:nvSpPr>
            <p:spPr>
              <a:xfrm>
                <a:off x="2946944" y="60369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7" name="Oval 4526">
                <a:extLst>
                  <a:ext uri="{FF2B5EF4-FFF2-40B4-BE49-F238E27FC236}">
                    <a16:creationId xmlns:a16="http://schemas.microsoft.com/office/drawing/2014/main" id="{221409B8-468D-F0FD-2644-C25D068C3FB9}"/>
                  </a:ext>
                </a:extLst>
              </p:cNvPr>
              <p:cNvSpPr/>
              <p:nvPr/>
            </p:nvSpPr>
            <p:spPr>
              <a:xfrm>
                <a:off x="2915780" y="6045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8" name="Oval 4527">
                <a:extLst>
                  <a:ext uri="{FF2B5EF4-FFF2-40B4-BE49-F238E27FC236}">
                    <a16:creationId xmlns:a16="http://schemas.microsoft.com/office/drawing/2014/main" id="{9E7C8A55-A396-8749-149E-E9D86563DE76}"/>
                  </a:ext>
                </a:extLst>
              </p:cNvPr>
              <p:cNvSpPr/>
              <p:nvPr/>
            </p:nvSpPr>
            <p:spPr>
              <a:xfrm>
                <a:off x="3616250" y="5499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29" name="Oval 4528">
                <a:extLst>
                  <a:ext uri="{FF2B5EF4-FFF2-40B4-BE49-F238E27FC236}">
                    <a16:creationId xmlns:a16="http://schemas.microsoft.com/office/drawing/2014/main" id="{88856CBA-F344-0481-2048-57875D8190F5}"/>
                  </a:ext>
                </a:extLst>
              </p:cNvPr>
              <p:cNvSpPr/>
              <p:nvPr/>
            </p:nvSpPr>
            <p:spPr>
              <a:xfrm>
                <a:off x="2862996" y="61186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0" name="Oval 4529">
                <a:extLst>
                  <a:ext uri="{FF2B5EF4-FFF2-40B4-BE49-F238E27FC236}">
                    <a16:creationId xmlns:a16="http://schemas.microsoft.com/office/drawing/2014/main" id="{BB007A52-D2DC-E63F-073F-248AC60FE6A3}"/>
                  </a:ext>
                </a:extLst>
              </p:cNvPr>
              <p:cNvSpPr/>
              <p:nvPr/>
            </p:nvSpPr>
            <p:spPr>
              <a:xfrm>
                <a:off x="3133167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1" name="Oval 4530">
                <a:extLst>
                  <a:ext uri="{FF2B5EF4-FFF2-40B4-BE49-F238E27FC236}">
                    <a16:creationId xmlns:a16="http://schemas.microsoft.com/office/drawing/2014/main" id="{C49B1104-CD63-949F-1B41-957FE34EA7E7}"/>
                  </a:ext>
                </a:extLst>
              </p:cNvPr>
              <p:cNvSpPr/>
              <p:nvPr/>
            </p:nvSpPr>
            <p:spPr>
              <a:xfrm>
                <a:off x="2839940" y="6126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2" name="Oval 4531">
                <a:extLst>
                  <a:ext uri="{FF2B5EF4-FFF2-40B4-BE49-F238E27FC236}">
                    <a16:creationId xmlns:a16="http://schemas.microsoft.com/office/drawing/2014/main" id="{F01AF268-041D-018A-ED96-8C3999847EE3}"/>
                  </a:ext>
                </a:extLst>
              </p:cNvPr>
              <p:cNvSpPr/>
              <p:nvPr/>
            </p:nvSpPr>
            <p:spPr>
              <a:xfrm>
                <a:off x="3123962" y="54728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3" name="Oval 4532">
                <a:extLst>
                  <a:ext uri="{FF2B5EF4-FFF2-40B4-BE49-F238E27FC236}">
                    <a16:creationId xmlns:a16="http://schemas.microsoft.com/office/drawing/2014/main" id="{D211694A-65AE-198B-DE5D-274BA93E41DC}"/>
                  </a:ext>
                </a:extLst>
              </p:cNvPr>
              <p:cNvSpPr/>
              <p:nvPr/>
            </p:nvSpPr>
            <p:spPr>
              <a:xfrm>
                <a:off x="3637110" y="5514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4" name="Oval 4533">
                <a:extLst>
                  <a:ext uri="{FF2B5EF4-FFF2-40B4-BE49-F238E27FC236}">
                    <a16:creationId xmlns:a16="http://schemas.microsoft.com/office/drawing/2014/main" id="{82D5B07A-C82C-309F-B1F3-5A6D2E406CB8}"/>
                  </a:ext>
                </a:extLst>
              </p:cNvPr>
              <p:cNvSpPr/>
              <p:nvPr/>
            </p:nvSpPr>
            <p:spPr>
              <a:xfrm>
                <a:off x="2881407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5" name="Oval 4534">
                <a:extLst>
                  <a:ext uri="{FF2B5EF4-FFF2-40B4-BE49-F238E27FC236}">
                    <a16:creationId xmlns:a16="http://schemas.microsoft.com/office/drawing/2014/main" id="{24AED327-4F60-4BF5-D3A7-06A11585CBBC}"/>
                  </a:ext>
                </a:extLst>
              </p:cNvPr>
              <p:cNvSpPr/>
              <p:nvPr/>
            </p:nvSpPr>
            <p:spPr>
              <a:xfrm>
                <a:off x="2742056" y="60002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6" name="Oval 4535">
                <a:extLst>
                  <a:ext uri="{FF2B5EF4-FFF2-40B4-BE49-F238E27FC236}">
                    <a16:creationId xmlns:a16="http://schemas.microsoft.com/office/drawing/2014/main" id="{262C4CC5-5378-A568-5FAA-0D2485D939E6}"/>
                  </a:ext>
                </a:extLst>
              </p:cNvPr>
              <p:cNvSpPr/>
              <p:nvPr/>
            </p:nvSpPr>
            <p:spPr>
              <a:xfrm>
                <a:off x="2969747" y="6387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7" name="Oval 4536">
                <a:extLst>
                  <a:ext uri="{FF2B5EF4-FFF2-40B4-BE49-F238E27FC236}">
                    <a16:creationId xmlns:a16="http://schemas.microsoft.com/office/drawing/2014/main" id="{25EA3C15-E936-6191-3787-7EB61B6D5E08}"/>
                  </a:ext>
                </a:extLst>
              </p:cNvPr>
              <p:cNvSpPr/>
              <p:nvPr/>
            </p:nvSpPr>
            <p:spPr>
              <a:xfrm>
                <a:off x="3013072" y="6373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8" name="Oval 4537">
                <a:extLst>
                  <a:ext uri="{FF2B5EF4-FFF2-40B4-BE49-F238E27FC236}">
                    <a16:creationId xmlns:a16="http://schemas.microsoft.com/office/drawing/2014/main" id="{CF4240C8-9177-D2AB-91D0-D87A6ECF9A36}"/>
                  </a:ext>
                </a:extLst>
              </p:cNvPr>
              <p:cNvSpPr/>
              <p:nvPr/>
            </p:nvSpPr>
            <p:spPr>
              <a:xfrm>
                <a:off x="2899649" y="63718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39" name="Oval 4538">
                <a:extLst>
                  <a:ext uri="{FF2B5EF4-FFF2-40B4-BE49-F238E27FC236}">
                    <a16:creationId xmlns:a16="http://schemas.microsoft.com/office/drawing/2014/main" id="{DB33FE5F-52D9-7B4E-0217-C6D5FA18948A}"/>
                  </a:ext>
                </a:extLst>
              </p:cNvPr>
              <p:cNvSpPr/>
              <p:nvPr/>
            </p:nvSpPr>
            <p:spPr>
              <a:xfrm>
                <a:off x="2914682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0" name="Oval 4539">
                <a:extLst>
                  <a:ext uri="{FF2B5EF4-FFF2-40B4-BE49-F238E27FC236}">
                    <a16:creationId xmlns:a16="http://schemas.microsoft.com/office/drawing/2014/main" id="{F653F1D6-E90D-527A-1620-E5C962654284}"/>
                  </a:ext>
                </a:extLst>
              </p:cNvPr>
              <p:cNvSpPr/>
              <p:nvPr/>
            </p:nvSpPr>
            <p:spPr>
              <a:xfrm>
                <a:off x="2844669" y="61153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1" name="Oval 4540">
                <a:extLst>
                  <a:ext uri="{FF2B5EF4-FFF2-40B4-BE49-F238E27FC236}">
                    <a16:creationId xmlns:a16="http://schemas.microsoft.com/office/drawing/2014/main" id="{5122CDE3-3A88-AB62-9CB7-9EEC8D4C4322}"/>
                  </a:ext>
                </a:extLst>
              </p:cNvPr>
              <p:cNvSpPr/>
              <p:nvPr/>
            </p:nvSpPr>
            <p:spPr>
              <a:xfrm>
                <a:off x="2937739" y="63122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2" name="Oval 4541">
                <a:extLst>
                  <a:ext uri="{FF2B5EF4-FFF2-40B4-BE49-F238E27FC236}">
                    <a16:creationId xmlns:a16="http://schemas.microsoft.com/office/drawing/2014/main" id="{83ECA642-FC03-A847-A09F-4929633C679C}"/>
                  </a:ext>
                </a:extLst>
              </p:cNvPr>
              <p:cNvSpPr/>
              <p:nvPr/>
            </p:nvSpPr>
            <p:spPr>
              <a:xfrm>
                <a:off x="3566084" y="5526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3" name="Oval 4542">
                <a:extLst>
                  <a:ext uri="{FF2B5EF4-FFF2-40B4-BE49-F238E27FC236}">
                    <a16:creationId xmlns:a16="http://schemas.microsoft.com/office/drawing/2014/main" id="{2D9F4910-C867-ADF4-9107-7E9011C49C64}"/>
                  </a:ext>
                </a:extLst>
              </p:cNvPr>
              <p:cNvSpPr/>
              <p:nvPr/>
            </p:nvSpPr>
            <p:spPr>
              <a:xfrm>
                <a:off x="2902605" y="63376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4" name="Oval 4543">
                <a:extLst>
                  <a:ext uri="{FF2B5EF4-FFF2-40B4-BE49-F238E27FC236}">
                    <a16:creationId xmlns:a16="http://schemas.microsoft.com/office/drawing/2014/main" id="{2EB12F60-B255-2740-61E4-94EA517B9EBA}"/>
                  </a:ext>
                </a:extLst>
              </p:cNvPr>
              <p:cNvSpPr/>
              <p:nvPr/>
            </p:nvSpPr>
            <p:spPr>
              <a:xfrm>
                <a:off x="2864094" y="60519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5" name="Oval 4544">
                <a:extLst>
                  <a:ext uri="{FF2B5EF4-FFF2-40B4-BE49-F238E27FC236}">
                    <a16:creationId xmlns:a16="http://schemas.microsoft.com/office/drawing/2014/main" id="{698F480E-F22B-3E40-9201-843F235AE0D6}"/>
                  </a:ext>
                </a:extLst>
              </p:cNvPr>
              <p:cNvSpPr/>
              <p:nvPr/>
            </p:nvSpPr>
            <p:spPr>
              <a:xfrm>
                <a:off x="3653664" y="5564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6" name="Oval 4545">
                <a:extLst>
                  <a:ext uri="{FF2B5EF4-FFF2-40B4-BE49-F238E27FC236}">
                    <a16:creationId xmlns:a16="http://schemas.microsoft.com/office/drawing/2014/main" id="{F065DA14-E273-2559-EFF4-CF8E38B00AB2}"/>
                  </a:ext>
                </a:extLst>
              </p:cNvPr>
              <p:cNvSpPr/>
              <p:nvPr/>
            </p:nvSpPr>
            <p:spPr>
              <a:xfrm>
                <a:off x="2720098" y="5983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7" name="Oval 4546">
                <a:extLst>
                  <a:ext uri="{FF2B5EF4-FFF2-40B4-BE49-F238E27FC236}">
                    <a16:creationId xmlns:a16="http://schemas.microsoft.com/office/drawing/2014/main" id="{41D1E61E-3798-4D42-4A4E-8715DAAA09A3}"/>
                  </a:ext>
                </a:extLst>
              </p:cNvPr>
              <p:cNvSpPr/>
              <p:nvPr/>
            </p:nvSpPr>
            <p:spPr>
              <a:xfrm>
                <a:off x="2983851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8" name="Oval 4547">
                <a:extLst>
                  <a:ext uri="{FF2B5EF4-FFF2-40B4-BE49-F238E27FC236}">
                    <a16:creationId xmlns:a16="http://schemas.microsoft.com/office/drawing/2014/main" id="{80FFEA55-64CB-8921-B52D-771505DC9D8C}"/>
                  </a:ext>
                </a:extLst>
              </p:cNvPr>
              <p:cNvSpPr/>
              <p:nvPr/>
            </p:nvSpPr>
            <p:spPr>
              <a:xfrm>
                <a:off x="3640911" y="5722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49" name="Oval 4548">
                <a:extLst>
                  <a:ext uri="{FF2B5EF4-FFF2-40B4-BE49-F238E27FC236}">
                    <a16:creationId xmlns:a16="http://schemas.microsoft.com/office/drawing/2014/main" id="{A1519CEF-2634-75F4-D5BB-5355568D3DFD}"/>
                  </a:ext>
                </a:extLst>
              </p:cNvPr>
              <p:cNvSpPr/>
              <p:nvPr/>
            </p:nvSpPr>
            <p:spPr>
              <a:xfrm>
                <a:off x="3626554" y="575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0" name="Oval 4549">
                <a:extLst>
                  <a:ext uri="{FF2B5EF4-FFF2-40B4-BE49-F238E27FC236}">
                    <a16:creationId xmlns:a16="http://schemas.microsoft.com/office/drawing/2014/main" id="{240E124A-F9FB-8BE0-21EB-6D5D91042F7D}"/>
                  </a:ext>
                </a:extLst>
              </p:cNvPr>
              <p:cNvSpPr/>
              <p:nvPr/>
            </p:nvSpPr>
            <p:spPr>
              <a:xfrm>
                <a:off x="3766496" y="6386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1" name="Oval 4550">
                <a:extLst>
                  <a:ext uri="{FF2B5EF4-FFF2-40B4-BE49-F238E27FC236}">
                    <a16:creationId xmlns:a16="http://schemas.microsoft.com/office/drawing/2014/main" id="{F9516494-4099-5930-805B-5E4C75C799CF}"/>
                  </a:ext>
                </a:extLst>
              </p:cNvPr>
              <p:cNvSpPr/>
              <p:nvPr/>
            </p:nvSpPr>
            <p:spPr>
              <a:xfrm>
                <a:off x="2764437" y="5990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2" name="Oval 4551">
                <a:extLst>
                  <a:ext uri="{FF2B5EF4-FFF2-40B4-BE49-F238E27FC236}">
                    <a16:creationId xmlns:a16="http://schemas.microsoft.com/office/drawing/2014/main" id="{70C9C289-9387-7F0A-838B-63EFE6A69E31}"/>
                  </a:ext>
                </a:extLst>
              </p:cNvPr>
              <p:cNvSpPr/>
              <p:nvPr/>
            </p:nvSpPr>
            <p:spPr>
              <a:xfrm>
                <a:off x="2927942" y="60109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3" name="Oval 4552">
                <a:extLst>
                  <a:ext uri="{FF2B5EF4-FFF2-40B4-BE49-F238E27FC236}">
                    <a16:creationId xmlns:a16="http://schemas.microsoft.com/office/drawing/2014/main" id="{26B06EBB-DF66-FF58-2FCA-D8B204984C08}"/>
                  </a:ext>
                </a:extLst>
              </p:cNvPr>
              <p:cNvSpPr/>
              <p:nvPr/>
            </p:nvSpPr>
            <p:spPr>
              <a:xfrm>
                <a:off x="2924733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4" name="Oval 4553">
                <a:extLst>
                  <a:ext uri="{FF2B5EF4-FFF2-40B4-BE49-F238E27FC236}">
                    <a16:creationId xmlns:a16="http://schemas.microsoft.com/office/drawing/2014/main" id="{F9B019FB-983D-0C12-53F1-6CA0E33AB527}"/>
                  </a:ext>
                </a:extLst>
              </p:cNvPr>
              <p:cNvSpPr/>
              <p:nvPr/>
            </p:nvSpPr>
            <p:spPr>
              <a:xfrm>
                <a:off x="2861982" y="6158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5" name="Oval 4554">
                <a:extLst>
                  <a:ext uri="{FF2B5EF4-FFF2-40B4-BE49-F238E27FC236}">
                    <a16:creationId xmlns:a16="http://schemas.microsoft.com/office/drawing/2014/main" id="{52FB5231-2AA5-A237-AC04-19806013A9A5}"/>
                  </a:ext>
                </a:extLst>
              </p:cNvPr>
              <p:cNvSpPr/>
              <p:nvPr/>
            </p:nvSpPr>
            <p:spPr>
              <a:xfrm>
                <a:off x="2944748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6" name="Oval 4555">
                <a:extLst>
                  <a:ext uri="{FF2B5EF4-FFF2-40B4-BE49-F238E27FC236}">
                    <a16:creationId xmlns:a16="http://schemas.microsoft.com/office/drawing/2014/main" id="{2C385E36-DC41-F943-D3AE-D620A09AD9CD}"/>
                  </a:ext>
                </a:extLst>
              </p:cNvPr>
              <p:cNvSpPr/>
              <p:nvPr/>
            </p:nvSpPr>
            <p:spPr>
              <a:xfrm>
                <a:off x="2752444" y="5993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7" name="Oval 4556">
                <a:extLst>
                  <a:ext uri="{FF2B5EF4-FFF2-40B4-BE49-F238E27FC236}">
                    <a16:creationId xmlns:a16="http://schemas.microsoft.com/office/drawing/2014/main" id="{F33B2D7E-DE71-9E22-F17F-70218180BA9E}"/>
                  </a:ext>
                </a:extLst>
              </p:cNvPr>
              <p:cNvSpPr/>
              <p:nvPr/>
            </p:nvSpPr>
            <p:spPr>
              <a:xfrm>
                <a:off x="3574107" y="5525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8" name="Oval 4557">
                <a:extLst>
                  <a:ext uri="{FF2B5EF4-FFF2-40B4-BE49-F238E27FC236}">
                    <a16:creationId xmlns:a16="http://schemas.microsoft.com/office/drawing/2014/main" id="{13711515-5881-2E44-9C30-23B2FD879699}"/>
                  </a:ext>
                </a:extLst>
              </p:cNvPr>
              <p:cNvSpPr/>
              <p:nvPr/>
            </p:nvSpPr>
            <p:spPr>
              <a:xfrm>
                <a:off x="2921439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59" name="Oval 4558">
                <a:extLst>
                  <a:ext uri="{FF2B5EF4-FFF2-40B4-BE49-F238E27FC236}">
                    <a16:creationId xmlns:a16="http://schemas.microsoft.com/office/drawing/2014/main" id="{BE1F729F-6725-7AAB-F9C2-FFCC88230800}"/>
                  </a:ext>
                </a:extLst>
              </p:cNvPr>
              <p:cNvSpPr/>
              <p:nvPr/>
            </p:nvSpPr>
            <p:spPr>
              <a:xfrm>
                <a:off x="2850750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0" name="Oval 4559">
                <a:extLst>
                  <a:ext uri="{FF2B5EF4-FFF2-40B4-BE49-F238E27FC236}">
                    <a16:creationId xmlns:a16="http://schemas.microsoft.com/office/drawing/2014/main" id="{024C370B-9368-F191-D164-24911B837831}"/>
                  </a:ext>
                </a:extLst>
              </p:cNvPr>
              <p:cNvSpPr/>
              <p:nvPr/>
            </p:nvSpPr>
            <p:spPr>
              <a:xfrm>
                <a:off x="2863249" y="61727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1" name="Oval 4560">
                <a:extLst>
                  <a:ext uri="{FF2B5EF4-FFF2-40B4-BE49-F238E27FC236}">
                    <a16:creationId xmlns:a16="http://schemas.microsoft.com/office/drawing/2014/main" id="{C036C402-30D0-5075-C447-AA59700080B1}"/>
                  </a:ext>
                </a:extLst>
              </p:cNvPr>
              <p:cNvSpPr/>
              <p:nvPr/>
            </p:nvSpPr>
            <p:spPr>
              <a:xfrm>
                <a:off x="3169483" y="6026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2" name="Oval 4561">
                <a:extLst>
                  <a:ext uri="{FF2B5EF4-FFF2-40B4-BE49-F238E27FC236}">
                    <a16:creationId xmlns:a16="http://schemas.microsoft.com/office/drawing/2014/main" id="{7AA9302E-5A34-7E43-3C5B-508C4E5579C6}"/>
                  </a:ext>
                </a:extLst>
              </p:cNvPr>
              <p:cNvSpPr/>
              <p:nvPr/>
            </p:nvSpPr>
            <p:spPr>
              <a:xfrm>
                <a:off x="2834028" y="6123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3" name="Oval 4562">
                <a:extLst>
                  <a:ext uri="{FF2B5EF4-FFF2-40B4-BE49-F238E27FC236}">
                    <a16:creationId xmlns:a16="http://schemas.microsoft.com/office/drawing/2014/main" id="{CCCDB9C8-27E7-268C-4A2D-E26B292B5358}"/>
                  </a:ext>
                </a:extLst>
              </p:cNvPr>
              <p:cNvSpPr/>
              <p:nvPr/>
            </p:nvSpPr>
            <p:spPr>
              <a:xfrm>
                <a:off x="2814941" y="61730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4" name="Oval 4563">
                <a:extLst>
                  <a:ext uri="{FF2B5EF4-FFF2-40B4-BE49-F238E27FC236}">
                    <a16:creationId xmlns:a16="http://schemas.microsoft.com/office/drawing/2014/main" id="{04E98D61-28E6-A014-EE24-5734489FCED3}"/>
                  </a:ext>
                </a:extLst>
              </p:cNvPr>
              <p:cNvSpPr/>
              <p:nvPr/>
            </p:nvSpPr>
            <p:spPr>
              <a:xfrm>
                <a:off x="2863503" y="6095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5" name="Oval 4564">
                <a:extLst>
                  <a:ext uri="{FF2B5EF4-FFF2-40B4-BE49-F238E27FC236}">
                    <a16:creationId xmlns:a16="http://schemas.microsoft.com/office/drawing/2014/main" id="{0CD8BC35-ACA3-C752-8310-3F10DBA41F7A}"/>
                  </a:ext>
                </a:extLst>
              </p:cNvPr>
              <p:cNvSpPr/>
              <p:nvPr/>
            </p:nvSpPr>
            <p:spPr>
              <a:xfrm>
                <a:off x="2915780" y="60383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6" name="Oval 4565">
                <a:extLst>
                  <a:ext uri="{FF2B5EF4-FFF2-40B4-BE49-F238E27FC236}">
                    <a16:creationId xmlns:a16="http://schemas.microsoft.com/office/drawing/2014/main" id="{EC3E8857-89AC-EB64-299F-1EC1B1D49B19}"/>
                  </a:ext>
                </a:extLst>
              </p:cNvPr>
              <p:cNvSpPr/>
              <p:nvPr/>
            </p:nvSpPr>
            <p:spPr>
              <a:xfrm>
                <a:off x="3639475" y="550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7" name="Oval 4566">
                <a:extLst>
                  <a:ext uri="{FF2B5EF4-FFF2-40B4-BE49-F238E27FC236}">
                    <a16:creationId xmlns:a16="http://schemas.microsoft.com/office/drawing/2014/main" id="{FE7CAE32-8F0A-9870-69CB-67ADE28D725F}"/>
                  </a:ext>
                </a:extLst>
              </p:cNvPr>
              <p:cNvSpPr/>
              <p:nvPr/>
            </p:nvSpPr>
            <p:spPr>
              <a:xfrm>
                <a:off x="2697211" y="5970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8" name="Oval 4567">
                <a:extLst>
                  <a:ext uri="{FF2B5EF4-FFF2-40B4-BE49-F238E27FC236}">
                    <a16:creationId xmlns:a16="http://schemas.microsoft.com/office/drawing/2014/main" id="{D0F49BCB-3717-2534-56AD-6CC59A30D81F}"/>
                  </a:ext>
                </a:extLst>
              </p:cNvPr>
              <p:cNvSpPr/>
              <p:nvPr/>
            </p:nvSpPr>
            <p:spPr>
              <a:xfrm>
                <a:off x="2954714" y="6228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69" name="Oval 4568">
                <a:extLst>
                  <a:ext uri="{FF2B5EF4-FFF2-40B4-BE49-F238E27FC236}">
                    <a16:creationId xmlns:a16="http://schemas.microsoft.com/office/drawing/2014/main" id="{580BC7D3-CCB0-C909-FC64-164A96AB4DFC}"/>
                  </a:ext>
                </a:extLst>
              </p:cNvPr>
              <p:cNvSpPr/>
              <p:nvPr/>
            </p:nvSpPr>
            <p:spPr>
              <a:xfrm>
                <a:off x="2921270" y="60302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0" name="Oval 4569">
                <a:extLst>
                  <a:ext uri="{FF2B5EF4-FFF2-40B4-BE49-F238E27FC236}">
                    <a16:creationId xmlns:a16="http://schemas.microsoft.com/office/drawing/2014/main" id="{BC302D2C-EB6E-BE99-EEF9-659B42973F2B}"/>
                  </a:ext>
                </a:extLst>
              </p:cNvPr>
              <p:cNvSpPr/>
              <p:nvPr/>
            </p:nvSpPr>
            <p:spPr>
              <a:xfrm>
                <a:off x="3050570" y="62341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1" name="Oval 4570">
                <a:extLst>
                  <a:ext uri="{FF2B5EF4-FFF2-40B4-BE49-F238E27FC236}">
                    <a16:creationId xmlns:a16="http://schemas.microsoft.com/office/drawing/2014/main" id="{1B6C8D55-7114-A78D-EFDC-5FCE16BF0D00}"/>
                  </a:ext>
                </a:extLst>
              </p:cNvPr>
              <p:cNvSpPr/>
              <p:nvPr/>
            </p:nvSpPr>
            <p:spPr>
              <a:xfrm>
                <a:off x="3241608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2" name="Oval 4571">
                <a:extLst>
                  <a:ext uri="{FF2B5EF4-FFF2-40B4-BE49-F238E27FC236}">
                    <a16:creationId xmlns:a16="http://schemas.microsoft.com/office/drawing/2014/main" id="{66707F09-8268-A608-5891-F8C9AA93425B}"/>
                  </a:ext>
                </a:extLst>
              </p:cNvPr>
              <p:cNvSpPr/>
              <p:nvPr/>
            </p:nvSpPr>
            <p:spPr>
              <a:xfrm>
                <a:off x="3107662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3" name="Oval 4572">
                <a:extLst>
                  <a:ext uri="{FF2B5EF4-FFF2-40B4-BE49-F238E27FC236}">
                    <a16:creationId xmlns:a16="http://schemas.microsoft.com/office/drawing/2014/main" id="{BE53CB8B-CDAA-E029-8CC2-4B4CF6383B0E}"/>
                  </a:ext>
                </a:extLst>
              </p:cNvPr>
              <p:cNvSpPr/>
              <p:nvPr/>
            </p:nvSpPr>
            <p:spPr>
              <a:xfrm>
                <a:off x="2887910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4" name="Oval 4573">
                <a:extLst>
                  <a:ext uri="{FF2B5EF4-FFF2-40B4-BE49-F238E27FC236}">
                    <a16:creationId xmlns:a16="http://schemas.microsoft.com/office/drawing/2014/main" id="{3A697AF2-4938-4E80-05C7-F61C521D3A06}"/>
                  </a:ext>
                </a:extLst>
              </p:cNvPr>
              <p:cNvSpPr/>
              <p:nvPr/>
            </p:nvSpPr>
            <p:spPr>
              <a:xfrm>
                <a:off x="3589647" y="5491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5" name="Oval 4574">
                <a:extLst>
                  <a:ext uri="{FF2B5EF4-FFF2-40B4-BE49-F238E27FC236}">
                    <a16:creationId xmlns:a16="http://schemas.microsoft.com/office/drawing/2014/main" id="{D06EE36B-92FB-73FD-51D7-FF572093A2E8}"/>
                  </a:ext>
                </a:extLst>
              </p:cNvPr>
              <p:cNvSpPr/>
              <p:nvPr/>
            </p:nvSpPr>
            <p:spPr>
              <a:xfrm>
                <a:off x="2898551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6" name="Oval 4575">
                <a:extLst>
                  <a:ext uri="{FF2B5EF4-FFF2-40B4-BE49-F238E27FC236}">
                    <a16:creationId xmlns:a16="http://schemas.microsoft.com/office/drawing/2014/main" id="{2C2224C8-A27D-CE31-87C6-368AA45BE29A}"/>
                  </a:ext>
                </a:extLst>
              </p:cNvPr>
              <p:cNvSpPr/>
              <p:nvPr/>
            </p:nvSpPr>
            <p:spPr>
              <a:xfrm>
                <a:off x="3033426" y="6039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7" name="Oval 4576">
                <a:extLst>
                  <a:ext uri="{FF2B5EF4-FFF2-40B4-BE49-F238E27FC236}">
                    <a16:creationId xmlns:a16="http://schemas.microsoft.com/office/drawing/2014/main" id="{938450BB-5A15-0CBD-3D94-F1407AEDA117}"/>
                  </a:ext>
                </a:extLst>
              </p:cNvPr>
              <p:cNvSpPr/>
              <p:nvPr/>
            </p:nvSpPr>
            <p:spPr>
              <a:xfrm>
                <a:off x="3067124" y="60263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8" name="Oval 4577">
                <a:extLst>
                  <a:ext uri="{FF2B5EF4-FFF2-40B4-BE49-F238E27FC236}">
                    <a16:creationId xmlns:a16="http://schemas.microsoft.com/office/drawing/2014/main" id="{53ECA1D5-3557-56A2-E4AE-5D438F3B61B9}"/>
                  </a:ext>
                </a:extLst>
              </p:cNvPr>
              <p:cNvSpPr/>
              <p:nvPr/>
            </p:nvSpPr>
            <p:spPr>
              <a:xfrm>
                <a:off x="3584748" y="550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79" name="Oval 4578">
                <a:extLst>
                  <a:ext uri="{FF2B5EF4-FFF2-40B4-BE49-F238E27FC236}">
                    <a16:creationId xmlns:a16="http://schemas.microsoft.com/office/drawing/2014/main" id="{0F606640-C7BD-1C33-5DA5-3A9B9494D466}"/>
                  </a:ext>
                </a:extLst>
              </p:cNvPr>
              <p:cNvSpPr/>
              <p:nvPr/>
            </p:nvSpPr>
            <p:spPr>
              <a:xfrm>
                <a:off x="3104875" y="6083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0" name="Oval 4579">
                <a:extLst>
                  <a:ext uri="{FF2B5EF4-FFF2-40B4-BE49-F238E27FC236}">
                    <a16:creationId xmlns:a16="http://schemas.microsoft.com/office/drawing/2014/main" id="{8AFDAF33-3E03-D744-208B-ED3283B0F3CF}"/>
                  </a:ext>
                </a:extLst>
              </p:cNvPr>
              <p:cNvSpPr/>
              <p:nvPr/>
            </p:nvSpPr>
            <p:spPr>
              <a:xfrm>
                <a:off x="2973463" y="61573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1" name="Oval 4580">
                <a:extLst>
                  <a:ext uri="{FF2B5EF4-FFF2-40B4-BE49-F238E27FC236}">
                    <a16:creationId xmlns:a16="http://schemas.microsoft.com/office/drawing/2014/main" id="{74344D00-89CD-D960-6714-0AAE531B6AD3}"/>
                  </a:ext>
                </a:extLst>
              </p:cNvPr>
              <p:cNvSpPr/>
              <p:nvPr/>
            </p:nvSpPr>
            <p:spPr>
              <a:xfrm>
                <a:off x="2703967" y="5971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2" name="Oval 4581">
                <a:extLst>
                  <a:ext uri="{FF2B5EF4-FFF2-40B4-BE49-F238E27FC236}">
                    <a16:creationId xmlns:a16="http://schemas.microsoft.com/office/drawing/2014/main" id="{3205DC52-445A-0A1B-7C54-FECBB14C7F14}"/>
                  </a:ext>
                </a:extLst>
              </p:cNvPr>
              <p:cNvSpPr/>
              <p:nvPr/>
            </p:nvSpPr>
            <p:spPr>
              <a:xfrm>
                <a:off x="3611098" y="551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3" name="Oval 4582">
                <a:extLst>
                  <a:ext uri="{FF2B5EF4-FFF2-40B4-BE49-F238E27FC236}">
                    <a16:creationId xmlns:a16="http://schemas.microsoft.com/office/drawing/2014/main" id="{08A6A382-F037-0335-06D8-777CA27E4FBA}"/>
                  </a:ext>
                </a:extLst>
              </p:cNvPr>
              <p:cNvSpPr/>
              <p:nvPr/>
            </p:nvSpPr>
            <p:spPr>
              <a:xfrm>
                <a:off x="3052766" y="62061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4" name="Oval 4583">
                <a:extLst>
                  <a:ext uri="{FF2B5EF4-FFF2-40B4-BE49-F238E27FC236}">
                    <a16:creationId xmlns:a16="http://schemas.microsoft.com/office/drawing/2014/main" id="{385C9B40-2AB5-E982-BCA6-620E6C0DC168}"/>
                  </a:ext>
                </a:extLst>
              </p:cNvPr>
              <p:cNvSpPr/>
              <p:nvPr/>
            </p:nvSpPr>
            <p:spPr>
              <a:xfrm>
                <a:off x="2831832" y="6169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5" name="Oval 4584">
                <a:extLst>
                  <a:ext uri="{FF2B5EF4-FFF2-40B4-BE49-F238E27FC236}">
                    <a16:creationId xmlns:a16="http://schemas.microsoft.com/office/drawing/2014/main" id="{E6787910-E52A-6336-3C25-97CCBF6F03DF}"/>
                  </a:ext>
                </a:extLst>
              </p:cNvPr>
              <p:cNvSpPr/>
              <p:nvPr/>
            </p:nvSpPr>
            <p:spPr>
              <a:xfrm>
                <a:off x="2922790" y="6131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6" name="Oval 4585">
                <a:extLst>
                  <a:ext uri="{FF2B5EF4-FFF2-40B4-BE49-F238E27FC236}">
                    <a16:creationId xmlns:a16="http://schemas.microsoft.com/office/drawing/2014/main" id="{3C377A27-F721-964F-6078-35EFCCF132C1}"/>
                  </a:ext>
                </a:extLst>
              </p:cNvPr>
              <p:cNvSpPr/>
              <p:nvPr/>
            </p:nvSpPr>
            <p:spPr>
              <a:xfrm>
                <a:off x="2963751" y="613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7" name="Oval 4586">
                <a:extLst>
                  <a:ext uri="{FF2B5EF4-FFF2-40B4-BE49-F238E27FC236}">
                    <a16:creationId xmlns:a16="http://schemas.microsoft.com/office/drawing/2014/main" id="{467CB910-6623-CA9F-D9B5-75F959DDFC5D}"/>
                  </a:ext>
                </a:extLst>
              </p:cNvPr>
              <p:cNvSpPr/>
              <p:nvPr/>
            </p:nvSpPr>
            <p:spPr>
              <a:xfrm>
                <a:off x="2964342" y="63529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8" name="Oval 4587">
                <a:extLst>
                  <a:ext uri="{FF2B5EF4-FFF2-40B4-BE49-F238E27FC236}">
                    <a16:creationId xmlns:a16="http://schemas.microsoft.com/office/drawing/2014/main" id="{5BE16D55-F31A-1A81-B10F-7F19A23FB96A}"/>
                  </a:ext>
                </a:extLst>
              </p:cNvPr>
              <p:cNvSpPr/>
              <p:nvPr/>
            </p:nvSpPr>
            <p:spPr>
              <a:xfrm>
                <a:off x="2971521" y="6083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89" name="Oval 4588">
                <a:extLst>
                  <a:ext uri="{FF2B5EF4-FFF2-40B4-BE49-F238E27FC236}">
                    <a16:creationId xmlns:a16="http://schemas.microsoft.com/office/drawing/2014/main" id="{8E1CD5B5-456A-C3B6-0CF1-54EF2954C671}"/>
                  </a:ext>
                </a:extLst>
              </p:cNvPr>
              <p:cNvSpPr/>
              <p:nvPr/>
            </p:nvSpPr>
            <p:spPr>
              <a:xfrm>
                <a:off x="3157406" y="62924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0" name="Oval 4589">
                <a:extLst>
                  <a:ext uri="{FF2B5EF4-FFF2-40B4-BE49-F238E27FC236}">
                    <a16:creationId xmlns:a16="http://schemas.microsoft.com/office/drawing/2014/main" id="{7A042E61-453D-2ABD-42FC-32B457F6058A}"/>
                  </a:ext>
                </a:extLst>
              </p:cNvPr>
              <p:cNvSpPr/>
              <p:nvPr/>
            </p:nvSpPr>
            <p:spPr>
              <a:xfrm>
                <a:off x="2867641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1" name="Oval 4590">
                <a:extLst>
                  <a:ext uri="{FF2B5EF4-FFF2-40B4-BE49-F238E27FC236}">
                    <a16:creationId xmlns:a16="http://schemas.microsoft.com/office/drawing/2014/main" id="{624994BA-50D4-13FC-F236-E73529734CD1}"/>
                  </a:ext>
                </a:extLst>
              </p:cNvPr>
              <p:cNvSpPr/>
              <p:nvPr/>
            </p:nvSpPr>
            <p:spPr>
              <a:xfrm>
                <a:off x="3014086" y="586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2" name="Oval 4591">
                <a:extLst>
                  <a:ext uri="{FF2B5EF4-FFF2-40B4-BE49-F238E27FC236}">
                    <a16:creationId xmlns:a16="http://schemas.microsoft.com/office/drawing/2014/main" id="{3F2B8831-1C12-AE40-69AA-27B808FB62B6}"/>
                  </a:ext>
                </a:extLst>
              </p:cNvPr>
              <p:cNvSpPr/>
              <p:nvPr/>
            </p:nvSpPr>
            <p:spPr>
              <a:xfrm>
                <a:off x="3163571" y="604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3" name="Oval 4592">
                <a:extLst>
                  <a:ext uri="{FF2B5EF4-FFF2-40B4-BE49-F238E27FC236}">
                    <a16:creationId xmlns:a16="http://schemas.microsoft.com/office/drawing/2014/main" id="{C9F17522-0195-EBB9-7D1F-CF545791384F}"/>
                  </a:ext>
                </a:extLst>
              </p:cNvPr>
              <p:cNvSpPr/>
              <p:nvPr/>
            </p:nvSpPr>
            <p:spPr>
              <a:xfrm>
                <a:off x="2942215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4" name="Oval 4593">
                <a:extLst>
                  <a:ext uri="{FF2B5EF4-FFF2-40B4-BE49-F238E27FC236}">
                    <a16:creationId xmlns:a16="http://schemas.microsoft.com/office/drawing/2014/main" id="{4A7F9C8C-4D44-8FCD-E95E-0F09A5569F6F}"/>
                  </a:ext>
                </a:extLst>
              </p:cNvPr>
              <p:cNvSpPr/>
              <p:nvPr/>
            </p:nvSpPr>
            <p:spPr>
              <a:xfrm>
                <a:off x="2935712" y="60836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5" name="Oval 4594">
                <a:extLst>
                  <a:ext uri="{FF2B5EF4-FFF2-40B4-BE49-F238E27FC236}">
                    <a16:creationId xmlns:a16="http://schemas.microsoft.com/office/drawing/2014/main" id="{1EE14C93-B9FE-C87A-C4C8-D54DEED58CCF}"/>
                  </a:ext>
                </a:extLst>
              </p:cNvPr>
              <p:cNvSpPr/>
              <p:nvPr/>
            </p:nvSpPr>
            <p:spPr>
              <a:xfrm>
                <a:off x="2763508" y="597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6" name="Oval 4595">
                <a:extLst>
                  <a:ext uri="{FF2B5EF4-FFF2-40B4-BE49-F238E27FC236}">
                    <a16:creationId xmlns:a16="http://schemas.microsoft.com/office/drawing/2014/main" id="{143032CB-97BC-FA98-90FE-4C3A68277763}"/>
                  </a:ext>
                </a:extLst>
              </p:cNvPr>
              <p:cNvSpPr/>
              <p:nvPr/>
            </p:nvSpPr>
            <p:spPr>
              <a:xfrm>
                <a:off x="3057411" y="63438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7" name="Oval 4596">
                <a:extLst>
                  <a:ext uri="{FF2B5EF4-FFF2-40B4-BE49-F238E27FC236}">
                    <a16:creationId xmlns:a16="http://schemas.microsoft.com/office/drawing/2014/main" id="{DF046EB0-2167-2774-A467-CC7D7645B7AC}"/>
                  </a:ext>
                </a:extLst>
              </p:cNvPr>
              <p:cNvSpPr/>
              <p:nvPr/>
            </p:nvSpPr>
            <p:spPr>
              <a:xfrm>
                <a:off x="2917976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8" name="Oval 4597">
                <a:extLst>
                  <a:ext uri="{FF2B5EF4-FFF2-40B4-BE49-F238E27FC236}">
                    <a16:creationId xmlns:a16="http://schemas.microsoft.com/office/drawing/2014/main" id="{A1DC2851-71F6-3266-E4BA-1A67E5B8D9F9}"/>
                  </a:ext>
                </a:extLst>
              </p:cNvPr>
              <p:cNvSpPr/>
              <p:nvPr/>
            </p:nvSpPr>
            <p:spPr>
              <a:xfrm>
                <a:off x="3181729" y="6089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99" name="Oval 4598">
                <a:extLst>
                  <a:ext uri="{FF2B5EF4-FFF2-40B4-BE49-F238E27FC236}">
                    <a16:creationId xmlns:a16="http://schemas.microsoft.com/office/drawing/2014/main" id="{5B330283-B8F5-A83A-0DC2-0E2DACE87A19}"/>
                  </a:ext>
                </a:extLst>
              </p:cNvPr>
              <p:cNvSpPr/>
              <p:nvPr/>
            </p:nvSpPr>
            <p:spPr>
              <a:xfrm>
                <a:off x="2978193" y="62368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0" name="Oval 4599">
                <a:extLst>
                  <a:ext uri="{FF2B5EF4-FFF2-40B4-BE49-F238E27FC236}">
                    <a16:creationId xmlns:a16="http://schemas.microsoft.com/office/drawing/2014/main" id="{FD61F1F6-77D7-8CE7-52DE-65B9C0BF002C}"/>
                  </a:ext>
                </a:extLst>
              </p:cNvPr>
              <p:cNvSpPr/>
              <p:nvPr/>
            </p:nvSpPr>
            <p:spPr>
              <a:xfrm>
                <a:off x="2867894" y="61365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1" name="Oval 4600">
                <a:extLst>
                  <a:ext uri="{FF2B5EF4-FFF2-40B4-BE49-F238E27FC236}">
                    <a16:creationId xmlns:a16="http://schemas.microsoft.com/office/drawing/2014/main" id="{17C18BB3-06A5-0105-B0B3-5BC3788F41E4}"/>
                  </a:ext>
                </a:extLst>
              </p:cNvPr>
              <p:cNvSpPr/>
              <p:nvPr/>
            </p:nvSpPr>
            <p:spPr>
              <a:xfrm>
                <a:off x="3081650" y="62858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2" name="Oval 4601">
                <a:extLst>
                  <a:ext uri="{FF2B5EF4-FFF2-40B4-BE49-F238E27FC236}">
                    <a16:creationId xmlns:a16="http://schemas.microsoft.com/office/drawing/2014/main" id="{1CBBEA5A-68B1-CB59-9526-AE26858CE8A8}"/>
                  </a:ext>
                </a:extLst>
              </p:cNvPr>
              <p:cNvSpPr/>
              <p:nvPr/>
            </p:nvSpPr>
            <p:spPr>
              <a:xfrm>
                <a:off x="3085450" y="6304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3" name="Oval 4602">
                <a:extLst>
                  <a:ext uri="{FF2B5EF4-FFF2-40B4-BE49-F238E27FC236}">
                    <a16:creationId xmlns:a16="http://schemas.microsoft.com/office/drawing/2014/main" id="{F67381A7-7CF2-878C-3C39-70A892E16574}"/>
                  </a:ext>
                </a:extLst>
              </p:cNvPr>
              <p:cNvSpPr/>
              <p:nvPr/>
            </p:nvSpPr>
            <p:spPr>
              <a:xfrm>
                <a:off x="2963582" y="63610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4" name="Oval 4603">
                <a:extLst>
                  <a:ext uri="{FF2B5EF4-FFF2-40B4-BE49-F238E27FC236}">
                    <a16:creationId xmlns:a16="http://schemas.microsoft.com/office/drawing/2014/main" id="{7DAE4102-4D0C-83EF-2B91-569424B48F02}"/>
                  </a:ext>
                </a:extLst>
              </p:cNvPr>
              <p:cNvSpPr/>
              <p:nvPr/>
            </p:nvSpPr>
            <p:spPr>
              <a:xfrm>
                <a:off x="3063408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5" name="Oval 4604">
                <a:extLst>
                  <a:ext uri="{FF2B5EF4-FFF2-40B4-BE49-F238E27FC236}">
                    <a16:creationId xmlns:a16="http://schemas.microsoft.com/office/drawing/2014/main" id="{46565940-0216-F867-5F7D-3E7AF103E967}"/>
                  </a:ext>
                </a:extLst>
              </p:cNvPr>
              <p:cNvSpPr/>
              <p:nvPr/>
            </p:nvSpPr>
            <p:spPr>
              <a:xfrm>
                <a:off x="3142626" y="6226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6" name="Oval 4605">
                <a:extLst>
                  <a:ext uri="{FF2B5EF4-FFF2-40B4-BE49-F238E27FC236}">
                    <a16:creationId xmlns:a16="http://schemas.microsoft.com/office/drawing/2014/main" id="{C967D82A-B312-8FC2-3DCC-A691FACA6536}"/>
                  </a:ext>
                </a:extLst>
              </p:cNvPr>
              <p:cNvSpPr/>
              <p:nvPr/>
            </p:nvSpPr>
            <p:spPr>
              <a:xfrm>
                <a:off x="3069235" y="632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7" name="Oval 4606">
                <a:extLst>
                  <a:ext uri="{FF2B5EF4-FFF2-40B4-BE49-F238E27FC236}">
                    <a16:creationId xmlns:a16="http://schemas.microsoft.com/office/drawing/2014/main" id="{FAFF2747-0F37-4E3D-ABC0-7FA5B20967DE}"/>
                  </a:ext>
                </a:extLst>
              </p:cNvPr>
              <p:cNvSpPr/>
              <p:nvPr/>
            </p:nvSpPr>
            <p:spPr>
              <a:xfrm>
                <a:off x="3179702" y="6257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8" name="Oval 4607">
                <a:extLst>
                  <a:ext uri="{FF2B5EF4-FFF2-40B4-BE49-F238E27FC236}">
                    <a16:creationId xmlns:a16="http://schemas.microsoft.com/office/drawing/2014/main" id="{69F55C31-2369-9D04-B295-ABB40BEA4B9B}"/>
                  </a:ext>
                </a:extLst>
              </p:cNvPr>
              <p:cNvSpPr/>
              <p:nvPr/>
            </p:nvSpPr>
            <p:spPr>
              <a:xfrm>
                <a:off x="3096598" y="631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09" name="Oval 4608">
                <a:extLst>
                  <a:ext uri="{FF2B5EF4-FFF2-40B4-BE49-F238E27FC236}">
                    <a16:creationId xmlns:a16="http://schemas.microsoft.com/office/drawing/2014/main" id="{9E63AAB9-0150-BC9D-7634-E6777A1C58A3}"/>
                  </a:ext>
                </a:extLst>
              </p:cNvPr>
              <p:cNvSpPr/>
              <p:nvPr/>
            </p:nvSpPr>
            <p:spPr>
              <a:xfrm>
                <a:off x="2991368" y="6356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0" name="Oval 4609">
                <a:extLst>
                  <a:ext uri="{FF2B5EF4-FFF2-40B4-BE49-F238E27FC236}">
                    <a16:creationId xmlns:a16="http://schemas.microsoft.com/office/drawing/2014/main" id="{855660EF-B780-F1A6-650C-672FFA4C1F03}"/>
                  </a:ext>
                </a:extLst>
              </p:cNvPr>
              <p:cNvSpPr/>
              <p:nvPr/>
            </p:nvSpPr>
            <p:spPr>
              <a:xfrm>
                <a:off x="2971183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1" name="Oval 4610">
                <a:extLst>
                  <a:ext uri="{FF2B5EF4-FFF2-40B4-BE49-F238E27FC236}">
                    <a16:creationId xmlns:a16="http://schemas.microsoft.com/office/drawing/2014/main" id="{5A0E0A3F-5313-3FCB-0505-FCD35E36B259}"/>
                  </a:ext>
                </a:extLst>
              </p:cNvPr>
              <p:cNvSpPr/>
              <p:nvPr/>
            </p:nvSpPr>
            <p:spPr>
              <a:xfrm>
                <a:off x="2904801" y="6038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2" name="Oval 4611">
                <a:extLst>
                  <a:ext uri="{FF2B5EF4-FFF2-40B4-BE49-F238E27FC236}">
                    <a16:creationId xmlns:a16="http://schemas.microsoft.com/office/drawing/2014/main" id="{870AABE7-F6C2-732A-7B89-57E773324CC6}"/>
                  </a:ext>
                </a:extLst>
              </p:cNvPr>
              <p:cNvSpPr/>
              <p:nvPr/>
            </p:nvSpPr>
            <p:spPr>
              <a:xfrm>
                <a:off x="2733358" y="5992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3" name="Oval 4612">
                <a:extLst>
                  <a:ext uri="{FF2B5EF4-FFF2-40B4-BE49-F238E27FC236}">
                    <a16:creationId xmlns:a16="http://schemas.microsoft.com/office/drawing/2014/main" id="{2FDFA70B-C39C-D4D9-16C9-EAC115F7AA5A}"/>
                  </a:ext>
                </a:extLst>
              </p:cNvPr>
              <p:cNvSpPr/>
              <p:nvPr/>
            </p:nvSpPr>
            <p:spPr>
              <a:xfrm>
                <a:off x="3582215" y="55411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4" name="Oval 4613">
                <a:extLst>
                  <a:ext uri="{FF2B5EF4-FFF2-40B4-BE49-F238E27FC236}">
                    <a16:creationId xmlns:a16="http://schemas.microsoft.com/office/drawing/2014/main" id="{15A6F6E9-4873-A06C-26F1-67E5404D5897}"/>
                  </a:ext>
                </a:extLst>
              </p:cNvPr>
              <p:cNvSpPr/>
              <p:nvPr/>
            </p:nvSpPr>
            <p:spPr>
              <a:xfrm>
                <a:off x="2697549" y="59781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5" name="Oval 4614">
                <a:extLst>
                  <a:ext uri="{FF2B5EF4-FFF2-40B4-BE49-F238E27FC236}">
                    <a16:creationId xmlns:a16="http://schemas.microsoft.com/office/drawing/2014/main" id="{C17D8D35-00BF-3BDD-E203-AF2488474090}"/>
                  </a:ext>
                </a:extLst>
              </p:cNvPr>
              <p:cNvSpPr/>
              <p:nvPr/>
            </p:nvSpPr>
            <p:spPr>
              <a:xfrm>
                <a:off x="3093896" y="6337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6" name="Oval 4615">
                <a:extLst>
                  <a:ext uri="{FF2B5EF4-FFF2-40B4-BE49-F238E27FC236}">
                    <a16:creationId xmlns:a16="http://schemas.microsoft.com/office/drawing/2014/main" id="{1ABA2C21-998C-6DB0-F02E-5446FD680196}"/>
                  </a:ext>
                </a:extLst>
              </p:cNvPr>
              <p:cNvSpPr/>
              <p:nvPr/>
            </p:nvSpPr>
            <p:spPr>
              <a:xfrm>
                <a:off x="2864938" y="616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7" name="Oval 4616">
                <a:extLst>
                  <a:ext uri="{FF2B5EF4-FFF2-40B4-BE49-F238E27FC236}">
                    <a16:creationId xmlns:a16="http://schemas.microsoft.com/office/drawing/2014/main" id="{90A47BD5-05F3-B12A-855F-B6DC17FCF747}"/>
                  </a:ext>
                </a:extLst>
              </p:cNvPr>
              <p:cNvSpPr/>
              <p:nvPr/>
            </p:nvSpPr>
            <p:spPr>
              <a:xfrm>
                <a:off x="3016366" y="6296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8" name="Oval 4617">
                <a:extLst>
                  <a:ext uri="{FF2B5EF4-FFF2-40B4-BE49-F238E27FC236}">
                    <a16:creationId xmlns:a16="http://schemas.microsoft.com/office/drawing/2014/main" id="{C115D63D-F51E-49C5-0DCE-0158A6228958}"/>
                  </a:ext>
                </a:extLst>
              </p:cNvPr>
              <p:cNvSpPr/>
              <p:nvPr/>
            </p:nvSpPr>
            <p:spPr>
              <a:xfrm>
                <a:off x="2900663" y="604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19" name="Oval 4618">
                <a:extLst>
                  <a:ext uri="{FF2B5EF4-FFF2-40B4-BE49-F238E27FC236}">
                    <a16:creationId xmlns:a16="http://schemas.microsoft.com/office/drawing/2014/main" id="{EE205ED9-BE47-ADE6-9381-C57C9FF178A8}"/>
                  </a:ext>
                </a:extLst>
              </p:cNvPr>
              <p:cNvSpPr/>
              <p:nvPr/>
            </p:nvSpPr>
            <p:spPr>
              <a:xfrm>
                <a:off x="2971436" y="6240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0" name="Oval 4619">
                <a:extLst>
                  <a:ext uri="{FF2B5EF4-FFF2-40B4-BE49-F238E27FC236}">
                    <a16:creationId xmlns:a16="http://schemas.microsoft.com/office/drawing/2014/main" id="{97FA609F-2378-1C77-62C8-518699828983}"/>
                  </a:ext>
                </a:extLst>
              </p:cNvPr>
              <p:cNvSpPr/>
              <p:nvPr/>
            </p:nvSpPr>
            <p:spPr>
              <a:xfrm>
                <a:off x="3249209" y="6002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1" name="Oval 4620">
                <a:extLst>
                  <a:ext uri="{FF2B5EF4-FFF2-40B4-BE49-F238E27FC236}">
                    <a16:creationId xmlns:a16="http://schemas.microsoft.com/office/drawing/2014/main" id="{B8272901-F033-560E-269E-03E64F0E8A2D}"/>
                  </a:ext>
                </a:extLst>
              </p:cNvPr>
              <p:cNvSpPr/>
              <p:nvPr/>
            </p:nvSpPr>
            <p:spPr>
              <a:xfrm>
                <a:off x="2851679" y="61813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2" name="Oval 4621">
                <a:extLst>
                  <a:ext uri="{FF2B5EF4-FFF2-40B4-BE49-F238E27FC236}">
                    <a16:creationId xmlns:a16="http://schemas.microsoft.com/office/drawing/2014/main" id="{4E70DF0A-F26A-B291-8196-8C2B5DC08646}"/>
                  </a:ext>
                </a:extLst>
              </p:cNvPr>
              <p:cNvSpPr/>
              <p:nvPr/>
            </p:nvSpPr>
            <p:spPr>
              <a:xfrm>
                <a:off x="3039169" y="6382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3" name="Oval 4622">
                <a:extLst>
                  <a:ext uri="{FF2B5EF4-FFF2-40B4-BE49-F238E27FC236}">
                    <a16:creationId xmlns:a16="http://schemas.microsoft.com/office/drawing/2014/main" id="{2905433C-6231-66A5-EA3E-BDB708145E5F}"/>
                  </a:ext>
                </a:extLst>
              </p:cNvPr>
              <p:cNvSpPr/>
              <p:nvPr/>
            </p:nvSpPr>
            <p:spPr>
              <a:xfrm>
                <a:off x="2919581" y="629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4" name="Oval 4623">
                <a:extLst>
                  <a:ext uri="{FF2B5EF4-FFF2-40B4-BE49-F238E27FC236}">
                    <a16:creationId xmlns:a16="http://schemas.microsoft.com/office/drawing/2014/main" id="{E90A65D7-2ECA-72F4-7E07-F7F67DE9C345}"/>
                  </a:ext>
                </a:extLst>
              </p:cNvPr>
              <p:cNvSpPr/>
              <p:nvPr/>
            </p:nvSpPr>
            <p:spPr>
              <a:xfrm>
                <a:off x="3586353" y="55010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5" name="Oval 4624">
                <a:extLst>
                  <a:ext uri="{FF2B5EF4-FFF2-40B4-BE49-F238E27FC236}">
                    <a16:creationId xmlns:a16="http://schemas.microsoft.com/office/drawing/2014/main" id="{D72E079E-54FA-E2CA-E919-9AAFA151C591}"/>
                  </a:ext>
                </a:extLst>
              </p:cNvPr>
              <p:cNvSpPr/>
              <p:nvPr/>
            </p:nvSpPr>
            <p:spPr>
              <a:xfrm>
                <a:off x="2998546" y="60870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6" name="Oval 4625">
                <a:extLst>
                  <a:ext uri="{FF2B5EF4-FFF2-40B4-BE49-F238E27FC236}">
                    <a16:creationId xmlns:a16="http://schemas.microsoft.com/office/drawing/2014/main" id="{2D5D2BC0-48CF-B348-77D9-F9825D1BF7C9}"/>
                  </a:ext>
                </a:extLst>
              </p:cNvPr>
              <p:cNvSpPr/>
              <p:nvPr/>
            </p:nvSpPr>
            <p:spPr>
              <a:xfrm>
                <a:off x="3566675" y="5499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7" name="Oval 4626">
                <a:extLst>
                  <a:ext uri="{FF2B5EF4-FFF2-40B4-BE49-F238E27FC236}">
                    <a16:creationId xmlns:a16="http://schemas.microsoft.com/office/drawing/2014/main" id="{0D1C8DEB-61F2-20F9-E9E6-6E772528B704}"/>
                  </a:ext>
                </a:extLst>
              </p:cNvPr>
              <p:cNvSpPr/>
              <p:nvPr/>
            </p:nvSpPr>
            <p:spPr>
              <a:xfrm>
                <a:off x="2821782" y="61269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8" name="Oval 4627">
                <a:extLst>
                  <a:ext uri="{FF2B5EF4-FFF2-40B4-BE49-F238E27FC236}">
                    <a16:creationId xmlns:a16="http://schemas.microsoft.com/office/drawing/2014/main" id="{F135920F-4C9E-4939-5BB5-564E89646349}"/>
                  </a:ext>
                </a:extLst>
              </p:cNvPr>
              <p:cNvSpPr/>
              <p:nvPr/>
            </p:nvSpPr>
            <p:spPr>
              <a:xfrm>
                <a:off x="3014001" y="6339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29" name="Oval 4628">
                <a:extLst>
                  <a:ext uri="{FF2B5EF4-FFF2-40B4-BE49-F238E27FC236}">
                    <a16:creationId xmlns:a16="http://schemas.microsoft.com/office/drawing/2014/main" id="{12491B41-20DA-B40A-565E-933FD2C73B52}"/>
                  </a:ext>
                </a:extLst>
              </p:cNvPr>
              <p:cNvSpPr/>
              <p:nvPr/>
            </p:nvSpPr>
            <p:spPr>
              <a:xfrm>
                <a:off x="2903197" y="603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0" name="Oval 4629">
                <a:extLst>
                  <a:ext uri="{FF2B5EF4-FFF2-40B4-BE49-F238E27FC236}">
                    <a16:creationId xmlns:a16="http://schemas.microsoft.com/office/drawing/2014/main" id="{D28D906C-8BB9-ABBB-00F3-FE52BC6B62FC}"/>
                  </a:ext>
                </a:extLst>
              </p:cNvPr>
              <p:cNvSpPr/>
              <p:nvPr/>
            </p:nvSpPr>
            <p:spPr>
              <a:xfrm>
                <a:off x="2907250" y="6341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1" name="Oval 4630">
                <a:extLst>
                  <a:ext uri="{FF2B5EF4-FFF2-40B4-BE49-F238E27FC236}">
                    <a16:creationId xmlns:a16="http://schemas.microsoft.com/office/drawing/2014/main" id="{3BFC5E6B-86DA-3474-0F0C-8DC9D87EDCD2}"/>
                  </a:ext>
                </a:extLst>
              </p:cNvPr>
              <p:cNvSpPr/>
              <p:nvPr/>
            </p:nvSpPr>
            <p:spPr>
              <a:xfrm>
                <a:off x="2973716" y="62942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2" name="Oval 4631">
                <a:extLst>
                  <a:ext uri="{FF2B5EF4-FFF2-40B4-BE49-F238E27FC236}">
                    <a16:creationId xmlns:a16="http://schemas.microsoft.com/office/drawing/2014/main" id="{B4C1C473-C900-B22A-C2CC-4837530D3578}"/>
                  </a:ext>
                </a:extLst>
              </p:cNvPr>
              <p:cNvSpPr/>
              <p:nvPr/>
            </p:nvSpPr>
            <p:spPr>
              <a:xfrm>
                <a:off x="2850919" y="6130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3" name="Oval 4632">
                <a:extLst>
                  <a:ext uri="{FF2B5EF4-FFF2-40B4-BE49-F238E27FC236}">
                    <a16:creationId xmlns:a16="http://schemas.microsoft.com/office/drawing/2014/main" id="{9564C4AE-6208-6FCB-0F1B-BBE04C281880}"/>
                  </a:ext>
                </a:extLst>
              </p:cNvPr>
              <p:cNvSpPr/>
              <p:nvPr/>
            </p:nvSpPr>
            <p:spPr>
              <a:xfrm>
                <a:off x="3102764" y="6242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4" name="Oval 4633">
                <a:extLst>
                  <a:ext uri="{FF2B5EF4-FFF2-40B4-BE49-F238E27FC236}">
                    <a16:creationId xmlns:a16="http://schemas.microsoft.com/office/drawing/2014/main" id="{3E8B81F5-D60F-9C05-5BD6-0675747706C0}"/>
                  </a:ext>
                </a:extLst>
              </p:cNvPr>
              <p:cNvSpPr/>
              <p:nvPr/>
            </p:nvSpPr>
            <p:spPr>
              <a:xfrm>
                <a:off x="3593869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5" name="Oval 4634">
                <a:extLst>
                  <a:ext uri="{FF2B5EF4-FFF2-40B4-BE49-F238E27FC236}">
                    <a16:creationId xmlns:a16="http://schemas.microsoft.com/office/drawing/2014/main" id="{967D5B06-B1C7-2BD5-8E3B-11A263D44AD9}"/>
                  </a:ext>
                </a:extLst>
              </p:cNvPr>
              <p:cNvSpPr/>
              <p:nvPr/>
            </p:nvSpPr>
            <p:spPr>
              <a:xfrm>
                <a:off x="3059945" y="62260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6" name="Oval 4635">
                <a:extLst>
                  <a:ext uri="{FF2B5EF4-FFF2-40B4-BE49-F238E27FC236}">
                    <a16:creationId xmlns:a16="http://schemas.microsoft.com/office/drawing/2014/main" id="{1869B3C8-AC09-65B6-EDFE-3715FCD41ECC}"/>
                  </a:ext>
                </a:extLst>
              </p:cNvPr>
              <p:cNvSpPr/>
              <p:nvPr/>
            </p:nvSpPr>
            <p:spPr>
              <a:xfrm>
                <a:off x="3563212" y="5521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7" name="Oval 4636">
                <a:extLst>
                  <a:ext uri="{FF2B5EF4-FFF2-40B4-BE49-F238E27FC236}">
                    <a16:creationId xmlns:a16="http://schemas.microsoft.com/office/drawing/2014/main" id="{9947CEA1-006E-9038-BBF7-E349B3560193}"/>
                  </a:ext>
                </a:extLst>
              </p:cNvPr>
              <p:cNvSpPr/>
              <p:nvPr/>
            </p:nvSpPr>
            <p:spPr>
              <a:xfrm>
                <a:off x="2967467" y="6360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8" name="Oval 4637">
                <a:extLst>
                  <a:ext uri="{FF2B5EF4-FFF2-40B4-BE49-F238E27FC236}">
                    <a16:creationId xmlns:a16="http://schemas.microsoft.com/office/drawing/2014/main" id="{CA75803D-4C3A-5EDB-DE2F-E6529FC4CBA5}"/>
                  </a:ext>
                </a:extLst>
              </p:cNvPr>
              <p:cNvSpPr/>
              <p:nvPr/>
            </p:nvSpPr>
            <p:spPr>
              <a:xfrm>
                <a:off x="3610760" y="61177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39" name="Oval 4638">
                <a:extLst>
                  <a:ext uri="{FF2B5EF4-FFF2-40B4-BE49-F238E27FC236}">
                    <a16:creationId xmlns:a16="http://schemas.microsoft.com/office/drawing/2014/main" id="{4A61CCAE-4D81-A8F5-A24F-A6CB54E7642E}"/>
                  </a:ext>
                </a:extLst>
              </p:cNvPr>
              <p:cNvSpPr/>
              <p:nvPr/>
            </p:nvSpPr>
            <p:spPr>
              <a:xfrm>
                <a:off x="3063492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0" name="Oval 4639">
                <a:extLst>
                  <a:ext uri="{FF2B5EF4-FFF2-40B4-BE49-F238E27FC236}">
                    <a16:creationId xmlns:a16="http://schemas.microsoft.com/office/drawing/2014/main" id="{271A5FD7-7141-0F14-50C6-ED92406B80BC}"/>
                  </a:ext>
                </a:extLst>
              </p:cNvPr>
              <p:cNvSpPr/>
              <p:nvPr/>
            </p:nvSpPr>
            <p:spPr>
              <a:xfrm>
                <a:off x="2755569" y="5981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1" name="Oval 4640">
                <a:extLst>
                  <a:ext uri="{FF2B5EF4-FFF2-40B4-BE49-F238E27FC236}">
                    <a16:creationId xmlns:a16="http://schemas.microsoft.com/office/drawing/2014/main" id="{4923AC83-AE47-7592-DF0B-EE4ADA2432CE}"/>
                  </a:ext>
                </a:extLst>
              </p:cNvPr>
              <p:cNvSpPr/>
              <p:nvPr/>
            </p:nvSpPr>
            <p:spPr>
              <a:xfrm>
                <a:off x="3585677" y="55046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2" name="Oval 4641">
                <a:extLst>
                  <a:ext uri="{FF2B5EF4-FFF2-40B4-BE49-F238E27FC236}">
                    <a16:creationId xmlns:a16="http://schemas.microsoft.com/office/drawing/2014/main" id="{FB81A0FA-6ED8-9853-447A-026E66621663}"/>
                  </a:ext>
                </a:extLst>
              </p:cNvPr>
              <p:cNvSpPr/>
              <p:nvPr/>
            </p:nvSpPr>
            <p:spPr>
              <a:xfrm>
                <a:off x="2840193" y="6143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3" name="Oval 4642">
                <a:extLst>
                  <a:ext uri="{FF2B5EF4-FFF2-40B4-BE49-F238E27FC236}">
                    <a16:creationId xmlns:a16="http://schemas.microsoft.com/office/drawing/2014/main" id="{BC2B3C37-C555-D3DB-1F94-25F250E75C24}"/>
                  </a:ext>
                </a:extLst>
              </p:cNvPr>
              <p:cNvSpPr/>
              <p:nvPr/>
            </p:nvSpPr>
            <p:spPr>
              <a:xfrm>
                <a:off x="2915442" y="6385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4" name="Oval 4643">
                <a:extLst>
                  <a:ext uri="{FF2B5EF4-FFF2-40B4-BE49-F238E27FC236}">
                    <a16:creationId xmlns:a16="http://schemas.microsoft.com/office/drawing/2014/main" id="{F0536074-F1BF-7D67-0892-5D83A75811A2}"/>
                  </a:ext>
                </a:extLst>
              </p:cNvPr>
              <p:cNvSpPr/>
              <p:nvPr/>
            </p:nvSpPr>
            <p:spPr>
              <a:xfrm>
                <a:off x="3627060" y="55008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5" name="Oval 4644">
                <a:extLst>
                  <a:ext uri="{FF2B5EF4-FFF2-40B4-BE49-F238E27FC236}">
                    <a16:creationId xmlns:a16="http://schemas.microsoft.com/office/drawing/2014/main" id="{976173FA-1D2D-5DBD-56FC-F696C3365963}"/>
                  </a:ext>
                </a:extLst>
              </p:cNvPr>
              <p:cNvSpPr/>
              <p:nvPr/>
            </p:nvSpPr>
            <p:spPr>
              <a:xfrm>
                <a:off x="3061212" y="59430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6" name="Oval 4645">
                <a:extLst>
                  <a:ext uri="{FF2B5EF4-FFF2-40B4-BE49-F238E27FC236}">
                    <a16:creationId xmlns:a16="http://schemas.microsoft.com/office/drawing/2014/main" id="{7C60C872-D833-A5A3-3E9C-01BD9F3352CA}"/>
                  </a:ext>
                </a:extLst>
              </p:cNvPr>
              <p:cNvSpPr/>
              <p:nvPr/>
            </p:nvSpPr>
            <p:spPr>
              <a:xfrm>
                <a:off x="3125735" y="62277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7" name="Oval 4646">
                <a:extLst>
                  <a:ext uri="{FF2B5EF4-FFF2-40B4-BE49-F238E27FC236}">
                    <a16:creationId xmlns:a16="http://schemas.microsoft.com/office/drawing/2014/main" id="{7D3EEC13-E1E5-3ADC-B4D5-BDA5082CF151}"/>
                  </a:ext>
                </a:extLst>
              </p:cNvPr>
              <p:cNvSpPr/>
              <p:nvPr/>
            </p:nvSpPr>
            <p:spPr>
              <a:xfrm>
                <a:off x="2944579" y="60881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8" name="Oval 4647">
                <a:extLst>
                  <a:ext uri="{FF2B5EF4-FFF2-40B4-BE49-F238E27FC236}">
                    <a16:creationId xmlns:a16="http://schemas.microsoft.com/office/drawing/2014/main" id="{3BE19744-2559-32C8-3540-B592488E3313}"/>
                  </a:ext>
                </a:extLst>
              </p:cNvPr>
              <p:cNvSpPr/>
              <p:nvPr/>
            </p:nvSpPr>
            <p:spPr>
              <a:xfrm>
                <a:off x="2723476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49" name="Oval 4648">
                <a:extLst>
                  <a:ext uri="{FF2B5EF4-FFF2-40B4-BE49-F238E27FC236}">
                    <a16:creationId xmlns:a16="http://schemas.microsoft.com/office/drawing/2014/main" id="{2E1FACEF-2896-E246-43D7-C1C83BBAAE9F}"/>
                  </a:ext>
                </a:extLst>
              </p:cNvPr>
              <p:cNvSpPr/>
              <p:nvPr/>
            </p:nvSpPr>
            <p:spPr>
              <a:xfrm>
                <a:off x="2928702" y="611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0" name="Oval 4649">
                <a:extLst>
                  <a:ext uri="{FF2B5EF4-FFF2-40B4-BE49-F238E27FC236}">
                    <a16:creationId xmlns:a16="http://schemas.microsoft.com/office/drawing/2014/main" id="{F0AA4C13-EAD3-9504-E423-5D58F6520CA4}"/>
                  </a:ext>
                </a:extLst>
              </p:cNvPr>
              <p:cNvSpPr/>
              <p:nvPr/>
            </p:nvSpPr>
            <p:spPr>
              <a:xfrm>
                <a:off x="3562621" y="5532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1" name="Oval 4650">
                <a:extLst>
                  <a:ext uri="{FF2B5EF4-FFF2-40B4-BE49-F238E27FC236}">
                    <a16:creationId xmlns:a16="http://schemas.microsoft.com/office/drawing/2014/main" id="{87A2EF14-8B61-F6E7-75A6-C8C5373851E6}"/>
                  </a:ext>
                </a:extLst>
              </p:cNvPr>
              <p:cNvSpPr/>
              <p:nvPr/>
            </p:nvSpPr>
            <p:spPr>
              <a:xfrm>
                <a:off x="2869668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2" name="Oval 4651">
                <a:extLst>
                  <a:ext uri="{FF2B5EF4-FFF2-40B4-BE49-F238E27FC236}">
                    <a16:creationId xmlns:a16="http://schemas.microsoft.com/office/drawing/2014/main" id="{3D66CAB1-B8AA-0672-840D-B0F1AD771DC4}"/>
                  </a:ext>
                </a:extLst>
              </p:cNvPr>
              <p:cNvSpPr/>
              <p:nvPr/>
            </p:nvSpPr>
            <p:spPr>
              <a:xfrm>
                <a:off x="2987483" y="6366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3" name="Oval 4652">
                <a:extLst>
                  <a:ext uri="{FF2B5EF4-FFF2-40B4-BE49-F238E27FC236}">
                    <a16:creationId xmlns:a16="http://schemas.microsoft.com/office/drawing/2014/main" id="{121D67EE-2367-21CC-EB54-C211D02708C8}"/>
                  </a:ext>
                </a:extLst>
              </p:cNvPr>
              <p:cNvSpPr/>
              <p:nvPr/>
            </p:nvSpPr>
            <p:spPr>
              <a:xfrm>
                <a:off x="3019998" y="6246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4" name="Oval 4653">
                <a:extLst>
                  <a:ext uri="{FF2B5EF4-FFF2-40B4-BE49-F238E27FC236}">
                    <a16:creationId xmlns:a16="http://schemas.microsoft.com/office/drawing/2014/main" id="{D74C8C30-7B0E-C401-9990-602982B47C38}"/>
                  </a:ext>
                </a:extLst>
              </p:cNvPr>
              <p:cNvSpPr/>
              <p:nvPr/>
            </p:nvSpPr>
            <p:spPr>
              <a:xfrm>
                <a:off x="2885461" y="60413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5" name="Oval 4654">
                <a:extLst>
                  <a:ext uri="{FF2B5EF4-FFF2-40B4-BE49-F238E27FC236}">
                    <a16:creationId xmlns:a16="http://schemas.microsoft.com/office/drawing/2014/main" id="{7F8598CE-2D36-2D2A-15E4-E9C583CCAAD7}"/>
                  </a:ext>
                </a:extLst>
              </p:cNvPr>
              <p:cNvSpPr/>
              <p:nvPr/>
            </p:nvSpPr>
            <p:spPr>
              <a:xfrm>
                <a:off x="2721027" y="59876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6" name="Oval 4655">
                <a:extLst>
                  <a:ext uri="{FF2B5EF4-FFF2-40B4-BE49-F238E27FC236}">
                    <a16:creationId xmlns:a16="http://schemas.microsoft.com/office/drawing/2014/main" id="{87F6D37C-73C5-BD5F-D8E1-1E0F901BD780}"/>
                  </a:ext>
                </a:extLst>
              </p:cNvPr>
              <p:cNvSpPr/>
              <p:nvPr/>
            </p:nvSpPr>
            <p:spPr>
              <a:xfrm>
                <a:off x="2844669" y="61707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7" name="Oval 4656">
                <a:extLst>
                  <a:ext uri="{FF2B5EF4-FFF2-40B4-BE49-F238E27FC236}">
                    <a16:creationId xmlns:a16="http://schemas.microsoft.com/office/drawing/2014/main" id="{52CD41AE-1BBC-0169-9696-7D2E85197BF3}"/>
                  </a:ext>
                </a:extLst>
              </p:cNvPr>
              <p:cNvSpPr/>
              <p:nvPr/>
            </p:nvSpPr>
            <p:spPr>
              <a:xfrm>
                <a:off x="3587620" y="5490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8" name="Oval 4657">
                <a:extLst>
                  <a:ext uri="{FF2B5EF4-FFF2-40B4-BE49-F238E27FC236}">
                    <a16:creationId xmlns:a16="http://schemas.microsoft.com/office/drawing/2014/main" id="{B7AB57FE-596A-3F17-83E2-98041557BD38}"/>
                  </a:ext>
                </a:extLst>
              </p:cNvPr>
              <p:cNvSpPr/>
              <p:nvPr/>
            </p:nvSpPr>
            <p:spPr>
              <a:xfrm>
                <a:off x="3561861" y="5519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59" name="Oval 4658">
                <a:extLst>
                  <a:ext uri="{FF2B5EF4-FFF2-40B4-BE49-F238E27FC236}">
                    <a16:creationId xmlns:a16="http://schemas.microsoft.com/office/drawing/2014/main" id="{B4B0170E-6534-8A3F-5AD8-EA1AEECA442F}"/>
                  </a:ext>
                </a:extLst>
              </p:cNvPr>
              <p:cNvSpPr/>
              <p:nvPr/>
            </p:nvSpPr>
            <p:spPr>
              <a:xfrm>
                <a:off x="2701518" y="5971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0" name="Oval 4659">
                <a:extLst>
                  <a:ext uri="{FF2B5EF4-FFF2-40B4-BE49-F238E27FC236}">
                    <a16:creationId xmlns:a16="http://schemas.microsoft.com/office/drawing/2014/main" id="{EF9FFBAB-C3BA-3061-07F5-D974FF21C539}"/>
                  </a:ext>
                </a:extLst>
              </p:cNvPr>
              <p:cNvSpPr/>
              <p:nvPr/>
            </p:nvSpPr>
            <p:spPr>
              <a:xfrm>
                <a:off x="3631199" y="542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1" name="Oval 4660">
                <a:extLst>
                  <a:ext uri="{FF2B5EF4-FFF2-40B4-BE49-F238E27FC236}">
                    <a16:creationId xmlns:a16="http://schemas.microsoft.com/office/drawing/2014/main" id="{E7E15521-04B0-BA71-2289-784E0465A9A0}"/>
                  </a:ext>
                </a:extLst>
              </p:cNvPr>
              <p:cNvSpPr/>
              <p:nvPr/>
            </p:nvSpPr>
            <p:spPr>
              <a:xfrm>
                <a:off x="3310016" y="5771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2" name="Oval 4661">
                <a:extLst>
                  <a:ext uri="{FF2B5EF4-FFF2-40B4-BE49-F238E27FC236}">
                    <a16:creationId xmlns:a16="http://schemas.microsoft.com/office/drawing/2014/main" id="{662422A8-B673-C100-34C9-27AD7870A5F1}"/>
                  </a:ext>
                </a:extLst>
              </p:cNvPr>
              <p:cNvSpPr/>
              <p:nvPr/>
            </p:nvSpPr>
            <p:spPr>
              <a:xfrm>
                <a:off x="3279275" y="6396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3" name="Oval 4662">
                <a:extLst>
                  <a:ext uri="{FF2B5EF4-FFF2-40B4-BE49-F238E27FC236}">
                    <a16:creationId xmlns:a16="http://schemas.microsoft.com/office/drawing/2014/main" id="{737A8D31-5AAF-AE11-9897-C90958080942}"/>
                  </a:ext>
                </a:extLst>
              </p:cNvPr>
              <p:cNvSpPr/>
              <p:nvPr/>
            </p:nvSpPr>
            <p:spPr>
              <a:xfrm>
                <a:off x="3036804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4" name="Oval 4663">
                <a:extLst>
                  <a:ext uri="{FF2B5EF4-FFF2-40B4-BE49-F238E27FC236}">
                    <a16:creationId xmlns:a16="http://schemas.microsoft.com/office/drawing/2014/main" id="{31A959A0-5BFD-E53C-A545-F690C3867816}"/>
                  </a:ext>
                </a:extLst>
              </p:cNvPr>
              <p:cNvSpPr/>
              <p:nvPr/>
            </p:nvSpPr>
            <p:spPr>
              <a:xfrm>
                <a:off x="3588295" y="5694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5" name="Oval 4664">
                <a:extLst>
                  <a:ext uri="{FF2B5EF4-FFF2-40B4-BE49-F238E27FC236}">
                    <a16:creationId xmlns:a16="http://schemas.microsoft.com/office/drawing/2014/main" id="{C07566D9-7A9A-0E2E-FE9A-2C0B3291A3BE}"/>
                  </a:ext>
                </a:extLst>
              </p:cNvPr>
              <p:cNvSpPr/>
              <p:nvPr/>
            </p:nvSpPr>
            <p:spPr>
              <a:xfrm>
                <a:off x="3044236" y="6270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6" name="Oval 4665">
                <a:extLst>
                  <a:ext uri="{FF2B5EF4-FFF2-40B4-BE49-F238E27FC236}">
                    <a16:creationId xmlns:a16="http://schemas.microsoft.com/office/drawing/2014/main" id="{11F23586-A5CE-0970-C3EB-0D64A52574AC}"/>
                  </a:ext>
                </a:extLst>
              </p:cNvPr>
              <p:cNvSpPr/>
              <p:nvPr/>
            </p:nvSpPr>
            <p:spPr>
              <a:xfrm>
                <a:off x="2979713" y="6128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7" name="Oval 4666">
                <a:extLst>
                  <a:ext uri="{FF2B5EF4-FFF2-40B4-BE49-F238E27FC236}">
                    <a16:creationId xmlns:a16="http://schemas.microsoft.com/office/drawing/2014/main" id="{A8ED6E62-0F53-35C0-C406-DD575C409A2D}"/>
                  </a:ext>
                </a:extLst>
              </p:cNvPr>
              <p:cNvSpPr/>
              <p:nvPr/>
            </p:nvSpPr>
            <p:spPr>
              <a:xfrm>
                <a:off x="2792307" y="61908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8" name="Oval 4667">
                <a:extLst>
                  <a:ext uri="{FF2B5EF4-FFF2-40B4-BE49-F238E27FC236}">
                    <a16:creationId xmlns:a16="http://schemas.microsoft.com/office/drawing/2014/main" id="{657FB175-8B12-7FD3-2879-AC032A0823BD}"/>
                  </a:ext>
                </a:extLst>
              </p:cNvPr>
              <p:cNvSpPr/>
              <p:nvPr/>
            </p:nvSpPr>
            <p:spPr>
              <a:xfrm>
                <a:off x="3117290" y="5812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69" name="Oval 4668">
                <a:extLst>
                  <a:ext uri="{FF2B5EF4-FFF2-40B4-BE49-F238E27FC236}">
                    <a16:creationId xmlns:a16="http://schemas.microsoft.com/office/drawing/2014/main" id="{B5EFBEB2-73DE-F27D-0740-9B6F7C3DB61F}"/>
                  </a:ext>
                </a:extLst>
              </p:cNvPr>
              <p:cNvSpPr/>
              <p:nvPr/>
            </p:nvSpPr>
            <p:spPr>
              <a:xfrm>
                <a:off x="3585086" y="5493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0" name="Oval 4669">
                <a:extLst>
                  <a:ext uri="{FF2B5EF4-FFF2-40B4-BE49-F238E27FC236}">
                    <a16:creationId xmlns:a16="http://schemas.microsoft.com/office/drawing/2014/main" id="{33343372-7F1C-60E5-1CBD-B050D6CE1476}"/>
                  </a:ext>
                </a:extLst>
              </p:cNvPr>
              <p:cNvSpPr/>
              <p:nvPr/>
            </p:nvSpPr>
            <p:spPr>
              <a:xfrm>
                <a:off x="2811225" y="61627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1" name="Oval 4670">
                <a:extLst>
                  <a:ext uri="{FF2B5EF4-FFF2-40B4-BE49-F238E27FC236}">
                    <a16:creationId xmlns:a16="http://schemas.microsoft.com/office/drawing/2014/main" id="{B33F71CE-4DFB-CAEF-7F39-55E9F235E234}"/>
                  </a:ext>
                </a:extLst>
              </p:cNvPr>
              <p:cNvSpPr/>
              <p:nvPr/>
            </p:nvSpPr>
            <p:spPr>
              <a:xfrm>
                <a:off x="2920763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2" name="Oval 4671">
                <a:extLst>
                  <a:ext uri="{FF2B5EF4-FFF2-40B4-BE49-F238E27FC236}">
                    <a16:creationId xmlns:a16="http://schemas.microsoft.com/office/drawing/2014/main" id="{82A21908-4A95-FC34-FA99-60CBEDCE2FA4}"/>
                  </a:ext>
                </a:extLst>
              </p:cNvPr>
              <p:cNvSpPr/>
              <p:nvPr/>
            </p:nvSpPr>
            <p:spPr>
              <a:xfrm>
                <a:off x="3033342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3" name="Oval 4672">
                <a:extLst>
                  <a:ext uri="{FF2B5EF4-FFF2-40B4-BE49-F238E27FC236}">
                    <a16:creationId xmlns:a16="http://schemas.microsoft.com/office/drawing/2014/main" id="{D5085323-97E8-6E2C-1971-2DC676A919A3}"/>
                  </a:ext>
                </a:extLst>
              </p:cNvPr>
              <p:cNvSpPr/>
              <p:nvPr/>
            </p:nvSpPr>
            <p:spPr>
              <a:xfrm>
                <a:off x="3289156" y="63993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4" name="Oval 4673">
                <a:extLst>
                  <a:ext uri="{FF2B5EF4-FFF2-40B4-BE49-F238E27FC236}">
                    <a16:creationId xmlns:a16="http://schemas.microsoft.com/office/drawing/2014/main" id="{B6667BBB-C7D9-2B0B-AA9A-F541003A82F7}"/>
                  </a:ext>
                </a:extLst>
              </p:cNvPr>
              <p:cNvSpPr/>
              <p:nvPr/>
            </p:nvSpPr>
            <p:spPr>
              <a:xfrm>
                <a:off x="2946691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5" name="Oval 4674">
                <a:extLst>
                  <a:ext uri="{FF2B5EF4-FFF2-40B4-BE49-F238E27FC236}">
                    <a16:creationId xmlns:a16="http://schemas.microsoft.com/office/drawing/2014/main" id="{FAB2D05E-650C-68F6-093C-C4C6C0AE8643}"/>
                  </a:ext>
                </a:extLst>
              </p:cNvPr>
              <p:cNvSpPr/>
              <p:nvPr/>
            </p:nvSpPr>
            <p:spPr>
              <a:xfrm>
                <a:off x="3610929" y="555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6" name="Oval 4675">
                <a:extLst>
                  <a:ext uri="{FF2B5EF4-FFF2-40B4-BE49-F238E27FC236}">
                    <a16:creationId xmlns:a16="http://schemas.microsoft.com/office/drawing/2014/main" id="{4C662BE7-4537-B5F4-86D5-DB6B64885BF9}"/>
                  </a:ext>
                </a:extLst>
              </p:cNvPr>
              <p:cNvSpPr/>
              <p:nvPr/>
            </p:nvSpPr>
            <p:spPr>
              <a:xfrm>
                <a:off x="3623598" y="5485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7" name="Oval 4676">
                <a:extLst>
                  <a:ext uri="{FF2B5EF4-FFF2-40B4-BE49-F238E27FC236}">
                    <a16:creationId xmlns:a16="http://schemas.microsoft.com/office/drawing/2014/main" id="{FA73021F-E02D-212F-F664-ECBD2E4DA49A}"/>
                  </a:ext>
                </a:extLst>
              </p:cNvPr>
              <p:cNvSpPr/>
              <p:nvPr/>
            </p:nvSpPr>
            <p:spPr>
              <a:xfrm>
                <a:off x="3290507" y="5910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8" name="Oval 4677">
                <a:extLst>
                  <a:ext uri="{FF2B5EF4-FFF2-40B4-BE49-F238E27FC236}">
                    <a16:creationId xmlns:a16="http://schemas.microsoft.com/office/drawing/2014/main" id="{81CA28F6-5189-EF7F-F8EF-1A914B93E37D}"/>
                  </a:ext>
                </a:extLst>
              </p:cNvPr>
              <p:cNvSpPr/>
              <p:nvPr/>
            </p:nvSpPr>
            <p:spPr>
              <a:xfrm>
                <a:off x="2726939" y="59824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79" name="Oval 4678">
                <a:extLst>
                  <a:ext uri="{FF2B5EF4-FFF2-40B4-BE49-F238E27FC236}">
                    <a16:creationId xmlns:a16="http://schemas.microsoft.com/office/drawing/2014/main" id="{2EE09B71-842B-F6A3-7847-525230DF4386}"/>
                  </a:ext>
                </a:extLst>
              </p:cNvPr>
              <p:cNvSpPr/>
              <p:nvPr/>
            </p:nvSpPr>
            <p:spPr>
              <a:xfrm>
                <a:off x="2856831" y="615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0" name="Oval 4679">
                <a:extLst>
                  <a:ext uri="{FF2B5EF4-FFF2-40B4-BE49-F238E27FC236}">
                    <a16:creationId xmlns:a16="http://schemas.microsoft.com/office/drawing/2014/main" id="{05D7B2EE-6087-5D1E-FF7E-2F3D2A6DB9C4}"/>
                  </a:ext>
                </a:extLst>
              </p:cNvPr>
              <p:cNvSpPr/>
              <p:nvPr/>
            </p:nvSpPr>
            <p:spPr>
              <a:xfrm>
                <a:off x="3028697" y="633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1" name="Oval 4680">
                <a:extLst>
                  <a:ext uri="{FF2B5EF4-FFF2-40B4-BE49-F238E27FC236}">
                    <a16:creationId xmlns:a16="http://schemas.microsoft.com/office/drawing/2014/main" id="{286AE6FF-CFA8-0897-5DC5-BBCACCED94EC}"/>
                  </a:ext>
                </a:extLst>
              </p:cNvPr>
              <p:cNvSpPr/>
              <p:nvPr/>
            </p:nvSpPr>
            <p:spPr>
              <a:xfrm>
                <a:off x="3084944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2" name="Oval 4681">
                <a:extLst>
                  <a:ext uri="{FF2B5EF4-FFF2-40B4-BE49-F238E27FC236}">
                    <a16:creationId xmlns:a16="http://schemas.microsoft.com/office/drawing/2014/main" id="{3295B686-145A-5AA3-85C1-4550058168BD}"/>
                  </a:ext>
                </a:extLst>
              </p:cNvPr>
              <p:cNvSpPr/>
              <p:nvPr/>
            </p:nvSpPr>
            <p:spPr>
              <a:xfrm>
                <a:off x="3156646" y="60660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3" name="Oval 4682">
                <a:extLst>
                  <a:ext uri="{FF2B5EF4-FFF2-40B4-BE49-F238E27FC236}">
                    <a16:creationId xmlns:a16="http://schemas.microsoft.com/office/drawing/2014/main" id="{CF590F00-308D-ED6E-016A-65D17B97CB27}"/>
                  </a:ext>
                </a:extLst>
              </p:cNvPr>
              <p:cNvSpPr/>
              <p:nvPr/>
            </p:nvSpPr>
            <p:spPr>
              <a:xfrm>
                <a:off x="3591927" y="552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4" name="Oval 4683">
                <a:extLst>
                  <a:ext uri="{FF2B5EF4-FFF2-40B4-BE49-F238E27FC236}">
                    <a16:creationId xmlns:a16="http://schemas.microsoft.com/office/drawing/2014/main" id="{63663F28-0EFF-20AC-863E-8909F5E8F296}"/>
                  </a:ext>
                </a:extLst>
              </p:cNvPr>
              <p:cNvSpPr/>
              <p:nvPr/>
            </p:nvSpPr>
            <p:spPr>
              <a:xfrm>
                <a:off x="2797712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5" name="Oval 4684">
                <a:extLst>
                  <a:ext uri="{FF2B5EF4-FFF2-40B4-BE49-F238E27FC236}">
                    <a16:creationId xmlns:a16="http://schemas.microsoft.com/office/drawing/2014/main" id="{E4A289A5-8BDD-759B-820E-B0AD14C43E17}"/>
                  </a:ext>
                </a:extLst>
              </p:cNvPr>
              <p:cNvSpPr/>
              <p:nvPr/>
            </p:nvSpPr>
            <p:spPr>
              <a:xfrm>
                <a:off x="3624949" y="5486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6" name="Oval 4685">
                <a:extLst>
                  <a:ext uri="{FF2B5EF4-FFF2-40B4-BE49-F238E27FC236}">
                    <a16:creationId xmlns:a16="http://schemas.microsoft.com/office/drawing/2014/main" id="{5A79EA3B-692D-CFC9-33D3-CD2D21247510}"/>
                  </a:ext>
                </a:extLst>
              </p:cNvPr>
              <p:cNvSpPr/>
              <p:nvPr/>
            </p:nvSpPr>
            <p:spPr>
              <a:xfrm>
                <a:off x="3600626" y="55163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7" name="Oval 4686">
                <a:extLst>
                  <a:ext uri="{FF2B5EF4-FFF2-40B4-BE49-F238E27FC236}">
                    <a16:creationId xmlns:a16="http://schemas.microsoft.com/office/drawing/2014/main" id="{0CCD8F1B-E9B2-CEA9-715B-A7498F878656}"/>
                  </a:ext>
                </a:extLst>
              </p:cNvPr>
              <p:cNvSpPr/>
              <p:nvPr/>
            </p:nvSpPr>
            <p:spPr>
              <a:xfrm>
                <a:off x="3003276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8" name="Oval 4687">
                <a:extLst>
                  <a:ext uri="{FF2B5EF4-FFF2-40B4-BE49-F238E27FC236}">
                    <a16:creationId xmlns:a16="http://schemas.microsoft.com/office/drawing/2014/main" id="{4AA75FF2-9851-CB8A-FBA9-2A2A7122B551}"/>
                  </a:ext>
                </a:extLst>
              </p:cNvPr>
              <p:cNvSpPr/>
              <p:nvPr/>
            </p:nvSpPr>
            <p:spPr>
              <a:xfrm>
                <a:off x="2932418" y="638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89" name="Oval 4688">
                <a:extLst>
                  <a:ext uri="{FF2B5EF4-FFF2-40B4-BE49-F238E27FC236}">
                    <a16:creationId xmlns:a16="http://schemas.microsoft.com/office/drawing/2014/main" id="{2EB47770-4523-3CF5-7031-07BEE1C2A153}"/>
                  </a:ext>
                </a:extLst>
              </p:cNvPr>
              <p:cNvSpPr/>
              <p:nvPr/>
            </p:nvSpPr>
            <p:spPr>
              <a:xfrm>
                <a:off x="2929800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0" name="Oval 4689">
                <a:extLst>
                  <a:ext uri="{FF2B5EF4-FFF2-40B4-BE49-F238E27FC236}">
                    <a16:creationId xmlns:a16="http://schemas.microsoft.com/office/drawing/2014/main" id="{394266AB-1042-A693-7A5A-FDC27D71C276}"/>
                  </a:ext>
                </a:extLst>
              </p:cNvPr>
              <p:cNvSpPr/>
              <p:nvPr/>
            </p:nvSpPr>
            <p:spPr>
              <a:xfrm>
                <a:off x="3603160" y="5598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1" name="Oval 4690">
                <a:extLst>
                  <a:ext uri="{FF2B5EF4-FFF2-40B4-BE49-F238E27FC236}">
                    <a16:creationId xmlns:a16="http://schemas.microsoft.com/office/drawing/2014/main" id="{E7E3FDF4-AAD7-8010-4F92-5E54ECB7D691}"/>
                  </a:ext>
                </a:extLst>
              </p:cNvPr>
              <p:cNvSpPr/>
              <p:nvPr/>
            </p:nvSpPr>
            <p:spPr>
              <a:xfrm>
                <a:off x="2919159" y="6043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2" name="Oval 4691">
                <a:extLst>
                  <a:ext uri="{FF2B5EF4-FFF2-40B4-BE49-F238E27FC236}">
                    <a16:creationId xmlns:a16="http://schemas.microsoft.com/office/drawing/2014/main" id="{22061755-3609-6FFF-12AA-0024BD2336EA}"/>
                  </a:ext>
                </a:extLst>
              </p:cNvPr>
              <p:cNvSpPr/>
              <p:nvPr/>
            </p:nvSpPr>
            <p:spPr>
              <a:xfrm>
                <a:off x="3624780" y="54967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3" name="Oval 4692">
                <a:extLst>
                  <a:ext uri="{FF2B5EF4-FFF2-40B4-BE49-F238E27FC236}">
                    <a16:creationId xmlns:a16="http://schemas.microsoft.com/office/drawing/2014/main" id="{532ED011-FD1B-E01D-9489-D584FDF6A0C6}"/>
                  </a:ext>
                </a:extLst>
              </p:cNvPr>
              <p:cNvSpPr/>
              <p:nvPr/>
            </p:nvSpPr>
            <p:spPr>
              <a:xfrm>
                <a:off x="3093389" y="61598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4" name="Oval 4693">
                <a:extLst>
                  <a:ext uri="{FF2B5EF4-FFF2-40B4-BE49-F238E27FC236}">
                    <a16:creationId xmlns:a16="http://schemas.microsoft.com/office/drawing/2014/main" id="{7D99B7D9-D8C8-2B3C-19C7-7B8CDCB03B74}"/>
                  </a:ext>
                </a:extLst>
              </p:cNvPr>
              <p:cNvSpPr/>
              <p:nvPr/>
            </p:nvSpPr>
            <p:spPr>
              <a:xfrm>
                <a:off x="2702616" y="599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5" name="Oval 4694">
                <a:extLst>
                  <a:ext uri="{FF2B5EF4-FFF2-40B4-BE49-F238E27FC236}">
                    <a16:creationId xmlns:a16="http://schemas.microsoft.com/office/drawing/2014/main" id="{EDE2CF03-5B5C-FF54-54A8-D83914CA4B24}"/>
                  </a:ext>
                </a:extLst>
              </p:cNvPr>
              <p:cNvSpPr/>
              <p:nvPr/>
            </p:nvSpPr>
            <p:spPr>
              <a:xfrm>
                <a:off x="3138826" y="6309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6" name="Oval 4695">
                <a:extLst>
                  <a:ext uri="{FF2B5EF4-FFF2-40B4-BE49-F238E27FC236}">
                    <a16:creationId xmlns:a16="http://schemas.microsoft.com/office/drawing/2014/main" id="{00982ADB-AD6D-810E-A008-5B20AB08DE3A}"/>
                  </a:ext>
                </a:extLst>
              </p:cNvPr>
              <p:cNvSpPr/>
              <p:nvPr/>
            </p:nvSpPr>
            <p:spPr>
              <a:xfrm>
                <a:off x="3607129" y="54841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7" name="Oval 4696">
                <a:extLst>
                  <a:ext uri="{FF2B5EF4-FFF2-40B4-BE49-F238E27FC236}">
                    <a16:creationId xmlns:a16="http://schemas.microsoft.com/office/drawing/2014/main" id="{9DD4C3D6-1B4C-94A6-65A6-E9D92ED521F6}"/>
                  </a:ext>
                </a:extLst>
              </p:cNvPr>
              <p:cNvSpPr/>
              <p:nvPr/>
            </p:nvSpPr>
            <p:spPr>
              <a:xfrm>
                <a:off x="2709119" y="594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8" name="Oval 4697">
                <a:extLst>
                  <a:ext uri="{FF2B5EF4-FFF2-40B4-BE49-F238E27FC236}">
                    <a16:creationId xmlns:a16="http://schemas.microsoft.com/office/drawing/2014/main" id="{A806386C-9041-363B-991D-993919362486}"/>
                  </a:ext>
                </a:extLst>
              </p:cNvPr>
              <p:cNvSpPr/>
              <p:nvPr/>
            </p:nvSpPr>
            <p:spPr>
              <a:xfrm>
                <a:off x="2932671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99" name="Oval 4698">
                <a:extLst>
                  <a:ext uri="{FF2B5EF4-FFF2-40B4-BE49-F238E27FC236}">
                    <a16:creationId xmlns:a16="http://schemas.microsoft.com/office/drawing/2014/main" id="{36FFF4E3-85E0-4E4A-855E-B13C58A411E3}"/>
                  </a:ext>
                </a:extLst>
              </p:cNvPr>
              <p:cNvSpPr/>
              <p:nvPr/>
            </p:nvSpPr>
            <p:spPr>
              <a:xfrm>
                <a:off x="3160615" y="60843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0" name="Oval 4699">
                <a:extLst>
                  <a:ext uri="{FF2B5EF4-FFF2-40B4-BE49-F238E27FC236}">
                    <a16:creationId xmlns:a16="http://schemas.microsoft.com/office/drawing/2014/main" id="{664ADC2F-1298-6908-7E69-584FEA91D619}"/>
                  </a:ext>
                </a:extLst>
              </p:cNvPr>
              <p:cNvSpPr/>
              <p:nvPr/>
            </p:nvSpPr>
            <p:spPr>
              <a:xfrm>
                <a:off x="3103270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1" name="Oval 4700">
                <a:extLst>
                  <a:ext uri="{FF2B5EF4-FFF2-40B4-BE49-F238E27FC236}">
                    <a16:creationId xmlns:a16="http://schemas.microsoft.com/office/drawing/2014/main" id="{4B13D87E-138B-874E-32AD-BB59698AE6E5}"/>
                  </a:ext>
                </a:extLst>
              </p:cNvPr>
              <p:cNvSpPr/>
              <p:nvPr/>
            </p:nvSpPr>
            <p:spPr>
              <a:xfrm>
                <a:off x="2868654" y="61669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2" name="Oval 4701">
                <a:extLst>
                  <a:ext uri="{FF2B5EF4-FFF2-40B4-BE49-F238E27FC236}">
                    <a16:creationId xmlns:a16="http://schemas.microsoft.com/office/drawing/2014/main" id="{0A81C023-B518-7563-9F04-514617708628}"/>
                  </a:ext>
                </a:extLst>
              </p:cNvPr>
              <p:cNvSpPr/>
              <p:nvPr/>
            </p:nvSpPr>
            <p:spPr>
              <a:xfrm>
                <a:off x="3045841" y="63282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3" name="Oval 4702">
                <a:extLst>
                  <a:ext uri="{FF2B5EF4-FFF2-40B4-BE49-F238E27FC236}">
                    <a16:creationId xmlns:a16="http://schemas.microsoft.com/office/drawing/2014/main" id="{9F8D759B-4A03-20F1-0B1D-16EF4023FD76}"/>
                  </a:ext>
                </a:extLst>
              </p:cNvPr>
              <p:cNvSpPr/>
              <p:nvPr/>
            </p:nvSpPr>
            <p:spPr>
              <a:xfrm>
                <a:off x="3236963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4" name="Oval 4703">
                <a:extLst>
                  <a:ext uri="{FF2B5EF4-FFF2-40B4-BE49-F238E27FC236}">
                    <a16:creationId xmlns:a16="http://schemas.microsoft.com/office/drawing/2014/main" id="{A32AC2BF-5247-D48B-9828-5C89FBCB3D5B}"/>
                  </a:ext>
                </a:extLst>
              </p:cNvPr>
              <p:cNvSpPr/>
              <p:nvPr/>
            </p:nvSpPr>
            <p:spPr>
              <a:xfrm>
                <a:off x="3595052" y="5512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5" name="Oval 4704">
                <a:extLst>
                  <a:ext uri="{FF2B5EF4-FFF2-40B4-BE49-F238E27FC236}">
                    <a16:creationId xmlns:a16="http://schemas.microsoft.com/office/drawing/2014/main" id="{6B7B06BB-56A8-036D-214C-D8DBE394F38A}"/>
                  </a:ext>
                </a:extLst>
              </p:cNvPr>
              <p:cNvSpPr/>
              <p:nvPr/>
            </p:nvSpPr>
            <p:spPr>
              <a:xfrm>
                <a:off x="2974392" y="6380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6" name="Oval 4705">
                <a:extLst>
                  <a:ext uri="{FF2B5EF4-FFF2-40B4-BE49-F238E27FC236}">
                    <a16:creationId xmlns:a16="http://schemas.microsoft.com/office/drawing/2014/main" id="{75909812-24D5-8668-37C4-B2471911AFC8}"/>
                  </a:ext>
                </a:extLst>
              </p:cNvPr>
              <p:cNvSpPr/>
              <p:nvPr/>
            </p:nvSpPr>
            <p:spPr>
              <a:xfrm>
                <a:off x="2919750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7" name="Oval 4706">
                <a:extLst>
                  <a:ext uri="{FF2B5EF4-FFF2-40B4-BE49-F238E27FC236}">
                    <a16:creationId xmlns:a16="http://schemas.microsoft.com/office/drawing/2014/main" id="{D5A61609-2EB4-3AA4-8C64-5E4A98E8C7C4}"/>
                  </a:ext>
                </a:extLst>
              </p:cNvPr>
              <p:cNvSpPr/>
              <p:nvPr/>
            </p:nvSpPr>
            <p:spPr>
              <a:xfrm>
                <a:off x="3599444" y="5497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8" name="Oval 4707">
                <a:extLst>
                  <a:ext uri="{FF2B5EF4-FFF2-40B4-BE49-F238E27FC236}">
                    <a16:creationId xmlns:a16="http://schemas.microsoft.com/office/drawing/2014/main" id="{714AABD9-F2BA-DB2A-242D-D0C3880536DC}"/>
                  </a:ext>
                </a:extLst>
              </p:cNvPr>
              <p:cNvSpPr/>
              <p:nvPr/>
            </p:nvSpPr>
            <p:spPr>
              <a:xfrm>
                <a:off x="3608565" y="5519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09" name="Oval 4708">
                <a:extLst>
                  <a:ext uri="{FF2B5EF4-FFF2-40B4-BE49-F238E27FC236}">
                    <a16:creationId xmlns:a16="http://schemas.microsoft.com/office/drawing/2014/main" id="{E851599C-6173-708E-BB86-F4302CB3E45F}"/>
                  </a:ext>
                </a:extLst>
              </p:cNvPr>
              <p:cNvSpPr/>
              <p:nvPr/>
            </p:nvSpPr>
            <p:spPr>
              <a:xfrm>
                <a:off x="3113658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0" name="Oval 4709">
                <a:extLst>
                  <a:ext uri="{FF2B5EF4-FFF2-40B4-BE49-F238E27FC236}">
                    <a16:creationId xmlns:a16="http://schemas.microsoft.com/office/drawing/2014/main" id="{8C2175C2-BCC2-FBB9-C899-DDF06534716B}"/>
                  </a:ext>
                </a:extLst>
              </p:cNvPr>
              <p:cNvSpPr/>
              <p:nvPr/>
            </p:nvSpPr>
            <p:spPr>
              <a:xfrm>
                <a:off x="3529853" y="5638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1" name="Oval 4710">
                <a:extLst>
                  <a:ext uri="{FF2B5EF4-FFF2-40B4-BE49-F238E27FC236}">
                    <a16:creationId xmlns:a16="http://schemas.microsoft.com/office/drawing/2014/main" id="{7C4FD58C-479F-E6B2-ACCE-2E574676C547}"/>
                  </a:ext>
                </a:extLst>
              </p:cNvPr>
              <p:cNvSpPr/>
              <p:nvPr/>
            </p:nvSpPr>
            <p:spPr>
              <a:xfrm>
                <a:off x="3594799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2" name="Oval 4711">
                <a:extLst>
                  <a:ext uri="{FF2B5EF4-FFF2-40B4-BE49-F238E27FC236}">
                    <a16:creationId xmlns:a16="http://schemas.microsoft.com/office/drawing/2014/main" id="{4B2B38BF-2C5A-2EDE-41D4-A90B2DE3B2A7}"/>
                  </a:ext>
                </a:extLst>
              </p:cNvPr>
              <p:cNvSpPr/>
              <p:nvPr/>
            </p:nvSpPr>
            <p:spPr>
              <a:xfrm>
                <a:off x="2906744" y="62827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3" name="Oval 4712">
                <a:extLst>
                  <a:ext uri="{FF2B5EF4-FFF2-40B4-BE49-F238E27FC236}">
                    <a16:creationId xmlns:a16="http://schemas.microsoft.com/office/drawing/2014/main" id="{1D0BDAE7-4296-25DD-0E51-2DBC9FC37165}"/>
                  </a:ext>
                </a:extLst>
              </p:cNvPr>
              <p:cNvSpPr/>
              <p:nvPr/>
            </p:nvSpPr>
            <p:spPr>
              <a:xfrm>
                <a:off x="2999644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4" name="Oval 4713">
                <a:extLst>
                  <a:ext uri="{FF2B5EF4-FFF2-40B4-BE49-F238E27FC236}">
                    <a16:creationId xmlns:a16="http://schemas.microsoft.com/office/drawing/2014/main" id="{DFB0B9BC-AFDC-5329-D3D6-747DF85472C2}"/>
                  </a:ext>
                </a:extLst>
              </p:cNvPr>
              <p:cNvSpPr/>
              <p:nvPr/>
            </p:nvSpPr>
            <p:spPr>
              <a:xfrm>
                <a:off x="3524025" y="5553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5" name="Oval 4714">
                <a:extLst>
                  <a:ext uri="{FF2B5EF4-FFF2-40B4-BE49-F238E27FC236}">
                    <a16:creationId xmlns:a16="http://schemas.microsoft.com/office/drawing/2014/main" id="{43AFF8C1-BBEE-90E3-00D5-77D4ADFD6A6B}"/>
                  </a:ext>
                </a:extLst>
              </p:cNvPr>
              <p:cNvSpPr/>
              <p:nvPr/>
            </p:nvSpPr>
            <p:spPr>
              <a:xfrm>
                <a:off x="2917132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6" name="Oval 4715">
                <a:extLst>
                  <a:ext uri="{FF2B5EF4-FFF2-40B4-BE49-F238E27FC236}">
                    <a16:creationId xmlns:a16="http://schemas.microsoft.com/office/drawing/2014/main" id="{54CF97A1-643B-0510-CBDA-961D3B9B58BB}"/>
                  </a:ext>
                </a:extLst>
              </p:cNvPr>
              <p:cNvSpPr/>
              <p:nvPr/>
            </p:nvSpPr>
            <p:spPr>
              <a:xfrm>
                <a:off x="3579259" y="55001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7" name="Oval 4716">
                <a:extLst>
                  <a:ext uri="{FF2B5EF4-FFF2-40B4-BE49-F238E27FC236}">
                    <a16:creationId xmlns:a16="http://schemas.microsoft.com/office/drawing/2014/main" id="{1A28F9FD-FB8C-2A3D-A351-F28E93D2860C}"/>
                  </a:ext>
                </a:extLst>
              </p:cNvPr>
              <p:cNvSpPr/>
              <p:nvPr/>
            </p:nvSpPr>
            <p:spPr>
              <a:xfrm>
                <a:off x="3149636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8" name="Oval 4717">
                <a:extLst>
                  <a:ext uri="{FF2B5EF4-FFF2-40B4-BE49-F238E27FC236}">
                    <a16:creationId xmlns:a16="http://schemas.microsoft.com/office/drawing/2014/main" id="{6820B720-7B71-28E8-5FDD-C03025D88E99}"/>
                  </a:ext>
                </a:extLst>
              </p:cNvPr>
              <p:cNvSpPr/>
              <p:nvPr/>
            </p:nvSpPr>
            <p:spPr>
              <a:xfrm>
                <a:off x="3617770" y="55681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9" name="Oval 4718">
                <a:extLst>
                  <a:ext uri="{FF2B5EF4-FFF2-40B4-BE49-F238E27FC236}">
                    <a16:creationId xmlns:a16="http://schemas.microsoft.com/office/drawing/2014/main" id="{78B38CFD-6980-2290-6693-859E7BB5CC38}"/>
                  </a:ext>
                </a:extLst>
              </p:cNvPr>
              <p:cNvSpPr/>
              <p:nvPr/>
            </p:nvSpPr>
            <p:spPr>
              <a:xfrm>
                <a:off x="2937147" y="6372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0" name="Oval 4719">
                <a:extLst>
                  <a:ext uri="{FF2B5EF4-FFF2-40B4-BE49-F238E27FC236}">
                    <a16:creationId xmlns:a16="http://schemas.microsoft.com/office/drawing/2014/main" id="{B18DB970-3C89-3963-6609-199C3E086B47}"/>
                  </a:ext>
                </a:extLst>
              </p:cNvPr>
              <p:cNvSpPr/>
              <p:nvPr/>
            </p:nvSpPr>
            <p:spPr>
              <a:xfrm>
                <a:off x="2989172" y="6351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1" name="Oval 4720">
                <a:extLst>
                  <a:ext uri="{FF2B5EF4-FFF2-40B4-BE49-F238E27FC236}">
                    <a16:creationId xmlns:a16="http://schemas.microsoft.com/office/drawing/2014/main" id="{B6BE1923-6B7F-20FC-E970-4AD7B110C325}"/>
                  </a:ext>
                </a:extLst>
              </p:cNvPr>
              <p:cNvSpPr/>
              <p:nvPr/>
            </p:nvSpPr>
            <p:spPr>
              <a:xfrm>
                <a:off x="2881492" y="6062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2" name="Oval 4721">
                <a:extLst>
                  <a:ext uri="{FF2B5EF4-FFF2-40B4-BE49-F238E27FC236}">
                    <a16:creationId xmlns:a16="http://schemas.microsoft.com/office/drawing/2014/main" id="{2CDC5320-1E25-86E4-A376-243128F1F302}"/>
                  </a:ext>
                </a:extLst>
              </p:cNvPr>
              <p:cNvSpPr/>
              <p:nvPr/>
            </p:nvSpPr>
            <p:spPr>
              <a:xfrm>
                <a:off x="3554598" y="5458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3" name="Oval 4722">
                <a:extLst>
                  <a:ext uri="{FF2B5EF4-FFF2-40B4-BE49-F238E27FC236}">
                    <a16:creationId xmlns:a16="http://schemas.microsoft.com/office/drawing/2014/main" id="{C231D00D-6304-79F6-27E4-DB84A25CF041}"/>
                  </a:ext>
                </a:extLst>
              </p:cNvPr>
              <p:cNvSpPr/>
              <p:nvPr/>
            </p:nvSpPr>
            <p:spPr>
              <a:xfrm>
                <a:off x="2853453" y="599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4" name="Oval 4723">
                <a:extLst>
                  <a:ext uri="{FF2B5EF4-FFF2-40B4-BE49-F238E27FC236}">
                    <a16:creationId xmlns:a16="http://schemas.microsoft.com/office/drawing/2014/main" id="{93EE29AC-D346-5EA2-50CA-4A77899A775F}"/>
                  </a:ext>
                </a:extLst>
              </p:cNvPr>
              <p:cNvSpPr/>
              <p:nvPr/>
            </p:nvSpPr>
            <p:spPr>
              <a:xfrm>
                <a:off x="2983598" y="63861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5" name="Oval 4724">
                <a:extLst>
                  <a:ext uri="{FF2B5EF4-FFF2-40B4-BE49-F238E27FC236}">
                    <a16:creationId xmlns:a16="http://schemas.microsoft.com/office/drawing/2014/main" id="{7F353602-B5DA-03FB-C4BE-736AD1D2F798}"/>
                  </a:ext>
                </a:extLst>
              </p:cNvPr>
              <p:cNvSpPr/>
              <p:nvPr/>
            </p:nvSpPr>
            <p:spPr>
              <a:xfrm>
                <a:off x="3024221" y="6365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6" name="Oval 4725">
                <a:extLst>
                  <a:ext uri="{FF2B5EF4-FFF2-40B4-BE49-F238E27FC236}">
                    <a16:creationId xmlns:a16="http://schemas.microsoft.com/office/drawing/2014/main" id="{ADA52117-22A8-A8FC-F651-A4910D6F00EE}"/>
                  </a:ext>
                </a:extLst>
              </p:cNvPr>
              <p:cNvSpPr/>
              <p:nvPr/>
            </p:nvSpPr>
            <p:spPr>
              <a:xfrm>
                <a:off x="3616588" y="5511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7" name="Oval 4726">
                <a:extLst>
                  <a:ext uri="{FF2B5EF4-FFF2-40B4-BE49-F238E27FC236}">
                    <a16:creationId xmlns:a16="http://schemas.microsoft.com/office/drawing/2014/main" id="{70AC6266-B7B2-607A-59A1-45D2D7190C69}"/>
                  </a:ext>
                </a:extLst>
              </p:cNvPr>
              <p:cNvSpPr/>
              <p:nvPr/>
            </p:nvSpPr>
            <p:spPr>
              <a:xfrm>
                <a:off x="3199718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8" name="Oval 4727">
                <a:extLst>
                  <a:ext uri="{FF2B5EF4-FFF2-40B4-BE49-F238E27FC236}">
                    <a16:creationId xmlns:a16="http://schemas.microsoft.com/office/drawing/2014/main" id="{B8DF656F-2F5A-2DF9-A784-AF3B3ECA9CD7}"/>
                  </a:ext>
                </a:extLst>
              </p:cNvPr>
              <p:cNvSpPr/>
              <p:nvPr/>
            </p:nvSpPr>
            <p:spPr>
              <a:xfrm>
                <a:off x="3505698" y="567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29" name="Oval 4728">
                <a:extLst>
                  <a:ext uri="{FF2B5EF4-FFF2-40B4-BE49-F238E27FC236}">
                    <a16:creationId xmlns:a16="http://schemas.microsoft.com/office/drawing/2014/main" id="{DB859CF5-53B7-EA61-3BC7-754870F9A9AD}"/>
                  </a:ext>
                </a:extLst>
              </p:cNvPr>
              <p:cNvSpPr/>
              <p:nvPr/>
            </p:nvSpPr>
            <p:spPr>
              <a:xfrm>
                <a:off x="2897200" y="6205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0" name="Oval 4729">
                <a:extLst>
                  <a:ext uri="{FF2B5EF4-FFF2-40B4-BE49-F238E27FC236}">
                    <a16:creationId xmlns:a16="http://schemas.microsoft.com/office/drawing/2014/main" id="{2C1D2365-DCC1-D1FF-C6CB-7B4AE0FBF178}"/>
                  </a:ext>
                </a:extLst>
              </p:cNvPr>
              <p:cNvSpPr/>
              <p:nvPr/>
            </p:nvSpPr>
            <p:spPr>
              <a:xfrm>
                <a:off x="2716298" y="5996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1" name="Oval 4730">
                <a:extLst>
                  <a:ext uri="{FF2B5EF4-FFF2-40B4-BE49-F238E27FC236}">
                    <a16:creationId xmlns:a16="http://schemas.microsoft.com/office/drawing/2014/main" id="{339A1379-091F-CC69-F3BF-F48901874B21}"/>
                  </a:ext>
                </a:extLst>
              </p:cNvPr>
              <p:cNvSpPr/>
              <p:nvPr/>
            </p:nvSpPr>
            <p:spPr>
              <a:xfrm>
                <a:off x="3106311" y="6342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2" name="Oval 4731">
                <a:extLst>
                  <a:ext uri="{FF2B5EF4-FFF2-40B4-BE49-F238E27FC236}">
                    <a16:creationId xmlns:a16="http://schemas.microsoft.com/office/drawing/2014/main" id="{49A61A9E-4712-99D8-4B18-09691821A4E9}"/>
                  </a:ext>
                </a:extLst>
              </p:cNvPr>
              <p:cNvSpPr/>
              <p:nvPr/>
            </p:nvSpPr>
            <p:spPr>
              <a:xfrm>
                <a:off x="3070671" y="6232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3" name="Oval 4732">
                <a:extLst>
                  <a:ext uri="{FF2B5EF4-FFF2-40B4-BE49-F238E27FC236}">
                    <a16:creationId xmlns:a16="http://schemas.microsoft.com/office/drawing/2014/main" id="{7196CC9B-8FAD-B0DA-878C-98DAEC42631F}"/>
                  </a:ext>
                </a:extLst>
              </p:cNvPr>
              <p:cNvSpPr/>
              <p:nvPr/>
            </p:nvSpPr>
            <p:spPr>
              <a:xfrm>
                <a:off x="2695775" y="59909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4" name="Oval 4733">
                <a:extLst>
                  <a:ext uri="{FF2B5EF4-FFF2-40B4-BE49-F238E27FC236}">
                    <a16:creationId xmlns:a16="http://schemas.microsoft.com/office/drawing/2014/main" id="{EFD53199-418A-A4F0-C076-2D8B56FE52BD}"/>
                  </a:ext>
                </a:extLst>
              </p:cNvPr>
              <p:cNvSpPr/>
              <p:nvPr/>
            </p:nvSpPr>
            <p:spPr>
              <a:xfrm>
                <a:off x="3667514" y="565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5" name="Oval 4734">
                <a:extLst>
                  <a:ext uri="{FF2B5EF4-FFF2-40B4-BE49-F238E27FC236}">
                    <a16:creationId xmlns:a16="http://schemas.microsoft.com/office/drawing/2014/main" id="{70D5A83D-0ECB-F5FB-05EB-020948B029B5}"/>
                  </a:ext>
                </a:extLst>
              </p:cNvPr>
              <p:cNvSpPr/>
              <p:nvPr/>
            </p:nvSpPr>
            <p:spPr>
              <a:xfrm>
                <a:off x="3567182" y="566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6" name="Oval 4735">
                <a:extLst>
                  <a:ext uri="{FF2B5EF4-FFF2-40B4-BE49-F238E27FC236}">
                    <a16:creationId xmlns:a16="http://schemas.microsoft.com/office/drawing/2014/main" id="{9BD39B4E-A4A2-684E-3A93-EC07E06C478D}"/>
                  </a:ext>
                </a:extLst>
              </p:cNvPr>
              <p:cNvSpPr/>
              <p:nvPr/>
            </p:nvSpPr>
            <p:spPr>
              <a:xfrm>
                <a:off x="2981655" y="63385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7" name="Oval 4736">
                <a:extLst>
                  <a:ext uri="{FF2B5EF4-FFF2-40B4-BE49-F238E27FC236}">
                    <a16:creationId xmlns:a16="http://schemas.microsoft.com/office/drawing/2014/main" id="{D6FE0CD6-CF8F-06F0-A297-F0C9E8EF435C}"/>
                  </a:ext>
                </a:extLst>
              </p:cNvPr>
              <p:cNvSpPr/>
              <p:nvPr/>
            </p:nvSpPr>
            <p:spPr>
              <a:xfrm>
                <a:off x="3162558" y="6111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8" name="Oval 4737">
                <a:extLst>
                  <a:ext uri="{FF2B5EF4-FFF2-40B4-BE49-F238E27FC236}">
                    <a16:creationId xmlns:a16="http://schemas.microsoft.com/office/drawing/2014/main" id="{1BBF4C39-6D99-BBA0-6DCD-60EC26F167DB}"/>
                  </a:ext>
                </a:extLst>
              </p:cNvPr>
              <p:cNvSpPr/>
              <p:nvPr/>
            </p:nvSpPr>
            <p:spPr>
              <a:xfrm>
                <a:off x="3033764" y="62779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39" name="Oval 4738">
                <a:extLst>
                  <a:ext uri="{FF2B5EF4-FFF2-40B4-BE49-F238E27FC236}">
                    <a16:creationId xmlns:a16="http://schemas.microsoft.com/office/drawing/2014/main" id="{282150E1-6455-A1DA-62E0-AC5220B43E0A}"/>
                  </a:ext>
                </a:extLst>
              </p:cNvPr>
              <p:cNvSpPr/>
              <p:nvPr/>
            </p:nvSpPr>
            <p:spPr>
              <a:xfrm>
                <a:off x="3066448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0" name="Oval 4739">
                <a:extLst>
                  <a:ext uri="{FF2B5EF4-FFF2-40B4-BE49-F238E27FC236}">
                    <a16:creationId xmlns:a16="http://schemas.microsoft.com/office/drawing/2014/main" id="{B9C9D762-6429-6D10-C5D2-44396715F76D}"/>
                  </a:ext>
                </a:extLst>
              </p:cNvPr>
              <p:cNvSpPr/>
              <p:nvPr/>
            </p:nvSpPr>
            <p:spPr>
              <a:xfrm>
                <a:off x="3525968" y="564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1" name="Oval 4740">
                <a:extLst>
                  <a:ext uri="{FF2B5EF4-FFF2-40B4-BE49-F238E27FC236}">
                    <a16:creationId xmlns:a16="http://schemas.microsoft.com/office/drawing/2014/main" id="{E89E92F8-580B-B8E3-4DA3-48DCD7241E00}"/>
                  </a:ext>
                </a:extLst>
              </p:cNvPr>
              <p:cNvSpPr/>
              <p:nvPr/>
            </p:nvSpPr>
            <p:spPr>
              <a:xfrm>
                <a:off x="3070924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2" name="Oval 4741">
                <a:extLst>
                  <a:ext uri="{FF2B5EF4-FFF2-40B4-BE49-F238E27FC236}">
                    <a16:creationId xmlns:a16="http://schemas.microsoft.com/office/drawing/2014/main" id="{0819570A-728C-5C28-9F8E-C16F0BB14FBB}"/>
                  </a:ext>
                </a:extLst>
              </p:cNvPr>
              <p:cNvSpPr/>
              <p:nvPr/>
            </p:nvSpPr>
            <p:spPr>
              <a:xfrm>
                <a:off x="3612450" y="5536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3" name="Oval 4742">
                <a:extLst>
                  <a:ext uri="{FF2B5EF4-FFF2-40B4-BE49-F238E27FC236}">
                    <a16:creationId xmlns:a16="http://schemas.microsoft.com/office/drawing/2014/main" id="{34A39523-9314-414F-F3B9-AC8D3625C58D}"/>
                  </a:ext>
                </a:extLst>
              </p:cNvPr>
              <p:cNvSpPr/>
              <p:nvPr/>
            </p:nvSpPr>
            <p:spPr>
              <a:xfrm>
                <a:off x="2678293" y="5989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4" name="Oval 4743">
                <a:extLst>
                  <a:ext uri="{FF2B5EF4-FFF2-40B4-BE49-F238E27FC236}">
                    <a16:creationId xmlns:a16="http://schemas.microsoft.com/office/drawing/2014/main" id="{A8F2623D-43EB-8733-37EE-E7E00D9DB1DD}"/>
                  </a:ext>
                </a:extLst>
              </p:cNvPr>
              <p:cNvSpPr/>
              <p:nvPr/>
            </p:nvSpPr>
            <p:spPr>
              <a:xfrm>
                <a:off x="2831325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5" name="Oval 4744">
                <a:extLst>
                  <a:ext uri="{FF2B5EF4-FFF2-40B4-BE49-F238E27FC236}">
                    <a16:creationId xmlns:a16="http://schemas.microsoft.com/office/drawing/2014/main" id="{30FC0514-D526-76D2-362C-0B7897370E34}"/>
                  </a:ext>
                </a:extLst>
              </p:cNvPr>
              <p:cNvSpPr/>
              <p:nvPr/>
            </p:nvSpPr>
            <p:spPr>
              <a:xfrm>
                <a:off x="2981993" y="6216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6" name="Oval 4745">
                <a:extLst>
                  <a:ext uri="{FF2B5EF4-FFF2-40B4-BE49-F238E27FC236}">
                    <a16:creationId xmlns:a16="http://schemas.microsoft.com/office/drawing/2014/main" id="{778DE911-0F14-C506-6170-C36DBC80C1A4}"/>
                  </a:ext>
                </a:extLst>
              </p:cNvPr>
              <p:cNvSpPr/>
              <p:nvPr/>
            </p:nvSpPr>
            <p:spPr>
              <a:xfrm>
                <a:off x="2828876" y="6111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7" name="Oval 4746">
                <a:extLst>
                  <a:ext uri="{FF2B5EF4-FFF2-40B4-BE49-F238E27FC236}">
                    <a16:creationId xmlns:a16="http://schemas.microsoft.com/office/drawing/2014/main" id="{EC3C65EF-2CB2-1139-422B-8B2F5F4F5FDD}"/>
                  </a:ext>
                </a:extLst>
              </p:cNvPr>
              <p:cNvSpPr/>
              <p:nvPr/>
            </p:nvSpPr>
            <p:spPr>
              <a:xfrm>
                <a:off x="3597670" y="55451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8" name="Oval 4747">
                <a:extLst>
                  <a:ext uri="{FF2B5EF4-FFF2-40B4-BE49-F238E27FC236}">
                    <a16:creationId xmlns:a16="http://schemas.microsoft.com/office/drawing/2014/main" id="{79EC8482-C0B5-501F-01E9-3877955F448B}"/>
                  </a:ext>
                </a:extLst>
              </p:cNvPr>
              <p:cNvSpPr/>
              <p:nvPr/>
            </p:nvSpPr>
            <p:spPr>
              <a:xfrm>
                <a:off x="2832085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49" name="Oval 4748">
                <a:extLst>
                  <a:ext uri="{FF2B5EF4-FFF2-40B4-BE49-F238E27FC236}">
                    <a16:creationId xmlns:a16="http://schemas.microsoft.com/office/drawing/2014/main" id="{E6A5A62F-03E8-03F2-C80B-E2C804598BFF}"/>
                  </a:ext>
                </a:extLst>
              </p:cNvPr>
              <p:cNvSpPr/>
              <p:nvPr/>
            </p:nvSpPr>
            <p:spPr>
              <a:xfrm>
                <a:off x="2830396" y="61875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0" name="Oval 4749">
                <a:extLst>
                  <a:ext uri="{FF2B5EF4-FFF2-40B4-BE49-F238E27FC236}">
                    <a16:creationId xmlns:a16="http://schemas.microsoft.com/office/drawing/2014/main" id="{8AB60DD1-6A13-B24E-CF6A-184C827D9F08}"/>
                  </a:ext>
                </a:extLst>
              </p:cNvPr>
              <p:cNvSpPr/>
              <p:nvPr/>
            </p:nvSpPr>
            <p:spPr>
              <a:xfrm>
                <a:off x="3604004" y="5519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1" name="Oval 4750">
                <a:extLst>
                  <a:ext uri="{FF2B5EF4-FFF2-40B4-BE49-F238E27FC236}">
                    <a16:creationId xmlns:a16="http://schemas.microsoft.com/office/drawing/2014/main" id="{835855BD-3C5E-9A4B-78A6-10D6C76D3D8E}"/>
                  </a:ext>
                </a:extLst>
              </p:cNvPr>
              <p:cNvSpPr/>
              <p:nvPr/>
            </p:nvSpPr>
            <p:spPr>
              <a:xfrm>
                <a:off x="2694762" y="59841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2" name="Oval 4751">
                <a:extLst>
                  <a:ext uri="{FF2B5EF4-FFF2-40B4-BE49-F238E27FC236}">
                    <a16:creationId xmlns:a16="http://schemas.microsoft.com/office/drawing/2014/main" id="{6F67C5CB-EAA7-E9AF-CCDC-F5529772DE01}"/>
                  </a:ext>
                </a:extLst>
              </p:cNvPr>
              <p:cNvSpPr/>
              <p:nvPr/>
            </p:nvSpPr>
            <p:spPr>
              <a:xfrm>
                <a:off x="2978446" y="629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3" name="Oval 4752">
                <a:extLst>
                  <a:ext uri="{FF2B5EF4-FFF2-40B4-BE49-F238E27FC236}">
                    <a16:creationId xmlns:a16="http://schemas.microsoft.com/office/drawing/2014/main" id="{54B7B13C-96E2-3ACB-733D-AA22F17267D3}"/>
                  </a:ext>
                </a:extLst>
              </p:cNvPr>
              <p:cNvSpPr/>
              <p:nvPr/>
            </p:nvSpPr>
            <p:spPr>
              <a:xfrm>
                <a:off x="3099132" y="6169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4" name="Oval 4753">
                <a:extLst>
                  <a:ext uri="{FF2B5EF4-FFF2-40B4-BE49-F238E27FC236}">
                    <a16:creationId xmlns:a16="http://schemas.microsoft.com/office/drawing/2014/main" id="{9E79F322-7ED5-8039-57E8-7CE082C48937}"/>
                  </a:ext>
                </a:extLst>
              </p:cNvPr>
              <p:cNvSpPr/>
              <p:nvPr/>
            </p:nvSpPr>
            <p:spPr>
              <a:xfrm>
                <a:off x="2889599" y="6192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5" name="Oval 4754">
                <a:extLst>
                  <a:ext uri="{FF2B5EF4-FFF2-40B4-BE49-F238E27FC236}">
                    <a16:creationId xmlns:a16="http://schemas.microsoft.com/office/drawing/2014/main" id="{AFD37094-F768-3945-3466-252C2388466C}"/>
                  </a:ext>
                </a:extLst>
              </p:cNvPr>
              <p:cNvSpPr/>
              <p:nvPr/>
            </p:nvSpPr>
            <p:spPr>
              <a:xfrm>
                <a:off x="2922875" y="60561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6" name="Oval 4755">
                <a:extLst>
                  <a:ext uri="{FF2B5EF4-FFF2-40B4-BE49-F238E27FC236}">
                    <a16:creationId xmlns:a16="http://schemas.microsoft.com/office/drawing/2014/main" id="{AD0A3C12-10EE-0769-248E-A86D823ABC7D}"/>
                  </a:ext>
                </a:extLst>
              </p:cNvPr>
              <p:cNvSpPr/>
              <p:nvPr/>
            </p:nvSpPr>
            <p:spPr>
              <a:xfrm>
                <a:off x="3577063" y="54913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7" name="Oval 4756">
                <a:extLst>
                  <a:ext uri="{FF2B5EF4-FFF2-40B4-BE49-F238E27FC236}">
                    <a16:creationId xmlns:a16="http://schemas.microsoft.com/office/drawing/2014/main" id="{950F9489-E8D4-3908-C48E-4BBC8007A448}"/>
                  </a:ext>
                </a:extLst>
              </p:cNvPr>
              <p:cNvSpPr/>
              <p:nvPr/>
            </p:nvSpPr>
            <p:spPr>
              <a:xfrm>
                <a:off x="3232740" y="6125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8" name="Oval 4757">
                <a:extLst>
                  <a:ext uri="{FF2B5EF4-FFF2-40B4-BE49-F238E27FC236}">
                    <a16:creationId xmlns:a16="http://schemas.microsoft.com/office/drawing/2014/main" id="{EF611098-0FEB-4E03-E1B4-FF13CE96F3A6}"/>
                  </a:ext>
                </a:extLst>
              </p:cNvPr>
              <p:cNvSpPr/>
              <p:nvPr/>
            </p:nvSpPr>
            <p:spPr>
              <a:xfrm>
                <a:off x="2987905" y="63532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59" name="Oval 4758">
                <a:extLst>
                  <a:ext uri="{FF2B5EF4-FFF2-40B4-BE49-F238E27FC236}">
                    <a16:creationId xmlns:a16="http://schemas.microsoft.com/office/drawing/2014/main" id="{468F7394-E6FA-3B68-6CB7-E08F3B95F5D9}"/>
                  </a:ext>
                </a:extLst>
              </p:cNvPr>
              <p:cNvSpPr/>
              <p:nvPr/>
            </p:nvSpPr>
            <p:spPr>
              <a:xfrm>
                <a:off x="3010708" y="63828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0" name="Oval 4759">
                <a:extLst>
                  <a:ext uri="{FF2B5EF4-FFF2-40B4-BE49-F238E27FC236}">
                    <a16:creationId xmlns:a16="http://schemas.microsoft.com/office/drawing/2014/main" id="{D33B5737-4153-AFCA-6DF0-F68D2EFD97A3}"/>
                  </a:ext>
                </a:extLst>
              </p:cNvPr>
              <p:cNvSpPr/>
              <p:nvPr/>
            </p:nvSpPr>
            <p:spPr>
              <a:xfrm>
                <a:off x="2925746" y="60831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1" name="Oval 4760">
                <a:extLst>
                  <a:ext uri="{FF2B5EF4-FFF2-40B4-BE49-F238E27FC236}">
                    <a16:creationId xmlns:a16="http://schemas.microsoft.com/office/drawing/2014/main" id="{187FB9B7-9931-ECD4-71E1-18BE6E133BDC}"/>
                  </a:ext>
                </a:extLst>
              </p:cNvPr>
              <p:cNvSpPr/>
              <p:nvPr/>
            </p:nvSpPr>
            <p:spPr>
              <a:xfrm>
                <a:off x="2739945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2" name="Oval 4761">
                <a:extLst>
                  <a:ext uri="{FF2B5EF4-FFF2-40B4-BE49-F238E27FC236}">
                    <a16:creationId xmlns:a16="http://schemas.microsoft.com/office/drawing/2014/main" id="{3DB7D793-B3ED-FBB4-FC6C-263A8F1B965B}"/>
                  </a:ext>
                </a:extLst>
              </p:cNvPr>
              <p:cNvSpPr/>
              <p:nvPr/>
            </p:nvSpPr>
            <p:spPr>
              <a:xfrm>
                <a:off x="3105720" y="6264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3" name="Oval 4762">
                <a:extLst>
                  <a:ext uri="{FF2B5EF4-FFF2-40B4-BE49-F238E27FC236}">
                    <a16:creationId xmlns:a16="http://schemas.microsoft.com/office/drawing/2014/main" id="{A9A0CB6C-5AB8-7E86-FA3C-2623C1CDDAA8}"/>
                  </a:ext>
                </a:extLst>
              </p:cNvPr>
              <p:cNvSpPr/>
              <p:nvPr/>
            </p:nvSpPr>
            <p:spPr>
              <a:xfrm>
                <a:off x="2832001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4" name="Oval 4763">
                <a:extLst>
                  <a:ext uri="{FF2B5EF4-FFF2-40B4-BE49-F238E27FC236}">
                    <a16:creationId xmlns:a16="http://schemas.microsoft.com/office/drawing/2014/main" id="{0A46FE8D-0E3D-60C0-C207-BFB7F76780E9}"/>
                  </a:ext>
                </a:extLst>
              </p:cNvPr>
              <p:cNvSpPr/>
              <p:nvPr/>
            </p:nvSpPr>
            <p:spPr>
              <a:xfrm>
                <a:off x="2730486" y="5980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5" name="Oval 4764">
                <a:extLst>
                  <a:ext uri="{FF2B5EF4-FFF2-40B4-BE49-F238E27FC236}">
                    <a16:creationId xmlns:a16="http://schemas.microsoft.com/office/drawing/2014/main" id="{28F87B35-0B5E-07D7-94FA-F606DFCD731A}"/>
                  </a:ext>
                </a:extLst>
              </p:cNvPr>
              <p:cNvSpPr/>
              <p:nvPr/>
            </p:nvSpPr>
            <p:spPr>
              <a:xfrm>
                <a:off x="2891795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6" name="Oval 4765">
                <a:extLst>
                  <a:ext uri="{FF2B5EF4-FFF2-40B4-BE49-F238E27FC236}">
                    <a16:creationId xmlns:a16="http://schemas.microsoft.com/office/drawing/2014/main" id="{CCC8D284-FA5B-124B-5CC2-8FAC66B80B47}"/>
                  </a:ext>
                </a:extLst>
              </p:cNvPr>
              <p:cNvSpPr/>
              <p:nvPr/>
            </p:nvSpPr>
            <p:spPr>
              <a:xfrm>
                <a:off x="3029541" y="6190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7" name="Oval 4766">
                <a:extLst>
                  <a:ext uri="{FF2B5EF4-FFF2-40B4-BE49-F238E27FC236}">
                    <a16:creationId xmlns:a16="http://schemas.microsoft.com/office/drawing/2014/main" id="{BAA694C8-25A7-F9D0-6092-96DD9393A579}"/>
                  </a:ext>
                </a:extLst>
              </p:cNvPr>
              <p:cNvSpPr/>
              <p:nvPr/>
            </p:nvSpPr>
            <p:spPr>
              <a:xfrm>
                <a:off x="3022447" y="61412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8" name="Oval 4767">
                <a:extLst>
                  <a:ext uri="{FF2B5EF4-FFF2-40B4-BE49-F238E27FC236}">
                    <a16:creationId xmlns:a16="http://schemas.microsoft.com/office/drawing/2014/main" id="{84D6ABD2-8B7D-0859-A7D9-7439651F8FBA}"/>
                  </a:ext>
                </a:extLst>
              </p:cNvPr>
              <p:cNvSpPr/>
              <p:nvPr/>
            </p:nvSpPr>
            <p:spPr>
              <a:xfrm>
                <a:off x="2827694" y="61021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69" name="Oval 4768">
                <a:extLst>
                  <a:ext uri="{FF2B5EF4-FFF2-40B4-BE49-F238E27FC236}">
                    <a16:creationId xmlns:a16="http://schemas.microsoft.com/office/drawing/2014/main" id="{116BFCEA-E216-61E8-6513-4FBBAA54448C}"/>
                  </a:ext>
                </a:extLst>
              </p:cNvPr>
              <p:cNvSpPr/>
              <p:nvPr/>
            </p:nvSpPr>
            <p:spPr>
              <a:xfrm>
                <a:off x="2838588" y="6160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0" name="Oval 4769">
                <a:extLst>
                  <a:ext uri="{FF2B5EF4-FFF2-40B4-BE49-F238E27FC236}">
                    <a16:creationId xmlns:a16="http://schemas.microsoft.com/office/drawing/2014/main" id="{299B069C-35BF-7CFB-24F7-A7077F5C235D}"/>
                  </a:ext>
                </a:extLst>
              </p:cNvPr>
              <p:cNvSpPr/>
              <p:nvPr/>
            </p:nvSpPr>
            <p:spPr>
              <a:xfrm>
                <a:off x="3607467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1" name="Oval 4770">
                <a:extLst>
                  <a:ext uri="{FF2B5EF4-FFF2-40B4-BE49-F238E27FC236}">
                    <a16:creationId xmlns:a16="http://schemas.microsoft.com/office/drawing/2014/main" id="{99D66511-B36E-FFAF-225B-F2BC803D7910}"/>
                  </a:ext>
                </a:extLst>
              </p:cNvPr>
              <p:cNvSpPr/>
              <p:nvPr/>
            </p:nvSpPr>
            <p:spPr>
              <a:xfrm>
                <a:off x="2917216" y="6268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2" name="Oval 4771">
                <a:extLst>
                  <a:ext uri="{FF2B5EF4-FFF2-40B4-BE49-F238E27FC236}">
                    <a16:creationId xmlns:a16="http://schemas.microsoft.com/office/drawing/2014/main" id="{C2ED195B-63EC-2466-7E20-C5EC4AE1E864}"/>
                  </a:ext>
                </a:extLst>
              </p:cNvPr>
              <p:cNvSpPr/>
              <p:nvPr/>
            </p:nvSpPr>
            <p:spPr>
              <a:xfrm>
                <a:off x="2840615" y="599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3" name="Oval 4772">
                <a:extLst>
                  <a:ext uri="{FF2B5EF4-FFF2-40B4-BE49-F238E27FC236}">
                    <a16:creationId xmlns:a16="http://schemas.microsoft.com/office/drawing/2014/main" id="{30C3D8D4-B696-0B4E-00C5-757B4DF937DB}"/>
                  </a:ext>
                </a:extLst>
              </p:cNvPr>
              <p:cNvSpPr/>
              <p:nvPr/>
            </p:nvSpPr>
            <p:spPr>
              <a:xfrm>
                <a:off x="2758947" y="5985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4" name="Oval 4773">
                <a:extLst>
                  <a:ext uri="{FF2B5EF4-FFF2-40B4-BE49-F238E27FC236}">
                    <a16:creationId xmlns:a16="http://schemas.microsoft.com/office/drawing/2014/main" id="{6AEA0489-C646-1B2A-6655-DA7BE8298C6B}"/>
                  </a:ext>
                </a:extLst>
              </p:cNvPr>
              <p:cNvSpPr/>
              <p:nvPr/>
            </p:nvSpPr>
            <p:spPr>
              <a:xfrm>
                <a:off x="2953363" y="6199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5" name="Oval 4774">
                <a:extLst>
                  <a:ext uri="{FF2B5EF4-FFF2-40B4-BE49-F238E27FC236}">
                    <a16:creationId xmlns:a16="http://schemas.microsoft.com/office/drawing/2014/main" id="{201DA7D2-11E8-B840-4760-EC404F887B7E}"/>
                  </a:ext>
                </a:extLst>
              </p:cNvPr>
              <p:cNvSpPr/>
              <p:nvPr/>
            </p:nvSpPr>
            <p:spPr>
              <a:xfrm>
                <a:off x="2873131" y="617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6" name="Oval 4775">
                <a:extLst>
                  <a:ext uri="{FF2B5EF4-FFF2-40B4-BE49-F238E27FC236}">
                    <a16:creationId xmlns:a16="http://schemas.microsoft.com/office/drawing/2014/main" id="{C27AE5B8-9703-DF67-E017-B2EF26B03566}"/>
                  </a:ext>
                </a:extLst>
              </p:cNvPr>
              <p:cNvSpPr/>
              <p:nvPr/>
            </p:nvSpPr>
            <p:spPr>
              <a:xfrm>
                <a:off x="2999053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7" name="Oval 4776">
                <a:extLst>
                  <a:ext uri="{FF2B5EF4-FFF2-40B4-BE49-F238E27FC236}">
                    <a16:creationId xmlns:a16="http://schemas.microsoft.com/office/drawing/2014/main" id="{E5FBCF25-BC08-D312-897F-BEC8959F2209}"/>
                  </a:ext>
                </a:extLst>
              </p:cNvPr>
              <p:cNvSpPr/>
              <p:nvPr/>
            </p:nvSpPr>
            <p:spPr>
              <a:xfrm>
                <a:off x="2986469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8" name="Oval 4777">
                <a:extLst>
                  <a:ext uri="{FF2B5EF4-FFF2-40B4-BE49-F238E27FC236}">
                    <a16:creationId xmlns:a16="http://schemas.microsoft.com/office/drawing/2014/main" id="{56A9446B-EFF0-1D6F-5832-A0C31EAD324A}"/>
                  </a:ext>
                </a:extLst>
              </p:cNvPr>
              <p:cNvSpPr/>
              <p:nvPr/>
            </p:nvSpPr>
            <p:spPr>
              <a:xfrm>
                <a:off x="2937908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79" name="Oval 4778">
                <a:extLst>
                  <a:ext uri="{FF2B5EF4-FFF2-40B4-BE49-F238E27FC236}">
                    <a16:creationId xmlns:a16="http://schemas.microsoft.com/office/drawing/2014/main" id="{F49A6EC8-4395-1E2D-9931-BA4946BEA8FA}"/>
                  </a:ext>
                </a:extLst>
              </p:cNvPr>
              <p:cNvSpPr/>
              <p:nvPr/>
            </p:nvSpPr>
            <p:spPr>
              <a:xfrm>
                <a:off x="2703292" y="600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0" name="Oval 4779">
                <a:extLst>
                  <a:ext uri="{FF2B5EF4-FFF2-40B4-BE49-F238E27FC236}">
                    <a16:creationId xmlns:a16="http://schemas.microsoft.com/office/drawing/2014/main" id="{F66304FC-4D9F-A3C7-791E-4FCFF5DCED2B}"/>
                  </a:ext>
                </a:extLst>
              </p:cNvPr>
              <p:cNvSpPr/>
              <p:nvPr/>
            </p:nvSpPr>
            <p:spPr>
              <a:xfrm>
                <a:off x="2729641" y="59939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1" name="Oval 4780">
                <a:extLst>
                  <a:ext uri="{FF2B5EF4-FFF2-40B4-BE49-F238E27FC236}">
                    <a16:creationId xmlns:a16="http://schemas.microsoft.com/office/drawing/2014/main" id="{FC945A90-EB1A-B7BE-005E-8427CE86A831}"/>
                  </a:ext>
                </a:extLst>
              </p:cNvPr>
              <p:cNvSpPr/>
              <p:nvPr/>
            </p:nvSpPr>
            <p:spPr>
              <a:xfrm>
                <a:off x="2850159" y="614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2" name="Oval 4781">
                <a:extLst>
                  <a:ext uri="{FF2B5EF4-FFF2-40B4-BE49-F238E27FC236}">
                    <a16:creationId xmlns:a16="http://schemas.microsoft.com/office/drawing/2014/main" id="{EFCE3379-E8F3-B0A6-84C7-4A879EB17AE5}"/>
                  </a:ext>
                </a:extLst>
              </p:cNvPr>
              <p:cNvSpPr/>
              <p:nvPr/>
            </p:nvSpPr>
            <p:spPr>
              <a:xfrm>
                <a:off x="2842980" y="61134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3" name="Oval 4782">
                <a:extLst>
                  <a:ext uri="{FF2B5EF4-FFF2-40B4-BE49-F238E27FC236}">
                    <a16:creationId xmlns:a16="http://schemas.microsoft.com/office/drawing/2014/main" id="{08129EA9-6A65-0926-5DD8-F8189AD30292}"/>
                  </a:ext>
                </a:extLst>
              </p:cNvPr>
              <p:cNvSpPr/>
              <p:nvPr/>
            </p:nvSpPr>
            <p:spPr>
              <a:xfrm>
                <a:off x="3044996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4" name="Oval 4783">
                <a:extLst>
                  <a:ext uri="{FF2B5EF4-FFF2-40B4-BE49-F238E27FC236}">
                    <a16:creationId xmlns:a16="http://schemas.microsoft.com/office/drawing/2014/main" id="{BADC44FC-1094-5826-BEE0-09E922B6FFF3}"/>
                  </a:ext>
                </a:extLst>
              </p:cNvPr>
              <p:cNvSpPr/>
              <p:nvPr/>
            </p:nvSpPr>
            <p:spPr>
              <a:xfrm>
                <a:off x="2830312" y="61794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5" name="Oval 4784">
                <a:extLst>
                  <a:ext uri="{FF2B5EF4-FFF2-40B4-BE49-F238E27FC236}">
                    <a16:creationId xmlns:a16="http://schemas.microsoft.com/office/drawing/2014/main" id="{BD863B38-6BAB-F8E9-EAB3-DD70628B649B}"/>
                  </a:ext>
                </a:extLst>
              </p:cNvPr>
              <p:cNvSpPr/>
              <p:nvPr/>
            </p:nvSpPr>
            <p:spPr>
              <a:xfrm>
                <a:off x="2914429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6" name="Oval 4785">
                <a:extLst>
                  <a:ext uri="{FF2B5EF4-FFF2-40B4-BE49-F238E27FC236}">
                    <a16:creationId xmlns:a16="http://schemas.microsoft.com/office/drawing/2014/main" id="{3AA656C3-4308-52A9-E7A8-670830285C69}"/>
                  </a:ext>
                </a:extLst>
              </p:cNvPr>
              <p:cNvSpPr/>
              <p:nvPr/>
            </p:nvSpPr>
            <p:spPr>
              <a:xfrm>
                <a:off x="2937063" y="6304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7" name="Oval 4786">
                <a:extLst>
                  <a:ext uri="{FF2B5EF4-FFF2-40B4-BE49-F238E27FC236}">
                    <a16:creationId xmlns:a16="http://schemas.microsoft.com/office/drawing/2014/main" id="{302A51C1-E5CD-3C5D-8B45-3DFC4AC59D44}"/>
                  </a:ext>
                </a:extLst>
              </p:cNvPr>
              <p:cNvSpPr/>
              <p:nvPr/>
            </p:nvSpPr>
            <p:spPr>
              <a:xfrm>
                <a:off x="2862574" y="6119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8" name="Oval 4787">
                <a:extLst>
                  <a:ext uri="{FF2B5EF4-FFF2-40B4-BE49-F238E27FC236}">
                    <a16:creationId xmlns:a16="http://schemas.microsoft.com/office/drawing/2014/main" id="{AD9709A3-9E70-135B-D232-245395C6651F}"/>
                  </a:ext>
                </a:extLst>
              </p:cNvPr>
              <p:cNvSpPr/>
              <p:nvPr/>
            </p:nvSpPr>
            <p:spPr>
              <a:xfrm>
                <a:off x="3161038" y="6294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89" name="Oval 4788">
                <a:extLst>
                  <a:ext uri="{FF2B5EF4-FFF2-40B4-BE49-F238E27FC236}">
                    <a16:creationId xmlns:a16="http://schemas.microsoft.com/office/drawing/2014/main" id="{32D7EB54-83F9-5968-20F4-732A1DD2748B}"/>
                  </a:ext>
                </a:extLst>
              </p:cNvPr>
              <p:cNvSpPr/>
              <p:nvPr/>
            </p:nvSpPr>
            <p:spPr>
              <a:xfrm>
                <a:off x="2926168" y="62875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0" name="Oval 4789">
                <a:extLst>
                  <a:ext uri="{FF2B5EF4-FFF2-40B4-BE49-F238E27FC236}">
                    <a16:creationId xmlns:a16="http://schemas.microsoft.com/office/drawing/2014/main" id="{7C0A7F2B-DD9C-095E-BBEA-725DD1C4738E}"/>
                  </a:ext>
                </a:extLst>
              </p:cNvPr>
              <p:cNvSpPr/>
              <p:nvPr/>
            </p:nvSpPr>
            <p:spPr>
              <a:xfrm>
                <a:off x="2950660" y="61679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1" name="Oval 4790">
                <a:extLst>
                  <a:ext uri="{FF2B5EF4-FFF2-40B4-BE49-F238E27FC236}">
                    <a16:creationId xmlns:a16="http://schemas.microsoft.com/office/drawing/2014/main" id="{07A77802-8A66-9E61-987C-B3CFB4E3A95A}"/>
                  </a:ext>
                </a:extLst>
              </p:cNvPr>
              <p:cNvSpPr/>
              <p:nvPr/>
            </p:nvSpPr>
            <p:spPr>
              <a:xfrm>
                <a:off x="3585677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2" name="Oval 4791">
                <a:extLst>
                  <a:ext uri="{FF2B5EF4-FFF2-40B4-BE49-F238E27FC236}">
                    <a16:creationId xmlns:a16="http://schemas.microsoft.com/office/drawing/2014/main" id="{D20B992D-EF59-8A33-A3FF-7D74871935C1}"/>
                  </a:ext>
                </a:extLst>
              </p:cNvPr>
              <p:cNvSpPr/>
              <p:nvPr/>
            </p:nvSpPr>
            <p:spPr>
              <a:xfrm>
                <a:off x="3145329" y="6271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3" name="Oval 4792">
                <a:extLst>
                  <a:ext uri="{FF2B5EF4-FFF2-40B4-BE49-F238E27FC236}">
                    <a16:creationId xmlns:a16="http://schemas.microsoft.com/office/drawing/2014/main" id="{48C36A39-1B22-FDBD-9936-FA7F0125CBA0}"/>
                  </a:ext>
                </a:extLst>
              </p:cNvPr>
              <p:cNvSpPr/>
              <p:nvPr/>
            </p:nvSpPr>
            <p:spPr>
              <a:xfrm>
                <a:off x="3001249" y="615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4" name="Oval 4793">
                <a:extLst>
                  <a:ext uri="{FF2B5EF4-FFF2-40B4-BE49-F238E27FC236}">
                    <a16:creationId xmlns:a16="http://schemas.microsoft.com/office/drawing/2014/main" id="{E4EC4223-9040-1986-4604-33897CE8BD7D}"/>
                  </a:ext>
                </a:extLst>
              </p:cNvPr>
              <p:cNvSpPr/>
              <p:nvPr/>
            </p:nvSpPr>
            <p:spPr>
              <a:xfrm>
                <a:off x="3197691" y="6237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5" name="Oval 4794">
                <a:extLst>
                  <a:ext uri="{FF2B5EF4-FFF2-40B4-BE49-F238E27FC236}">
                    <a16:creationId xmlns:a16="http://schemas.microsoft.com/office/drawing/2014/main" id="{C6420094-C557-19B4-1081-E08870CEEB7F}"/>
                  </a:ext>
                </a:extLst>
              </p:cNvPr>
              <p:cNvSpPr/>
              <p:nvPr/>
            </p:nvSpPr>
            <p:spPr>
              <a:xfrm>
                <a:off x="3150987" y="629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6" name="Oval 4795">
                <a:extLst>
                  <a:ext uri="{FF2B5EF4-FFF2-40B4-BE49-F238E27FC236}">
                    <a16:creationId xmlns:a16="http://schemas.microsoft.com/office/drawing/2014/main" id="{58D499FC-ABCB-8999-B58D-0D5777401DFF}"/>
                  </a:ext>
                </a:extLst>
              </p:cNvPr>
              <p:cNvSpPr/>
              <p:nvPr/>
            </p:nvSpPr>
            <p:spPr>
              <a:xfrm>
                <a:off x="3137981" y="615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7" name="Oval 4796">
                <a:extLst>
                  <a:ext uri="{FF2B5EF4-FFF2-40B4-BE49-F238E27FC236}">
                    <a16:creationId xmlns:a16="http://schemas.microsoft.com/office/drawing/2014/main" id="{26DAE67B-02F8-1031-2930-9A2F03A5EB6F}"/>
                  </a:ext>
                </a:extLst>
              </p:cNvPr>
              <p:cNvSpPr/>
              <p:nvPr/>
            </p:nvSpPr>
            <p:spPr>
              <a:xfrm>
                <a:off x="3127847" y="6319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8" name="Oval 4797">
                <a:extLst>
                  <a:ext uri="{FF2B5EF4-FFF2-40B4-BE49-F238E27FC236}">
                    <a16:creationId xmlns:a16="http://schemas.microsoft.com/office/drawing/2014/main" id="{DBA482D9-8635-84AC-E20D-CD0E3105CEA0}"/>
                  </a:ext>
                </a:extLst>
              </p:cNvPr>
              <p:cNvSpPr/>
              <p:nvPr/>
            </p:nvSpPr>
            <p:spPr>
              <a:xfrm>
                <a:off x="3103439" y="6221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99" name="Oval 4798">
                <a:extLst>
                  <a:ext uri="{FF2B5EF4-FFF2-40B4-BE49-F238E27FC236}">
                    <a16:creationId xmlns:a16="http://schemas.microsoft.com/office/drawing/2014/main" id="{B68003B3-2DFE-F6E4-572E-DA55099DC6F7}"/>
                  </a:ext>
                </a:extLst>
              </p:cNvPr>
              <p:cNvSpPr/>
              <p:nvPr/>
            </p:nvSpPr>
            <p:spPr>
              <a:xfrm>
                <a:off x="3631959" y="55027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0" name="Oval 4799">
                <a:extLst>
                  <a:ext uri="{FF2B5EF4-FFF2-40B4-BE49-F238E27FC236}">
                    <a16:creationId xmlns:a16="http://schemas.microsoft.com/office/drawing/2014/main" id="{17C8C36C-CBC0-31FF-E741-FDBA33EE34D5}"/>
                  </a:ext>
                </a:extLst>
              </p:cNvPr>
              <p:cNvSpPr/>
              <p:nvPr/>
            </p:nvSpPr>
            <p:spPr>
              <a:xfrm>
                <a:off x="2956403" y="611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1" name="Oval 4800">
                <a:extLst>
                  <a:ext uri="{FF2B5EF4-FFF2-40B4-BE49-F238E27FC236}">
                    <a16:creationId xmlns:a16="http://schemas.microsoft.com/office/drawing/2014/main" id="{78B78FB0-048E-5AC0-AA93-7CF87639C428}"/>
                  </a:ext>
                </a:extLst>
              </p:cNvPr>
              <p:cNvSpPr/>
              <p:nvPr/>
            </p:nvSpPr>
            <p:spPr>
              <a:xfrm>
                <a:off x="2900409" y="6166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2" name="Oval 4801">
                <a:extLst>
                  <a:ext uri="{FF2B5EF4-FFF2-40B4-BE49-F238E27FC236}">
                    <a16:creationId xmlns:a16="http://schemas.microsoft.com/office/drawing/2014/main" id="{19FB2A85-91B6-6733-83FE-02018C15EB8F}"/>
                  </a:ext>
                </a:extLst>
              </p:cNvPr>
              <p:cNvSpPr/>
              <p:nvPr/>
            </p:nvSpPr>
            <p:spPr>
              <a:xfrm>
                <a:off x="2918990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3" name="Oval 4802">
                <a:extLst>
                  <a:ext uri="{FF2B5EF4-FFF2-40B4-BE49-F238E27FC236}">
                    <a16:creationId xmlns:a16="http://schemas.microsoft.com/office/drawing/2014/main" id="{AE8CA274-FBBD-7431-EB86-D5CEEA1A33A9}"/>
                  </a:ext>
                </a:extLst>
              </p:cNvPr>
              <p:cNvSpPr/>
              <p:nvPr/>
            </p:nvSpPr>
            <p:spPr>
              <a:xfrm>
                <a:off x="3635084" y="56654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4" name="Oval 4803">
                <a:extLst>
                  <a:ext uri="{FF2B5EF4-FFF2-40B4-BE49-F238E27FC236}">
                    <a16:creationId xmlns:a16="http://schemas.microsoft.com/office/drawing/2014/main" id="{E40D9117-76AF-AB5E-0EBB-CE843E4E19AC}"/>
                  </a:ext>
                </a:extLst>
              </p:cNvPr>
              <p:cNvSpPr/>
              <p:nvPr/>
            </p:nvSpPr>
            <p:spPr>
              <a:xfrm>
                <a:off x="2989256" y="63601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5" name="Oval 4804">
                <a:extLst>
                  <a:ext uri="{FF2B5EF4-FFF2-40B4-BE49-F238E27FC236}">
                    <a16:creationId xmlns:a16="http://schemas.microsoft.com/office/drawing/2014/main" id="{817CE6B4-0E8D-DB59-B498-D4DB2B04C27D}"/>
                  </a:ext>
                </a:extLst>
              </p:cNvPr>
              <p:cNvSpPr/>
              <p:nvPr/>
            </p:nvSpPr>
            <p:spPr>
              <a:xfrm>
                <a:off x="2913416" y="6359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6" name="Oval 4805">
                <a:extLst>
                  <a:ext uri="{FF2B5EF4-FFF2-40B4-BE49-F238E27FC236}">
                    <a16:creationId xmlns:a16="http://schemas.microsoft.com/office/drawing/2014/main" id="{E1EB09FB-40E6-D18F-1A5C-222E05727BDD}"/>
                  </a:ext>
                </a:extLst>
              </p:cNvPr>
              <p:cNvSpPr/>
              <p:nvPr/>
            </p:nvSpPr>
            <p:spPr>
              <a:xfrm>
                <a:off x="2874313" y="6061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7" name="Oval 4806">
                <a:extLst>
                  <a:ext uri="{FF2B5EF4-FFF2-40B4-BE49-F238E27FC236}">
                    <a16:creationId xmlns:a16="http://schemas.microsoft.com/office/drawing/2014/main" id="{266E4999-81C9-7053-9EFE-88B22164264B}"/>
                  </a:ext>
                </a:extLst>
              </p:cNvPr>
              <p:cNvSpPr/>
              <p:nvPr/>
            </p:nvSpPr>
            <p:spPr>
              <a:xfrm>
                <a:off x="2805651" y="618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8" name="Oval 4807">
                <a:extLst>
                  <a:ext uri="{FF2B5EF4-FFF2-40B4-BE49-F238E27FC236}">
                    <a16:creationId xmlns:a16="http://schemas.microsoft.com/office/drawing/2014/main" id="{54833FF7-B579-DB9D-E5F6-08181BDE95F8}"/>
                  </a:ext>
                </a:extLst>
              </p:cNvPr>
              <p:cNvSpPr/>
              <p:nvPr/>
            </p:nvSpPr>
            <p:spPr>
              <a:xfrm>
                <a:off x="3013579" y="6368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09" name="Oval 4808">
                <a:extLst>
                  <a:ext uri="{FF2B5EF4-FFF2-40B4-BE49-F238E27FC236}">
                    <a16:creationId xmlns:a16="http://schemas.microsoft.com/office/drawing/2014/main" id="{D8AA180F-1829-BA12-A721-ABA4A00524FA}"/>
                  </a:ext>
                </a:extLst>
              </p:cNvPr>
              <p:cNvSpPr/>
              <p:nvPr/>
            </p:nvSpPr>
            <p:spPr>
              <a:xfrm>
                <a:off x="3153352" y="62699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0" name="Oval 4809">
                <a:extLst>
                  <a:ext uri="{FF2B5EF4-FFF2-40B4-BE49-F238E27FC236}">
                    <a16:creationId xmlns:a16="http://schemas.microsoft.com/office/drawing/2014/main" id="{59FA046D-547D-801F-ED39-85AE5CDF6415}"/>
                  </a:ext>
                </a:extLst>
              </p:cNvPr>
              <p:cNvSpPr/>
              <p:nvPr/>
            </p:nvSpPr>
            <p:spPr>
              <a:xfrm>
                <a:off x="3002769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1" name="Oval 4810">
                <a:extLst>
                  <a:ext uri="{FF2B5EF4-FFF2-40B4-BE49-F238E27FC236}">
                    <a16:creationId xmlns:a16="http://schemas.microsoft.com/office/drawing/2014/main" id="{89A8773A-0412-C871-B925-DA27AE191209}"/>
                  </a:ext>
                </a:extLst>
              </p:cNvPr>
              <p:cNvSpPr/>
              <p:nvPr/>
            </p:nvSpPr>
            <p:spPr>
              <a:xfrm>
                <a:off x="2865698" y="61696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2" name="Oval 4811">
                <a:extLst>
                  <a:ext uri="{FF2B5EF4-FFF2-40B4-BE49-F238E27FC236}">
                    <a16:creationId xmlns:a16="http://schemas.microsoft.com/office/drawing/2014/main" id="{7B998952-1F1A-03D0-C302-C55017F917E5}"/>
                  </a:ext>
                </a:extLst>
              </p:cNvPr>
              <p:cNvSpPr/>
              <p:nvPr/>
            </p:nvSpPr>
            <p:spPr>
              <a:xfrm>
                <a:off x="3087055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3" name="Oval 4812">
                <a:extLst>
                  <a:ext uri="{FF2B5EF4-FFF2-40B4-BE49-F238E27FC236}">
                    <a16:creationId xmlns:a16="http://schemas.microsoft.com/office/drawing/2014/main" id="{4013A178-9772-7916-A24C-FF6DF6A97EF7}"/>
                  </a:ext>
                </a:extLst>
              </p:cNvPr>
              <p:cNvSpPr/>
              <p:nvPr/>
            </p:nvSpPr>
            <p:spPr>
              <a:xfrm>
                <a:off x="3116783" y="630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4" name="Oval 4813">
                <a:extLst>
                  <a:ext uri="{FF2B5EF4-FFF2-40B4-BE49-F238E27FC236}">
                    <a16:creationId xmlns:a16="http://schemas.microsoft.com/office/drawing/2014/main" id="{C11F2E80-3BCD-7ABB-5892-122501B31401}"/>
                  </a:ext>
                </a:extLst>
              </p:cNvPr>
              <p:cNvSpPr/>
              <p:nvPr/>
            </p:nvSpPr>
            <p:spPr>
              <a:xfrm>
                <a:off x="2963160" y="60057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5" name="Oval 4814">
                <a:extLst>
                  <a:ext uri="{FF2B5EF4-FFF2-40B4-BE49-F238E27FC236}">
                    <a16:creationId xmlns:a16="http://schemas.microsoft.com/office/drawing/2014/main" id="{8ECBF8B2-BEE8-C952-9B6B-FC3450DF6DAB}"/>
                  </a:ext>
                </a:extLst>
              </p:cNvPr>
              <p:cNvSpPr/>
              <p:nvPr/>
            </p:nvSpPr>
            <p:spPr>
              <a:xfrm>
                <a:off x="3085366" y="63136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6" name="Oval 4815">
                <a:extLst>
                  <a:ext uri="{FF2B5EF4-FFF2-40B4-BE49-F238E27FC236}">
                    <a16:creationId xmlns:a16="http://schemas.microsoft.com/office/drawing/2014/main" id="{28749C51-CE3D-00E1-E401-0AA60D753C5E}"/>
                  </a:ext>
                </a:extLst>
              </p:cNvPr>
              <p:cNvSpPr/>
              <p:nvPr/>
            </p:nvSpPr>
            <p:spPr>
              <a:xfrm>
                <a:off x="3171510" y="629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7" name="Oval 4816">
                <a:extLst>
                  <a:ext uri="{FF2B5EF4-FFF2-40B4-BE49-F238E27FC236}">
                    <a16:creationId xmlns:a16="http://schemas.microsoft.com/office/drawing/2014/main" id="{7C650176-D1BB-4B28-00BA-2438059A7693}"/>
                  </a:ext>
                </a:extLst>
              </p:cNvPr>
              <p:cNvSpPr/>
              <p:nvPr/>
            </p:nvSpPr>
            <p:spPr>
              <a:xfrm>
                <a:off x="3209853" y="6246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8" name="Oval 4817">
                <a:extLst>
                  <a:ext uri="{FF2B5EF4-FFF2-40B4-BE49-F238E27FC236}">
                    <a16:creationId xmlns:a16="http://schemas.microsoft.com/office/drawing/2014/main" id="{5C746CE8-56DF-F57D-26F5-BDE33E2F3E60}"/>
                  </a:ext>
                </a:extLst>
              </p:cNvPr>
              <p:cNvSpPr/>
              <p:nvPr/>
            </p:nvSpPr>
            <p:spPr>
              <a:xfrm>
                <a:off x="2858858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9" name="Oval 4818">
                <a:extLst>
                  <a:ext uri="{FF2B5EF4-FFF2-40B4-BE49-F238E27FC236}">
                    <a16:creationId xmlns:a16="http://schemas.microsoft.com/office/drawing/2014/main" id="{F5446033-B96B-6C32-96D1-300832151EBB}"/>
                  </a:ext>
                </a:extLst>
              </p:cNvPr>
              <p:cNvSpPr/>
              <p:nvPr/>
            </p:nvSpPr>
            <p:spPr>
              <a:xfrm>
                <a:off x="3088998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0" name="Oval 4819">
                <a:extLst>
                  <a:ext uri="{FF2B5EF4-FFF2-40B4-BE49-F238E27FC236}">
                    <a16:creationId xmlns:a16="http://schemas.microsoft.com/office/drawing/2014/main" id="{48293EF8-5FD3-D056-3505-1743D1F380F5}"/>
                  </a:ext>
                </a:extLst>
              </p:cNvPr>
              <p:cNvSpPr/>
              <p:nvPr/>
            </p:nvSpPr>
            <p:spPr>
              <a:xfrm>
                <a:off x="3446073" y="564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1" name="Oval 4820">
                <a:extLst>
                  <a:ext uri="{FF2B5EF4-FFF2-40B4-BE49-F238E27FC236}">
                    <a16:creationId xmlns:a16="http://schemas.microsoft.com/office/drawing/2014/main" id="{716E71D4-32C6-F0D4-E149-4AD8AC40597F}"/>
                  </a:ext>
                </a:extLst>
              </p:cNvPr>
              <p:cNvSpPr/>
              <p:nvPr/>
            </p:nvSpPr>
            <p:spPr>
              <a:xfrm>
                <a:off x="2815617" y="6161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2" name="Oval 4821">
                <a:extLst>
                  <a:ext uri="{FF2B5EF4-FFF2-40B4-BE49-F238E27FC236}">
                    <a16:creationId xmlns:a16="http://schemas.microsoft.com/office/drawing/2014/main" id="{5DC24BDE-F893-E973-F505-82CBEF5468B6}"/>
                  </a:ext>
                </a:extLst>
              </p:cNvPr>
              <p:cNvSpPr/>
              <p:nvPr/>
            </p:nvSpPr>
            <p:spPr>
              <a:xfrm>
                <a:off x="2851595" y="61706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3" name="Oval 4822">
                <a:extLst>
                  <a:ext uri="{FF2B5EF4-FFF2-40B4-BE49-F238E27FC236}">
                    <a16:creationId xmlns:a16="http://schemas.microsoft.com/office/drawing/2014/main" id="{9DDF5CF0-3CFC-F2ED-6233-109CC800C72C}"/>
                  </a:ext>
                </a:extLst>
              </p:cNvPr>
              <p:cNvSpPr/>
              <p:nvPr/>
            </p:nvSpPr>
            <p:spPr>
              <a:xfrm>
                <a:off x="3130718" y="6110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4" name="Oval 4823">
                <a:extLst>
                  <a:ext uri="{FF2B5EF4-FFF2-40B4-BE49-F238E27FC236}">
                    <a16:creationId xmlns:a16="http://schemas.microsoft.com/office/drawing/2014/main" id="{40D07B3C-69D2-BCF1-ABAB-11CB312B6CDB}"/>
                  </a:ext>
                </a:extLst>
              </p:cNvPr>
              <p:cNvSpPr/>
              <p:nvPr/>
            </p:nvSpPr>
            <p:spPr>
              <a:xfrm>
                <a:off x="2878113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5" name="Oval 4824">
                <a:extLst>
                  <a:ext uri="{FF2B5EF4-FFF2-40B4-BE49-F238E27FC236}">
                    <a16:creationId xmlns:a16="http://schemas.microsoft.com/office/drawing/2014/main" id="{B6932651-448D-2E4B-4EC3-3855294BFAD3}"/>
                  </a:ext>
                </a:extLst>
              </p:cNvPr>
              <p:cNvSpPr/>
              <p:nvPr/>
            </p:nvSpPr>
            <p:spPr>
              <a:xfrm>
                <a:off x="2931658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6" name="Oval 4825">
                <a:extLst>
                  <a:ext uri="{FF2B5EF4-FFF2-40B4-BE49-F238E27FC236}">
                    <a16:creationId xmlns:a16="http://schemas.microsoft.com/office/drawing/2014/main" id="{796A562C-4B39-F8EF-9636-A4F1B2402A06}"/>
                  </a:ext>
                </a:extLst>
              </p:cNvPr>
              <p:cNvSpPr/>
              <p:nvPr/>
            </p:nvSpPr>
            <p:spPr>
              <a:xfrm>
                <a:off x="2918229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7" name="Oval 4826">
                <a:extLst>
                  <a:ext uri="{FF2B5EF4-FFF2-40B4-BE49-F238E27FC236}">
                    <a16:creationId xmlns:a16="http://schemas.microsoft.com/office/drawing/2014/main" id="{5E457798-C0E0-39EB-F54F-0FA8543E8908}"/>
                  </a:ext>
                </a:extLst>
              </p:cNvPr>
              <p:cNvSpPr/>
              <p:nvPr/>
            </p:nvSpPr>
            <p:spPr>
              <a:xfrm>
                <a:off x="3057158" y="62869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8" name="Oval 4827">
                <a:extLst>
                  <a:ext uri="{FF2B5EF4-FFF2-40B4-BE49-F238E27FC236}">
                    <a16:creationId xmlns:a16="http://schemas.microsoft.com/office/drawing/2014/main" id="{15BEFFFF-F5ED-51F7-F8C0-A57927D08DED}"/>
                  </a:ext>
                </a:extLst>
              </p:cNvPr>
              <p:cNvSpPr/>
              <p:nvPr/>
            </p:nvSpPr>
            <p:spPr>
              <a:xfrm>
                <a:off x="2997955" y="631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29" name="Oval 4828">
                <a:extLst>
                  <a:ext uri="{FF2B5EF4-FFF2-40B4-BE49-F238E27FC236}">
                    <a16:creationId xmlns:a16="http://schemas.microsoft.com/office/drawing/2014/main" id="{850F108B-2B31-2715-7975-5F0141549A94}"/>
                  </a:ext>
                </a:extLst>
              </p:cNvPr>
              <p:cNvSpPr/>
              <p:nvPr/>
            </p:nvSpPr>
            <p:spPr>
              <a:xfrm>
                <a:off x="3059776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0" name="Oval 4829">
                <a:extLst>
                  <a:ext uri="{FF2B5EF4-FFF2-40B4-BE49-F238E27FC236}">
                    <a16:creationId xmlns:a16="http://schemas.microsoft.com/office/drawing/2014/main" id="{774D0F4C-938F-0594-CC6F-C7910B19925A}"/>
                  </a:ext>
                </a:extLst>
              </p:cNvPr>
              <p:cNvSpPr/>
              <p:nvPr/>
            </p:nvSpPr>
            <p:spPr>
              <a:xfrm>
                <a:off x="2816715" y="61937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1" name="Oval 4830">
                <a:extLst>
                  <a:ext uri="{FF2B5EF4-FFF2-40B4-BE49-F238E27FC236}">
                    <a16:creationId xmlns:a16="http://schemas.microsoft.com/office/drawing/2014/main" id="{64DE9BC7-7F9D-5FF2-4607-9C1009124BE5}"/>
                  </a:ext>
                </a:extLst>
              </p:cNvPr>
              <p:cNvSpPr/>
              <p:nvPr/>
            </p:nvSpPr>
            <p:spPr>
              <a:xfrm>
                <a:off x="3563888" y="54709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2" name="Oval 4831">
                <a:extLst>
                  <a:ext uri="{FF2B5EF4-FFF2-40B4-BE49-F238E27FC236}">
                    <a16:creationId xmlns:a16="http://schemas.microsoft.com/office/drawing/2014/main" id="{6E48F7CE-9256-9BF6-FCDD-945D273D0EAF}"/>
                  </a:ext>
                </a:extLst>
              </p:cNvPr>
              <p:cNvSpPr/>
              <p:nvPr/>
            </p:nvSpPr>
            <p:spPr>
              <a:xfrm>
                <a:off x="3641840" y="57297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3" name="Oval 4832">
                <a:extLst>
                  <a:ext uri="{FF2B5EF4-FFF2-40B4-BE49-F238E27FC236}">
                    <a16:creationId xmlns:a16="http://schemas.microsoft.com/office/drawing/2014/main" id="{C11976A1-E121-3412-7639-798B981778FB}"/>
                  </a:ext>
                </a:extLst>
              </p:cNvPr>
              <p:cNvSpPr/>
              <p:nvPr/>
            </p:nvSpPr>
            <p:spPr>
              <a:xfrm>
                <a:off x="3617348" y="54835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4" name="Oval 4833">
                <a:extLst>
                  <a:ext uri="{FF2B5EF4-FFF2-40B4-BE49-F238E27FC236}">
                    <a16:creationId xmlns:a16="http://schemas.microsoft.com/office/drawing/2014/main" id="{52A8B83F-3602-E007-7E11-75CC3505D66D}"/>
                  </a:ext>
                </a:extLst>
              </p:cNvPr>
              <p:cNvSpPr/>
              <p:nvPr/>
            </p:nvSpPr>
            <p:spPr>
              <a:xfrm>
                <a:off x="3544632" y="58105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5" name="Oval 4834">
                <a:extLst>
                  <a:ext uri="{FF2B5EF4-FFF2-40B4-BE49-F238E27FC236}">
                    <a16:creationId xmlns:a16="http://schemas.microsoft.com/office/drawing/2014/main" id="{42A3269F-B5F7-6D78-0E34-77F123E00E78}"/>
                  </a:ext>
                </a:extLst>
              </p:cNvPr>
              <p:cNvSpPr/>
              <p:nvPr/>
            </p:nvSpPr>
            <p:spPr>
              <a:xfrm>
                <a:off x="2877860" y="60726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6" name="Oval 4835">
                <a:extLst>
                  <a:ext uri="{FF2B5EF4-FFF2-40B4-BE49-F238E27FC236}">
                    <a16:creationId xmlns:a16="http://schemas.microsoft.com/office/drawing/2014/main" id="{DBC581EF-E020-77FD-43BD-2095E0BADB40}"/>
                  </a:ext>
                </a:extLst>
              </p:cNvPr>
              <p:cNvSpPr/>
              <p:nvPr/>
            </p:nvSpPr>
            <p:spPr>
              <a:xfrm>
                <a:off x="2924226" y="61416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7" name="Oval 4836">
                <a:extLst>
                  <a:ext uri="{FF2B5EF4-FFF2-40B4-BE49-F238E27FC236}">
                    <a16:creationId xmlns:a16="http://schemas.microsoft.com/office/drawing/2014/main" id="{FF1B8CEB-5652-1558-0845-33AC70C60884}"/>
                  </a:ext>
                </a:extLst>
              </p:cNvPr>
              <p:cNvSpPr/>
              <p:nvPr/>
            </p:nvSpPr>
            <p:spPr>
              <a:xfrm>
                <a:off x="3201829" y="62657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8" name="Oval 4837">
                <a:extLst>
                  <a:ext uri="{FF2B5EF4-FFF2-40B4-BE49-F238E27FC236}">
                    <a16:creationId xmlns:a16="http://schemas.microsoft.com/office/drawing/2014/main" id="{07B5C197-A133-8546-2CDA-19960364BC3D}"/>
                  </a:ext>
                </a:extLst>
              </p:cNvPr>
              <p:cNvSpPr/>
              <p:nvPr/>
            </p:nvSpPr>
            <p:spPr>
              <a:xfrm>
                <a:off x="3163994" y="62406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9" name="Oval 4838">
                <a:extLst>
                  <a:ext uri="{FF2B5EF4-FFF2-40B4-BE49-F238E27FC236}">
                    <a16:creationId xmlns:a16="http://schemas.microsoft.com/office/drawing/2014/main" id="{D1F64643-33BF-6B64-0C22-57061A86BA9A}"/>
                  </a:ext>
                </a:extLst>
              </p:cNvPr>
              <p:cNvSpPr/>
              <p:nvPr/>
            </p:nvSpPr>
            <p:spPr>
              <a:xfrm>
                <a:off x="2957079" y="62668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0" name="Oval 4839">
                <a:extLst>
                  <a:ext uri="{FF2B5EF4-FFF2-40B4-BE49-F238E27FC236}">
                    <a16:creationId xmlns:a16="http://schemas.microsoft.com/office/drawing/2014/main" id="{32B51E93-1343-1A98-7594-5C66C58E669D}"/>
                  </a:ext>
                </a:extLst>
              </p:cNvPr>
              <p:cNvSpPr/>
              <p:nvPr/>
            </p:nvSpPr>
            <p:spPr>
              <a:xfrm>
                <a:off x="2977432" y="588186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1" name="Oval 4840">
                <a:extLst>
                  <a:ext uri="{FF2B5EF4-FFF2-40B4-BE49-F238E27FC236}">
                    <a16:creationId xmlns:a16="http://schemas.microsoft.com/office/drawing/2014/main" id="{EF13E8A4-95F1-3B67-5691-6081B31AC8C1}"/>
                  </a:ext>
                </a:extLst>
              </p:cNvPr>
              <p:cNvSpPr/>
              <p:nvPr/>
            </p:nvSpPr>
            <p:spPr>
              <a:xfrm>
                <a:off x="3022954" y="624645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2" name="Oval 4841">
                <a:extLst>
                  <a:ext uri="{FF2B5EF4-FFF2-40B4-BE49-F238E27FC236}">
                    <a16:creationId xmlns:a16="http://schemas.microsoft.com/office/drawing/2014/main" id="{6EA45490-A914-0EE5-7EF2-AC08565FE09B}"/>
                  </a:ext>
                </a:extLst>
              </p:cNvPr>
              <p:cNvSpPr/>
              <p:nvPr/>
            </p:nvSpPr>
            <p:spPr>
              <a:xfrm>
                <a:off x="3723677" y="80332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3" name="Oval 4842">
                <a:extLst>
                  <a:ext uri="{FF2B5EF4-FFF2-40B4-BE49-F238E27FC236}">
                    <a16:creationId xmlns:a16="http://schemas.microsoft.com/office/drawing/2014/main" id="{5F0BDCDE-7F87-8EB5-A4A4-54895752B128}"/>
                  </a:ext>
                </a:extLst>
              </p:cNvPr>
              <p:cNvSpPr/>
              <p:nvPr/>
            </p:nvSpPr>
            <p:spPr>
              <a:xfrm>
                <a:off x="2835041" y="61403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4" name="Oval 4843">
                <a:extLst>
                  <a:ext uri="{FF2B5EF4-FFF2-40B4-BE49-F238E27FC236}">
                    <a16:creationId xmlns:a16="http://schemas.microsoft.com/office/drawing/2014/main" id="{C95CCCB2-6427-41FC-4E03-431B3FE87FC3}"/>
                  </a:ext>
                </a:extLst>
              </p:cNvPr>
              <p:cNvSpPr/>
              <p:nvPr/>
            </p:nvSpPr>
            <p:spPr>
              <a:xfrm>
                <a:off x="2837744" y="61758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5" name="Oval 4844">
                <a:extLst>
                  <a:ext uri="{FF2B5EF4-FFF2-40B4-BE49-F238E27FC236}">
                    <a16:creationId xmlns:a16="http://schemas.microsoft.com/office/drawing/2014/main" id="{A9965AB4-5B2B-7AEE-E989-F547F04D12E1}"/>
                  </a:ext>
                </a:extLst>
              </p:cNvPr>
              <p:cNvSpPr/>
              <p:nvPr/>
            </p:nvSpPr>
            <p:spPr>
              <a:xfrm>
                <a:off x="2849821" y="61736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6" name="Oval 4845">
                <a:extLst>
                  <a:ext uri="{FF2B5EF4-FFF2-40B4-BE49-F238E27FC236}">
                    <a16:creationId xmlns:a16="http://schemas.microsoft.com/office/drawing/2014/main" id="{318FF62D-B921-C237-7BBE-E43050BA41D5}"/>
                  </a:ext>
                </a:extLst>
              </p:cNvPr>
              <p:cNvSpPr/>
              <p:nvPr/>
            </p:nvSpPr>
            <p:spPr>
              <a:xfrm>
                <a:off x="3589562" y="54970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7" name="Oval 4846">
                <a:extLst>
                  <a:ext uri="{FF2B5EF4-FFF2-40B4-BE49-F238E27FC236}">
                    <a16:creationId xmlns:a16="http://schemas.microsoft.com/office/drawing/2014/main" id="{E29739CB-7803-7CE1-FAB9-14C9128F531F}"/>
                  </a:ext>
                </a:extLst>
              </p:cNvPr>
              <p:cNvSpPr/>
              <p:nvPr/>
            </p:nvSpPr>
            <p:spPr>
              <a:xfrm>
                <a:off x="4144938" y="52154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8" name="Oval 4847">
                <a:extLst>
                  <a:ext uri="{FF2B5EF4-FFF2-40B4-BE49-F238E27FC236}">
                    <a16:creationId xmlns:a16="http://schemas.microsoft.com/office/drawing/2014/main" id="{613FC1D5-814D-5B97-5E2D-9F1A7BA90915}"/>
                  </a:ext>
                </a:extLst>
              </p:cNvPr>
              <p:cNvSpPr/>
              <p:nvPr/>
            </p:nvSpPr>
            <p:spPr>
              <a:xfrm>
                <a:off x="3151241" y="61951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49" name="Oval 4848">
                <a:extLst>
                  <a:ext uri="{FF2B5EF4-FFF2-40B4-BE49-F238E27FC236}">
                    <a16:creationId xmlns:a16="http://schemas.microsoft.com/office/drawing/2014/main" id="{01C87FCC-CBAB-71AD-698E-32323371CE3B}"/>
                  </a:ext>
                </a:extLst>
              </p:cNvPr>
              <p:cNvSpPr/>
              <p:nvPr/>
            </p:nvSpPr>
            <p:spPr>
              <a:xfrm>
                <a:off x="3085281" y="63057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0" name="Oval 4849">
                <a:extLst>
                  <a:ext uri="{FF2B5EF4-FFF2-40B4-BE49-F238E27FC236}">
                    <a16:creationId xmlns:a16="http://schemas.microsoft.com/office/drawing/2014/main" id="{530BB11E-0F9D-DFA3-F48B-2171A51CB1A9}"/>
                  </a:ext>
                </a:extLst>
              </p:cNvPr>
              <p:cNvSpPr/>
              <p:nvPr/>
            </p:nvSpPr>
            <p:spPr>
              <a:xfrm>
                <a:off x="2914682" y="621909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1" name="Oval 4850">
                <a:extLst>
                  <a:ext uri="{FF2B5EF4-FFF2-40B4-BE49-F238E27FC236}">
                    <a16:creationId xmlns:a16="http://schemas.microsoft.com/office/drawing/2014/main" id="{85B58B43-B219-B592-0D7F-69461362CD02}"/>
                  </a:ext>
                </a:extLst>
              </p:cNvPr>
              <p:cNvSpPr/>
              <p:nvPr/>
            </p:nvSpPr>
            <p:spPr>
              <a:xfrm>
                <a:off x="3117881" y="62391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2" name="Oval 4851">
                <a:extLst>
                  <a:ext uri="{FF2B5EF4-FFF2-40B4-BE49-F238E27FC236}">
                    <a16:creationId xmlns:a16="http://schemas.microsoft.com/office/drawing/2014/main" id="{C246EB56-4FB5-7F28-06E3-DCD2CA084DF9}"/>
                  </a:ext>
                </a:extLst>
              </p:cNvPr>
              <p:cNvSpPr/>
              <p:nvPr/>
            </p:nvSpPr>
            <p:spPr>
              <a:xfrm>
                <a:off x="3066110" y="62960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3" name="Oval 4852">
                <a:extLst>
                  <a:ext uri="{FF2B5EF4-FFF2-40B4-BE49-F238E27FC236}">
                    <a16:creationId xmlns:a16="http://schemas.microsoft.com/office/drawing/2014/main" id="{6E3B4788-FD3C-B584-41FB-2E7BCEFD73E4}"/>
                  </a:ext>
                </a:extLst>
              </p:cNvPr>
              <p:cNvSpPr/>
              <p:nvPr/>
            </p:nvSpPr>
            <p:spPr>
              <a:xfrm>
                <a:off x="2823640" y="61876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4" name="Oval 4853">
                <a:extLst>
                  <a:ext uri="{FF2B5EF4-FFF2-40B4-BE49-F238E27FC236}">
                    <a16:creationId xmlns:a16="http://schemas.microsoft.com/office/drawing/2014/main" id="{67C0FDE1-82EF-5B17-1C3C-4F1116F95EF4}"/>
                  </a:ext>
                </a:extLst>
              </p:cNvPr>
              <p:cNvSpPr/>
              <p:nvPr/>
            </p:nvSpPr>
            <p:spPr>
              <a:xfrm>
                <a:off x="3082579" y="630481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5" name="Oval 4854">
                <a:extLst>
                  <a:ext uri="{FF2B5EF4-FFF2-40B4-BE49-F238E27FC236}">
                    <a16:creationId xmlns:a16="http://schemas.microsoft.com/office/drawing/2014/main" id="{76E94A5B-246D-9382-3DF0-068BF0960EB0}"/>
                  </a:ext>
                </a:extLst>
              </p:cNvPr>
              <p:cNvSpPr/>
              <p:nvPr/>
            </p:nvSpPr>
            <p:spPr>
              <a:xfrm>
                <a:off x="3035537" y="630785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6" name="Oval 4855">
                <a:extLst>
                  <a:ext uri="{FF2B5EF4-FFF2-40B4-BE49-F238E27FC236}">
                    <a16:creationId xmlns:a16="http://schemas.microsoft.com/office/drawing/2014/main" id="{9C89E294-E3B3-9BFA-78FF-801F37734E16}"/>
                  </a:ext>
                </a:extLst>
              </p:cNvPr>
              <p:cNvSpPr/>
              <p:nvPr/>
            </p:nvSpPr>
            <p:spPr>
              <a:xfrm>
                <a:off x="2998462" y="61023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57" name="Oval 4856">
                <a:extLst>
                  <a:ext uri="{FF2B5EF4-FFF2-40B4-BE49-F238E27FC236}">
                    <a16:creationId xmlns:a16="http://schemas.microsoft.com/office/drawing/2014/main" id="{1EB31CEB-E3CC-13F9-0A23-CA0A3F419168}"/>
                  </a:ext>
                </a:extLst>
              </p:cNvPr>
              <p:cNvSpPr/>
              <p:nvPr/>
            </p:nvSpPr>
            <p:spPr>
              <a:xfrm>
                <a:off x="3582046" y="54766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58" name="TextBox 4857">
              <a:extLst>
                <a:ext uri="{FF2B5EF4-FFF2-40B4-BE49-F238E27FC236}">
                  <a16:creationId xmlns:a16="http://schemas.microsoft.com/office/drawing/2014/main" id="{B702EDD1-C3D3-455D-4192-1055F20EEFCF}"/>
                </a:ext>
              </a:extLst>
            </p:cNvPr>
            <p:cNvSpPr txBox="1"/>
            <p:nvPr/>
          </p:nvSpPr>
          <p:spPr>
            <a:xfrm>
              <a:off x="3018357" y="5245528"/>
              <a:ext cx="443461" cy="1857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0" i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npy7r+</a:t>
              </a:r>
            </a:p>
          </p:txBody>
        </p:sp>
      </p:grpSp>
      <p:grpSp>
        <p:nvGrpSpPr>
          <p:cNvPr id="4859" name="Graphic 1425">
            <a:extLst>
              <a:ext uri="{FF2B5EF4-FFF2-40B4-BE49-F238E27FC236}">
                <a16:creationId xmlns:a16="http://schemas.microsoft.com/office/drawing/2014/main" id="{11426CD2-2C09-481C-F13E-1AB55B48F078}"/>
              </a:ext>
            </a:extLst>
          </p:cNvPr>
          <p:cNvGrpSpPr/>
          <p:nvPr/>
        </p:nvGrpSpPr>
        <p:grpSpPr>
          <a:xfrm>
            <a:off x="3948018" y="4039733"/>
            <a:ext cx="2600284" cy="4357624"/>
            <a:chOff x="3948018" y="4039733"/>
            <a:chExt cx="2600284" cy="4357624"/>
          </a:xfrm>
        </p:grpSpPr>
        <p:sp>
          <p:nvSpPr>
            <p:cNvPr id="4860" name="Rectangle 4859">
              <a:extLst>
                <a:ext uri="{FF2B5EF4-FFF2-40B4-BE49-F238E27FC236}">
                  <a16:creationId xmlns:a16="http://schemas.microsoft.com/office/drawing/2014/main" id="{4E5891D9-204F-2B70-5F3A-153FFD245F1D}"/>
                </a:ext>
              </a:extLst>
            </p:cNvPr>
            <p:cNvSpPr/>
            <p:nvPr/>
          </p:nvSpPr>
          <p:spPr>
            <a:xfrm>
              <a:off x="3948018" y="5265091"/>
              <a:ext cx="1216152" cy="1216152"/>
            </a:xfrm>
            <a:prstGeom prst="rect">
              <a:avLst/>
            </a:prstGeom>
            <a:noFill/>
            <a:ln w="8401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1" name="Rectangle 4860">
              <a:extLst>
                <a:ext uri="{FF2B5EF4-FFF2-40B4-BE49-F238E27FC236}">
                  <a16:creationId xmlns:a16="http://schemas.microsoft.com/office/drawing/2014/main" id="{0A4E70C3-11EA-32D8-8809-18458AE707F3}"/>
                </a:ext>
              </a:extLst>
            </p:cNvPr>
            <p:cNvSpPr/>
            <p:nvPr/>
          </p:nvSpPr>
          <p:spPr>
            <a:xfrm>
              <a:off x="3948018" y="5265091"/>
              <a:ext cx="1216152" cy="1216152"/>
            </a:xfrm>
            <a:prstGeom prst="rect">
              <a:avLst/>
            </a:prstGeom>
            <a:noFill/>
            <a:ln w="0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2" name="Graphic 1425">
              <a:extLst>
                <a:ext uri="{FF2B5EF4-FFF2-40B4-BE49-F238E27FC236}">
                  <a16:creationId xmlns:a16="http://schemas.microsoft.com/office/drawing/2014/main" id="{8DA54C8C-04A2-0268-6A4F-495331C9F1D3}"/>
                </a:ext>
              </a:extLst>
            </p:cNvPr>
            <p:cNvGrpSpPr/>
            <p:nvPr/>
          </p:nvGrpSpPr>
          <p:grpSpPr>
            <a:xfrm>
              <a:off x="3982897" y="4039733"/>
              <a:ext cx="2565405" cy="4357624"/>
              <a:chOff x="3982897" y="4039733"/>
              <a:chExt cx="2565405" cy="4357624"/>
            </a:xfrm>
          </p:grpSpPr>
          <p:sp>
            <p:nvSpPr>
              <p:cNvPr id="4863" name="Oval 4862">
                <a:extLst>
                  <a:ext uri="{FF2B5EF4-FFF2-40B4-BE49-F238E27FC236}">
                    <a16:creationId xmlns:a16="http://schemas.microsoft.com/office/drawing/2014/main" id="{2811B888-3C77-E7B1-084C-0065B932A32C}"/>
                  </a:ext>
                </a:extLst>
              </p:cNvPr>
              <p:cNvSpPr/>
              <p:nvPr/>
            </p:nvSpPr>
            <p:spPr>
              <a:xfrm>
                <a:off x="4491232" y="6284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4" name="Oval 4863">
                <a:extLst>
                  <a:ext uri="{FF2B5EF4-FFF2-40B4-BE49-F238E27FC236}">
                    <a16:creationId xmlns:a16="http://schemas.microsoft.com/office/drawing/2014/main" id="{5BD08639-8EBC-F6C5-36E3-BBBE2D3F3BAF}"/>
                  </a:ext>
                </a:extLst>
              </p:cNvPr>
              <p:cNvSpPr/>
              <p:nvPr/>
            </p:nvSpPr>
            <p:spPr>
              <a:xfrm>
                <a:off x="4295296" y="63437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5" name="Oval 4864">
                <a:extLst>
                  <a:ext uri="{FF2B5EF4-FFF2-40B4-BE49-F238E27FC236}">
                    <a16:creationId xmlns:a16="http://schemas.microsoft.com/office/drawing/2014/main" id="{DF967E95-D8B4-38F5-3149-B9AF16ED7BAF}"/>
                  </a:ext>
                </a:extLst>
              </p:cNvPr>
              <p:cNvSpPr/>
              <p:nvPr/>
            </p:nvSpPr>
            <p:spPr>
              <a:xfrm>
                <a:off x="4274436" y="62512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6" name="Oval 4865">
                <a:extLst>
                  <a:ext uri="{FF2B5EF4-FFF2-40B4-BE49-F238E27FC236}">
                    <a16:creationId xmlns:a16="http://schemas.microsoft.com/office/drawing/2014/main" id="{01079A0F-AE05-722B-AB59-11904E31893E}"/>
                  </a:ext>
                </a:extLst>
              </p:cNvPr>
              <p:cNvSpPr/>
              <p:nvPr/>
            </p:nvSpPr>
            <p:spPr>
              <a:xfrm>
                <a:off x="4296817" y="63845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7" name="Oval 4866">
                <a:extLst>
                  <a:ext uri="{FF2B5EF4-FFF2-40B4-BE49-F238E27FC236}">
                    <a16:creationId xmlns:a16="http://schemas.microsoft.com/office/drawing/2014/main" id="{C806684A-DE48-CAC1-6A2E-F26A2EA832B0}"/>
                  </a:ext>
                </a:extLst>
              </p:cNvPr>
              <p:cNvSpPr/>
              <p:nvPr/>
            </p:nvSpPr>
            <p:spPr>
              <a:xfrm>
                <a:off x="4864523" y="5473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8" name="Oval 4867">
                <a:extLst>
                  <a:ext uri="{FF2B5EF4-FFF2-40B4-BE49-F238E27FC236}">
                    <a16:creationId xmlns:a16="http://schemas.microsoft.com/office/drawing/2014/main" id="{8DCC5984-9779-8DAF-0525-697492EA32D1}"/>
                  </a:ext>
                </a:extLst>
              </p:cNvPr>
              <p:cNvSpPr/>
              <p:nvPr/>
            </p:nvSpPr>
            <p:spPr>
              <a:xfrm>
                <a:off x="4141673" y="61523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69" name="Oval 4868">
                <a:extLst>
                  <a:ext uri="{FF2B5EF4-FFF2-40B4-BE49-F238E27FC236}">
                    <a16:creationId xmlns:a16="http://schemas.microsoft.com/office/drawing/2014/main" id="{2E927E7A-5434-D76F-8F57-321B5DEAA50F}"/>
                  </a:ext>
                </a:extLst>
              </p:cNvPr>
              <p:cNvSpPr/>
              <p:nvPr/>
            </p:nvSpPr>
            <p:spPr>
              <a:xfrm>
                <a:off x="4245637" y="62311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0" name="Oval 4869">
                <a:extLst>
                  <a:ext uri="{FF2B5EF4-FFF2-40B4-BE49-F238E27FC236}">
                    <a16:creationId xmlns:a16="http://schemas.microsoft.com/office/drawing/2014/main" id="{5AF65549-D31A-3629-25C1-0E533BA36AAD}"/>
                  </a:ext>
                </a:extLst>
              </p:cNvPr>
              <p:cNvSpPr/>
              <p:nvPr/>
            </p:nvSpPr>
            <p:spPr>
              <a:xfrm>
                <a:off x="4306276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1" name="Oval 4870">
                <a:extLst>
                  <a:ext uri="{FF2B5EF4-FFF2-40B4-BE49-F238E27FC236}">
                    <a16:creationId xmlns:a16="http://schemas.microsoft.com/office/drawing/2014/main" id="{DE9659F1-7D90-9602-9E4F-469C40379B6F}"/>
                  </a:ext>
                </a:extLst>
              </p:cNvPr>
              <p:cNvSpPr/>
              <p:nvPr/>
            </p:nvSpPr>
            <p:spPr>
              <a:xfrm>
                <a:off x="4040665" y="597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2" name="Oval 4871">
                <a:extLst>
                  <a:ext uri="{FF2B5EF4-FFF2-40B4-BE49-F238E27FC236}">
                    <a16:creationId xmlns:a16="http://schemas.microsoft.com/office/drawing/2014/main" id="{93DED09E-7D5B-392F-C8FA-83450E97D5F6}"/>
                  </a:ext>
                </a:extLst>
              </p:cNvPr>
              <p:cNvSpPr/>
              <p:nvPr/>
            </p:nvSpPr>
            <p:spPr>
              <a:xfrm>
                <a:off x="4194795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3" name="Oval 4872">
                <a:extLst>
                  <a:ext uri="{FF2B5EF4-FFF2-40B4-BE49-F238E27FC236}">
                    <a16:creationId xmlns:a16="http://schemas.microsoft.com/office/drawing/2014/main" id="{5FC091E3-06B1-F2A2-7760-83130CCCEB3A}"/>
                  </a:ext>
                </a:extLst>
              </p:cNvPr>
              <p:cNvSpPr/>
              <p:nvPr/>
            </p:nvSpPr>
            <p:spPr>
              <a:xfrm>
                <a:off x="4272240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4" name="Oval 4873">
                <a:extLst>
                  <a:ext uri="{FF2B5EF4-FFF2-40B4-BE49-F238E27FC236}">
                    <a16:creationId xmlns:a16="http://schemas.microsoft.com/office/drawing/2014/main" id="{7438B99C-AD66-1432-7D97-1EE2E4DDD415}"/>
                  </a:ext>
                </a:extLst>
              </p:cNvPr>
              <p:cNvSpPr/>
              <p:nvPr/>
            </p:nvSpPr>
            <p:spPr>
              <a:xfrm>
                <a:off x="4913338" y="5471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5" name="Oval 4874">
                <a:extLst>
                  <a:ext uri="{FF2B5EF4-FFF2-40B4-BE49-F238E27FC236}">
                    <a16:creationId xmlns:a16="http://schemas.microsoft.com/office/drawing/2014/main" id="{21AD3B7A-40BC-D95F-C312-F24875513B09}"/>
                  </a:ext>
                </a:extLst>
              </p:cNvPr>
              <p:cNvSpPr/>
              <p:nvPr/>
            </p:nvSpPr>
            <p:spPr>
              <a:xfrm>
                <a:off x="4121404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6" name="Oval 4875">
                <a:extLst>
                  <a:ext uri="{FF2B5EF4-FFF2-40B4-BE49-F238E27FC236}">
                    <a16:creationId xmlns:a16="http://schemas.microsoft.com/office/drawing/2014/main" id="{A14ABA50-2501-11B9-6C49-134444544901}"/>
                  </a:ext>
                </a:extLst>
              </p:cNvPr>
              <p:cNvSpPr/>
              <p:nvPr/>
            </p:nvSpPr>
            <p:spPr>
              <a:xfrm>
                <a:off x="4268355" y="6372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7" name="Oval 4876">
                <a:extLst>
                  <a:ext uri="{FF2B5EF4-FFF2-40B4-BE49-F238E27FC236}">
                    <a16:creationId xmlns:a16="http://schemas.microsoft.com/office/drawing/2014/main" id="{925AD343-2F62-D2B0-1E98-B6B9B348DB30}"/>
                  </a:ext>
                </a:extLst>
              </p:cNvPr>
              <p:cNvSpPr/>
              <p:nvPr/>
            </p:nvSpPr>
            <p:spPr>
              <a:xfrm>
                <a:off x="4457028" y="601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8" name="Oval 4877">
                <a:extLst>
                  <a:ext uri="{FF2B5EF4-FFF2-40B4-BE49-F238E27FC236}">
                    <a16:creationId xmlns:a16="http://schemas.microsoft.com/office/drawing/2014/main" id="{BACBE7DF-13D4-A95F-86A3-825B69D09327}"/>
                  </a:ext>
                </a:extLst>
              </p:cNvPr>
              <p:cNvSpPr/>
              <p:nvPr/>
            </p:nvSpPr>
            <p:spPr>
              <a:xfrm>
                <a:off x="4481013" y="61652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79" name="Oval 4878">
                <a:extLst>
                  <a:ext uri="{FF2B5EF4-FFF2-40B4-BE49-F238E27FC236}">
                    <a16:creationId xmlns:a16="http://schemas.microsoft.com/office/drawing/2014/main" id="{4EC71021-39C6-1AB5-2609-863AC8B9F577}"/>
                  </a:ext>
                </a:extLst>
              </p:cNvPr>
              <p:cNvSpPr/>
              <p:nvPr/>
            </p:nvSpPr>
            <p:spPr>
              <a:xfrm>
                <a:off x="4008741" y="6001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0" name="Oval 4879">
                <a:extLst>
                  <a:ext uri="{FF2B5EF4-FFF2-40B4-BE49-F238E27FC236}">
                    <a16:creationId xmlns:a16="http://schemas.microsoft.com/office/drawing/2014/main" id="{08B533BC-F9A6-503D-C4CE-F4D21AB6A42C}"/>
                  </a:ext>
                </a:extLst>
              </p:cNvPr>
              <p:cNvSpPr/>
              <p:nvPr/>
            </p:nvSpPr>
            <p:spPr>
              <a:xfrm>
                <a:off x="4366661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1" name="Oval 4880">
                <a:extLst>
                  <a:ext uri="{FF2B5EF4-FFF2-40B4-BE49-F238E27FC236}">
                    <a16:creationId xmlns:a16="http://schemas.microsoft.com/office/drawing/2014/main" id="{DC841E95-1389-91DA-7DA6-8D961BAF3603}"/>
                  </a:ext>
                </a:extLst>
              </p:cNvPr>
              <p:cNvSpPr/>
              <p:nvPr/>
            </p:nvSpPr>
            <p:spPr>
              <a:xfrm>
                <a:off x="4911987" y="5476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2" name="Oval 4881">
                <a:extLst>
                  <a:ext uri="{FF2B5EF4-FFF2-40B4-BE49-F238E27FC236}">
                    <a16:creationId xmlns:a16="http://schemas.microsoft.com/office/drawing/2014/main" id="{B0028E2D-390A-F842-F947-18F0683488D2}"/>
                  </a:ext>
                </a:extLst>
              </p:cNvPr>
              <p:cNvSpPr/>
              <p:nvPr/>
            </p:nvSpPr>
            <p:spPr>
              <a:xfrm>
                <a:off x="4897883" y="550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3" name="Oval 4882">
                <a:extLst>
                  <a:ext uri="{FF2B5EF4-FFF2-40B4-BE49-F238E27FC236}">
                    <a16:creationId xmlns:a16="http://schemas.microsoft.com/office/drawing/2014/main" id="{2486D20B-3B66-B02F-31B2-A3A474AD7782}"/>
                  </a:ext>
                </a:extLst>
              </p:cNvPr>
              <p:cNvSpPr/>
              <p:nvPr/>
            </p:nvSpPr>
            <p:spPr>
              <a:xfrm>
                <a:off x="4022676" y="598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4" name="Oval 4883">
                <a:extLst>
                  <a:ext uri="{FF2B5EF4-FFF2-40B4-BE49-F238E27FC236}">
                    <a16:creationId xmlns:a16="http://schemas.microsoft.com/office/drawing/2014/main" id="{E28910CF-2581-C28F-124D-68095BE09977}"/>
                  </a:ext>
                </a:extLst>
              </p:cNvPr>
              <p:cNvSpPr/>
              <p:nvPr/>
            </p:nvSpPr>
            <p:spPr>
              <a:xfrm>
                <a:off x="4012879" y="60007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5" name="Oval 4884">
                <a:extLst>
                  <a:ext uri="{FF2B5EF4-FFF2-40B4-BE49-F238E27FC236}">
                    <a16:creationId xmlns:a16="http://schemas.microsoft.com/office/drawing/2014/main" id="{0555FECB-D233-A554-2FBB-9D558A083FD6}"/>
                  </a:ext>
                </a:extLst>
              </p:cNvPr>
              <p:cNvSpPr/>
              <p:nvPr/>
            </p:nvSpPr>
            <p:spPr>
              <a:xfrm>
                <a:off x="4191248" y="606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6" name="Oval 4885">
                <a:extLst>
                  <a:ext uri="{FF2B5EF4-FFF2-40B4-BE49-F238E27FC236}">
                    <a16:creationId xmlns:a16="http://schemas.microsoft.com/office/drawing/2014/main" id="{2CD54597-9499-DC5A-7D19-61AC53A86B78}"/>
                  </a:ext>
                </a:extLst>
              </p:cNvPr>
              <p:cNvSpPr/>
              <p:nvPr/>
            </p:nvSpPr>
            <p:spPr>
              <a:xfrm>
                <a:off x="4450102" y="6309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7" name="Oval 4886">
                <a:extLst>
                  <a:ext uri="{FF2B5EF4-FFF2-40B4-BE49-F238E27FC236}">
                    <a16:creationId xmlns:a16="http://schemas.microsoft.com/office/drawing/2014/main" id="{B632824A-2835-F0F8-7EE9-0500E2D33FA5}"/>
                  </a:ext>
                </a:extLst>
              </p:cNvPr>
              <p:cNvSpPr/>
              <p:nvPr/>
            </p:nvSpPr>
            <p:spPr>
              <a:xfrm>
                <a:off x="4246566" y="6291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8" name="Oval 4887">
                <a:extLst>
                  <a:ext uri="{FF2B5EF4-FFF2-40B4-BE49-F238E27FC236}">
                    <a16:creationId xmlns:a16="http://schemas.microsoft.com/office/drawing/2014/main" id="{74D79810-270A-C75E-27E1-4F9A2B1273F1}"/>
                  </a:ext>
                </a:extLst>
              </p:cNvPr>
              <p:cNvSpPr/>
              <p:nvPr/>
            </p:nvSpPr>
            <p:spPr>
              <a:xfrm>
                <a:off x="4401963" y="62587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9" name="Oval 4888">
                <a:extLst>
                  <a:ext uri="{FF2B5EF4-FFF2-40B4-BE49-F238E27FC236}">
                    <a16:creationId xmlns:a16="http://schemas.microsoft.com/office/drawing/2014/main" id="{FFEF3F99-DD60-7BA6-0A8E-97A8AE523F2E}"/>
                  </a:ext>
                </a:extLst>
              </p:cNvPr>
              <p:cNvSpPr/>
              <p:nvPr/>
            </p:nvSpPr>
            <p:spPr>
              <a:xfrm>
                <a:off x="4120981" y="6195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0" name="Oval 4889">
                <a:extLst>
                  <a:ext uri="{FF2B5EF4-FFF2-40B4-BE49-F238E27FC236}">
                    <a16:creationId xmlns:a16="http://schemas.microsoft.com/office/drawing/2014/main" id="{989ACE39-FDB6-7C88-59DF-8A98D339C805}"/>
                  </a:ext>
                </a:extLst>
              </p:cNvPr>
              <p:cNvSpPr/>
              <p:nvPr/>
            </p:nvSpPr>
            <p:spPr>
              <a:xfrm>
                <a:off x="4964180" y="5736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1" name="Oval 4890">
                <a:extLst>
                  <a:ext uri="{FF2B5EF4-FFF2-40B4-BE49-F238E27FC236}">
                    <a16:creationId xmlns:a16="http://schemas.microsoft.com/office/drawing/2014/main" id="{28A06055-873C-DDD7-7499-F9824C83F0DF}"/>
                  </a:ext>
                </a:extLst>
              </p:cNvPr>
              <p:cNvSpPr/>
              <p:nvPr/>
            </p:nvSpPr>
            <p:spPr>
              <a:xfrm>
                <a:off x="4127400" y="6208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2" name="Oval 4891">
                <a:extLst>
                  <a:ext uri="{FF2B5EF4-FFF2-40B4-BE49-F238E27FC236}">
                    <a16:creationId xmlns:a16="http://schemas.microsoft.com/office/drawing/2014/main" id="{E94B2D76-4104-1A4C-9B7D-1B2456C5BE46}"/>
                  </a:ext>
                </a:extLst>
              </p:cNvPr>
              <p:cNvSpPr/>
              <p:nvPr/>
            </p:nvSpPr>
            <p:spPr>
              <a:xfrm>
                <a:off x="4198342" y="6300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3" name="Oval 4892">
                <a:extLst>
                  <a:ext uri="{FF2B5EF4-FFF2-40B4-BE49-F238E27FC236}">
                    <a16:creationId xmlns:a16="http://schemas.microsoft.com/office/drawing/2014/main" id="{AEDF200C-453F-B25A-A183-19F086F93529}"/>
                  </a:ext>
                </a:extLst>
              </p:cNvPr>
              <p:cNvSpPr/>
              <p:nvPr/>
            </p:nvSpPr>
            <p:spPr>
              <a:xfrm>
                <a:off x="4036611" y="5996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4" name="Oval 4893">
                <a:extLst>
                  <a:ext uri="{FF2B5EF4-FFF2-40B4-BE49-F238E27FC236}">
                    <a16:creationId xmlns:a16="http://schemas.microsoft.com/office/drawing/2014/main" id="{0CED0AF0-EC01-0A28-B2A2-DF371F8F7C8F}"/>
                  </a:ext>
                </a:extLst>
              </p:cNvPr>
              <p:cNvSpPr/>
              <p:nvPr/>
            </p:nvSpPr>
            <p:spPr>
              <a:xfrm>
                <a:off x="4012626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5" name="Oval 4894">
                <a:extLst>
                  <a:ext uri="{FF2B5EF4-FFF2-40B4-BE49-F238E27FC236}">
                    <a16:creationId xmlns:a16="http://schemas.microsoft.com/office/drawing/2014/main" id="{D7389606-F315-2B81-5209-64BC90E3D42A}"/>
                  </a:ext>
                </a:extLst>
              </p:cNvPr>
              <p:cNvSpPr/>
              <p:nvPr/>
            </p:nvSpPr>
            <p:spPr>
              <a:xfrm>
                <a:off x="4240147" y="63912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6" name="Oval 4895">
                <a:extLst>
                  <a:ext uri="{FF2B5EF4-FFF2-40B4-BE49-F238E27FC236}">
                    <a16:creationId xmlns:a16="http://schemas.microsoft.com/office/drawing/2014/main" id="{27E15FF0-08C8-DF5B-5F8E-8710EF3B727E}"/>
                  </a:ext>
                </a:extLst>
              </p:cNvPr>
              <p:cNvSpPr/>
              <p:nvPr/>
            </p:nvSpPr>
            <p:spPr>
              <a:xfrm>
                <a:off x="4377133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7" name="Oval 4896">
                <a:extLst>
                  <a:ext uri="{FF2B5EF4-FFF2-40B4-BE49-F238E27FC236}">
                    <a16:creationId xmlns:a16="http://schemas.microsoft.com/office/drawing/2014/main" id="{64FEB6D5-9FF2-4BA3-B0F0-F5B5CBACB863}"/>
                  </a:ext>
                </a:extLst>
              </p:cNvPr>
              <p:cNvSpPr/>
              <p:nvPr/>
            </p:nvSpPr>
            <p:spPr>
              <a:xfrm>
                <a:off x="4361594" y="6353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8" name="Oval 4897">
                <a:extLst>
                  <a:ext uri="{FF2B5EF4-FFF2-40B4-BE49-F238E27FC236}">
                    <a16:creationId xmlns:a16="http://schemas.microsoft.com/office/drawing/2014/main" id="{A8BEF17D-3D77-3B05-1498-31B91570BE92}"/>
                  </a:ext>
                </a:extLst>
              </p:cNvPr>
              <p:cNvSpPr/>
              <p:nvPr/>
            </p:nvSpPr>
            <p:spPr>
              <a:xfrm>
                <a:off x="4154172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9" name="Oval 4898">
                <a:extLst>
                  <a:ext uri="{FF2B5EF4-FFF2-40B4-BE49-F238E27FC236}">
                    <a16:creationId xmlns:a16="http://schemas.microsoft.com/office/drawing/2014/main" id="{EA3DBA9F-CF7F-958E-554B-6B12576042A0}"/>
                  </a:ext>
                </a:extLst>
              </p:cNvPr>
              <p:cNvSpPr/>
              <p:nvPr/>
            </p:nvSpPr>
            <p:spPr>
              <a:xfrm>
                <a:off x="4942897" y="56534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0" name="Oval 4899">
                <a:extLst>
                  <a:ext uri="{FF2B5EF4-FFF2-40B4-BE49-F238E27FC236}">
                    <a16:creationId xmlns:a16="http://schemas.microsoft.com/office/drawing/2014/main" id="{BAFCC1FC-98E8-34C1-8630-CE641C515002}"/>
                  </a:ext>
                </a:extLst>
              </p:cNvPr>
              <p:cNvSpPr/>
              <p:nvPr/>
            </p:nvSpPr>
            <p:spPr>
              <a:xfrm>
                <a:off x="4814864" y="561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1" name="Oval 4900">
                <a:extLst>
                  <a:ext uri="{FF2B5EF4-FFF2-40B4-BE49-F238E27FC236}">
                    <a16:creationId xmlns:a16="http://schemas.microsoft.com/office/drawing/2014/main" id="{450022C8-512B-A0D3-14C0-919D361E7A00}"/>
                  </a:ext>
                </a:extLst>
              </p:cNvPr>
              <p:cNvSpPr/>
              <p:nvPr/>
            </p:nvSpPr>
            <p:spPr>
              <a:xfrm>
                <a:off x="4344111" y="630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2" name="Oval 4901">
                <a:extLst>
                  <a:ext uri="{FF2B5EF4-FFF2-40B4-BE49-F238E27FC236}">
                    <a16:creationId xmlns:a16="http://schemas.microsoft.com/office/drawing/2014/main" id="{38D2E744-6762-BAB8-BB8F-430DFFE61154}"/>
                  </a:ext>
                </a:extLst>
              </p:cNvPr>
              <p:cNvSpPr/>
              <p:nvPr/>
            </p:nvSpPr>
            <p:spPr>
              <a:xfrm>
                <a:off x="4866972" y="5816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3" name="Oval 4902">
                <a:extLst>
                  <a:ext uri="{FF2B5EF4-FFF2-40B4-BE49-F238E27FC236}">
                    <a16:creationId xmlns:a16="http://schemas.microsoft.com/office/drawing/2014/main" id="{C4BA3A09-4F8C-4563-F273-5C0FD59DEBF7}"/>
                  </a:ext>
                </a:extLst>
              </p:cNvPr>
              <p:cNvSpPr/>
              <p:nvPr/>
            </p:nvSpPr>
            <p:spPr>
              <a:xfrm>
                <a:off x="4144038" y="6159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4" name="Oval 4903">
                <a:extLst>
                  <a:ext uri="{FF2B5EF4-FFF2-40B4-BE49-F238E27FC236}">
                    <a16:creationId xmlns:a16="http://schemas.microsoft.com/office/drawing/2014/main" id="{A0674808-0319-1B25-C69F-0463E65B86BE}"/>
                  </a:ext>
                </a:extLst>
              </p:cNvPr>
              <p:cNvSpPr/>
              <p:nvPr/>
            </p:nvSpPr>
            <p:spPr>
              <a:xfrm>
                <a:off x="4152568" y="6099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5" name="Oval 4904">
                <a:extLst>
                  <a:ext uri="{FF2B5EF4-FFF2-40B4-BE49-F238E27FC236}">
                    <a16:creationId xmlns:a16="http://schemas.microsoft.com/office/drawing/2014/main" id="{C4755930-DFFD-F740-AEB6-7D3E218CA6DF}"/>
                  </a:ext>
                </a:extLst>
              </p:cNvPr>
              <p:cNvSpPr/>
              <p:nvPr/>
            </p:nvSpPr>
            <p:spPr>
              <a:xfrm>
                <a:off x="4498411" y="55535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6" name="Oval 4905">
                <a:extLst>
                  <a:ext uri="{FF2B5EF4-FFF2-40B4-BE49-F238E27FC236}">
                    <a16:creationId xmlns:a16="http://schemas.microsoft.com/office/drawing/2014/main" id="{98DBE0C4-591C-2FF2-9B1B-D33022C65470}"/>
                  </a:ext>
                </a:extLst>
              </p:cNvPr>
              <p:cNvSpPr/>
              <p:nvPr/>
            </p:nvSpPr>
            <p:spPr>
              <a:xfrm>
                <a:off x="4389802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7" name="Oval 4906">
                <a:extLst>
                  <a:ext uri="{FF2B5EF4-FFF2-40B4-BE49-F238E27FC236}">
                    <a16:creationId xmlns:a16="http://schemas.microsoft.com/office/drawing/2014/main" id="{C6220CA0-F935-62DB-4524-75B0C9C52D2B}"/>
                  </a:ext>
                </a:extLst>
              </p:cNvPr>
              <p:cNvSpPr/>
              <p:nvPr/>
            </p:nvSpPr>
            <p:spPr>
              <a:xfrm>
                <a:off x="4236262" y="62007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8" name="Oval 4907">
                <a:extLst>
                  <a:ext uri="{FF2B5EF4-FFF2-40B4-BE49-F238E27FC236}">
                    <a16:creationId xmlns:a16="http://schemas.microsoft.com/office/drawing/2014/main" id="{0E183A5B-8392-2C75-B23E-60FE7FBEEFA3}"/>
                  </a:ext>
                </a:extLst>
              </p:cNvPr>
              <p:cNvSpPr/>
              <p:nvPr/>
            </p:nvSpPr>
            <p:spPr>
              <a:xfrm>
                <a:off x="4186434" y="606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09" name="Oval 4908">
                <a:extLst>
                  <a:ext uri="{FF2B5EF4-FFF2-40B4-BE49-F238E27FC236}">
                    <a16:creationId xmlns:a16="http://schemas.microsoft.com/office/drawing/2014/main" id="{0D7443C4-3689-1677-9541-3B23F10F38C6}"/>
                  </a:ext>
                </a:extLst>
              </p:cNvPr>
              <p:cNvSpPr/>
              <p:nvPr/>
            </p:nvSpPr>
            <p:spPr>
              <a:xfrm>
                <a:off x="4417418" y="632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0" name="Oval 4909">
                <a:extLst>
                  <a:ext uri="{FF2B5EF4-FFF2-40B4-BE49-F238E27FC236}">
                    <a16:creationId xmlns:a16="http://schemas.microsoft.com/office/drawing/2014/main" id="{0790398A-BD57-C27F-B60B-ECCFD7A0727E}"/>
                  </a:ext>
                </a:extLst>
              </p:cNvPr>
              <p:cNvSpPr/>
              <p:nvPr/>
            </p:nvSpPr>
            <p:spPr>
              <a:xfrm>
                <a:off x="4908693" y="5671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1" name="Oval 4910">
                <a:extLst>
                  <a:ext uri="{FF2B5EF4-FFF2-40B4-BE49-F238E27FC236}">
                    <a16:creationId xmlns:a16="http://schemas.microsoft.com/office/drawing/2014/main" id="{1BFE3EEC-4E61-1F02-F2C8-7E3F6F0BC6D0}"/>
                  </a:ext>
                </a:extLst>
              </p:cNvPr>
              <p:cNvSpPr/>
              <p:nvPr/>
            </p:nvSpPr>
            <p:spPr>
              <a:xfrm>
                <a:off x="3997086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2" name="Oval 4911">
                <a:extLst>
                  <a:ext uri="{FF2B5EF4-FFF2-40B4-BE49-F238E27FC236}">
                    <a16:creationId xmlns:a16="http://schemas.microsoft.com/office/drawing/2014/main" id="{F2AFA3B8-3D45-28DB-B228-9499DFF4B06E}"/>
                  </a:ext>
                </a:extLst>
              </p:cNvPr>
              <p:cNvSpPr/>
              <p:nvPr/>
            </p:nvSpPr>
            <p:spPr>
              <a:xfrm>
                <a:off x="4170219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3" name="Oval 4912">
                <a:extLst>
                  <a:ext uri="{FF2B5EF4-FFF2-40B4-BE49-F238E27FC236}">
                    <a16:creationId xmlns:a16="http://schemas.microsoft.com/office/drawing/2014/main" id="{3E3B6012-2EA0-DA27-36CD-A2020A3BA46E}"/>
                  </a:ext>
                </a:extLst>
              </p:cNvPr>
              <p:cNvSpPr/>
              <p:nvPr/>
            </p:nvSpPr>
            <p:spPr>
              <a:xfrm>
                <a:off x="4212193" y="63121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4" name="Oval 4913">
                <a:extLst>
                  <a:ext uri="{FF2B5EF4-FFF2-40B4-BE49-F238E27FC236}">
                    <a16:creationId xmlns:a16="http://schemas.microsoft.com/office/drawing/2014/main" id="{81A7C4C8-95B5-5DFA-D2B4-70D8AD87BC8B}"/>
                  </a:ext>
                </a:extLst>
              </p:cNvPr>
              <p:cNvSpPr/>
              <p:nvPr/>
            </p:nvSpPr>
            <p:spPr>
              <a:xfrm>
                <a:off x="4137957" y="60931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5" name="Oval 4914">
                <a:extLst>
                  <a:ext uri="{FF2B5EF4-FFF2-40B4-BE49-F238E27FC236}">
                    <a16:creationId xmlns:a16="http://schemas.microsoft.com/office/drawing/2014/main" id="{087318F3-B7DD-873D-3BD7-469329BB64F1}"/>
                  </a:ext>
                </a:extLst>
              </p:cNvPr>
              <p:cNvSpPr/>
              <p:nvPr/>
            </p:nvSpPr>
            <p:spPr>
              <a:xfrm>
                <a:off x="4101557" y="4039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6" name="Oval 4915">
                <a:extLst>
                  <a:ext uri="{FF2B5EF4-FFF2-40B4-BE49-F238E27FC236}">
                    <a16:creationId xmlns:a16="http://schemas.microsoft.com/office/drawing/2014/main" id="{B19476DD-6992-793F-6C7D-515E8D32A3BF}"/>
                  </a:ext>
                </a:extLst>
              </p:cNvPr>
              <p:cNvSpPr/>
              <p:nvPr/>
            </p:nvSpPr>
            <p:spPr>
              <a:xfrm>
                <a:off x="4538865" y="5124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7" name="Oval 4916">
                <a:extLst>
                  <a:ext uri="{FF2B5EF4-FFF2-40B4-BE49-F238E27FC236}">
                    <a16:creationId xmlns:a16="http://schemas.microsoft.com/office/drawing/2014/main" id="{9C483794-8A0E-14FA-CBC9-846C56818D13}"/>
                  </a:ext>
                </a:extLst>
              </p:cNvPr>
              <p:cNvSpPr/>
              <p:nvPr/>
            </p:nvSpPr>
            <p:spPr>
              <a:xfrm>
                <a:off x="4947542" y="5495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8" name="Oval 4917">
                <a:extLst>
                  <a:ext uri="{FF2B5EF4-FFF2-40B4-BE49-F238E27FC236}">
                    <a16:creationId xmlns:a16="http://schemas.microsoft.com/office/drawing/2014/main" id="{1DAF9901-BFDB-3243-9C5F-20D07836F89D}"/>
                  </a:ext>
                </a:extLst>
              </p:cNvPr>
              <p:cNvSpPr/>
              <p:nvPr/>
            </p:nvSpPr>
            <p:spPr>
              <a:xfrm>
                <a:off x="4305853" y="60726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19" name="Oval 4918">
                <a:extLst>
                  <a:ext uri="{FF2B5EF4-FFF2-40B4-BE49-F238E27FC236}">
                    <a16:creationId xmlns:a16="http://schemas.microsoft.com/office/drawing/2014/main" id="{CC5EE5A8-7A53-FD1C-32B2-FB21A58CD089}"/>
                  </a:ext>
                </a:extLst>
              </p:cNvPr>
              <p:cNvSpPr/>
              <p:nvPr/>
            </p:nvSpPr>
            <p:spPr>
              <a:xfrm>
                <a:off x="4389717" y="63275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0" name="Oval 4919">
                <a:extLst>
                  <a:ext uri="{FF2B5EF4-FFF2-40B4-BE49-F238E27FC236}">
                    <a16:creationId xmlns:a16="http://schemas.microsoft.com/office/drawing/2014/main" id="{B473F597-87BE-C03E-E2E8-7E5313D53895}"/>
                  </a:ext>
                </a:extLst>
              </p:cNvPr>
              <p:cNvSpPr/>
              <p:nvPr/>
            </p:nvSpPr>
            <p:spPr>
              <a:xfrm>
                <a:off x="4432874" y="6270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1" name="Oval 4920">
                <a:extLst>
                  <a:ext uri="{FF2B5EF4-FFF2-40B4-BE49-F238E27FC236}">
                    <a16:creationId xmlns:a16="http://schemas.microsoft.com/office/drawing/2014/main" id="{B8AA8BF5-2EEC-2D24-64B0-16C75C18B541}"/>
                  </a:ext>
                </a:extLst>
              </p:cNvPr>
              <p:cNvSpPr/>
              <p:nvPr/>
            </p:nvSpPr>
            <p:spPr>
              <a:xfrm>
                <a:off x="4312187" y="60139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2" name="Oval 4921">
                <a:extLst>
                  <a:ext uri="{FF2B5EF4-FFF2-40B4-BE49-F238E27FC236}">
                    <a16:creationId xmlns:a16="http://schemas.microsoft.com/office/drawing/2014/main" id="{2270BCAA-BB7A-9C67-45E5-CE9608173FEB}"/>
                  </a:ext>
                </a:extLst>
              </p:cNvPr>
              <p:cNvSpPr/>
              <p:nvPr/>
            </p:nvSpPr>
            <p:spPr>
              <a:xfrm>
                <a:off x="4200200" y="6078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3" name="Oval 4922">
                <a:extLst>
                  <a:ext uri="{FF2B5EF4-FFF2-40B4-BE49-F238E27FC236}">
                    <a16:creationId xmlns:a16="http://schemas.microsoft.com/office/drawing/2014/main" id="{6DF05566-6B99-450B-48D1-C493E688A560}"/>
                  </a:ext>
                </a:extLst>
              </p:cNvPr>
              <p:cNvSpPr/>
              <p:nvPr/>
            </p:nvSpPr>
            <p:spPr>
              <a:xfrm>
                <a:off x="4938928" y="54921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4" name="Oval 4923">
                <a:extLst>
                  <a:ext uri="{FF2B5EF4-FFF2-40B4-BE49-F238E27FC236}">
                    <a16:creationId xmlns:a16="http://schemas.microsoft.com/office/drawing/2014/main" id="{4955EE95-3970-C2CA-98B7-6340865A988D}"/>
                  </a:ext>
                </a:extLst>
              </p:cNvPr>
              <p:cNvSpPr/>
              <p:nvPr/>
            </p:nvSpPr>
            <p:spPr>
              <a:xfrm>
                <a:off x="4131031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5" name="Oval 4924">
                <a:extLst>
                  <a:ext uri="{FF2B5EF4-FFF2-40B4-BE49-F238E27FC236}">
                    <a16:creationId xmlns:a16="http://schemas.microsoft.com/office/drawing/2014/main" id="{6F91E302-2D1F-ED91-11EF-2600941F98A1}"/>
                  </a:ext>
                </a:extLst>
              </p:cNvPr>
              <p:cNvSpPr/>
              <p:nvPr/>
            </p:nvSpPr>
            <p:spPr>
              <a:xfrm>
                <a:off x="4921277" y="548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6" name="Oval 4925">
                <a:extLst>
                  <a:ext uri="{FF2B5EF4-FFF2-40B4-BE49-F238E27FC236}">
                    <a16:creationId xmlns:a16="http://schemas.microsoft.com/office/drawing/2014/main" id="{ACF40C63-55D2-6211-CC7C-38271BB14C57}"/>
                  </a:ext>
                </a:extLst>
              </p:cNvPr>
              <p:cNvSpPr/>
              <p:nvPr/>
            </p:nvSpPr>
            <p:spPr>
              <a:xfrm>
                <a:off x="4845183" y="56220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7" name="Oval 4926">
                <a:extLst>
                  <a:ext uri="{FF2B5EF4-FFF2-40B4-BE49-F238E27FC236}">
                    <a16:creationId xmlns:a16="http://schemas.microsoft.com/office/drawing/2014/main" id="{EE5D1CEB-DE15-9F1C-3077-616162F4ACF4}"/>
                  </a:ext>
                </a:extLst>
              </p:cNvPr>
              <p:cNvSpPr/>
              <p:nvPr/>
            </p:nvSpPr>
            <p:spPr>
              <a:xfrm>
                <a:off x="4234067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8" name="Oval 4927">
                <a:extLst>
                  <a:ext uri="{FF2B5EF4-FFF2-40B4-BE49-F238E27FC236}">
                    <a16:creationId xmlns:a16="http://schemas.microsoft.com/office/drawing/2014/main" id="{8CF48E63-679E-84DE-6E8A-11E731B2036F}"/>
                  </a:ext>
                </a:extLst>
              </p:cNvPr>
              <p:cNvSpPr/>
              <p:nvPr/>
            </p:nvSpPr>
            <p:spPr>
              <a:xfrm>
                <a:off x="4256785" y="62076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29" name="Oval 4928">
                <a:extLst>
                  <a:ext uri="{FF2B5EF4-FFF2-40B4-BE49-F238E27FC236}">
                    <a16:creationId xmlns:a16="http://schemas.microsoft.com/office/drawing/2014/main" id="{5EF9FDEE-C7FB-F9C0-DED6-EA1CAA25A645}"/>
                  </a:ext>
                </a:extLst>
              </p:cNvPr>
              <p:cNvSpPr/>
              <p:nvPr/>
            </p:nvSpPr>
            <p:spPr>
              <a:xfrm>
                <a:off x="4467922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0" name="Oval 4929">
                <a:extLst>
                  <a:ext uri="{FF2B5EF4-FFF2-40B4-BE49-F238E27FC236}">
                    <a16:creationId xmlns:a16="http://schemas.microsoft.com/office/drawing/2014/main" id="{BB33746D-F91F-1767-25E7-27E3B381C00F}"/>
                  </a:ext>
                </a:extLst>
              </p:cNvPr>
              <p:cNvSpPr/>
              <p:nvPr/>
            </p:nvSpPr>
            <p:spPr>
              <a:xfrm>
                <a:off x="4383299" y="62727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1" name="Oval 4930">
                <a:extLst>
                  <a:ext uri="{FF2B5EF4-FFF2-40B4-BE49-F238E27FC236}">
                    <a16:creationId xmlns:a16="http://schemas.microsoft.com/office/drawing/2014/main" id="{C7763D52-12F5-A152-DEF8-FD62406FF2F0}"/>
                  </a:ext>
                </a:extLst>
              </p:cNvPr>
              <p:cNvSpPr/>
              <p:nvPr/>
            </p:nvSpPr>
            <p:spPr>
              <a:xfrm>
                <a:off x="4742401" y="6093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2" name="Oval 4931">
                <a:extLst>
                  <a:ext uri="{FF2B5EF4-FFF2-40B4-BE49-F238E27FC236}">
                    <a16:creationId xmlns:a16="http://schemas.microsoft.com/office/drawing/2014/main" id="{A1DADFB8-C8B4-2D7C-1F53-4798B29C7270}"/>
                  </a:ext>
                </a:extLst>
              </p:cNvPr>
              <p:cNvSpPr/>
              <p:nvPr/>
            </p:nvSpPr>
            <p:spPr>
              <a:xfrm>
                <a:off x="4585737" y="638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3" name="Oval 4932">
                <a:extLst>
                  <a:ext uri="{FF2B5EF4-FFF2-40B4-BE49-F238E27FC236}">
                    <a16:creationId xmlns:a16="http://schemas.microsoft.com/office/drawing/2014/main" id="{37C5EC5A-5A51-9C44-850A-0439AED6DB46}"/>
                  </a:ext>
                </a:extLst>
              </p:cNvPr>
              <p:cNvSpPr/>
              <p:nvPr/>
            </p:nvSpPr>
            <p:spPr>
              <a:xfrm>
                <a:off x="4186265" y="6064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4" name="Oval 4933">
                <a:extLst>
                  <a:ext uri="{FF2B5EF4-FFF2-40B4-BE49-F238E27FC236}">
                    <a16:creationId xmlns:a16="http://schemas.microsoft.com/office/drawing/2014/main" id="{0D05BF2F-9833-A013-8394-91052A8F335E}"/>
                  </a:ext>
                </a:extLst>
              </p:cNvPr>
              <p:cNvSpPr/>
              <p:nvPr/>
            </p:nvSpPr>
            <p:spPr>
              <a:xfrm>
                <a:off x="4900839" y="547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5" name="Oval 4934">
                <a:extLst>
                  <a:ext uri="{FF2B5EF4-FFF2-40B4-BE49-F238E27FC236}">
                    <a16:creationId xmlns:a16="http://schemas.microsoft.com/office/drawing/2014/main" id="{B242ED95-ED35-8F69-39CC-5BB4ABF63F71}"/>
                  </a:ext>
                </a:extLst>
              </p:cNvPr>
              <p:cNvSpPr/>
              <p:nvPr/>
            </p:nvSpPr>
            <p:spPr>
              <a:xfrm>
                <a:off x="4344872" y="625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6" name="Oval 4935">
                <a:extLst>
                  <a:ext uri="{FF2B5EF4-FFF2-40B4-BE49-F238E27FC236}">
                    <a16:creationId xmlns:a16="http://schemas.microsoft.com/office/drawing/2014/main" id="{77CA497B-4247-A774-7F16-EAC11C7B3596}"/>
                  </a:ext>
                </a:extLst>
              </p:cNvPr>
              <p:cNvSpPr/>
              <p:nvPr/>
            </p:nvSpPr>
            <p:spPr>
              <a:xfrm>
                <a:off x="4203409" y="6052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7" name="Oval 4936">
                <a:extLst>
                  <a:ext uri="{FF2B5EF4-FFF2-40B4-BE49-F238E27FC236}">
                    <a16:creationId xmlns:a16="http://schemas.microsoft.com/office/drawing/2014/main" id="{75E5158B-FC56-EF92-B9E6-5A1616E5F481}"/>
                  </a:ext>
                </a:extLst>
              </p:cNvPr>
              <p:cNvSpPr/>
              <p:nvPr/>
            </p:nvSpPr>
            <p:spPr>
              <a:xfrm>
                <a:off x="4890789" y="5621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8" name="Oval 4937">
                <a:extLst>
                  <a:ext uri="{FF2B5EF4-FFF2-40B4-BE49-F238E27FC236}">
                    <a16:creationId xmlns:a16="http://schemas.microsoft.com/office/drawing/2014/main" id="{48CF3B82-92A2-4057-49D9-2D60051095B1}"/>
                  </a:ext>
                </a:extLst>
              </p:cNvPr>
              <p:cNvSpPr/>
              <p:nvPr/>
            </p:nvSpPr>
            <p:spPr>
              <a:xfrm>
                <a:off x="4296732" y="62577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39" name="Oval 4938">
                <a:extLst>
                  <a:ext uri="{FF2B5EF4-FFF2-40B4-BE49-F238E27FC236}">
                    <a16:creationId xmlns:a16="http://schemas.microsoft.com/office/drawing/2014/main" id="{BC1B8207-9311-DD4F-6CED-EDF8A4055941}"/>
                  </a:ext>
                </a:extLst>
              </p:cNvPr>
              <p:cNvSpPr/>
              <p:nvPr/>
            </p:nvSpPr>
            <p:spPr>
              <a:xfrm>
                <a:off x="4004687" y="599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0" name="Oval 4939">
                <a:extLst>
                  <a:ext uri="{FF2B5EF4-FFF2-40B4-BE49-F238E27FC236}">
                    <a16:creationId xmlns:a16="http://schemas.microsoft.com/office/drawing/2014/main" id="{2DC543B1-75C5-7FBA-F528-EA0EA2DC893C}"/>
                  </a:ext>
                </a:extLst>
              </p:cNvPr>
              <p:cNvSpPr/>
              <p:nvPr/>
            </p:nvSpPr>
            <p:spPr>
              <a:xfrm>
                <a:off x="4253322" y="6374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1" name="Oval 4940">
                <a:extLst>
                  <a:ext uri="{FF2B5EF4-FFF2-40B4-BE49-F238E27FC236}">
                    <a16:creationId xmlns:a16="http://schemas.microsoft.com/office/drawing/2014/main" id="{767C5DBA-1241-7E0C-4719-043D4ED4EC74}"/>
                  </a:ext>
                </a:extLst>
              </p:cNvPr>
              <p:cNvSpPr/>
              <p:nvPr/>
            </p:nvSpPr>
            <p:spPr>
              <a:xfrm>
                <a:off x="4137535" y="61295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2" name="Oval 4941">
                <a:extLst>
                  <a:ext uri="{FF2B5EF4-FFF2-40B4-BE49-F238E27FC236}">
                    <a16:creationId xmlns:a16="http://schemas.microsoft.com/office/drawing/2014/main" id="{403E5910-0938-91D3-0F77-5B36410A1CC3}"/>
                  </a:ext>
                </a:extLst>
              </p:cNvPr>
              <p:cNvSpPr/>
              <p:nvPr/>
            </p:nvSpPr>
            <p:spPr>
              <a:xfrm>
                <a:off x="4119377" y="6113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3" name="Oval 4942">
                <a:extLst>
                  <a:ext uri="{FF2B5EF4-FFF2-40B4-BE49-F238E27FC236}">
                    <a16:creationId xmlns:a16="http://schemas.microsoft.com/office/drawing/2014/main" id="{03678E1D-5622-ABEF-D4DD-214017C632A4}"/>
                  </a:ext>
                </a:extLst>
              </p:cNvPr>
              <p:cNvSpPr/>
              <p:nvPr/>
            </p:nvSpPr>
            <p:spPr>
              <a:xfrm>
                <a:off x="4216162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4" name="Oval 4943">
                <a:extLst>
                  <a:ext uri="{FF2B5EF4-FFF2-40B4-BE49-F238E27FC236}">
                    <a16:creationId xmlns:a16="http://schemas.microsoft.com/office/drawing/2014/main" id="{871BB15D-2E60-4F4A-A6F7-8F83F12D51E6}"/>
                  </a:ext>
                </a:extLst>
              </p:cNvPr>
              <p:cNvSpPr/>
              <p:nvPr/>
            </p:nvSpPr>
            <p:spPr>
              <a:xfrm>
                <a:off x="4333808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5" name="Oval 4944">
                <a:extLst>
                  <a:ext uri="{FF2B5EF4-FFF2-40B4-BE49-F238E27FC236}">
                    <a16:creationId xmlns:a16="http://schemas.microsoft.com/office/drawing/2014/main" id="{E9259426-B5BA-4C4D-FD94-DCE989AF79E9}"/>
                  </a:ext>
                </a:extLst>
              </p:cNvPr>
              <p:cNvSpPr/>
              <p:nvPr/>
            </p:nvSpPr>
            <p:spPr>
              <a:xfrm>
                <a:off x="4328656" y="60713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6" name="Oval 4945">
                <a:extLst>
                  <a:ext uri="{FF2B5EF4-FFF2-40B4-BE49-F238E27FC236}">
                    <a16:creationId xmlns:a16="http://schemas.microsoft.com/office/drawing/2014/main" id="{E4D986B3-8B2C-20CA-8F59-F9BDA4911681}"/>
                  </a:ext>
                </a:extLst>
              </p:cNvPr>
              <p:cNvSpPr/>
              <p:nvPr/>
            </p:nvSpPr>
            <p:spPr>
              <a:xfrm>
                <a:off x="4096743" y="600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7" name="Oval 4946">
                <a:extLst>
                  <a:ext uri="{FF2B5EF4-FFF2-40B4-BE49-F238E27FC236}">
                    <a16:creationId xmlns:a16="http://schemas.microsoft.com/office/drawing/2014/main" id="{9EE55C6B-4533-39AC-FEA5-9A24CB1C90B0}"/>
                  </a:ext>
                </a:extLst>
              </p:cNvPr>
              <p:cNvSpPr/>
              <p:nvPr/>
            </p:nvSpPr>
            <p:spPr>
              <a:xfrm>
                <a:off x="4898052" y="5660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8" name="Oval 4947">
                <a:extLst>
                  <a:ext uri="{FF2B5EF4-FFF2-40B4-BE49-F238E27FC236}">
                    <a16:creationId xmlns:a16="http://schemas.microsoft.com/office/drawing/2014/main" id="{BB38E29D-3DB3-9807-54CF-8A288F62BC78}"/>
                  </a:ext>
                </a:extLst>
              </p:cNvPr>
              <p:cNvSpPr/>
              <p:nvPr/>
            </p:nvSpPr>
            <p:spPr>
              <a:xfrm>
                <a:off x="4254336" y="6180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49" name="Oval 4948">
                <a:extLst>
                  <a:ext uri="{FF2B5EF4-FFF2-40B4-BE49-F238E27FC236}">
                    <a16:creationId xmlns:a16="http://schemas.microsoft.com/office/drawing/2014/main" id="{ADC2A114-D81D-AA06-0992-79842A838A17}"/>
                  </a:ext>
                </a:extLst>
              </p:cNvPr>
              <p:cNvSpPr/>
              <p:nvPr/>
            </p:nvSpPr>
            <p:spPr>
              <a:xfrm>
                <a:off x="4200791" y="618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0" name="Oval 4949">
                <a:extLst>
                  <a:ext uri="{FF2B5EF4-FFF2-40B4-BE49-F238E27FC236}">
                    <a16:creationId xmlns:a16="http://schemas.microsoft.com/office/drawing/2014/main" id="{94BD02DB-F95A-89B4-F532-443F2DD43666}"/>
                  </a:ext>
                </a:extLst>
              </p:cNvPr>
              <p:cNvSpPr/>
              <p:nvPr/>
            </p:nvSpPr>
            <p:spPr>
              <a:xfrm>
                <a:off x="4484138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1" name="Oval 4950">
                <a:extLst>
                  <a:ext uri="{FF2B5EF4-FFF2-40B4-BE49-F238E27FC236}">
                    <a16:creationId xmlns:a16="http://schemas.microsoft.com/office/drawing/2014/main" id="{6CB8B1B9-895F-89E7-2B3B-5B4278C4DE6F}"/>
                  </a:ext>
                </a:extLst>
              </p:cNvPr>
              <p:cNvSpPr/>
              <p:nvPr/>
            </p:nvSpPr>
            <p:spPr>
              <a:xfrm>
                <a:off x="4152483" y="616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2" name="Oval 4951">
                <a:extLst>
                  <a:ext uri="{FF2B5EF4-FFF2-40B4-BE49-F238E27FC236}">
                    <a16:creationId xmlns:a16="http://schemas.microsoft.com/office/drawing/2014/main" id="{29F777F5-F0B0-53F7-1586-AD7E9587949D}"/>
                  </a:ext>
                </a:extLst>
              </p:cNvPr>
              <p:cNvSpPr/>
              <p:nvPr/>
            </p:nvSpPr>
            <p:spPr>
              <a:xfrm>
                <a:off x="4181198" y="61815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3" name="Oval 4952">
                <a:extLst>
                  <a:ext uri="{FF2B5EF4-FFF2-40B4-BE49-F238E27FC236}">
                    <a16:creationId xmlns:a16="http://schemas.microsoft.com/office/drawing/2014/main" id="{19089168-651B-EB61-BFD8-C421B5F0D911}"/>
                  </a:ext>
                </a:extLst>
              </p:cNvPr>
              <p:cNvSpPr/>
              <p:nvPr/>
            </p:nvSpPr>
            <p:spPr>
              <a:xfrm>
                <a:off x="4246566" y="6147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4" name="Oval 4953">
                <a:extLst>
                  <a:ext uri="{FF2B5EF4-FFF2-40B4-BE49-F238E27FC236}">
                    <a16:creationId xmlns:a16="http://schemas.microsoft.com/office/drawing/2014/main" id="{3E27E609-539B-153D-2243-EB6ADC11AF2F}"/>
                  </a:ext>
                </a:extLst>
              </p:cNvPr>
              <p:cNvSpPr/>
              <p:nvPr/>
            </p:nvSpPr>
            <p:spPr>
              <a:xfrm>
                <a:off x="4229422" y="60535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5" name="Oval 4954">
                <a:extLst>
                  <a:ext uri="{FF2B5EF4-FFF2-40B4-BE49-F238E27FC236}">
                    <a16:creationId xmlns:a16="http://schemas.microsoft.com/office/drawing/2014/main" id="{477B531C-3A2C-5D92-B732-D017740DE509}"/>
                  </a:ext>
                </a:extLst>
              </p:cNvPr>
              <p:cNvSpPr/>
              <p:nvPr/>
            </p:nvSpPr>
            <p:spPr>
              <a:xfrm>
                <a:off x="4032135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6" name="Oval 4955">
                <a:extLst>
                  <a:ext uri="{FF2B5EF4-FFF2-40B4-BE49-F238E27FC236}">
                    <a16:creationId xmlns:a16="http://schemas.microsoft.com/office/drawing/2014/main" id="{9E9369B0-3C17-B045-0949-50357540F3A8}"/>
                  </a:ext>
                </a:extLst>
              </p:cNvPr>
              <p:cNvSpPr/>
              <p:nvPr/>
            </p:nvSpPr>
            <p:spPr>
              <a:xfrm>
                <a:off x="4312694" y="628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7" name="Oval 4956">
                <a:extLst>
                  <a:ext uri="{FF2B5EF4-FFF2-40B4-BE49-F238E27FC236}">
                    <a16:creationId xmlns:a16="http://schemas.microsoft.com/office/drawing/2014/main" id="{81E9067C-52E8-F2A3-F9BD-6A96C3E0E9AF}"/>
                  </a:ext>
                </a:extLst>
              </p:cNvPr>
              <p:cNvSpPr/>
              <p:nvPr/>
            </p:nvSpPr>
            <p:spPr>
              <a:xfrm>
                <a:off x="4142433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8" name="Oval 4957">
                <a:extLst>
                  <a:ext uri="{FF2B5EF4-FFF2-40B4-BE49-F238E27FC236}">
                    <a16:creationId xmlns:a16="http://schemas.microsoft.com/office/drawing/2014/main" id="{35396737-6181-EE81-9D9B-14591BE0643F}"/>
                  </a:ext>
                </a:extLst>
              </p:cNvPr>
              <p:cNvSpPr/>
              <p:nvPr/>
            </p:nvSpPr>
            <p:spPr>
              <a:xfrm>
                <a:off x="4330430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59" name="Oval 4958">
                <a:extLst>
                  <a:ext uri="{FF2B5EF4-FFF2-40B4-BE49-F238E27FC236}">
                    <a16:creationId xmlns:a16="http://schemas.microsoft.com/office/drawing/2014/main" id="{E4A66F05-4435-37FF-69DB-1CDEC0A4CA7E}"/>
                  </a:ext>
                </a:extLst>
              </p:cNvPr>
              <p:cNvSpPr/>
              <p:nvPr/>
            </p:nvSpPr>
            <p:spPr>
              <a:xfrm>
                <a:off x="4272240" y="63775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0" name="Oval 4959">
                <a:extLst>
                  <a:ext uri="{FF2B5EF4-FFF2-40B4-BE49-F238E27FC236}">
                    <a16:creationId xmlns:a16="http://schemas.microsoft.com/office/drawing/2014/main" id="{94B5C8F5-7857-1E86-EDE7-769CA0A1E800}"/>
                  </a:ext>
                </a:extLst>
              </p:cNvPr>
              <p:cNvSpPr/>
              <p:nvPr/>
            </p:nvSpPr>
            <p:spPr>
              <a:xfrm>
                <a:off x="4154341" y="6197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1" name="Oval 4960">
                <a:extLst>
                  <a:ext uri="{FF2B5EF4-FFF2-40B4-BE49-F238E27FC236}">
                    <a16:creationId xmlns:a16="http://schemas.microsoft.com/office/drawing/2014/main" id="{3DB0B0EB-6072-A03C-422B-16C49D94E90C}"/>
                  </a:ext>
                </a:extLst>
              </p:cNvPr>
              <p:cNvSpPr/>
              <p:nvPr/>
            </p:nvSpPr>
            <p:spPr>
              <a:xfrm>
                <a:off x="4141251" y="6212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2" name="Oval 4961">
                <a:extLst>
                  <a:ext uri="{FF2B5EF4-FFF2-40B4-BE49-F238E27FC236}">
                    <a16:creationId xmlns:a16="http://schemas.microsoft.com/office/drawing/2014/main" id="{F7CC1630-3B1B-C8C4-86F8-B69AD199C338}"/>
                  </a:ext>
                </a:extLst>
              </p:cNvPr>
              <p:cNvSpPr/>
              <p:nvPr/>
            </p:nvSpPr>
            <p:spPr>
              <a:xfrm>
                <a:off x="4295972" y="600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3" name="Oval 4962">
                <a:extLst>
                  <a:ext uri="{FF2B5EF4-FFF2-40B4-BE49-F238E27FC236}">
                    <a16:creationId xmlns:a16="http://schemas.microsoft.com/office/drawing/2014/main" id="{55703B9F-C75F-82A1-B381-07EDA25DBCBE}"/>
                  </a:ext>
                </a:extLst>
              </p:cNvPr>
              <p:cNvSpPr/>
              <p:nvPr/>
            </p:nvSpPr>
            <p:spPr>
              <a:xfrm>
                <a:off x="4287611" y="6250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4" name="Oval 4963">
                <a:extLst>
                  <a:ext uri="{FF2B5EF4-FFF2-40B4-BE49-F238E27FC236}">
                    <a16:creationId xmlns:a16="http://schemas.microsoft.com/office/drawing/2014/main" id="{3D26D784-BD0B-C9F4-CDD2-1F3C58870C44}"/>
                  </a:ext>
                </a:extLst>
              </p:cNvPr>
              <p:cNvSpPr/>
              <p:nvPr/>
            </p:nvSpPr>
            <p:spPr>
              <a:xfrm>
                <a:off x="4167009" y="60872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5" name="Oval 4964">
                <a:extLst>
                  <a:ext uri="{FF2B5EF4-FFF2-40B4-BE49-F238E27FC236}">
                    <a16:creationId xmlns:a16="http://schemas.microsoft.com/office/drawing/2014/main" id="{A601D4C2-87D8-5D28-2626-AF21D2DD02AF}"/>
                  </a:ext>
                </a:extLst>
              </p:cNvPr>
              <p:cNvSpPr/>
              <p:nvPr/>
            </p:nvSpPr>
            <p:spPr>
              <a:xfrm>
                <a:off x="4502211" y="6216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6" name="Oval 4965">
                <a:extLst>
                  <a:ext uri="{FF2B5EF4-FFF2-40B4-BE49-F238E27FC236}">
                    <a16:creationId xmlns:a16="http://schemas.microsoft.com/office/drawing/2014/main" id="{297089FA-C556-3C7E-640A-3A0366304A63}"/>
                  </a:ext>
                </a:extLst>
              </p:cNvPr>
              <p:cNvSpPr/>
              <p:nvPr/>
            </p:nvSpPr>
            <p:spPr>
              <a:xfrm>
                <a:off x="4052488" y="598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7" name="Oval 4966">
                <a:extLst>
                  <a:ext uri="{FF2B5EF4-FFF2-40B4-BE49-F238E27FC236}">
                    <a16:creationId xmlns:a16="http://schemas.microsoft.com/office/drawing/2014/main" id="{AFFCA741-9E77-1956-06A2-7566D966B611}"/>
                  </a:ext>
                </a:extLst>
              </p:cNvPr>
              <p:cNvSpPr/>
              <p:nvPr/>
            </p:nvSpPr>
            <p:spPr>
              <a:xfrm>
                <a:off x="4323758" y="6242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8" name="Oval 4967">
                <a:extLst>
                  <a:ext uri="{FF2B5EF4-FFF2-40B4-BE49-F238E27FC236}">
                    <a16:creationId xmlns:a16="http://schemas.microsoft.com/office/drawing/2014/main" id="{3A0FD928-1D3C-F164-6EB9-A6A1CA052CA9}"/>
                  </a:ext>
                </a:extLst>
              </p:cNvPr>
              <p:cNvSpPr/>
              <p:nvPr/>
            </p:nvSpPr>
            <p:spPr>
              <a:xfrm>
                <a:off x="4328572" y="6108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9" name="Oval 4968">
                <a:extLst>
                  <a:ext uri="{FF2B5EF4-FFF2-40B4-BE49-F238E27FC236}">
                    <a16:creationId xmlns:a16="http://schemas.microsoft.com/office/drawing/2014/main" id="{13FAB363-C0FC-61FA-0DE6-70765CF275E4}"/>
                  </a:ext>
                </a:extLst>
              </p:cNvPr>
              <p:cNvSpPr/>
              <p:nvPr/>
            </p:nvSpPr>
            <p:spPr>
              <a:xfrm>
                <a:off x="4876685" y="553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0" name="Oval 4969">
                <a:extLst>
                  <a:ext uri="{FF2B5EF4-FFF2-40B4-BE49-F238E27FC236}">
                    <a16:creationId xmlns:a16="http://schemas.microsoft.com/office/drawing/2014/main" id="{E1E313F9-FE6B-97F2-2BB9-F1C3AF75537E}"/>
                  </a:ext>
                </a:extLst>
              </p:cNvPr>
              <p:cNvSpPr/>
              <p:nvPr/>
            </p:nvSpPr>
            <p:spPr>
              <a:xfrm>
                <a:off x="4209321" y="6177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1" name="Oval 4970">
                <a:extLst>
                  <a:ext uri="{FF2B5EF4-FFF2-40B4-BE49-F238E27FC236}">
                    <a16:creationId xmlns:a16="http://schemas.microsoft.com/office/drawing/2014/main" id="{6B5EB920-7CED-3D6D-C9B0-72399D0DB1A8}"/>
                  </a:ext>
                </a:extLst>
              </p:cNvPr>
              <p:cNvSpPr/>
              <p:nvPr/>
            </p:nvSpPr>
            <p:spPr>
              <a:xfrm>
                <a:off x="4270720" y="61343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2" name="Oval 4971">
                <a:extLst>
                  <a:ext uri="{FF2B5EF4-FFF2-40B4-BE49-F238E27FC236}">
                    <a16:creationId xmlns:a16="http://schemas.microsoft.com/office/drawing/2014/main" id="{C05FE6F9-69C4-9A2F-59AA-C846CEC373E3}"/>
                  </a:ext>
                </a:extLst>
              </p:cNvPr>
              <p:cNvSpPr/>
              <p:nvPr/>
            </p:nvSpPr>
            <p:spPr>
              <a:xfrm>
                <a:off x="4307120" y="6376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3" name="Oval 4972">
                <a:extLst>
                  <a:ext uri="{FF2B5EF4-FFF2-40B4-BE49-F238E27FC236}">
                    <a16:creationId xmlns:a16="http://schemas.microsoft.com/office/drawing/2014/main" id="{7E150F55-6C75-A7B9-F1E9-5CEF57019CE0}"/>
                  </a:ext>
                </a:extLst>
              </p:cNvPr>
              <p:cNvSpPr/>
              <p:nvPr/>
            </p:nvSpPr>
            <p:spPr>
              <a:xfrm>
                <a:off x="4239556" y="6339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4" name="Oval 4973">
                <a:extLst>
                  <a:ext uri="{FF2B5EF4-FFF2-40B4-BE49-F238E27FC236}">
                    <a16:creationId xmlns:a16="http://schemas.microsoft.com/office/drawing/2014/main" id="{7D96B57C-0353-287A-8A5F-13B9AF402713}"/>
                  </a:ext>
                </a:extLst>
              </p:cNvPr>
              <p:cNvSpPr/>
              <p:nvPr/>
            </p:nvSpPr>
            <p:spPr>
              <a:xfrm>
                <a:off x="4027405" y="598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5" name="Oval 4974">
                <a:extLst>
                  <a:ext uri="{FF2B5EF4-FFF2-40B4-BE49-F238E27FC236}">
                    <a16:creationId xmlns:a16="http://schemas.microsoft.com/office/drawing/2014/main" id="{9D00BF7B-03B9-D93A-3329-DDCFA21975C1}"/>
                  </a:ext>
                </a:extLst>
              </p:cNvPr>
              <p:cNvSpPr/>
              <p:nvPr/>
            </p:nvSpPr>
            <p:spPr>
              <a:xfrm>
                <a:off x="4880063" y="5581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6" name="Oval 4975">
                <a:extLst>
                  <a:ext uri="{FF2B5EF4-FFF2-40B4-BE49-F238E27FC236}">
                    <a16:creationId xmlns:a16="http://schemas.microsoft.com/office/drawing/2014/main" id="{4B7A8A8B-2415-8DE6-9F5F-DCBC77650398}"/>
                  </a:ext>
                </a:extLst>
              </p:cNvPr>
              <p:cNvSpPr/>
              <p:nvPr/>
            </p:nvSpPr>
            <p:spPr>
              <a:xfrm>
                <a:off x="4213375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7" name="Oval 4976">
                <a:extLst>
                  <a:ext uri="{FF2B5EF4-FFF2-40B4-BE49-F238E27FC236}">
                    <a16:creationId xmlns:a16="http://schemas.microsoft.com/office/drawing/2014/main" id="{D59A9A04-96FB-17B8-B40A-F541BEFB3F4E}"/>
                  </a:ext>
                </a:extLst>
              </p:cNvPr>
              <p:cNvSpPr/>
              <p:nvPr/>
            </p:nvSpPr>
            <p:spPr>
              <a:xfrm>
                <a:off x="4351037" y="63286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8" name="Oval 4977">
                <a:extLst>
                  <a:ext uri="{FF2B5EF4-FFF2-40B4-BE49-F238E27FC236}">
                    <a16:creationId xmlns:a16="http://schemas.microsoft.com/office/drawing/2014/main" id="{49CF7D63-6E03-5C92-2641-0D5DAB4EF4E0}"/>
                  </a:ext>
                </a:extLst>
              </p:cNvPr>
              <p:cNvSpPr/>
              <p:nvPr/>
            </p:nvSpPr>
            <p:spPr>
              <a:xfrm>
                <a:off x="4368519" y="6269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9" name="Oval 4978">
                <a:extLst>
                  <a:ext uri="{FF2B5EF4-FFF2-40B4-BE49-F238E27FC236}">
                    <a16:creationId xmlns:a16="http://schemas.microsoft.com/office/drawing/2014/main" id="{B083676E-A7EE-922D-ABF9-C018D6FED793}"/>
                  </a:ext>
                </a:extLst>
              </p:cNvPr>
              <p:cNvSpPr/>
              <p:nvPr/>
            </p:nvSpPr>
            <p:spPr>
              <a:xfrm>
                <a:off x="4241668" y="614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0" name="Oval 4979">
                <a:extLst>
                  <a:ext uri="{FF2B5EF4-FFF2-40B4-BE49-F238E27FC236}">
                    <a16:creationId xmlns:a16="http://schemas.microsoft.com/office/drawing/2014/main" id="{95AB7498-BD55-4C98-75A6-5CA7BDF966EB}"/>
                  </a:ext>
                </a:extLst>
              </p:cNvPr>
              <p:cNvSpPr/>
              <p:nvPr/>
            </p:nvSpPr>
            <p:spPr>
              <a:xfrm>
                <a:off x="4238458" y="62814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1" name="Oval 4980">
                <a:extLst>
                  <a:ext uri="{FF2B5EF4-FFF2-40B4-BE49-F238E27FC236}">
                    <a16:creationId xmlns:a16="http://schemas.microsoft.com/office/drawing/2014/main" id="{1E6D6191-8335-F1E0-C9BE-7194C843E622}"/>
                  </a:ext>
                </a:extLst>
              </p:cNvPr>
              <p:cNvSpPr/>
              <p:nvPr/>
            </p:nvSpPr>
            <p:spPr>
              <a:xfrm>
                <a:off x="4194711" y="6297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2" name="Oval 4981">
                <a:extLst>
                  <a:ext uri="{FF2B5EF4-FFF2-40B4-BE49-F238E27FC236}">
                    <a16:creationId xmlns:a16="http://schemas.microsoft.com/office/drawing/2014/main" id="{6E47F594-F10B-CA5E-73BA-9079D3E3E22F}"/>
                  </a:ext>
                </a:extLst>
              </p:cNvPr>
              <p:cNvSpPr/>
              <p:nvPr/>
            </p:nvSpPr>
            <p:spPr>
              <a:xfrm>
                <a:off x="4989770" y="5769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3" name="Oval 4982">
                <a:extLst>
                  <a:ext uri="{FF2B5EF4-FFF2-40B4-BE49-F238E27FC236}">
                    <a16:creationId xmlns:a16="http://schemas.microsoft.com/office/drawing/2014/main" id="{5EE10EA1-D8EA-BE26-C9C2-BB3D74FA71ED}"/>
                  </a:ext>
                </a:extLst>
              </p:cNvPr>
              <p:cNvSpPr/>
              <p:nvPr/>
            </p:nvSpPr>
            <p:spPr>
              <a:xfrm>
                <a:off x="4263204" y="63598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4" name="Oval 4983">
                <a:extLst>
                  <a:ext uri="{FF2B5EF4-FFF2-40B4-BE49-F238E27FC236}">
                    <a16:creationId xmlns:a16="http://schemas.microsoft.com/office/drawing/2014/main" id="{D712F3D0-E695-AD1B-E27D-BFFAC89EC127}"/>
                  </a:ext>
                </a:extLst>
              </p:cNvPr>
              <p:cNvSpPr/>
              <p:nvPr/>
            </p:nvSpPr>
            <p:spPr>
              <a:xfrm>
                <a:off x="4269200" y="63823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5" name="Oval 4984">
                <a:extLst>
                  <a:ext uri="{FF2B5EF4-FFF2-40B4-BE49-F238E27FC236}">
                    <a16:creationId xmlns:a16="http://schemas.microsoft.com/office/drawing/2014/main" id="{D3DE112B-0F03-5777-0690-A9AB5F1C57AB}"/>
                  </a:ext>
                </a:extLst>
              </p:cNvPr>
              <p:cNvSpPr/>
              <p:nvPr/>
            </p:nvSpPr>
            <p:spPr>
              <a:xfrm>
                <a:off x="4233560" y="604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6" name="Oval 4985">
                <a:extLst>
                  <a:ext uri="{FF2B5EF4-FFF2-40B4-BE49-F238E27FC236}">
                    <a16:creationId xmlns:a16="http://schemas.microsoft.com/office/drawing/2014/main" id="{DEF49DDC-A67C-6AD7-DB84-8CB46A394F49}"/>
                  </a:ext>
                </a:extLst>
              </p:cNvPr>
              <p:cNvSpPr/>
              <p:nvPr/>
            </p:nvSpPr>
            <p:spPr>
              <a:xfrm>
                <a:off x="4180944" y="61288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7" name="Oval 4986">
                <a:extLst>
                  <a:ext uri="{FF2B5EF4-FFF2-40B4-BE49-F238E27FC236}">
                    <a16:creationId xmlns:a16="http://schemas.microsoft.com/office/drawing/2014/main" id="{AAEDB8B4-9C1C-E083-CDEE-61001C05DAE9}"/>
                  </a:ext>
                </a:extLst>
              </p:cNvPr>
              <p:cNvSpPr/>
              <p:nvPr/>
            </p:nvSpPr>
            <p:spPr>
              <a:xfrm>
                <a:off x="4296141" y="6265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8" name="Oval 4987">
                <a:extLst>
                  <a:ext uri="{FF2B5EF4-FFF2-40B4-BE49-F238E27FC236}">
                    <a16:creationId xmlns:a16="http://schemas.microsoft.com/office/drawing/2014/main" id="{0D90F322-161B-BEB9-DD65-27FBEF7589C2}"/>
                  </a:ext>
                </a:extLst>
              </p:cNvPr>
              <p:cNvSpPr/>
              <p:nvPr/>
            </p:nvSpPr>
            <p:spPr>
              <a:xfrm>
                <a:off x="4878205" y="5577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9" name="Oval 4988">
                <a:extLst>
                  <a:ext uri="{FF2B5EF4-FFF2-40B4-BE49-F238E27FC236}">
                    <a16:creationId xmlns:a16="http://schemas.microsoft.com/office/drawing/2014/main" id="{79BE3539-B060-4435-2E69-69220BC3C8EE}"/>
                  </a:ext>
                </a:extLst>
              </p:cNvPr>
              <p:cNvSpPr/>
              <p:nvPr/>
            </p:nvSpPr>
            <p:spPr>
              <a:xfrm>
                <a:off x="4245468" y="6228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0" name="Oval 4989">
                <a:extLst>
                  <a:ext uri="{FF2B5EF4-FFF2-40B4-BE49-F238E27FC236}">
                    <a16:creationId xmlns:a16="http://schemas.microsoft.com/office/drawing/2014/main" id="{11A79359-804D-6344-BB6A-4BB45C96BCB0}"/>
                  </a:ext>
                </a:extLst>
              </p:cNvPr>
              <p:cNvSpPr/>
              <p:nvPr/>
            </p:nvSpPr>
            <p:spPr>
              <a:xfrm>
                <a:off x="4409057" y="605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1" name="Oval 4990">
                <a:extLst>
                  <a:ext uri="{FF2B5EF4-FFF2-40B4-BE49-F238E27FC236}">
                    <a16:creationId xmlns:a16="http://schemas.microsoft.com/office/drawing/2014/main" id="{78B48CDC-51F8-19DC-E2A5-E4649B2662DF}"/>
                  </a:ext>
                </a:extLst>
              </p:cNvPr>
              <p:cNvSpPr/>
              <p:nvPr/>
            </p:nvSpPr>
            <p:spPr>
              <a:xfrm>
                <a:off x="4398078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2" name="Oval 4991">
                <a:extLst>
                  <a:ext uri="{FF2B5EF4-FFF2-40B4-BE49-F238E27FC236}">
                    <a16:creationId xmlns:a16="http://schemas.microsoft.com/office/drawing/2014/main" id="{1354A599-E7BE-06DB-DC1A-A36E9732F03F}"/>
                  </a:ext>
                </a:extLst>
              </p:cNvPr>
              <p:cNvSpPr/>
              <p:nvPr/>
            </p:nvSpPr>
            <p:spPr>
              <a:xfrm>
                <a:off x="4521974" y="6217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3" name="Oval 4992">
                <a:extLst>
                  <a:ext uri="{FF2B5EF4-FFF2-40B4-BE49-F238E27FC236}">
                    <a16:creationId xmlns:a16="http://schemas.microsoft.com/office/drawing/2014/main" id="{27B92487-156F-0639-B345-B81BAC3F9AD8}"/>
                  </a:ext>
                </a:extLst>
              </p:cNvPr>
              <p:cNvSpPr/>
              <p:nvPr/>
            </p:nvSpPr>
            <p:spPr>
              <a:xfrm>
                <a:off x="4703383" y="60878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4" name="Oval 4993">
                <a:extLst>
                  <a:ext uri="{FF2B5EF4-FFF2-40B4-BE49-F238E27FC236}">
                    <a16:creationId xmlns:a16="http://schemas.microsoft.com/office/drawing/2014/main" id="{B83F55F9-D7DE-EC1B-0AD0-6315F447B848}"/>
                  </a:ext>
                </a:extLst>
              </p:cNvPr>
              <p:cNvSpPr/>
              <p:nvPr/>
            </p:nvSpPr>
            <p:spPr>
              <a:xfrm>
                <a:off x="4464038" y="6293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5" name="Oval 4994">
                <a:extLst>
                  <a:ext uri="{FF2B5EF4-FFF2-40B4-BE49-F238E27FC236}">
                    <a16:creationId xmlns:a16="http://schemas.microsoft.com/office/drawing/2014/main" id="{E6931652-0835-FD97-D2CB-3C633EFB7D7D}"/>
                  </a:ext>
                </a:extLst>
              </p:cNvPr>
              <p:cNvSpPr/>
              <p:nvPr/>
            </p:nvSpPr>
            <p:spPr>
              <a:xfrm>
                <a:off x="4179762" y="6151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6" name="Oval 4995">
                <a:extLst>
                  <a:ext uri="{FF2B5EF4-FFF2-40B4-BE49-F238E27FC236}">
                    <a16:creationId xmlns:a16="http://schemas.microsoft.com/office/drawing/2014/main" id="{D9F35126-542B-FE96-CF9E-4623DA42DDF5}"/>
                  </a:ext>
                </a:extLst>
              </p:cNvPr>
              <p:cNvSpPr/>
              <p:nvPr/>
            </p:nvSpPr>
            <p:spPr>
              <a:xfrm>
                <a:off x="4279081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7" name="Oval 4996">
                <a:extLst>
                  <a:ext uri="{FF2B5EF4-FFF2-40B4-BE49-F238E27FC236}">
                    <a16:creationId xmlns:a16="http://schemas.microsoft.com/office/drawing/2014/main" id="{5054B3AF-2864-5B41-8EAB-8BB11C11F31B}"/>
                  </a:ext>
                </a:extLst>
              </p:cNvPr>
              <p:cNvSpPr/>
              <p:nvPr/>
            </p:nvSpPr>
            <p:spPr>
              <a:xfrm>
                <a:off x="4475523" y="6289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8" name="Oval 4997">
                <a:extLst>
                  <a:ext uri="{FF2B5EF4-FFF2-40B4-BE49-F238E27FC236}">
                    <a16:creationId xmlns:a16="http://schemas.microsoft.com/office/drawing/2014/main" id="{8B94E6A9-E7AC-C0AC-2387-FA2E1892EB5B}"/>
                  </a:ext>
                </a:extLst>
              </p:cNvPr>
              <p:cNvSpPr/>
              <p:nvPr/>
            </p:nvSpPr>
            <p:spPr>
              <a:xfrm>
                <a:off x="4320464" y="62964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9" name="Oval 4998">
                <a:extLst>
                  <a:ext uri="{FF2B5EF4-FFF2-40B4-BE49-F238E27FC236}">
                    <a16:creationId xmlns:a16="http://schemas.microsoft.com/office/drawing/2014/main" id="{A8C3EE08-757F-AE79-CFD2-E90FF3992475}"/>
                  </a:ext>
                </a:extLst>
              </p:cNvPr>
              <p:cNvSpPr/>
              <p:nvPr/>
            </p:nvSpPr>
            <p:spPr>
              <a:xfrm>
                <a:off x="4171739" y="6133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0" name="Oval 4999">
                <a:extLst>
                  <a:ext uri="{FF2B5EF4-FFF2-40B4-BE49-F238E27FC236}">
                    <a16:creationId xmlns:a16="http://schemas.microsoft.com/office/drawing/2014/main" id="{20FF24D4-9971-13C8-6193-86D912021A6F}"/>
                  </a:ext>
                </a:extLst>
              </p:cNvPr>
              <p:cNvSpPr/>
              <p:nvPr/>
            </p:nvSpPr>
            <p:spPr>
              <a:xfrm>
                <a:off x="4042692" y="59666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1" name="Oval 5000">
                <a:extLst>
                  <a:ext uri="{FF2B5EF4-FFF2-40B4-BE49-F238E27FC236}">
                    <a16:creationId xmlns:a16="http://schemas.microsoft.com/office/drawing/2014/main" id="{60BBB2FC-A364-B44C-B3DE-1E4FE729ACCA}"/>
                  </a:ext>
                </a:extLst>
              </p:cNvPr>
              <p:cNvSpPr/>
              <p:nvPr/>
            </p:nvSpPr>
            <p:spPr>
              <a:xfrm>
                <a:off x="4889437" y="5484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2" name="Oval 5001">
                <a:extLst>
                  <a:ext uri="{FF2B5EF4-FFF2-40B4-BE49-F238E27FC236}">
                    <a16:creationId xmlns:a16="http://schemas.microsoft.com/office/drawing/2014/main" id="{E73A1C18-8900-341C-7E9D-0CDF983A8EB7}"/>
                  </a:ext>
                </a:extLst>
              </p:cNvPr>
              <p:cNvSpPr/>
              <p:nvPr/>
            </p:nvSpPr>
            <p:spPr>
              <a:xfrm>
                <a:off x="4403483" y="62348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3" name="Oval 5002">
                <a:extLst>
                  <a:ext uri="{FF2B5EF4-FFF2-40B4-BE49-F238E27FC236}">
                    <a16:creationId xmlns:a16="http://schemas.microsoft.com/office/drawing/2014/main" id="{06F81AE5-C32A-B971-0AA2-779534CA999E}"/>
                  </a:ext>
                </a:extLst>
              </p:cNvPr>
              <p:cNvSpPr/>
              <p:nvPr/>
            </p:nvSpPr>
            <p:spPr>
              <a:xfrm>
                <a:off x="4372235" y="6211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4" name="Oval 5003">
                <a:extLst>
                  <a:ext uri="{FF2B5EF4-FFF2-40B4-BE49-F238E27FC236}">
                    <a16:creationId xmlns:a16="http://schemas.microsoft.com/office/drawing/2014/main" id="{2497041A-9CC2-CF32-83B3-3910A38F5A90}"/>
                  </a:ext>
                </a:extLst>
              </p:cNvPr>
              <p:cNvSpPr/>
              <p:nvPr/>
            </p:nvSpPr>
            <p:spPr>
              <a:xfrm>
                <a:off x="4208308" y="63021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5" name="Oval 5004">
                <a:extLst>
                  <a:ext uri="{FF2B5EF4-FFF2-40B4-BE49-F238E27FC236}">
                    <a16:creationId xmlns:a16="http://schemas.microsoft.com/office/drawing/2014/main" id="{BC82059A-B152-EAB3-A45C-FABA63DCBD21}"/>
                  </a:ext>
                </a:extLst>
              </p:cNvPr>
              <p:cNvSpPr/>
              <p:nvPr/>
            </p:nvSpPr>
            <p:spPr>
              <a:xfrm>
                <a:off x="4458295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6" name="Oval 5005">
                <a:extLst>
                  <a:ext uri="{FF2B5EF4-FFF2-40B4-BE49-F238E27FC236}">
                    <a16:creationId xmlns:a16="http://schemas.microsoft.com/office/drawing/2014/main" id="{693B1F28-71C4-4714-3884-89BF62215762}"/>
                  </a:ext>
                </a:extLst>
              </p:cNvPr>
              <p:cNvSpPr/>
              <p:nvPr/>
            </p:nvSpPr>
            <p:spPr>
              <a:xfrm>
                <a:off x="4299435" y="6192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7" name="Oval 5006">
                <a:extLst>
                  <a:ext uri="{FF2B5EF4-FFF2-40B4-BE49-F238E27FC236}">
                    <a16:creationId xmlns:a16="http://schemas.microsoft.com/office/drawing/2014/main" id="{52DE6E48-D1DA-CEF9-2654-E8C135AFEFDA}"/>
                  </a:ext>
                </a:extLst>
              </p:cNvPr>
              <p:cNvSpPr/>
              <p:nvPr/>
            </p:nvSpPr>
            <p:spPr>
              <a:xfrm>
                <a:off x="4061187" y="5940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8" name="Oval 5007">
                <a:extLst>
                  <a:ext uri="{FF2B5EF4-FFF2-40B4-BE49-F238E27FC236}">
                    <a16:creationId xmlns:a16="http://schemas.microsoft.com/office/drawing/2014/main" id="{D3A93AD5-F1E5-F33E-8950-56C99044D58B}"/>
                  </a:ext>
                </a:extLst>
              </p:cNvPr>
              <p:cNvSpPr/>
              <p:nvPr/>
            </p:nvSpPr>
            <p:spPr>
              <a:xfrm>
                <a:off x="4920601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09" name="Oval 5008">
                <a:extLst>
                  <a:ext uri="{FF2B5EF4-FFF2-40B4-BE49-F238E27FC236}">
                    <a16:creationId xmlns:a16="http://schemas.microsoft.com/office/drawing/2014/main" id="{62DEE3FE-5C8E-0116-D413-09AA56F05B80}"/>
                  </a:ext>
                </a:extLst>
              </p:cNvPr>
              <p:cNvSpPr/>
              <p:nvPr/>
            </p:nvSpPr>
            <p:spPr>
              <a:xfrm>
                <a:off x="4367674" y="6321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0" name="Oval 5009">
                <a:extLst>
                  <a:ext uri="{FF2B5EF4-FFF2-40B4-BE49-F238E27FC236}">
                    <a16:creationId xmlns:a16="http://schemas.microsoft.com/office/drawing/2014/main" id="{3708433B-DE2E-7207-4186-AC18CFA7D1F6}"/>
                  </a:ext>
                </a:extLst>
              </p:cNvPr>
              <p:cNvSpPr/>
              <p:nvPr/>
            </p:nvSpPr>
            <p:spPr>
              <a:xfrm>
                <a:off x="4922713" y="5543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1" name="Oval 5010">
                <a:extLst>
                  <a:ext uri="{FF2B5EF4-FFF2-40B4-BE49-F238E27FC236}">
                    <a16:creationId xmlns:a16="http://schemas.microsoft.com/office/drawing/2014/main" id="{99E970B5-2FF6-AFA7-4C9A-8BC3D0B18319}"/>
                  </a:ext>
                </a:extLst>
              </p:cNvPr>
              <p:cNvSpPr/>
              <p:nvPr/>
            </p:nvSpPr>
            <p:spPr>
              <a:xfrm>
                <a:off x="4030783" y="59980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2" name="Oval 5011">
                <a:extLst>
                  <a:ext uri="{FF2B5EF4-FFF2-40B4-BE49-F238E27FC236}">
                    <a16:creationId xmlns:a16="http://schemas.microsoft.com/office/drawing/2014/main" id="{99E66E37-BD57-EFC3-7849-3FA85FE74974}"/>
                  </a:ext>
                </a:extLst>
              </p:cNvPr>
              <p:cNvSpPr/>
              <p:nvPr/>
            </p:nvSpPr>
            <p:spPr>
              <a:xfrm>
                <a:off x="4186603" y="614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3" name="Oval 5012">
                <a:extLst>
                  <a:ext uri="{FF2B5EF4-FFF2-40B4-BE49-F238E27FC236}">
                    <a16:creationId xmlns:a16="http://schemas.microsoft.com/office/drawing/2014/main" id="{DB5CEDEE-2CC8-1EBF-C363-029A9308B436}"/>
                  </a:ext>
                </a:extLst>
              </p:cNvPr>
              <p:cNvSpPr/>
              <p:nvPr/>
            </p:nvSpPr>
            <p:spPr>
              <a:xfrm>
                <a:off x="4301715" y="63157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4" name="Oval 5013">
                <a:extLst>
                  <a:ext uri="{FF2B5EF4-FFF2-40B4-BE49-F238E27FC236}">
                    <a16:creationId xmlns:a16="http://schemas.microsoft.com/office/drawing/2014/main" id="{68592608-8B7D-0D5D-F0D5-3CA58EE9EBEA}"/>
                  </a:ext>
                </a:extLst>
              </p:cNvPr>
              <p:cNvSpPr/>
              <p:nvPr/>
            </p:nvSpPr>
            <p:spPr>
              <a:xfrm>
                <a:off x="4890197" y="54803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5" name="Oval 5014">
                <a:extLst>
                  <a:ext uri="{FF2B5EF4-FFF2-40B4-BE49-F238E27FC236}">
                    <a16:creationId xmlns:a16="http://schemas.microsoft.com/office/drawing/2014/main" id="{4E4FE097-D6C5-F6A5-7A5A-A777D8CCA8F0}"/>
                  </a:ext>
                </a:extLst>
              </p:cNvPr>
              <p:cNvSpPr/>
              <p:nvPr/>
            </p:nvSpPr>
            <p:spPr>
              <a:xfrm>
                <a:off x="4319366" y="639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6" name="Oval 5015">
                <a:extLst>
                  <a:ext uri="{FF2B5EF4-FFF2-40B4-BE49-F238E27FC236}">
                    <a16:creationId xmlns:a16="http://schemas.microsoft.com/office/drawing/2014/main" id="{B9C0EDB5-1968-F2AA-F95C-B457A71A47B5}"/>
                  </a:ext>
                </a:extLst>
              </p:cNvPr>
              <p:cNvSpPr/>
              <p:nvPr/>
            </p:nvSpPr>
            <p:spPr>
              <a:xfrm>
                <a:off x="4195555" y="6063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7" name="Oval 5016">
                <a:extLst>
                  <a:ext uri="{FF2B5EF4-FFF2-40B4-BE49-F238E27FC236}">
                    <a16:creationId xmlns:a16="http://schemas.microsoft.com/office/drawing/2014/main" id="{6897C366-D986-0BAD-0704-EBC6F0F73180}"/>
                  </a:ext>
                </a:extLst>
              </p:cNvPr>
              <p:cNvSpPr/>
              <p:nvPr/>
            </p:nvSpPr>
            <p:spPr>
              <a:xfrm>
                <a:off x="4215993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8" name="Oval 5017">
                <a:extLst>
                  <a:ext uri="{FF2B5EF4-FFF2-40B4-BE49-F238E27FC236}">
                    <a16:creationId xmlns:a16="http://schemas.microsoft.com/office/drawing/2014/main" id="{EDA80BF8-733C-A769-C4DA-69B18BF6E857}"/>
                  </a:ext>
                </a:extLst>
              </p:cNvPr>
              <p:cNvSpPr/>
              <p:nvPr/>
            </p:nvSpPr>
            <p:spPr>
              <a:xfrm>
                <a:off x="4400443" y="58546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19" name="Oval 5018">
                <a:extLst>
                  <a:ext uri="{FF2B5EF4-FFF2-40B4-BE49-F238E27FC236}">
                    <a16:creationId xmlns:a16="http://schemas.microsoft.com/office/drawing/2014/main" id="{7BCADD3B-8A58-32A6-8E18-E94024C2C81F}"/>
                  </a:ext>
                </a:extLst>
              </p:cNvPr>
              <p:cNvSpPr/>
              <p:nvPr/>
            </p:nvSpPr>
            <p:spPr>
              <a:xfrm>
                <a:off x="4301293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0" name="Oval 5019">
                <a:extLst>
                  <a:ext uri="{FF2B5EF4-FFF2-40B4-BE49-F238E27FC236}">
                    <a16:creationId xmlns:a16="http://schemas.microsoft.com/office/drawing/2014/main" id="{9C809FB0-2CB4-D496-9F58-DDC166958B33}"/>
                  </a:ext>
                </a:extLst>
              </p:cNvPr>
              <p:cNvSpPr/>
              <p:nvPr/>
            </p:nvSpPr>
            <p:spPr>
              <a:xfrm>
                <a:off x="4200707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1" name="Oval 5020">
                <a:extLst>
                  <a:ext uri="{FF2B5EF4-FFF2-40B4-BE49-F238E27FC236}">
                    <a16:creationId xmlns:a16="http://schemas.microsoft.com/office/drawing/2014/main" id="{5ECAAC12-C129-CB4E-9BEF-FCC28528A5B3}"/>
                  </a:ext>
                </a:extLst>
              </p:cNvPr>
              <p:cNvSpPr/>
              <p:nvPr/>
            </p:nvSpPr>
            <p:spPr>
              <a:xfrm>
                <a:off x="4533966" y="62679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2" name="Oval 5021">
                <a:extLst>
                  <a:ext uri="{FF2B5EF4-FFF2-40B4-BE49-F238E27FC236}">
                    <a16:creationId xmlns:a16="http://schemas.microsoft.com/office/drawing/2014/main" id="{662C6E60-790D-B216-B3AD-AF87B8A5C23B}"/>
                  </a:ext>
                </a:extLst>
              </p:cNvPr>
              <p:cNvSpPr/>
              <p:nvPr/>
            </p:nvSpPr>
            <p:spPr>
              <a:xfrm>
                <a:off x="4245468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3" name="Oval 5022">
                <a:extLst>
                  <a:ext uri="{FF2B5EF4-FFF2-40B4-BE49-F238E27FC236}">
                    <a16:creationId xmlns:a16="http://schemas.microsoft.com/office/drawing/2014/main" id="{E7FF6972-0EFD-AA7F-5B97-C357E71ABDD9}"/>
                  </a:ext>
                </a:extLst>
              </p:cNvPr>
              <p:cNvSpPr/>
              <p:nvPr/>
            </p:nvSpPr>
            <p:spPr>
              <a:xfrm>
                <a:off x="4364043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4" name="Oval 5023">
                <a:extLst>
                  <a:ext uri="{FF2B5EF4-FFF2-40B4-BE49-F238E27FC236}">
                    <a16:creationId xmlns:a16="http://schemas.microsoft.com/office/drawing/2014/main" id="{13BB1C93-01E3-C014-3C0D-17510FA5E7C2}"/>
                  </a:ext>
                </a:extLst>
              </p:cNvPr>
              <p:cNvSpPr/>
              <p:nvPr/>
            </p:nvSpPr>
            <p:spPr>
              <a:xfrm>
                <a:off x="4159915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5" name="Oval 5024">
                <a:extLst>
                  <a:ext uri="{FF2B5EF4-FFF2-40B4-BE49-F238E27FC236}">
                    <a16:creationId xmlns:a16="http://schemas.microsoft.com/office/drawing/2014/main" id="{0F9C3EF8-A4E5-CC60-57A3-2B9F2D09668E}"/>
                  </a:ext>
                </a:extLst>
              </p:cNvPr>
              <p:cNvSpPr/>
              <p:nvPr/>
            </p:nvSpPr>
            <p:spPr>
              <a:xfrm>
                <a:off x="4161520" y="6182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6" name="Oval 5025">
                <a:extLst>
                  <a:ext uri="{FF2B5EF4-FFF2-40B4-BE49-F238E27FC236}">
                    <a16:creationId xmlns:a16="http://schemas.microsoft.com/office/drawing/2014/main" id="{2148DFDE-8515-E276-6191-7EEB5F381A96}"/>
                  </a:ext>
                </a:extLst>
              </p:cNvPr>
              <p:cNvSpPr/>
              <p:nvPr/>
            </p:nvSpPr>
            <p:spPr>
              <a:xfrm>
                <a:off x="4336511" y="62029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7" name="Oval 5026">
                <a:extLst>
                  <a:ext uri="{FF2B5EF4-FFF2-40B4-BE49-F238E27FC236}">
                    <a16:creationId xmlns:a16="http://schemas.microsoft.com/office/drawing/2014/main" id="{BDF3431F-D163-5AB7-501B-EEF161F3C522}"/>
                  </a:ext>
                </a:extLst>
              </p:cNvPr>
              <p:cNvSpPr/>
              <p:nvPr/>
            </p:nvSpPr>
            <p:spPr>
              <a:xfrm>
                <a:off x="4194119" y="60724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8" name="Oval 5027">
                <a:extLst>
                  <a:ext uri="{FF2B5EF4-FFF2-40B4-BE49-F238E27FC236}">
                    <a16:creationId xmlns:a16="http://schemas.microsoft.com/office/drawing/2014/main" id="{8CEFA45B-0DC1-A5D0-7109-D394103B62F5}"/>
                  </a:ext>
                </a:extLst>
              </p:cNvPr>
              <p:cNvSpPr/>
              <p:nvPr/>
            </p:nvSpPr>
            <p:spPr>
              <a:xfrm>
                <a:off x="4148429" y="618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29" name="Oval 5028">
                <a:extLst>
                  <a:ext uri="{FF2B5EF4-FFF2-40B4-BE49-F238E27FC236}">
                    <a16:creationId xmlns:a16="http://schemas.microsoft.com/office/drawing/2014/main" id="{A55E4C52-79BC-0260-E0DF-F9CA5E802498}"/>
                  </a:ext>
                </a:extLst>
              </p:cNvPr>
              <p:cNvSpPr/>
              <p:nvPr/>
            </p:nvSpPr>
            <p:spPr>
              <a:xfrm>
                <a:off x="4122079" y="61634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0" name="Oval 5029">
                <a:extLst>
                  <a:ext uri="{FF2B5EF4-FFF2-40B4-BE49-F238E27FC236}">
                    <a16:creationId xmlns:a16="http://schemas.microsoft.com/office/drawing/2014/main" id="{025BD630-18F9-8DEB-33B2-07DB1A4CABDA}"/>
                  </a:ext>
                </a:extLst>
              </p:cNvPr>
              <p:cNvSpPr/>
              <p:nvPr/>
            </p:nvSpPr>
            <p:spPr>
              <a:xfrm>
                <a:off x="4391913" y="597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1" name="Oval 5030">
                <a:extLst>
                  <a:ext uri="{FF2B5EF4-FFF2-40B4-BE49-F238E27FC236}">
                    <a16:creationId xmlns:a16="http://schemas.microsoft.com/office/drawing/2014/main" id="{AE1D9C7D-A45F-4749-2F7E-730B3C26122F}"/>
                  </a:ext>
                </a:extLst>
              </p:cNvPr>
              <p:cNvSpPr/>
              <p:nvPr/>
            </p:nvSpPr>
            <p:spPr>
              <a:xfrm>
                <a:off x="4156368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2" name="Oval 5031">
                <a:extLst>
                  <a:ext uri="{FF2B5EF4-FFF2-40B4-BE49-F238E27FC236}">
                    <a16:creationId xmlns:a16="http://schemas.microsoft.com/office/drawing/2014/main" id="{E65B97D8-B4F3-C217-E374-3C57BC41A703}"/>
                  </a:ext>
                </a:extLst>
              </p:cNvPr>
              <p:cNvSpPr/>
              <p:nvPr/>
            </p:nvSpPr>
            <p:spPr>
              <a:xfrm>
                <a:off x="4922375" y="569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3" name="Oval 5032">
                <a:extLst>
                  <a:ext uri="{FF2B5EF4-FFF2-40B4-BE49-F238E27FC236}">
                    <a16:creationId xmlns:a16="http://schemas.microsoft.com/office/drawing/2014/main" id="{1549AD20-1C4C-F0C3-F1B6-AB41A38EDA0A}"/>
                  </a:ext>
                </a:extLst>
              </p:cNvPr>
              <p:cNvSpPr/>
              <p:nvPr/>
            </p:nvSpPr>
            <p:spPr>
              <a:xfrm>
                <a:off x="4226466" y="63585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4" name="Oval 5033">
                <a:extLst>
                  <a:ext uri="{FF2B5EF4-FFF2-40B4-BE49-F238E27FC236}">
                    <a16:creationId xmlns:a16="http://schemas.microsoft.com/office/drawing/2014/main" id="{248BF5F5-FBF6-F54A-689D-C17ADDAEE4BA}"/>
                  </a:ext>
                </a:extLst>
              </p:cNvPr>
              <p:cNvSpPr/>
              <p:nvPr/>
            </p:nvSpPr>
            <p:spPr>
              <a:xfrm>
                <a:off x="4053924" y="60020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5" name="Oval 5034">
                <a:extLst>
                  <a:ext uri="{FF2B5EF4-FFF2-40B4-BE49-F238E27FC236}">
                    <a16:creationId xmlns:a16="http://schemas.microsoft.com/office/drawing/2014/main" id="{2AEF4DD3-EDE2-8BEC-5354-D07764C4B5D1}"/>
                  </a:ext>
                </a:extLst>
              </p:cNvPr>
              <p:cNvSpPr/>
              <p:nvPr/>
            </p:nvSpPr>
            <p:spPr>
              <a:xfrm>
                <a:off x="5172446" y="519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6" name="Oval 5035">
                <a:extLst>
                  <a:ext uri="{FF2B5EF4-FFF2-40B4-BE49-F238E27FC236}">
                    <a16:creationId xmlns:a16="http://schemas.microsoft.com/office/drawing/2014/main" id="{A0642AB6-7BFE-7D91-E91D-6913F260E8BF}"/>
                  </a:ext>
                </a:extLst>
              </p:cNvPr>
              <p:cNvSpPr/>
              <p:nvPr/>
            </p:nvSpPr>
            <p:spPr>
              <a:xfrm>
                <a:off x="4237445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7" name="Oval 5036">
                <a:extLst>
                  <a:ext uri="{FF2B5EF4-FFF2-40B4-BE49-F238E27FC236}">
                    <a16:creationId xmlns:a16="http://schemas.microsoft.com/office/drawing/2014/main" id="{04D67887-ACD5-D61A-4F7C-3B2149FC28FF}"/>
                  </a:ext>
                </a:extLst>
              </p:cNvPr>
              <p:cNvSpPr/>
              <p:nvPr/>
            </p:nvSpPr>
            <p:spPr>
              <a:xfrm>
                <a:off x="4076051" y="60091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8" name="Oval 5037">
                <a:extLst>
                  <a:ext uri="{FF2B5EF4-FFF2-40B4-BE49-F238E27FC236}">
                    <a16:creationId xmlns:a16="http://schemas.microsoft.com/office/drawing/2014/main" id="{7EC11DF3-3588-86AF-AA6A-0783293B0407}"/>
                  </a:ext>
                </a:extLst>
              </p:cNvPr>
              <p:cNvSpPr/>
              <p:nvPr/>
            </p:nvSpPr>
            <p:spPr>
              <a:xfrm>
                <a:off x="4248002" y="62316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39" name="Oval 5038">
                <a:extLst>
                  <a:ext uri="{FF2B5EF4-FFF2-40B4-BE49-F238E27FC236}">
                    <a16:creationId xmlns:a16="http://schemas.microsoft.com/office/drawing/2014/main" id="{3494C908-08C4-3A87-5A43-0122E1F14F19}"/>
                  </a:ext>
                </a:extLst>
              </p:cNvPr>
              <p:cNvSpPr/>
              <p:nvPr/>
            </p:nvSpPr>
            <p:spPr>
              <a:xfrm>
                <a:off x="4894082" y="566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0" name="Oval 5039">
                <a:extLst>
                  <a:ext uri="{FF2B5EF4-FFF2-40B4-BE49-F238E27FC236}">
                    <a16:creationId xmlns:a16="http://schemas.microsoft.com/office/drawing/2014/main" id="{5F24E239-E405-C714-8E3F-8E44F4A817AE}"/>
                  </a:ext>
                </a:extLst>
              </p:cNvPr>
              <p:cNvSpPr/>
              <p:nvPr/>
            </p:nvSpPr>
            <p:spPr>
              <a:xfrm>
                <a:off x="4222412" y="60948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1" name="Oval 5040">
                <a:extLst>
                  <a:ext uri="{FF2B5EF4-FFF2-40B4-BE49-F238E27FC236}">
                    <a16:creationId xmlns:a16="http://schemas.microsoft.com/office/drawing/2014/main" id="{374B2F48-78FB-6905-6109-4A5829E6B7C7}"/>
                  </a:ext>
                </a:extLst>
              </p:cNvPr>
              <p:cNvSpPr/>
              <p:nvPr/>
            </p:nvSpPr>
            <p:spPr>
              <a:xfrm>
                <a:off x="4083737" y="5993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2" name="Oval 5041">
                <a:extLst>
                  <a:ext uri="{FF2B5EF4-FFF2-40B4-BE49-F238E27FC236}">
                    <a16:creationId xmlns:a16="http://schemas.microsoft.com/office/drawing/2014/main" id="{79B3611A-891B-EDBB-3D31-4CC0A131F9E3}"/>
                  </a:ext>
                </a:extLst>
              </p:cNvPr>
              <p:cNvSpPr/>
              <p:nvPr/>
            </p:nvSpPr>
            <p:spPr>
              <a:xfrm>
                <a:off x="4262275" y="63685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3" name="Oval 5042">
                <a:extLst>
                  <a:ext uri="{FF2B5EF4-FFF2-40B4-BE49-F238E27FC236}">
                    <a16:creationId xmlns:a16="http://schemas.microsoft.com/office/drawing/2014/main" id="{0F03A55B-F975-7E33-0CEB-5B85A6A44F58}"/>
                  </a:ext>
                </a:extLst>
              </p:cNvPr>
              <p:cNvSpPr/>
              <p:nvPr/>
            </p:nvSpPr>
            <p:spPr>
              <a:xfrm>
                <a:off x="4446049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4" name="Oval 5043">
                <a:extLst>
                  <a:ext uri="{FF2B5EF4-FFF2-40B4-BE49-F238E27FC236}">
                    <a16:creationId xmlns:a16="http://schemas.microsoft.com/office/drawing/2014/main" id="{532ECA42-25E5-20F5-8140-898CC0055071}"/>
                  </a:ext>
                </a:extLst>
              </p:cNvPr>
              <p:cNvSpPr/>
              <p:nvPr/>
            </p:nvSpPr>
            <p:spPr>
              <a:xfrm>
                <a:off x="4237360" y="6349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5" name="Oval 5044">
                <a:extLst>
                  <a:ext uri="{FF2B5EF4-FFF2-40B4-BE49-F238E27FC236}">
                    <a16:creationId xmlns:a16="http://schemas.microsoft.com/office/drawing/2014/main" id="{8EAF1B60-F346-46E5-6B1A-A6DAB33FB572}"/>
                  </a:ext>
                </a:extLst>
              </p:cNvPr>
              <p:cNvSpPr/>
              <p:nvPr/>
            </p:nvSpPr>
            <p:spPr>
              <a:xfrm>
                <a:off x="4304502" y="632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6" name="Oval 5045">
                <a:extLst>
                  <a:ext uri="{FF2B5EF4-FFF2-40B4-BE49-F238E27FC236}">
                    <a16:creationId xmlns:a16="http://schemas.microsoft.com/office/drawing/2014/main" id="{3B90CBB7-EFA4-4FA1-B4B6-44EF3B24C6FC}"/>
                  </a:ext>
                </a:extLst>
              </p:cNvPr>
              <p:cNvSpPr/>
              <p:nvPr/>
            </p:nvSpPr>
            <p:spPr>
              <a:xfrm>
                <a:off x="4333132" y="63415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7" name="Oval 5046">
                <a:extLst>
                  <a:ext uri="{FF2B5EF4-FFF2-40B4-BE49-F238E27FC236}">
                    <a16:creationId xmlns:a16="http://schemas.microsoft.com/office/drawing/2014/main" id="{0992F3D5-BCFF-5692-0923-2B45C032E4BA}"/>
                  </a:ext>
                </a:extLst>
              </p:cNvPr>
              <p:cNvSpPr/>
              <p:nvPr/>
            </p:nvSpPr>
            <p:spPr>
              <a:xfrm>
                <a:off x="4536331" y="58937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8" name="Oval 5047">
                <a:extLst>
                  <a:ext uri="{FF2B5EF4-FFF2-40B4-BE49-F238E27FC236}">
                    <a16:creationId xmlns:a16="http://schemas.microsoft.com/office/drawing/2014/main" id="{D27FBDCD-F211-2D4F-3E34-C33CF21B5499}"/>
                  </a:ext>
                </a:extLst>
              </p:cNvPr>
              <p:cNvSpPr/>
              <p:nvPr/>
            </p:nvSpPr>
            <p:spPr>
              <a:xfrm>
                <a:off x="4522480" y="6201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49" name="Oval 5048">
                <a:extLst>
                  <a:ext uri="{FF2B5EF4-FFF2-40B4-BE49-F238E27FC236}">
                    <a16:creationId xmlns:a16="http://schemas.microsoft.com/office/drawing/2014/main" id="{8964EADC-E878-CAEB-3282-68A157F62975}"/>
                  </a:ext>
                </a:extLst>
              </p:cNvPr>
              <p:cNvSpPr/>
              <p:nvPr/>
            </p:nvSpPr>
            <p:spPr>
              <a:xfrm>
                <a:off x="4402723" y="63266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0" name="Oval 5049">
                <a:extLst>
                  <a:ext uri="{FF2B5EF4-FFF2-40B4-BE49-F238E27FC236}">
                    <a16:creationId xmlns:a16="http://schemas.microsoft.com/office/drawing/2014/main" id="{60975093-3DC1-4DC5-8DB3-085DBC1CF7EC}"/>
                  </a:ext>
                </a:extLst>
              </p:cNvPr>
              <p:cNvSpPr/>
              <p:nvPr/>
            </p:nvSpPr>
            <p:spPr>
              <a:xfrm>
                <a:off x="4343098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1" name="Oval 5050">
                <a:extLst>
                  <a:ext uri="{FF2B5EF4-FFF2-40B4-BE49-F238E27FC236}">
                    <a16:creationId xmlns:a16="http://schemas.microsoft.com/office/drawing/2014/main" id="{DFE56373-C45A-2F4E-EF92-D8E2A4BD8C76}"/>
                  </a:ext>
                </a:extLst>
              </p:cNvPr>
              <p:cNvSpPr/>
              <p:nvPr/>
            </p:nvSpPr>
            <p:spPr>
              <a:xfrm>
                <a:off x="4857767" y="5640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2" name="Oval 5051">
                <a:extLst>
                  <a:ext uri="{FF2B5EF4-FFF2-40B4-BE49-F238E27FC236}">
                    <a16:creationId xmlns:a16="http://schemas.microsoft.com/office/drawing/2014/main" id="{7954C5BC-041A-1454-39E6-641DFEA41246}"/>
                  </a:ext>
                </a:extLst>
              </p:cNvPr>
              <p:cNvSpPr/>
              <p:nvPr/>
            </p:nvSpPr>
            <p:spPr>
              <a:xfrm>
                <a:off x="4180015" y="61496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3" name="Oval 5052">
                <a:extLst>
                  <a:ext uri="{FF2B5EF4-FFF2-40B4-BE49-F238E27FC236}">
                    <a16:creationId xmlns:a16="http://schemas.microsoft.com/office/drawing/2014/main" id="{1E90CA77-2017-4368-585C-5E14C81841AB}"/>
                  </a:ext>
                </a:extLst>
              </p:cNvPr>
              <p:cNvSpPr/>
              <p:nvPr/>
            </p:nvSpPr>
            <p:spPr>
              <a:xfrm>
                <a:off x="4168361" y="6155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4" name="Oval 5053">
                <a:extLst>
                  <a:ext uri="{FF2B5EF4-FFF2-40B4-BE49-F238E27FC236}">
                    <a16:creationId xmlns:a16="http://schemas.microsoft.com/office/drawing/2014/main" id="{FC65B3B4-0465-1C83-1C43-752ECF588729}"/>
                  </a:ext>
                </a:extLst>
              </p:cNvPr>
              <p:cNvSpPr/>
              <p:nvPr/>
            </p:nvSpPr>
            <p:spPr>
              <a:xfrm>
                <a:off x="4941968" y="552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5" name="Oval 5054">
                <a:extLst>
                  <a:ext uri="{FF2B5EF4-FFF2-40B4-BE49-F238E27FC236}">
                    <a16:creationId xmlns:a16="http://schemas.microsoft.com/office/drawing/2014/main" id="{30874E23-0CD0-1C60-2E2A-5C109D158FB4}"/>
                  </a:ext>
                </a:extLst>
              </p:cNvPr>
              <p:cNvSpPr/>
              <p:nvPr/>
            </p:nvSpPr>
            <p:spPr>
              <a:xfrm>
                <a:off x="4239641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6" name="Oval 5055">
                <a:extLst>
                  <a:ext uri="{FF2B5EF4-FFF2-40B4-BE49-F238E27FC236}">
                    <a16:creationId xmlns:a16="http://schemas.microsoft.com/office/drawing/2014/main" id="{ACE77BD0-CB8F-C4C5-2DBD-59BA46288292}"/>
                  </a:ext>
                </a:extLst>
              </p:cNvPr>
              <p:cNvSpPr/>
              <p:nvPr/>
            </p:nvSpPr>
            <p:spPr>
              <a:xfrm>
                <a:off x="4229337" y="6205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7" name="Oval 5056">
                <a:extLst>
                  <a:ext uri="{FF2B5EF4-FFF2-40B4-BE49-F238E27FC236}">
                    <a16:creationId xmlns:a16="http://schemas.microsoft.com/office/drawing/2014/main" id="{6E8CB227-86CB-7230-51DF-FE1D1B58CEB0}"/>
                  </a:ext>
                </a:extLst>
              </p:cNvPr>
              <p:cNvSpPr/>
              <p:nvPr/>
            </p:nvSpPr>
            <p:spPr>
              <a:xfrm>
                <a:off x="4365901" y="63352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8" name="Oval 5057">
                <a:extLst>
                  <a:ext uri="{FF2B5EF4-FFF2-40B4-BE49-F238E27FC236}">
                    <a16:creationId xmlns:a16="http://schemas.microsoft.com/office/drawing/2014/main" id="{A73B8BAB-224E-19AF-37A0-28220AF0F900}"/>
                  </a:ext>
                </a:extLst>
              </p:cNvPr>
              <p:cNvSpPr/>
              <p:nvPr/>
            </p:nvSpPr>
            <p:spPr>
              <a:xfrm>
                <a:off x="4259910" y="6380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59" name="Oval 5058">
                <a:extLst>
                  <a:ext uri="{FF2B5EF4-FFF2-40B4-BE49-F238E27FC236}">
                    <a16:creationId xmlns:a16="http://schemas.microsoft.com/office/drawing/2014/main" id="{8C46F115-C4E4-2B56-9519-5BE39EBC2795}"/>
                  </a:ext>
                </a:extLst>
              </p:cNvPr>
              <p:cNvSpPr/>
              <p:nvPr/>
            </p:nvSpPr>
            <p:spPr>
              <a:xfrm>
                <a:off x="4905315" y="569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0" name="Oval 5059">
                <a:extLst>
                  <a:ext uri="{FF2B5EF4-FFF2-40B4-BE49-F238E27FC236}">
                    <a16:creationId xmlns:a16="http://schemas.microsoft.com/office/drawing/2014/main" id="{A9135566-5A62-3D27-1F34-1B64D78D4212}"/>
                  </a:ext>
                </a:extLst>
              </p:cNvPr>
              <p:cNvSpPr/>
              <p:nvPr/>
            </p:nvSpPr>
            <p:spPr>
              <a:xfrm>
                <a:off x="4213291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1" name="Oval 5060">
                <a:extLst>
                  <a:ext uri="{FF2B5EF4-FFF2-40B4-BE49-F238E27FC236}">
                    <a16:creationId xmlns:a16="http://schemas.microsoft.com/office/drawing/2014/main" id="{DAF5525D-8AD8-362A-5053-488CF77D5633}"/>
                  </a:ext>
                </a:extLst>
              </p:cNvPr>
              <p:cNvSpPr/>
              <p:nvPr/>
            </p:nvSpPr>
            <p:spPr>
              <a:xfrm>
                <a:off x="4018031" y="6005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2" name="Oval 5061">
                <a:extLst>
                  <a:ext uri="{FF2B5EF4-FFF2-40B4-BE49-F238E27FC236}">
                    <a16:creationId xmlns:a16="http://schemas.microsoft.com/office/drawing/2014/main" id="{8ADE4811-DE53-7D91-EE5E-04C15019894D}"/>
                  </a:ext>
                </a:extLst>
              </p:cNvPr>
              <p:cNvSpPr/>
              <p:nvPr/>
            </p:nvSpPr>
            <p:spPr>
              <a:xfrm>
                <a:off x="4486587" y="605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3" name="Oval 5062">
                <a:extLst>
                  <a:ext uri="{FF2B5EF4-FFF2-40B4-BE49-F238E27FC236}">
                    <a16:creationId xmlns:a16="http://schemas.microsoft.com/office/drawing/2014/main" id="{F7607425-3C30-7ABD-C299-E3C12E3325F1}"/>
                  </a:ext>
                </a:extLst>
              </p:cNvPr>
              <p:cNvSpPr/>
              <p:nvPr/>
            </p:nvSpPr>
            <p:spPr>
              <a:xfrm>
                <a:off x="4901683" y="54560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4" name="Oval 5063">
                <a:extLst>
                  <a:ext uri="{FF2B5EF4-FFF2-40B4-BE49-F238E27FC236}">
                    <a16:creationId xmlns:a16="http://schemas.microsoft.com/office/drawing/2014/main" id="{6294F88C-A2CF-E416-9118-263C8AB5E6E1}"/>
                  </a:ext>
                </a:extLst>
              </p:cNvPr>
              <p:cNvSpPr/>
              <p:nvPr/>
            </p:nvSpPr>
            <p:spPr>
              <a:xfrm>
                <a:off x="4385157" y="632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5" name="Oval 5064">
                <a:extLst>
                  <a:ext uri="{FF2B5EF4-FFF2-40B4-BE49-F238E27FC236}">
                    <a16:creationId xmlns:a16="http://schemas.microsoft.com/office/drawing/2014/main" id="{89E7A689-4747-9FB2-A0A5-E51060B8758E}"/>
                  </a:ext>
                </a:extLst>
              </p:cNvPr>
              <p:cNvSpPr/>
              <p:nvPr/>
            </p:nvSpPr>
            <p:spPr>
              <a:xfrm>
                <a:off x="4375698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6" name="Oval 5065">
                <a:extLst>
                  <a:ext uri="{FF2B5EF4-FFF2-40B4-BE49-F238E27FC236}">
                    <a16:creationId xmlns:a16="http://schemas.microsoft.com/office/drawing/2014/main" id="{14A9C76F-82C1-24F8-2E0B-83FC7C793816}"/>
                  </a:ext>
                </a:extLst>
              </p:cNvPr>
              <p:cNvSpPr/>
              <p:nvPr/>
            </p:nvSpPr>
            <p:spPr>
              <a:xfrm>
                <a:off x="4293354" y="6285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7" name="Oval 5066">
                <a:extLst>
                  <a:ext uri="{FF2B5EF4-FFF2-40B4-BE49-F238E27FC236}">
                    <a16:creationId xmlns:a16="http://schemas.microsoft.com/office/drawing/2014/main" id="{5D842A7F-7507-B192-7B73-F7EC464FF573}"/>
                  </a:ext>
                </a:extLst>
              </p:cNvPr>
              <p:cNvSpPr/>
              <p:nvPr/>
            </p:nvSpPr>
            <p:spPr>
              <a:xfrm>
                <a:off x="4353655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8" name="Oval 5067">
                <a:extLst>
                  <a:ext uri="{FF2B5EF4-FFF2-40B4-BE49-F238E27FC236}">
                    <a16:creationId xmlns:a16="http://schemas.microsoft.com/office/drawing/2014/main" id="{8025475D-9D81-9C69-D2BE-1C97F5E5F1A2}"/>
                  </a:ext>
                </a:extLst>
              </p:cNvPr>
              <p:cNvSpPr/>
              <p:nvPr/>
            </p:nvSpPr>
            <p:spPr>
              <a:xfrm>
                <a:off x="4179171" y="6231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69" name="Oval 5068">
                <a:extLst>
                  <a:ext uri="{FF2B5EF4-FFF2-40B4-BE49-F238E27FC236}">
                    <a16:creationId xmlns:a16="http://schemas.microsoft.com/office/drawing/2014/main" id="{72FB8867-94A7-F84A-2834-3E100FFC5E36}"/>
                  </a:ext>
                </a:extLst>
              </p:cNvPr>
              <p:cNvSpPr/>
              <p:nvPr/>
            </p:nvSpPr>
            <p:spPr>
              <a:xfrm>
                <a:off x="4389886" y="5955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0" name="Oval 5069">
                <a:extLst>
                  <a:ext uri="{FF2B5EF4-FFF2-40B4-BE49-F238E27FC236}">
                    <a16:creationId xmlns:a16="http://schemas.microsoft.com/office/drawing/2014/main" id="{D9DC2C79-44C7-B0ED-36A7-1220FBC8FF6B}"/>
                  </a:ext>
                </a:extLst>
              </p:cNvPr>
              <p:cNvSpPr/>
              <p:nvPr/>
            </p:nvSpPr>
            <p:spPr>
              <a:xfrm>
                <a:off x="4766724" y="566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1" name="Oval 5070">
                <a:extLst>
                  <a:ext uri="{FF2B5EF4-FFF2-40B4-BE49-F238E27FC236}">
                    <a16:creationId xmlns:a16="http://schemas.microsoft.com/office/drawing/2014/main" id="{2A235CFD-38A4-7684-1806-63AC54E4E0BE}"/>
                  </a:ext>
                </a:extLst>
              </p:cNvPr>
              <p:cNvSpPr/>
              <p:nvPr/>
            </p:nvSpPr>
            <p:spPr>
              <a:xfrm>
                <a:off x="4015244" y="6012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2" name="Oval 5071">
                <a:extLst>
                  <a:ext uri="{FF2B5EF4-FFF2-40B4-BE49-F238E27FC236}">
                    <a16:creationId xmlns:a16="http://schemas.microsoft.com/office/drawing/2014/main" id="{B19DCBD0-B880-9BC7-9BB2-2E1A01345807}"/>
                  </a:ext>
                </a:extLst>
              </p:cNvPr>
              <p:cNvSpPr/>
              <p:nvPr/>
            </p:nvSpPr>
            <p:spPr>
              <a:xfrm>
                <a:off x="4223256" y="6346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3" name="Oval 5072">
                <a:extLst>
                  <a:ext uri="{FF2B5EF4-FFF2-40B4-BE49-F238E27FC236}">
                    <a16:creationId xmlns:a16="http://schemas.microsoft.com/office/drawing/2014/main" id="{FCC57FB3-F351-B6FE-A87F-C130AA85D9EF}"/>
                  </a:ext>
                </a:extLst>
              </p:cNvPr>
              <p:cNvSpPr/>
              <p:nvPr/>
            </p:nvSpPr>
            <p:spPr>
              <a:xfrm>
                <a:off x="4022760" y="59741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4" name="Oval 5073">
                <a:extLst>
                  <a:ext uri="{FF2B5EF4-FFF2-40B4-BE49-F238E27FC236}">
                    <a16:creationId xmlns:a16="http://schemas.microsoft.com/office/drawing/2014/main" id="{A2096E00-A69D-9B88-BFAA-329F63B0AB88}"/>
                  </a:ext>
                </a:extLst>
              </p:cNvPr>
              <p:cNvSpPr/>
              <p:nvPr/>
            </p:nvSpPr>
            <p:spPr>
              <a:xfrm>
                <a:off x="4146487" y="61810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5" name="Oval 5074">
                <a:extLst>
                  <a:ext uri="{FF2B5EF4-FFF2-40B4-BE49-F238E27FC236}">
                    <a16:creationId xmlns:a16="http://schemas.microsoft.com/office/drawing/2014/main" id="{5C76E73A-66A2-A930-B230-D710C82383DD}"/>
                  </a:ext>
                </a:extLst>
              </p:cNvPr>
              <p:cNvSpPr/>
              <p:nvPr/>
            </p:nvSpPr>
            <p:spPr>
              <a:xfrm>
                <a:off x="4268017" y="63011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6" name="Oval 5075">
                <a:extLst>
                  <a:ext uri="{FF2B5EF4-FFF2-40B4-BE49-F238E27FC236}">
                    <a16:creationId xmlns:a16="http://schemas.microsoft.com/office/drawing/2014/main" id="{C64A5291-A411-B6F2-2EA8-B28997FF9729}"/>
                  </a:ext>
                </a:extLst>
              </p:cNvPr>
              <p:cNvSpPr/>
              <p:nvPr/>
            </p:nvSpPr>
            <p:spPr>
              <a:xfrm>
                <a:off x="4113972" y="61829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7" name="Oval 5076">
                <a:extLst>
                  <a:ext uri="{FF2B5EF4-FFF2-40B4-BE49-F238E27FC236}">
                    <a16:creationId xmlns:a16="http://schemas.microsoft.com/office/drawing/2014/main" id="{85AC0E38-F8A7-76E7-D771-755A176F5D6F}"/>
                  </a:ext>
                </a:extLst>
              </p:cNvPr>
              <p:cNvSpPr/>
              <p:nvPr/>
            </p:nvSpPr>
            <p:spPr>
              <a:xfrm>
                <a:off x="4296986" y="631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8" name="Oval 5077">
                <a:extLst>
                  <a:ext uri="{FF2B5EF4-FFF2-40B4-BE49-F238E27FC236}">
                    <a16:creationId xmlns:a16="http://schemas.microsoft.com/office/drawing/2014/main" id="{A2BF3016-7267-D391-9909-776B8AAAB2F8}"/>
                  </a:ext>
                </a:extLst>
              </p:cNvPr>
              <p:cNvSpPr/>
              <p:nvPr/>
            </p:nvSpPr>
            <p:spPr>
              <a:xfrm>
                <a:off x="4279419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79" name="Oval 5078">
                <a:extLst>
                  <a:ext uri="{FF2B5EF4-FFF2-40B4-BE49-F238E27FC236}">
                    <a16:creationId xmlns:a16="http://schemas.microsoft.com/office/drawing/2014/main" id="{89E93751-437F-DB39-50E9-89823E6E6F75}"/>
                  </a:ext>
                </a:extLst>
              </p:cNvPr>
              <p:cNvSpPr/>
              <p:nvPr/>
            </p:nvSpPr>
            <p:spPr>
              <a:xfrm>
                <a:off x="4896869" y="54962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0" name="Oval 5079">
                <a:extLst>
                  <a:ext uri="{FF2B5EF4-FFF2-40B4-BE49-F238E27FC236}">
                    <a16:creationId xmlns:a16="http://schemas.microsoft.com/office/drawing/2014/main" id="{5137604B-D84A-6CD3-F41A-218E1AD6A98A}"/>
                  </a:ext>
                </a:extLst>
              </p:cNvPr>
              <p:cNvSpPr/>
              <p:nvPr/>
            </p:nvSpPr>
            <p:spPr>
              <a:xfrm>
                <a:off x="4143615" y="6139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1" name="Oval 5080">
                <a:extLst>
                  <a:ext uri="{FF2B5EF4-FFF2-40B4-BE49-F238E27FC236}">
                    <a16:creationId xmlns:a16="http://schemas.microsoft.com/office/drawing/2014/main" id="{9C68FCAD-05B4-A189-0F3A-882378D07BD5}"/>
                  </a:ext>
                </a:extLst>
              </p:cNvPr>
              <p:cNvSpPr/>
              <p:nvPr/>
            </p:nvSpPr>
            <p:spPr>
              <a:xfrm>
                <a:off x="4439883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2" name="Oval 5081">
                <a:extLst>
                  <a:ext uri="{FF2B5EF4-FFF2-40B4-BE49-F238E27FC236}">
                    <a16:creationId xmlns:a16="http://schemas.microsoft.com/office/drawing/2014/main" id="{3091DA46-10C9-E637-4593-9563F1751843}"/>
                  </a:ext>
                </a:extLst>
              </p:cNvPr>
              <p:cNvSpPr/>
              <p:nvPr/>
            </p:nvSpPr>
            <p:spPr>
              <a:xfrm>
                <a:off x="4391575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3" name="Oval 5082">
                <a:extLst>
                  <a:ext uri="{FF2B5EF4-FFF2-40B4-BE49-F238E27FC236}">
                    <a16:creationId xmlns:a16="http://schemas.microsoft.com/office/drawing/2014/main" id="{490EC01C-B380-1B81-9256-6B6F29969573}"/>
                  </a:ext>
                </a:extLst>
              </p:cNvPr>
              <p:cNvSpPr/>
              <p:nvPr/>
            </p:nvSpPr>
            <p:spPr>
              <a:xfrm>
                <a:off x="4320380" y="6102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4" name="Oval 5083">
                <a:extLst>
                  <a:ext uri="{FF2B5EF4-FFF2-40B4-BE49-F238E27FC236}">
                    <a16:creationId xmlns:a16="http://schemas.microsoft.com/office/drawing/2014/main" id="{2D19101E-B3A3-1AB9-F542-50B9B36F4C29}"/>
                  </a:ext>
                </a:extLst>
              </p:cNvPr>
              <p:cNvSpPr/>
              <p:nvPr/>
            </p:nvSpPr>
            <p:spPr>
              <a:xfrm>
                <a:off x="4508883" y="62461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5" name="Oval 5084">
                <a:extLst>
                  <a:ext uri="{FF2B5EF4-FFF2-40B4-BE49-F238E27FC236}">
                    <a16:creationId xmlns:a16="http://schemas.microsoft.com/office/drawing/2014/main" id="{B70CBDB3-FEEA-1A9F-62EF-B807819BB68C}"/>
                  </a:ext>
                </a:extLst>
              </p:cNvPr>
              <p:cNvSpPr/>
              <p:nvPr/>
            </p:nvSpPr>
            <p:spPr>
              <a:xfrm>
                <a:off x="4399345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6" name="Oval 5085">
                <a:extLst>
                  <a:ext uri="{FF2B5EF4-FFF2-40B4-BE49-F238E27FC236}">
                    <a16:creationId xmlns:a16="http://schemas.microsoft.com/office/drawing/2014/main" id="{3924203A-62FA-42FF-F9F6-B69AE7F8A28D}"/>
                  </a:ext>
                </a:extLst>
              </p:cNvPr>
              <p:cNvSpPr/>
              <p:nvPr/>
            </p:nvSpPr>
            <p:spPr>
              <a:xfrm>
                <a:off x="4927949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7" name="Oval 5086">
                <a:extLst>
                  <a:ext uri="{FF2B5EF4-FFF2-40B4-BE49-F238E27FC236}">
                    <a16:creationId xmlns:a16="http://schemas.microsoft.com/office/drawing/2014/main" id="{3C5F44CA-0763-BED3-B91D-8B379CD90BEF}"/>
                  </a:ext>
                </a:extLst>
              </p:cNvPr>
              <p:cNvSpPr/>
              <p:nvPr/>
            </p:nvSpPr>
            <p:spPr>
              <a:xfrm>
                <a:off x="4282882" y="614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8" name="Oval 5087">
                <a:extLst>
                  <a:ext uri="{FF2B5EF4-FFF2-40B4-BE49-F238E27FC236}">
                    <a16:creationId xmlns:a16="http://schemas.microsoft.com/office/drawing/2014/main" id="{E4BF396E-3B58-71B6-B4C2-EE7DD290CAA1}"/>
                  </a:ext>
                </a:extLst>
              </p:cNvPr>
              <p:cNvSpPr/>
              <p:nvPr/>
            </p:nvSpPr>
            <p:spPr>
              <a:xfrm>
                <a:off x="4259994" y="6171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89" name="Oval 5088">
                <a:extLst>
                  <a:ext uri="{FF2B5EF4-FFF2-40B4-BE49-F238E27FC236}">
                    <a16:creationId xmlns:a16="http://schemas.microsoft.com/office/drawing/2014/main" id="{03E31F9D-C723-8D0C-0182-BF479B332181}"/>
                  </a:ext>
                </a:extLst>
              </p:cNvPr>
              <p:cNvSpPr/>
              <p:nvPr/>
            </p:nvSpPr>
            <p:spPr>
              <a:xfrm>
                <a:off x="4420121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0" name="Oval 5089">
                <a:extLst>
                  <a:ext uri="{FF2B5EF4-FFF2-40B4-BE49-F238E27FC236}">
                    <a16:creationId xmlns:a16="http://schemas.microsoft.com/office/drawing/2014/main" id="{C82C4CDA-4177-135D-45A3-C1DF3174FEE7}"/>
                  </a:ext>
                </a:extLst>
              </p:cNvPr>
              <p:cNvSpPr/>
              <p:nvPr/>
            </p:nvSpPr>
            <p:spPr>
              <a:xfrm>
                <a:off x="4242512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1" name="Oval 5090">
                <a:extLst>
                  <a:ext uri="{FF2B5EF4-FFF2-40B4-BE49-F238E27FC236}">
                    <a16:creationId xmlns:a16="http://schemas.microsoft.com/office/drawing/2014/main" id="{1BF38D39-B311-BB24-9D48-CAAF4D0356F4}"/>
                  </a:ext>
                </a:extLst>
              </p:cNvPr>
              <p:cNvSpPr/>
              <p:nvPr/>
            </p:nvSpPr>
            <p:spPr>
              <a:xfrm>
                <a:off x="4023098" y="597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2" name="Oval 5091">
                <a:extLst>
                  <a:ext uri="{FF2B5EF4-FFF2-40B4-BE49-F238E27FC236}">
                    <a16:creationId xmlns:a16="http://schemas.microsoft.com/office/drawing/2014/main" id="{4539FA26-A1BB-2E56-01C5-3C8DF1965ECF}"/>
                  </a:ext>
                </a:extLst>
              </p:cNvPr>
              <p:cNvSpPr/>
              <p:nvPr/>
            </p:nvSpPr>
            <p:spPr>
              <a:xfrm>
                <a:off x="4893153" y="5478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3" name="Oval 5092">
                <a:extLst>
                  <a:ext uri="{FF2B5EF4-FFF2-40B4-BE49-F238E27FC236}">
                    <a16:creationId xmlns:a16="http://schemas.microsoft.com/office/drawing/2014/main" id="{354ED22F-3848-E12C-F018-A78D16CBF71F}"/>
                  </a:ext>
                </a:extLst>
              </p:cNvPr>
              <p:cNvSpPr/>
              <p:nvPr/>
            </p:nvSpPr>
            <p:spPr>
              <a:xfrm>
                <a:off x="4360918" y="63333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4" name="Oval 5093">
                <a:extLst>
                  <a:ext uri="{FF2B5EF4-FFF2-40B4-BE49-F238E27FC236}">
                    <a16:creationId xmlns:a16="http://schemas.microsoft.com/office/drawing/2014/main" id="{FEDC4B70-5A43-9120-FCC5-B5F012CA375F}"/>
                  </a:ext>
                </a:extLst>
              </p:cNvPr>
              <p:cNvSpPr/>
              <p:nvPr/>
            </p:nvSpPr>
            <p:spPr>
              <a:xfrm>
                <a:off x="4442164" y="62625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5" name="Oval 5094">
                <a:extLst>
                  <a:ext uri="{FF2B5EF4-FFF2-40B4-BE49-F238E27FC236}">
                    <a16:creationId xmlns:a16="http://schemas.microsoft.com/office/drawing/2014/main" id="{5DBF444B-F557-31EF-E2CD-145C0FB705B5}"/>
                  </a:ext>
                </a:extLst>
              </p:cNvPr>
              <p:cNvSpPr/>
              <p:nvPr/>
            </p:nvSpPr>
            <p:spPr>
              <a:xfrm>
                <a:off x="5102855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6" name="Oval 5095">
                <a:extLst>
                  <a:ext uri="{FF2B5EF4-FFF2-40B4-BE49-F238E27FC236}">
                    <a16:creationId xmlns:a16="http://schemas.microsoft.com/office/drawing/2014/main" id="{81F48704-9F03-A63B-8471-4B30C6914A93}"/>
                  </a:ext>
                </a:extLst>
              </p:cNvPr>
              <p:cNvSpPr/>
              <p:nvPr/>
            </p:nvSpPr>
            <p:spPr>
              <a:xfrm>
                <a:off x="4911142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7" name="Oval 5096">
                <a:extLst>
                  <a:ext uri="{FF2B5EF4-FFF2-40B4-BE49-F238E27FC236}">
                    <a16:creationId xmlns:a16="http://schemas.microsoft.com/office/drawing/2014/main" id="{68DABFFA-952B-CBF4-0473-30B206E839E8}"/>
                  </a:ext>
                </a:extLst>
              </p:cNvPr>
              <p:cNvSpPr/>
              <p:nvPr/>
            </p:nvSpPr>
            <p:spPr>
              <a:xfrm>
                <a:off x="4138464" y="6132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8" name="Oval 5097">
                <a:extLst>
                  <a:ext uri="{FF2B5EF4-FFF2-40B4-BE49-F238E27FC236}">
                    <a16:creationId xmlns:a16="http://schemas.microsoft.com/office/drawing/2014/main" id="{0AC45440-13C7-2785-CCE3-386FA2FCF2F3}"/>
                  </a:ext>
                </a:extLst>
              </p:cNvPr>
              <p:cNvSpPr/>
              <p:nvPr/>
            </p:nvSpPr>
            <p:spPr>
              <a:xfrm>
                <a:off x="4910382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99" name="Oval 5098">
                <a:extLst>
                  <a:ext uri="{FF2B5EF4-FFF2-40B4-BE49-F238E27FC236}">
                    <a16:creationId xmlns:a16="http://schemas.microsoft.com/office/drawing/2014/main" id="{C66C0D82-83C0-2869-FBDD-720AB2E7FB4B}"/>
                  </a:ext>
                </a:extLst>
              </p:cNvPr>
              <p:cNvSpPr/>
              <p:nvPr/>
            </p:nvSpPr>
            <p:spPr>
              <a:xfrm>
                <a:off x="4032473" y="599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0" name="Oval 5099">
                <a:extLst>
                  <a:ext uri="{FF2B5EF4-FFF2-40B4-BE49-F238E27FC236}">
                    <a16:creationId xmlns:a16="http://schemas.microsoft.com/office/drawing/2014/main" id="{4AC2124D-42B3-B66B-DC10-E8CA19AE9D81}"/>
                  </a:ext>
                </a:extLst>
              </p:cNvPr>
              <p:cNvSpPr/>
              <p:nvPr/>
            </p:nvSpPr>
            <p:spPr>
              <a:xfrm>
                <a:off x="4234235" y="61723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1" name="Oval 5100">
                <a:extLst>
                  <a:ext uri="{FF2B5EF4-FFF2-40B4-BE49-F238E27FC236}">
                    <a16:creationId xmlns:a16="http://schemas.microsoft.com/office/drawing/2014/main" id="{D3CF1F7C-6E8D-A52F-B089-28304CA30634}"/>
                  </a:ext>
                </a:extLst>
              </p:cNvPr>
              <p:cNvSpPr/>
              <p:nvPr/>
            </p:nvSpPr>
            <p:spPr>
              <a:xfrm>
                <a:off x="4458717" y="62979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2" name="Oval 5101">
                <a:extLst>
                  <a:ext uri="{FF2B5EF4-FFF2-40B4-BE49-F238E27FC236}">
                    <a16:creationId xmlns:a16="http://schemas.microsoft.com/office/drawing/2014/main" id="{07F6A8AC-E0E7-5687-DACA-1CB29803894F}"/>
                  </a:ext>
                </a:extLst>
              </p:cNvPr>
              <p:cNvSpPr/>
              <p:nvPr/>
            </p:nvSpPr>
            <p:spPr>
              <a:xfrm>
                <a:off x="4076558" y="599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3" name="Oval 5102">
                <a:extLst>
                  <a:ext uri="{FF2B5EF4-FFF2-40B4-BE49-F238E27FC236}">
                    <a16:creationId xmlns:a16="http://schemas.microsoft.com/office/drawing/2014/main" id="{6C6480A6-9EF0-5C16-331F-28BA95C55360}"/>
                  </a:ext>
                </a:extLst>
              </p:cNvPr>
              <p:cNvSpPr/>
              <p:nvPr/>
            </p:nvSpPr>
            <p:spPr>
              <a:xfrm>
                <a:off x="4239218" y="6377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4" name="Oval 5103">
                <a:extLst>
                  <a:ext uri="{FF2B5EF4-FFF2-40B4-BE49-F238E27FC236}">
                    <a16:creationId xmlns:a16="http://schemas.microsoft.com/office/drawing/2014/main" id="{CB5EF769-DD02-802F-E0F0-3D7F99CB5C80}"/>
                  </a:ext>
                </a:extLst>
              </p:cNvPr>
              <p:cNvSpPr/>
              <p:nvPr/>
            </p:nvSpPr>
            <p:spPr>
              <a:xfrm>
                <a:off x="4215824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5" name="Oval 5104">
                <a:extLst>
                  <a:ext uri="{FF2B5EF4-FFF2-40B4-BE49-F238E27FC236}">
                    <a16:creationId xmlns:a16="http://schemas.microsoft.com/office/drawing/2014/main" id="{99E49CCB-464F-A1FB-1891-C8B090E7E2AB}"/>
                  </a:ext>
                </a:extLst>
              </p:cNvPr>
              <p:cNvSpPr/>
              <p:nvPr/>
            </p:nvSpPr>
            <p:spPr>
              <a:xfrm>
                <a:off x="4341324" y="6342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6" name="Oval 5105">
                <a:extLst>
                  <a:ext uri="{FF2B5EF4-FFF2-40B4-BE49-F238E27FC236}">
                    <a16:creationId xmlns:a16="http://schemas.microsoft.com/office/drawing/2014/main" id="{F5F682A4-CEA8-6FE8-A721-35B97511C28E}"/>
                  </a:ext>
                </a:extLst>
              </p:cNvPr>
              <p:cNvSpPr/>
              <p:nvPr/>
            </p:nvSpPr>
            <p:spPr>
              <a:xfrm>
                <a:off x="4873306" y="55236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7" name="Oval 5106">
                <a:extLst>
                  <a:ext uri="{FF2B5EF4-FFF2-40B4-BE49-F238E27FC236}">
                    <a16:creationId xmlns:a16="http://schemas.microsoft.com/office/drawing/2014/main" id="{5BC1E5C6-A7FE-CA84-01CE-56FEA3D029D6}"/>
                  </a:ext>
                </a:extLst>
              </p:cNvPr>
              <p:cNvSpPr/>
              <p:nvPr/>
            </p:nvSpPr>
            <p:spPr>
              <a:xfrm>
                <a:off x="4180015" y="6213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8" name="Oval 5107">
                <a:extLst>
                  <a:ext uri="{FF2B5EF4-FFF2-40B4-BE49-F238E27FC236}">
                    <a16:creationId xmlns:a16="http://schemas.microsoft.com/office/drawing/2014/main" id="{902C4807-65AB-1B5E-02F3-CF102C02DC77}"/>
                  </a:ext>
                </a:extLst>
              </p:cNvPr>
              <p:cNvSpPr/>
              <p:nvPr/>
            </p:nvSpPr>
            <p:spPr>
              <a:xfrm>
                <a:off x="4132552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09" name="Oval 5108">
                <a:extLst>
                  <a:ext uri="{FF2B5EF4-FFF2-40B4-BE49-F238E27FC236}">
                    <a16:creationId xmlns:a16="http://schemas.microsoft.com/office/drawing/2014/main" id="{D5302920-36C6-A128-47BE-62B004E5B3DF}"/>
                  </a:ext>
                </a:extLst>
              </p:cNvPr>
              <p:cNvSpPr/>
              <p:nvPr/>
            </p:nvSpPr>
            <p:spPr>
              <a:xfrm>
                <a:off x="4312610" y="63559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0" name="Oval 5109">
                <a:extLst>
                  <a:ext uri="{FF2B5EF4-FFF2-40B4-BE49-F238E27FC236}">
                    <a16:creationId xmlns:a16="http://schemas.microsoft.com/office/drawing/2014/main" id="{FB82377C-9379-7738-7E76-F2E64F73277B}"/>
                  </a:ext>
                </a:extLst>
              </p:cNvPr>
              <p:cNvSpPr/>
              <p:nvPr/>
            </p:nvSpPr>
            <p:spPr>
              <a:xfrm>
                <a:off x="4911396" y="5501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1" name="Oval 5110">
                <a:extLst>
                  <a:ext uri="{FF2B5EF4-FFF2-40B4-BE49-F238E27FC236}">
                    <a16:creationId xmlns:a16="http://schemas.microsoft.com/office/drawing/2014/main" id="{576C1B4E-4F2E-C0AA-B12F-1514B6DA4CE2}"/>
                  </a:ext>
                </a:extLst>
              </p:cNvPr>
              <p:cNvSpPr/>
              <p:nvPr/>
            </p:nvSpPr>
            <p:spPr>
              <a:xfrm>
                <a:off x="4395798" y="6297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2" name="Oval 5111">
                <a:extLst>
                  <a:ext uri="{FF2B5EF4-FFF2-40B4-BE49-F238E27FC236}">
                    <a16:creationId xmlns:a16="http://schemas.microsoft.com/office/drawing/2014/main" id="{EE72FFB6-7CE9-399D-1CB7-3CAEE9AFC0FD}"/>
                  </a:ext>
                </a:extLst>
              </p:cNvPr>
              <p:cNvSpPr/>
              <p:nvPr/>
            </p:nvSpPr>
            <p:spPr>
              <a:xfrm>
                <a:off x="4398500" y="633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3" name="Oval 5112">
                <a:extLst>
                  <a:ext uri="{FF2B5EF4-FFF2-40B4-BE49-F238E27FC236}">
                    <a16:creationId xmlns:a16="http://schemas.microsoft.com/office/drawing/2014/main" id="{BCD9B9B5-3F68-DA4C-DEF1-9D41B2508EFA}"/>
                  </a:ext>
                </a:extLst>
              </p:cNvPr>
              <p:cNvSpPr/>
              <p:nvPr/>
            </p:nvSpPr>
            <p:spPr>
              <a:xfrm>
                <a:off x="4382538" y="60852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4" name="Oval 5113">
                <a:extLst>
                  <a:ext uri="{FF2B5EF4-FFF2-40B4-BE49-F238E27FC236}">
                    <a16:creationId xmlns:a16="http://schemas.microsoft.com/office/drawing/2014/main" id="{A595D4E5-74FD-0AB6-E74C-3FAA7D0CADD8}"/>
                  </a:ext>
                </a:extLst>
              </p:cNvPr>
              <p:cNvSpPr/>
              <p:nvPr/>
            </p:nvSpPr>
            <p:spPr>
              <a:xfrm>
                <a:off x="4269453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5" name="Oval 5114">
                <a:extLst>
                  <a:ext uri="{FF2B5EF4-FFF2-40B4-BE49-F238E27FC236}">
                    <a16:creationId xmlns:a16="http://schemas.microsoft.com/office/drawing/2014/main" id="{885B696F-E391-6568-4738-A1C898647EFE}"/>
                  </a:ext>
                </a:extLst>
              </p:cNvPr>
              <p:cNvSpPr/>
              <p:nvPr/>
            </p:nvSpPr>
            <p:spPr>
              <a:xfrm>
                <a:off x="4376120" y="5945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6" name="Oval 5115">
                <a:extLst>
                  <a:ext uri="{FF2B5EF4-FFF2-40B4-BE49-F238E27FC236}">
                    <a16:creationId xmlns:a16="http://schemas.microsoft.com/office/drawing/2014/main" id="{04B1409B-63F2-676B-4775-494574B96A80}"/>
                  </a:ext>
                </a:extLst>
              </p:cNvPr>
              <p:cNvSpPr/>
              <p:nvPr/>
            </p:nvSpPr>
            <p:spPr>
              <a:xfrm>
                <a:off x="4254251" y="6173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7" name="Oval 5116">
                <a:extLst>
                  <a:ext uri="{FF2B5EF4-FFF2-40B4-BE49-F238E27FC236}">
                    <a16:creationId xmlns:a16="http://schemas.microsoft.com/office/drawing/2014/main" id="{E195C091-4A37-40CE-A442-D9F2E854948C}"/>
                  </a:ext>
                </a:extLst>
              </p:cNvPr>
              <p:cNvSpPr/>
              <p:nvPr/>
            </p:nvSpPr>
            <p:spPr>
              <a:xfrm>
                <a:off x="4230688" y="6284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8" name="Oval 5117">
                <a:extLst>
                  <a:ext uri="{FF2B5EF4-FFF2-40B4-BE49-F238E27FC236}">
                    <a16:creationId xmlns:a16="http://schemas.microsoft.com/office/drawing/2014/main" id="{EBEC2132-C28A-CF38-0BC9-872454887012}"/>
                  </a:ext>
                </a:extLst>
              </p:cNvPr>
              <p:cNvSpPr/>
              <p:nvPr/>
            </p:nvSpPr>
            <p:spPr>
              <a:xfrm>
                <a:off x="4230857" y="63562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19" name="Oval 5118">
                <a:extLst>
                  <a:ext uri="{FF2B5EF4-FFF2-40B4-BE49-F238E27FC236}">
                    <a16:creationId xmlns:a16="http://schemas.microsoft.com/office/drawing/2014/main" id="{7D0FDFC2-138D-4104-FB4D-34FED2543156}"/>
                  </a:ext>
                </a:extLst>
              </p:cNvPr>
              <p:cNvSpPr/>
              <p:nvPr/>
            </p:nvSpPr>
            <p:spPr>
              <a:xfrm>
                <a:off x="4107637" y="6010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0" name="Oval 5119">
                <a:extLst>
                  <a:ext uri="{FF2B5EF4-FFF2-40B4-BE49-F238E27FC236}">
                    <a16:creationId xmlns:a16="http://schemas.microsoft.com/office/drawing/2014/main" id="{5BB4471E-9BE8-7EC7-7EB9-F8F33923F0E5}"/>
                  </a:ext>
                </a:extLst>
              </p:cNvPr>
              <p:cNvSpPr/>
              <p:nvPr/>
            </p:nvSpPr>
            <p:spPr>
              <a:xfrm>
                <a:off x="4304164" y="6136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1" name="Oval 5120">
                <a:extLst>
                  <a:ext uri="{FF2B5EF4-FFF2-40B4-BE49-F238E27FC236}">
                    <a16:creationId xmlns:a16="http://schemas.microsoft.com/office/drawing/2014/main" id="{F8E41BD9-5174-AE34-8BC6-01CCE3366C3A}"/>
                  </a:ext>
                </a:extLst>
              </p:cNvPr>
              <p:cNvSpPr/>
              <p:nvPr/>
            </p:nvSpPr>
            <p:spPr>
              <a:xfrm>
                <a:off x="4048603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2" name="Oval 5121">
                <a:extLst>
                  <a:ext uri="{FF2B5EF4-FFF2-40B4-BE49-F238E27FC236}">
                    <a16:creationId xmlns:a16="http://schemas.microsoft.com/office/drawing/2014/main" id="{77ADF41E-9111-F763-6EE1-F822B534B291}"/>
                  </a:ext>
                </a:extLst>
              </p:cNvPr>
              <p:cNvSpPr/>
              <p:nvPr/>
            </p:nvSpPr>
            <p:spPr>
              <a:xfrm>
                <a:off x="3998268" y="597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3" name="Oval 5122">
                <a:extLst>
                  <a:ext uri="{FF2B5EF4-FFF2-40B4-BE49-F238E27FC236}">
                    <a16:creationId xmlns:a16="http://schemas.microsoft.com/office/drawing/2014/main" id="{ECDD4956-A330-881E-832D-581D4BC0FD81}"/>
                  </a:ext>
                </a:extLst>
              </p:cNvPr>
              <p:cNvSpPr/>
              <p:nvPr/>
            </p:nvSpPr>
            <p:spPr>
              <a:xfrm>
                <a:off x="4430847" y="61791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4" name="Oval 5123">
                <a:extLst>
                  <a:ext uri="{FF2B5EF4-FFF2-40B4-BE49-F238E27FC236}">
                    <a16:creationId xmlns:a16="http://schemas.microsoft.com/office/drawing/2014/main" id="{57368E51-328A-6468-7629-0E519B1E5E57}"/>
                  </a:ext>
                </a:extLst>
              </p:cNvPr>
              <p:cNvSpPr/>
              <p:nvPr/>
            </p:nvSpPr>
            <p:spPr>
              <a:xfrm>
                <a:off x="4036695" y="5978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5" name="Oval 5124">
                <a:extLst>
                  <a:ext uri="{FF2B5EF4-FFF2-40B4-BE49-F238E27FC236}">
                    <a16:creationId xmlns:a16="http://schemas.microsoft.com/office/drawing/2014/main" id="{5BD4851B-4091-B533-45C1-A87F5BFF8B1A}"/>
                  </a:ext>
                </a:extLst>
              </p:cNvPr>
              <p:cNvSpPr/>
              <p:nvPr/>
            </p:nvSpPr>
            <p:spPr>
              <a:xfrm>
                <a:off x="4299773" y="5888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6" name="Oval 5125">
                <a:extLst>
                  <a:ext uri="{FF2B5EF4-FFF2-40B4-BE49-F238E27FC236}">
                    <a16:creationId xmlns:a16="http://schemas.microsoft.com/office/drawing/2014/main" id="{2FD33AE9-C82F-87CE-10C7-404A80DE3BC4}"/>
                  </a:ext>
                </a:extLst>
              </p:cNvPr>
              <p:cNvSpPr/>
              <p:nvPr/>
            </p:nvSpPr>
            <p:spPr>
              <a:xfrm>
                <a:off x="4267342" y="63655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7" name="Oval 5126">
                <a:extLst>
                  <a:ext uri="{FF2B5EF4-FFF2-40B4-BE49-F238E27FC236}">
                    <a16:creationId xmlns:a16="http://schemas.microsoft.com/office/drawing/2014/main" id="{FD551E3A-A794-5F74-4487-ED5295A20DDE}"/>
                  </a:ext>
                </a:extLst>
              </p:cNvPr>
              <p:cNvSpPr/>
              <p:nvPr/>
            </p:nvSpPr>
            <p:spPr>
              <a:xfrm>
                <a:off x="4111438" y="61261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8" name="Oval 5127">
                <a:extLst>
                  <a:ext uri="{FF2B5EF4-FFF2-40B4-BE49-F238E27FC236}">
                    <a16:creationId xmlns:a16="http://schemas.microsoft.com/office/drawing/2014/main" id="{9C9B3DEE-E176-790D-3078-82C95A710B41}"/>
                  </a:ext>
                </a:extLst>
              </p:cNvPr>
              <p:cNvSpPr/>
              <p:nvPr/>
            </p:nvSpPr>
            <p:spPr>
              <a:xfrm>
                <a:off x="4925837" y="54972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29" name="Oval 5128">
                <a:extLst>
                  <a:ext uri="{FF2B5EF4-FFF2-40B4-BE49-F238E27FC236}">
                    <a16:creationId xmlns:a16="http://schemas.microsoft.com/office/drawing/2014/main" id="{AF5BA830-44D0-4F80-ECFD-B658BCB2F26C}"/>
                  </a:ext>
                </a:extLst>
              </p:cNvPr>
              <p:cNvSpPr/>
              <p:nvPr/>
            </p:nvSpPr>
            <p:spPr>
              <a:xfrm>
                <a:off x="4356273" y="63596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0" name="Oval 5129">
                <a:extLst>
                  <a:ext uri="{FF2B5EF4-FFF2-40B4-BE49-F238E27FC236}">
                    <a16:creationId xmlns:a16="http://schemas.microsoft.com/office/drawing/2014/main" id="{E3199A9D-918E-6B57-A0AB-D65B3CEEBF9B}"/>
                  </a:ext>
                </a:extLst>
              </p:cNvPr>
              <p:cNvSpPr/>
              <p:nvPr/>
            </p:nvSpPr>
            <p:spPr>
              <a:xfrm>
                <a:off x="4891549" y="550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1" name="Oval 5130">
                <a:extLst>
                  <a:ext uri="{FF2B5EF4-FFF2-40B4-BE49-F238E27FC236}">
                    <a16:creationId xmlns:a16="http://schemas.microsoft.com/office/drawing/2014/main" id="{2FB58029-04E6-758F-1EB4-B5A37EF44AAC}"/>
                  </a:ext>
                </a:extLst>
              </p:cNvPr>
              <p:cNvSpPr/>
              <p:nvPr/>
            </p:nvSpPr>
            <p:spPr>
              <a:xfrm>
                <a:off x="4133396" y="61602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2" name="Oval 5131">
                <a:extLst>
                  <a:ext uri="{FF2B5EF4-FFF2-40B4-BE49-F238E27FC236}">
                    <a16:creationId xmlns:a16="http://schemas.microsoft.com/office/drawing/2014/main" id="{31AEB94B-CE77-8044-0A82-49DB3B118B43}"/>
                  </a:ext>
                </a:extLst>
              </p:cNvPr>
              <p:cNvSpPr/>
              <p:nvPr/>
            </p:nvSpPr>
            <p:spPr>
              <a:xfrm>
                <a:off x="4162618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3" name="Oval 5132">
                <a:extLst>
                  <a:ext uri="{FF2B5EF4-FFF2-40B4-BE49-F238E27FC236}">
                    <a16:creationId xmlns:a16="http://schemas.microsoft.com/office/drawing/2014/main" id="{4EE8E001-3703-9DAD-D936-AD68233B82A3}"/>
                  </a:ext>
                </a:extLst>
              </p:cNvPr>
              <p:cNvSpPr/>
              <p:nvPr/>
            </p:nvSpPr>
            <p:spPr>
              <a:xfrm>
                <a:off x="4218020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4" name="Oval 5133">
                <a:extLst>
                  <a:ext uri="{FF2B5EF4-FFF2-40B4-BE49-F238E27FC236}">
                    <a16:creationId xmlns:a16="http://schemas.microsoft.com/office/drawing/2014/main" id="{D2D498FE-147A-2FB9-CFF3-27A59B763B5D}"/>
                  </a:ext>
                </a:extLst>
              </p:cNvPr>
              <p:cNvSpPr/>
              <p:nvPr/>
            </p:nvSpPr>
            <p:spPr>
              <a:xfrm>
                <a:off x="4910467" y="56617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5" name="Oval 5134">
                <a:extLst>
                  <a:ext uri="{FF2B5EF4-FFF2-40B4-BE49-F238E27FC236}">
                    <a16:creationId xmlns:a16="http://schemas.microsoft.com/office/drawing/2014/main" id="{3C5BB5BB-C229-79D0-7F86-8C0A8CC571A8}"/>
                  </a:ext>
                </a:extLst>
              </p:cNvPr>
              <p:cNvSpPr/>
              <p:nvPr/>
            </p:nvSpPr>
            <p:spPr>
              <a:xfrm>
                <a:off x="4375867" y="59584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6" name="Oval 5135">
                <a:extLst>
                  <a:ext uri="{FF2B5EF4-FFF2-40B4-BE49-F238E27FC236}">
                    <a16:creationId xmlns:a16="http://schemas.microsoft.com/office/drawing/2014/main" id="{ACB729B4-6F29-A835-3B44-F7C9AE475DB0}"/>
                  </a:ext>
                </a:extLst>
              </p:cNvPr>
              <p:cNvSpPr/>
              <p:nvPr/>
            </p:nvSpPr>
            <p:spPr>
              <a:xfrm>
                <a:off x="4285500" y="63804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7" name="Oval 5136">
                <a:extLst>
                  <a:ext uri="{FF2B5EF4-FFF2-40B4-BE49-F238E27FC236}">
                    <a16:creationId xmlns:a16="http://schemas.microsoft.com/office/drawing/2014/main" id="{11283FE2-2A65-0BD9-4405-8E08A4F24B91}"/>
                  </a:ext>
                </a:extLst>
              </p:cNvPr>
              <p:cNvSpPr/>
              <p:nvPr/>
            </p:nvSpPr>
            <p:spPr>
              <a:xfrm>
                <a:off x="4153497" y="61491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8" name="Oval 5137">
                <a:extLst>
                  <a:ext uri="{FF2B5EF4-FFF2-40B4-BE49-F238E27FC236}">
                    <a16:creationId xmlns:a16="http://schemas.microsoft.com/office/drawing/2014/main" id="{78BE2B5E-2DD8-B0E5-DF8C-999A8376DD46}"/>
                  </a:ext>
                </a:extLst>
              </p:cNvPr>
              <p:cNvSpPr/>
              <p:nvPr/>
            </p:nvSpPr>
            <p:spPr>
              <a:xfrm>
                <a:off x="4054262" y="5989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9" name="Oval 5138">
                <a:extLst>
                  <a:ext uri="{FF2B5EF4-FFF2-40B4-BE49-F238E27FC236}">
                    <a16:creationId xmlns:a16="http://schemas.microsoft.com/office/drawing/2014/main" id="{DC017EFB-9F1E-C11A-4948-AA24D4CFA62D}"/>
                  </a:ext>
                </a:extLst>
              </p:cNvPr>
              <p:cNvSpPr/>
              <p:nvPr/>
            </p:nvSpPr>
            <p:spPr>
              <a:xfrm>
                <a:off x="4345294" y="6252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0" name="Oval 5139">
                <a:extLst>
                  <a:ext uri="{FF2B5EF4-FFF2-40B4-BE49-F238E27FC236}">
                    <a16:creationId xmlns:a16="http://schemas.microsoft.com/office/drawing/2014/main" id="{3AD4F080-D2BB-FFF6-3539-3489DD12623E}"/>
                  </a:ext>
                </a:extLst>
              </p:cNvPr>
              <p:cNvSpPr/>
              <p:nvPr/>
            </p:nvSpPr>
            <p:spPr>
              <a:xfrm>
                <a:off x="4376035" y="63563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1" name="Oval 5140">
                <a:extLst>
                  <a:ext uri="{FF2B5EF4-FFF2-40B4-BE49-F238E27FC236}">
                    <a16:creationId xmlns:a16="http://schemas.microsoft.com/office/drawing/2014/main" id="{8D75C0B0-79C4-1646-BCAA-408D67FC19A6}"/>
                  </a:ext>
                </a:extLst>
              </p:cNvPr>
              <p:cNvSpPr/>
              <p:nvPr/>
            </p:nvSpPr>
            <p:spPr>
              <a:xfrm>
                <a:off x="4125711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2" name="Oval 5141">
                <a:extLst>
                  <a:ext uri="{FF2B5EF4-FFF2-40B4-BE49-F238E27FC236}">
                    <a16:creationId xmlns:a16="http://schemas.microsoft.com/office/drawing/2014/main" id="{F5E52613-05C1-6FFA-471C-60C95FF7D6CA}"/>
                  </a:ext>
                </a:extLst>
              </p:cNvPr>
              <p:cNvSpPr/>
              <p:nvPr/>
            </p:nvSpPr>
            <p:spPr>
              <a:xfrm>
                <a:off x="4630076" y="5231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3" name="Oval 5142">
                <a:extLst>
                  <a:ext uri="{FF2B5EF4-FFF2-40B4-BE49-F238E27FC236}">
                    <a16:creationId xmlns:a16="http://schemas.microsoft.com/office/drawing/2014/main" id="{57326B91-F79A-2FE8-922E-C2998A9ED643}"/>
                  </a:ext>
                </a:extLst>
              </p:cNvPr>
              <p:cNvSpPr/>
              <p:nvPr/>
            </p:nvSpPr>
            <p:spPr>
              <a:xfrm>
                <a:off x="4263541" y="629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4" name="Oval 5143">
                <a:extLst>
                  <a:ext uri="{FF2B5EF4-FFF2-40B4-BE49-F238E27FC236}">
                    <a16:creationId xmlns:a16="http://schemas.microsoft.com/office/drawing/2014/main" id="{684A7F1B-9957-B77A-E88C-720D77FC501B}"/>
                  </a:ext>
                </a:extLst>
              </p:cNvPr>
              <p:cNvSpPr/>
              <p:nvPr/>
            </p:nvSpPr>
            <p:spPr>
              <a:xfrm>
                <a:off x="4243694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5" name="Oval 5144">
                <a:extLst>
                  <a:ext uri="{FF2B5EF4-FFF2-40B4-BE49-F238E27FC236}">
                    <a16:creationId xmlns:a16="http://schemas.microsoft.com/office/drawing/2014/main" id="{B2F05089-462E-12C2-8217-4CD78D8E844C}"/>
                  </a:ext>
                </a:extLst>
              </p:cNvPr>
              <p:cNvSpPr/>
              <p:nvPr/>
            </p:nvSpPr>
            <p:spPr>
              <a:xfrm>
                <a:off x="4910298" y="55009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6" name="Oval 5145">
                <a:extLst>
                  <a:ext uri="{FF2B5EF4-FFF2-40B4-BE49-F238E27FC236}">
                    <a16:creationId xmlns:a16="http://schemas.microsoft.com/office/drawing/2014/main" id="{13592389-EB7C-E80B-ABB2-7CE7C3628AF9}"/>
                  </a:ext>
                </a:extLst>
              </p:cNvPr>
              <p:cNvSpPr/>
              <p:nvPr/>
            </p:nvSpPr>
            <p:spPr>
              <a:xfrm>
                <a:off x="4172583" y="61187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7" name="Oval 5146">
                <a:extLst>
                  <a:ext uri="{FF2B5EF4-FFF2-40B4-BE49-F238E27FC236}">
                    <a16:creationId xmlns:a16="http://schemas.microsoft.com/office/drawing/2014/main" id="{D7244592-24C0-0F10-8D70-A1A3E32B2378}"/>
                  </a:ext>
                </a:extLst>
              </p:cNvPr>
              <p:cNvSpPr/>
              <p:nvPr/>
            </p:nvSpPr>
            <p:spPr>
              <a:xfrm>
                <a:off x="4872377" y="5553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8" name="Oval 5147">
                <a:extLst>
                  <a:ext uri="{FF2B5EF4-FFF2-40B4-BE49-F238E27FC236}">
                    <a16:creationId xmlns:a16="http://schemas.microsoft.com/office/drawing/2014/main" id="{03AEFBB8-D6F6-512A-6856-C3579AD1A869}"/>
                  </a:ext>
                </a:extLst>
              </p:cNvPr>
              <p:cNvSpPr/>
              <p:nvPr/>
            </p:nvSpPr>
            <p:spPr>
              <a:xfrm>
                <a:off x="4189221" y="61348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9" name="Oval 5148">
                <a:extLst>
                  <a:ext uri="{FF2B5EF4-FFF2-40B4-BE49-F238E27FC236}">
                    <a16:creationId xmlns:a16="http://schemas.microsoft.com/office/drawing/2014/main" id="{E8B52A0B-1A7C-24C4-DA4D-AA7C04EC2DC4}"/>
                  </a:ext>
                </a:extLst>
              </p:cNvPr>
              <p:cNvSpPr/>
              <p:nvPr/>
            </p:nvSpPr>
            <p:spPr>
              <a:xfrm>
                <a:off x="4891126" y="5556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0" name="Oval 5149">
                <a:extLst>
                  <a:ext uri="{FF2B5EF4-FFF2-40B4-BE49-F238E27FC236}">
                    <a16:creationId xmlns:a16="http://schemas.microsoft.com/office/drawing/2014/main" id="{60850035-7267-ED8E-584A-0C21ACC4B255}"/>
                  </a:ext>
                </a:extLst>
              </p:cNvPr>
              <p:cNvSpPr/>
              <p:nvPr/>
            </p:nvSpPr>
            <p:spPr>
              <a:xfrm>
                <a:off x="4248508" y="6386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1" name="Oval 5150">
                <a:extLst>
                  <a:ext uri="{FF2B5EF4-FFF2-40B4-BE49-F238E27FC236}">
                    <a16:creationId xmlns:a16="http://schemas.microsoft.com/office/drawing/2014/main" id="{C6928C8A-CCA6-E5B1-8125-DD66E3DE18FF}"/>
                  </a:ext>
                </a:extLst>
              </p:cNvPr>
              <p:cNvSpPr/>
              <p:nvPr/>
            </p:nvSpPr>
            <p:spPr>
              <a:xfrm>
                <a:off x="4312863" y="63032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2" name="Oval 5151">
                <a:extLst>
                  <a:ext uri="{FF2B5EF4-FFF2-40B4-BE49-F238E27FC236}">
                    <a16:creationId xmlns:a16="http://schemas.microsoft.com/office/drawing/2014/main" id="{19715AA9-D468-38C0-6065-0F435E60521A}"/>
                  </a:ext>
                </a:extLst>
              </p:cNvPr>
              <p:cNvSpPr/>
              <p:nvPr/>
            </p:nvSpPr>
            <p:spPr>
              <a:xfrm>
                <a:off x="4026561" y="5972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3" name="Oval 5152">
                <a:extLst>
                  <a:ext uri="{FF2B5EF4-FFF2-40B4-BE49-F238E27FC236}">
                    <a16:creationId xmlns:a16="http://schemas.microsoft.com/office/drawing/2014/main" id="{612AE71C-86E8-00E2-5214-B7C6D48F2EF3}"/>
                  </a:ext>
                </a:extLst>
              </p:cNvPr>
              <p:cNvSpPr/>
              <p:nvPr/>
            </p:nvSpPr>
            <p:spPr>
              <a:xfrm>
                <a:off x="4385579" y="6196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4" name="Oval 5153">
                <a:extLst>
                  <a:ext uri="{FF2B5EF4-FFF2-40B4-BE49-F238E27FC236}">
                    <a16:creationId xmlns:a16="http://schemas.microsoft.com/office/drawing/2014/main" id="{C4E5AA52-2F88-3F03-9B5A-966CFC7AD587}"/>
                  </a:ext>
                </a:extLst>
              </p:cNvPr>
              <p:cNvSpPr/>
              <p:nvPr/>
            </p:nvSpPr>
            <p:spPr>
              <a:xfrm>
                <a:off x="4850757" y="5603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5" name="Oval 5154">
                <a:extLst>
                  <a:ext uri="{FF2B5EF4-FFF2-40B4-BE49-F238E27FC236}">
                    <a16:creationId xmlns:a16="http://schemas.microsoft.com/office/drawing/2014/main" id="{7978FFC4-EE3E-C5BC-30FE-861B7682B494}"/>
                  </a:ext>
                </a:extLst>
              </p:cNvPr>
              <p:cNvSpPr/>
              <p:nvPr/>
            </p:nvSpPr>
            <p:spPr>
              <a:xfrm>
                <a:off x="4084412" y="600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6" name="Oval 5155">
                <a:extLst>
                  <a:ext uri="{FF2B5EF4-FFF2-40B4-BE49-F238E27FC236}">
                    <a16:creationId xmlns:a16="http://schemas.microsoft.com/office/drawing/2014/main" id="{7A97D140-E8F5-662B-CDF7-213B3829B240}"/>
                  </a:ext>
                </a:extLst>
              </p:cNvPr>
              <p:cNvSpPr/>
              <p:nvPr/>
            </p:nvSpPr>
            <p:spPr>
              <a:xfrm>
                <a:off x="4280432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7" name="Oval 5156">
                <a:extLst>
                  <a:ext uri="{FF2B5EF4-FFF2-40B4-BE49-F238E27FC236}">
                    <a16:creationId xmlns:a16="http://schemas.microsoft.com/office/drawing/2014/main" id="{5335B0D3-4411-E44E-199A-4CF830E54778}"/>
                  </a:ext>
                </a:extLst>
              </p:cNvPr>
              <p:cNvSpPr/>
              <p:nvPr/>
            </p:nvSpPr>
            <p:spPr>
              <a:xfrm>
                <a:off x="4955566" y="550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8" name="Oval 5157">
                <a:extLst>
                  <a:ext uri="{FF2B5EF4-FFF2-40B4-BE49-F238E27FC236}">
                    <a16:creationId xmlns:a16="http://schemas.microsoft.com/office/drawing/2014/main" id="{62AA74CB-32DD-6CBE-E887-1AFC4954DD52}"/>
                  </a:ext>
                </a:extLst>
              </p:cNvPr>
              <p:cNvSpPr/>
              <p:nvPr/>
            </p:nvSpPr>
            <p:spPr>
              <a:xfrm>
                <a:off x="4854389" y="554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59" name="Oval 5158">
                <a:extLst>
                  <a:ext uri="{FF2B5EF4-FFF2-40B4-BE49-F238E27FC236}">
                    <a16:creationId xmlns:a16="http://schemas.microsoft.com/office/drawing/2014/main" id="{5AA515DF-A45A-DB0E-EDB4-2769011F6A70}"/>
                  </a:ext>
                </a:extLst>
              </p:cNvPr>
              <p:cNvSpPr/>
              <p:nvPr/>
            </p:nvSpPr>
            <p:spPr>
              <a:xfrm>
                <a:off x="4259319" y="639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0" name="Oval 5159">
                <a:extLst>
                  <a:ext uri="{FF2B5EF4-FFF2-40B4-BE49-F238E27FC236}">
                    <a16:creationId xmlns:a16="http://schemas.microsoft.com/office/drawing/2014/main" id="{2EBD83AD-0508-EBCC-FC4A-48354FB31614}"/>
                  </a:ext>
                </a:extLst>
              </p:cNvPr>
              <p:cNvSpPr/>
              <p:nvPr/>
            </p:nvSpPr>
            <p:spPr>
              <a:xfrm>
                <a:off x="4285753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1" name="Oval 5160">
                <a:extLst>
                  <a:ext uri="{FF2B5EF4-FFF2-40B4-BE49-F238E27FC236}">
                    <a16:creationId xmlns:a16="http://schemas.microsoft.com/office/drawing/2014/main" id="{EAE0011B-7F57-3803-897F-3B0E99659F3D}"/>
                  </a:ext>
                </a:extLst>
              </p:cNvPr>
              <p:cNvSpPr/>
              <p:nvPr/>
            </p:nvSpPr>
            <p:spPr>
              <a:xfrm>
                <a:off x="4385410" y="63129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2" name="Oval 5161">
                <a:extLst>
                  <a:ext uri="{FF2B5EF4-FFF2-40B4-BE49-F238E27FC236}">
                    <a16:creationId xmlns:a16="http://schemas.microsoft.com/office/drawing/2014/main" id="{141D7F52-F006-5D46-36BF-77DA16C6C126}"/>
                  </a:ext>
                </a:extLst>
              </p:cNvPr>
              <p:cNvSpPr/>
              <p:nvPr/>
            </p:nvSpPr>
            <p:spPr>
              <a:xfrm>
                <a:off x="4258643" y="62993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3" name="Oval 5162">
                <a:extLst>
                  <a:ext uri="{FF2B5EF4-FFF2-40B4-BE49-F238E27FC236}">
                    <a16:creationId xmlns:a16="http://schemas.microsoft.com/office/drawing/2014/main" id="{DA094300-C503-78C2-3CE9-F63481FC7E1D}"/>
                  </a:ext>
                </a:extLst>
              </p:cNvPr>
              <p:cNvSpPr/>
              <p:nvPr/>
            </p:nvSpPr>
            <p:spPr>
              <a:xfrm>
                <a:off x="4139815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4" name="Oval 5163">
                <a:extLst>
                  <a:ext uri="{FF2B5EF4-FFF2-40B4-BE49-F238E27FC236}">
                    <a16:creationId xmlns:a16="http://schemas.microsoft.com/office/drawing/2014/main" id="{555857CF-4C5F-FD0A-6468-5E822D629EB5}"/>
                  </a:ext>
                </a:extLst>
              </p:cNvPr>
              <p:cNvSpPr/>
              <p:nvPr/>
            </p:nvSpPr>
            <p:spPr>
              <a:xfrm>
                <a:off x="4089395" y="5969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5" name="Oval 5164">
                <a:extLst>
                  <a:ext uri="{FF2B5EF4-FFF2-40B4-BE49-F238E27FC236}">
                    <a16:creationId xmlns:a16="http://schemas.microsoft.com/office/drawing/2014/main" id="{CC9B698E-46A0-9430-9ECB-3F41D61F1F78}"/>
                  </a:ext>
                </a:extLst>
              </p:cNvPr>
              <p:cNvSpPr/>
              <p:nvPr/>
            </p:nvSpPr>
            <p:spPr>
              <a:xfrm>
                <a:off x="6537492" y="8386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6" name="Oval 5165">
                <a:extLst>
                  <a:ext uri="{FF2B5EF4-FFF2-40B4-BE49-F238E27FC236}">
                    <a16:creationId xmlns:a16="http://schemas.microsoft.com/office/drawing/2014/main" id="{7660C442-274E-7463-3DA4-6C0000FAEBF1}"/>
                  </a:ext>
                </a:extLst>
              </p:cNvPr>
              <p:cNvSpPr/>
              <p:nvPr/>
            </p:nvSpPr>
            <p:spPr>
              <a:xfrm>
                <a:off x="4355597" y="60817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7" name="Oval 5166">
                <a:extLst>
                  <a:ext uri="{FF2B5EF4-FFF2-40B4-BE49-F238E27FC236}">
                    <a16:creationId xmlns:a16="http://schemas.microsoft.com/office/drawing/2014/main" id="{30AA21E8-88BD-4139-DD57-21730B8DAECA}"/>
                  </a:ext>
                </a:extLst>
              </p:cNvPr>
              <p:cNvSpPr/>
              <p:nvPr/>
            </p:nvSpPr>
            <p:spPr>
              <a:xfrm>
                <a:off x="4429073" y="6153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8" name="Oval 5167">
                <a:extLst>
                  <a:ext uri="{FF2B5EF4-FFF2-40B4-BE49-F238E27FC236}">
                    <a16:creationId xmlns:a16="http://schemas.microsoft.com/office/drawing/2014/main" id="{BE9817A9-F8A7-1102-C4F8-29BD029D3C2D}"/>
                  </a:ext>
                </a:extLst>
              </p:cNvPr>
              <p:cNvSpPr/>
              <p:nvPr/>
            </p:nvSpPr>
            <p:spPr>
              <a:xfrm>
                <a:off x="4306360" y="6389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69" name="Oval 5168">
                <a:extLst>
                  <a:ext uri="{FF2B5EF4-FFF2-40B4-BE49-F238E27FC236}">
                    <a16:creationId xmlns:a16="http://schemas.microsoft.com/office/drawing/2014/main" id="{EC44D374-92ED-B4E4-C53C-B7A01754B44A}"/>
                  </a:ext>
                </a:extLst>
              </p:cNvPr>
              <p:cNvSpPr/>
              <p:nvPr/>
            </p:nvSpPr>
            <p:spPr>
              <a:xfrm>
                <a:off x="4629232" y="640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0" name="Oval 5169">
                <a:extLst>
                  <a:ext uri="{FF2B5EF4-FFF2-40B4-BE49-F238E27FC236}">
                    <a16:creationId xmlns:a16="http://schemas.microsoft.com/office/drawing/2014/main" id="{90D0947E-1773-EA92-608D-67A62FC56119}"/>
                  </a:ext>
                </a:extLst>
              </p:cNvPr>
              <p:cNvSpPr/>
              <p:nvPr/>
            </p:nvSpPr>
            <p:spPr>
              <a:xfrm>
                <a:off x="4268440" y="62245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1" name="Oval 5170">
                <a:extLst>
                  <a:ext uri="{FF2B5EF4-FFF2-40B4-BE49-F238E27FC236}">
                    <a16:creationId xmlns:a16="http://schemas.microsoft.com/office/drawing/2014/main" id="{09FC9D22-2B8E-7D2A-C398-03E303B25A06}"/>
                  </a:ext>
                </a:extLst>
              </p:cNvPr>
              <p:cNvSpPr/>
              <p:nvPr/>
            </p:nvSpPr>
            <p:spPr>
              <a:xfrm>
                <a:off x="4322575" y="63541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2" name="Oval 5171">
                <a:extLst>
                  <a:ext uri="{FF2B5EF4-FFF2-40B4-BE49-F238E27FC236}">
                    <a16:creationId xmlns:a16="http://schemas.microsoft.com/office/drawing/2014/main" id="{A629C771-A7A2-F4FE-BB95-257F7B6DE5D8}"/>
                  </a:ext>
                </a:extLst>
              </p:cNvPr>
              <p:cNvSpPr/>
              <p:nvPr/>
            </p:nvSpPr>
            <p:spPr>
              <a:xfrm>
                <a:off x="4355935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3" name="Oval 5172">
                <a:extLst>
                  <a:ext uri="{FF2B5EF4-FFF2-40B4-BE49-F238E27FC236}">
                    <a16:creationId xmlns:a16="http://schemas.microsoft.com/office/drawing/2014/main" id="{5ABACAE3-FA47-8AB6-F2CE-525F1C4F4682}"/>
                  </a:ext>
                </a:extLst>
              </p:cNvPr>
              <p:cNvSpPr/>
              <p:nvPr/>
            </p:nvSpPr>
            <p:spPr>
              <a:xfrm>
                <a:off x="4055867" y="6013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4" name="Oval 5173">
                <a:extLst>
                  <a:ext uri="{FF2B5EF4-FFF2-40B4-BE49-F238E27FC236}">
                    <a16:creationId xmlns:a16="http://schemas.microsoft.com/office/drawing/2014/main" id="{0B7B460B-E449-06AC-E25D-F553D7978EAB}"/>
                  </a:ext>
                </a:extLst>
              </p:cNvPr>
              <p:cNvSpPr/>
              <p:nvPr/>
            </p:nvSpPr>
            <p:spPr>
              <a:xfrm>
                <a:off x="4090746" y="5995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5" name="Oval 5174">
                <a:extLst>
                  <a:ext uri="{FF2B5EF4-FFF2-40B4-BE49-F238E27FC236}">
                    <a16:creationId xmlns:a16="http://schemas.microsoft.com/office/drawing/2014/main" id="{ECD15D8F-8161-0745-6805-33D22DCD0CF1}"/>
                  </a:ext>
                </a:extLst>
              </p:cNvPr>
              <p:cNvSpPr/>
              <p:nvPr/>
            </p:nvSpPr>
            <p:spPr>
              <a:xfrm>
                <a:off x="4140322" y="6173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6" name="Oval 5175">
                <a:extLst>
                  <a:ext uri="{FF2B5EF4-FFF2-40B4-BE49-F238E27FC236}">
                    <a16:creationId xmlns:a16="http://schemas.microsoft.com/office/drawing/2014/main" id="{F984A298-C905-BCA4-D992-6FE7383A453C}"/>
                  </a:ext>
                </a:extLst>
              </p:cNvPr>
              <p:cNvSpPr/>
              <p:nvPr/>
            </p:nvSpPr>
            <p:spPr>
              <a:xfrm>
                <a:off x="4301462" y="62754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7" name="Oval 5176">
                <a:extLst>
                  <a:ext uri="{FF2B5EF4-FFF2-40B4-BE49-F238E27FC236}">
                    <a16:creationId xmlns:a16="http://schemas.microsoft.com/office/drawing/2014/main" id="{99DCC78C-0EFC-D89C-93D0-367368F89F6A}"/>
                  </a:ext>
                </a:extLst>
              </p:cNvPr>
              <p:cNvSpPr/>
              <p:nvPr/>
            </p:nvSpPr>
            <p:spPr>
              <a:xfrm>
                <a:off x="4413533" y="6139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8" name="Oval 5177">
                <a:extLst>
                  <a:ext uri="{FF2B5EF4-FFF2-40B4-BE49-F238E27FC236}">
                    <a16:creationId xmlns:a16="http://schemas.microsoft.com/office/drawing/2014/main" id="{971F52D5-BA91-4794-FE2F-BABC1810FEEC}"/>
                  </a:ext>
                </a:extLst>
              </p:cNvPr>
              <p:cNvSpPr/>
              <p:nvPr/>
            </p:nvSpPr>
            <p:spPr>
              <a:xfrm>
                <a:off x="4317255" y="6292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79" name="Oval 5178">
                <a:extLst>
                  <a:ext uri="{FF2B5EF4-FFF2-40B4-BE49-F238E27FC236}">
                    <a16:creationId xmlns:a16="http://schemas.microsoft.com/office/drawing/2014/main" id="{56B76B98-3126-F580-6B4C-91611396F5C2}"/>
                  </a:ext>
                </a:extLst>
              </p:cNvPr>
              <p:cNvSpPr/>
              <p:nvPr/>
            </p:nvSpPr>
            <p:spPr>
              <a:xfrm>
                <a:off x="4055867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0" name="Oval 5179">
                <a:extLst>
                  <a:ext uri="{FF2B5EF4-FFF2-40B4-BE49-F238E27FC236}">
                    <a16:creationId xmlns:a16="http://schemas.microsoft.com/office/drawing/2014/main" id="{30360AF3-DA29-91ED-BFAA-228DC51CA1C9}"/>
                  </a:ext>
                </a:extLst>
              </p:cNvPr>
              <p:cNvSpPr/>
              <p:nvPr/>
            </p:nvSpPr>
            <p:spPr>
              <a:xfrm>
                <a:off x="4941799" y="549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1" name="Oval 5180">
                <a:extLst>
                  <a:ext uri="{FF2B5EF4-FFF2-40B4-BE49-F238E27FC236}">
                    <a16:creationId xmlns:a16="http://schemas.microsoft.com/office/drawing/2014/main" id="{A8E54035-2E63-F3F4-005E-76254440DF54}"/>
                  </a:ext>
                </a:extLst>
              </p:cNvPr>
              <p:cNvSpPr/>
              <p:nvPr/>
            </p:nvSpPr>
            <p:spPr>
              <a:xfrm>
                <a:off x="4258559" y="636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2" name="Oval 5181">
                <a:extLst>
                  <a:ext uri="{FF2B5EF4-FFF2-40B4-BE49-F238E27FC236}">
                    <a16:creationId xmlns:a16="http://schemas.microsoft.com/office/drawing/2014/main" id="{555C4EEC-3B06-2FBB-CB23-84A032D38FCD}"/>
                  </a:ext>
                </a:extLst>
              </p:cNvPr>
              <p:cNvSpPr/>
              <p:nvPr/>
            </p:nvSpPr>
            <p:spPr>
              <a:xfrm>
                <a:off x="4015328" y="6003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3" name="Oval 5182">
                <a:extLst>
                  <a:ext uri="{FF2B5EF4-FFF2-40B4-BE49-F238E27FC236}">
                    <a16:creationId xmlns:a16="http://schemas.microsoft.com/office/drawing/2014/main" id="{F3EBE836-1357-E04A-BC3B-2428D4EFED1D}"/>
                  </a:ext>
                </a:extLst>
              </p:cNvPr>
              <p:cNvSpPr/>
              <p:nvPr/>
            </p:nvSpPr>
            <p:spPr>
              <a:xfrm>
                <a:off x="4901852" y="5432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4" name="Oval 5183">
                <a:extLst>
                  <a:ext uri="{FF2B5EF4-FFF2-40B4-BE49-F238E27FC236}">
                    <a16:creationId xmlns:a16="http://schemas.microsoft.com/office/drawing/2014/main" id="{EB82BB12-F462-60B8-2D74-337B59B0BD89}"/>
                  </a:ext>
                </a:extLst>
              </p:cNvPr>
              <p:cNvSpPr/>
              <p:nvPr/>
            </p:nvSpPr>
            <p:spPr>
              <a:xfrm>
                <a:off x="4903035" y="561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5" name="Oval 5184">
                <a:extLst>
                  <a:ext uri="{FF2B5EF4-FFF2-40B4-BE49-F238E27FC236}">
                    <a16:creationId xmlns:a16="http://schemas.microsoft.com/office/drawing/2014/main" id="{A8BFAE63-5A7F-FCBC-0DBA-72D901584FA9}"/>
                  </a:ext>
                </a:extLst>
              </p:cNvPr>
              <p:cNvSpPr/>
              <p:nvPr/>
            </p:nvSpPr>
            <p:spPr>
              <a:xfrm>
                <a:off x="4206365" y="6038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6" name="Oval 5185">
                <a:extLst>
                  <a:ext uri="{FF2B5EF4-FFF2-40B4-BE49-F238E27FC236}">
                    <a16:creationId xmlns:a16="http://schemas.microsoft.com/office/drawing/2014/main" id="{90AA8EBF-50CC-D5D3-E15F-780A3602762F}"/>
                  </a:ext>
                </a:extLst>
              </p:cNvPr>
              <p:cNvSpPr/>
              <p:nvPr/>
            </p:nvSpPr>
            <p:spPr>
              <a:xfrm>
                <a:off x="4127653" y="62086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7" name="Oval 5186">
                <a:extLst>
                  <a:ext uri="{FF2B5EF4-FFF2-40B4-BE49-F238E27FC236}">
                    <a16:creationId xmlns:a16="http://schemas.microsoft.com/office/drawing/2014/main" id="{FD175CFA-9ADB-B9C2-6BEB-7779955D5778}"/>
                  </a:ext>
                </a:extLst>
              </p:cNvPr>
              <p:cNvSpPr/>
              <p:nvPr/>
            </p:nvSpPr>
            <p:spPr>
              <a:xfrm>
                <a:off x="3999535" y="599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8" name="Oval 5187">
                <a:extLst>
                  <a:ext uri="{FF2B5EF4-FFF2-40B4-BE49-F238E27FC236}">
                    <a16:creationId xmlns:a16="http://schemas.microsoft.com/office/drawing/2014/main" id="{80CF0730-6A77-6ACE-D676-E29B16A7F80F}"/>
                  </a:ext>
                </a:extLst>
              </p:cNvPr>
              <p:cNvSpPr/>
              <p:nvPr/>
            </p:nvSpPr>
            <p:spPr>
              <a:xfrm>
                <a:off x="4155439" y="61686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89" name="Oval 5188">
                <a:extLst>
                  <a:ext uri="{FF2B5EF4-FFF2-40B4-BE49-F238E27FC236}">
                    <a16:creationId xmlns:a16="http://schemas.microsoft.com/office/drawing/2014/main" id="{B268505B-0E44-4DBF-84AE-0F041AE5D3C6}"/>
                  </a:ext>
                </a:extLst>
              </p:cNvPr>
              <p:cNvSpPr/>
              <p:nvPr/>
            </p:nvSpPr>
            <p:spPr>
              <a:xfrm>
                <a:off x="4930905" y="570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0" name="Oval 5189">
                <a:extLst>
                  <a:ext uri="{FF2B5EF4-FFF2-40B4-BE49-F238E27FC236}">
                    <a16:creationId xmlns:a16="http://schemas.microsoft.com/office/drawing/2014/main" id="{1551EA68-8177-7897-EFDB-559A288C8CA0}"/>
                  </a:ext>
                </a:extLst>
              </p:cNvPr>
              <p:cNvSpPr/>
              <p:nvPr/>
            </p:nvSpPr>
            <p:spPr>
              <a:xfrm>
                <a:off x="4358047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1" name="Oval 5190">
                <a:extLst>
                  <a:ext uri="{FF2B5EF4-FFF2-40B4-BE49-F238E27FC236}">
                    <a16:creationId xmlns:a16="http://schemas.microsoft.com/office/drawing/2014/main" id="{A831EB2B-5D73-BE39-707C-BE56921B3BD0}"/>
                  </a:ext>
                </a:extLst>
              </p:cNvPr>
              <p:cNvSpPr/>
              <p:nvPr/>
            </p:nvSpPr>
            <p:spPr>
              <a:xfrm>
                <a:off x="4885721" y="55566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2" name="Oval 5191">
                <a:extLst>
                  <a:ext uri="{FF2B5EF4-FFF2-40B4-BE49-F238E27FC236}">
                    <a16:creationId xmlns:a16="http://schemas.microsoft.com/office/drawing/2014/main" id="{6FF327DA-986F-C075-0468-E64FAFEB0B5B}"/>
                  </a:ext>
                </a:extLst>
              </p:cNvPr>
              <p:cNvSpPr/>
              <p:nvPr/>
            </p:nvSpPr>
            <p:spPr>
              <a:xfrm>
                <a:off x="4934283" y="54835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3" name="Oval 5192">
                <a:extLst>
                  <a:ext uri="{FF2B5EF4-FFF2-40B4-BE49-F238E27FC236}">
                    <a16:creationId xmlns:a16="http://schemas.microsoft.com/office/drawing/2014/main" id="{B920C332-EC4B-0C92-80DD-7A9E57FC4763}"/>
                  </a:ext>
                </a:extLst>
              </p:cNvPr>
              <p:cNvSpPr/>
              <p:nvPr/>
            </p:nvSpPr>
            <p:spPr>
              <a:xfrm>
                <a:off x="4247579" y="628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4" name="Oval 5193">
                <a:extLst>
                  <a:ext uri="{FF2B5EF4-FFF2-40B4-BE49-F238E27FC236}">
                    <a16:creationId xmlns:a16="http://schemas.microsoft.com/office/drawing/2014/main" id="{451554FC-2C15-19FE-6394-0DD013CB6782}"/>
                  </a:ext>
                </a:extLst>
              </p:cNvPr>
              <p:cNvSpPr/>
              <p:nvPr/>
            </p:nvSpPr>
            <p:spPr>
              <a:xfrm>
                <a:off x="4395376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5" name="Oval 5194">
                <a:extLst>
                  <a:ext uri="{FF2B5EF4-FFF2-40B4-BE49-F238E27FC236}">
                    <a16:creationId xmlns:a16="http://schemas.microsoft.com/office/drawing/2014/main" id="{C5D15646-513E-D265-C559-197C2129AB1D}"/>
                  </a:ext>
                </a:extLst>
              </p:cNvPr>
              <p:cNvSpPr/>
              <p:nvPr/>
            </p:nvSpPr>
            <p:spPr>
              <a:xfrm>
                <a:off x="4898474" y="54947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6" name="Oval 5195">
                <a:extLst>
                  <a:ext uri="{FF2B5EF4-FFF2-40B4-BE49-F238E27FC236}">
                    <a16:creationId xmlns:a16="http://schemas.microsoft.com/office/drawing/2014/main" id="{B1479304-76E1-6431-9D57-2651390940CC}"/>
                  </a:ext>
                </a:extLst>
              </p:cNvPr>
              <p:cNvSpPr/>
              <p:nvPr/>
            </p:nvSpPr>
            <p:spPr>
              <a:xfrm>
                <a:off x="4385832" y="5879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7" name="Oval 5196">
                <a:extLst>
                  <a:ext uri="{FF2B5EF4-FFF2-40B4-BE49-F238E27FC236}">
                    <a16:creationId xmlns:a16="http://schemas.microsoft.com/office/drawing/2014/main" id="{DC5A8506-343D-746C-0AB3-CA1FE3DD1BF1}"/>
                  </a:ext>
                </a:extLst>
              </p:cNvPr>
              <p:cNvSpPr/>
              <p:nvPr/>
            </p:nvSpPr>
            <p:spPr>
              <a:xfrm>
                <a:off x="4222665" y="62475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8" name="Oval 5197">
                <a:extLst>
                  <a:ext uri="{FF2B5EF4-FFF2-40B4-BE49-F238E27FC236}">
                    <a16:creationId xmlns:a16="http://schemas.microsoft.com/office/drawing/2014/main" id="{E6BDD653-52CB-332C-E7AD-3A94D7E0144A}"/>
                  </a:ext>
                </a:extLst>
              </p:cNvPr>
              <p:cNvSpPr/>
              <p:nvPr/>
            </p:nvSpPr>
            <p:spPr>
              <a:xfrm>
                <a:off x="4123346" y="5999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99" name="Oval 5198">
                <a:extLst>
                  <a:ext uri="{FF2B5EF4-FFF2-40B4-BE49-F238E27FC236}">
                    <a16:creationId xmlns:a16="http://schemas.microsoft.com/office/drawing/2014/main" id="{F01B496B-A225-404F-F492-9E35A586E394}"/>
                  </a:ext>
                </a:extLst>
              </p:cNvPr>
              <p:cNvSpPr/>
              <p:nvPr/>
            </p:nvSpPr>
            <p:spPr>
              <a:xfrm>
                <a:off x="4146740" y="6170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0" name="Oval 5199">
                <a:extLst>
                  <a:ext uri="{FF2B5EF4-FFF2-40B4-BE49-F238E27FC236}">
                    <a16:creationId xmlns:a16="http://schemas.microsoft.com/office/drawing/2014/main" id="{D3FA1958-CAD2-7FC8-53E9-6F47DBC63DAF}"/>
                  </a:ext>
                </a:extLst>
              </p:cNvPr>
              <p:cNvSpPr/>
              <p:nvPr/>
            </p:nvSpPr>
            <p:spPr>
              <a:xfrm>
                <a:off x="5046017" y="803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1" name="Oval 5200">
                <a:extLst>
                  <a:ext uri="{FF2B5EF4-FFF2-40B4-BE49-F238E27FC236}">
                    <a16:creationId xmlns:a16="http://schemas.microsoft.com/office/drawing/2014/main" id="{207D7F48-562A-E811-3653-4A444CDB4756}"/>
                  </a:ext>
                </a:extLst>
              </p:cNvPr>
              <p:cNvSpPr/>
              <p:nvPr/>
            </p:nvSpPr>
            <p:spPr>
              <a:xfrm>
                <a:off x="4152399" y="6013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2" name="Oval 5201">
                <a:extLst>
                  <a:ext uri="{FF2B5EF4-FFF2-40B4-BE49-F238E27FC236}">
                    <a16:creationId xmlns:a16="http://schemas.microsoft.com/office/drawing/2014/main" id="{E754E94A-DB84-DA9C-3C20-D437D7B1687A}"/>
                  </a:ext>
                </a:extLst>
              </p:cNvPr>
              <p:cNvSpPr/>
              <p:nvPr/>
            </p:nvSpPr>
            <p:spPr>
              <a:xfrm>
                <a:off x="4029432" y="600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3" name="Oval 5202">
                <a:extLst>
                  <a:ext uri="{FF2B5EF4-FFF2-40B4-BE49-F238E27FC236}">
                    <a16:creationId xmlns:a16="http://schemas.microsoft.com/office/drawing/2014/main" id="{6098C3BA-5AE0-9ACC-81DC-1A338D014E45}"/>
                  </a:ext>
                </a:extLst>
              </p:cNvPr>
              <p:cNvSpPr/>
              <p:nvPr/>
            </p:nvSpPr>
            <p:spPr>
              <a:xfrm>
                <a:off x="4268440" y="6403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4" name="Oval 5203">
                <a:extLst>
                  <a:ext uri="{FF2B5EF4-FFF2-40B4-BE49-F238E27FC236}">
                    <a16:creationId xmlns:a16="http://schemas.microsoft.com/office/drawing/2014/main" id="{FD69C84B-0DC1-F58E-C962-B90F9101DDEA}"/>
                  </a:ext>
                </a:extLst>
              </p:cNvPr>
              <p:cNvSpPr/>
              <p:nvPr/>
            </p:nvSpPr>
            <p:spPr>
              <a:xfrm>
                <a:off x="4224692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5" name="Oval 5204">
                <a:extLst>
                  <a:ext uri="{FF2B5EF4-FFF2-40B4-BE49-F238E27FC236}">
                    <a16:creationId xmlns:a16="http://schemas.microsoft.com/office/drawing/2014/main" id="{688CE7FD-8594-3CA6-D7D8-7D1C61D3C2AF}"/>
                  </a:ext>
                </a:extLst>
              </p:cNvPr>
              <p:cNvSpPr/>
              <p:nvPr/>
            </p:nvSpPr>
            <p:spPr>
              <a:xfrm>
                <a:off x="4426624" y="61037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6" name="Oval 5205">
                <a:extLst>
                  <a:ext uri="{FF2B5EF4-FFF2-40B4-BE49-F238E27FC236}">
                    <a16:creationId xmlns:a16="http://schemas.microsoft.com/office/drawing/2014/main" id="{A1481F30-D9B4-B6A1-1834-5BD38899A9B0}"/>
                  </a:ext>
                </a:extLst>
              </p:cNvPr>
              <p:cNvSpPr/>
              <p:nvPr/>
            </p:nvSpPr>
            <p:spPr>
              <a:xfrm>
                <a:off x="4128667" y="61922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7" name="Oval 5206">
                <a:extLst>
                  <a:ext uri="{FF2B5EF4-FFF2-40B4-BE49-F238E27FC236}">
                    <a16:creationId xmlns:a16="http://schemas.microsoft.com/office/drawing/2014/main" id="{1BE1B628-B81C-F7DB-DA27-14D81C448FA7}"/>
                  </a:ext>
                </a:extLst>
              </p:cNvPr>
              <p:cNvSpPr/>
              <p:nvPr/>
            </p:nvSpPr>
            <p:spPr>
              <a:xfrm>
                <a:off x="4337271" y="631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8" name="Oval 5207">
                <a:extLst>
                  <a:ext uri="{FF2B5EF4-FFF2-40B4-BE49-F238E27FC236}">
                    <a16:creationId xmlns:a16="http://schemas.microsoft.com/office/drawing/2014/main" id="{B601E969-4323-5495-4249-5AB7889F548D}"/>
                  </a:ext>
                </a:extLst>
              </p:cNvPr>
              <p:cNvSpPr/>
              <p:nvPr/>
            </p:nvSpPr>
            <p:spPr>
              <a:xfrm>
                <a:off x="4403906" y="6305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09" name="Oval 5208">
                <a:extLst>
                  <a:ext uri="{FF2B5EF4-FFF2-40B4-BE49-F238E27FC236}">
                    <a16:creationId xmlns:a16="http://schemas.microsoft.com/office/drawing/2014/main" id="{5966AE81-FD93-F005-B3F7-A8FA5082FB4A}"/>
                  </a:ext>
                </a:extLst>
              </p:cNvPr>
              <p:cNvSpPr/>
              <p:nvPr/>
            </p:nvSpPr>
            <p:spPr>
              <a:xfrm>
                <a:off x="4456268" y="58284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0" name="Oval 5209">
                <a:extLst>
                  <a:ext uri="{FF2B5EF4-FFF2-40B4-BE49-F238E27FC236}">
                    <a16:creationId xmlns:a16="http://schemas.microsoft.com/office/drawing/2014/main" id="{B2C30B77-D47C-DDD8-7258-89323014FFE2}"/>
                  </a:ext>
                </a:extLst>
              </p:cNvPr>
              <p:cNvSpPr/>
              <p:nvPr/>
            </p:nvSpPr>
            <p:spPr>
              <a:xfrm>
                <a:off x="4183056" y="61441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1" name="Oval 5210">
                <a:extLst>
                  <a:ext uri="{FF2B5EF4-FFF2-40B4-BE49-F238E27FC236}">
                    <a16:creationId xmlns:a16="http://schemas.microsoft.com/office/drawing/2014/main" id="{A6E2B74A-2E75-129A-7C5D-6DBD271ED41C}"/>
                  </a:ext>
                </a:extLst>
              </p:cNvPr>
              <p:cNvSpPr/>
              <p:nvPr/>
            </p:nvSpPr>
            <p:spPr>
              <a:xfrm>
                <a:off x="4024872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2" name="Oval 5211">
                <a:extLst>
                  <a:ext uri="{FF2B5EF4-FFF2-40B4-BE49-F238E27FC236}">
                    <a16:creationId xmlns:a16="http://schemas.microsoft.com/office/drawing/2014/main" id="{02B65D6E-47C5-4807-9FA8-D270AEE3CC62}"/>
                  </a:ext>
                </a:extLst>
              </p:cNvPr>
              <p:cNvSpPr/>
              <p:nvPr/>
            </p:nvSpPr>
            <p:spPr>
              <a:xfrm>
                <a:off x="4265822" y="62938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3" name="Oval 5212">
                <a:extLst>
                  <a:ext uri="{FF2B5EF4-FFF2-40B4-BE49-F238E27FC236}">
                    <a16:creationId xmlns:a16="http://schemas.microsoft.com/office/drawing/2014/main" id="{C72703F7-50E9-66DF-9EE0-360DAEC9BCE7}"/>
                  </a:ext>
                </a:extLst>
              </p:cNvPr>
              <p:cNvSpPr/>
              <p:nvPr/>
            </p:nvSpPr>
            <p:spPr>
              <a:xfrm>
                <a:off x="4003673" y="59998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4" name="Oval 5213">
                <a:extLst>
                  <a:ext uri="{FF2B5EF4-FFF2-40B4-BE49-F238E27FC236}">
                    <a16:creationId xmlns:a16="http://schemas.microsoft.com/office/drawing/2014/main" id="{5AEC4604-13D8-27A4-76F3-1D44F2FAA845}"/>
                  </a:ext>
                </a:extLst>
              </p:cNvPr>
              <p:cNvSpPr/>
              <p:nvPr/>
            </p:nvSpPr>
            <p:spPr>
              <a:xfrm>
                <a:off x="4138210" y="6128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5" name="Oval 5214">
                <a:extLst>
                  <a:ext uri="{FF2B5EF4-FFF2-40B4-BE49-F238E27FC236}">
                    <a16:creationId xmlns:a16="http://schemas.microsoft.com/office/drawing/2014/main" id="{4917163E-3879-1CA0-ABF7-E62465271E08}"/>
                  </a:ext>
                </a:extLst>
              </p:cNvPr>
              <p:cNvSpPr/>
              <p:nvPr/>
            </p:nvSpPr>
            <p:spPr>
              <a:xfrm>
                <a:off x="4153497" y="61206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6" name="Oval 5215">
                <a:extLst>
                  <a:ext uri="{FF2B5EF4-FFF2-40B4-BE49-F238E27FC236}">
                    <a16:creationId xmlns:a16="http://schemas.microsoft.com/office/drawing/2014/main" id="{6300DC39-3E55-0140-44FB-CB17118F5DAA}"/>
                  </a:ext>
                </a:extLst>
              </p:cNvPr>
              <p:cNvSpPr/>
              <p:nvPr/>
            </p:nvSpPr>
            <p:spPr>
              <a:xfrm>
                <a:off x="4237952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7" name="Oval 5216">
                <a:extLst>
                  <a:ext uri="{FF2B5EF4-FFF2-40B4-BE49-F238E27FC236}">
                    <a16:creationId xmlns:a16="http://schemas.microsoft.com/office/drawing/2014/main" id="{F7672040-1625-30B6-2995-EAF5CA0F17B2}"/>
                  </a:ext>
                </a:extLst>
              </p:cNvPr>
              <p:cNvSpPr/>
              <p:nvPr/>
            </p:nvSpPr>
            <p:spPr>
              <a:xfrm>
                <a:off x="4876854" y="5628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8" name="Oval 5217">
                <a:extLst>
                  <a:ext uri="{FF2B5EF4-FFF2-40B4-BE49-F238E27FC236}">
                    <a16:creationId xmlns:a16="http://schemas.microsoft.com/office/drawing/2014/main" id="{E48BA68E-44C9-1257-88C9-EC30D60DCF29}"/>
                  </a:ext>
                </a:extLst>
              </p:cNvPr>
              <p:cNvSpPr/>
              <p:nvPr/>
            </p:nvSpPr>
            <p:spPr>
              <a:xfrm>
                <a:off x="4333217" y="62527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19" name="Oval 5218">
                <a:extLst>
                  <a:ext uri="{FF2B5EF4-FFF2-40B4-BE49-F238E27FC236}">
                    <a16:creationId xmlns:a16="http://schemas.microsoft.com/office/drawing/2014/main" id="{7DBC01B3-D078-628B-E1D5-F43FB3703F7D}"/>
                  </a:ext>
                </a:extLst>
              </p:cNvPr>
              <p:cNvSpPr/>
              <p:nvPr/>
            </p:nvSpPr>
            <p:spPr>
              <a:xfrm>
                <a:off x="4368012" y="623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0" name="Oval 5219">
                <a:extLst>
                  <a:ext uri="{FF2B5EF4-FFF2-40B4-BE49-F238E27FC236}">
                    <a16:creationId xmlns:a16="http://schemas.microsoft.com/office/drawing/2014/main" id="{507A2E45-88E6-4C1A-264F-E91FBBB19CC6}"/>
                  </a:ext>
                </a:extLst>
              </p:cNvPr>
              <p:cNvSpPr/>
              <p:nvPr/>
            </p:nvSpPr>
            <p:spPr>
              <a:xfrm>
                <a:off x="4263119" y="62831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1" name="Oval 5220">
                <a:extLst>
                  <a:ext uri="{FF2B5EF4-FFF2-40B4-BE49-F238E27FC236}">
                    <a16:creationId xmlns:a16="http://schemas.microsoft.com/office/drawing/2014/main" id="{129A7E83-C7DD-5E03-DCBB-38E8121828BE}"/>
                  </a:ext>
                </a:extLst>
              </p:cNvPr>
              <p:cNvSpPr/>
              <p:nvPr/>
            </p:nvSpPr>
            <p:spPr>
              <a:xfrm>
                <a:off x="4451285" y="6022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2" name="Oval 5221">
                <a:extLst>
                  <a:ext uri="{FF2B5EF4-FFF2-40B4-BE49-F238E27FC236}">
                    <a16:creationId xmlns:a16="http://schemas.microsoft.com/office/drawing/2014/main" id="{BB313207-B701-260B-4631-A81602DFE773}"/>
                  </a:ext>
                </a:extLst>
              </p:cNvPr>
              <p:cNvSpPr/>
              <p:nvPr/>
            </p:nvSpPr>
            <p:spPr>
              <a:xfrm>
                <a:off x="4282797" y="6387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3" name="Oval 5222">
                <a:extLst>
                  <a:ext uri="{FF2B5EF4-FFF2-40B4-BE49-F238E27FC236}">
                    <a16:creationId xmlns:a16="http://schemas.microsoft.com/office/drawing/2014/main" id="{468D024D-269C-5DE1-8D62-27BA076A1301}"/>
                  </a:ext>
                </a:extLst>
              </p:cNvPr>
              <p:cNvSpPr/>
              <p:nvPr/>
            </p:nvSpPr>
            <p:spPr>
              <a:xfrm>
                <a:off x="4411591" y="623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4" name="Oval 5223">
                <a:extLst>
                  <a:ext uri="{FF2B5EF4-FFF2-40B4-BE49-F238E27FC236}">
                    <a16:creationId xmlns:a16="http://schemas.microsoft.com/office/drawing/2014/main" id="{EB203755-1C9A-5B30-040B-2CAA32D194AC}"/>
                  </a:ext>
                </a:extLst>
              </p:cNvPr>
              <p:cNvSpPr/>
              <p:nvPr/>
            </p:nvSpPr>
            <p:spPr>
              <a:xfrm>
                <a:off x="4443262" y="6114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5" name="Oval 5224">
                <a:extLst>
                  <a:ext uri="{FF2B5EF4-FFF2-40B4-BE49-F238E27FC236}">
                    <a16:creationId xmlns:a16="http://schemas.microsoft.com/office/drawing/2014/main" id="{E6714EF7-BC49-DD65-AA5C-09B64ECBDA31}"/>
                  </a:ext>
                </a:extLst>
              </p:cNvPr>
              <p:cNvSpPr/>
              <p:nvPr/>
            </p:nvSpPr>
            <p:spPr>
              <a:xfrm>
                <a:off x="4906159" y="55812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6" name="Oval 5225">
                <a:extLst>
                  <a:ext uri="{FF2B5EF4-FFF2-40B4-BE49-F238E27FC236}">
                    <a16:creationId xmlns:a16="http://schemas.microsoft.com/office/drawing/2014/main" id="{7BFAA90F-48CA-BB13-6678-4857008B4D96}"/>
                  </a:ext>
                </a:extLst>
              </p:cNvPr>
              <p:cNvSpPr/>
              <p:nvPr/>
            </p:nvSpPr>
            <p:spPr>
              <a:xfrm>
                <a:off x="4348419" y="6308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7" name="Oval 5226">
                <a:extLst>
                  <a:ext uri="{FF2B5EF4-FFF2-40B4-BE49-F238E27FC236}">
                    <a16:creationId xmlns:a16="http://schemas.microsoft.com/office/drawing/2014/main" id="{BCA49579-EC56-4AA1-18AB-C3FAE8071A4B}"/>
                  </a:ext>
                </a:extLst>
              </p:cNvPr>
              <p:cNvSpPr/>
              <p:nvPr/>
            </p:nvSpPr>
            <p:spPr>
              <a:xfrm>
                <a:off x="4177313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8" name="Oval 5227">
                <a:extLst>
                  <a:ext uri="{FF2B5EF4-FFF2-40B4-BE49-F238E27FC236}">
                    <a16:creationId xmlns:a16="http://schemas.microsoft.com/office/drawing/2014/main" id="{6351726C-9F85-D060-03D6-8B84C51B7DEC}"/>
                  </a:ext>
                </a:extLst>
              </p:cNvPr>
              <p:cNvSpPr/>
              <p:nvPr/>
            </p:nvSpPr>
            <p:spPr>
              <a:xfrm>
                <a:off x="4167347" y="61006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29" name="Oval 5228">
                <a:extLst>
                  <a:ext uri="{FF2B5EF4-FFF2-40B4-BE49-F238E27FC236}">
                    <a16:creationId xmlns:a16="http://schemas.microsoft.com/office/drawing/2014/main" id="{C201CBA1-A38A-48B8-10D4-28725B14263A}"/>
                  </a:ext>
                </a:extLst>
              </p:cNvPr>
              <p:cNvSpPr/>
              <p:nvPr/>
            </p:nvSpPr>
            <p:spPr>
              <a:xfrm>
                <a:off x="4765711" y="6377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0" name="Oval 5229">
                <a:extLst>
                  <a:ext uri="{FF2B5EF4-FFF2-40B4-BE49-F238E27FC236}">
                    <a16:creationId xmlns:a16="http://schemas.microsoft.com/office/drawing/2014/main" id="{2E38320A-7B0A-F355-E9C8-6201EC0EF22C}"/>
                  </a:ext>
                </a:extLst>
              </p:cNvPr>
              <p:cNvSpPr/>
              <p:nvPr/>
            </p:nvSpPr>
            <p:spPr>
              <a:xfrm>
                <a:off x="4008656" y="5998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1" name="Oval 5230">
                <a:extLst>
                  <a:ext uri="{FF2B5EF4-FFF2-40B4-BE49-F238E27FC236}">
                    <a16:creationId xmlns:a16="http://schemas.microsoft.com/office/drawing/2014/main" id="{552B5D6B-E181-D2A5-15BB-815CC1B2BD8F}"/>
                  </a:ext>
                </a:extLst>
              </p:cNvPr>
              <p:cNvSpPr/>
              <p:nvPr/>
            </p:nvSpPr>
            <p:spPr>
              <a:xfrm>
                <a:off x="4255349" y="6307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2" name="Oval 5231">
                <a:extLst>
                  <a:ext uri="{FF2B5EF4-FFF2-40B4-BE49-F238E27FC236}">
                    <a16:creationId xmlns:a16="http://schemas.microsoft.com/office/drawing/2014/main" id="{F8552B98-ADD9-0D1E-E57B-73277D1E1A8D}"/>
                  </a:ext>
                </a:extLst>
              </p:cNvPr>
              <p:cNvSpPr/>
              <p:nvPr/>
            </p:nvSpPr>
            <p:spPr>
              <a:xfrm>
                <a:off x="4175201" y="6132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3" name="Oval 5232">
                <a:extLst>
                  <a:ext uri="{FF2B5EF4-FFF2-40B4-BE49-F238E27FC236}">
                    <a16:creationId xmlns:a16="http://schemas.microsoft.com/office/drawing/2014/main" id="{D759BA70-7017-C5EB-A221-FCD637CB1E8D}"/>
                  </a:ext>
                </a:extLst>
              </p:cNvPr>
              <p:cNvSpPr/>
              <p:nvPr/>
            </p:nvSpPr>
            <p:spPr>
              <a:xfrm>
                <a:off x="4457619" y="55018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4" name="Oval 5233">
                <a:extLst>
                  <a:ext uri="{FF2B5EF4-FFF2-40B4-BE49-F238E27FC236}">
                    <a16:creationId xmlns:a16="http://schemas.microsoft.com/office/drawing/2014/main" id="{6FFAAC3E-54DC-340C-74F4-56A72E742309}"/>
                  </a:ext>
                </a:extLst>
              </p:cNvPr>
              <p:cNvSpPr/>
              <p:nvPr/>
            </p:nvSpPr>
            <p:spPr>
              <a:xfrm>
                <a:off x="4264977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5" name="Oval 5234">
                <a:extLst>
                  <a:ext uri="{FF2B5EF4-FFF2-40B4-BE49-F238E27FC236}">
                    <a16:creationId xmlns:a16="http://schemas.microsoft.com/office/drawing/2014/main" id="{4F5275D1-2C65-60C1-57C3-D0AA8B1B3A33}"/>
                  </a:ext>
                </a:extLst>
              </p:cNvPr>
              <p:cNvSpPr/>
              <p:nvPr/>
            </p:nvSpPr>
            <p:spPr>
              <a:xfrm>
                <a:off x="4231702" y="63173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6" name="Oval 5235">
                <a:extLst>
                  <a:ext uri="{FF2B5EF4-FFF2-40B4-BE49-F238E27FC236}">
                    <a16:creationId xmlns:a16="http://schemas.microsoft.com/office/drawing/2014/main" id="{C073FE57-A40A-5D38-549C-A50DD6E4FEDF}"/>
                  </a:ext>
                </a:extLst>
              </p:cNvPr>
              <p:cNvSpPr/>
              <p:nvPr/>
            </p:nvSpPr>
            <p:spPr>
              <a:xfrm>
                <a:off x="4897967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7" name="Oval 5236">
                <a:extLst>
                  <a:ext uri="{FF2B5EF4-FFF2-40B4-BE49-F238E27FC236}">
                    <a16:creationId xmlns:a16="http://schemas.microsoft.com/office/drawing/2014/main" id="{F82D46FA-17F3-AF38-F2F4-8703A82BA5CF}"/>
                  </a:ext>
                </a:extLst>
              </p:cNvPr>
              <p:cNvSpPr/>
              <p:nvPr/>
            </p:nvSpPr>
            <p:spPr>
              <a:xfrm>
                <a:off x="4134579" y="61697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8" name="Oval 5237">
                <a:extLst>
                  <a:ext uri="{FF2B5EF4-FFF2-40B4-BE49-F238E27FC236}">
                    <a16:creationId xmlns:a16="http://schemas.microsoft.com/office/drawing/2014/main" id="{BF99D42E-AC50-4C41-C829-2152858811B7}"/>
                  </a:ext>
                </a:extLst>
              </p:cNvPr>
              <p:cNvSpPr/>
              <p:nvPr/>
            </p:nvSpPr>
            <p:spPr>
              <a:xfrm>
                <a:off x="4297492" y="61413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39" name="Oval 5238">
                <a:extLst>
                  <a:ext uri="{FF2B5EF4-FFF2-40B4-BE49-F238E27FC236}">
                    <a16:creationId xmlns:a16="http://schemas.microsoft.com/office/drawing/2014/main" id="{A72E99B9-D330-0380-8DF3-0DCCDFC0F6EE}"/>
                  </a:ext>
                </a:extLst>
              </p:cNvPr>
              <p:cNvSpPr/>
              <p:nvPr/>
            </p:nvSpPr>
            <p:spPr>
              <a:xfrm>
                <a:off x="4012626" y="5989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0" name="Oval 5239">
                <a:extLst>
                  <a:ext uri="{FF2B5EF4-FFF2-40B4-BE49-F238E27FC236}">
                    <a16:creationId xmlns:a16="http://schemas.microsoft.com/office/drawing/2014/main" id="{2E7A023B-425D-8540-685D-BD45EE3EFE45}"/>
                  </a:ext>
                </a:extLst>
              </p:cNvPr>
              <p:cNvSpPr/>
              <p:nvPr/>
            </p:nvSpPr>
            <p:spPr>
              <a:xfrm>
                <a:off x="4248171" y="630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1" name="Oval 5240">
                <a:extLst>
                  <a:ext uri="{FF2B5EF4-FFF2-40B4-BE49-F238E27FC236}">
                    <a16:creationId xmlns:a16="http://schemas.microsoft.com/office/drawing/2014/main" id="{1967C85A-B915-8EE5-37FE-7560E05D903B}"/>
                  </a:ext>
                </a:extLst>
              </p:cNvPr>
              <p:cNvSpPr/>
              <p:nvPr/>
            </p:nvSpPr>
            <p:spPr>
              <a:xfrm>
                <a:off x="4180860" y="61180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2" name="Oval 5241">
                <a:extLst>
                  <a:ext uri="{FF2B5EF4-FFF2-40B4-BE49-F238E27FC236}">
                    <a16:creationId xmlns:a16="http://schemas.microsoft.com/office/drawing/2014/main" id="{1BE7B241-489E-F3C4-3E82-16E56043F4FB}"/>
                  </a:ext>
                </a:extLst>
              </p:cNvPr>
              <p:cNvSpPr/>
              <p:nvPr/>
            </p:nvSpPr>
            <p:spPr>
              <a:xfrm>
                <a:off x="4885384" y="54844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3" name="Oval 5242">
                <a:extLst>
                  <a:ext uri="{FF2B5EF4-FFF2-40B4-BE49-F238E27FC236}">
                    <a16:creationId xmlns:a16="http://schemas.microsoft.com/office/drawing/2014/main" id="{D0D18C32-54DC-6D92-A28E-E669E02DD1AE}"/>
                  </a:ext>
                </a:extLst>
              </p:cNvPr>
              <p:cNvSpPr/>
              <p:nvPr/>
            </p:nvSpPr>
            <p:spPr>
              <a:xfrm>
                <a:off x="4500607" y="6026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4" name="Oval 5243">
                <a:extLst>
                  <a:ext uri="{FF2B5EF4-FFF2-40B4-BE49-F238E27FC236}">
                    <a16:creationId xmlns:a16="http://schemas.microsoft.com/office/drawing/2014/main" id="{F68737C8-F14F-5EC8-106F-B9D7804DA5ED}"/>
                  </a:ext>
                </a:extLst>
              </p:cNvPr>
              <p:cNvSpPr/>
              <p:nvPr/>
            </p:nvSpPr>
            <p:spPr>
              <a:xfrm>
                <a:off x="4422908" y="5470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5" name="Oval 5244">
                <a:extLst>
                  <a:ext uri="{FF2B5EF4-FFF2-40B4-BE49-F238E27FC236}">
                    <a16:creationId xmlns:a16="http://schemas.microsoft.com/office/drawing/2014/main" id="{0760974B-A145-8B4F-DB62-9E55B1AD0C92}"/>
                  </a:ext>
                </a:extLst>
              </p:cNvPr>
              <p:cNvSpPr/>
              <p:nvPr/>
            </p:nvSpPr>
            <p:spPr>
              <a:xfrm>
                <a:off x="4851264" y="56343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6" name="Oval 5245">
                <a:extLst>
                  <a:ext uri="{FF2B5EF4-FFF2-40B4-BE49-F238E27FC236}">
                    <a16:creationId xmlns:a16="http://schemas.microsoft.com/office/drawing/2014/main" id="{A68D3A24-48CD-8CF2-1A0A-C4D3ABEA817B}"/>
                  </a:ext>
                </a:extLst>
              </p:cNvPr>
              <p:cNvSpPr/>
              <p:nvPr/>
            </p:nvSpPr>
            <p:spPr>
              <a:xfrm>
                <a:off x="4441826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7" name="Oval 5246">
                <a:extLst>
                  <a:ext uri="{FF2B5EF4-FFF2-40B4-BE49-F238E27FC236}">
                    <a16:creationId xmlns:a16="http://schemas.microsoft.com/office/drawing/2014/main" id="{FF422392-2D7E-0F79-5A1E-FFE4AF90A39D}"/>
                  </a:ext>
                </a:extLst>
              </p:cNvPr>
              <p:cNvSpPr/>
              <p:nvPr/>
            </p:nvSpPr>
            <p:spPr>
              <a:xfrm>
                <a:off x="4284993" y="61164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8" name="Oval 5247">
                <a:extLst>
                  <a:ext uri="{FF2B5EF4-FFF2-40B4-BE49-F238E27FC236}">
                    <a16:creationId xmlns:a16="http://schemas.microsoft.com/office/drawing/2014/main" id="{EC65C861-D8C1-AC81-4BFC-1AF81FA78A4F}"/>
                  </a:ext>
                </a:extLst>
              </p:cNvPr>
              <p:cNvSpPr/>
              <p:nvPr/>
            </p:nvSpPr>
            <p:spPr>
              <a:xfrm>
                <a:off x="4024196" y="5983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49" name="Oval 5248">
                <a:extLst>
                  <a:ext uri="{FF2B5EF4-FFF2-40B4-BE49-F238E27FC236}">
                    <a16:creationId xmlns:a16="http://schemas.microsoft.com/office/drawing/2014/main" id="{847549E0-0539-03B3-E346-CF72AAAF69FD}"/>
                  </a:ext>
                </a:extLst>
              </p:cNvPr>
              <p:cNvSpPr/>
              <p:nvPr/>
            </p:nvSpPr>
            <p:spPr>
              <a:xfrm>
                <a:off x="4340818" y="59715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0" name="Oval 5249">
                <a:extLst>
                  <a:ext uri="{FF2B5EF4-FFF2-40B4-BE49-F238E27FC236}">
                    <a16:creationId xmlns:a16="http://schemas.microsoft.com/office/drawing/2014/main" id="{B2D181EC-EFC2-88A2-0CFD-E58F32E4E203}"/>
                  </a:ext>
                </a:extLst>
              </p:cNvPr>
              <p:cNvSpPr/>
              <p:nvPr/>
            </p:nvSpPr>
            <p:spPr>
              <a:xfrm>
                <a:off x="4455592" y="6200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1" name="Oval 5250">
                <a:extLst>
                  <a:ext uri="{FF2B5EF4-FFF2-40B4-BE49-F238E27FC236}">
                    <a16:creationId xmlns:a16="http://schemas.microsoft.com/office/drawing/2014/main" id="{4A5CB581-4437-029C-9F7A-DAF572480107}"/>
                  </a:ext>
                </a:extLst>
              </p:cNvPr>
              <p:cNvSpPr/>
              <p:nvPr/>
            </p:nvSpPr>
            <p:spPr>
              <a:xfrm>
                <a:off x="4005869" y="598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2" name="Oval 5251">
                <a:extLst>
                  <a:ext uri="{FF2B5EF4-FFF2-40B4-BE49-F238E27FC236}">
                    <a16:creationId xmlns:a16="http://schemas.microsoft.com/office/drawing/2014/main" id="{D07ED219-8B86-CF74-220C-BC53E199C29A}"/>
                  </a:ext>
                </a:extLst>
              </p:cNvPr>
              <p:cNvSpPr/>
              <p:nvPr/>
            </p:nvSpPr>
            <p:spPr>
              <a:xfrm>
                <a:off x="4118870" y="6145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3" name="Oval 5252">
                <a:extLst>
                  <a:ext uri="{FF2B5EF4-FFF2-40B4-BE49-F238E27FC236}">
                    <a16:creationId xmlns:a16="http://schemas.microsoft.com/office/drawing/2014/main" id="{759B25CD-9386-D9BF-99F8-AF6685C6D029}"/>
                  </a:ext>
                </a:extLst>
              </p:cNvPr>
              <p:cNvSpPr/>
              <p:nvPr/>
            </p:nvSpPr>
            <p:spPr>
              <a:xfrm>
                <a:off x="4441826" y="6195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4" name="Oval 5253">
                <a:extLst>
                  <a:ext uri="{FF2B5EF4-FFF2-40B4-BE49-F238E27FC236}">
                    <a16:creationId xmlns:a16="http://schemas.microsoft.com/office/drawing/2014/main" id="{6F8FC3E7-3161-7D9A-37DB-4A319510F10E}"/>
                  </a:ext>
                </a:extLst>
              </p:cNvPr>
              <p:cNvSpPr/>
              <p:nvPr/>
            </p:nvSpPr>
            <p:spPr>
              <a:xfrm>
                <a:off x="4893322" y="5518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5" name="Oval 5254">
                <a:extLst>
                  <a:ext uri="{FF2B5EF4-FFF2-40B4-BE49-F238E27FC236}">
                    <a16:creationId xmlns:a16="http://schemas.microsoft.com/office/drawing/2014/main" id="{5776BA71-3EE5-EBCA-35CB-7DED638DBCF4}"/>
                  </a:ext>
                </a:extLst>
              </p:cNvPr>
              <p:cNvSpPr/>
              <p:nvPr/>
            </p:nvSpPr>
            <p:spPr>
              <a:xfrm>
                <a:off x="4367843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6" name="Oval 5255">
                <a:extLst>
                  <a:ext uri="{FF2B5EF4-FFF2-40B4-BE49-F238E27FC236}">
                    <a16:creationId xmlns:a16="http://schemas.microsoft.com/office/drawing/2014/main" id="{277C54C5-2029-F9B5-F91E-9FC402EFDC46}"/>
                  </a:ext>
                </a:extLst>
              </p:cNvPr>
              <p:cNvSpPr/>
              <p:nvPr/>
            </p:nvSpPr>
            <p:spPr>
              <a:xfrm>
                <a:off x="4362016" y="62676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7" name="Oval 5256">
                <a:extLst>
                  <a:ext uri="{FF2B5EF4-FFF2-40B4-BE49-F238E27FC236}">
                    <a16:creationId xmlns:a16="http://schemas.microsoft.com/office/drawing/2014/main" id="{E03D7788-3789-358F-7D57-D932AF2D5FB6}"/>
                  </a:ext>
                </a:extLst>
              </p:cNvPr>
              <p:cNvSpPr/>
              <p:nvPr/>
            </p:nvSpPr>
            <p:spPr>
              <a:xfrm>
                <a:off x="4882765" y="5483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8" name="Oval 5257">
                <a:extLst>
                  <a:ext uri="{FF2B5EF4-FFF2-40B4-BE49-F238E27FC236}">
                    <a16:creationId xmlns:a16="http://schemas.microsoft.com/office/drawing/2014/main" id="{47871EEB-7C76-2A71-1000-7AAAACDAF0ED}"/>
                  </a:ext>
                </a:extLst>
              </p:cNvPr>
              <p:cNvSpPr/>
              <p:nvPr/>
            </p:nvSpPr>
            <p:spPr>
              <a:xfrm>
                <a:off x="4923050" y="550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59" name="Oval 5258">
                <a:extLst>
                  <a:ext uri="{FF2B5EF4-FFF2-40B4-BE49-F238E27FC236}">
                    <a16:creationId xmlns:a16="http://schemas.microsoft.com/office/drawing/2014/main" id="{6FE0AE4B-923E-D886-05AA-4F3282A498E9}"/>
                  </a:ext>
                </a:extLst>
              </p:cNvPr>
              <p:cNvSpPr/>
              <p:nvPr/>
            </p:nvSpPr>
            <p:spPr>
              <a:xfrm>
                <a:off x="4057471" y="600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0" name="Oval 5259">
                <a:extLst>
                  <a:ext uri="{FF2B5EF4-FFF2-40B4-BE49-F238E27FC236}">
                    <a16:creationId xmlns:a16="http://schemas.microsoft.com/office/drawing/2014/main" id="{8A7A96C4-CFFE-9056-76F0-BE0A55D0B469}"/>
                  </a:ext>
                </a:extLst>
              </p:cNvPr>
              <p:cNvSpPr/>
              <p:nvPr/>
            </p:nvSpPr>
            <p:spPr>
              <a:xfrm>
                <a:off x="4359820" y="62473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1" name="Oval 5260">
                <a:extLst>
                  <a:ext uri="{FF2B5EF4-FFF2-40B4-BE49-F238E27FC236}">
                    <a16:creationId xmlns:a16="http://schemas.microsoft.com/office/drawing/2014/main" id="{B8C53A8E-2DAD-D7E9-CADA-58BAEEAAE80E}"/>
                  </a:ext>
                </a:extLst>
              </p:cNvPr>
              <p:cNvSpPr/>
              <p:nvPr/>
            </p:nvSpPr>
            <p:spPr>
              <a:xfrm>
                <a:off x="4006714" y="59901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2" name="Oval 5261">
                <a:extLst>
                  <a:ext uri="{FF2B5EF4-FFF2-40B4-BE49-F238E27FC236}">
                    <a16:creationId xmlns:a16="http://schemas.microsoft.com/office/drawing/2014/main" id="{3EC284A8-14EC-CB71-795F-8D666843B890}"/>
                  </a:ext>
                </a:extLst>
              </p:cNvPr>
              <p:cNvSpPr/>
              <p:nvPr/>
            </p:nvSpPr>
            <p:spPr>
              <a:xfrm>
                <a:off x="4890620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3" name="Oval 5262">
                <a:extLst>
                  <a:ext uri="{FF2B5EF4-FFF2-40B4-BE49-F238E27FC236}">
                    <a16:creationId xmlns:a16="http://schemas.microsoft.com/office/drawing/2014/main" id="{33C579A0-F1C7-2350-0666-1D88B7C3C226}"/>
                  </a:ext>
                </a:extLst>
              </p:cNvPr>
              <p:cNvSpPr/>
              <p:nvPr/>
            </p:nvSpPr>
            <p:spPr>
              <a:xfrm>
                <a:off x="4383045" y="607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4" name="Oval 5263">
                <a:extLst>
                  <a:ext uri="{FF2B5EF4-FFF2-40B4-BE49-F238E27FC236}">
                    <a16:creationId xmlns:a16="http://schemas.microsoft.com/office/drawing/2014/main" id="{F9919608-30A4-ABB1-686B-F9023A877D89}"/>
                  </a:ext>
                </a:extLst>
              </p:cNvPr>
              <p:cNvSpPr/>
              <p:nvPr/>
            </p:nvSpPr>
            <p:spPr>
              <a:xfrm>
                <a:off x="4416743" y="62804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5" name="Oval 5264">
                <a:extLst>
                  <a:ext uri="{FF2B5EF4-FFF2-40B4-BE49-F238E27FC236}">
                    <a16:creationId xmlns:a16="http://schemas.microsoft.com/office/drawing/2014/main" id="{F78277A9-EA22-BCBE-1667-19181E46D067}"/>
                  </a:ext>
                </a:extLst>
              </p:cNvPr>
              <p:cNvSpPr/>
              <p:nvPr/>
            </p:nvSpPr>
            <p:spPr>
              <a:xfrm>
                <a:off x="4913929" y="5505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6" name="Oval 5265">
                <a:extLst>
                  <a:ext uri="{FF2B5EF4-FFF2-40B4-BE49-F238E27FC236}">
                    <a16:creationId xmlns:a16="http://schemas.microsoft.com/office/drawing/2014/main" id="{B57FF8C5-E6D8-70CD-9C6B-D58C3DEAF32A}"/>
                  </a:ext>
                </a:extLst>
              </p:cNvPr>
              <p:cNvSpPr/>
              <p:nvPr/>
            </p:nvSpPr>
            <p:spPr>
              <a:xfrm>
                <a:off x="4160084" y="6182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7" name="Oval 5266">
                <a:extLst>
                  <a:ext uri="{FF2B5EF4-FFF2-40B4-BE49-F238E27FC236}">
                    <a16:creationId xmlns:a16="http://schemas.microsoft.com/office/drawing/2014/main" id="{93F594A1-30EB-7DC0-EE09-35BA7F36F9A1}"/>
                  </a:ext>
                </a:extLst>
              </p:cNvPr>
              <p:cNvSpPr/>
              <p:nvPr/>
            </p:nvSpPr>
            <p:spPr>
              <a:xfrm>
                <a:off x="4364296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8" name="Oval 5267">
                <a:extLst>
                  <a:ext uri="{FF2B5EF4-FFF2-40B4-BE49-F238E27FC236}">
                    <a16:creationId xmlns:a16="http://schemas.microsoft.com/office/drawing/2014/main" id="{AD73EF4E-333B-B2D3-7633-08253C40DB35}"/>
                  </a:ext>
                </a:extLst>
              </p:cNvPr>
              <p:cNvSpPr/>
              <p:nvPr/>
            </p:nvSpPr>
            <p:spPr>
              <a:xfrm>
                <a:off x="4274436" y="6055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69" name="Oval 5268">
                <a:extLst>
                  <a:ext uri="{FF2B5EF4-FFF2-40B4-BE49-F238E27FC236}">
                    <a16:creationId xmlns:a16="http://schemas.microsoft.com/office/drawing/2014/main" id="{69FC203A-9D73-9A2B-DC92-432F4EA2EAFB}"/>
                  </a:ext>
                </a:extLst>
              </p:cNvPr>
              <p:cNvSpPr/>
              <p:nvPr/>
            </p:nvSpPr>
            <p:spPr>
              <a:xfrm>
                <a:off x="4907342" y="54762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0" name="Oval 5269">
                <a:extLst>
                  <a:ext uri="{FF2B5EF4-FFF2-40B4-BE49-F238E27FC236}">
                    <a16:creationId xmlns:a16="http://schemas.microsoft.com/office/drawing/2014/main" id="{D8F2A924-4A51-2865-88DC-36CDE6EF32B9}"/>
                  </a:ext>
                </a:extLst>
              </p:cNvPr>
              <p:cNvSpPr/>
              <p:nvPr/>
            </p:nvSpPr>
            <p:spPr>
              <a:xfrm>
                <a:off x="5104629" y="645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1" name="Oval 5270">
                <a:extLst>
                  <a:ext uri="{FF2B5EF4-FFF2-40B4-BE49-F238E27FC236}">
                    <a16:creationId xmlns:a16="http://schemas.microsoft.com/office/drawing/2014/main" id="{C812FF90-64CB-2907-A04A-4869103B1C56}"/>
                  </a:ext>
                </a:extLst>
              </p:cNvPr>
              <p:cNvSpPr/>
              <p:nvPr/>
            </p:nvSpPr>
            <p:spPr>
              <a:xfrm>
                <a:off x="4241161" y="63386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2" name="Oval 5271">
                <a:extLst>
                  <a:ext uri="{FF2B5EF4-FFF2-40B4-BE49-F238E27FC236}">
                    <a16:creationId xmlns:a16="http://schemas.microsoft.com/office/drawing/2014/main" id="{964893D1-094E-A840-F7E1-1CC8620EF234}"/>
                  </a:ext>
                </a:extLst>
              </p:cNvPr>
              <p:cNvSpPr/>
              <p:nvPr/>
            </p:nvSpPr>
            <p:spPr>
              <a:xfrm>
                <a:off x="4153243" y="61576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3" name="Oval 5272">
                <a:extLst>
                  <a:ext uri="{FF2B5EF4-FFF2-40B4-BE49-F238E27FC236}">
                    <a16:creationId xmlns:a16="http://schemas.microsoft.com/office/drawing/2014/main" id="{8A4BD960-89D8-7C96-3452-5211ADBC6CBB}"/>
                  </a:ext>
                </a:extLst>
              </p:cNvPr>
              <p:cNvSpPr/>
              <p:nvPr/>
            </p:nvSpPr>
            <p:spPr>
              <a:xfrm>
                <a:off x="4125542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4" name="Oval 5273">
                <a:extLst>
                  <a:ext uri="{FF2B5EF4-FFF2-40B4-BE49-F238E27FC236}">
                    <a16:creationId xmlns:a16="http://schemas.microsoft.com/office/drawing/2014/main" id="{46264F49-D541-6B05-07B1-1B953C3E4ED2}"/>
                  </a:ext>
                </a:extLst>
              </p:cNvPr>
              <p:cNvSpPr/>
              <p:nvPr/>
            </p:nvSpPr>
            <p:spPr>
              <a:xfrm>
                <a:off x="4162111" y="6241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5" name="Oval 5274">
                <a:extLst>
                  <a:ext uri="{FF2B5EF4-FFF2-40B4-BE49-F238E27FC236}">
                    <a16:creationId xmlns:a16="http://schemas.microsoft.com/office/drawing/2014/main" id="{8D5C4B36-BD6F-78C1-9FBE-317EAE233E9E}"/>
                  </a:ext>
                </a:extLst>
              </p:cNvPr>
              <p:cNvSpPr/>
              <p:nvPr/>
            </p:nvSpPr>
            <p:spPr>
              <a:xfrm>
                <a:off x="4308640" y="6373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6" name="Oval 5275">
                <a:extLst>
                  <a:ext uri="{FF2B5EF4-FFF2-40B4-BE49-F238E27FC236}">
                    <a16:creationId xmlns:a16="http://schemas.microsoft.com/office/drawing/2014/main" id="{CE3376C1-2C7F-3521-39E9-C9700A269125}"/>
                  </a:ext>
                </a:extLst>
              </p:cNvPr>
              <p:cNvSpPr/>
              <p:nvPr/>
            </p:nvSpPr>
            <p:spPr>
              <a:xfrm>
                <a:off x="4902443" y="56887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7" name="Oval 5276">
                <a:extLst>
                  <a:ext uri="{FF2B5EF4-FFF2-40B4-BE49-F238E27FC236}">
                    <a16:creationId xmlns:a16="http://schemas.microsoft.com/office/drawing/2014/main" id="{0F7A9AA0-257A-413F-E0BA-EFDC94561FAE}"/>
                  </a:ext>
                </a:extLst>
              </p:cNvPr>
              <p:cNvSpPr/>
              <p:nvPr/>
            </p:nvSpPr>
            <p:spPr>
              <a:xfrm>
                <a:off x="4140913" y="61895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8" name="Oval 5277">
                <a:extLst>
                  <a:ext uri="{FF2B5EF4-FFF2-40B4-BE49-F238E27FC236}">
                    <a16:creationId xmlns:a16="http://schemas.microsoft.com/office/drawing/2014/main" id="{6B2F3606-B08F-E022-7469-1841B5F8477F}"/>
                  </a:ext>
                </a:extLst>
              </p:cNvPr>
              <p:cNvSpPr/>
              <p:nvPr/>
            </p:nvSpPr>
            <p:spPr>
              <a:xfrm>
                <a:off x="4914183" y="5512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79" name="Oval 5278">
                <a:extLst>
                  <a:ext uri="{FF2B5EF4-FFF2-40B4-BE49-F238E27FC236}">
                    <a16:creationId xmlns:a16="http://schemas.microsoft.com/office/drawing/2014/main" id="{047DBD51-834D-0B32-6F08-EBFC5BA6D79B}"/>
                  </a:ext>
                </a:extLst>
              </p:cNvPr>
              <p:cNvSpPr/>
              <p:nvPr/>
            </p:nvSpPr>
            <p:spPr>
              <a:xfrm>
                <a:off x="4913929" y="55646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0" name="Oval 5279">
                <a:extLst>
                  <a:ext uri="{FF2B5EF4-FFF2-40B4-BE49-F238E27FC236}">
                    <a16:creationId xmlns:a16="http://schemas.microsoft.com/office/drawing/2014/main" id="{7D32FFB8-ABAF-7FC3-2A2E-3AAEE96FE3EE}"/>
                  </a:ext>
                </a:extLst>
              </p:cNvPr>
              <p:cNvSpPr/>
              <p:nvPr/>
            </p:nvSpPr>
            <p:spPr>
              <a:xfrm>
                <a:off x="4809796" y="583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1" name="Oval 5280">
                <a:extLst>
                  <a:ext uri="{FF2B5EF4-FFF2-40B4-BE49-F238E27FC236}">
                    <a16:creationId xmlns:a16="http://schemas.microsoft.com/office/drawing/2014/main" id="{6963AAD7-0C78-D809-BFAC-B0B01D741FA1}"/>
                  </a:ext>
                </a:extLst>
              </p:cNvPr>
              <p:cNvSpPr/>
              <p:nvPr/>
            </p:nvSpPr>
            <p:spPr>
              <a:xfrm>
                <a:off x="4039736" y="59605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2" name="Oval 5281">
                <a:extLst>
                  <a:ext uri="{FF2B5EF4-FFF2-40B4-BE49-F238E27FC236}">
                    <a16:creationId xmlns:a16="http://schemas.microsoft.com/office/drawing/2014/main" id="{5C8B5F8E-5EEF-951C-B2C2-37C7BB1CAF79}"/>
                  </a:ext>
                </a:extLst>
              </p:cNvPr>
              <p:cNvSpPr/>
              <p:nvPr/>
            </p:nvSpPr>
            <p:spPr>
              <a:xfrm>
                <a:off x="4887410" y="566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3" name="Oval 5282">
                <a:extLst>
                  <a:ext uri="{FF2B5EF4-FFF2-40B4-BE49-F238E27FC236}">
                    <a16:creationId xmlns:a16="http://schemas.microsoft.com/office/drawing/2014/main" id="{7B1E4B3C-80E8-1C22-5B23-9427A18E6B59}"/>
                  </a:ext>
                </a:extLst>
              </p:cNvPr>
              <p:cNvSpPr/>
              <p:nvPr/>
            </p:nvSpPr>
            <p:spPr>
              <a:xfrm>
                <a:off x="4295212" y="62684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4" name="Oval 5283">
                <a:extLst>
                  <a:ext uri="{FF2B5EF4-FFF2-40B4-BE49-F238E27FC236}">
                    <a16:creationId xmlns:a16="http://schemas.microsoft.com/office/drawing/2014/main" id="{EA0FB433-9A37-5F94-53CB-38951DA10B81}"/>
                  </a:ext>
                </a:extLst>
              </p:cNvPr>
              <p:cNvSpPr/>
              <p:nvPr/>
            </p:nvSpPr>
            <p:spPr>
              <a:xfrm>
                <a:off x="4323842" y="61663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5" name="Oval 5284">
                <a:extLst>
                  <a:ext uri="{FF2B5EF4-FFF2-40B4-BE49-F238E27FC236}">
                    <a16:creationId xmlns:a16="http://schemas.microsoft.com/office/drawing/2014/main" id="{4ED76BF8-59DB-1872-C19C-A673C96F2D3E}"/>
                  </a:ext>
                </a:extLst>
              </p:cNvPr>
              <p:cNvSpPr/>
              <p:nvPr/>
            </p:nvSpPr>
            <p:spPr>
              <a:xfrm>
                <a:off x="4172161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6" name="Oval 5285">
                <a:extLst>
                  <a:ext uri="{FF2B5EF4-FFF2-40B4-BE49-F238E27FC236}">
                    <a16:creationId xmlns:a16="http://schemas.microsoft.com/office/drawing/2014/main" id="{1955EFC7-193E-15A2-5260-867EDAB5F95F}"/>
                  </a:ext>
                </a:extLst>
              </p:cNvPr>
              <p:cNvSpPr/>
              <p:nvPr/>
            </p:nvSpPr>
            <p:spPr>
              <a:xfrm>
                <a:off x="4257545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7" name="Oval 5286">
                <a:extLst>
                  <a:ext uri="{FF2B5EF4-FFF2-40B4-BE49-F238E27FC236}">
                    <a16:creationId xmlns:a16="http://schemas.microsoft.com/office/drawing/2014/main" id="{D0BC427E-C9EA-9E7A-BB7D-8EC338D7F9FA}"/>
                  </a:ext>
                </a:extLst>
              </p:cNvPr>
              <p:cNvSpPr/>
              <p:nvPr/>
            </p:nvSpPr>
            <p:spPr>
              <a:xfrm>
                <a:off x="4266835" y="63434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8" name="Oval 5287">
                <a:extLst>
                  <a:ext uri="{FF2B5EF4-FFF2-40B4-BE49-F238E27FC236}">
                    <a16:creationId xmlns:a16="http://schemas.microsoft.com/office/drawing/2014/main" id="{BA405201-3EB5-6C81-7D93-65AFB3976349}"/>
                  </a:ext>
                </a:extLst>
              </p:cNvPr>
              <p:cNvSpPr/>
              <p:nvPr/>
            </p:nvSpPr>
            <p:spPr>
              <a:xfrm>
                <a:off x="4426117" y="5988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89" name="Oval 5288">
                <a:extLst>
                  <a:ext uri="{FF2B5EF4-FFF2-40B4-BE49-F238E27FC236}">
                    <a16:creationId xmlns:a16="http://schemas.microsoft.com/office/drawing/2014/main" id="{86070F82-5F68-909B-8F70-ADF3DCAA2F00}"/>
                  </a:ext>
                </a:extLst>
              </p:cNvPr>
              <p:cNvSpPr/>
              <p:nvPr/>
            </p:nvSpPr>
            <p:spPr>
              <a:xfrm>
                <a:off x="6516463" y="83710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0" name="Oval 5289">
                <a:extLst>
                  <a:ext uri="{FF2B5EF4-FFF2-40B4-BE49-F238E27FC236}">
                    <a16:creationId xmlns:a16="http://schemas.microsoft.com/office/drawing/2014/main" id="{E3DEFD8E-5416-E515-E06C-19EA6F0012DD}"/>
                  </a:ext>
                </a:extLst>
              </p:cNvPr>
              <p:cNvSpPr/>
              <p:nvPr/>
            </p:nvSpPr>
            <p:spPr>
              <a:xfrm>
                <a:off x="4911311" y="5599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1" name="Oval 5290">
                <a:extLst>
                  <a:ext uri="{FF2B5EF4-FFF2-40B4-BE49-F238E27FC236}">
                    <a16:creationId xmlns:a16="http://schemas.microsoft.com/office/drawing/2014/main" id="{2D9BEA75-FD3B-D781-D7B2-D31DFD6722C8}"/>
                  </a:ext>
                </a:extLst>
              </p:cNvPr>
              <p:cNvSpPr/>
              <p:nvPr/>
            </p:nvSpPr>
            <p:spPr>
              <a:xfrm>
                <a:off x="4882090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2" name="Oval 5291">
                <a:extLst>
                  <a:ext uri="{FF2B5EF4-FFF2-40B4-BE49-F238E27FC236}">
                    <a16:creationId xmlns:a16="http://schemas.microsoft.com/office/drawing/2014/main" id="{15610D5C-7A7E-FF5E-F5E5-692A3AADCA38}"/>
                  </a:ext>
                </a:extLst>
              </p:cNvPr>
              <p:cNvSpPr/>
              <p:nvPr/>
            </p:nvSpPr>
            <p:spPr>
              <a:xfrm>
                <a:off x="4142940" y="61540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3" name="Oval 5292">
                <a:extLst>
                  <a:ext uri="{FF2B5EF4-FFF2-40B4-BE49-F238E27FC236}">
                    <a16:creationId xmlns:a16="http://schemas.microsoft.com/office/drawing/2014/main" id="{C944A86E-AC98-2152-A60A-66123FB04F3F}"/>
                  </a:ext>
                </a:extLst>
              </p:cNvPr>
              <p:cNvSpPr/>
              <p:nvPr/>
            </p:nvSpPr>
            <p:spPr>
              <a:xfrm>
                <a:off x="4400443" y="596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4" name="Oval 5293">
                <a:extLst>
                  <a:ext uri="{FF2B5EF4-FFF2-40B4-BE49-F238E27FC236}">
                    <a16:creationId xmlns:a16="http://schemas.microsoft.com/office/drawing/2014/main" id="{8045F13E-98D1-7C5E-4C0A-58A1FC5E5658}"/>
                  </a:ext>
                </a:extLst>
              </p:cNvPr>
              <p:cNvSpPr/>
              <p:nvPr/>
            </p:nvSpPr>
            <p:spPr>
              <a:xfrm>
                <a:off x="4459899" y="61140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5" name="Oval 5294">
                <a:extLst>
                  <a:ext uri="{FF2B5EF4-FFF2-40B4-BE49-F238E27FC236}">
                    <a16:creationId xmlns:a16="http://schemas.microsoft.com/office/drawing/2014/main" id="{18FA0556-8A2A-DF4A-709A-A429C1F38F34}"/>
                  </a:ext>
                </a:extLst>
              </p:cNvPr>
              <p:cNvSpPr/>
              <p:nvPr/>
            </p:nvSpPr>
            <p:spPr>
              <a:xfrm>
                <a:off x="4259234" y="6276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6" name="Oval 5295">
                <a:extLst>
                  <a:ext uri="{FF2B5EF4-FFF2-40B4-BE49-F238E27FC236}">
                    <a16:creationId xmlns:a16="http://schemas.microsoft.com/office/drawing/2014/main" id="{0DA4EA89-6DE3-F920-C08F-4E96B3BBAEEE}"/>
                  </a:ext>
                </a:extLst>
              </p:cNvPr>
              <p:cNvSpPr/>
              <p:nvPr/>
            </p:nvSpPr>
            <p:spPr>
              <a:xfrm>
                <a:off x="4163969" y="616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7" name="Oval 5296">
                <a:extLst>
                  <a:ext uri="{FF2B5EF4-FFF2-40B4-BE49-F238E27FC236}">
                    <a16:creationId xmlns:a16="http://schemas.microsoft.com/office/drawing/2014/main" id="{70785DEA-F051-F89F-4F38-0E17CEBF2E56}"/>
                  </a:ext>
                </a:extLst>
              </p:cNvPr>
              <p:cNvSpPr/>
              <p:nvPr/>
            </p:nvSpPr>
            <p:spPr>
              <a:xfrm>
                <a:off x="4189474" y="6058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8" name="Oval 5297">
                <a:extLst>
                  <a:ext uri="{FF2B5EF4-FFF2-40B4-BE49-F238E27FC236}">
                    <a16:creationId xmlns:a16="http://schemas.microsoft.com/office/drawing/2014/main" id="{331BC90C-ABF2-91A0-6EBC-E2D6A51A7B6D}"/>
                  </a:ext>
                </a:extLst>
              </p:cNvPr>
              <p:cNvSpPr/>
              <p:nvPr/>
            </p:nvSpPr>
            <p:spPr>
              <a:xfrm>
                <a:off x="4036780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99" name="Oval 5298">
                <a:extLst>
                  <a:ext uri="{FF2B5EF4-FFF2-40B4-BE49-F238E27FC236}">
                    <a16:creationId xmlns:a16="http://schemas.microsoft.com/office/drawing/2014/main" id="{089C3674-F3F0-C409-0D26-2226DED73736}"/>
                  </a:ext>
                </a:extLst>
              </p:cNvPr>
              <p:cNvSpPr/>
              <p:nvPr/>
            </p:nvSpPr>
            <p:spPr>
              <a:xfrm>
                <a:off x="4920348" y="5478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0" name="Oval 5299">
                <a:extLst>
                  <a:ext uri="{FF2B5EF4-FFF2-40B4-BE49-F238E27FC236}">
                    <a16:creationId xmlns:a16="http://schemas.microsoft.com/office/drawing/2014/main" id="{C20DA9CD-28DC-3FB1-CC8F-BD18C94DA7F7}"/>
                  </a:ext>
                </a:extLst>
              </p:cNvPr>
              <p:cNvSpPr/>
              <p:nvPr/>
            </p:nvSpPr>
            <p:spPr>
              <a:xfrm>
                <a:off x="4215402" y="6343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1" name="Oval 5300">
                <a:extLst>
                  <a:ext uri="{FF2B5EF4-FFF2-40B4-BE49-F238E27FC236}">
                    <a16:creationId xmlns:a16="http://schemas.microsoft.com/office/drawing/2014/main" id="{EF160A08-3D64-A66C-5AEB-08A05AA97C41}"/>
                  </a:ext>
                </a:extLst>
              </p:cNvPr>
              <p:cNvSpPr/>
              <p:nvPr/>
            </p:nvSpPr>
            <p:spPr>
              <a:xfrm>
                <a:off x="4261177" y="6080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2" name="Oval 5301">
                <a:extLst>
                  <a:ext uri="{FF2B5EF4-FFF2-40B4-BE49-F238E27FC236}">
                    <a16:creationId xmlns:a16="http://schemas.microsoft.com/office/drawing/2014/main" id="{5C3EA200-B2BA-8872-BC40-F16EA13EB91A}"/>
                  </a:ext>
                </a:extLst>
              </p:cNvPr>
              <p:cNvSpPr/>
              <p:nvPr/>
            </p:nvSpPr>
            <p:spPr>
              <a:xfrm>
                <a:off x="4913760" y="5534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3" name="Oval 5302">
                <a:extLst>
                  <a:ext uri="{FF2B5EF4-FFF2-40B4-BE49-F238E27FC236}">
                    <a16:creationId xmlns:a16="http://schemas.microsoft.com/office/drawing/2014/main" id="{DEF1B03C-9C6D-9EE7-D09B-B5E1B93487DB}"/>
                  </a:ext>
                </a:extLst>
              </p:cNvPr>
              <p:cNvSpPr/>
              <p:nvPr/>
            </p:nvSpPr>
            <p:spPr>
              <a:xfrm>
                <a:off x="4266835" y="6174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4" name="Oval 5303">
                <a:extLst>
                  <a:ext uri="{FF2B5EF4-FFF2-40B4-BE49-F238E27FC236}">
                    <a16:creationId xmlns:a16="http://schemas.microsoft.com/office/drawing/2014/main" id="{8D6023FD-A0E1-78DE-7583-F6C7B99B8BFE}"/>
                  </a:ext>
                </a:extLst>
              </p:cNvPr>
              <p:cNvSpPr/>
              <p:nvPr/>
            </p:nvSpPr>
            <p:spPr>
              <a:xfrm>
                <a:off x="4166334" y="6107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5" name="Oval 5304">
                <a:extLst>
                  <a:ext uri="{FF2B5EF4-FFF2-40B4-BE49-F238E27FC236}">
                    <a16:creationId xmlns:a16="http://schemas.microsoft.com/office/drawing/2014/main" id="{3F28F54C-0F29-D2E2-AAE4-99493020CB85}"/>
                  </a:ext>
                </a:extLst>
              </p:cNvPr>
              <p:cNvSpPr/>
              <p:nvPr/>
            </p:nvSpPr>
            <p:spPr>
              <a:xfrm>
                <a:off x="3999535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6" name="Oval 5305">
                <a:extLst>
                  <a:ext uri="{FF2B5EF4-FFF2-40B4-BE49-F238E27FC236}">
                    <a16:creationId xmlns:a16="http://schemas.microsoft.com/office/drawing/2014/main" id="{83650362-C7CC-DA0E-7011-E1026B4D2AC3}"/>
                  </a:ext>
                </a:extLst>
              </p:cNvPr>
              <p:cNvSpPr/>
              <p:nvPr/>
            </p:nvSpPr>
            <p:spPr>
              <a:xfrm>
                <a:off x="4652626" y="63737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7" name="Oval 5306">
                <a:extLst>
                  <a:ext uri="{FF2B5EF4-FFF2-40B4-BE49-F238E27FC236}">
                    <a16:creationId xmlns:a16="http://schemas.microsoft.com/office/drawing/2014/main" id="{08BC8C6B-5EB3-0113-4EDB-4277FFE0D088}"/>
                  </a:ext>
                </a:extLst>
              </p:cNvPr>
              <p:cNvSpPr/>
              <p:nvPr/>
            </p:nvSpPr>
            <p:spPr>
              <a:xfrm>
                <a:off x="4324518" y="63559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8" name="Oval 5307">
                <a:extLst>
                  <a:ext uri="{FF2B5EF4-FFF2-40B4-BE49-F238E27FC236}">
                    <a16:creationId xmlns:a16="http://schemas.microsoft.com/office/drawing/2014/main" id="{26D3E32D-6ECA-A7CE-DAB1-BBC5AB9F4819}"/>
                  </a:ext>
                </a:extLst>
              </p:cNvPr>
              <p:cNvSpPr/>
              <p:nvPr/>
            </p:nvSpPr>
            <p:spPr>
              <a:xfrm>
                <a:off x="4277223" y="614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09" name="Oval 5308">
                <a:extLst>
                  <a:ext uri="{FF2B5EF4-FFF2-40B4-BE49-F238E27FC236}">
                    <a16:creationId xmlns:a16="http://schemas.microsoft.com/office/drawing/2014/main" id="{647D7C25-DE67-420C-CE8E-E5896824DB09}"/>
                  </a:ext>
                </a:extLst>
              </p:cNvPr>
              <p:cNvSpPr/>
              <p:nvPr/>
            </p:nvSpPr>
            <p:spPr>
              <a:xfrm>
                <a:off x="4268186" y="61112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0" name="Oval 5309">
                <a:extLst>
                  <a:ext uri="{FF2B5EF4-FFF2-40B4-BE49-F238E27FC236}">
                    <a16:creationId xmlns:a16="http://schemas.microsoft.com/office/drawing/2014/main" id="{AF619F26-6ACD-E215-7F03-8508D577177A}"/>
                  </a:ext>
                </a:extLst>
              </p:cNvPr>
              <p:cNvSpPr/>
              <p:nvPr/>
            </p:nvSpPr>
            <p:spPr>
              <a:xfrm>
                <a:off x="4488952" y="62354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1" name="Oval 5310">
                <a:extLst>
                  <a:ext uri="{FF2B5EF4-FFF2-40B4-BE49-F238E27FC236}">
                    <a16:creationId xmlns:a16="http://schemas.microsoft.com/office/drawing/2014/main" id="{96F0914C-B199-DEAD-09AF-A615026FAD86}"/>
                  </a:ext>
                </a:extLst>
              </p:cNvPr>
              <p:cNvSpPr/>
              <p:nvPr/>
            </p:nvSpPr>
            <p:spPr>
              <a:xfrm>
                <a:off x="4433803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2" name="Oval 5311">
                <a:extLst>
                  <a:ext uri="{FF2B5EF4-FFF2-40B4-BE49-F238E27FC236}">
                    <a16:creationId xmlns:a16="http://schemas.microsoft.com/office/drawing/2014/main" id="{7A085969-BEED-F7F3-D7BF-9A57DD4E7741}"/>
                  </a:ext>
                </a:extLst>
              </p:cNvPr>
              <p:cNvSpPr/>
              <p:nvPr/>
            </p:nvSpPr>
            <p:spPr>
              <a:xfrm>
                <a:off x="4421557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3" name="Oval 5312">
                <a:extLst>
                  <a:ext uri="{FF2B5EF4-FFF2-40B4-BE49-F238E27FC236}">
                    <a16:creationId xmlns:a16="http://schemas.microsoft.com/office/drawing/2014/main" id="{B09021DB-4058-D05F-D0C3-915068C587FA}"/>
                  </a:ext>
                </a:extLst>
              </p:cNvPr>
              <p:cNvSpPr/>
              <p:nvPr/>
            </p:nvSpPr>
            <p:spPr>
              <a:xfrm>
                <a:off x="4941124" y="554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4" name="Oval 5313">
                <a:extLst>
                  <a:ext uri="{FF2B5EF4-FFF2-40B4-BE49-F238E27FC236}">
                    <a16:creationId xmlns:a16="http://schemas.microsoft.com/office/drawing/2014/main" id="{A6561B49-5901-F7F9-5B2B-4AFAC7A32BAF}"/>
                  </a:ext>
                </a:extLst>
              </p:cNvPr>
              <p:cNvSpPr/>
              <p:nvPr/>
            </p:nvSpPr>
            <p:spPr>
              <a:xfrm>
                <a:off x="4351290" y="63472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5" name="Oval 5314">
                <a:extLst>
                  <a:ext uri="{FF2B5EF4-FFF2-40B4-BE49-F238E27FC236}">
                    <a16:creationId xmlns:a16="http://schemas.microsoft.com/office/drawing/2014/main" id="{8FD0F2A4-D03B-8854-3BA4-D8A2DB0B52E7}"/>
                  </a:ext>
                </a:extLst>
              </p:cNvPr>
              <p:cNvSpPr/>
              <p:nvPr/>
            </p:nvSpPr>
            <p:spPr>
              <a:xfrm>
                <a:off x="4153243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6" name="Oval 5315">
                <a:extLst>
                  <a:ext uri="{FF2B5EF4-FFF2-40B4-BE49-F238E27FC236}">
                    <a16:creationId xmlns:a16="http://schemas.microsoft.com/office/drawing/2014/main" id="{A5E936B3-9D2D-8293-1320-E016D6CC1374}"/>
                  </a:ext>
                </a:extLst>
              </p:cNvPr>
              <p:cNvSpPr/>
              <p:nvPr/>
            </p:nvSpPr>
            <p:spPr>
              <a:xfrm>
                <a:off x="4026054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7" name="Oval 5316">
                <a:extLst>
                  <a:ext uri="{FF2B5EF4-FFF2-40B4-BE49-F238E27FC236}">
                    <a16:creationId xmlns:a16="http://schemas.microsoft.com/office/drawing/2014/main" id="{52D6984B-3354-2CA5-6E33-D0F9FC77311D}"/>
                  </a:ext>
                </a:extLst>
              </p:cNvPr>
              <p:cNvSpPr/>
              <p:nvPr/>
            </p:nvSpPr>
            <p:spPr>
              <a:xfrm>
                <a:off x="4152145" y="61768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8" name="Oval 5317">
                <a:extLst>
                  <a:ext uri="{FF2B5EF4-FFF2-40B4-BE49-F238E27FC236}">
                    <a16:creationId xmlns:a16="http://schemas.microsoft.com/office/drawing/2014/main" id="{B82426CB-014D-4B3D-07EF-C59BA6C4A591}"/>
                  </a:ext>
                </a:extLst>
              </p:cNvPr>
              <p:cNvSpPr/>
              <p:nvPr/>
            </p:nvSpPr>
            <p:spPr>
              <a:xfrm>
                <a:off x="4289385" y="61745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19" name="Oval 5318">
                <a:extLst>
                  <a:ext uri="{FF2B5EF4-FFF2-40B4-BE49-F238E27FC236}">
                    <a16:creationId xmlns:a16="http://schemas.microsoft.com/office/drawing/2014/main" id="{ACF885D9-7AD7-B4BE-D7F9-3F7ABAA05FBA}"/>
                  </a:ext>
                </a:extLst>
              </p:cNvPr>
              <p:cNvSpPr/>
              <p:nvPr/>
            </p:nvSpPr>
            <p:spPr>
              <a:xfrm>
                <a:off x="4314045" y="6333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0" name="Oval 5319">
                <a:extLst>
                  <a:ext uri="{FF2B5EF4-FFF2-40B4-BE49-F238E27FC236}">
                    <a16:creationId xmlns:a16="http://schemas.microsoft.com/office/drawing/2014/main" id="{82F12617-1329-9E57-D654-EC55CF2AB103}"/>
                  </a:ext>
                </a:extLst>
              </p:cNvPr>
              <p:cNvSpPr/>
              <p:nvPr/>
            </p:nvSpPr>
            <p:spPr>
              <a:xfrm>
                <a:off x="4212784" y="6064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1" name="Oval 5320">
                <a:extLst>
                  <a:ext uri="{FF2B5EF4-FFF2-40B4-BE49-F238E27FC236}">
                    <a16:creationId xmlns:a16="http://schemas.microsoft.com/office/drawing/2014/main" id="{D8858FAC-D9B5-6210-4A2A-DD8D5035FC68}"/>
                  </a:ext>
                </a:extLst>
              </p:cNvPr>
              <p:cNvSpPr/>
              <p:nvPr/>
            </p:nvSpPr>
            <p:spPr>
              <a:xfrm>
                <a:off x="4333723" y="63392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2" name="Oval 5321">
                <a:extLst>
                  <a:ext uri="{FF2B5EF4-FFF2-40B4-BE49-F238E27FC236}">
                    <a16:creationId xmlns:a16="http://schemas.microsoft.com/office/drawing/2014/main" id="{5A9FBF2A-88D1-726C-F45F-A52558622BFC}"/>
                  </a:ext>
                </a:extLst>
              </p:cNvPr>
              <p:cNvSpPr/>
              <p:nvPr/>
            </p:nvSpPr>
            <p:spPr>
              <a:xfrm>
                <a:off x="4335919" y="631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3" name="Oval 5322">
                <a:extLst>
                  <a:ext uri="{FF2B5EF4-FFF2-40B4-BE49-F238E27FC236}">
                    <a16:creationId xmlns:a16="http://schemas.microsoft.com/office/drawing/2014/main" id="{54890D88-82C2-105C-6191-FAEFEB334DE0}"/>
                  </a:ext>
                </a:extLst>
              </p:cNvPr>
              <p:cNvSpPr/>
              <p:nvPr/>
            </p:nvSpPr>
            <p:spPr>
              <a:xfrm>
                <a:off x="4435323" y="632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4" name="Oval 5323">
                <a:extLst>
                  <a:ext uri="{FF2B5EF4-FFF2-40B4-BE49-F238E27FC236}">
                    <a16:creationId xmlns:a16="http://schemas.microsoft.com/office/drawing/2014/main" id="{05640FBA-C2B0-C70C-0D4F-A509614218C9}"/>
                  </a:ext>
                </a:extLst>
              </p:cNvPr>
              <p:cNvSpPr/>
              <p:nvPr/>
            </p:nvSpPr>
            <p:spPr>
              <a:xfrm>
                <a:off x="4444275" y="62494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5" name="Oval 5324">
                <a:extLst>
                  <a:ext uri="{FF2B5EF4-FFF2-40B4-BE49-F238E27FC236}">
                    <a16:creationId xmlns:a16="http://schemas.microsoft.com/office/drawing/2014/main" id="{048359D1-9F39-2540-72E0-7706F93A8D44}"/>
                  </a:ext>
                </a:extLst>
              </p:cNvPr>
              <p:cNvSpPr/>
              <p:nvPr/>
            </p:nvSpPr>
            <p:spPr>
              <a:xfrm>
                <a:off x="4319366" y="6330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6" name="Oval 5325">
                <a:extLst>
                  <a:ext uri="{FF2B5EF4-FFF2-40B4-BE49-F238E27FC236}">
                    <a16:creationId xmlns:a16="http://schemas.microsoft.com/office/drawing/2014/main" id="{DA44C4CF-8606-8436-206D-4A487CFB2565}"/>
                  </a:ext>
                </a:extLst>
              </p:cNvPr>
              <p:cNvSpPr/>
              <p:nvPr/>
            </p:nvSpPr>
            <p:spPr>
              <a:xfrm>
                <a:off x="4848054" y="5596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7" name="Oval 5326">
                <a:extLst>
                  <a:ext uri="{FF2B5EF4-FFF2-40B4-BE49-F238E27FC236}">
                    <a16:creationId xmlns:a16="http://schemas.microsoft.com/office/drawing/2014/main" id="{402C47B4-51CA-65E9-819B-C99D71124861}"/>
                  </a:ext>
                </a:extLst>
              </p:cNvPr>
              <p:cNvSpPr/>
              <p:nvPr/>
            </p:nvSpPr>
            <p:spPr>
              <a:xfrm>
                <a:off x="4435238" y="60653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8" name="Oval 5327">
                <a:extLst>
                  <a:ext uri="{FF2B5EF4-FFF2-40B4-BE49-F238E27FC236}">
                    <a16:creationId xmlns:a16="http://schemas.microsoft.com/office/drawing/2014/main" id="{2A5F28B5-8BC3-6F8A-F83C-43A2B9E79E45}"/>
                  </a:ext>
                </a:extLst>
              </p:cNvPr>
              <p:cNvSpPr/>
              <p:nvPr/>
            </p:nvSpPr>
            <p:spPr>
              <a:xfrm>
                <a:off x="4165742" y="60968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29" name="Oval 5328">
                <a:extLst>
                  <a:ext uri="{FF2B5EF4-FFF2-40B4-BE49-F238E27FC236}">
                    <a16:creationId xmlns:a16="http://schemas.microsoft.com/office/drawing/2014/main" id="{141F1B5B-0043-9E14-F5F2-F2C9A41FC60F}"/>
                  </a:ext>
                </a:extLst>
              </p:cNvPr>
              <p:cNvSpPr/>
              <p:nvPr/>
            </p:nvSpPr>
            <p:spPr>
              <a:xfrm>
                <a:off x="4367083" y="60858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0" name="Oval 5329">
                <a:extLst>
                  <a:ext uri="{FF2B5EF4-FFF2-40B4-BE49-F238E27FC236}">
                    <a16:creationId xmlns:a16="http://schemas.microsoft.com/office/drawing/2014/main" id="{CDC2FF4B-BE1B-7AEE-C6F6-215225A371A9}"/>
                  </a:ext>
                </a:extLst>
              </p:cNvPr>
              <p:cNvSpPr/>
              <p:nvPr/>
            </p:nvSpPr>
            <p:spPr>
              <a:xfrm>
                <a:off x="4160422" y="61693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1" name="Oval 5330">
                <a:extLst>
                  <a:ext uri="{FF2B5EF4-FFF2-40B4-BE49-F238E27FC236}">
                    <a16:creationId xmlns:a16="http://schemas.microsoft.com/office/drawing/2014/main" id="{0194D0B8-A719-A4A3-229E-3E12FF6B3B72}"/>
                  </a:ext>
                </a:extLst>
              </p:cNvPr>
              <p:cNvSpPr/>
              <p:nvPr/>
            </p:nvSpPr>
            <p:spPr>
              <a:xfrm>
                <a:off x="4130356" y="61896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2" name="Oval 5331">
                <a:extLst>
                  <a:ext uri="{FF2B5EF4-FFF2-40B4-BE49-F238E27FC236}">
                    <a16:creationId xmlns:a16="http://schemas.microsoft.com/office/drawing/2014/main" id="{E08BCC5C-B8B1-E57A-0DC3-4D83F69F44E5}"/>
                  </a:ext>
                </a:extLst>
              </p:cNvPr>
              <p:cNvSpPr/>
              <p:nvPr/>
            </p:nvSpPr>
            <p:spPr>
              <a:xfrm>
                <a:off x="4242597" y="627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3" name="Oval 5332">
                <a:extLst>
                  <a:ext uri="{FF2B5EF4-FFF2-40B4-BE49-F238E27FC236}">
                    <a16:creationId xmlns:a16="http://schemas.microsoft.com/office/drawing/2014/main" id="{748F3ED0-A535-218D-6B7E-B9EB14E0447F}"/>
                  </a:ext>
                </a:extLst>
              </p:cNvPr>
              <p:cNvSpPr/>
              <p:nvPr/>
            </p:nvSpPr>
            <p:spPr>
              <a:xfrm>
                <a:off x="4376458" y="633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4" name="Oval 5333">
                <a:extLst>
                  <a:ext uri="{FF2B5EF4-FFF2-40B4-BE49-F238E27FC236}">
                    <a16:creationId xmlns:a16="http://schemas.microsoft.com/office/drawing/2014/main" id="{588D23C0-2DF7-4F40-BDAC-EFA65C2457C3}"/>
                  </a:ext>
                </a:extLst>
              </p:cNvPr>
              <p:cNvSpPr/>
              <p:nvPr/>
            </p:nvSpPr>
            <p:spPr>
              <a:xfrm>
                <a:off x="4262021" y="6370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5" name="Oval 5334">
                <a:extLst>
                  <a:ext uri="{FF2B5EF4-FFF2-40B4-BE49-F238E27FC236}">
                    <a16:creationId xmlns:a16="http://schemas.microsoft.com/office/drawing/2014/main" id="{6F631CC4-3A70-DCA6-9121-6775A2DD4B7C}"/>
                  </a:ext>
                </a:extLst>
              </p:cNvPr>
              <p:cNvSpPr/>
              <p:nvPr/>
            </p:nvSpPr>
            <p:spPr>
              <a:xfrm>
                <a:off x="3997255" y="59902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6" name="Oval 5335">
                <a:extLst>
                  <a:ext uri="{FF2B5EF4-FFF2-40B4-BE49-F238E27FC236}">
                    <a16:creationId xmlns:a16="http://schemas.microsoft.com/office/drawing/2014/main" id="{3C7A3E19-CC6A-1BD5-0984-C34758656A5C}"/>
                  </a:ext>
                </a:extLst>
              </p:cNvPr>
              <p:cNvSpPr/>
              <p:nvPr/>
            </p:nvSpPr>
            <p:spPr>
              <a:xfrm>
                <a:off x="4294790" y="6340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7" name="Oval 5336">
                <a:extLst>
                  <a:ext uri="{FF2B5EF4-FFF2-40B4-BE49-F238E27FC236}">
                    <a16:creationId xmlns:a16="http://schemas.microsoft.com/office/drawing/2014/main" id="{B72C16A6-A0D3-0CCB-CEF3-438BB74D3A61}"/>
                  </a:ext>
                </a:extLst>
              </p:cNvPr>
              <p:cNvSpPr/>
              <p:nvPr/>
            </p:nvSpPr>
            <p:spPr>
              <a:xfrm>
                <a:off x="4124866" y="61690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8" name="Oval 5337">
                <a:extLst>
                  <a:ext uri="{FF2B5EF4-FFF2-40B4-BE49-F238E27FC236}">
                    <a16:creationId xmlns:a16="http://schemas.microsoft.com/office/drawing/2014/main" id="{CFFCFFAB-05F8-8142-4E98-FCB83599E6D0}"/>
                  </a:ext>
                </a:extLst>
              </p:cNvPr>
              <p:cNvSpPr/>
              <p:nvPr/>
            </p:nvSpPr>
            <p:spPr>
              <a:xfrm>
                <a:off x="3986191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39" name="Oval 5338">
                <a:extLst>
                  <a:ext uri="{FF2B5EF4-FFF2-40B4-BE49-F238E27FC236}">
                    <a16:creationId xmlns:a16="http://schemas.microsoft.com/office/drawing/2014/main" id="{CC65AB70-ACDE-91B1-88A7-EABBBA162782}"/>
                  </a:ext>
                </a:extLst>
              </p:cNvPr>
              <p:cNvSpPr/>
              <p:nvPr/>
            </p:nvSpPr>
            <p:spPr>
              <a:xfrm>
                <a:off x="4200369" y="6148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0" name="Oval 5339">
                <a:extLst>
                  <a:ext uri="{FF2B5EF4-FFF2-40B4-BE49-F238E27FC236}">
                    <a16:creationId xmlns:a16="http://schemas.microsoft.com/office/drawing/2014/main" id="{84D18098-F501-31BA-5C44-5370181E03A1}"/>
                  </a:ext>
                </a:extLst>
              </p:cNvPr>
              <p:cNvSpPr/>
              <p:nvPr/>
            </p:nvSpPr>
            <p:spPr>
              <a:xfrm>
                <a:off x="4171823" y="612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1" name="Oval 5340">
                <a:extLst>
                  <a:ext uri="{FF2B5EF4-FFF2-40B4-BE49-F238E27FC236}">
                    <a16:creationId xmlns:a16="http://schemas.microsoft.com/office/drawing/2014/main" id="{072D08BA-FAF1-708A-AA41-A0C540A740E4}"/>
                  </a:ext>
                </a:extLst>
              </p:cNvPr>
              <p:cNvSpPr/>
              <p:nvPr/>
            </p:nvSpPr>
            <p:spPr>
              <a:xfrm>
                <a:off x="4242174" y="64024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2" name="Oval 5341">
                <a:extLst>
                  <a:ext uri="{FF2B5EF4-FFF2-40B4-BE49-F238E27FC236}">
                    <a16:creationId xmlns:a16="http://schemas.microsoft.com/office/drawing/2014/main" id="{8D3D1D32-68B5-9B4E-2A0A-631BD3CCD4AA}"/>
                  </a:ext>
                </a:extLst>
              </p:cNvPr>
              <p:cNvSpPr/>
              <p:nvPr/>
            </p:nvSpPr>
            <p:spPr>
              <a:xfrm>
                <a:off x="4249606" y="63537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3" name="Oval 5342">
                <a:extLst>
                  <a:ext uri="{FF2B5EF4-FFF2-40B4-BE49-F238E27FC236}">
                    <a16:creationId xmlns:a16="http://schemas.microsoft.com/office/drawing/2014/main" id="{96D015CB-A0BA-D6A3-CA00-843BE75C05E4}"/>
                  </a:ext>
                </a:extLst>
              </p:cNvPr>
              <p:cNvSpPr/>
              <p:nvPr/>
            </p:nvSpPr>
            <p:spPr>
              <a:xfrm>
                <a:off x="4372066" y="63002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4" name="Oval 5343">
                <a:extLst>
                  <a:ext uri="{FF2B5EF4-FFF2-40B4-BE49-F238E27FC236}">
                    <a16:creationId xmlns:a16="http://schemas.microsoft.com/office/drawing/2014/main" id="{D31AE701-41C7-F76F-45DB-2279726A4E31}"/>
                  </a:ext>
                </a:extLst>
              </p:cNvPr>
              <p:cNvSpPr/>
              <p:nvPr/>
            </p:nvSpPr>
            <p:spPr>
              <a:xfrm>
                <a:off x="4876685" y="5678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5" name="Oval 5344">
                <a:extLst>
                  <a:ext uri="{FF2B5EF4-FFF2-40B4-BE49-F238E27FC236}">
                    <a16:creationId xmlns:a16="http://schemas.microsoft.com/office/drawing/2014/main" id="{7AC761D2-8B6F-A3CB-0B71-212DB05BE839}"/>
                  </a:ext>
                </a:extLst>
              </p:cNvPr>
              <p:cNvSpPr/>
              <p:nvPr/>
            </p:nvSpPr>
            <p:spPr>
              <a:xfrm>
                <a:off x="4882681" y="5598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6" name="Oval 5345">
                <a:extLst>
                  <a:ext uri="{FF2B5EF4-FFF2-40B4-BE49-F238E27FC236}">
                    <a16:creationId xmlns:a16="http://schemas.microsoft.com/office/drawing/2014/main" id="{566561F7-690B-2003-02AA-CD81F19D5C1D}"/>
                  </a:ext>
                </a:extLst>
              </p:cNvPr>
              <p:cNvSpPr/>
              <p:nvPr/>
            </p:nvSpPr>
            <p:spPr>
              <a:xfrm>
                <a:off x="4238036" y="6384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7" name="Oval 5346">
                <a:extLst>
                  <a:ext uri="{FF2B5EF4-FFF2-40B4-BE49-F238E27FC236}">
                    <a16:creationId xmlns:a16="http://schemas.microsoft.com/office/drawing/2014/main" id="{2793A8A0-ABCC-3B97-3B4A-F7B1293F06D5}"/>
                  </a:ext>
                </a:extLst>
              </p:cNvPr>
              <p:cNvSpPr/>
              <p:nvPr/>
            </p:nvSpPr>
            <p:spPr>
              <a:xfrm>
                <a:off x="4243779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8" name="Oval 5347">
                <a:extLst>
                  <a:ext uri="{FF2B5EF4-FFF2-40B4-BE49-F238E27FC236}">
                    <a16:creationId xmlns:a16="http://schemas.microsoft.com/office/drawing/2014/main" id="{99AA9299-71D9-1FC0-93C8-AB443158D20E}"/>
                  </a:ext>
                </a:extLst>
              </p:cNvPr>
              <p:cNvSpPr/>
              <p:nvPr/>
            </p:nvSpPr>
            <p:spPr>
              <a:xfrm>
                <a:off x="4911902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49" name="Oval 5348">
                <a:extLst>
                  <a:ext uri="{FF2B5EF4-FFF2-40B4-BE49-F238E27FC236}">
                    <a16:creationId xmlns:a16="http://schemas.microsoft.com/office/drawing/2014/main" id="{45C742AE-5054-DFA4-5A6A-CC425BD63308}"/>
                  </a:ext>
                </a:extLst>
              </p:cNvPr>
              <p:cNvSpPr/>
              <p:nvPr/>
            </p:nvSpPr>
            <p:spPr>
              <a:xfrm>
                <a:off x="4434056" y="630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0" name="Oval 5349">
                <a:extLst>
                  <a:ext uri="{FF2B5EF4-FFF2-40B4-BE49-F238E27FC236}">
                    <a16:creationId xmlns:a16="http://schemas.microsoft.com/office/drawing/2014/main" id="{9C4146F5-9B1B-7F00-B932-9913C5B63073}"/>
                  </a:ext>
                </a:extLst>
              </p:cNvPr>
              <p:cNvSpPr/>
              <p:nvPr/>
            </p:nvSpPr>
            <p:spPr>
              <a:xfrm>
                <a:off x="4959451" y="559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1" name="Oval 5350">
                <a:extLst>
                  <a:ext uri="{FF2B5EF4-FFF2-40B4-BE49-F238E27FC236}">
                    <a16:creationId xmlns:a16="http://schemas.microsoft.com/office/drawing/2014/main" id="{4C21AF47-8819-CD69-C600-FB1CA2873A57}"/>
                  </a:ext>
                </a:extLst>
              </p:cNvPr>
              <p:cNvSpPr/>
              <p:nvPr/>
            </p:nvSpPr>
            <p:spPr>
              <a:xfrm>
                <a:off x="4225114" y="63347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2" name="Oval 5351">
                <a:extLst>
                  <a:ext uri="{FF2B5EF4-FFF2-40B4-BE49-F238E27FC236}">
                    <a16:creationId xmlns:a16="http://schemas.microsoft.com/office/drawing/2014/main" id="{DCB77F77-82A9-4056-22BD-BB76AABF8761}"/>
                  </a:ext>
                </a:extLst>
              </p:cNvPr>
              <p:cNvSpPr/>
              <p:nvPr/>
            </p:nvSpPr>
            <p:spPr>
              <a:xfrm>
                <a:off x="4922121" y="576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3" name="Oval 5352">
                <a:extLst>
                  <a:ext uri="{FF2B5EF4-FFF2-40B4-BE49-F238E27FC236}">
                    <a16:creationId xmlns:a16="http://schemas.microsoft.com/office/drawing/2014/main" id="{97CF1D86-47B5-FD7F-7FFC-46EE1B2871A3}"/>
                  </a:ext>
                </a:extLst>
              </p:cNvPr>
              <p:cNvSpPr/>
              <p:nvPr/>
            </p:nvSpPr>
            <p:spPr>
              <a:xfrm>
                <a:off x="4233729" y="6391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4" name="Oval 5353">
                <a:extLst>
                  <a:ext uri="{FF2B5EF4-FFF2-40B4-BE49-F238E27FC236}">
                    <a16:creationId xmlns:a16="http://schemas.microsoft.com/office/drawing/2014/main" id="{D02F17FE-2634-837D-58E2-7D729740ACB0}"/>
                  </a:ext>
                </a:extLst>
              </p:cNvPr>
              <p:cNvSpPr/>
              <p:nvPr/>
            </p:nvSpPr>
            <p:spPr>
              <a:xfrm>
                <a:off x="4894082" y="5655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5" name="Oval 5354">
                <a:extLst>
                  <a:ext uri="{FF2B5EF4-FFF2-40B4-BE49-F238E27FC236}">
                    <a16:creationId xmlns:a16="http://schemas.microsoft.com/office/drawing/2014/main" id="{67BFFBA4-3480-CBC4-CC7A-CCBC07F8ECA5}"/>
                  </a:ext>
                </a:extLst>
              </p:cNvPr>
              <p:cNvSpPr/>
              <p:nvPr/>
            </p:nvSpPr>
            <p:spPr>
              <a:xfrm>
                <a:off x="4879978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6" name="Oval 5355">
                <a:extLst>
                  <a:ext uri="{FF2B5EF4-FFF2-40B4-BE49-F238E27FC236}">
                    <a16:creationId xmlns:a16="http://schemas.microsoft.com/office/drawing/2014/main" id="{386BA671-5882-AF3F-D006-D39E0014F2A0}"/>
                  </a:ext>
                </a:extLst>
              </p:cNvPr>
              <p:cNvSpPr/>
              <p:nvPr/>
            </p:nvSpPr>
            <p:spPr>
              <a:xfrm>
                <a:off x="4283979" y="62072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7" name="Oval 5356">
                <a:extLst>
                  <a:ext uri="{FF2B5EF4-FFF2-40B4-BE49-F238E27FC236}">
                    <a16:creationId xmlns:a16="http://schemas.microsoft.com/office/drawing/2014/main" id="{E67EB782-D923-FE76-1DCA-FF9ACEC9DE3B}"/>
                  </a:ext>
                </a:extLst>
              </p:cNvPr>
              <p:cNvSpPr/>
              <p:nvPr/>
            </p:nvSpPr>
            <p:spPr>
              <a:xfrm>
                <a:off x="4174695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8" name="Oval 5357">
                <a:extLst>
                  <a:ext uri="{FF2B5EF4-FFF2-40B4-BE49-F238E27FC236}">
                    <a16:creationId xmlns:a16="http://schemas.microsoft.com/office/drawing/2014/main" id="{0A8262CA-7868-EF68-B107-1BA94696BB84}"/>
                  </a:ext>
                </a:extLst>
              </p:cNvPr>
              <p:cNvSpPr/>
              <p:nvPr/>
            </p:nvSpPr>
            <p:spPr>
              <a:xfrm>
                <a:off x="4326038" y="6070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59" name="Oval 5358">
                <a:extLst>
                  <a:ext uri="{FF2B5EF4-FFF2-40B4-BE49-F238E27FC236}">
                    <a16:creationId xmlns:a16="http://schemas.microsoft.com/office/drawing/2014/main" id="{D108F5D1-7101-125C-2C1A-D29F766B1699}"/>
                  </a:ext>
                </a:extLst>
              </p:cNvPr>
              <p:cNvSpPr/>
              <p:nvPr/>
            </p:nvSpPr>
            <p:spPr>
              <a:xfrm>
                <a:off x="4272494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0" name="Oval 5359">
                <a:extLst>
                  <a:ext uri="{FF2B5EF4-FFF2-40B4-BE49-F238E27FC236}">
                    <a16:creationId xmlns:a16="http://schemas.microsoft.com/office/drawing/2014/main" id="{F4220031-B9E3-0F0E-E156-D62571233240}"/>
                  </a:ext>
                </a:extLst>
              </p:cNvPr>
              <p:cNvSpPr/>
              <p:nvPr/>
            </p:nvSpPr>
            <p:spPr>
              <a:xfrm>
                <a:off x="4052319" y="5998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1" name="Oval 5360">
                <a:extLst>
                  <a:ext uri="{FF2B5EF4-FFF2-40B4-BE49-F238E27FC236}">
                    <a16:creationId xmlns:a16="http://schemas.microsoft.com/office/drawing/2014/main" id="{BD61D913-79F9-CDA2-8974-210D66EE4A3F}"/>
                  </a:ext>
                </a:extLst>
              </p:cNvPr>
              <p:cNvSpPr/>
              <p:nvPr/>
            </p:nvSpPr>
            <p:spPr>
              <a:xfrm>
                <a:off x="4445457" y="60089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2" name="Oval 5361">
                <a:extLst>
                  <a:ext uri="{FF2B5EF4-FFF2-40B4-BE49-F238E27FC236}">
                    <a16:creationId xmlns:a16="http://schemas.microsoft.com/office/drawing/2014/main" id="{F4102D63-7C6F-CE67-DDA0-E1CB48D55F4A}"/>
                  </a:ext>
                </a:extLst>
              </p:cNvPr>
              <p:cNvSpPr/>
              <p:nvPr/>
            </p:nvSpPr>
            <p:spPr>
              <a:xfrm>
                <a:off x="4339466" y="59884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3" name="Oval 5362">
                <a:extLst>
                  <a:ext uri="{FF2B5EF4-FFF2-40B4-BE49-F238E27FC236}">
                    <a16:creationId xmlns:a16="http://schemas.microsoft.com/office/drawing/2014/main" id="{F1B733FD-36BE-5EB5-5E9E-9410631A42F7}"/>
                  </a:ext>
                </a:extLst>
              </p:cNvPr>
              <p:cNvSpPr/>
              <p:nvPr/>
            </p:nvSpPr>
            <p:spPr>
              <a:xfrm>
                <a:off x="4288202" y="6406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4" name="Oval 5363">
                <a:extLst>
                  <a:ext uri="{FF2B5EF4-FFF2-40B4-BE49-F238E27FC236}">
                    <a16:creationId xmlns:a16="http://schemas.microsoft.com/office/drawing/2014/main" id="{4EE31310-0E6A-8812-1AD0-B9784CEEF351}"/>
                  </a:ext>
                </a:extLst>
              </p:cNvPr>
              <p:cNvSpPr/>
              <p:nvPr/>
            </p:nvSpPr>
            <p:spPr>
              <a:xfrm>
                <a:off x="4148598" y="615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5" name="Oval 5364">
                <a:extLst>
                  <a:ext uri="{FF2B5EF4-FFF2-40B4-BE49-F238E27FC236}">
                    <a16:creationId xmlns:a16="http://schemas.microsoft.com/office/drawing/2014/main" id="{FB57A4D7-E038-BEEE-928C-FCB28013EC08}"/>
                  </a:ext>
                </a:extLst>
              </p:cNvPr>
              <p:cNvSpPr/>
              <p:nvPr/>
            </p:nvSpPr>
            <p:spPr>
              <a:xfrm>
                <a:off x="4236431" y="640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6" name="Oval 5365">
                <a:extLst>
                  <a:ext uri="{FF2B5EF4-FFF2-40B4-BE49-F238E27FC236}">
                    <a16:creationId xmlns:a16="http://schemas.microsoft.com/office/drawing/2014/main" id="{1F609060-2E39-9AAA-2FDC-4895617315C2}"/>
                  </a:ext>
                </a:extLst>
              </p:cNvPr>
              <p:cNvSpPr/>
              <p:nvPr/>
            </p:nvSpPr>
            <p:spPr>
              <a:xfrm>
                <a:off x="4013555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7" name="Oval 5366">
                <a:extLst>
                  <a:ext uri="{FF2B5EF4-FFF2-40B4-BE49-F238E27FC236}">
                    <a16:creationId xmlns:a16="http://schemas.microsoft.com/office/drawing/2014/main" id="{2126D0D3-D462-178A-B3FA-BA5847B92F3A}"/>
                  </a:ext>
                </a:extLst>
              </p:cNvPr>
              <p:cNvSpPr/>
              <p:nvPr/>
            </p:nvSpPr>
            <p:spPr>
              <a:xfrm>
                <a:off x="4572816" y="6317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8" name="Oval 5367">
                <a:extLst>
                  <a:ext uri="{FF2B5EF4-FFF2-40B4-BE49-F238E27FC236}">
                    <a16:creationId xmlns:a16="http://schemas.microsoft.com/office/drawing/2014/main" id="{048633C6-A5E1-5DFF-0F96-B38B58C8EA37}"/>
                  </a:ext>
                </a:extLst>
              </p:cNvPr>
              <p:cNvSpPr/>
              <p:nvPr/>
            </p:nvSpPr>
            <p:spPr>
              <a:xfrm>
                <a:off x="4260332" y="62854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69" name="Oval 5368">
                <a:extLst>
                  <a:ext uri="{FF2B5EF4-FFF2-40B4-BE49-F238E27FC236}">
                    <a16:creationId xmlns:a16="http://schemas.microsoft.com/office/drawing/2014/main" id="{4381484B-460B-D314-3D89-ECD0A54F1FCC}"/>
                  </a:ext>
                </a:extLst>
              </p:cNvPr>
              <p:cNvSpPr/>
              <p:nvPr/>
            </p:nvSpPr>
            <p:spPr>
              <a:xfrm>
                <a:off x="4081203" y="59887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0" name="Oval 5369">
                <a:extLst>
                  <a:ext uri="{FF2B5EF4-FFF2-40B4-BE49-F238E27FC236}">
                    <a16:creationId xmlns:a16="http://schemas.microsoft.com/office/drawing/2014/main" id="{C2631081-B416-989E-8E12-39BE5435883C}"/>
                  </a:ext>
                </a:extLst>
              </p:cNvPr>
              <p:cNvSpPr/>
              <p:nvPr/>
            </p:nvSpPr>
            <p:spPr>
              <a:xfrm>
                <a:off x="4185843" y="6195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1" name="Oval 5370">
                <a:extLst>
                  <a:ext uri="{FF2B5EF4-FFF2-40B4-BE49-F238E27FC236}">
                    <a16:creationId xmlns:a16="http://schemas.microsoft.com/office/drawing/2014/main" id="{8CD7E6A0-7EF9-BE00-80F2-B48F45D363C9}"/>
                  </a:ext>
                </a:extLst>
              </p:cNvPr>
              <p:cNvSpPr/>
              <p:nvPr/>
            </p:nvSpPr>
            <p:spPr>
              <a:xfrm>
                <a:off x="4932087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2" name="Oval 5371">
                <a:extLst>
                  <a:ext uri="{FF2B5EF4-FFF2-40B4-BE49-F238E27FC236}">
                    <a16:creationId xmlns:a16="http://schemas.microsoft.com/office/drawing/2014/main" id="{65BEE723-E457-406C-C2AA-D944348CAB57}"/>
                  </a:ext>
                </a:extLst>
              </p:cNvPr>
              <p:cNvSpPr/>
              <p:nvPr/>
            </p:nvSpPr>
            <p:spPr>
              <a:xfrm>
                <a:off x="4370461" y="62558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3" name="Oval 5372">
                <a:extLst>
                  <a:ext uri="{FF2B5EF4-FFF2-40B4-BE49-F238E27FC236}">
                    <a16:creationId xmlns:a16="http://schemas.microsoft.com/office/drawing/2014/main" id="{A34839D5-7838-DE65-940C-BCE584768704}"/>
                  </a:ext>
                </a:extLst>
              </p:cNvPr>
              <p:cNvSpPr/>
              <p:nvPr/>
            </p:nvSpPr>
            <p:spPr>
              <a:xfrm>
                <a:off x="4228999" y="631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4" name="Oval 5373">
                <a:extLst>
                  <a:ext uri="{FF2B5EF4-FFF2-40B4-BE49-F238E27FC236}">
                    <a16:creationId xmlns:a16="http://schemas.microsoft.com/office/drawing/2014/main" id="{DB8DD618-552F-2710-780B-7B90CFE6BE3E}"/>
                  </a:ext>
                </a:extLst>
              </p:cNvPr>
              <p:cNvSpPr/>
              <p:nvPr/>
            </p:nvSpPr>
            <p:spPr>
              <a:xfrm>
                <a:off x="4278574" y="6264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5" name="Oval 5374">
                <a:extLst>
                  <a:ext uri="{FF2B5EF4-FFF2-40B4-BE49-F238E27FC236}">
                    <a16:creationId xmlns:a16="http://schemas.microsoft.com/office/drawing/2014/main" id="{C2B1FD93-E02E-5988-CF94-BB9527258EC6}"/>
                  </a:ext>
                </a:extLst>
              </p:cNvPr>
              <p:cNvSpPr/>
              <p:nvPr/>
            </p:nvSpPr>
            <p:spPr>
              <a:xfrm>
                <a:off x="4040242" y="5993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6" name="Oval 5375">
                <a:extLst>
                  <a:ext uri="{FF2B5EF4-FFF2-40B4-BE49-F238E27FC236}">
                    <a16:creationId xmlns:a16="http://schemas.microsoft.com/office/drawing/2014/main" id="{6696304D-6291-FCDF-63E3-4D1ABBD6C540}"/>
                  </a:ext>
                </a:extLst>
              </p:cNvPr>
              <p:cNvSpPr/>
              <p:nvPr/>
            </p:nvSpPr>
            <p:spPr>
              <a:xfrm>
                <a:off x="4510826" y="6239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7" name="Oval 5376">
                <a:extLst>
                  <a:ext uri="{FF2B5EF4-FFF2-40B4-BE49-F238E27FC236}">
                    <a16:creationId xmlns:a16="http://schemas.microsoft.com/office/drawing/2014/main" id="{265DE7CA-2E27-9A5F-1CB4-02A8D08FCF27}"/>
                  </a:ext>
                </a:extLst>
              </p:cNvPr>
              <p:cNvSpPr/>
              <p:nvPr/>
            </p:nvSpPr>
            <p:spPr>
              <a:xfrm>
                <a:off x="4287273" y="638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8" name="Oval 5377">
                <a:extLst>
                  <a:ext uri="{FF2B5EF4-FFF2-40B4-BE49-F238E27FC236}">
                    <a16:creationId xmlns:a16="http://schemas.microsoft.com/office/drawing/2014/main" id="{8E3FA863-2311-FCE9-F212-DEBB1E81669C}"/>
                  </a:ext>
                </a:extLst>
              </p:cNvPr>
              <p:cNvSpPr/>
              <p:nvPr/>
            </p:nvSpPr>
            <p:spPr>
              <a:xfrm>
                <a:off x="4808023" y="677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79" name="Oval 5378">
                <a:extLst>
                  <a:ext uri="{FF2B5EF4-FFF2-40B4-BE49-F238E27FC236}">
                    <a16:creationId xmlns:a16="http://schemas.microsoft.com/office/drawing/2014/main" id="{4BE6E357-A393-1B3B-7604-E78462726FAA}"/>
                  </a:ext>
                </a:extLst>
              </p:cNvPr>
              <p:cNvSpPr/>
              <p:nvPr/>
            </p:nvSpPr>
            <p:spPr>
              <a:xfrm>
                <a:off x="4076389" y="596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0" name="Oval 5379">
                <a:extLst>
                  <a:ext uri="{FF2B5EF4-FFF2-40B4-BE49-F238E27FC236}">
                    <a16:creationId xmlns:a16="http://schemas.microsoft.com/office/drawing/2014/main" id="{7A6134AE-D9A2-0F8A-9B8A-3DC09F4FFD46}"/>
                  </a:ext>
                </a:extLst>
              </p:cNvPr>
              <p:cNvSpPr/>
              <p:nvPr/>
            </p:nvSpPr>
            <p:spPr>
              <a:xfrm>
                <a:off x="4441573" y="62016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1" name="Oval 5380">
                <a:extLst>
                  <a:ext uri="{FF2B5EF4-FFF2-40B4-BE49-F238E27FC236}">
                    <a16:creationId xmlns:a16="http://schemas.microsoft.com/office/drawing/2014/main" id="{4253C242-437A-2C4B-7697-581922AC874B}"/>
                  </a:ext>
                </a:extLst>
              </p:cNvPr>
              <p:cNvSpPr/>
              <p:nvPr/>
            </p:nvSpPr>
            <p:spPr>
              <a:xfrm>
                <a:off x="4321055" y="6180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2" name="Oval 5381">
                <a:extLst>
                  <a:ext uri="{FF2B5EF4-FFF2-40B4-BE49-F238E27FC236}">
                    <a16:creationId xmlns:a16="http://schemas.microsoft.com/office/drawing/2014/main" id="{A30596B8-E66A-4ECB-93CA-90BAEE449A8F}"/>
                  </a:ext>
                </a:extLst>
              </p:cNvPr>
              <p:cNvSpPr/>
              <p:nvPr/>
            </p:nvSpPr>
            <p:spPr>
              <a:xfrm>
                <a:off x="4914858" y="547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3" name="Oval 5382">
                <a:extLst>
                  <a:ext uri="{FF2B5EF4-FFF2-40B4-BE49-F238E27FC236}">
                    <a16:creationId xmlns:a16="http://schemas.microsoft.com/office/drawing/2014/main" id="{EBA47C4F-F61A-1A8B-2E18-C477888C42E3}"/>
                  </a:ext>
                </a:extLst>
              </p:cNvPr>
              <p:cNvSpPr/>
              <p:nvPr/>
            </p:nvSpPr>
            <p:spPr>
              <a:xfrm>
                <a:off x="4935634" y="5643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4" name="Oval 5383">
                <a:extLst>
                  <a:ext uri="{FF2B5EF4-FFF2-40B4-BE49-F238E27FC236}">
                    <a16:creationId xmlns:a16="http://schemas.microsoft.com/office/drawing/2014/main" id="{FD1CBA5A-21B6-FC09-533E-06FA65237A5D}"/>
                  </a:ext>
                </a:extLst>
              </p:cNvPr>
              <p:cNvSpPr/>
              <p:nvPr/>
            </p:nvSpPr>
            <p:spPr>
              <a:xfrm>
                <a:off x="4446893" y="5957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5" name="Oval 5384">
                <a:extLst>
                  <a:ext uri="{FF2B5EF4-FFF2-40B4-BE49-F238E27FC236}">
                    <a16:creationId xmlns:a16="http://schemas.microsoft.com/office/drawing/2014/main" id="{EBC8D32A-1413-B4AB-6B5B-9C979787E684}"/>
                  </a:ext>
                </a:extLst>
              </p:cNvPr>
              <p:cNvSpPr/>
              <p:nvPr/>
            </p:nvSpPr>
            <p:spPr>
              <a:xfrm>
                <a:off x="4423161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6" name="Oval 5385">
                <a:extLst>
                  <a:ext uri="{FF2B5EF4-FFF2-40B4-BE49-F238E27FC236}">
                    <a16:creationId xmlns:a16="http://schemas.microsoft.com/office/drawing/2014/main" id="{1CE566E1-2A08-89E3-D6F4-684518663D78}"/>
                  </a:ext>
                </a:extLst>
              </p:cNvPr>
              <p:cNvSpPr/>
              <p:nvPr/>
            </p:nvSpPr>
            <p:spPr>
              <a:xfrm>
                <a:off x="4260923" y="637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7" name="Oval 5386">
                <a:extLst>
                  <a:ext uri="{FF2B5EF4-FFF2-40B4-BE49-F238E27FC236}">
                    <a16:creationId xmlns:a16="http://schemas.microsoft.com/office/drawing/2014/main" id="{186E21C3-AD2F-11DF-9898-80536615DB56}"/>
                  </a:ext>
                </a:extLst>
              </p:cNvPr>
              <p:cNvSpPr/>
              <p:nvPr/>
            </p:nvSpPr>
            <p:spPr>
              <a:xfrm>
                <a:off x="4247073" y="63850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8" name="Oval 5387">
                <a:extLst>
                  <a:ext uri="{FF2B5EF4-FFF2-40B4-BE49-F238E27FC236}">
                    <a16:creationId xmlns:a16="http://schemas.microsoft.com/office/drawing/2014/main" id="{CC7C6D7A-9C5C-0C01-9989-92ECA98EED9B}"/>
                  </a:ext>
                </a:extLst>
              </p:cNvPr>
              <p:cNvSpPr/>
              <p:nvPr/>
            </p:nvSpPr>
            <p:spPr>
              <a:xfrm>
                <a:off x="4125204" y="614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89" name="Oval 5388">
                <a:extLst>
                  <a:ext uri="{FF2B5EF4-FFF2-40B4-BE49-F238E27FC236}">
                    <a16:creationId xmlns:a16="http://schemas.microsoft.com/office/drawing/2014/main" id="{516DB4C9-7C6F-9BC0-BF7C-9A7487222B82}"/>
                  </a:ext>
                </a:extLst>
              </p:cNvPr>
              <p:cNvSpPr/>
              <p:nvPr/>
            </p:nvSpPr>
            <p:spPr>
              <a:xfrm>
                <a:off x="5022285" y="63987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0" name="Oval 5389">
                <a:extLst>
                  <a:ext uri="{FF2B5EF4-FFF2-40B4-BE49-F238E27FC236}">
                    <a16:creationId xmlns:a16="http://schemas.microsoft.com/office/drawing/2014/main" id="{FF4E4863-581D-CC09-8FE8-DEE071F6942C}"/>
                  </a:ext>
                </a:extLst>
              </p:cNvPr>
              <p:cNvSpPr/>
              <p:nvPr/>
            </p:nvSpPr>
            <p:spPr>
              <a:xfrm>
                <a:off x="4424344" y="623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1" name="Oval 5390">
                <a:extLst>
                  <a:ext uri="{FF2B5EF4-FFF2-40B4-BE49-F238E27FC236}">
                    <a16:creationId xmlns:a16="http://schemas.microsoft.com/office/drawing/2014/main" id="{8CE49C83-A5B0-F566-932C-2BBE715C78A4}"/>
                  </a:ext>
                </a:extLst>
              </p:cNvPr>
              <p:cNvSpPr/>
              <p:nvPr/>
            </p:nvSpPr>
            <p:spPr>
              <a:xfrm>
                <a:off x="4173597" y="61571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2" name="Oval 5391">
                <a:extLst>
                  <a:ext uri="{FF2B5EF4-FFF2-40B4-BE49-F238E27FC236}">
                    <a16:creationId xmlns:a16="http://schemas.microsoft.com/office/drawing/2014/main" id="{E65DF71A-8185-2742-08B5-C7017250F8F0}"/>
                  </a:ext>
                </a:extLst>
              </p:cNvPr>
              <p:cNvSpPr/>
              <p:nvPr/>
            </p:nvSpPr>
            <p:spPr>
              <a:xfrm>
                <a:off x="4358976" y="61069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3" name="Oval 5392">
                <a:extLst>
                  <a:ext uri="{FF2B5EF4-FFF2-40B4-BE49-F238E27FC236}">
                    <a16:creationId xmlns:a16="http://schemas.microsoft.com/office/drawing/2014/main" id="{5F2351D8-6FB2-E1BA-DBDE-DA0C8F185419}"/>
                  </a:ext>
                </a:extLst>
              </p:cNvPr>
              <p:cNvSpPr/>
              <p:nvPr/>
            </p:nvSpPr>
            <p:spPr>
              <a:xfrm>
                <a:off x="4917730" y="55068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4" name="Oval 5393">
                <a:extLst>
                  <a:ext uri="{FF2B5EF4-FFF2-40B4-BE49-F238E27FC236}">
                    <a16:creationId xmlns:a16="http://schemas.microsoft.com/office/drawing/2014/main" id="{9EBB30D1-4C0D-5652-BF78-6CFD80CF8B93}"/>
                  </a:ext>
                </a:extLst>
              </p:cNvPr>
              <p:cNvSpPr/>
              <p:nvPr/>
            </p:nvSpPr>
            <p:spPr>
              <a:xfrm>
                <a:off x="4125880" y="61945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5" name="Oval 5394">
                <a:extLst>
                  <a:ext uri="{FF2B5EF4-FFF2-40B4-BE49-F238E27FC236}">
                    <a16:creationId xmlns:a16="http://schemas.microsoft.com/office/drawing/2014/main" id="{2CAC5E2E-19D6-FA23-6E7F-39899B075381}"/>
                  </a:ext>
                </a:extLst>
              </p:cNvPr>
              <p:cNvSpPr/>
              <p:nvPr/>
            </p:nvSpPr>
            <p:spPr>
              <a:xfrm>
                <a:off x="4319620" y="63475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6" name="Oval 5395">
                <a:extLst>
                  <a:ext uri="{FF2B5EF4-FFF2-40B4-BE49-F238E27FC236}">
                    <a16:creationId xmlns:a16="http://schemas.microsoft.com/office/drawing/2014/main" id="{BC07D5F4-A7FE-4DD2-C41E-21BD42174184}"/>
                  </a:ext>
                </a:extLst>
              </p:cNvPr>
              <p:cNvSpPr/>
              <p:nvPr/>
            </p:nvSpPr>
            <p:spPr>
              <a:xfrm>
                <a:off x="4151047" y="61131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7" name="Oval 5396">
                <a:extLst>
                  <a:ext uri="{FF2B5EF4-FFF2-40B4-BE49-F238E27FC236}">
                    <a16:creationId xmlns:a16="http://schemas.microsoft.com/office/drawing/2014/main" id="{562573E9-F9F7-9F5C-5C87-C5325EF8B926}"/>
                  </a:ext>
                </a:extLst>
              </p:cNvPr>
              <p:cNvSpPr/>
              <p:nvPr/>
            </p:nvSpPr>
            <p:spPr>
              <a:xfrm>
                <a:off x="4465220" y="6078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8" name="Oval 5397">
                <a:extLst>
                  <a:ext uri="{FF2B5EF4-FFF2-40B4-BE49-F238E27FC236}">
                    <a16:creationId xmlns:a16="http://schemas.microsoft.com/office/drawing/2014/main" id="{29FA5014-BCF5-1B9C-ED86-F58838B38637}"/>
                  </a:ext>
                </a:extLst>
              </p:cNvPr>
              <p:cNvSpPr/>
              <p:nvPr/>
            </p:nvSpPr>
            <p:spPr>
              <a:xfrm>
                <a:off x="4890113" y="550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99" name="Oval 5398">
                <a:extLst>
                  <a:ext uri="{FF2B5EF4-FFF2-40B4-BE49-F238E27FC236}">
                    <a16:creationId xmlns:a16="http://schemas.microsoft.com/office/drawing/2014/main" id="{86DC8CC6-4FCB-AC8C-F8C5-B4A185999F35}"/>
                  </a:ext>
                </a:extLst>
              </p:cNvPr>
              <p:cNvSpPr/>
              <p:nvPr/>
            </p:nvSpPr>
            <p:spPr>
              <a:xfrm>
                <a:off x="4331190" y="62426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0" name="Oval 5399">
                <a:extLst>
                  <a:ext uri="{FF2B5EF4-FFF2-40B4-BE49-F238E27FC236}">
                    <a16:creationId xmlns:a16="http://schemas.microsoft.com/office/drawing/2014/main" id="{70F598FA-2444-569A-3318-378E96EB621A}"/>
                  </a:ext>
                </a:extLst>
              </p:cNvPr>
              <p:cNvSpPr/>
              <p:nvPr/>
            </p:nvSpPr>
            <p:spPr>
              <a:xfrm>
                <a:off x="4909875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1" name="Oval 5400">
                <a:extLst>
                  <a:ext uri="{FF2B5EF4-FFF2-40B4-BE49-F238E27FC236}">
                    <a16:creationId xmlns:a16="http://schemas.microsoft.com/office/drawing/2014/main" id="{D7183B37-61C2-0464-F7BB-41BE749CCBED}"/>
                  </a:ext>
                </a:extLst>
              </p:cNvPr>
              <p:cNvSpPr/>
              <p:nvPr/>
            </p:nvSpPr>
            <p:spPr>
              <a:xfrm>
                <a:off x="4867395" y="56195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2" name="Oval 5401">
                <a:extLst>
                  <a:ext uri="{FF2B5EF4-FFF2-40B4-BE49-F238E27FC236}">
                    <a16:creationId xmlns:a16="http://schemas.microsoft.com/office/drawing/2014/main" id="{FF3240E0-E1DE-68CA-11FB-8BBF2562EEAB}"/>
                  </a:ext>
                </a:extLst>
              </p:cNvPr>
              <p:cNvSpPr/>
              <p:nvPr/>
            </p:nvSpPr>
            <p:spPr>
              <a:xfrm>
                <a:off x="5467278" y="522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3" name="Oval 5402">
                <a:extLst>
                  <a:ext uri="{FF2B5EF4-FFF2-40B4-BE49-F238E27FC236}">
                    <a16:creationId xmlns:a16="http://schemas.microsoft.com/office/drawing/2014/main" id="{640CD492-8F76-51AF-23D1-E8EA6EBB15B6}"/>
                  </a:ext>
                </a:extLst>
              </p:cNvPr>
              <p:cNvSpPr/>
              <p:nvPr/>
            </p:nvSpPr>
            <p:spPr>
              <a:xfrm>
                <a:off x="4464460" y="625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4" name="Oval 5403">
                <a:extLst>
                  <a:ext uri="{FF2B5EF4-FFF2-40B4-BE49-F238E27FC236}">
                    <a16:creationId xmlns:a16="http://schemas.microsoft.com/office/drawing/2014/main" id="{35FBF10A-2AB4-AD28-6472-F3EB6E8173FB}"/>
                  </a:ext>
                </a:extLst>
              </p:cNvPr>
              <p:cNvSpPr/>
              <p:nvPr/>
            </p:nvSpPr>
            <p:spPr>
              <a:xfrm>
                <a:off x="4161942" y="6133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5" name="Oval 5404">
                <a:extLst>
                  <a:ext uri="{FF2B5EF4-FFF2-40B4-BE49-F238E27FC236}">
                    <a16:creationId xmlns:a16="http://schemas.microsoft.com/office/drawing/2014/main" id="{6A6983AE-261E-39F3-3CB2-FB7049010045}"/>
                  </a:ext>
                </a:extLst>
              </p:cNvPr>
              <p:cNvSpPr/>
              <p:nvPr/>
            </p:nvSpPr>
            <p:spPr>
              <a:xfrm>
                <a:off x="4163884" y="6123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6" name="Oval 5405">
                <a:extLst>
                  <a:ext uri="{FF2B5EF4-FFF2-40B4-BE49-F238E27FC236}">
                    <a16:creationId xmlns:a16="http://schemas.microsoft.com/office/drawing/2014/main" id="{7B83CFAD-303F-F0C8-3A27-3A8D05D1E4CF}"/>
                  </a:ext>
                </a:extLst>
              </p:cNvPr>
              <p:cNvSpPr/>
              <p:nvPr/>
            </p:nvSpPr>
            <p:spPr>
              <a:xfrm>
                <a:off x="4149612" y="61246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7" name="Oval 5406">
                <a:extLst>
                  <a:ext uri="{FF2B5EF4-FFF2-40B4-BE49-F238E27FC236}">
                    <a16:creationId xmlns:a16="http://schemas.microsoft.com/office/drawing/2014/main" id="{DC0A5C3B-4512-2D6F-052B-DBDE3E327F32}"/>
                  </a:ext>
                </a:extLst>
              </p:cNvPr>
              <p:cNvSpPr/>
              <p:nvPr/>
            </p:nvSpPr>
            <p:spPr>
              <a:xfrm>
                <a:off x="4487178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8" name="Oval 5407">
                <a:extLst>
                  <a:ext uri="{FF2B5EF4-FFF2-40B4-BE49-F238E27FC236}">
                    <a16:creationId xmlns:a16="http://schemas.microsoft.com/office/drawing/2014/main" id="{C9ED761B-44EA-402C-88AE-CE07A9284BDA}"/>
                  </a:ext>
                </a:extLst>
              </p:cNvPr>
              <p:cNvSpPr/>
              <p:nvPr/>
            </p:nvSpPr>
            <p:spPr>
              <a:xfrm>
                <a:off x="4275027" y="6274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09" name="Oval 5408">
                <a:extLst>
                  <a:ext uri="{FF2B5EF4-FFF2-40B4-BE49-F238E27FC236}">
                    <a16:creationId xmlns:a16="http://schemas.microsoft.com/office/drawing/2014/main" id="{65FA43B5-C15C-AE8B-57B9-8987D8F2E58F}"/>
                  </a:ext>
                </a:extLst>
              </p:cNvPr>
              <p:cNvSpPr/>
              <p:nvPr/>
            </p:nvSpPr>
            <p:spPr>
              <a:xfrm>
                <a:off x="4543425" y="5643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0" name="Oval 5409">
                <a:extLst>
                  <a:ext uri="{FF2B5EF4-FFF2-40B4-BE49-F238E27FC236}">
                    <a16:creationId xmlns:a16="http://schemas.microsoft.com/office/drawing/2014/main" id="{54F912E1-6E79-8A66-96B2-B8E6E6B4BD33}"/>
                  </a:ext>
                </a:extLst>
              </p:cNvPr>
              <p:cNvSpPr/>
              <p:nvPr/>
            </p:nvSpPr>
            <p:spPr>
              <a:xfrm>
                <a:off x="4454156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1" name="Oval 5410">
                <a:extLst>
                  <a:ext uri="{FF2B5EF4-FFF2-40B4-BE49-F238E27FC236}">
                    <a16:creationId xmlns:a16="http://schemas.microsoft.com/office/drawing/2014/main" id="{B5A5A557-37DC-9094-8A60-EC1581BE57E9}"/>
                  </a:ext>
                </a:extLst>
              </p:cNvPr>
              <p:cNvSpPr/>
              <p:nvPr/>
            </p:nvSpPr>
            <p:spPr>
              <a:xfrm>
                <a:off x="4266666" y="6074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2" name="Oval 5411">
                <a:extLst>
                  <a:ext uri="{FF2B5EF4-FFF2-40B4-BE49-F238E27FC236}">
                    <a16:creationId xmlns:a16="http://schemas.microsoft.com/office/drawing/2014/main" id="{5960112F-9826-6D63-B455-3CCBF97CCF1E}"/>
                  </a:ext>
                </a:extLst>
              </p:cNvPr>
              <p:cNvSpPr/>
              <p:nvPr/>
            </p:nvSpPr>
            <p:spPr>
              <a:xfrm>
                <a:off x="4935803" y="55231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3" name="Oval 5412">
                <a:extLst>
                  <a:ext uri="{FF2B5EF4-FFF2-40B4-BE49-F238E27FC236}">
                    <a16:creationId xmlns:a16="http://schemas.microsoft.com/office/drawing/2014/main" id="{55699ADD-2991-D0A7-585E-801377A1102D}"/>
                  </a:ext>
                </a:extLst>
              </p:cNvPr>
              <p:cNvSpPr/>
              <p:nvPr/>
            </p:nvSpPr>
            <p:spPr>
              <a:xfrm>
                <a:off x="4338875" y="633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4" name="Oval 5413">
                <a:extLst>
                  <a:ext uri="{FF2B5EF4-FFF2-40B4-BE49-F238E27FC236}">
                    <a16:creationId xmlns:a16="http://schemas.microsoft.com/office/drawing/2014/main" id="{547B2097-F6D9-7E95-A89E-EE4DE9308EF9}"/>
                  </a:ext>
                </a:extLst>
              </p:cNvPr>
              <p:cNvSpPr/>
              <p:nvPr/>
            </p:nvSpPr>
            <p:spPr>
              <a:xfrm>
                <a:off x="4123008" y="61332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5" name="Oval 5414">
                <a:extLst>
                  <a:ext uri="{FF2B5EF4-FFF2-40B4-BE49-F238E27FC236}">
                    <a16:creationId xmlns:a16="http://schemas.microsoft.com/office/drawing/2014/main" id="{44BFC28C-DFD2-59F4-AFF3-1421643A3D01}"/>
                  </a:ext>
                </a:extLst>
              </p:cNvPr>
              <p:cNvSpPr/>
              <p:nvPr/>
            </p:nvSpPr>
            <p:spPr>
              <a:xfrm>
                <a:off x="4920432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6" name="Oval 5415">
                <a:extLst>
                  <a:ext uri="{FF2B5EF4-FFF2-40B4-BE49-F238E27FC236}">
                    <a16:creationId xmlns:a16="http://schemas.microsoft.com/office/drawing/2014/main" id="{D7AB7FF0-7EDD-C2CB-2DE6-8E5EBE50FEE8}"/>
                  </a:ext>
                </a:extLst>
              </p:cNvPr>
              <p:cNvSpPr/>
              <p:nvPr/>
            </p:nvSpPr>
            <p:spPr>
              <a:xfrm>
                <a:off x="4227817" y="62667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7" name="Oval 5416">
                <a:extLst>
                  <a:ext uri="{FF2B5EF4-FFF2-40B4-BE49-F238E27FC236}">
                    <a16:creationId xmlns:a16="http://schemas.microsoft.com/office/drawing/2014/main" id="{B2C42839-2296-22B7-B99F-C445E4DE3AC3}"/>
                  </a:ext>
                </a:extLst>
              </p:cNvPr>
              <p:cNvSpPr/>
              <p:nvPr/>
            </p:nvSpPr>
            <p:spPr>
              <a:xfrm>
                <a:off x="4248002" y="6277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8" name="Oval 5417">
                <a:extLst>
                  <a:ext uri="{FF2B5EF4-FFF2-40B4-BE49-F238E27FC236}">
                    <a16:creationId xmlns:a16="http://schemas.microsoft.com/office/drawing/2014/main" id="{74D0FEBD-C75D-E039-846F-DD7943AAE20E}"/>
                  </a:ext>
                </a:extLst>
              </p:cNvPr>
              <p:cNvSpPr/>
              <p:nvPr/>
            </p:nvSpPr>
            <p:spPr>
              <a:xfrm>
                <a:off x="4291327" y="63454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19" name="Oval 5418">
                <a:extLst>
                  <a:ext uri="{FF2B5EF4-FFF2-40B4-BE49-F238E27FC236}">
                    <a16:creationId xmlns:a16="http://schemas.microsoft.com/office/drawing/2014/main" id="{4953A3D6-5F23-A279-67D2-7DD60BB30BC4}"/>
                  </a:ext>
                </a:extLst>
              </p:cNvPr>
              <p:cNvSpPr/>
              <p:nvPr/>
            </p:nvSpPr>
            <p:spPr>
              <a:xfrm>
                <a:off x="4363958" y="630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0" name="Oval 5419">
                <a:extLst>
                  <a:ext uri="{FF2B5EF4-FFF2-40B4-BE49-F238E27FC236}">
                    <a16:creationId xmlns:a16="http://schemas.microsoft.com/office/drawing/2014/main" id="{23047D76-D8DA-07A6-48CF-B2880522CC3B}"/>
                  </a:ext>
                </a:extLst>
              </p:cNvPr>
              <p:cNvSpPr/>
              <p:nvPr/>
            </p:nvSpPr>
            <p:spPr>
              <a:xfrm>
                <a:off x="4886566" y="5745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1" name="Oval 5420">
                <a:extLst>
                  <a:ext uri="{FF2B5EF4-FFF2-40B4-BE49-F238E27FC236}">
                    <a16:creationId xmlns:a16="http://schemas.microsoft.com/office/drawing/2014/main" id="{44EE1577-2463-6009-7755-603A3A8EC29A}"/>
                  </a:ext>
                </a:extLst>
              </p:cNvPr>
              <p:cNvSpPr/>
              <p:nvPr/>
            </p:nvSpPr>
            <p:spPr>
              <a:xfrm>
                <a:off x="4450947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2" name="Oval 5421">
                <a:extLst>
                  <a:ext uri="{FF2B5EF4-FFF2-40B4-BE49-F238E27FC236}">
                    <a16:creationId xmlns:a16="http://schemas.microsoft.com/office/drawing/2014/main" id="{5A799C3D-A9A0-C82C-91D4-2F893E1A9E55}"/>
                  </a:ext>
                </a:extLst>
              </p:cNvPr>
              <p:cNvSpPr/>
              <p:nvPr/>
            </p:nvSpPr>
            <p:spPr>
              <a:xfrm>
                <a:off x="4285584" y="6373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3" name="Oval 5422">
                <a:extLst>
                  <a:ext uri="{FF2B5EF4-FFF2-40B4-BE49-F238E27FC236}">
                    <a16:creationId xmlns:a16="http://schemas.microsoft.com/office/drawing/2014/main" id="{C321361C-B123-D04D-03AC-2ACBDA912FBD}"/>
                  </a:ext>
                </a:extLst>
              </p:cNvPr>
              <p:cNvSpPr/>
              <p:nvPr/>
            </p:nvSpPr>
            <p:spPr>
              <a:xfrm>
                <a:off x="4221652" y="6232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4" name="Oval 5423">
                <a:extLst>
                  <a:ext uri="{FF2B5EF4-FFF2-40B4-BE49-F238E27FC236}">
                    <a16:creationId xmlns:a16="http://schemas.microsoft.com/office/drawing/2014/main" id="{DC9525F2-A58D-348E-595D-377B5F434A37}"/>
                  </a:ext>
                </a:extLst>
              </p:cNvPr>
              <p:cNvSpPr/>
              <p:nvPr/>
            </p:nvSpPr>
            <p:spPr>
              <a:xfrm>
                <a:off x="4328149" y="6359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5" name="Oval 5424">
                <a:extLst>
                  <a:ext uri="{FF2B5EF4-FFF2-40B4-BE49-F238E27FC236}">
                    <a16:creationId xmlns:a16="http://schemas.microsoft.com/office/drawing/2014/main" id="{95D98941-5DC6-6337-8100-00A438713A9A}"/>
                  </a:ext>
                </a:extLst>
              </p:cNvPr>
              <p:cNvSpPr/>
              <p:nvPr/>
            </p:nvSpPr>
            <p:spPr>
              <a:xfrm>
                <a:off x="4322913" y="636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6" name="Oval 5425">
                <a:extLst>
                  <a:ext uri="{FF2B5EF4-FFF2-40B4-BE49-F238E27FC236}">
                    <a16:creationId xmlns:a16="http://schemas.microsoft.com/office/drawing/2014/main" id="{20A16A2D-A8FE-23FC-CF04-5D0092B4E9FD}"/>
                  </a:ext>
                </a:extLst>
              </p:cNvPr>
              <p:cNvSpPr/>
              <p:nvPr/>
            </p:nvSpPr>
            <p:spPr>
              <a:xfrm>
                <a:off x="4389548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7" name="Oval 5426">
                <a:extLst>
                  <a:ext uri="{FF2B5EF4-FFF2-40B4-BE49-F238E27FC236}">
                    <a16:creationId xmlns:a16="http://schemas.microsoft.com/office/drawing/2014/main" id="{1499663B-405F-8FCA-FA7D-981EFFE9534D}"/>
                  </a:ext>
                </a:extLst>
              </p:cNvPr>
              <p:cNvSpPr/>
              <p:nvPr/>
            </p:nvSpPr>
            <p:spPr>
              <a:xfrm>
                <a:off x="4166925" y="61334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8" name="Oval 5427">
                <a:extLst>
                  <a:ext uri="{FF2B5EF4-FFF2-40B4-BE49-F238E27FC236}">
                    <a16:creationId xmlns:a16="http://schemas.microsoft.com/office/drawing/2014/main" id="{78156329-83BE-4B68-7F40-A0A766CDC6AB}"/>
                  </a:ext>
                </a:extLst>
              </p:cNvPr>
              <p:cNvSpPr/>
              <p:nvPr/>
            </p:nvSpPr>
            <p:spPr>
              <a:xfrm>
                <a:off x="4135677" y="61666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29" name="Oval 5428">
                <a:extLst>
                  <a:ext uri="{FF2B5EF4-FFF2-40B4-BE49-F238E27FC236}">
                    <a16:creationId xmlns:a16="http://schemas.microsoft.com/office/drawing/2014/main" id="{7599DA18-4C34-6FA7-7665-2012F7D6E7E4}"/>
                  </a:ext>
                </a:extLst>
              </p:cNvPr>
              <p:cNvSpPr/>
              <p:nvPr/>
            </p:nvSpPr>
            <p:spPr>
              <a:xfrm>
                <a:off x="4385241" y="6116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0" name="Oval 5429">
                <a:extLst>
                  <a:ext uri="{FF2B5EF4-FFF2-40B4-BE49-F238E27FC236}">
                    <a16:creationId xmlns:a16="http://schemas.microsoft.com/office/drawing/2014/main" id="{0F102A87-6713-F37C-1432-722D87954239}"/>
                  </a:ext>
                </a:extLst>
              </p:cNvPr>
              <p:cNvSpPr/>
              <p:nvPr/>
            </p:nvSpPr>
            <p:spPr>
              <a:xfrm>
                <a:off x="4246988" y="60915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1" name="Oval 5430">
                <a:extLst>
                  <a:ext uri="{FF2B5EF4-FFF2-40B4-BE49-F238E27FC236}">
                    <a16:creationId xmlns:a16="http://schemas.microsoft.com/office/drawing/2014/main" id="{700DCAEE-E8D8-B868-672A-9EC3DD3F4D16}"/>
                  </a:ext>
                </a:extLst>
              </p:cNvPr>
              <p:cNvSpPr/>
              <p:nvPr/>
            </p:nvSpPr>
            <p:spPr>
              <a:xfrm>
                <a:off x="4021916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2" name="Oval 5431">
                <a:extLst>
                  <a:ext uri="{FF2B5EF4-FFF2-40B4-BE49-F238E27FC236}">
                    <a16:creationId xmlns:a16="http://schemas.microsoft.com/office/drawing/2014/main" id="{3A008D7C-24C3-0B9E-02D8-44800582BCB1}"/>
                  </a:ext>
                </a:extLst>
              </p:cNvPr>
              <p:cNvSpPr/>
              <p:nvPr/>
            </p:nvSpPr>
            <p:spPr>
              <a:xfrm>
                <a:off x="4204170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3" name="Oval 5432">
                <a:extLst>
                  <a:ext uri="{FF2B5EF4-FFF2-40B4-BE49-F238E27FC236}">
                    <a16:creationId xmlns:a16="http://schemas.microsoft.com/office/drawing/2014/main" id="{9E6F343C-1464-94F7-FF62-2E4AA146ED6B}"/>
                  </a:ext>
                </a:extLst>
              </p:cNvPr>
              <p:cNvSpPr/>
              <p:nvPr/>
            </p:nvSpPr>
            <p:spPr>
              <a:xfrm>
                <a:off x="4247326" y="61439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4" name="Oval 5433">
                <a:extLst>
                  <a:ext uri="{FF2B5EF4-FFF2-40B4-BE49-F238E27FC236}">
                    <a16:creationId xmlns:a16="http://schemas.microsoft.com/office/drawing/2014/main" id="{009B652E-5823-990D-02D9-46471A872FF7}"/>
                  </a:ext>
                </a:extLst>
              </p:cNvPr>
              <p:cNvSpPr/>
              <p:nvPr/>
            </p:nvSpPr>
            <p:spPr>
              <a:xfrm>
                <a:off x="4346223" y="6303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5" name="Oval 5434">
                <a:extLst>
                  <a:ext uri="{FF2B5EF4-FFF2-40B4-BE49-F238E27FC236}">
                    <a16:creationId xmlns:a16="http://schemas.microsoft.com/office/drawing/2014/main" id="{E17B2776-0F76-16D4-BDD6-42A8F9F8FF52}"/>
                  </a:ext>
                </a:extLst>
              </p:cNvPr>
              <p:cNvSpPr/>
              <p:nvPr/>
            </p:nvSpPr>
            <p:spPr>
              <a:xfrm>
                <a:off x="4222243" y="6387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6" name="Oval 5435">
                <a:extLst>
                  <a:ext uri="{FF2B5EF4-FFF2-40B4-BE49-F238E27FC236}">
                    <a16:creationId xmlns:a16="http://schemas.microsoft.com/office/drawing/2014/main" id="{B8FBBD25-0456-D695-035A-489976DD858F}"/>
                  </a:ext>
                </a:extLst>
              </p:cNvPr>
              <p:cNvSpPr/>
              <p:nvPr/>
            </p:nvSpPr>
            <p:spPr>
              <a:xfrm>
                <a:off x="4299181" y="595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7" name="Oval 5436">
                <a:extLst>
                  <a:ext uri="{FF2B5EF4-FFF2-40B4-BE49-F238E27FC236}">
                    <a16:creationId xmlns:a16="http://schemas.microsoft.com/office/drawing/2014/main" id="{F7908F16-EEFC-696A-8EA5-32375277649B}"/>
                  </a:ext>
                </a:extLst>
              </p:cNvPr>
              <p:cNvSpPr/>
              <p:nvPr/>
            </p:nvSpPr>
            <p:spPr>
              <a:xfrm>
                <a:off x="4913000" y="5473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8" name="Oval 5437">
                <a:extLst>
                  <a:ext uri="{FF2B5EF4-FFF2-40B4-BE49-F238E27FC236}">
                    <a16:creationId xmlns:a16="http://schemas.microsoft.com/office/drawing/2014/main" id="{F08FEB74-C4DA-710B-B96A-C7D6B4CEEF61}"/>
                  </a:ext>
                </a:extLst>
              </p:cNvPr>
              <p:cNvSpPr/>
              <p:nvPr/>
            </p:nvSpPr>
            <p:spPr>
              <a:xfrm>
                <a:off x="4318859" y="6124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39" name="Oval 5438">
                <a:extLst>
                  <a:ext uri="{FF2B5EF4-FFF2-40B4-BE49-F238E27FC236}">
                    <a16:creationId xmlns:a16="http://schemas.microsoft.com/office/drawing/2014/main" id="{47A6DC7C-1285-9784-9561-2547E61D9C35}"/>
                  </a:ext>
                </a:extLst>
              </p:cNvPr>
              <p:cNvSpPr/>
              <p:nvPr/>
            </p:nvSpPr>
            <p:spPr>
              <a:xfrm>
                <a:off x="4160760" y="6119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0" name="Oval 5439">
                <a:extLst>
                  <a:ext uri="{FF2B5EF4-FFF2-40B4-BE49-F238E27FC236}">
                    <a16:creationId xmlns:a16="http://schemas.microsoft.com/office/drawing/2014/main" id="{222E266A-C4E7-0A8F-3E8C-6A55E13210FC}"/>
                  </a:ext>
                </a:extLst>
              </p:cNvPr>
              <p:cNvSpPr/>
              <p:nvPr/>
            </p:nvSpPr>
            <p:spPr>
              <a:xfrm>
                <a:off x="4899234" y="552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1" name="Oval 5440">
                <a:extLst>
                  <a:ext uri="{FF2B5EF4-FFF2-40B4-BE49-F238E27FC236}">
                    <a16:creationId xmlns:a16="http://schemas.microsoft.com/office/drawing/2014/main" id="{2AE6AACB-BF27-FA06-D3DE-C63A37ECF7BC}"/>
                  </a:ext>
                </a:extLst>
              </p:cNvPr>
              <p:cNvSpPr/>
              <p:nvPr/>
            </p:nvSpPr>
            <p:spPr>
              <a:xfrm>
                <a:off x="4918321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2" name="Oval 5441">
                <a:extLst>
                  <a:ext uri="{FF2B5EF4-FFF2-40B4-BE49-F238E27FC236}">
                    <a16:creationId xmlns:a16="http://schemas.microsoft.com/office/drawing/2014/main" id="{E826A7A6-E770-A07D-370F-0C6A6C724EB9}"/>
                  </a:ext>
                </a:extLst>
              </p:cNvPr>
              <p:cNvSpPr/>
              <p:nvPr/>
            </p:nvSpPr>
            <p:spPr>
              <a:xfrm>
                <a:off x="4258981" y="5898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3" name="Oval 5442">
                <a:extLst>
                  <a:ext uri="{FF2B5EF4-FFF2-40B4-BE49-F238E27FC236}">
                    <a16:creationId xmlns:a16="http://schemas.microsoft.com/office/drawing/2014/main" id="{0F2A18BD-6FE9-00DA-8D5F-A72716FD7F7B}"/>
                  </a:ext>
                </a:extLst>
              </p:cNvPr>
              <p:cNvSpPr/>
              <p:nvPr/>
            </p:nvSpPr>
            <p:spPr>
              <a:xfrm>
                <a:off x="4273760" y="63443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4" name="Oval 5443">
                <a:extLst>
                  <a:ext uri="{FF2B5EF4-FFF2-40B4-BE49-F238E27FC236}">
                    <a16:creationId xmlns:a16="http://schemas.microsoft.com/office/drawing/2014/main" id="{BE0C1AB2-8E2C-81B2-15B5-3B5585A6A622}"/>
                  </a:ext>
                </a:extLst>
              </p:cNvPr>
              <p:cNvSpPr/>
              <p:nvPr/>
            </p:nvSpPr>
            <p:spPr>
              <a:xfrm>
                <a:off x="4902781" y="551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5" name="Oval 5444">
                <a:extLst>
                  <a:ext uri="{FF2B5EF4-FFF2-40B4-BE49-F238E27FC236}">
                    <a16:creationId xmlns:a16="http://schemas.microsoft.com/office/drawing/2014/main" id="{BCEBBBC0-2478-10CC-8410-75F3B25A5C9F}"/>
                  </a:ext>
                </a:extLst>
              </p:cNvPr>
              <p:cNvSpPr/>
              <p:nvPr/>
            </p:nvSpPr>
            <p:spPr>
              <a:xfrm>
                <a:off x="4921784" y="547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6" name="Oval 5445">
                <a:extLst>
                  <a:ext uri="{FF2B5EF4-FFF2-40B4-BE49-F238E27FC236}">
                    <a16:creationId xmlns:a16="http://schemas.microsoft.com/office/drawing/2014/main" id="{443C1A2F-CF4C-0410-8E43-C43D1099333A}"/>
                  </a:ext>
                </a:extLst>
              </p:cNvPr>
              <p:cNvSpPr/>
              <p:nvPr/>
            </p:nvSpPr>
            <p:spPr>
              <a:xfrm>
                <a:off x="4229168" y="6234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7" name="Oval 5446">
                <a:extLst>
                  <a:ext uri="{FF2B5EF4-FFF2-40B4-BE49-F238E27FC236}">
                    <a16:creationId xmlns:a16="http://schemas.microsoft.com/office/drawing/2014/main" id="{7968E1F1-9FDF-58C4-EF8E-3FF234D0078D}"/>
                  </a:ext>
                </a:extLst>
              </p:cNvPr>
              <p:cNvSpPr/>
              <p:nvPr/>
            </p:nvSpPr>
            <p:spPr>
              <a:xfrm>
                <a:off x="4340564" y="6228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8" name="Oval 5447">
                <a:extLst>
                  <a:ext uri="{FF2B5EF4-FFF2-40B4-BE49-F238E27FC236}">
                    <a16:creationId xmlns:a16="http://schemas.microsoft.com/office/drawing/2014/main" id="{8AD3418A-5B4A-3B57-19C1-72ACE7CC3CDB}"/>
                  </a:ext>
                </a:extLst>
              </p:cNvPr>
              <p:cNvSpPr/>
              <p:nvPr/>
            </p:nvSpPr>
            <p:spPr>
              <a:xfrm>
                <a:off x="4314130" y="6105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49" name="Oval 5448">
                <a:extLst>
                  <a:ext uri="{FF2B5EF4-FFF2-40B4-BE49-F238E27FC236}">
                    <a16:creationId xmlns:a16="http://schemas.microsoft.com/office/drawing/2014/main" id="{72E9A075-A416-A5E3-F2E8-CB4BA08C3DC1}"/>
                  </a:ext>
                </a:extLst>
              </p:cNvPr>
              <p:cNvSpPr/>
              <p:nvPr/>
            </p:nvSpPr>
            <p:spPr>
              <a:xfrm>
                <a:off x="4804729" y="5711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0" name="Oval 5449">
                <a:extLst>
                  <a:ext uri="{FF2B5EF4-FFF2-40B4-BE49-F238E27FC236}">
                    <a16:creationId xmlns:a16="http://schemas.microsoft.com/office/drawing/2014/main" id="{BE519ACD-E7A6-582A-9A41-7644EE61E867}"/>
                  </a:ext>
                </a:extLst>
              </p:cNvPr>
              <p:cNvSpPr/>
              <p:nvPr/>
            </p:nvSpPr>
            <p:spPr>
              <a:xfrm>
                <a:off x="4349263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1" name="Oval 5450">
                <a:extLst>
                  <a:ext uri="{FF2B5EF4-FFF2-40B4-BE49-F238E27FC236}">
                    <a16:creationId xmlns:a16="http://schemas.microsoft.com/office/drawing/2014/main" id="{B44D4EA9-AD2B-1D9F-4C30-F4331424AD85}"/>
                  </a:ext>
                </a:extLst>
              </p:cNvPr>
              <p:cNvSpPr/>
              <p:nvPr/>
            </p:nvSpPr>
            <p:spPr>
              <a:xfrm>
                <a:off x="4220300" y="62786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2" name="Oval 5451">
                <a:extLst>
                  <a:ext uri="{FF2B5EF4-FFF2-40B4-BE49-F238E27FC236}">
                    <a16:creationId xmlns:a16="http://schemas.microsoft.com/office/drawing/2014/main" id="{2AC2BB43-4B6C-EC89-9B45-FD8BE415C9F6}"/>
                  </a:ext>
                </a:extLst>
              </p:cNvPr>
              <p:cNvSpPr/>
              <p:nvPr/>
            </p:nvSpPr>
            <p:spPr>
              <a:xfrm>
                <a:off x="4380934" y="63065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3" name="Oval 5452">
                <a:extLst>
                  <a:ext uri="{FF2B5EF4-FFF2-40B4-BE49-F238E27FC236}">
                    <a16:creationId xmlns:a16="http://schemas.microsoft.com/office/drawing/2014/main" id="{BD34BEED-694D-9007-B0AD-2970ACF41029}"/>
                  </a:ext>
                </a:extLst>
              </p:cNvPr>
              <p:cNvSpPr/>
              <p:nvPr/>
            </p:nvSpPr>
            <p:spPr>
              <a:xfrm>
                <a:off x="4325278" y="6284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4" name="Oval 5453">
                <a:extLst>
                  <a:ext uri="{FF2B5EF4-FFF2-40B4-BE49-F238E27FC236}">
                    <a16:creationId xmlns:a16="http://schemas.microsoft.com/office/drawing/2014/main" id="{ED3C1962-619A-EA80-21C5-CFA8797B6E2D}"/>
                  </a:ext>
                </a:extLst>
              </p:cNvPr>
              <p:cNvSpPr/>
              <p:nvPr/>
            </p:nvSpPr>
            <p:spPr>
              <a:xfrm>
                <a:off x="4137281" y="6167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5" name="Oval 5454">
                <a:extLst>
                  <a:ext uri="{FF2B5EF4-FFF2-40B4-BE49-F238E27FC236}">
                    <a16:creationId xmlns:a16="http://schemas.microsoft.com/office/drawing/2014/main" id="{A1629D18-C4C5-00CD-5C75-D3CFF12F7208}"/>
                  </a:ext>
                </a:extLst>
              </p:cNvPr>
              <p:cNvSpPr/>
              <p:nvPr/>
            </p:nvSpPr>
            <p:spPr>
              <a:xfrm>
                <a:off x="4925162" y="5454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6" name="Oval 5455">
                <a:extLst>
                  <a:ext uri="{FF2B5EF4-FFF2-40B4-BE49-F238E27FC236}">
                    <a16:creationId xmlns:a16="http://schemas.microsoft.com/office/drawing/2014/main" id="{C5CCA4A0-3ED6-D4AD-F187-B694AFEFB562}"/>
                  </a:ext>
                </a:extLst>
              </p:cNvPr>
              <p:cNvSpPr/>
              <p:nvPr/>
            </p:nvSpPr>
            <p:spPr>
              <a:xfrm>
                <a:off x="4271396" y="6375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7" name="Oval 5456">
                <a:extLst>
                  <a:ext uri="{FF2B5EF4-FFF2-40B4-BE49-F238E27FC236}">
                    <a16:creationId xmlns:a16="http://schemas.microsoft.com/office/drawing/2014/main" id="{3541801D-F263-D1AE-6DAE-9F5955BC6C0B}"/>
                  </a:ext>
                </a:extLst>
              </p:cNvPr>
              <p:cNvSpPr/>
              <p:nvPr/>
            </p:nvSpPr>
            <p:spPr>
              <a:xfrm>
                <a:off x="4051813" y="6009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8" name="Oval 5457">
                <a:extLst>
                  <a:ext uri="{FF2B5EF4-FFF2-40B4-BE49-F238E27FC236}">
                    <a16:creationId xmlns:a16="http://schemas.microsoft.com/office/drawing/2014/main" id="{A41A2D1D-5438-DBE4-9323-6AE274920E7D}"/>
                  </a:ext>
                </a:extLst>
              </p:cNvPr>
              <p:cNvSpPr/>
              <p:nvPr/>
            </p:nvSpPr>
            <p:spPr>
              <a:xfrm>
                <a:off x="4434647" y="6307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59" name="Oval 5458">
                <a:extLst>
                  <a:ext uri="{FF2B5EF4-FFF2-40B4-BE49-F238E27FC236}">
                    <a16:creationId xmlns:a16="http://schemas.microsoft.com/office/drawing/2014/main" id="{BC07D184-CF4A-EA7E-8D2B-826CE9C91E86}"/>
                  </a:ext>
                </a:extLst>
              </p:cNvPr>
              <p:cNvSpPr/>
              <p:nvPr/>
            </p:nvSpPr>
            <p:spPr>
              <a:xfrm>
                <a:off x="4900248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0" name="Oval 5459">
                <a:extLst>
                  <a:ext uri="{FF2B5EF4-FFF2-40B4-BE49-F238E27FC236}">
                    <a16:creationId xmlns:a16="http://schemas.microsoft.com/office/drawing/2014/main" id="{6618A959-09FC-39A2-5EB1-B25BDFAA0838}"/>
                  </a:ext>
                </a:extLst>
              </p:cNvPr>
              <p:cNvSpPr/>
              <p:nvPr/>
            </p:nvSpPr>
            <p:spPr>
              <a:xfrm>
                <a:off x="4878120" y="559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1" name="Oval 5460">
                <a:extLst>
                  <a:ext uri="{FF2B5EF4-FFF2-40B4-BE49-F238E27FC236}">
                    <a16:creationId xmlns:a16="http://schemas.microsoft.com/office/drawing/2014/main" id="{DFD17109-65B4-C967-B2A2-6E6939BCDD26}"/>
                  </a:ext>
                </a:extLst>
              </p:cNvPr>
              <p:cNvSpPr/>
              <p:nvPr/>
            </p:nvSpPr>
            <p:spPr>
              <a:xfrm>
                <a:off x="4234151" y="62685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2" name="Oval 5461">
                <a:extLst>
                  <a:ext uri="{FF2B5EF4-FFF2-40B4-BE49-F238E27FC236}">
                    <a16:creationId xmlns:a16="http://schemas.microsoft.com/office/drawing/2014/main" id="{9620E97A-EA18-A1E1-A758-D82331B47736}"/>
                  </a:ext>
                </a:extLst>
              </p:cNvPr>
              <p:cNvSpPr/>
              <p:nvPr/>
            </p:nvSpPr>
            <p:spPr>
              <a:xfrm>
                <a:off x="4285500" y="62194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3" name="Oval 5462">
                <a:extLst>
                  <a:ext uri="{FF2B5EF4-FFF2-40B4-BE49-F238E27FC236}">
                    <a16:creationId xmlns:a16="http://schemas.microsoft.com/office/drawing/2014/main" id="{75860CDB-90F3-39A1-8497-F20F32D90022}"/>
                  </a:ext>
                </a:extLst>
              </p:cNvPr>
              <p:cNvSpPr/>
              <p:nvPr/>
            </p:nvSpPr>
            <p:spPr>
              <a:xfrm>
                <a:off x="4007896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4" name="Oval 5463">
                <a:extLst>
                  <a:ext uri="{FF2B5EF4-FFF2-40B4-BE49-F238E27FC236}">
                    <a16:creationId xmlns:a16="http://schemas.microsoft.com/office/drawing/2014/main" id="{0EB3302B-8445-6E41-9C66-327C0C9F6C07}"/>
                  </a:ext>
                </a:extLst>
              </p:cNvPr>
              <p:cNvSpPr/>
              <p:nvPr/>
            </p:nvSpPr>
            <p:spPr>
              <a:xfrm>
                <a:off x="4133312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5" name="Oval 5464">
                <a:extLst>
                  <a:ext uri="{FF2B5EF4-FFF2-40B4-BE49-F238E27FC236}">
                    <a16:creationId xmlns:a16="http://schemas.microsoft.com/office/drawing/2014/main" id="{0985F293-702A-2CEE-8508-68CA5DB7AD06}"/>
                  </a:ext>
                </a:extLst>
              </p:cNvPr>
              <p:cNvSpPr/>
              <p:nvPr/>
            </p:nvSpPr>
            <p:spPr>
              <a:xfrm>
                <a:off x="4167516" y="6178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6" name="Oval 5465">
                <a:extLst>
                  <a:ext uri="{FF2B5EF4-FFF2-40B4-BE49-F238E27FC236}">
                    <a16:creationId xmlns:a16="http://schemas.microsoft.com/office/drawing/2014/main" id="{D858D2B4-7DE8-118F-8EC0-E25D68CD7A54}"/>
                  </a:ext>
                </a:extLst>
              </p:cNvPr>
              <p:cNvSpPr/>
              <p:nvPr/>
            </p:nvSpPr>
            <p:spPr>
              <a:xfrm>
                <a:off x="4122417" y="61682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7" name="Oval 5466">
                <a:extLst>
                  <a:ext uri="{FF2B5EF4-FFF2-40B4-BE49-F238E27FC236}">
                    <a16:creationId xmlns:a16="http://schemas.microsoft.com/office/drawing/2014/main" id="{ED9FFF39-1638-CA56-50E1-F7232E39F9E7}"/>
                  </a:ext>
                </a:extLst>
              </p:cNvPr>
              <p:cNvSpPr/>
              <p:nvPr/>
            </p:nvSpPr>
            <p:spPr>
              <a:xfrm>
                <a:off x="4518342" y="6050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8" name="Oval 5467">
                <a:extLst>
                  <a:ext uri="{FF2B5EF4-FFF2-40B4-BE49-F238E27FC236}">
                    <a16:creationId xmlns:a16="http://schemas.microsoft.com/office/drawing/2014/main" id="{1BDACEC4-E936-E144-8544-9DAF2AB740DC}"/>
                  </a:ext>
                </a:extLst>
              </p:cNvPr>
              <p:cNvSpPr/>
              <p:nvPr/>
            </p:nvSpPr>
            <p:spPr>
              <a:xfrm>
                <a:off x="4485658" y="62593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69" name="Oval 5468">
                <a:extLst>
                  <a:ext uri="{FF2B5EF4-FFF2-40B4-BE49-F238E27FC236}">
                    <a16:creationId xmlns:a16="http://schemas.microsoft.com/office/drawing/2014/main" id="{2F436CFA-FF02-9247-0BED-E49C969CA7A4}"/>
                  </a:ext>
                </a:extLst>
              </p:cNvPr>
              <p:cNvSpPr/>
              <p:nvPr/>
            </p:nvSpPr>
            <p:spPr>
              <a:xfrm>
                <a:off x="4234404" y="6328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0" name="Oval 5469">
                <a:extLst>
                  <a:ext uri="{FF2B5EF4-FFF2-40B4-BE49-F238E27FC236}">
                    <a16:creationId xmlns:a16="http://schemas.microsoft.com/office/drawing/2014/main" id="{CB232B2A-1612-D19B-A0C4-92BB11F8AC46}"/>
                  </a:ext>
                </a:extLst>
              </p:cNvPr>
              <p:cNvSpPr/>
              <p:nvPr/>
            </p:nvSpPr>
            <p:spPr>
              <a:xfrm>
                <a:off x="4441235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1" name="Oval 5470">
                <a:extLst>
                  <a:ext uri="{FF2B5EF4-FFF2-40B4-BE49-F238E27FC236}">
                    <a16:creationId xmlns:a16="http://schemas.microsoft.com/office/drawing/2014/main" id="{4CD62BE4-68F0-E20C-00A2-9C7EBC81E6F1}"/>
                  </a:ext>
                </a:extLst>
              </p:cNvPr>
              <p:cNvSpPr/>
              <p:nvPr/>
            </p:nvSpPr>
            <p:spPr>
              <a:xfrm>
                <a:off x="4891126" y="569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2" name="Oval 5471">
                <a:extLst>
                  <a:ext uri="{FF2B5EF4-FFF2-40B4-BE49-F238E27FC236}">
                    <a16:creationId xmlns:a16="http://schemas.microsoft.com/office/drawing/2014/main" id="{92C5B5FE-2BA1-249B-C59F-ECA9E536090F}"/>
                  </a:ext>
                </a:extLst>
              </p:cNvPr>
              <p:cNvSpPr/>
              <p:nvPr/>
            </p:nvSpPr>
            <p:spPr>
              <a:xfrm>
                <a:off x="4231955" y="618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3" name="Oval 5472">
                <a:extLst>
                  <a:ext uri="{FF2B5EF4-FFF2-40B4-BE49-F238E27FC236}">
                    <a16:creationId xmlns:a16="http://schemas.microsoft.com/office/drawing/2014/main" id="{EC87497C-F112-C1B1-E284-A1FC5AFE538E}"/>
                  </a:ext>
                </a:extLst>
              </p:cNvPr>
              <p:cNvSpPr/>
              <p:nvPr/>
            </p:nvSpPr>
            <p:spPr>
              <a:xfrm>
                <a:off x="4359651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4" name="Oval 5473">
                <a:extLst>
                  <a:ext uri="{FF2B5EF4-FFF2-40B4-BE49-F238E27FC236}">
                    <a16:creationId xmlns:a16="http://schemas.microsoft.com/office/drawing/2014/main" id="{A4A99EFF-853D-8B32-6E85-940CF6385676}"/>
                  </a:ext>
                </a:extLst>
              </p:cNvPr>
              <p:cNvSpPr/>
              <p:nvPr/>
            </p:nvSpPr>
            <p:spPr>
              <a:xfrm>
                <a:off x="4929300" y="54981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5" name="Oval 5474">
                <a:extLst>
                  <a:ext uri="{FF2B5EF4-FFF2-40B4-BE49-F238E27FC236}">
                    <a16:creationId xmlns:a16="http://schemas.microsoft.com/office/drawing/2014/main" id="{6D2B3533-E699-C276-6152-9E4F114FD330}"/>
                  </a:ext>
                </a:extLst>
              </p:cNvPr>
              <p:cNvSpPr/>
              <p:nvPr/>
            </p:nvSpPr>
            <p:spPr>
              <a:xfrm>
                <a:off x="4266328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6" name="Oval 5475">
                <a:extLst>
                  <a:ext uri="{FF2B5EF4-FFF2-40B4-BE49-F238E27FC236}">
                    <a16:creationId xmlns:a16="http://schemas.microsoft.com/office/drawing/2014/main" id="{CD0DE009-3763-BE7C-8270-56F89C90DFF0}"/>
                  </a:ext>
                </a:extLst>
              </p:cNvPr>
              <p:cNvSpPr/>
              <p:nvPr/>
            </p:nvSpPr>
            <p:spPr>
              <a:xfrm>
                <a:off x="4382370" y="602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7" name="Oval 5476">
                <a:extLst>
                  <a:ext uri="{FF2B5EF4-FFF2-40B4-BE49-F238E27FC236}">
                    <a16:creationId xmlns:a16="http://schemas.microsoft.com/office/drawing/2014/main" id="{19A365DD-0385-91B5-204C-C39A2CED8030}"/>
                  </a:ext>
                </a:extLst>
              </p:cNvPr>
              <p:cNvSpPr/>
              <p:nvPr/>
            </p:nvSpPr>
            <p:spPr>
              <a:xfrm>
                <a:off x="4490556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8" name="Oval 5477">
                <a:extLst>
                  <a:ext uri="{FF2B5EF4-FFF2-40B4-BE49-F238E27FC236}">
                    <a16:creationId xmlns:a16="http://schemas.microsoft.com/office/drawing/2014/main" id="{9280646E-9D04-6DA2-621F-DD82A040E939}"/>
                  </a:ext>
                </a:extLst>
              </p:cNvPr>
              <p:cNvSpPr/>
              <p:nvPr/>
            </p:nvSpPr>
            <p:spPr>
              <a:xfrm>
                <a:off x="4404075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79" name="Oval 5478">
                <a:extLst>
                  <a:ext uri="{FF2B5EF4-FFF2-40B4-BE49-F238E27FC236}">
                    <a16:creationId xmlns:a16="http://schemas.microsoft.com/office/drawing/2014/main" id="{F66BD2E2-95F1-6AD1-B7EA-8B90C0396150}"/>
                  </a:ext>
                </a:extLst>
              </p:cNvPr>
              <p:cNvSpPr/>
              <p:nvPr/>
            </p:nvSpPr>
            <p:spPr>
              <a:xfrm>
                <a:off x="4279419" y="6348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0" name="Oval 5479">
                <a:extLst>
                  <a:ext uri="{FF2B5EF4-FFF2-40B4-BE49-F238E27FC236}">
                    <a16:creationId xmlns:a16="http://schemas.microsoft.com/office/drawing/2014/main" id="{80973262-FEF7-BBFA-D570-E1411ADE2D3A}"/>
                  </a:ext>
                </a:extLst>
              </p:cNvPr>
              <p:cNvSpPr/>
              <p:nvPr/>
            </p:nvSpPr>
            <p:spPr>
              <a:xfrm>
                <a:off x="4426540" y="6320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1" name="Oval 5480">
                <a:extLst>
                  <a:ext uri="{FF2B5EF4-FFF2-40B4-BE49-F238E27FC236}">
                    <a16:creationId xmlns:a16="http://schemas.microsoft.com/office/drawing/2014/main" id="{A0532C34-E769-2320-3678-7BAD158E013E}"/>
                  </a:ext>
                </a:extLst>
              </p:cNvPr>
              <p:cNvSpPr/>
              <p:nvPr/>
            </p:nvSpPr>
            <p:spPr>
              <a:xfrm>
                <a:off x="4497735" y="6088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2" name="Oval 5481">
                <a:extLst>
                  <a:ext uri="{FF2B5EF4-FFF2-40B4-BE49-F238E27FC236}">
                    <a16:creationId xmlns:a16="http://schemas.microsoft.com/office/drawing/2014/main" id="{6F3CAAFA-8D8B-B86D-8CD1-05E39D6AB14A}"/>
                  </a:ext>
                </a:extLst>
              </p:cNvPr>
              <p:cNvSpPr/>
              <p:nvPr/>
            </p:nvSpPr>
            <p:spPr>
              <a:xfrm>
                <a:off x="4362776" y="6334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3" name="Oval 5482">
                <a:extLst>
                  <a:ext uri="{FF2B5EF4-FFF2-40B4-BE49-F238E27FC236}">
                    <a16:creationId xmlns:a16="http://schemas.microsoft.com/office/drawing/2014/main" id="{41576850-5077-E946-0B19-E68EAB117AB2}"/>
                  </a:ext>
                </a:extLst>
              </p:cNvPr>
              <p:cNvSpPr/>
              <p:nvPr/>
            </p:nvSpPr>
            <p:spPr>
              <a:xfrm>
                <a:off x="4940533" y="550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4" name="Oval 5483">
                <a:extLst>
                  <a:ext uri="{FF2B5EF4-FFF2-40B4-BE49-F238E27FC236}">
                    <a16:creationId xmlns:a16="http://schemas.microsoft.com/office/drawing/2014/main" id="{5C42D489-16D6-4FA0-296C-8E39C073FE52}"/>
                  </a:ext>
                </a:extLst>
              </p:cNvPr>
              <p:cNvSpPr/>
              <p:nvPr/>
            </p:nvSpPr>
            <p:spPr>
              <a:xfrm>
                <a:off x="4628134" y="62793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5" name="Oval 5484">
                <a:extLst>
                  <a:ext uri="{FF2B5EF4-FFF2-40B4-BE49-F238E27FC236}">
                    <a16:creationId xmlns:a16="http://schemas.microsoft.com/office/drawing/2014/main" id="{5047C8B3-A546-159E-AB40-9FC4334D5484}"/>
                  </a:ext>
                </a:extLst>
              </p:cNvPr>
              <p:cNvSpPr/>
              <p:nvPr/>
            </p:nvSpPr>
            <p:spPr>
              <a:xfrm>
                <a:off x="4468683" y="591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6" name="Oval 5485">
                <a:extLst>
                  <a:ext uri="{FF2B5EF4-FFF2-40B4-BE49-F238E27FC236}">
                    <a16:creationId xmlns:a16="http://schemas.microsoft.com/office/drawing/2014/main" id="{A305FF86-E028-2D8D-E0C9-85B0FEA41795}"/>
                  </a:ext>
                </a:extLst>
              </p:cNvPr>
              <p:cNvSpPr/>
              <p:nvPr/>
            </p:nvSpPr>
            <p:spPr>
              <a:xfrm>
                <a:off x="4367590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7" name="Oval 5486">
                <a:extLst>
                  <a:ext uri="{FF2B5EF4-FFF2-40B4-BE49-F238E27FC236}">
                    <a16:creationId xmlns:a16="http://schemas.microsoft.com/office/drawing/2014/main" id="{40A9A9AC-A9C9-0FF3-8CBE-A6E591772055}"/>
                  </a:ext>
                </a:extLst>
              </p:cNvPr>
              <p:cNvSpPr/>
              <p:nvPr/>
            </p:nvSpPr>
            <p:spPr>
              <a:xfrm>
                <a:off x="4120475" y="61687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8" name="Oval 5487">
                <a:extLst>
                  <a:ext uri="{FF2B5EF4-FFF2-40B4-BE49-F238E27FC236}">
                    <a16:creationId xmlns:a16="http://schemas.microsoft.com/office/drawing/2014/main" id="{91C18F3C-56FC-CEA2-8B61-F034C70D20E3}"/>
                  </a:ext>
                </a:extLst>
              </p:cNvPr>
              <p:cNvSpPr/>
              <p:nvPr/>
            </p:nvSpPr>
            <p:spPr>
              <a:xfrm>
                <a:off x="4126471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89" name="Oval 5488">
                <a:extLst>
                  <a:ext uri="{FF2B5EF4-FFF2-40B4-BE49-F238E27FC236}">
                    <a16:creationId xmlns:a16="http://schemas.microsoft.com/office/drawing/2014/main" id="{82DDDF09-1AE5-2B1C-1DFC-03E220C2B360}"/>
                  </a:ext>
                </a:extLst>
              </p:cNvPr>
              <p:cNvSpPr/>
              <p:nvPr/>
            </p:nvSpPr>
            <p:spPr>
              <a:xfrm>
                <a:off x="4268355" y="63421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0" name="Oval 5489">
                <a:extLst>
                  <a:ext uri="{FF2B5EF4-FFF2-40B4-BE49-F238E27FC236}">
                    <a16:creationId xmlns:a16="http://schemas.microsoft.com/office/drawing/2014/main" id="{B9AEEA73-A974-E9A3-DF6D-71C6FEBD02E6}"/>
                  </a:ext>
                </a:extLst>
              </p:cNvPr>
              <p:cNvSpPr/>
              <p:nvPr/>
            </p:nvSpPr>
            <p:spPr>
              <a:xfrm>
                <a:off x="4881752" y="565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1" name="Oval 5490">
                <a:extLst>
                  <a:ext uri="{FF2B5EF4-FFF2-40B4-BE49-F238E27FC236}">
                    <a16:creationId xmlns:a16="http://schemas.microsoft.com/office/drawing/2014/main" id="{DAD759B6-458D-CF04-D119-1C133E33DBC6}"/>
                  </a:ext>
                </a:extLst>
              </p:cNvPr>
              <p:cNvSpPr/>
              <p:nvPr/>
            </p:nvSpPr>
            <p:spPr>
              <a:xfrm>
                <a:off x="4324180" y="63052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2" name="Oval 5491">
                <a:extLst>
                  <a:ext uri="{FF2B5EF4-FFF2-40B4-BE49-F238E27FC236}">
                    <a16:creationId xmlns:a16="http://schemas.microsoft.com/office/drawing/2014/main" id="{AC79EE72-D065-4D38-CDB6-BDBE1ADA7A71}"/>
                  </a:ext>
                </a:extLst>
              </p:cNvPr>
              <p:cNvSpPr/>
              <p:nvPr/>
            </p:nvSpPr>
            <p:spPr>
              <a:xfrm>
                <a:off x="4163884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3" name="Oval 5492">
                <a:extLst>
                  <a:ext uri="{FF2B5EF4-FFF2-40B4-BE49-F238E27FC236}">
                    <a16:creationId xmlns:a16="http://schemas.microsoft.com/office/drawing/2014/main" id="{AE68C933-3562-670D-13CE-704F1ED75D78}"/>
                  </a:ext>
                </a:extLst>
              </p:cNvPr>
              <p:cNvSpPr/>
              <p:nvPr/>
            </p:nvSpPr>
            <p:spPr>
              <a:xfrm>
                <a:off x="4263457" y="6283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4" name="Oval 5493">
                <a:extLst>
                  <a:ext uri="{FF2B5EF4-FFF2-40B4-BE49-F238E27FC236}">
                    <a16:creationId xmlns:a16="http://schemas.microsoft.com/office/drawing/2014/main" id="{00618FE6-BB6C-25E0-81E2-F97E2D510E1A}"/>
                  </a:ext>
                </a:extLst>
              </p:cNvPr>
              <p:cNvSpPr/>
              <p:nvPr/>
            </p:nvSpPr>
            <p:spPr>
              <a:xfrm>
                <a:off x="4309907" y="6181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5" name="Oval 5494">
                <a:extLst>
                  <a:ext uri="{FF2B5EF4-FFF2-40B4-BE49-F238E27FC236}">
                    <a16:creationId xmlns:a16="http://schemas.microsoft.com/office/drawing/2014/main" id="{CDA535AE-0843-964A-3760-DB2C8EEC655B}"/>
                  </a:ext>
                </a:extLst>
              </p:cNvPr>
              <p:cNvSpPr/>
              <p:nvPr/>
            </p:nvSpPr>
            <p:spPr>
              <a:xfrm>
                <a:off x="4462095" y="62733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6" name="Oval 5495">
                <a:extLst>
                  <a:ext uri="{FF2B5EF4-FFF2-40B4-BE49-F238E27FC236}">
                    <a16:creationId xmlns:a16="http://schemas.microsoft.com/office/drawing/2014/main" id="{826F72D9-4469-9A5C-6239-88E9AC713EDB}"/>
                  </a:ext>
                </a:extLst>
              </p:cNvPr>
              <p:cNvSpPr/>
              <p:nvPr/>
            </p:nvSpPr>
            <p:spPr>
              <a:xfrm>
                <a:off x="4262950" y="60369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7" name="Oval 5496">
                <a:extLst>
                  <a:ext uri="{FF2B5EF4-FFF2-40B4-BE49-F238E27FC236}">
                    <a16:creationId xmlns:a16="http://schemas.microsoft.com/office/drawing/2014/main" id="{88B4C23C-C673-1809-57BD-52726222800D}"/>
                  </a:ext>
                </a:extLst>
              </p:cNvPr>
              <p:cNvSpPr/>
              <p:nvPr/>
            </p:nvSpPr>
            <p:spPr>
              <a:xfrm>
                <a:off x="4231786" y="6045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8" name="Oval 5497">
                <a:extLst>
                  <a:ext uri="{FF2B5EF4-FFF2-40B4-BE49-F238E27FC236}">
                    <a16:creationId xmlns:a16="http://schemas.microsoft.com/office/drawing/2014/main" id="{5879736C-AC05-8A26-7030-9F5DF2D9BCB9}"/>
                  </a:ext>
                </a:extLst>
              </p:cNvPr>
              <p:cNvSpPr/>
              <p:nvPr/>
            </p:nvSpPr>
            <p:spPr>
              <a:xfrm>
                <a:off x="4179002" y="61186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99" name="Oval 5498">
                <a:extLst>
                  <a:ext uri="{FF2B5EF4-FFF2-40B4-BE49-F238E27FC236}">
                    <a16:creationId xmlns:a16="http://schemas.microsoft.com/office/drawing/2014/main" id="{84F05AA8-1710-D41C-B8DD-C21F2B6831F9}"/>
                  </a:ext>
                </a:extLst>
              </p:cNvPr>
              <p:cNvSpPr/>
              <p:nvPr/>
            </p:nvSpPr>
            <p:spPr>
              <a:xfrm>
                <a:off x="4449173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0" name="Oval 5499">
                <a:extLst>
                  <a:ext uri="{FF2B5EF4-FFF2-40B4-BE49-F238E27FC236}">
                    <a16:creationId xmlns:a16="http://schemas.microsoft.com/office/drawing/2014/main" id="{0EB39838-B4D0-FA3E-E94F-355C75B2DD63}"/>
                  </a:ext>
                </a:extLst>
              </p:cNvPr>
              <p:cNvSpPr/>
              <p:nvPr/>
            </p:nvSpPr>
            <p:spPr>
              <a:xfrm>
                <a:off x="4155946" y="6126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1" name="Oval 5500">
                <a:extLst>
                  <a:ext uri="{FF2B5EF4-FFF2-40B4-BE49-F238E27FC236}">
                    <a16:creationId xmlns:a16="http://schemas.microsoft.com/office/drawing/2014/main" id="{78F1E4CA-245F-AF95-BAE6-521F88D1AEF8}"/>
                  </a:ext>
                </a:extLst>
              </p:cNvPr>
              <p:cNvSpPr/>
              <p:nvPr/>
            </p:nvSpPr>
            <p:spPr>
              <a:xfrm>
                <a:off x="4439968" y="54728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2" name="Oval 5501">
                <a:extLst>
                  <a:ext uri="{FF2B5EF4-FFF2-40B4-BE49-F238E27FC236}">
                    <a16:creationId xmlns:a16="http://schemas.microsoft.com/office/drawing/2014/main" id="{1EF32593-4ACC-5684-6E8B-856E69981E87}"/>
                  </a:ext>
                </a:extLst>
              </p:cNvPr>
              <p:cNvSpPr/>
              <p:nvPr/>
            </p:nvSpPr>
            <p:spPr>
              <a:xfrm>
                <a:off x="4953116" y="5514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3" name="Oval 5502">
                <a:extLst>
                  <a:ext uri="{FF2B5EF4-FFF2-40B4-BE49-F238E27FC236}">
                    <a16:creationId xmlns:a16="http://schemas.microsoft.com/office/drawing/2014/main" id="{2F8FF67E-7CB3-7E82-5F5E-3C479D5EA8E9}"/>
                  </a:ext>
                </a:extLst>
              </p:cNvPr>
              <p:cNvSpPr/>
              <p:nvPr/>
            </p:nvSpPr>
            <p:spPr>
              <a:xfrm>
                <a:off x="4058062" y="60002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4" name="Oval 5503">
                <a:extLst>
                  <a:ext uri="{FF2B5EF4-FFF2-40B4-BE49-F238E27FC236}">
                    <a16:creationId xmlns:a16="http://schemas.microsoft.com/office/drawing/2014/main" id="{791B890A-2683-E936-1D6B-C0D3E3077B45}"/>
                  </a:ext>
                </a:extLst>
              </p:cNvPr>
              <p:cNvSpPr/>
              <p:nvPr/>
            </p:nvSpPr>
            <p:spPr>
              <a:xfrm>
                <a:off x="4285753" y="6387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5" name="Oval 5504">
                <a:extLst>
                  <a:ext uri="{FF2B5EF4-FFF2-40B4-BE49-F238E27FC236}">
                    <a16:creationId xmlns:a16="http://schemas.microsoft.com/office/drawing/2014/main" id="{E85D0A8C-4B0F-C0D8-AE3C-199543D5266F}"/>
                  </a:ext>
                </a:extLst>
              </p:cNvPr>
              <p:cNvSpPr/>
              <p:nvPr/>
            </p:nvSpPr>
            <p:spPr>
              <a:xfrm>
                <a:off x="4329078" y="6373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6" name="Oval 5505">
                <a:extLst>
                  <a:ext uri="{FF2B5EF4-FFF2-40B4-BE49-F238E27FC236}">
                    <a16:creationId xmlns:a16="http://schemas.microsoft.com/office/drawing/2014/main" id="{62611D1A-4A0C-96F6-4D8E-DB77E445C81E}"/>
                  </a:ext>
                </a:extLst>
              </p:cNvPr>
              <p:cNvSpPr/>
              <p:nvPr/>
            </p:nvSpPr>
            <p:spPr>
              <a:xfrm>
                <a:off x="4215655" y="63718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7" name="Oval 5506">
                <a:extLst>
                  <a:ext uri="{FF2B5EF4-FFF2-40B4-BE49-F238E27FC236}">
                    <a16:creationId xmlns:a16="http://schemas.microsoft.com/office/drawing/2014/main" id="{D0841923-6728-A87B-696A-7D656A08E7C0}"/>
                  </a:ext>
                </a:extLst>
              </p:cNvPr>
              <p:cNvSpPr/>
              <p:nvPr/>
            </p:nvSpPr>
            <p:spPr>
              <a:xfrm>
                <a:off x="4230688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8" name="Oval 5507">
                <a:extLst>
                  <a:ext uri="{FF2B5EF4-FFF2-40B4-BE49-F238E27FC236}">
                    <a16:creationId xmlns:a16="http://schemas.microsoft.com/office/drawing/2014/main" id="{EAA99891-DB49-56B1-6679-69E5931D82F9}"/>
                  </a:ext>
                </a:extLst>
              </p:cNvPr>
              <p:cNvSpPr/>
              <p:nvPr/>
            </p:nvSpPr>
            <p:spPr>
              <a:xfrm>
                <a:off x="4160675" y="61153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09" name="Oval 5508">
                <a:extLst>
                  <a:ext uri="{FF2B5EF4-FFF2-40B4-BE49-F238E27FC236}">
                    <a16:creationId xmlns:a16="http://schemas.microsoft.com/office/drawing/2014/main" id="{7042D87A-A27B-D404-02B8-4DC521333888}"/>
                  </a:ext>
                </a:extLst>
              </p:cNvPr>
              <p:cNvSpPr/>
              <p:nvPr/>
            </p:nvSpPr>
            <p:spPr>
              <a:xfrm>
                <a:off x="4253745" y="63122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0" name="Oval 5509">
                <a:extLst>
                  <a:ext uri="{FF2B5EF4-FFF2-40B4-BE49-F238E27FC236}">
                    <a16:creationId xmlns:a16="http://schemas.microsoft.com/office/drawing/2014/main" id="{881E645C-5D24-2765-117C-FDD599483375}"/>
                  </a:ext>
                </a:extLst>
              </p:cNvPr>
              <p:cNvSpPr/>
              <p:nvPr/>
            </p:nvSpPr>
            <p:spPr>
              <a:xfrm>
                <a:off x="4882090" y="5526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1" name="Oval 5510">
                <a:extLst>
                  <a:ext uri="{FF2B5EF4-FFF2-40B4-BE49-F238E27FC236}">
                    <a16:creationId xmlns:a16="http://schemas.microsoft.com/office/drawing/2014/main" id="{79843EAD-ACD8-EFB3-2D82-E3E17BF41D8D}"/>
                  </a:ext>
                </a:extLst>
              </p:cNvPr>
              <p:cNvSpPr/>
              <p:nvPr/>
            </p:nvSpPr>
            <p:spPr>
              <a:xfrm>
                <a:off x="4218611" y="63376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2" name="Oval 5511">
                <a:extLst>
                  <a:ext uri="{FF2B5EF4-FFF2-40B4-BE49-F238E27FC236}">
                    <a16:creationId xmlns:a16="http://schemas.microsoft.com/office/drawing/2014/main" id="{9D8E5D4B-ED69-4FFF-6E6D-570ADCD8B305}"/>
                  </a:ext>
                </a:extLst>
              </p:cNvPr>
              <p:cNvSpPr/>
              <p:nvPr/>
            </p:nvSpPr>
            <p:spPr>
              <a:xfrm>
                <a:off x="4180100" y="60519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3" name="Oval 5512">
                <a:extLst>
                  <a:ext uri="{FF2B5EF4-FFF2-40B4-BE49-F238E27FC236}">
                    <a16:creationId xmlns:a16="http://schemas.microsoft.com/office/drawing/2014/main" id="{8AAF7623-A19F-7FF1-50FE-F61BF53D0167}"/>
                  </a:ext>
                </a:extLst>
              </p:cNvPr>
              <p:cNvSpPr/>
              <p:nvPr/>
            </p:nvSpPr>
            <p:spPr>
              <a:xfrm>
                <a:off x="4036104" y="5983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4" name="Oval 5513">
                <a:extLst>
                  <a:ext uri="{FF2B5EF4-FFF2-40B4-BE49-F238E27FC236}">
                    <a16:creationId xmlns:a16="http://schemas.microsoft.com/office/drawing/2014/main" id="{1F1CEF42-C23E-DDBC-6B42-6DA0DF7C5E5C}"/>
                  </a:ext>
                </a:extLst>
              </p:cNvPr>
              <p:cNvSpPr/>
              <p:nvPr/>
            </p:nvSpPr>
            <p:spPr>
              <a:xfrm>
                <a:off x="4299857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5" name="Oval 5514">
                <a:extLst>
                  <a:ext uri="{FF2B5EF4-FFF2-40B4-BE49-F238E27FC236}">
                    <a16:creationId xmlns:a16="http://schemas.microsoft.com/office/drawing/2014/main" id="{FC634F54-05E7-600B-94A5-87AC651C35D7}"/>
                  </a:ext>
                </a:extLst>
              </p:cNvPr>
              <p:cNvSpPr/>
              <p:nvPr/>
            </p:nvSpPr>
            <p:spPr>
              <a:xfrm>
                <a:off x="4956917" y="5722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6" name="Oval 5515">
                <a:extLst>
                  <a:ext uri="{FF2B5EF4-FFF2-40B4-BE49-F238E27FC236}">
                    <a16:creationId xmlns:a16="http://schemas.microsoft.com/office/drawing/2014/main" id="{4EBD5F57-EE54-082A-CD89-ABEEA3ADAA0B}"/>
                  </a:ext>
                </a:extLst>
              </p:cNvPr>
              <p:cNvSpPr/>
              <p:nvPr/>
            </p:nvSpPr>
            <p:spPr>
              <a:xfrm>
                <a:off x="4942560" y="575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7" name="Oval 5516">
                <a:extLst>
                  <a:ext uri="{FF2B5EF4-FFF2-40B4-BE49-F238E27FC236}">
                    <a16:creationId xmlns:a16="http://schemas.microsoft.com/office/drawing/2014/main" id="{E4A9806B-8965-259C-0108-6A3ADADB99A0}"/>
                  </a:ext>
                </a:extLst>
              </p:cNvPr>
              <p:cNvSpPr/>
              <p:nvPr/>
            </p:nvSpPr>
            <p:spPr>
              <a:xfrm>
                <a:off x="5082502" y="6386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8" name="Oval 5517">
                <a:extLst>
                  <a:ext uri="{FF2B5EF4-FFF2-40B4-BE49-F238E27FC236}">
                    <a16:creationId xmlns:a16="http://schemas.microsoft.com/office/drawing/2014/main" id="{4E4A9D79-EE3E-715E-7792-7E73CACE4CA7}"/>
                  </a:ext>
                </a:extLst>
              </p:cNvPr>
              <p:cNvSpPr/>
              <p:nvPr/>
            </p:nvSpPr>
            <p:spPr>
              <a:xfrm>
                <a:off x="4080443" y="5990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19" name="Oval 5518">
                <a:extLst>
                  <a:ext uri="{FF2B5EF4-FFF2-40B4-BE49-F238E27FC236}">
                    <a16:creationId xmlns:a16="http://schemas.microsoft.com/office/drawing/2014/main" id="{414F5DAF-E113-01FB-229F-AA0BACCC6FB6}"/>
                  </a:ext>
                </a:extLst>
              </p:cNvPr>
              <p:cNvSpPr/>
              <p:nvPr/>
            </p:nvSpPr>
            <p:spPr>
              <a:xfrm>
                <a:off x="4243948" y="60109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0" name="Oval 5519">
                <a:extLst>
                  <a:ext uri="{FF2B5EF4-FFF2-40B4-BE49-F238E27FC236}">
                    <a16:creationId xmlns:a16="http://schemas.microsoft.com/office/drawing/2014/main" id="{816447B6-2FB3-F39A-EFCB-3D2E2D4EF038}"/>
                  </a:ext>
                </a:extLst>
              </p:cNvPr>
              <p:cNvSpPr/>
              <p:nvPr/>
            </p:nvSpPr>
            <p:spPr>
              <a:xfrm>
                <a:off x="4240739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1" name="Oval 5520">
                <a:extLst>
                  <a:ext uri="{FF2B5EF4-FFF2-40B4-BE49-F238E27FC236}">
                    <a16:creationId xmlns:a16="http://schemas.microsoft.com/office/drawing/2014/main" id="{A99A1AEA-B18C-8E3B-FBC9-7FB999E23319}"/>
                  </a:ext>
                </a:extLst>
              </p:cNvPr>
              <p:cNvSpPr/>
              <p:nvPr/>
            </p:nvSpPr>
            <p:spPr>
              <a:xfrm>
                <a:off x="4177988" y="6158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2" name="Oval 5521">
                <a:extLst>
                  <a:ext uri="{FF2B5EF4-FFF2-40B4-BE49-F238E27FC236}">
                    <a16:creationId xmlns:a16="http://schemas.microsoft.com/office/drawing/2014/main" id="{2110C441-C036-D93C-3654-74C4E04D9813}"/>
                  </a:ext>
                </a:extLst>
              </p:cNvPr>
              <p:cNvSpPr/>
              <p:nvPr/>
            </p:nvSpPr>
            <p:spPr>
              <a:xfrm>
                <a:off x="4260754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3" name="Oval 5522">
                <a:extLst>
                  <a:ext uri="{FF2B5EF4-FFF2-40B4-BE49-F238E27FC236}">
                    <a16:creationId xmlns:a16="http://schemas.microsoft.com/office/drawing/2014/main" id="{98DD5805-9B2F-AD4A-CCAA-3CCF6FB843BC}"/>
                  </a:ext>
                </a:extLst>
              </p:cNvPr>
              <p:cNvSpPr/>
              <p:nvPr/>
            </p:nvSpPr>
            <p:spPr>
              <a:xfrm>
                <a:off x="4068450" y="5993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4" name="Oval 5523">
                <a:extLst>
                  <a:ext uri="{FF2B5EF4-FFF2-40B4-BE49-F238E27FC236}">
                    <a16:creationId xmlns:a16="http://schemas.microsoft.com/office/drawing/2014/main" id="{4B5FF2C0-C496-CBA8-4825-1927581FE4B2}"/>
                  </a:ext>
                </a:extLst>
              </p:cNvPr>
              <p:cNvSpPr/>
              <p:nvPr/>
            </p:nvSpPr>
            <p:spPr>
              <a:xfrm>
                <a:off x="4890113" y="5525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5" name="Oval 5524">
                <a:extLst>
                  <a:ext uri="{FF2B5EF4-FFF2-40B4-BE49-F238E27FC236}">
                    <a16:creationId xmlns:a16="http://schemas.microsoft.com/office/drawing/2014/main" id="{DE9295B7-DE18-EBD4-223B-FF2DF6EAD64A}"/>
                  </a:ext>
                </a:extLst>
              </p:cNvPr>
              <p:cNvSpPr/>
              <p:nvPr/>
            </p:nvSpPr>
            <p:spPr>
              <a:xfrm>
                <a:off x="4237445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6" name="Oval 5525">
                <a:extLst>
                  <a:ext uri="{FF2B5EF4-FFF2-40B4-BE49-F238E27FC236}">
                    <a16:creationId xmlns:a16="http://schemas.microsoft.com/office/drawing/2014/main" id="{6265DF39-92D0-8582-3859-DF4D9AD6B48F}"/>
                  </a:ext>
                </a:extLst>
              </p:cNvPr>
              <p:cNvSpPr/>
              <p:nvPr/>
            </p:nvSpPr>
            <p:spPr>
              <a:xfrm>
                <a:off x="4179255" y="61727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7" name="Oval 5526">
                <a:extLst>
                  <a:ext uri="{FF2B5EF4-FFF2-40B4-BE49-F238E27FC236}">
                    <a16:creationId xmlns:a16="http://schemas.microsoft.com/office/drawing/2014/main" id="{69B0FA5A-7DCC-413D-5702-C7DCA746BA3B}"/>
                  </a:ext>
                </a:extLst>
              </p:cNvPr>
              <p:cNvSpPr/>
              <p:nvPr/>
            </p:nvSpPr>
            <p:spPr>
              <a:xfrm>
                <a:off x="4150034" y="6123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8" name="Oval 5527">
                <a:extLst>
                  <a:ext uri="{FF2B5EF4-FFF2-40B4-BE49-F238E27FC236}">
                    <a16:creationId xmlns:a16="http://schemas.microsoft.com/office/drawing/2014/main" id="{5BB3718F-EC45-352D-6859-8463BF029002}"/>
                  </a:ext>
                </a:extLst>
              </p:cNvPr>
              <p:cNvSpPr/>
              <p:nvPr/>
            </p:nvSpPr>
            <p:spPr>
              <a:xfrm>
                <a:off x="4231786" y="60383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29" name="Oval 5528">
                <a:extLst>
                  <a:ext uri="{FF2B5EF4-FFF2-40B4-BE49-F238E27FC236}">
                    <a16:creationId xmlns:a16="http://schemas.microsoft.com/office/drawing/2014/main" id="{53B87912-7FB0-1EFF-F33E-6946D8321A46}"/>
                  </a:ext>
                </a:extLst>
              </p:cNvPr>
              <p:cNvSpPr/>
              <p:nvPr/>
            </p:nvSpPr>
            <p:spPr>
              <a:xfrm>
                <a:off x="4013217" y="5970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0" name="Oval 5529">
                <a:extLst>
                  <a:ext uri="{FF2B5EF4-FFF2-40B4-BE49-F238E27FC236}">
                    <a16:creationId xmlns:a16="http://schemas.microsoft.com/office/drawing/2014/main" id="{CAE9571E-C4B7-A5DA-E5C4-D0FDDFDEFC0C}"/>
                  </a:ext>
                </a:extLst>
              </p:cNvPr>
              <p:cNvSpPr/>
              <p:nvPr/>
            </p:nvSpPr>
            <p:spPr>
              <a:xfrm>
                <a:off x="4270720" y="6228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1" name="Oval 5530">
                <a:extLst>
                  <a:ext uri="{FF2B5EF4-FFF2-40B4-BE49-F238E27FC236}">
                    <a16:creationId xmlns:a16="http://schemas.microsoft.com/office/drawing/2014/main" id="{456157B6-6E62-53BA-3DD0-B31529DABC57}"/>
                  </a:ext>
                </a:extLst>
              </p:cNvPr>
              <p:cNvSpPr/>
              <p:nvPr/>
            </p:nvSpPr>
            <p:spPr>
              <a:xfrm>
                <a:off x="4237276" y="60302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2" name="Oval 5531">
                <a:extLst>
                  <a:ext uri="{FF2B5EF4-FFF2-40B4-BE49-F238E27FC236}">
                    <a16:creationId xmlns:a16="http://schemas.microsoft.com/office/drawing/2014/main" id="{2D23D557-09F5-8DB5-7784-81B01B068269}"/>
                  </a:ext>
                </a:extLst>
              </p:cNvPr>
              <p:cNvSpPr/>
              <p:nvPr/>
            </p:nvSpPr>
            <p:spPr>
              <a:xfrm>
                <a:off x="4366576" y="62341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3" name="Oval 5532">
                <a:extLst>
                  <a:ext uri="{FF2B5EF4-FFF2-40B4-BE49-F238E27FC236}">
                    <a16:creationId xmlns:a16="http://schemas.microsoft.com/office/drawing/2014/main" id="{601AE663-227C-01CB-FFCB-475A8CB3E392}"/>
                  </a:ext>
                </a:extLst>
              </p:cNvPr>
              <p:cNvSpPr/>
              <p:nvPr/>
            </p:nvSpPr>
            <p:spPr>
              <a:xfrm>
                <a:off x="4557614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4" name="Oval 5533">
                <a:extLst>
                  <a:ext uri="{FF2B5EF4-FFF2-40B4-BE49-F238E27FC236}">
                    <a16:creationId xmlns:a16="http://schemas.microsoft.com/office/drawing/2014/main" id="{D3D25BDB-E483-796D-F95F-403733667B7B}"/>
                  </a:ext>
                </a:extLst>
              </p:cNvPr>
              <p:cNvSpPr/>
              <p:nvPr/>
            </p:nvSpPr>
            <p:spPr>
              <a:xfrm>
                <a:off x="4423668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5" name="Oval 5534">
                <a:extLst>
                  <a:ext uri="{FF2B5EF4-FFF2-40B4-BE49-F238E27FC236}">
                    <a16:creationId xmlns:a16="http://schemas.microsoft.com/office/drawing/2014/main" id="{99D52E93-1133-E444-2315-52D51241B8B0}"/>
                  </a:ext>
                </a:extLst>
              </p:cNvPr>
              <p:cNvSpPr/>
              <p:nvPr/>
            </p:nvSpPr>
            <p:spPr>
              <a:xfrm>
                <a:off x="4203916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6" name="Oval 5535">
                <a:extLst>
                  <a:ext uri="{FF2B5EF4-FFF2-40B4-BE49-F238E27FC236}">
                    <a16:creationId xmlns:a16="http://schemas.microsoft.com/office/drawing/2014/main" id="{A6D03244-2AE8-A841-6EA8-8D974C6FF690}"/>
                  </a:ext>
                </a:extLst>
              </p:cNvPr>
              <p:cNvSpPr/>
              <p:nvPr/>
            </p:nvSpPr>
            <p:spPr>
              <a:xfrm>
                <a:off x="4214557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7" name="Oval 5536">
                <a:extLst>
                  <a:ext uri="{FF2B5EF4-FFF2-40B4-BE49-F238E27FC236}">
                    <a16:creationId xmlns:a16="http://schemas.microsoft.com/office/drawing/2014/main" id="{8777072E-BE24-F11F-EA42-7293326FDFDD}"/>
                  </a:ext>
                </a:extLst>
              </p:cNvPr>
              <p:cNvSpPr/>
              <p:nvPr/>
            </p:nvSpPr>
            <p:spPr>
              <a:xfrm>
                <a:off x="4349432" y="6039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8" name="Oval 5537">
                <a:extLst>
                  <a:ext uri="{FF2B5EF4-FFF2-40B4-BE49-F238E27FC236}">
                    <a16:creationId xmlns:a16="http://schemas.microsoft.com/office/drawing/2014/main" id="{78D2117C-27A3-797F-4198-764AAB8B1706}"/>
                  </a:ext>
                </a:extLst>
              </p:cNvPr>
              <p:cNvSpPr/>
              <p:nvPr/>
            </p:nvSpPr>
            <p:spPr>
              <a:xfrm>
                <a:off x="4383130" y="60263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39" name="Oval 5538">
                <a:extLst>
                  <a:ext uri="{FF2B5EF4-FFF2-40B4-BE49-F238E27FC236}">
                    <a16:creationId xmlns:a16="http://schemas.microsoft.com/office/drawing/2014/main" id="{AB0EC350-A282-5456-8163-8AB3F3D1FF47}"/>
                  </a:ext>
                </a:extLst>
              </p:cNvPr>
              <p:cNvSpPr/>
              <p:nvPr/>
            </p:nvSpPr>
            <p:spPr>
              <a:xfrm>
                <a:off x="4900754" y="550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0" name="Oval 5539">
                <a:extLst>
                  <a:ext uri="{FF2B5EF4-FFF2-40B4-BE49-F238E27FC236}">
                    <a16:creationId xmlns:a16="http://schemas.microsoft.com/office/drawing/2014/main" id="{D6BA95D6-F1CA-8245-20B3-18D2DF6E9ED1}"/>
                  </a:ext>
                </a:extLst>
              </p:cNvPr>
              <p:cNvSpPr/>
              <p:nvPr/>
            </p:nvSpPr>
            <p:spPr>
              <a:xfrm>
                <a:off x="4420881" y="6083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1" name="Oval 5540">
                <a:extLst>
                  <a:ext uri="{FF2B5EF4-FFF2-40B4-BE49-F238E27FC236}">
                    <a16:creationId xmlns:a16="http://schemas.microsoft.com/office/drawing/2014/main" id="{CB400354-708B-C982-AD74-53124100307D}"/>
                  </a:ext>
                </a:extLst>
              </p:cNvPr>
              <p:cNvSpPr/>
              <p:nvPr/>
            </p:nvSpPr>
            <p:spPr>
              <a:xfrm>
                <a:off x="4289469" y="61573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2" name="Oval 5541">
                <a:extLst>
                  <a:ext uri="{FF2B5EF4-FFF2-40B4-BE49-F238E27FC236}">
                    <a16:creationId xmlns:a16="http://schemas.microsoft.com/office/drawing/2014/main" id="{A2AC2E69-E664-A4E5-587D-34DD0FC56209}"/>
                  </a:ext>
                </a:extLst>
              </p:cNvPr>
              <p:cNvSpPr/>
              <p:nvPr/>
            </p:nvSpPr>
            <p:spPr>
              <a:xfrm>
                <a:off x="4019973" y="5971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3" name="Oval 5542">
                <a:extLst>
                  <a:ext uri="{FF2B5EF4-FFF2-40B4-BE49-F238E27FC236}">
                    <a16:creationId xmlns:a16="http://schemas.microsoft.com/office/drawing/2014/main" id="{E7E0493F-EC2F-C072-5540-19E2C34C53A3}"/>
                  </a:ext>
                </a:extLst>
              </p:cNvPr>
              <p:cNvSpPr/>
              <p:nvPr/>
            </p:nvSpPr>
            <p:spPr>
              <a:xfrm>
                <a:off x="4440221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4" name="Oval 5543">
                <a:extLst>
                  <a:ext uri="{FF2B5EF4-FFF2-40B4-BE49-F238E27FC236}">
                    <a16:creationId xmlns:a16="http://schemas.microsoft.com/office/drawing/2014/main" id="{93845FA2-39E3-CBF7-6286-B1CDDE2C440B}"/>
                  </a:ext>
                </a:extLst>
              </p:cNvPr>
              <p:cNvSpPr/>
              <p:nvPr/>
            </p:nvSpPr>
            <p:spPr>
              <a:xfrm>
                <a:off x="4147838" y="6169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5" name="Oval 5544">
                <a:extLst>
                  <a:ext uri="{FF2B5EF4-FFF2-40B4-BE49-F238E27FC236}">
                    <a16:creationId xmlns:a16="http://schemas.microsoft.com/office/drawing/2014/main" id="{A41809E3-D89B-578D-FDA4-023BA4E3E969}"/>
                  </a:ext>
                </a:extLst>
              </p:cNvPr>
              <p:cNvSpPr/>
              <p:nvPr/>
            </p:nvSpPr>
            <p:spPr>
              <a:xfrm>
                <a:off x="4238796" y="6131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6" name="Oval 5545">
                <a:extLst>
                  <a:ext uri="{FF2B5EF4-FFF2-40B4-BE49-F238E27FC236}">
                    <a16:creationId xmlns:a16="http://schemas.microsoft.com/office/drawing/2014/main" id="{781A2E8B-E522-2BE1-6C48-BAECE31A0E79}"/>
                  </a:ext>
                </a:extLst>
              </p:cNvPr>
              <p:cNvSpPr/>
              <p:nvPr/>
            </p:nvSpPr>
            <p:spPr>
              <a:xfrm>
                <a:off x="4280348" y="63529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7" name="Oval 5546">
                <a:extLst>
                  <a:ext uri="{FF2B5EF4-FFF2-40B4-BE49-F238E27FC236}">
                    <a16:creationId xmlns:a16="http://schemas.microsoft.com/office/drawing/2014/main" id="{96875BFD-7E93-B722-9C56-AC34BA618786}"/>
                  </a:ext>
                </a:extLst>
              </p:cNvPr>
              <p:cNvSpPr/>
              <p:nvPr/>
            </p:nvSpPr>
            <p:spPr>
              <a:xfrm>
                <a:off x="4287527" y="6083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8" name="Oval 5547">
                <a:extLst>
                  <a:ext uri="{FF2B5EF4-FFF2-40B4-BE49-F238E27FC236}">
                    <a16:creationId xmlns:a16="http://schemas.microsoft.com/office/drawing/2014/main" id="{BBA020C1-1B40-E88D-B30F-144A98A2C43D}"/>
                  </a:ext>
                </a:extLst>
              </p:cNvPr>
              <p:cNvSpPr/>
              <p:nvPr/>
            </p:nvSpPr>
            <p:spPr>
              <a:xfrm>
                <a:off x="4473412" y="62924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49" name="Oval 5548">
                <a:extLst>
                  <a:ext uri="{FF2B5EF4-FFF2-40B4-BE49-F238E27FC236}">
                    <a16:creationId xmlns:a16="http://schemas.microsoft.com/office/drawing/2014/main" id="{8DF7E364-807E-E472-618F-DA6E5B1F16D6}"/>
                  </a:ext>
                </a:extLst>
              </p:cNvPr>
              <p:cNvSpPr/>
              <p:nvPr/>
            </p:nvSpPr>
            <p:spPr>
              <a:xfrm>
                <a:off x="4183647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0" name="Oval 5549">
                <a:extLst>
                  <a:ext uri="{FF2B5EF4-FFF2-40B4-BE49-F238E27FC236}">
                    <a16:creationId xmlns:a16="http://schemas.microsoft.com/office/drawing/2014/main" id="{15EE741B-1601-7FA2-5B57-7C3081E5E975}"/>
                  </a:ext>
                </a:extLst>
              </p:cNvPr>
              <p:cNvSpPr/>
              <p:nvPr/>
            </p:nvSpPr>
            <p:spPr>
              <a:xfrm>
                <a:off x="4330092" y="586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1" name="Oval 5550">
                <a:extLst>
                  <a:ext uri="{FF2B5EF4-FFF2-40B4-BE49-F238E27FC236}">
                    <a16:creationId xmlns:a16="http://schemas.microsoft.com/office/drawing/2014/main" id="{24B0AE12-16BC-266F-8A8C-0598BE8156F5}"/>
                  </a:ext>
                </a:extLst>
              </p:cNvPr>
              <p:cNvSpPr/>
              <p:nvPr/>
            </p:nvSpPr>
            <p:spPr>
              <a:xfrm>
                <a:off x="4479577" y="604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2" name="Oval 5551">
                <a:extLst>
                  <a:ext uri="{FF2B5EF4-FFF2-40B4-BE49-F238E27FC236}">
                    <a16:creationId xmlns:a16="http://schemas.microsoft.com/office/drawing/2014/main" id="{EDE79567-ED73-17DE-998F-94740D6171D7}"/>
                  </a:ext>
                </a:extLst>
              </p:cNvPr>
              <p:cNvSpPr/>
              <p:nvPr/>
            </p:nvSpPr>
            <p:spPr>
              <a:xfrm>
                <a:off x="4258221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3" name="Oval 5552">
                <a:extLst>
                  <a:ext uri="{FF2B5EF4-FFF2-40B4-BE49-F238E27FC236}">
                    <a16:creationId xmlns:a16="http://schemas.microsoft.com/office/drawing/2014/main" id="{7E2768B6-94BE-B32E-25EF-A5E098AA23C3}"/>
                  </a:ext>
                </a:extLst>
              </p:cNvPr>
              <p:cNvSpPr/>
              <p:nvPr/>
            </p:nvSpPr>
            <p:spPr>
              <a:xfrm>
                <a:off x="4251718" y="60836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4" name="Oval 5553">
                <a:extLst>
                  <a:ext uri="{FF2B5EF4-FFF2-40B4-BE49-F238E27FC236}">
                    <a16:creationId xmlns:a16="http://schemas.microsoft.com/office/drawing/2014/main" id="{5664754C-A044-9464-DD70-C67E19387BBB}"/>
                  </a:ext>
                </a:extLst>
              </p:cNvPr>
              <p:cNvSpPr/>
              <p:nvPr/>
            </p:nvSpPr>
            <p:spPr>
              <a:xfrm>
                <a:off x="4079514" y="597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5" name="Oval 5554">
                <a:extLst>
                  <a:ext uri="{FF2B5EF4-FFF2-40B4-BE49-F238E27FC236}">
                    <a16:creationId xmlns:a16="http://schemas.microsoft.com/office/drawing/2014/main" id="{60351B95-CADF-2CF9-6E53-4C5ED7639EBC}"/>
                  </a:ext>
                </a:extLst>
              </p:cNvPr>
              <p:cNvSpPr/>
              <p:nvPr/>
            </p:nvSpPr>
            <p:spPr>
              <a:xfrm>
                <a:off x="4373417" y="63438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6" name="Oval 5555">
                <a:extLst>
                  <a:ext uri="{FF2B5EF4-FFF2-40B4-BE49-F238E27FC236}">
                    <a16:creationId xmlns:a16="http://schemas.microsoft.com/office/drawing/2014/main" id="{31B463DA-6C1D-1EE4-75B3-905FD8A52743}"/>
                  </a:ext>
                </a:extLst>
              </p:cNvPr>
              <p:cNvSpPr/>
              <p:nvPr/>
            </p:nvSpPr>
            <p:spPr>
              <a:xfrm>
                <a:off x="4233982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7" name="Oval 5556">
                <a:extLst>
                  <a:ext uri="{FF2B5EF4-FFF2-40B4-BE49-F238E27FC236}">
                    <a16:creationId xmlns:a16="http://schemas.microsoft.com/office/drawing/2014/main" id="{52BF2AC6-580C-E89D-D7CE-76F86CBA93F7}"/>
                  </a:ext>
                </a:extLst>
              </p:cNvPr>
              <p:cNvSpPr/>
              <p:nvPr/>
            </p:nvSpPr>
            <p:spPr>
              <a:xfrm>
                <a:off x="4497735" y="6089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8" name="Oval 5557">
                <a:extLst>
                  <a:ext uri="{FF2B5EF4-FFF2-40B4-BE49-F238E27FC236}">
                    <a16:creationId xmlns:a16="http://schemas.microsoft.com/office/drawing/2014/main" id="{FEE07556-6931-1B63-BEA1-01D86F427ABB}"/>
                  </a:ext>
                </a:extLst>
              </p:cNvPr>
              <p:cNvSpPr/>
              <p:nvPr/>
            </p:nvSpPr>
            <p:spPr>
              <a:xfrm>
                <a:off x="4294199" y="62368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59" name="Oval 5558">
                <a:extLst>
                  <a:ext uri="{FF2B5EF4-FFF2-40B4-BE49-F238E27FC236}">
                    <a16:creationId xmlns:a16="http://schemas.microsoft.com/office/drawing/2014/main" id="{3F23FC04-E9FB-ABEA-46A7-083D8307C02F}"/>
                  </a:ext>
                </a:extLst>
              </p:cNvPr>
              <p:cNvSpPr/>
              <p:nvPr/>
            </p:nvSpPr>
            <p:spPr>
              <a:xfrm>
                <a:off x="4397656" y="62858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0" name="Oval 5559">
                <a:extLst>
                  <a:ext uri="{FF2B5EF4-FFF2-40B4-BE49-F238E27FC236}">
                    <a16:creationId xmlns:a16="http://schemas.microsoft.com/office/drawing/2014/main" id="{3D2C09FF-3F5C-2ECB-BFF8-BFF2DB3B5785}"/>
                  </a:ext>
                </a:extLst>
              </p:cNvPr>
              <p:cNvSpPr/>
              <p:nvPr/>
            </p:nvSpPr>
            <p:spPr>
              <a:xfrm>
                <a:off x="4401456" y="6304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1" name="Oval 5560">
                <a:extLst>
                  <a:ext uri="{FF2B5EF4-FFF2-40B4-BE49-F238E27FC236}">
                    <a16:creationId xmlns:a16="http://schemas.microsoft.com/office/drawing/2014/main" id="{52797716-AF23-4CD8-D569-010B6F43B85E}"/>
                  </a:ext>
                </a:extLst>
              </p:cNvPr>
              <p:cNvSpPr/>
              <p:nvPr/>
            </p:nvSpPr>
            <p:spPr>
              <a:xfrm>
                <a:off x="4279588" y="63610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2" name="Oval 5561">
                <a:extLst>
                  <a:ext uri="{FF2B5EF4-FFF2-40B4-BE49-F238E27FC236}">
                    <a16:creationId xmlns:a16="http://schemas.microsoft.com/office/drawing/2014/main" id="{6FF56A35-9B5C-152E-7CD9-312C49D68B2E}"/>
                  </a:ext>
                </a:extLst>
              </p:cNvPr>
              <p:cNvSpPr/>
              <p:nvPr/>
            </p:nvSpPr>
            <p:spPr>
              <a:xfrm>
                <a:off x="4458632" y="6226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3" name="Oval 5562">
                <a:extLst>
                  <a:ext uri="{FF2B5EF4-FFF2-40B4-BE49-F238E27FC236}">
                    <a16:creationId xmlns:a16="http://schemas.microsoft.com/office/drawing/2014/main" id="{1F080B1F-ED88-C6D1-CB8B-25E7EC4FA1E4}"/>
                  </a:ext>
                </a:extLst>
              </p:cNvPr>
              <p:cNvSpPr/>
              <p:nvPr/>
            </p:nvSpPr>
            <p:spPr>
              <a:xfrm>
                <a:off x="4412604" y="631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4" name="Oval 5563">
                <a:extLst>
                  <a:ext uri="{FF2B5EF4-FFF2-40B4-BE49-F238E27FC236}">
                    <a16:creationId xmlns:a16="http://schemas.microsoft.com/office/drawing/2014/main" id="{E3E3CEB0-C6AA-F0A7-30AB-3FC48E70C658}"/>
                  </a:ext>
                </a:extLst>
              </p:cNvPr>
              <p:cNvSpPr/>
              <p:nvPr/>
            </p:nvSpPr>
            <p:spPr>
              <a:xfrm>
                <a:off x="4287189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5" name="Oval 5564">
                <a:extLst>
                  <a:ext uri="{FF2B5EF4-FFF2-40B4-BE49-F238E27FC236}">
                    <a16:creationId xmlns:a16="http://schemas.microsoft.com/office/drawing/2014/main" id="{C90D3AA5-EA1A-7183-1165-1EFD3836BA0E}"/>
                  </a:ext>
                </a:extLst>
              </p:cNvPr>
              <p:cNvSpPr/>
              <p:nvPr/>
            </p:nvSpPr>
            <p:spPr>
              <a:xfrm>
                <a:off x="4220807" y="6038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6" name="Oval 5565">
                <a:extLst>
                  <a:ext uri="{FF2B5EF4-FFF2-40B4-BE49-F238E27FC236}">
                    <a16:creationId xmlns:a16="http://schemas.microsoft.com/office/drawing/2014/main" id="{9F62FA31-B1C3-4C18-1ADF-099593B02581}"/>
                  </a:ext>
                </a:extLst>
              </p:cNvPr>
              <p:cNvSpPr/>
              <p:nvPr/>
            </p:nvSpPr>
            <p:spPr>
              <a:xfrm>
                <a:off x="4049364" y="5992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7" name="Oval 5566">
                <a:extLst>
                  <a:ext uri="{FF2B5EF4-FFF2-40B4-BE49-F238E27FC236}">
                    <a16:creationId xmlns:a16="http://schemas.microsoft.com/office/drawing/2014/main" id="{A327133C-9A8F-B908-08C9-CFEF63A44744}"/>
                  </a:ext>
                </a:extLst>
              </p:cNvPr>
              <p:cNvSpPr/>
              <p:nvPr/>
            </p:nvSpPr>
            <p:spPr>
              <a:xfrm>
                <a:off x="4898221" y="55411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8" name="Oval 5567">
                <a:extLst>
                  <a:ext uri="{FF2B5EF4-FFF2-40B4-BE49-F238E27FC236}">
                    <a16:creationId xmlns:a16="http://schemas.microsoft.com/office/drawing/2014/main" id="{837C870E-AF0A-E547-1FC4-6262065E3A9B}"/>
                  </a:ext>
                </a:extLst>
              </p:cNvPr>
              <p:cNvSpPr/>
              <p:nvPr/>
            </p:nvSpPr>
            <p:spPr>
              <a:xfrm>
                <a:off x="4013555" y="59781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69" name="Oval 5568">
                <a:extLst>
                  <a:ext uri="{FF2B5EF4-FFF2-40B4-BE49-F238E27FC236}">
                    <a16:creationId xmlns:a16="http://schemas.microsoft.com/office/drawing/2014/main" id="{F8EE83B3-E1FA-D550-F08D-E574513A0565}"/>
                  </a:ext>
                </a:extLst>
              </p:cNvPr>
              <p:cNvSpPr/>
              <p:nvPr/>
            </p:nvSpPr>
            <p:spPr>
              <a:xfrm>
                <a:off x="4180944" y="616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0" name="Oval 5569">
                <a:extLst>
                  <a:ext uri="{FF2B5EF4-FFF2-40B4-BE49-F238E27FC236}">
                    <a16:creationId xmlns:a16="http://schemas.microsoft.com/office/drawing/2014/main" id="{F4A90C3C-0436-5C72-A666-41A9C565D325}"/>
                  </a:ext>
                </a:extLst>
              </p:cNvPr>
              <p:cNvSpPr/>
              <p:nvPr/>
            </p:nvSpPr>
            <p:spPr>
              <a:xfrm>
                <a:off x="4332372" y="6296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1" name="Oval 5570">
                <a:extLst>
                  <a:ext uri="{FF2B5EF4-FFF2-40B4-BE49-F238E27FC236}">
                    <a16:creationId xmlns:a16="http://schemas.microsoft.com/office/drawing/2014/main" id="{9949F3A3-A56C-A9EE-01E7-CB5D6E0E1B18}"/>
                  </a:ext>
                </a:extLst>
              </p:cNvPr>
              <p:cNvSpPr/>
              <p:nvPr/>
            </p:nvSpPr>
            <p:spPr>
              <a:xfrm>
                <a:off x="4216669" y="604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2" name="Oval 5571">
                <a:extLst>
                  <a:ext uri="{FF2B5EF4-FFF2-40B4-BE49-F238E27FC236}">
                    <a16:creationId xmlns:a16="http://schemas.microsoft.com/office/drawing/2014/main" id="{8B727CC0-C3DD-87B1-D227-A572B598F0DD}"/>
                  </a:ext>
                </a:extLst>
              </p:cNvPr>
              <p:cNvSpPr/>
              <p:nvPr/>
            </p:nvSpPr>
            <p:spPr>
              <a:xfrm>
                <a:off x="4287442" y="6240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3" name="Oval 5572">
                <a:extLst>
                  <a:ext uri="{FF2B5EF4-FFF2-40B4-BE49-F238E27FC236}">
                    <a16:creationId xmlns:a16="http://schemas.microsoft.com/office/drawing/2014/main" id="{E110DA4F-A13C-3A6A-4272-BE30AD63D4B7}"/>
                  </a:ext>
                </a:extLst>
              </p:cNvPr>
              <p:cNvSpPr/>
              <p:nvPr/>
            </p:nvSpPr>
            <p:spPr>
              <a:xfrm>
                <a:off x="4565215" y="6002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4" name="Oval 5573">
                <a:extLst>
                  <a:ext uri="{FF2B5EF4-FFF2-40B4-BE49-F238E27FC236}">
                    <a16:creationId xmlns:a16="http://schemas.microsoft.com/office/drawing/2014/main" id="{B471288C-2BC4-2296-0680-757A8065CD7C}"/>
                  </a:ext>
                </a:extLst>
              </p:cNvPr>
              <p:cNvSpPr/>
              <p:nvPr/>
            </p:nvSpPr>
            <p:spPr>
              <a:xfrm>
                <a:off x="4167685" y="61813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5" name="Oval 5574">
                <a:extLst>
                  <a:ext uri="{FF2B5EF4-FFF2-40B4-BE49-F238E27FC236}">
                    <a16:creationId xmlns:a16="http://schemas.microsoft.com/office/drawing/2014/main" id="{59C84B13-ED95-9D26-ED8B-482E88D748B7}"/>
                  </a:ext>
                </a:extLst>
              </p:cNvPr>
              <p:cNvSpPr/>
              <p:nvPr/>
            </p:nvSpPr>
            <p:spPr>
              <a:xfrm>
                <a:off x="4235587" y="629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6" name="Oval 5575">
                <a:extLst>
                  <a:ext uri="{FF2B5EF4-FFF2-40B4-BE49-F238E27FC236}">
                    <a16:creationId xmlns:a16="http://schemas.microsoft.com/office/drawing/2014/main" id="{97B0C6D8-91A5-F226-8E53-9B7E80353311}"/>
                  </a:ext>
                </a:extLst>
              </p:cNvPr>
              <p:cNvSpPr/>
              <p:nvPr/>
            </p:nvSpPr>
            <p:spPr>
              <a:xfrm>
                <a:off x="4314552" y="60870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7" name="Oval 5576">
                <a:extLst>
                  <a:ext uri="{FF2B5EF4-FFF2-40B4-BE49-F238E27FC236}">
                    <a16:creationId xmlns:a16="http://schemas.microsoft.com/office/drawing/2014/main" id="{DFD70CC1-CFE3-6ED5-9EE8-8347232677AA}"/>
                  </a:ext>
                </a:extLst>
              </p:cNvPr>
              <p:cNvSpPr/>
              <p:nvPr/>
            </p:nvSpPr>
            <p:spPr>
              <a:xfrm>
                <a:off x="4330007" y="6339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8" name="Oval 5577">
                <a:extLst>
                  <a:ext uri="{FF2B5EF4-FFF2-40B4-BE49-F238E27FC236}">
                    <a16:creationId xmlns:a16="http://schemas.microsoft.com/office/drawing/2014/main" id="{7C7EB51F-3436-A61C-8140-25FF8337538D}"/>
                  </a:ext>
                </a:extLst>
              </p:cNvPr>
              <p:cNvSpPr/>
              <p:nvPr/>
            </p:nvSpPr>
            <p:spPr>
              <a:xfrm>
                <a:off x="4219203" y="603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79" name="Oval 5578">
                <a:extLst>
                  <a:ext uri="{FF2B5EF4-FFF2-40B4-BE49-F238E27FC236}">
                    <a16:creationId xmlns:a16="http://schemas.microsoft.com/office/drawing/2014/main" id="{9F6BCCF8-1830-7D94-9BD3-BD1C05F346A6}"/>
                  </a:ext>
                </a:extLst>
              </p:cNvPr>
              <p:cNvSpPr/>
              <p:nvPr/>
            </p:nvSpPr>
            <p:spPr>
              <a:xfrm>
                <a:off x="4223256" y="6341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0" name="Oval 5579">
                <a:extLst>
                  <a:ext uri="{FF2B5EF4-FFF2-40B4-BE49-F238E27FC236}">
                    <a16:creationId xmlns:a16="http://schemas.microsoft.com/office/drawing/2014/main" id="{B476F544-0B1C-D7B4-CA19-024DE314CFF4}"/>
                  </a:ext>
                </a:extLst>
              </p:cNvPr>
              <p:cNvSpPr/>
              <p:nvPr/>
            </p:nvSpPr>
            <p:spPr>
              <a:xfrm>
                <a:off x="4289722" y="62942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1" name="Oval 5580">
                <a:extLst>
                  <a:ext uri="{FF2B5EF4-FFF2-40B4-BE49-F238E27FC236}">
                    <a16:creationId xmlns:a16="http://schemas.microsoft.com/office/drawing/2014/main" id="{4A957EF3-9753-B020-FFDE-B24B4806F23B}"/>
                  </a:ext>
                </a:extLst>
              </p:cNvPr>
              <p:cNvSpPr/>
              <p:nvPr/>
            </p:nvSpPr>
            <p:spPr>
              <a:xfrm>
                <a:off x="4166925" y="6130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2" name="Oval 5581">
                <a:extLst>
                  <a:ext uri="{FF2B5EF4-FFF2-40B4-BE49-F238E27FC236}">
                    <a16:creationId xmlns:a16="http://schemas.microsoft.com/office/drawing/2014/main" id="{B07B63CF-0B9D-024B-6FE1-61522E90A7E0}"/>
                  </a:ext>
                </a:extLst>
              </p:cNvPr>
              <p:cNvSpPr/>
              <p:nvPr/>
            </p:nvSpPr>
            <p:spPr>
              <a:xfrm>
                <a:off x="4418770" y="6242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3" name="Oval 5582">
                <a:extLst>
                  <a:ext uri="{FF2B5EF4-FFF2-40B4-BE49-F238E27FC236}">
                    <a16:creationId xmlns:a16="http://schemas.microsoft.com/office/drawing/2014/main" id="{3C6F4CF6-0CC6-0D5D-804B-711D6F001D0D}"/>
                  </a:ext>
                </a:extLst>
              </p:cNvPr>
              <p:cNvSpPr/>
              <p:nvPr/>
            </p:nvSpPr>
            <p:spPr>
              <a:xfrm>
                <a:off x="4909875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4" name="Oval 5583">
                <a:extLst>
                  <a:ext uri="{FF2B5EF4-FFF2-40B4-BE49-F238E27FC236}">
                    <a16:creationId xmlns:a16="http://schemas.microsoft.com/office/drawing/2014/main" id="{09C34EBB-2BC9-CFA0-0060-99D2A7D3E147}"/>
                  </a:ext>
                </a:extLst>
              </p:cNvPr>
              <p:cNvSpPr/>
              <p:nvPr/>
            </p:nvSpPr>
            <p:spPr>
              <a:xfrm>
                <a:off x="4375951" y="62260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5" name="Oval 5584">
                <a:extLst>
                  <a:ext uri="{FF2B5EF4-FFF2-40B4-BE49-F238E27FC236}">
                    <a16:creationId xmlns:a16="http://schemas.microsoft.com/office/drawing/2014/main" id="{0477E962-E05B-D709-422D-1E3E861209EB}"/>
                  </a:ext>
                </a:extLst>
              </p:cNvPr>
              <p:cNvSpPr/>
              <p:nvPr/>
            </p:nvSpPr>
            <p:spPr>
              <a:xfrm>
                <a:off x="4283473" y="6360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6" name="Oval 5585">
                <a:extLst>
                  <a:ext uri="{FF2B5EF4-FFF2-40B4-BE49-F238E27FC236}">
                    <a16:creationId xmlns:a16="http://schemas.microsoft.com/office/drawing/2014/main" id="{D5A8CCB2-D65B-A79E-09E9-E94DA1A397F3}"/>
                  </a:ext>
                </a:extLst>
              </p:cNvPr>
              <p:cNvSpPr/>
              <p:nvPr/>
            </p:nvSpPr>
            <p:spPr>
              <a:xfrm>
                <a:off x="4926766" y="61177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7" name="Oval 5586">
                <a:extLst>
                  <a:ext uri="{FF2B5EF4-FFF2-40B4-BE49-F238E27FC236}">
                    <a16:creationId xmlns:a16="http://schemas.microsoft.com/office/drawing/2014/main" id="{C5F9DEAF-4DD8-E2B7-D872-19C0C1D536C4}"/>
                  </a:ext>
                </a:extLst>
              </p:cNvPr>
              <p:cNvSpPr/>
              <p:nvPr/>
            </p:nvSpPr>
            <p:spPr>
              <a:xfrm>
                <a:off x="4379498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8" name="Oval 5587">
                <a:extLst>
                  <a:ext uri="{FF2B5EF4-FFF2-40B4-BE49-F238E27FC236}">
                    <a16:creationId xmlns:a16="http://schemas.microsoft.com/office/drawing/2014/main" id="{7155640C-F52F-33DA-33E8-C430193AADFF}"/>
                  </a:ext>
                </a:extLst>
              </p:cNvPr>
              <p:cNvSpPr/>
              <p:nvPr/>
            </p:nvSpPr>
            <p:spPr>
              <a:xfrm>
                <a:off x="4901683" y="55046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89" name="Oval 5588">
                <a:extLst>
                  <a:ext uri="{FF2B5EF4-FFF2-40B4-BE49-F238E27FC236}">
                    <a16:creationId xmlns:a16="http://schemas.microsoft.com/office/drawing/2014/main" id="{1AC50FFE-AC5F-9C59-C510-82F5C8E94A87}"/>
                  </a:ext>
                </a:extLst>
              </p:cNvPr>
              <p:cNvSpPr/>
              <p:nvPr/>
            </p:nvSpPr>
            <p:spPr>
              <a:xfrm>
                <a:off x="4156199" y="6143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0" name="Oval 5589">
                <a:extLst>
                  <a:ext uri="{FF2B5EF4-FFF2-40B4-BE49-F238E27FC236}">
                    <a16:creationId xmlns:a16="http://schemas.microsoft.com/office/drawing/2014/main" id="{3A32CF40-B81F-8121-CD29-09D14CA5DCFD}"/>
                  </a:ext>
                </a:extLst>
              </p:cNvPr>
              <p:cNvSpPr/>
              <p:nvPr/>
            </p:nvSpPr>
            <p:spPr>
              <a:xfrm>
                <a:off x="4388450" y="63023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1" name="Oval 5590">
                <a:extLst>
                  <a:ext uri="{FF2B5EF4-FFF2-40B4-BE49-F238E27FC236}">
                    <a16:creationId xmlns:a16="http://schemas.microsoft.com/office/drawing/2014/main" id="{4235F1F2-51E3-2DA0-2ABA-2EF17B6DDE43}"/>
                  </a:ext>
                </a:extLst>
              </p:cNvPr>
              <p:cNvSpPr/>
              <p:nvPr/>
            </p:nvSpPr>
            <p:spPr>
              <a:xfrm>
                <a:off x="4231448" y="6385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2" name="Oval 5591">
                <a:extLst>
                  <a:ext uri="{FF2B5EF4-FFF2-40B4-BE49-F238E27FC236}">
                    <a16:creationId xmlns:a16="http://schemas.microsoft.com/office/drawing/2014/main" id="{BE7B75D3-FFEA-8412-E3AF-6E659F343CA7}"/>
                  </a:ext>
                </a:extLst>
              </p:cNvPr>
              <p:cNvSpPr/>
              <p:nvPr/>
            </p:nvSpPr>
            <p:spPr>
              <a:xfrm>
                <a:off x="4943066" y="55008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3" name="Oval 5592">
                <a:extLst>
                  <a:ext uri="{FF2B5EF4-FFF2-40B4-BE49-F238E27FC236}">
                    <a16:creationId xmlns:a16="http://schemas.microsoft.com/office/drawing/2014/main" id="{987B39D0-E07B-D048-CFB3-620661F9AC9D}"/>
                  </a:ext>
                </a:extLst>
              </p:cNvPr>
              <p:cNvSpPr/>
              <p:nvPr/>
            </p:nvSpPr>
            <p:spPr>
              <a:xfrm>
                <a:off x="4377218" y="59430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4" name="Oval 5593">
                <a:extLst>
                  <a:ext uri="{FF2B5EF4-FFF2-40B4-BE49-F238E27FC236}">
                    <a16:creationId xmlns:a16="http://schemas.microsoft.com/office/drawing/2014/main" id="{FD9F9CA5-716D-9CB1-26B0-DBF48B24956A}"/>
                  </a:ext>
                </a:extLst>
              </p:cNvPr>
              <p:cNvSpPr/>
              <p:nvPr/>
            </p:nvSpPr>
            <p:spPr>
              <a:xfrm>
                <a:off x="4260585" y="60881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5" name="Oval 5594">
                <a:extLst>
                  <a:ext uri="{FF2B5EF4-FFF2-40B4-BE49-F238E27FC236}">
                    <a16:creationId xmlns:a16="http://schemas.microsoft.com/office/drawing/2014/main" id="{7B61A399-6C20-5820-9978-4293CE8EBA77}"/>
                  </a:ext>
                </a:extLst>
              </p:cNvPr>
              <p:cNvSpPr/>
              <p:nvPr/>
            </p:nvSpPr>
            <p:spPr>
              <a:xfrm>
                <a:off x="4039482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6" name="Oval 5595">
                <a:extLst>
                  <a:ext uri="{FF2B5EF4-FFF2-40B4-BE49-F238E27FC236}">
                    <a16:creationId xmlns:a16="http://schemas.microsoft.com/office/drawing/2014/main" id="{47E4EB46-A2E3-7AA9-467F-EE236D2C8AFD}"/>
                  </a:ext>
                </a:extLst>
              </p:cNvPr>
              <p:cNvSpPr/>
              <p:nvPr/>
            </p:nvSpPr>
            <p:spPr>
              <a:xfrm>
                <a:off x="4244708" y="611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7" name="Oval 5596">
                <a:extLst>
                  <a:ext uri="{FF2B5EF4-FFF2-40B4-BE49-F238E27FC236}">
                    <a16:creationId xmlns:a16="http://schemas.microsoft.com/office/drawing/2014/main" id="{A296509A-623F-3C17-991A-D1609C7FAE46}"/>
                  </a:ext>
                </a:extLst>
              </p:cNvPr>
              <p:cNvSpPr/>
              <p:nvPr/>
            </p:nvSpPr>
            <p:spPr>
              <a:xfrm>
                <a:off x="4878627" y="5532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8" name="Oval 5597">
                <a:extLst>
                  <a:ext uri="{FF2B5EF4-FFF2-40B4-BE49-F238E27FC236}">
                    <a16:creationId xmlns:a16="http://schemas.microsoft.com/office/drawing/2014/main" id="{A7A29D1B-3494-7618-C894-85149434C4E8}"/>
                  </a:ext>
                </a:extLst>
              </p:cNvPr>
              <p:cNvSpPr/>
              <p:nvPr/>
            </p:nvSpPr>
            <p:spPr>
              <a:xfrm>
                <a:off x="4037033" y="59876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99" name="Oval 5598">
                <a:extLst>
                  <a:ext uri="{FF2B5EF4-FFF2-40B4-BE49-F238E27FC236}">
                    <a16:creationId xmlns:a16="http://schemas.microsoft.com/office/drawing/2014/main" id="{7BAFC7A3-15BE-710B-FD53-E008117FABF1}"/>
                  </a:ext>
                </a:extLst>
              </p:cNvPr>
              <p:cNvSpPr/>
              <p:nvPr/>
            </p:nvSpPr>
            <p:spPr>
              <a:xfrm>
                <a:off x="4160675" y="61707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0" name="Oval 5599">
                <a:extLst>
                  <a:ext uri="{FF2B5EF4-FFF2-40B4-BE49-F238E27FC236}">
                    <a16:creationId xmlns:a16="http://schemas.microsoft.com/office/drawing/2014/main" id="{E0CD334F-1526-8BD9-D378-3F525D609DEE}"/>
                  </a:ext>
                </a:extLst>
              </p:cNvPr>
              <p:cNvSpPr/>
              <p:nvPr/>
            </p:nvSpPr>
            <p:spPr>
              <a:xfrm>
                <a:off x="4877867" y="5519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1" name="Oval 5600">
                <a:extLst>
                  <a:ext uri="{FF2B5EF4-FFF2-40B4-BE49-F238E27FC236}">
                    <a16:creationId xmlns:a16="http://schemas.microsoft.com/office/drawing/2014/main" id="{9FFF2D99-61AB-9440-2966-CA049F251B5E}"/>
                  </a:ext>
                </a:extLst>
              </p:cNvPr>
              <p:cNvSpPr/>
              <p:nvPr/>
            </p:nvSpPr>
            <p:spPr>
              <a:xfrm>
                <a:off x="4017524" y="5971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2" name="Oval 5601">
                <a:extLst>
                  <a:ext uri="{FF2B5EF4-FFF2-40B4-BE49-F238E27FC236}">
                    <a16:creationId xmlns:a16="http://schemas.microsoft.com/office/drawing/2014/main" id="{2102F77E-26A1-EFBF-7C66-37C0408CC142}"/>
                  </a:ext>
                </a:extLst>
              </p:cNvPr>
              <p:cNvSpPr/>
              <p:nvPr/>
            </p:nvSpPr>
            <p:spPr>
              <a:xfrm>
                <a:off x="4947205" y="542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3" name="Oval 5602">
                <a:extLst>
                  <a:ext uri="{FF2B5EF4-FFF2-40B4-BE49-F238E27FC236}">
                    <a16:creationId xmlns:a16="http://schemas.microsoft.com/office/drawing/2014/main" id="{76903B16-5099-63F9-FAF3-D9E668FBF547}"/>
                  </a:ext>
                </a:extLst>
              </p:cNvPr>
              <p:cNvSpPr/>
              <p:nvPr/>
            </p:nvSpPr>
            <p:spPr>
              <a:xfrm>
                <a:off x="4626022" y="5771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4" name="Oval 5603">
                <a:extLst>
                  <a:ext uri="{FF2B5EF4-FFF2-40B4-BE49-F238E27FC236}">
                    <a16:creationId xmlns:a16="http://schemas.microsoft.com/office/drawing/2014/main" id="{35A7996E-9D30-A336-13FF-4ACF82BC8E8F}"/>
                  </a:ext>
                </a:extLst>
              </p:cNvPr>
              <p:cNvSpPr/>
              <p:nvPr/>
            </p:nvSpPr>
            <p:spPr>
              <a:xfrm>
                <a:off x="4595281" y="6396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5" name="Oval 5604">
                <a:extLst>
                  <a:ext uri="{FF2B5EF4-FFF2-40B4-BE49-F238E27FC236}">
                    <a16:creationId xmlns:a16="http://schemas.microsoft.com/office/drawing/2014/main" id="{E73EB8F9-C2DD-37F8-5152-50066F0F4BAB}"/>
                  </a:ext>
                </a:extLst>
              </p:cNvPr>
              <p:cNvSpPr/>
              <p:nvPr/>
            </p:nvSpPr>
            <p:spPr>
              <a:xfrm>
                <a:off x="4352810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6" name="Oval 5605">
                <a:extLst>
                  <a:ext uri="{FF2B5EF4-FFF2-40B4-BE49-F238E27FC236}">
                    <a16:creationId xmlns:a16="http://schemas.microsoft.com/office/drawing/2014/main" id="{67092911-417A-9415-B513-339FADEAE972}"/>
                  </a:ext>
                </a:extLst>
              </p:cNvPr>
              <p:cNvSpPr/>
              <p:nvPr/>
            </p:nvSpPr>
            <p:spPr>
              <a:xfrm>
                <a:off x="4904301" y="5694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7" name="Oval 5606">
                <a:extLst>
                  <a:ext uri="{FF2B5EF4-FFF2-40B4-BE49-F238E27FC236}">
                    <a16:creationId xmlns:a16="http://schemas.microsoft.com/office/drawing/2014/main" id="{36244EA6-BB95-CB6C-5C77-98C2CD53DF25}"/>
                  </a:ext>
                </a:extLst>
              </p:cNvPr>
              <p:cNvSpPr/>
              <p:nvPr/>
            </p:nvSpPr>
            <p:spPr>
              <a:xfrm>
                <a:off x="4295719" y="6128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8" name="Oval 5607">
                <a:extLst>
                  <a:ext uri="{FF2B5EF4-FFF2-40B4-BE49-F238E27FC236}">
                    <a16:creationId xmlns:a16="http://schemas.microsoft.com/office/drawing/2014/main" id="{A0267A87-AE58-7899-3D04-19246F4C94A0}"/>
                  </a:ext>
                </a:extLst>
              </p:cNvPr>
              <p:cNvSpPr/>
              <p:nvPr/>
            </p:nvSpPr>
            <p:spPr>
              <a:xfrm>
                <a:off x="4108313" y="61908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09" name="Oval 5608">
                <a:extLst>
                  <a:ext uri="{FF2B5EF4-FFF2-40B4-BE49-F238E27FC236}">
                    <a16:creationId xmlns:a16="http://schemas.microsoft.com/office/drawing/2014/main" id="{1EE89C9A-D850-E180-2DAF-7159AE8A172D}"/>
                  </a:ext>
                </a:extLst>
              </p:cNvPr>
              <p:cNvSpPr/>
              <p:nvPr/>
            </p:nvSpPr>
            <p:spPr>
              <a:xfrm>
                <a:off x="4433296" y="5812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0" name="Oval 5609">
                <a:extLst>
                  <a:ext uri="{FF2B5EF4-FFF2-40B4-BE49-F238E27FC236}">
                    <a16:creationId xmlns:a16="http://schemas.microsoft.com/office/drawing/2014/main" id="{4B14F3E3-FFC2-D725-25D3-C5CBE03328F2}"/>
                  </a:ext>
                </a:extLst>
              </p:cNvPr>
              <p:cNvSpPr/>
              <p:nvPr/>
            </p:nvSpPr>
            <p:spPr>
              <a:xfrm>
                <a:off x="4901092" y="5493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1" name="Oval 5610">
                <a:extLst>
                  <a:ext uri="{FF2B5EF4-FFF2-40B4-BE49-F238E27FC236}">
                    <a16:creationId xmlns:a16="http://schemas.microsoft.com/office/drawing/2014/main" id="{642ABA7B-1EBA-D0C3-F43B-F0DD5D8C9B17}"/>
                  </a:ext>
                </a:extLst>
              </p:cNvPr>
              <p:cNvSpPr/>
              <p:nvPr/>
            </p:nvSpPr>
            <p:spPr>
              <a:xfrm>
                <a:off x="4127231" y="61627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2" name="Oval 5611">
                <a:extLst>
                  <a:ext uri="{FF2B5EF4-FFF2-40B4-BE49-F238E27FC236}">
                    <a16:creationId xmlns:a16="http://schemas.microsoft.com/office/drawing/2014/main" id="{F7A76125-E1E2-AA5A-A332-80CE76E04197}"/>
                  </a:ext>
                </a:extLst>
              </p:cNvPr>
              <p:cNvSpPr/>
              <p:nvPr/>
            </p:nvSpPr>
            <p:spPr>
              <a:xfrm>
                <a:off x="4236769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3" name="Oval 5612">
                <a:extLst>
                  <a:ext uri="{FF2B5EF4-FFF2-40B4-BE49-F238E27FC236}">
                    <a16:creationId xmlns:a16="http://schemas.microsoft.com/office/drawing/2014/main" id="{6BA0E5B1-DC24-EC48-724F-E5898CA54E60}"/>
                  </a:ext>
                </a:extLst>
              </p:cNvPr>
              <p:cNvSpPr/>
              <p:nvPr/>
            </p:nvSpPr>
            <p:spPr>
              <a:xfrm>
                <a:off x="4605162" y="63993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4" name="Oval 5613">
                <a:extLst>
                  <a:ext uri="{FF2B5EF4-FFF2-40B4-BE49-F238E27FC236}">
                    <a16:creationId xmlns:a16="http://schemas.microsoft.com/office/drawing/2014/main" id="{DB273819-EE94-36FF-AEC5-051137762406}"/>
                  </a:ext>
                </a:extLst>
              </p:cNvPr>
              <p:cNvSpPr/>
              <p:nvPr/>
            </p:nvSpPr>
            <p:spPr>
              <a:xfrm>
                <a:off x="4262697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5" name="Oval 5614">
                <a:extLst>
                  <a:ext uri="{FF2B5EF4-FFF2-40B4-BE49-F238E27FC236}">
                    <a16:creationId xmlns:a16="http://schemas.microsoft.com/office/drawing/2014/main" id="{4C9F684D-4A90-818F-68E6-ED7BDC7E40A4}"/>
                  </a:ext>
                </a:extLst>
              </p:cNvPr>
              <p:cNvSpPr/>
              <p:nvPr/>
            </p:nvSpPr>
            <p:spPr>
              <a:xfrm>
                <a:off x="4145980" y="619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6" name="Oval 5615">
                <a:extLst>
                  <a:ext uri="{FF2B5EF4-FFF2-40B4-BE49-F238E27FC236}">
                    <a16:creationId xmlns:a16="http://schemas.microsoft.com/office/drawing/2014/main" id="{3A41AA72-248E-BDC3-888B-9D68CB817728}"/>
                  </a:ext>
                </a:extLst>
              </p:cNvPr>
              <p:cNvSpPr/>
              <p:nvPr/>
            </p:nvSpPr>
            <p:spPr>
              <a:xfrm>
                <a:off x="4606513" y="5910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7" name="Oval 5616">
                <a:extLst>
                  <a:ext uri="{FF2B5EF4-FFF2-40B4-BE49-F238E27FC236}">
                    <a16:creationId xmlns:a16="http://schemas.microsoft.com/office/drawing/2014/main" id="{B667D40F-6235-5C10-E1AF-613ABBA08C0A}"/>
                  </a:ext>
                </a:extLst>
              </p:cNvPr>
              <p:cNvSpPr/>
              <p:nvPr/>
            </p:nvSpPr>
            <p:spPr>
              <a:xfrm>
                <a:off x="4042945" y="59824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8" name="Oval 5617">
                <a:extLst>
                  <a:ext uri="{FF2B5EF4-FFF2-40B4-BE49-F238E27FC236}">
                    <a16:creationId xmlns:a16="http://schemas.microsoft.com/office/drawing/2014/main" id="{AD58DD2D-8EA1-E31C-0581-643787F60AD5}"/>
                  </a:ext>
                </a:extLst>
              </p:cNvPr>
              <p:cNvSpPr/>
              <p:nvPr/>
            </p:nvSpPr>
            <p:spPr>
              <a:xfrm>
                <a:off x="4344703" y="633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19" name="Oval 5618">
                <a:extLst>
                  <a:ext uri="{FF2B5EF4-FFF2-40B4-BE49-F238E27FC236}">
                    <a16:creationId xmlns:a16="http://schemas.microsoft.com/office/drawing/2014/main" id="{F05F9C05-BB75-1292-2BFA-540B6E2059D0}"/>
                  </a:ext>
                </a:extLst>
              </p:cNvPr>
              <p:cNvSpPr/>
              <p:nvPr/>
            </p:nvSpPr>
            <p:spPr>
              <a:xfrm>
                <a:off x="4400950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0" name="Oval 5619">
                <a:extLst>
                  <a:ext uri="{FF2B5EF4-FFF2-40B4-BE49-F238E27FC236}">
                    <a16:creationId xmlns:a16="http://schemas.microsoft.com/office/drawing/2014/main" id="{F0834C68-E494-75DB-BDA8-A8F4985343DF}"/>
                  </a:ext>
                </a:extLst>
              </p:cNvPr>
              <p:cNvSpPr/>
              <p:nvPr/>
            </p:nvSpPr>
            <p:spPr>
              <a:xfrm>
                <a:off x="4472652" y="60660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1" name="Oval 5620">
                <a:extLst>
                  <a:ext uri="{FF2B5EF4-FFF2-40B4-BE49-F238E27FC236}">
                    <a16:creationId xmlns:a16="http://schemas.microsoft.com/office/drawing/2014/main" id="{87236423-94C7-B25E-98B3-ADF1ED0E6CA6}"/>
                  </a:ext>
                </a:extLst>
              </p:cNvPr>
              <p:cNvSpPr/>
              <p:nvPr/>
            </p:nvSpPr>
            <p:spPr>
              <a:xfrm>
                <a:off x="4907933" y="552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2" name="Oval 5621">
                <a:extLst>
                  <a:ext uri="{FF2B5EF4-FFF2-40B4-BE49-F238E27FC236}">
                    <a16:creationId xmlns:a16="http://schemas.microsoft.com/office/drawing/2014/main" id="{DC0B00AE-2FB7-09B4-EF7B-59BC8BFB2B38}"/>
                  </a:ext>
                </a:extLst>
              </p:cNvPr>
              <p:cNvSpPr/>
              <p:nvPr/>
            </p:nvSpPr>
            <p:spPr>
              <a:xfrm>
                <a:off x="4113718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3" name="Oval 5622">
                <a:extLst>
                  <a:ext uri="{FF2B5EF4-FFF2-40B4-BE49-F238E27FC236}">
                    <a16:creationId xmlns:a16="http://schemas.microsoft.com/office/drawing/2014/main" id="{7EBF66AB-7D19-8DCB-8339-A696EEF5D963}"/>
                  </a:ext>
                </a:extLst>
              </p:cNvPr>
              <p:cNvSpPr/>
              <p:nvPr/>
            </p:nvSpPr>
            <p:spPr>
              <a:xfrm>
                <a:off x="4940955" y="5486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4" name="Oval 5623">
                <a:extLst>
                  <a:ext uri="{FF2B5EF4-FFF2-40B4-BE49-F238E27FC236}">
                    <a16:creationId xmlns:a16="http://schemas.microsoft.com/office/drawing/2014/main" id="{65B5422B-C854-D2D2-3B8E-8E5B390FB6FF}"/>
                  </a:ext>
                </a:extLst>
              </p:cNvPr>
              <p:cNvSpPr/>
              <p:nvPr/>
            </p:nvSpPr>
            <p:spPr>
              <a:xfrm>
                <a:off x="4916632" y="55163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5" name="Oval 5624">
                <a:extLst>
                  <a:ext uri="{FF2B5EF4-FFF2-40B4-BE49-F238E27FC236}">
                    <a16:creationId xmlns:a16="http://schemas.microsoft.com/office/drawing/2014/main" id="{433A9D2F-D01E-A659-D21D-91CC63A8CAC8}"/>
                  </a:ext>
                </a:extLst>
              </p:cNvPr>
              <p:cNvSpPr/>
              <p:nvPr/>
            </p:nvSpPr>
            <p:spPr>
              <a:xfrm>
                <a:off x="4319282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6" name="Oval 5625">
                <a:extLst>
                  <a:ext uri="{FF2B5EF4-FFF2-40B4-BE49-F238E27FC236}">
                    <a16:creationId xmlns:a16="http://schemas.microsoft.com/office/drawing/2014/main" id="{15EAC188-8DD5-AA3A-4E99-FC79AE5E7E34}"/>
                  </a:ext>
                </a:extLst>
              </p:cNvPr>
              <p:cNvSpPr/>
              <p:nvPr/>
            </p:nvSpPr>
            <p:spPr>
              <a:xfrm>
                <a:off x="4248424" y="638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7" name="Oval 5626">
                <a:extLst>
                  <a:ext uri="{FF2B5EF4-FFF2-40B4-BE49-F238E27FC236}">
                    <a16:creationId xmlns:a16="http://schemas.microsoft.com/office/drawing/2014/main" id="{AAA5D5C3-E282-A874-5F49-0E32CD4B6226}"/>
                  </a:ext>
                </a:extLst>
              </p:cNvPr>
              <p:cNvSpPr/>
              <p:nvPr/>
            </p:nvSpPr>
            <p:spPr>
              <a:xfrm>
                <a:off x="4245806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8" name="Oval 5627">
                <a:extLst>
                  <a:ext uri="{FF2B5EF4-FFF2-40B4-BE49-F238E27FC236}">
                    <a16:creationId xmlns:a16="http://schemas.microsoft.com/office/drawing/2014/main" id="{E5BBB21C-B459-9D73-6F61-8B3C0BA08666}"/>
                  </a:ext>
                </a:extLst>
              </p:cNvPr>
              <p:cNvSpPr/>
              <p:nvPr/>
            </p:nvSpPr>
            <p:spPr>
              <a:xfrm>
                <a:off x="4919166" y="5598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29" name="Oval 5628">
                <a:extLst>
                  <a:ext uri="{FF2B5EF4-FFF2-40B4-BE49-F238E27FC236}">
                    <a16:creationId xmlns:a16="http://schemas.microsoft.com/office/drawing/2014/main" id="{C3449DEE-33E5-F4AF-2A6B-87D643B5250F}"/>
                  </a:ext>
                </a:extLst>
              </p:cNvPr>
              <p:cNvSpPr/>
              <p:nvPr/>
            </p:nvSpPr>
            <p:spPr>
              <a:xfrm>
                <a:off x="4235165" y="6043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0" name="Oval 5629">
                <a:extLst>
                  <a:ext uri="{FF2B5EF4-FFF2-40B4-BE49-F238E27FC236}">
                    <a16:creationId xmlns:a16="http://schemas.microsoft.com/office/drawing/2014/main" id="{FC07F648-6720-FD57-64D2-3DD23DA20489}"/>
                  </a:ext>
                </a:extLst>
              </p:cNvPr>
              <p:cNvSpPr/>
              <p:nvPr/>
            </p:nvSpPr>
            <p:spPr>
              <a:xfrm>
                <a:off x="4940786" y="54967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1" name="Oval 5630">
                <a:extLst>
                  <a:ext uri="{FF2B5EF4-FFF2-40B4-BE49-F238E27FC236}">
                    <a16:creationId xmlns:a16="http://schemas.microsoft.com/office/drawing/2014/main" id="{E13D27FB-612C-D772-F5B2-D97125960D89}"/>
                  </a:ext>
                </a:extLst>
              </p:cNvPr>
              <p:cNvSpPr/>
              <p:nvPr/>
            </p:nvSpPr>
            <p:spPr>
              <a:xfrm>
                <a:off x="4018622" y="599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2" name="Oval 5631">
                <a:extLst>
                  <a:ext uri="{FF2B5EF4-FFF2-40B4-BE49-F238E27FC236}">
                    <a16:creationId xmlns:a16="http://schemas.microsoft.com/office/drawing/2014/main" id="{34623E6F-8A55-2374-6478-F4374EF5D984}"/>
                  </a:ext>
                </a:extLst>
              </p:cNvPr>
              <p:cNvSpPr/>
              <p:nvPr/>
            </p:nvSpPr>
            <p:spPr>
              <a:xfrm>
                <a:off x="4454832" y="6309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3" name="Oval 5632">
                <a:extLst>
                  <a:ext uri="{FF2B5EF4-FFF2-40B4-BE49-F238E27FC236}">
                    <a16:creationId xmlns:a16="http://schemas.microsoft.com/office/drawing/2014/main" id="{088C29B1-AEB5-B754-386A-B3F25D5A2F90}"/>
                  </a:ext>
                </a:extLst>
              </p:cNvPr>
              <p:cNvSpPr/>
              <p:nvPr/>
            </p:nvSpPr>
            <p:spPr>
              <a:xfrm>
                <a:off x="4923135" y="54841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4" name="Oval 5633">
                <a:extLst>
                  <a:ext uri="{FF2B5EF4-FFF2-40B4-BE49-F238E27FC236}">
                    <a16:creationId xmlns:a16="http://schemas.microsoft.com/office/drawing/2014/main" id="{703ACEAD-4EE4-26B6-2EBB-2EB6F67E89A2}"/>
                  </a:ext>
                </a:extLst>
              </p:cNvPr>
              <p:cNvSpPr/>
              <p:nvPr/>
            </p:nvSpPr>
            <p:spPr>
              <a:xfrm>
                <a:off x="4025125" y="594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5" name="Oval 5634">
                <a:extLst>
                  <a:ext uri="{FF2B5EF4-FFF2-40B4-BE49-F238E27FC236}">
                    <a16:creationId xmlns:a16="http://schemas.microsoft.com/office/drawing/2014/main" id="{26220730-0BE4-D94F-0621-3F95E882F72A}"/>
                  </a:ext>
                </a:extLst>
              </p:cNvPr>
              <p:cNvSpPr/>
              <p:nvPr/>
            </p:nvSpPr>
            <p:spPr>
              <a:xfrm>
                <a:off x="4248677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6" name="Oval 5635">
                <a:extLst>
                  <a:ext uri="{FF2B5EF4-FFF2-40B4-BE49-F238E27FC236}">
                    <a16:creationId xmlns:a16="http://schemas.microsoft.com/office/drawing/2014/main" id="{40445BA4-486B-22D2-3980-ADA575D56A24}"/>
                  </a:ext>
                </a:extLst>
              </p:cNvPr>
              <p:cNvSpPr/>
              <p:nvPr/>
            </p:nvSpPr>
            <p:spPr>
              <a:xfrm>
                <a:off x="4476621" y="60843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7" name="Oval 5636">
                <a:extLst>
                  <a:ext uri="{FF2B5EF4-FFF2-40B4-BE49-F238E27FC236}">
                    <a16:creationId xmlns:a16="http://schemas.microsoft.com/office/drawing/2014/main" id="{13E6E689-DC93-6307-4B67-5F617173121C}"/>
                  </a:ext>
                </a:extLst>
              </p:cNvPr>
              <p:cNvSpPr/>
              <p:nvPr/>
            </p:nvSpPr>
            <p:spPr>
              <a:xfrm>
                <a:off x="4419276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8" name="Oval 5637">
                <a:extLst>
                  <a:ext uri="{FF2B5EF4-FFF2-40B4-BE49-F238E27FC236}">
                    <a16:creationId xmlns:a16="http://schemas.microsoft.com/office/drawing/2014/main" id="{F5B4D833-439E-02D4-F6F1-7E312E4D3701}"/>
                  </a:ext>
                </a:extLst>
              </p:cNvPr>
              <p:cNvSpPr/>
              <p:nvPr/>
            </p:nvSpPr>
            <p:spPr>
              <a:xfrm>
                <a:off x="4184660" y="61669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39" name="Oval 5638">
                <a:extLst>
                  <a:ext uri="{FF2B5EF4-FFF2-40B4-BE49-F238E27FC236}">
                    <a16:creationId xmlns:a16="http://schemas.microsoft.com/office/drawing/2014/main" id="{2FA1E5A5-D973-E916-17BD-CA2C33C5AF10}"/>
                  </a:ext>
                </a:extLst>
              </p:cNvPr>
              <p:cNvSpPr/>
              <p:nvPr/>
            </p:nvSpPr>
            <p:spPr>
              <a:xfrm>
                <a:off x="4361847" y="63282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0" name="Oval 5639">
                <a:extLst>
                  <a:ext uri="{FF2B5EF4-FFF2-40B4-BE49-F238E27FC236}">
                    <a16:creationId xmlns:a16="http://schemas.microsoft.com/office/drawing/2014/main" id="{57B74C72-0A98-A686-82A6-59C765CFA955}"/>
                  </a:ext>
                </a:extLst>
              </p:cNvPr>
              <p:cNvSpPr/>
              <p:nvPr/>
            </p:nvSpPr>
            <p:spPr>
              <a:xfrm>
                <a:off x="4552969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1" name="Oval 5640">
                <a:extLst>
                  <a:ext uri="{FF2B5EF4-FFF2-40B4-BE49-F238E27FC236}">
                    <a16:creationId xmlns:a16="http://schemas.microsoft.com/office/drawing/2014/main" id="{04CF21A4-6885-7F77-EEEA-C04C16EE3DBC}"/>
                  </a:ext>
                </a:extLst>
              </p:cNvPr>
              <p:cNvSpPr/>
              <p:nvPr/>
            </p:nvSpPr>
            <p:spPr>
              <a:xfrm>
                <a:off x="4911058" y="5512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2" name="Oval 5641">
                <a:extLst>
                  <a:ext uri="{FF2B5EF4-FFF2-40B4-BE49-F238E27FC236}">
                    <a16:creationId xmlns:a16="http://schemas.microsoft.com/office/drawing/2014/main" id="{571E1CE6-EB05-7D0F-62B0-9DA5E826BAA9}"/>
                  </a:ext>
                </a:extLst>
              </p:cNvPr>
              <p:cNvSpPr/>
              <p:nvPr/>
            </p:nvSpPr>
            <p:spPr>
              <a:xfrm>
                <a:off x="4290398" y="6380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3" name="Oval 5642">
                <a:extLst>
                  <a:ext uri="{FF2B5EF4-FFF2-40B4-BE49-F238E27FC236}">
                    <a16:creationId xmlns:a16="http://schemas.microsoft.com/office/drawing/2014/main" id="{8CAF822F-7880-0708-4307-DE88D3DBC2F2}"/>
                  </a:ext>
                </a:extLst>
              </p:cNvPr>
              <p:cNvSpPr/>
              <p:nvPr/>
            </p:nvSpPr>
            <p:spPr>
              <a:xfrm>
                <a:off x="4235756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4" name="Oval 5643">
                <a:extLst>
                  <a:ext uri="{FF2B5EF4-FFF2-40B4-BE49-F238E27FC236}">
                    <a16:creationId xmlns:a16="http://schemas.microsoft.com/office/drawing/2014/main" id="{430541E0-934B-EC01-C2C4-4E25669059E2}"/>
                  </a:ext>
                </a:extLst>
              </p:cNvPr>
              <p:cNvSpPr/>
              <p:nvPr/>
            </p:nvSpPr>
            <p:spPr>
              <a:xfrm>
                <a:off x="4429664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5" name="Oval 5644">
                <a:extLst>
                  <a:ext uri="{FF2B5EF4-FFF2-40B4-BE49-F238E27FC236}">
                    <a16:creationId xmlns:a16="http://schemas.microsoft.com/office/drawing/2014/main" id="{9642D620-064F-EF6B-3CBB-F1839CF08501}"/>
                  </a:ext>
                </a:extLst>
              </p:cNvPr>
              <p:cNvSpPr/>
              <p:nvPr/>
            </p:nvSpPr>
            <p:spPr>
              <a:xfrm>
                <a:off x="4845859" y="5638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6" name="Oval 5645">
                <a:extLst>
                  <a:ext uri="{FF2B5EF4-FFF2-40B4-BE49-F238E27FC236}">
                    <a16:creationId xmlns:a16="http://schemas.microsoft.com/office/drawing/2014/main" id="{A6B7C133-DFEB-ABEA-6152-B5C4F011DEBD}"/>
                  </a:ext>
                </a:extLst>
              </p:cNvPr>
              <p:cNvSpPr/>
              <p:nvPr/>
            </p:nvSpPr>
            <p:spPr>
              <a:xfrm>
                <a:off x="4222750" y="62827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7" name="Oval 5646">
                <a:extLst>
                  <a:ext uri="{FF2B5EF4-FFF2-40B4-BE49-F238E27FC236}">
                    <a16:creationId xmlns:a16="http://schemas.microsoft.com/office/drawing/2014/main" id="{B2DD79B5-C0EB-CA94-D14B-E51671560733}"/>
                  </a:ext>
                </a:extLst>
              </p:cNvPr>
              <p:cNvSpPr/>
              <p:nvPr/>
            </p:nvSpPr>
            <p:spPr>
              <a:xfrm>
                <a:off x="4315650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8" name="Oval 5647">
                <a:extLst>
                  <a:ext uri="{FF2B5EF4-FFF2-40B4-BE49-F238E27FC236}">
                    <a16:creationId xmlns:a16="http://schemas.microsoft.com/office/drawing/2014/main" id="{23A6197E-6F0F-3DC3-6AE8-369F7D0CEED0}"/>
                  </a:ext>
                </a:extLst>
              </p:cNvPr>
              <p:cNvSpPr/>
              <p:nvPr/>
            </p:nvSpPr>
            <p:spPr>
              <a:xfrm>
                <a:off x="4840031" y="5553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49" name="Oval 5648">
                <a:extLst>
                  <a:ext uri="{FF2B5EF4-FFF2-40B4-BE49-F238E27FC236}">
                    <a16:creationId xmlns:a16="http://schemas.microsoft.com/office/drawing/2014/main" id="{725414E1-651E-C225-576E-8B0BD433596D}"/>
                  </a:ext>
                </a:extLst>
              </p:cNvPr>
              <p:cNvSpPr/>
              <p:nvPr/>
            </p:nvSpPr>
            <p:spPr>
              <a:xfrm>
                <a:off x="4233138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0" name="Oval 5649">
                <a:extLst>
                  <a:ext uri="{FF2B5EF4-FFF2-40B4-BE49-F238E27FC236}">
                    <a16:creationId xmlns:a16="http://schemas.microsoft.com/office/drawing/2014/main" id="{FE7C329B-AB52-C118-4147-9C7067E0254D}"/>
                  </a:ext>
                </a:extLst>
              </p:cNvPr>
              <p:cNvSpPr/>
              <p:nvPr/>
            </p:nvSpPr>
            <p:spPr>
              <a:xfrm>
                <a:off x="4253153" y="6372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1" name="Oval 5650">
                <a:extLst>
                  <a:ext uri="{FF2B5EF4-FFF2-40B4-BE49-F238E27FC236}">
                    <a16:creationId xmlns:a16="http://schemas.microsoft.com/office/drawing/2014/main" id="{6C3C56B9-9E35-B94F-1981-BF2BB4D70FE1}"/>
                  </a:ext>
                </a:extLst>
              </p:cNvPr>
              <p:cNvSpPr/>
              <p:nvPr/>
            </p:nvSpPr>
            <p:spPr>
              <a:xfrm>
                <a:off x="4305178" y="6351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2" name="Oval 5651">
                <a:extLst>
                  <a:ext uri="{FF2B5EF4-FFF2-40B4-BE49-F238E27FC236}">
                    <a16:creationId xmlns:a16="http://schemas.microsoft.com/office/drawing/2014/main" id="{CE33F6B9-7DDA-4DA0-906B-8FEA989355D7}"/>
                  </a:ext>
                </a:extLst>
              </p:cNvPr>
              <p:cNvSpPr/>
              <p:nvPr/>
            </p:nvSpPr>
            <p:spPr>
              <a:xfrm>
                <a:off x="4197498" y="6062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3" name="Oval 5652">
                <a:extLst>
                  <a:ext uri="{FF2B5EF4-FFF2-40B4-BE49-F238E27FC236}">
                    <a16:creationId xmlns:a16="http://schemas.microsoft.com/office/drawing/2014/main" id="{6A355866-D6C9-5DC2-19D9-E431F1D85422}"/>
                  </a:ext>
                </a:extLst>
              </p:cNvPr>
              <p:cNvSpPr/>
              <p:nvPr/>
            </p:nvSpPr>
            <p:spPr>
              <a:xfrm>
                <a:off x="4169459" y="599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4" name="Oval 5653">
                <a:extLst>
                  <a:ext uri="{FF2B5EF4-FFF2-40B4-BE49-F238E27FC236}">
                    <a16:creationId xmlns:a16="http://schemas.microsoft.com/office/drawing/2014/main" id="{AB3ED0C9-4F4F-BEC9-17D1-A254E65122B3}"/>
                  </a:ext>
                </a:extLst>
              </p:cNvPr>
              <p:cNvSpPr/>
              <p:nvPr/>
            </p:nvSpPr>
            <p:spPr>
              <a:xfrm>
                <a:off x="4299604" y="63861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5" name="Oval 5654">
                <a:extLst>
                  <a:ext uri="{FF2B5EF4-FFF2-40B4-BE49-F238E27FC236}">
                    <a16:creationId xmlns:a16="http://schemas.microsoft.com/office/drawing/2014/main" id="{2D02684A-0B40-D2C1-4714-5872AD0E9D7C}"/>
                  </a:ext>
                </a:extLst>
              </p:cNvPr>
              <p:cNvSpPr/>
              <p:nvPr/>
            </p:nvSpPr>
            <p:spPr>
              <a:xfrm>
                <a:off x="4932594" y="5511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6" name="Oval 5655">
                <a:extLst>
                  <a:ext uri="{FF2B5EF4-FFF2-40B4-BE49-F238E27FC236}">
                    <a16:creationId xmlns:a16="http://schemas.microsoft.com/office/drawing/2014/main" id="{7BFD6BCA-3A9A-0EE5-B737-5B946AE1FFDA}"/>
                  </a:ext>
                </a:extLst>
              </p:cNvPr>
              <p:cNvSpPr/>
              <p:nvPr/>
            </p:nvSpPr>
            <p:spPr>
              <a:xfrm>
                <a:off x="4515724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7" name="Oval 5656">
                <a:extLst>
                  <a:ext uri="{FF2B5EF4-FFF2-40B4-BE49-F238E27FC236}">
                    <a16:creationId xmlns:a16="http://schemas.microsoft.com/office/drawing/2014/main" id="{C3430354-7E90-1A8C-F4CC-2D5FE5EB2A49}"/>
                  </a:ext>
                </a:extLst>
              </p:cNvPr>
              <p:cNvSpPr/>
              <p:nvPr/>
            </p:nvSpPr>
            <p:spPr>
              <a:xfrm>
                <a:off x="4821704" y="567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8" name="Oval 5657">
                <a:extLst>
                  <a:ext uri="{FF2B5EF4-FFF2-40B4-BE49-F238E27FC236}">
                    <a16:creationId xmlns:a16="http://schemas.microsoft.com/office/drawing/2014/main" id="{C13017C3-7465-127E-B898-DE48BC837C2E}"/>
                  </a:ext>
                </a:extLst>
              </p:cNvPr>
              <p:cNvSpPr/>
              <p:nvPr/>
            </p:nvSpPr>
            <p:spPr>
              <a:xfrm>
                <a:off x="4213206" y="6205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59" name="Oval 5658">
                <a:extLst>
                  <a:ext uri="{FF2B5EF4-FFF2-40B4-BE49-F238E27FC236}">
                    <a16:creationId xmlns:a16="http://schemas.microsoft.com/office/drawing/2014/main" id="{78097B33-A520-8A0E-5917-5F8C9AD12E99}"/>
                  </a:ext>
                </a:extLst>
              </p:cNvPr>
              <p:cNvSpPr/>
              <p:nvPr/>
            </p:nvSpPr>
            <p:spPr>
              <a:xfrm>
                <a:off x="4032304" y="5996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0" name="Oval 5659">
                <a:extLst>
                  <a:ext uri="{FF2B5EF4-FFF2-40B4-BE49-F238E27FC236}">
                    <a16:creationId xmlns:a16="http://schemas.microsoft.com/office/drawing/2014/main" id="{C90FEFC1-7A06-E283-2B11-DC2ECF6C9BB3}"/>
                  </a:ext>
                </a:extLst>
              </p:cNvPr>
              <p:cNvSpPr/>
              <p:nvPr/>
            </p:nvSpPr>
            <p:spPr>
              <a:xfrm>
                <a:off x="4422317" y="6342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1" name="Oval 5660">
                <a:extLst>
                  <a:ext uri="{FF2B5EF4-FFF2-40B4-BE49-F238E27FC236}">
                    <a16:creationId xmlns:a16="http://schemas.microsoft.com/office/drawing/2014/main" id="{316C7F14-FB08-0A48-BCC1-9D92F2B73894}"/>
                  </a:ext>
                </a:extLst>
              </p:cNvPr>
              <p:cNvSpPr/>
              <p:nvPr/>
            </p:nvSpPr>
            <p:spPr>
              <a:xfrm>
                <a:off x="4011781" y="59909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2" name="Oval 5661">
                <a:extLst>
                  <a:ext uri="{FF2B5EF4-FFF2-40B4-BE49-F238E27FC236}">
                    <a16:creationId xmlns:a16="http://schemas.microsoft.com/office/drawing/2014/main" id="{A80EF924-C9D2-0A1E-0216-DA5BD953A714}"/>
                  </a:ext>
                </a:extLst>
              </p:cNvPr>
              <p:cNvSpPr/>
              <p:nvPr/>
            </p:nvSpPr>
            <p:spPr>
              <a:xfrm>
                <a:off x="4983520" y="565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3" name="Oval 5662">
                <a:extLst>
                  <a:ext uri="{FF2B5EF4-FFF2-40B4-BE49-F238E27FC236}">
                    <a16:creationId xmlns:a16="http://schemas.microsoft.com/office/drawing/2014/main" id="{858354ED-90BC-F167-C335-7A2185AFF495}"/>
                  </a:ext>
                </a:extLst>
              </p:cNvPr>
              <p:cNvSpPr/>
              <p:nvPr/>
            </p:nvSpPr>
            <p:spPr>
              <a:xfrm>
                <a:off x="4883188" y="566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4" name="Oval 5663">
                <a:extLst>
                  <a:ext uri="{FF2B5EF4-FFF2-40B4-BE49-F238E27FC236}">
                    <a16:creationId xmlns:a16="http://schemas.microsoft.com/office/drawing/2014/main" id="{A3C565F8-E477-154A-82DC-0C81DB90EE3D}"/>
                  </a:ext>
                </a:extLst>
              </p:cNvPr>
              <p:cNvSpPr/>
              <p:nvPr/>
            </p:nvSpPr>
            <p:spPr>
              <a:xfrm>
                <a:off x="4478564" y="6111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5" name="Oval 5664">
                <a:extLst>
                  <a:ext uri="{FF2B5EF4-FFF2-40B4-BE49-F238E27FC236}">
                    <a16:creationId xmlns:a16="http://schemas.microsoft.com/office/drawing/2014/main" id="{758695DE-7846-83A9-2F6B-2BB0F8117FC4}"/>
                  </a:ext>
                </a:extLst>
              </p:cNvPr>
              <p:cNvSpPr/>
              <p:nvPr/>
            </p:nvSpPr>
            <p:spPr>
              <a:xfrm>
                <a:off x="4349770" y="62779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6" name="Oval 5665">
                <a:extLst>
                  <a:ext uri="{FF2B5EF4-FFF2-40B4-BE49-F238E27FC236}">
                    <a16:creationId xmlns:a16="http://schemas.microsoft.com/office/drawing/2014/main" id="{A1206276-A629-ECBE-949E-0DB7BEB985E9}"/>
                  </a:ext>
                </a:extLst>
              </p:cNvPr>
              <p:cNvSpPr/>
              <p:nvPr/>
            </p:nvSpPr>
            <p:spPr>
              <a:xfrm>
                <a:off x="4382454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7" name="Oval 5666">
                <a:extLst>
                  <a:ext uri="{FF2B5EF4-FFF2-40B4-BE49-F238E27FC236}">
                    <a16:creationId xmlns:a16="http://schemas.microsoft.com/office/drawing/2014/main" id="{36BCABC0-1121-7637-4D60-7B9FE0F8415A}"/>
                  </a:ext>
                </a:extLst>
              </p:cNvPr>
              <p:cNvSpPr/>
              <p:nvPr/>
            </p:nvSpPr>
            <p:spPr>
              <a:xfrm>
                <a:off x="4841974" y="564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8" name="Oval 5667">
                <a:extLst>
                  <a:ext uri="{FF2B5EF4-FFF2-40B4-BE49-F238E27FC236}">
                    <a16:creationId xmlns:a16="http://schemas.microsoft.com/office/drawing/2014/main" id="{E44C070F-8705-5182-6D19-42DA75C52B7C}"/>
                  </a:ext>
                </a:extLst>
              </p:cNvPr>
              <p:cNvSpPr/>
              <p:nvPr/>
            </p:nvSpPr>
            <p:spPr>
              <a:xfrm>
                <a:off x="4386930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69" name="Oval 5668">
                <a:extLst>
                  <a:ext uri="{FF2B5EF4-FFF2-40B4-BE49-F238E27FC236}">
                    <a16:creationId xmlns:a16="http://schemas.microsoft.com/office/drawing/2014/main" id="{BE5674D4-B413-EF27-6040-E6827AFB839C}"/>
                  </a:ext>
                </a:extLst>
              </p:cNvPr>
              <p:cNvSpPr/>
              <p:nvPr/>
            </p:nvSpPr>
            <p:spPr>
              <a:xfrm>
                <a:off x="3994299" y="5989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0" name="Oval 5669">
                <a:extLst>
                  <a:ext uri="{FF2B5EF4-FFF2-40B4-BE49-F238E27FC236}">
                    <a16:creationId xmlns:a16="http://schemas.microsoft.com/office/drawing/2014/main" id="{D16E263E-9BB7-4D44-4A2F-E38F975FC201}"/>
                  </a:ext>
                </a:extLst>
              </p:cNvPr>
              <p:cNvSpPr/>
              <p:nvPr/>
            </p:nvSpPr>
            <p:spPr>
              <a:xfrm>
                <a:off x="4147331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1" name="Oval 5670">
                <a:extLst>
                  <a:ext uri="{FF2B5EF4-FFF2-40B4-BE49-F238E27FC236}">
                    <a16:creationId xmlns:a16="http://schemas.microsoft.com/office/drawing/2014/main" id="{FE21080A-A562-1A1E-8A7E-B03423D772C9}"/>
                  </a:ext>
                </a:extLst>
              </p:cNvPr>
              <p:cNvSpPr/>
              <p:nvPr/>
            </p:nvSpPr>
            <p:spPr>
              <a:xfrm>
                <a:off x="4297999" y="6216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2" name="Oval 5671">
                <a:extLst>
                  <a:ext uri="{FF2B5EF4-FFF2-40B4-BE49-F238E27FC236}">
                    <a16:creationId xmlns:a16="http://schemas.microsoft.com/office/drawing/2014/main" id="{2D9DB2C3-85A2-E487-9DAA-F0291DB5A733}"/>
                  </a:ext>
                </a:extLst>
              </p:cNvPr>
              <p:cNvSpPr/>
              <p:nvPr/>
            </p:nvSpPr>
            <p:spPr>
              <a:xfrm>
                <a:off x="4144882" y="6111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3" name="Oval 5672">
                <a:extLst>
                  <a:ext uri="{FF2B5EF4-FFF2-40B4-BE49-F238E27FC236}">
                    <a16:creationId xmlns:a16="http://schemas.microsoft.com/office/drawing/2014/main" id="{C65D0900-BE18-8DAF-A975-60E8FAD43D7E}"/>
                  </a:ext>
                </a:extLst>
              </p:cNvPr>
              <p:cNvSpPr/>
              <p:nvPr/>
            </p:nvSpPr>
            <p:spPr>
              <a:xfrm>
                <a:off x="4148091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4" name="Oval 5673">
                <a:extLst>
                  <a:ext uri="{FF2B5EF4-FFF2-40B4-BE49-F238E27FC236}">
                    <a16:creationId xmlns:a16="http://schemas.microsoft.com/office/drawing/2014/main" id="{02DC6D1B-8ABB-BD27-A015-08E663F0E90B}"/>
                  </a:ext>
                </a:extLst>
              </p:cNvPr>
              <p:cNvSpPr/>
              <p:nvPr/>
            </p:nvSpPr>
            <p:spPr>
              <a:xfrm>
                <a:off x="4146402" y="61875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5" name="Oval 5674">
                <a:extLst>
                  <a:ext uri="{FF2B5EF4-FFF2-40B4-BE49-F238E27FC236}">
                    <a16:creationId xmlns:a16="http://schemas.microsoft.com/office/drawing/2014/main" id="{C0BE060F-B155-D3C6-436B-03594D0E1AF1}"/>
                  </a:ext>
                </a:extLst>
              </p:cNvPr>
              <p:cNvSpPr/>
              <p:nvPr/>
            </p:nvSpPr>
            <p:spPr>
              <a:xfrm>
                <a:off x="4920010" y="5519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6" name="Oval 5675">
                <a:extLst>
                  <a:ext uri="{FF2B5EF4-FFF2-40B4-BE49-F238E27FC236}">
                    <a16:creationId xmlns:a16="http://schemas.microsoft.com/office/drawing/2014/main" id="{16CC4519-C374-6205-9B18-5A4E7D7E9C0C}"/>
                  </a:ext>
                </a:extLst>
              </p:cNvPr>
              <p:cNvSpPr/>
              <p:nvPr/>
            </p:nvSpPr>
            <p:spPr>
              <a:xfrm>
                <a:off x="4010768" y="59841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7" name="Oval 5676">
                <a:extLst>
                  <a:ext uri="{FF2B5EF4-FFF2-40B4-BE49-F238E27FC236}">
                    <a16:creationId xmlns:a16="http://schemas.microsoft.com/office/drawing/2014/main" id="{C46E7E80-F9C7-D00F-297E-378AEDB8C66F}"/>
                  </a:ext>
                </a:extLst>
              </p:cNvPr>
              <p:cNvSpPr/>
              <p:nvPr/>
            </p:nvSpPr>
            <p:spPr>
              <a:xfrm>
                <a:off x="4294452" y="629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8" name="Oval 5677">
                <a:extLst>
                  <a:ext uri="{FF2B5EF4-FFF2-40B4-BE49-F238E27FC236}">
                    <a16:creationId xmlns:a16="http://schemas.microsoft.com/office/drawing/2014/main" id="{0196E37C-517B-D255-9631-5E8E5E7CD725}"/>
                  </a:ext>
                </a:extLst>
              </p:cNvPr>
              <p:cNvSpPr/>
              <p:nvPr/>
            </p:nvSpPr>
            <p:spPr>
              <a:xfrm>
                <a:off x="4415138" y="6169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79" name="Oval 5678">
                <a:extLst>
                  <a:ext uri="{FF2B5EF4-FFF2-40B4-BE49-F238E27FC236}">
                    <a16:creationId xmlns:a16="http://schemas.microsoft.com/office/drawing/2014/main" id="{0FDE5979-2573-ADAF-7323-001A84E4C168}"/>
                  </a:ext>
                </a:extLst>
              </p:cNvPr>
              <p:cNvSpPr/>
              <p:nvPr/>
            </p:nvSpPr>
            <p:spPr>
              <a:xfrm>
                <a:off x="4205605" y="6192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0" name="Oval 5679">
                <a:extLst>
                  <a:ext uri="{FF2B5EF4-FFF2-40B4-BE49-F238E27FC236}">
                    <a16:creationId xmlns:a16="http://schemas.microsoft.com/office/drawing/2014/main" id="{EBFE7E4B-BF3C-C1C1-2492-74CBADB9F1F5}"/>
                  </a:ext>
                </a:extLst>
              </p:cNvPr>
              <p:cNvSpPr/>
              <p:nvPr/>
            </p:nvSpPr>
            <p:spPr>
              <a:xfrm>
                <a:off x="4357878" y="6314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1" name="Oval 5680">
                <a:extLst>
                  <a:ext uri="{FF2B5EF4-FFF2-40B4-BE49-F238E27FC236}">
                    <a16:creationId xmlns:a16="http://schemas.microsoft.com/office/drawing/2014/main" id="{38DD5CA4-5CAD-4D77-94F4-A7BC539AE9A8}"/>
                  </a:ext>
                </a:extLst>
              </p:cNvPr>
              <p:cNvSpPr/>
              <p:nvPr/>
            </p:nvSpPr>
            <p:spPr>
              <a:xfrm>
                <a:off x="4241752" y="60831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2" name="Oval 5681">
                <a:extLst>
                  <a:ext uri="{FF2B5EF4-FFF2-40B4-BE49-F238E27FC236}">
                    <a16:creationId xmlns:a16="http://schemas.microsoft.com/office/drawing/2014/main" id="{0334C3B2-3837-767E-83C1-DB86395F8666}"/>
                  </a:ext>
                </a:extLst>
              </p:cNvPr>
              <p:cNvSpPr/>
              <p:nvPr/>
            </p:nvSpPr>
            <p:spPr>
              <a:xfrm>
                <a:off x="4055951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3" name="Oval 5682">
                <a:extLst>
                  <a:ext uri="{FF2B5EF4-FFF2-40B4-BE49-F238E27FC236}">
                    <a16:creationId xmlns:a16="http://schemas.microsoft.com/office/drawing/2014/main" id="{51AF448F-BE40-72A7-4FE1-C8A38EC03185}"/>
                  </a:ext>
                </a:extLst>
              </p:cNvPr>
              <p:cNvSpPr/>
              <p:nvPr/>
            </p:nvSpPr>
            <p:spPr>
              <a:xfrm>
                <a:off x="4421726" y="6264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4" name="Oval 5683">
                <a:extLst>
                  <a:ext uri="{FF2B5EF4-FFF2-40B4-BE49-F238E27FC236}">
                    <a16:creationId xmlns:a16="http://schemas.microsoft.com/office/drawing/2014/main" id="{A49CEE40-FB78-A987-AB8F-84F2CEB05544}"/>
                  </a:ext>
                </a:extLst>
              </p:cNvPr>
              <p:cNvSpPr/>
              <p:nvPr/>
            </p:nvSpPr>
            <p:spPr>
              <a:xfrm>
                <a:off x="4046492" y="5980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5" name="Oval 5684">
                <a:extLst>
                  <a:ext uri="{FF2B5EF4-FFF2-40B4-BE49-F238E27FC236}">
                    <a16:creationId xmlns:a16="http://schemas.microsoft.com/office/drawing/2014/main" id="{9879A8B3-8EC0-1C3C-9741-74EB554716C5}"/>
                  </a:ext>
                </a:extLst>
              </p:cNvPr>
              <p:cNvSpPr/>
              <p:nvPr/>
            </p:nvSpPr>
            <p:spPr>
              <a:xfrm>
                <a:off x="4207801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6" name="Oval 5685">
                <a:extLst>
                  <a:ext uri="{FF2B5EF4-FFF2-40B4-BE49-F238E27FC236}">
                    <a16:creationId xmlns:a16="http://schemas.microsoft.com/office/drawing/2014/main" id="{83DA6F76-D7CE-F6F0-BF0B-0C6BB595013A}"/>
                  </a:ext>
                </a:extLst>
              </p:cNvPr>
              <p:cNvSpPr/>
              <p:nvPr/>
            </p:nvSpPr>
            <p:spPr>
              <a:xfrm>
                <a:off x="4345547" y="6190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7" name="Oval 5686">
                <a:extLst>
                  <a:ext uri="{FF2B5EF4-FFF2-40B4-BE49-F238E27FC236}">
                    <a16:creationId xmlns:a16="http://schemas.microsoft.com/office/drawing/2014/main" id="{5DB75774-C81E-EEC9-A7A6-4F4C495436E2}"/>
                  </a:ext>
                </a:extLst>
              </p:cNvPr>
              <p:cNvSpPr/>
              <p:nvPr/>
            </p:nvSpPr>
            <p:spPr>
              <a:xfrm>
                <a:off x="4338453" y="61412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8" name="Oval 5687">
                <a:extLst>
                  <a:ext uri="{FF2B5EF4-FFF2-40B4-BE49-F238E27FC236}">
                    <a16:creationId xmlns:a16="http://schemas.microsoft.com/office/drawing/2014/main" id="{8F40DB75-E330-2CF3-D4E6-80BBDFC76614}"/>
                  </a:ext>
                </a:extLst>
              </p:cNvPr>
              <p:cNvSpPr/>
              <p:nvPr/>
            </p:nvSpPr>
            <p:spPr>
              <a:xfrm>
                <a:off x="4143700" y="61021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89" name="Oval 5688">
                <a:extLst>
                  <a:ext uri="{FF2B5EF4-FFF2-40B4-BE49-F238E27FC236}">
                    <a16:creationId xmlns:a16="http://schemas.microsoft.com/office/drawing/2014/main" id="{8AAF0147-52AB-21FF-7A50-0C24FA88F2AE}"/>
                  </a:ext>
                </a:extLst>
              </p:cNvPr>
              <p:cNvSpPr/>
              <p:nvPr/>
            </p:nvSpPr>
            <p:spPr>
              <a:xfrm>
                <a:off x="4154594" y="6160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0" name="Oval 5689">
                <a:extLst>
                  <a:ext uri="{FF2B5EF4-FFF2-40B4-BE49-F238E27FC236}">
                    <a16:creationId xmlns:a16="http://schemas.microsoft.com/office/drawing/2014/main" id="{6464F44E-D0CA-50B9-A2EA-0A2ED019A560}"/>
                  </a:ext>
                </a:extLst>
              </p:cNvPr>
              <p:cNvSpPr/>
              <p:nvPr/>
            </p:nvSpPr>
            <p:spPr>
              <a:xfrm>
                <a:off x="4923473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1" name="Oval 5690">
                <a:extLst>
                  <a:ext uri="{FF2B5EF4-FFF2-40B4-BE49-F238E27FC236}">
                    <a16:creationId xmlns:a16="http://schemas.microsoft.com/office/drawing/2014/main" id="{3CE95F30-BE16-5B73-3C34-2AF3AB33CB1D}"/>
                  </a:ext>
                </a:extLst>
              </p:cNvPr>
              <p:cNvSpPr/>
              <p:nvPr/>
            </p:nvSpPr>
            <p:spPr>
              <a:xfrm>
                <a:off x="4233222" y="6268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2" name="Oval 5691">
                <a:extLst>
                  <a:ext uri="{FF2B5EF4-FFF2-40B4-BE49-F238E27FC236}">
                    <a16:creationId xmlns:a16="http://schemas.microsoft.com/office/drawing/2014/main" id="{70A24A58-E43C-B35F-0F6A-F35B5FCE03A6}"/>
                  </a:ext>
                </a:extLst>
              </p:cNvPr>
              <p:cNvSpPr/>
              <p:nvPr/>
            </p:nvSpPr>
            <p:spPr>
              <a:xfrm>
                <a:off x="4074953" y="5985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3" name="Oval 5692">
                <a:extLst>
                  <a:ext uri="{FF2B5EF4-FFF2-40B4-BE49-F238E27FC236}">
                    <a16:creationId xmlns:a16="http://schemas.microsoft.com/office/drawing/2014/main" id="{906E8A25-A032-6AD8-DBD5-8C1893650677}"/>
                  </a:ext>
                </a:extLst>
              </p:cNvPr>
              <p:cNvSpPr/>
              <p:nvPr/>
            </p:nvSpPr>
            <p:spPr>
              <a:xfrm>
                <a:off x="4269369" y="6199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4" name="Oval 5693">
                <a:extLst>
                  <a:ext uri="{FF2B5EF4-FFF2-40B4-BE49-F238E27FC236}">
                    <a16:creationId xmlns:a16="http://schemas.microsoft.com/office/drawing/2014/main" id="{49683836-A18F-022B-F132-B894F826AF82}"/>
                  </a:ext>
                </a:extLst>
              </p:cNvPr>
              <p:cNvSpPr/>
              <p:nvPr/>
            </p:nvSpPr>
            <p:spPr>
              <a:xfrm>
                <a:off x="4189137" y="617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5" name="Oval 5694">
                <a:extLst>
                  <a:ext uri="{FF2B5EF4-FFF2-40B4-BE49-F238E27FC236}">
                    <a16:creationId xmlns:a16="http://schemas.microsoft.com/office/drawing/2014/main" id="{45737530-9833-9F77-6E54-41C02223AB81}"/>
                  </a:ext>
                </a:extLst>
              </p:cNvPr>
              <p:cNvSpPr/>
              <p:nvPr/>
            </p:nvSpPr>
            <p:spPr>
              <a:xfrm>
                <a:off x="4302475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6" name="Oval 5695">
                <a:extLst>
                  <a:ext uri="{FF2B5EF4-FFF2-40B4-BE49-F238E27FC236}">
                    <a16:creationId xmlns:a16="http://schemas.microsoft.com/office/drawing/2014/main" id="{F519FAF2-122A-FF43-6A2E-2D82E93DD8E8}"/>
                  </a:ext>
                </a:extLst>
              </p:cNvPr>
              <p:cNvSpPr/>
              <p:nvPr/>
            </p:nvSpPr>
            <p:spPr>
              <a:xfrm>
                <a:off x="4253914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7" name="Oval 5696">
                <a:extLst>
                  <a:ext uri="{FF2B5EF4-FFF2-40B4-BE49-F238E27FC236}">
                    <a16:creationId xmlns:a16="http://schemas.microsoft.com/office/drawing/2014/main" id="{5EBBAFE1-D5F5-67B5-703A-2302EAC96117}"/>
                  </a:ext>
                </a:extLst>
              </p:cNvPr>
              <p:cNvSpPr/>
              <p:nvPr/>
            </p:nvSpPr>
            <p:spPr>
              <a:xfrm>
                <a:off x="4019298" y="600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8" name="Oval 5697">
                <a:extLst>
                  <a:ext uri="{FF2B5EF4-FFF2-40B4-BE49-F238E27FC236}">
                    <a16:creationId xmlns:a16="http://schemas.microsoft.com/office/drawing/2014/main" id="{970BA88F-523A-5294-8F30-4A0C9F2E7899}"/>
                  </a:ext>
                </a:extLst>
              </p:cNvPr>
              <p:cNvSpPr/>
              <p:nvPr/>
            </p:nvSpPr>
            <p:spPr>
              <a:xfrm>
                <a:off x="4045647" y="59939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99" name="Oval 5698">
                <a:extLst>
                  <a:ext uri="{FF2B5EF4-FFF2-40B4-BE49-F238E27FC236}">
                    <a16:creationId xmlns:a16="http://schemas.microsoft.com/office/drawing/2014/main" id="{2E1A3268-022E-794B-35B2-BF8194333757}"/>
                  </a:ext>
                </a:extLst>
              </p:cNvPr>
              <p:cNvSpPr/>
              <p:nvPr/>
            </p:nvSpPr>
            <p:spPr>
              <a:xfrm>
                <a:off x="4166165" y="614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0" name="Oval 5699">
                <a:extLst>
                  <a:ext uri="{FF2B5EF4-FFF2-40B4-BE49-F238E27FC236}">
                    <a16:creationId xmlns:a16="http://schemas.microsoft.com/office/drawing/2014/main" id="{78804C1B-8B6E-2A6A-0CBA-182E6D47ECF4}"/>
                  </a:ext>
                </a:extLst>
              </p:cNvPr>
              <p:cNvSpPr/>
              <p:nvPr/>
            </p:nvSpPr>
            <p:spPr>
              <a:xfrm>
                <a:off x="4158986" y="61134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1" name="Oval 5700">
                <a:extLst>
                  <a:ext uri="{FF2B5EF4-FFF2-40B4-BE49-F238E27FC236}">
                    <a16:creationId xmlns:a16="http://schemas.microsoft.com/office/drawing/2014/main" id="{D841DAAB-8779-A62D-4AF9-03EF8CD9F0F7}"/>
                  </a:ext>
                </a:extLst>
              </p:cNvPr>
              <p:cNvSpPr/>
              <p:nvPr/>
            </p:nvSpPr>
            <p:spPr>
              <a:xfrm>
                <a:off x="4230435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2" name="Oval 5701">
                <a:extLst>
                  <a:ext uri="{FF2B5EF4-FFF2-40B4-BE49-F238E27FC236}">
                    <a16:creationId xmlns:a16="http://schemas.microsoft.com/office/drawing/2014/main" id="{38768EEB-43D5-4432-BBAC-66CD189B2CAA}"/>
                  </a:ext>
                </a:extLst>
              </p:cNvPr>
              <p:cNvSpPr/>
              <p:nvPr/>
            </p:nvSpPr>
            <p:spPr>
              <a:xfrm>
                <a:off x="4253069" y="6304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3" name="Oval 5702">
                <a:extLst>
                  <a:ext uri="{FF2B5EF4-FFF2-40B4-BE49-F238E27FC236}">
                    <a16:creationId xmlns:a16="http://schemas.microsoft.com/office/drawing/2014/main" id="{F25FFAC1-F276-C877-3D9C-5E2F83FD3797}"/>
                  </a:ext>
                </a:extLst>
              </p:cNvPr>
              <p:cNvSpPr/>
              <p:nvPr/>
            </p:nvSpPr>
            <p:spPr>
              <a:xfrm>
                <a:off x="4178580" y="6119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4" name="Oval 5703">
                <a:extLst>
                  <a:ext uri="{FF2B5EF4-FFF2-40B4-BE49-F238E27FC236}">
                    <a16:creationId xmlns:a16="http://schemas.microsoft.com/office/drawing/2014/main" id="{9E82567F-0F0F-1115-159D-D43C87B4B89D}"/>
                  </a:ext>
                </a:extLst>
              </p:cNvPr>
              <p:cNvSpPr/>
              <p:nvPr/>
            </p:nvSpPr>
            <p:spPr>
              <a:xfrm>
                <a:off x="4477044" y="6294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5" name="Oval 5704">
                <a:extLst>
                  <a:ext uri="{FF2B5EF4-FFF2-40B4-BE49-F238E27FC236}">
                    <a16:creationId xmlns:a16="http://schemas.microsoft.com/office/drawing/2014/main" id="{15AE0493-9510-B042-362F-EAD48E71C3A6}"/>
                  </a:ext>
                </a:extLst>
              </p:cNvPr>
              <p:cNvSpPr/>
              <p:nvPr/>
            </p:nvSpPr>
            <p:spPr>
              <a:xfrm>
                <a:off x="4242174" y="62875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6" name="Oval 5705">
                <a:extLst>
                  <a:ext uri="{FF2B5EF4-FFF2-40B4-BE49-F238E27FC236}">
                    <a16:creationId xmlns:a16="http://schemas.microsoft.com/office/drawing/2014/main" id="{20D9FEC2-B06B-1DF0-8626-ED572C517221}"/>
                  </a:ext>
                </a:extLst>
              </p:cNvPr>
              <p:cNvSpPr/>
              <p:nvPr/>
            </p:nvSpPr>
            <p:spPr>
              <a:xfrm>
                <a:off x="4266666" y="61679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7" name="Oval 5706">
                <a:extLst>
                  <a:ext uri="{FF2B5EF4-FFF2-40B4-BE49-F238E27FC236}">
                    <a16:creationId xmlns:a16="http://schemas.microsoft.com/office/drawing/2014/main" id="{F7296C20-7065-525F-6B82-FD0601E2F2EF}"/>
                  </a:ext>
                </a:extLst>
              </p:cNvPr>
              <p:cNvSpPr/>
              <p:nvPr/>
            </p:nvSpPr>
            <p:spPr>
              <a:xfrm>
                <a:off x="4461335" y="6271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8" name="Oval 5707">
                <a:extLst>
                  <a:ext uri="{FF2B5EF4-FFF2-40B4-BE49-F238E27FC236}">
                    <a16:creationId xmlns:a16="http://schemas.microsoft.com/office/drawing/2014/main" id="{59401002-C778-5BBA-6B5D-5336BEE868FB}"/>
                  </a:ext>
                </a:extLst>
              </p:cNvPr>
              <p:cNvSpPr/>
              <p:nvPr/>
            </p:nvSpPr>
            <p:spPr>
              <a:xfrm>
                <a:off x="4317255" y="615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09" name="Oval 5708">
                <a:extLst>
                  <a:ext uri="{FF2B5EF4-FFF2-40B4-BE49-F238E27FC236}">
                    <a16:creationId xmlns:a16="http://schemas.microsoft.com/office/drawing/2014/main" id="{180EF4B3-D236-79FF-0E8D-725979347534}"/>
                  </a:ext>
                </a:extLst>
              </p:cNvPr>
              <p:cNvSpPr/>
              <p:nvPr/>
            </p:nvSpPr>
            <p:spPr>
              <a:xfrm>
                <a:off x="4443853" y="6319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0" name="Oval 5709">
                <a:extLst>
                  <a:ext uri="{FF2B5EF4-FFF2-40B4-BE49-F238E27FC236}">
                    <a16:creationId xmlns:a16="http://schemas.microsoft.com/office/drawing/2014/main" id="{CDD55832-1D10-C42C-1F4C-E6CE8D2CEAB7}"/>
                  </a:ext>
                </a:extLst>
              </p:cNvPr>
              <p:cNvSpPr/>
              <p:nvPr/>
            </p:nvSpPr>
            <p:spPr>
              <a:xfrm>
                <a:off x="4320802" y="6108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1" name="Oval 5710">
                <a:extLst>
                  <a:ext uri="{FF2B5EF4-FFF2-40B4-BE49-F238E27FC236}">
                    <a16:creationId xmlns:a16="http://schemas.microsoft.com/office/drawing/2014/main" id="{E7F01BB9-6159-C948-63F0-24F5A1B89E0E}"/>
                  </a:ext>
                </a:extLst>
              </p:cNvPr>
              <p:cNvSpPr/>
              <p:nvPr/>
            </p:nvSpPr>
            <p:spPr>
              <a:xfrm>
                <a:off x="4947965" y="55027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2" name="Oval 5711">
                <a:extLst>
                  <a:ext uri="{FF2B5EF4-FFF2-40B4-BE49-F238E27FC236}">
                    <a16:creationId xmlns:a16="http://schemas.microsoft.com/office/drawing/2014/main" id="{5FFED256-4472-5946-E0CF-0D18DF8B664E}"/>
                  </a:ext>
                </a:extLst>
              </p:cNvPr>
              <p:cNvSpPr/>
              <p:nvPr/>
            </p:nvSpPr>
            <p:spPr>
              <a:xfrm>
                <a:off x="4272409" y="611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3" name="Oval 5712">
                <a:extLst>
                  <a:ext uri="{FF2B5EF4-FFF2-40B4-BE49-F238E27FC236}">
                    <a16:creationId xmlns:a16="http://schemas.microsoft.com/office/drawing/2014/main" id="{07BF7F04-C5AC-1DA6-9CA3-9A218A30C67C}"/>
                  </a:ext>
                </a:extLst>
              </p:cNvPr>
              <p:cNvSpPr/>
              <p:nvPr/>
            </p:nvSpPr>
            <p:spPr>
              <a:xfrm>
                <a:off x="4216415" y="6166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4" name="Oval 5713">
                <a:extLst>
                  <a:ext uri="{FF2B5EF4-FFF2-40B4-BE49-F238E27FC236}">
                    <a16:creationId xmlns:a16="http://schemas.microsoft.com/office/drawing/2014/main" id="{07FE6773-C5F7-23C4-19E1-E3F716D7CEA3}"/>
                  </a:ext>
                </a:extLst>
              </p:cNvPr>
              <p:cNvSpPr/>
              <p:nvPr/>
            </p:nvSpPr>
            <p:spPr>
              <a:xfrm>
                <a:off x="4951090" y="56654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5" name="Oval 5714">
                <a:extLst>
                  <a:ext uri="{FF2B5EF4-FFF2-40B4-BE49-F238E27FC236}">
                    <a16:creationId xmlns:a16="http://schemas.microsoft.com/office/drawing/2014/main" id="{16ABB9ED-BF6C-B477-3F23-DFE1CBE173A2}"/>
                  </a:ext>
                </a:extLst>
              </p:cNvPr>
              <p:cNvSpPr/>
              <p:nvPr/>
            </p:nvSpPr>
            <p:spPr>
              <a:xfrm>
                <a:off x="4305262" y="63601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6" name="Oval 5715">
                <a:extLst>
                  <a:ext uri="{FF2B5EF4-FFF2-40B4-BE49-F238E27FC236}">
                    <a16:creationId xmlns:a16="http://schemas.microsoft.com/office/drawing/2014/main" id="{44281F52-A515-D93A-99DF-156D6A773E0F}"/>
                  </a:ext>
                </a:extLst>
              </p:cNvPr>
              <p:cNvSpPr/>
              <p:nvPr/>
            </p:nvSpPr>
            <p:spPr>
              <a:xfrm>
                <a:off x="4229422" y="6359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7" name="Oval 5716">
                <a:extLst>
                  <a:ext uri="{FF2B5EF4-FFF2-40B4-BE49-F238E27FC236}">
                    <a16:creationId xmlns:a16="http://schemas.microsoft.com/office/drawing/2014/main" id="{A16DEB75-E849-EF6A-EB70-27B611BA0434}"/>
                  </a:ext>
                </a:extLst>
              </p:cNvPr>
              <p:cNvSpPr/>
              <p:nvPr/>
            </p:nvSpPr>
            <p:spPr>
              <a:xfrm>
                <a:off x="4190319" y="6061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8" name="Oval 5717">
                <a:extLst>
                  <a:ext uri="{FF2B5EF4-FFF2-40B4-BE49-F238E27FC236}">
                    <a16:creationId xmlns:a16="http://schemas.microsoft.com/office/drawing/2014/main" id="{00544856-A892-CCC0-33EB-9E349EB7F3BC}"/>
                  </a:ext>
                </a:extLst>
              </p:cNvPr>
              <p:cNvSpPr/>
              <p:nvPr/>
            </p:nvSpPr>
            <p:spPr>
              <a:xfrm>
                <a:off x="4329585" y="6368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19" name="Oval 5718">
                <a:extLst>
                  <a:ext uri="{FF2B5EF4-FFF2-40B4-BE49-F238E27FC236}">
                    <a16:creationId xmlns:a16="http://schemas.microsoft.com/office/drawing/2014/main" id="{4AE28952-2EB5-4F69-CBFE-8B3D752A7763}"/>
                  </a:ext>
                </a:extLst>
              </p:cNvPr>
              <p:cNvSpPr/>
              <p:nvPr/>
            </p:nvSpPr>
            <p:spPr>
              <a:xfrm>
                <a:off x="4318775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0" name="Oval 5719">
                <a:extLst>
                  <a:ext uri="{FF2B5EF4-FFF2-40B4-BE49-F238E27FC236}">
                    <a16:creationId xmlns:a16="http://schemas.microsoft.com/office/drawing/2014/main" id="{F959E0CA-D13B-9117-2C3C-8A1E2BE56901}"/>
                  </a:ext>
                </a:extLst>
              </p:cNvPr>
              <p:cNvSpPr/>
              <p:nvPr/>
            </p:nvSpPr>
            <p:spPr>
              <a:xfrm>
                <a:off x="4181704" y="61696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1" name="Oval 5720">
                <a:extLst>
                  <a:ext uri="{FF2B5EF4-FFF2-40B4-BE49-F238E27FC236}">
                    <a16:creationId xmlns:a16="http://schemas.microsoft.com/office/drawing/2014/main" id="{2D16E63F-1C75-3B5F-19FB-E978D246798C}"/>
                  </a:ext>
                </a:extLst>
              </p:cNvPr>
              <p:cNvSpPr/>
              <p:nvPr/>
            </p:nvSpPr>
            <p:spPr>
              <a:xfrm>
                <a:off x="4403061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2" name="Oval 5721">
                <a:extLst>
                  <a:ext uri="{FF2B5EF4-FFF2-40B4-BE49-F238E27FC236}">
                    <a16:creationId xmlns:a16="http://schemas.microsoft.com/office/drawing/2014/main" id="{2E705E2C-79C9-EAA6-9D6E-1D206EA6833A}"/>
                  </a:ext>
                </a:extLst>
              </p:cNvPr>
              <p:cNvSpPr/>
              <p:nvPr/>
            </p:nvSpPr>
            <p:spPr>
              <a:xfrm>
                <a:off x="4432789" y="630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3" name="Oval 5722">
                <a:extLst>
                  <a:ext uri="{FF2B5EF4-FFF2-40B4-BE49-F238E27FC236}">
                    <a16:creationId xmlns:a16="http://schemas.microsoft.com/office/drawing/2014/main" id="{D149BC39-6D95-A51F-F86D-326942991D27}"/>
                  </a:ext>
                </a:extLst>
              </p:cNvPr>
              <p:cNvSpPr/>
              <p:nvPr/>
            </p:nvSpPr>
            <p:spPr>
              <a:xfrm>
                <a:off x="4279166" y="60057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4" name="Oval 5723">
                <a:extLst>
                  <a:ext uri="{FF2B5EF4-FFF2-40B4-BE49-F238E27FC236}">
                    <a16:creationId xmlns:a16="http://schemas.microsoft.com/office/drawing/2014/main" id="{CAD1A7B9-48FD-E014-9D56-C230CB544541}"/>
                  </a:ext>
                </a:extLst>
              </p:cNvPr>
              <p:cNvSpPr/>
              <p:nvPr/>
            </p:nvSpPr>
            <p:spPr>
              <a:xfrm>
                <a:off x="4525859" y="62467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5" name="Oval 5724">
                <a:extLst>
                  <a:ext uri="{FF2B5EF4-FFF2-40B4-BE49-F238E27FC236}">
                    <a16:creationId xmlns:a16="http://schemas.microsoft.com/office/drawing/2014/main" id="{3224E61D-59D3-87AA-9726-1C121995A420}"/>
                  </a:ext>
                </a:extLst>
              </p:cNvPr>
              <p:cNvSpPr/>
              <p:nvPr/>
            </p:nvSpPr>
            <p:spPr>
              <a:xfrm>
                <a:off x="4174864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6" name="Oval 5725">
                <a:extLst>
                  <a:ext uri="{FF2B5EF4-FFF2-40B4-BE49-F238E27FC236}">
                    <a16:creationId xmlns:a16="http://schemas.microsoft.com/office/drawing/2014/main" id="{E906D3A6-11DA-75A3-E8C8-CC07526D7600}"/>
                  </a:ext>
                </a:extLst>
              </p:cNvPr>
              <p:cNvSpPr/>
              <p:nvPr/>
            </p:nvSpPr>
            <p:spPr>
              <a:xfrm>
                <a:off x="4762079" y="564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7" name="Oval 5726">
                <a:extLst>
                  <a:ext uri="{FF2B5EF4-FFF2-40B4-BE49-F238E27FC236}">
                    <a16:creationId xmlns:a16="http://schemas.microsoft.com/office/drawing/2014/main" id="{A5F92FEE-4B5D-2C5E-0492-11A28B44D6E4}"/>
                  </a:ext>
                </a:extLst>
              </p:cNvPr>
              <p:cNvSpPr/>
              <p:nvPr/>
            </p:nvSpPr>
            <p:spPr>
              <a:xfrm>
                <a:off x="4131623" y="6161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8" name="Oval 5727">
                <a:extLst>
                  <a:ext uri="{FF2B5EF4-FFF2-40B4-BE49-F238E27FC236}">
                    <a16:creationId xmlns:a16="http://schemas.microsoft.com/office/drawing/2014/main" id="{9E821839-4703-7B83-DC54-F80839B0339B}"/>
                  </a:ext>
                </a:extLst>
              </p:cNvPr>
              <p:cNvSpPr/>
              <p:nvPr/>
            </p:nvSpPr>
            <p:spPr>
              <a:xfrm>
                <a:off x="4194119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29" name="Oval 5728">
                <a:extLst>
                  <a:ext uri="{FF2B5EF4-FFF2-40B4-BE49-F238E27FC236}">
                    <a16:creationId xmlns:a16="http://schemas.microsoft.com/office/drawing/2014/main" id="{F3A891A4-D038-B4C9-AC85-C0507B7E6C73}"/>
                  </a:ext>
                </a:extLst>
              </p:cNvPr>
              <p:cNvSpPr/>
              <p:nvPr/>
            </p:nvSpPr>
            <p:spPr>
              <a:xfrm>
                <a:off x="4247664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0" name="Oval 5729">
                <a:extLst>
                  <a:ext uri="{FF2B5EF4-FFF2-40B4-BE49-F238E27FC236}">
                    <a16:creationId xmlns:a16="http://schemas.microsoft.com/office/drawing/2014/main" id="{FF6F6762-A99D-F51E-8936-F21DE0792E42}"/>
                  </a:ext>
                </a:extLst>
              </p:cNvPr>
              <p:cNvSpPr/>
              <p:nvPr/>
            </p:nvSpPr>
            <p:spPr>
              <a:xfrm>
                <a:off x="4234235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1" name="Oval 5730">
                <a:extLst>
                  <a:ext uri="{FF2B5EF4-FFF2-40B4-BE49-F238E27FC236}">
                    <a16:creationId xmlns:a16="http://schemas.microsoft.com/office/drawing/2014/main" id="{340F93CD-438D-48D5-A580-3DA42DBAB8C4}"/>
                  </a:ext>
                </a:extLst>
              </p:cNvPr>
              <p:cNvSpPr/>
              <p:nvPr/>
            </p:nvSpPr>
            <p:spPr>
              <a:xfrm>
                <a:off x="4373164" y="62869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2" name="Oval 5731">
                <a:extLst>
                  <a:ext uri="{FF2B5EF4-FFF2-40B4-BE49-F238E27FC236}">
                    <a16:creationId xmlns:a16="http://schemas.microsoft.com/office/drawing/2014/main" id="{BBA639E5-45A4-5CF4-C395-6AE0A0DB8D4A}"/>
                  </a:ext>
                </a:extLst>
              </p:cNvPr>
              <p:cNvSpPr/>
              <p:nvPr/>
            </p:nvSpPr>
            <p:spPr>
              <a:xfrm>
                <a:off x="4313961" y="631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3" name="Oval 5732">
                <a:extLst>
                  <a:ext uri="{FF2B5EF4-FFF2-40B4-BE49-F238E27FC236}">
                    <a16:creationId xmlns:a16="http://schemas.microsoft.com/office/drawing/2014/main" id="{4564272F-8CC3-83B2-E566-07AFC9AE5505}"/>
                  </a:ext>
                </a:extLst>
              </p:cNvPr>
              <p:cNvSpPr/>
              <p:nvPr/>
            </p:nvSpPr>
            <p:spPr>
              <a:xfrm>
                <a:off x="4879894" y="54709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4" name="Oval 5733">
                <a:extLst>
                  <a:ext uri="{FF2B5EF4-FFF2-40B4-BE49-F238E27FC236}">
                    <a16:creationId xmlns:a16="http://schemas.microsoft.com/office/drawing/2014/main" id="{5BA3A051-1D05-8AB7-3BA3-3212022112DA}"/>
                  </a:ext>
                </a:extLst>
              </p:cNvPr>
              <p:cNvSpPr/>
              <p:nvPr/>
            </p:nvSpPr>
            <p:spPr>
              <a:xfrm>
                <a:off x="4403483" y="595694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5" name="Oval 5734">
                <a:extLst>
                  <a:ext uri="{FF2B5EF4-FFF2-40B4-BE49-F238E27FC236}">
                    <a16:creationId xmlns:a16="http://schemas.microsoft.com/office/drawing/2014/main" id="{3ADC621C-1E6C-AFFF-2254-EB5CF39F5C32}"/>
                  </a:ext>
                </a:extLst>
              </p:cNvPr>
              <p:cNvSpPr/>
              <p:nvPr/>
            </p:nvSpPr>
            <p:spPr>
              <a:xfrm>
                <a:off x="4294536" y="628826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6" name="Oval 5735">
                <a:extLst>
                  <a:ext uri="{FF2B5EF4-FFF2-40B4-BE49-F238E27FC236}">
                    <a16:creationId xmlns:a16="http://schemas.microsoft.com/office/drawing/2014/main" id="{CC062764-0BF0-29F4-EB4A-45417A1EF1AF}"/>
                  </a:ext>
                </a:extLst>
              </p:cNvPr>
              <p:cNvSpPr/>
              <p:nvPr/>
            </p:nvSpPr>
            <p:spPr>
              <a:xfrm>
                <a:off x="4217598" y="604621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7" name="Oval 5736">
                <a:extLst>
                  <a:ext uri="{FF2B5EF4-FFF2-40B4-BE49-F238E27FC236}">
                    <a16:creationId xmlns:a16="http://schemas.microsoft.com/office/drawing/2014/main" id="{06675C9F-D900-88E6-0D68-91E790A77D70}"/>
                  </a:ext>
                </a:extLst>
              </p:cNvPr>
              <p:cNvSpPr/>
              <p:nvPr/>
            </p:nvSpPr>
            <p:spPr>
              <a:xfrm>
                <a:off x="4411591" y="630566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8" name="Oval 5737">
                <a:extLst>
                  <a:ext uri="{FF2B5EF4-FFF2-40B4-BE49-F238E27FC236}">
                    <a16:creationId xmlns:a16="http://schemas.microsoft.com/office/drawing/2014/main" id="{1ABF1CC1-9767-7645-3FC1-35C77A28218C}"/>
                  </a:ext>
                </a:extLst>
              </p:cNvPr>
              <p:cNvSpPr/>
              <p:nvPr/>
            </p:nvSpPr>
            <p:spPr>
              <a:xfrm>
                <a:off x="4937492" y="55008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39" name="Oval 5738">
                <a:extLst>
                  <a:ext uri="{FF2B5EF4-FFF2-40B4-BE49-F238E27FC236}">
                    <a16:creationId xmlns:a16="http://schemas.microsoft.com/office/drawing/2014/main" id="{9E4FEEA9-7538-758B-2C59-2EACA3FFDC00}"/>
                  </a:ext>
                </a:extLst>
              </p:cNvPr>
              <p:cNvSpPr/>
              <p:nvPr/>
            </p:nvSpPr>
            <p:spPr>
              <a:xfrm>
                <a:off x="4375698" y="633792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0" name="Oval 5739">
                <a:extLst>
                  <a:ext uri="{FF2B5EF4-FFF2-40B4-BE49-F238E27FC236}">
                    <a16:creationId xmlns:a16="http://schemas.microsoft.com/office/drawing/2014/main" id="{2029B8DF-83E5-0761-15DF-47003D431F50}"/>
                  </a:ext>
                </a:extLst>
              </p:cNvPr>
              <p:cNvSpPr/>
              <p:nvPr/>
            </p:nvSpPr>
            <p:spPr>
              <a:xfrm>
                <a:off x="4385917" y="634146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1" name="Oval 5740">
                <a:extLst>
                  <a:ext uri="{FF2B5EF4-FFF2-40B4-BE49-F238E27FC236}">
                    <a16:creationId xmlns:a16="http://schemas.microsoft.com/office/drawing/2014/main" id="{EF6482E8-E175-32EB-89C4-32734F2F20D7}"/>
                  </a:ext>
                </a:extLst>
              </p:cNvPr>
              <p:cNvSpPr/>
              <p:nvPr/>
            </p:nvSpPr>
            <p:spPr>
              <a:xfrm>
                <a:off x="4890366" y="547116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2" name="Oval 5741">
                <a:extLst>
                  <a:ext uri="{FF2B5EF4-FFF2-40B4-BE49-F238E27FC236}">
                    <a16:creationId xmlns:a16="http://schemas.microsoft.com/office/drawing/2014/main" id="{65429E7E-3F44-4AE2-2B60-D5CC3A378A39}"/>
                  </a:ext>
                </a:extLst>
              </p:cNvPr>
              <p:cNvSpPr/>
              <p:nvPr/>
            </p:nvSpPr>
            <p:spPr>
              <a:xfrm>
                <a:off x="4185336" y="60830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3" name="Oval 5742">
                <a:extLst>
                  <a:ext uri="{FF2B5EF4-FFF2-40B4-BE49-F238E27FC236}">
                    <a16:creationId xmlns:a16="http://schemas.microsoft.com/office/drawing/2014/main" id="{B1000FC7-B6A4-5801-7C2E-4D7E3E449835}"/>
                  </a:ext>
                </a:extLst>
              </p:cNvPr>
              <p:cNvSpPr/>
              <p:nvPr/>
            </p:nvSpPr>
            <p:spPr>
              <a:xfrm>
                <a:off x="4394447" y="624848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4" name="Oval 5743">
                <a:extLst>
                  <a:ext uri="{FF2B5EF4-FFF2-40B4-BE49-F238E27FC236}">
                    <a16:creationId xmlns:a16="http://schemas.microsoft.com/office/drawing/2014/main" id="{159B40DA-D1E3-8AD6-932D-2DADA4BDDB8A}"/>
                  </a:ext>
                </a:extLst>
              </p:cNvPr>
              <p:cNvSpPr/>
              <p:nvPr/>
            </p:nvSpPr>
            <p:spPr>
              <a:xfrm>
                <a:off x="4369279" y="62873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5" name="Oval 5744">
                <a:extLst>
                  <a:ext uri="{FF2B5EF4-FFF2-40B4-BE49-F238E27FC236}">
                    <a16:creationId xmlns:a16="http://schemas.microsoft.com/office/drawing/2014/main" id="{A5662CDB-395C-C8F8-1A32-E8538546761D}"/>
                  </a:ext>
                </a:extLst>
              </p:cNvPr>
              <p:cNvSpPr/>
              <p:nvPr/>
            </p:nvSpPr>
            <p:spPr>
              <a:xfrm>
                <a:off x="4396558" y="62865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6" name="Oval 5745">
                <a:extLst>
                  <a:ext uri="{FF2B5EF4-FFF2-40B4-BE49-F238E27FC236}">
                    <a16:creationId xmlns:a16="http://schemas.microsoft.com/office/drawing/2014/main" id="{0CF7BFAA-9860-40CA-BEF4-C526F269ACFD}"/>
                  </a:ext>
                </a:extLst>
              </p:cNvPr>
              <p:cNvSpPr/>
              <p:nvPr/>
            </p:nvSpPr>
            <p:spPr>
              <a:xfrm>
                <a:off x="4933354" y="54835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7" name="Oval 5746">
                <a:extLst>
                  <a:ext uri="{FF2B5EF4-FFF2-40B4-BE49-F238E27FC236}">
                    <a16:creationId xmlns:a16="http://schemas.microsoft.com/office/drawing/2014/main" id="{4A17E92D-C0FE-6D97-9B3C-93962E8859AB}"/>
                  </a:ext>
                </a:extLst>
              </p:cNvPr>
              <p:cNvSpPr/>
              <p:nvPr/>
            </p:nvSpPr>
            <p:spPr>
              <a:xfrm>
                <a:off x="4197075" y="60644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8" name="Oval 5747">
                <a:extLst>
                  <a:ext uri="{FF2B5EF4-FFF2-40B4-BE49-F238E27FC236}">
                    <a16:creationId xmlns:a16="http://schemas.microsoft.com/office/drawing/2014/main" id="{4F179A01-AD68-1E72-8B5C-CBA141BADE0C}"/>
                  </a:ext>
                </a:extLst>
              </p:cNvPr>
              <p:cNvSpPr/>
              <p:nvPr/>
            </p:nvSpPr>
            <p:spPr>
              <a:xfrm>
                <a:off x="4961900" y="55373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49" name="Oval 5748">
                <a:extLst>
                  <a:ext uri="{FF2B5EF4-FFF2-40B4-BE49-F238E27FC236}">
                    <a16:creationId xmlns:a16="http://schemas.microsoft.com/office/drawing/2014/main" id="{E4ECFB35-5562-4E47-7070-56F63815101B}"/>
                  </a:ext>
                </a:extLst>
              </p:cNvPr>
              <p:cNvSpPr/>
              <p:nvPr/>
            </p:nvSpPr>
            <p:spPr>
              <a:xfrm>
                <a:off x="4175033" y="60913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0" name="Oval 5749">
                <a:extLst>
                  <a:ext uri="{FF2B5EF4-FFF2-40B4-BE49-F238E27FC236}">
                    <a16:creationId xmlns:a16="http://schemas.microsoft.com/office/drawing/2014/main" id="{0885CF33-FBD4-8123-F251-FEB15F0E9601}"/>
                  </a:ext>
                </a:extLst>
              </p:cNvPr>
              <p:cNvSpPr/>
              <p:nvPr/>
            </p:nvSpPr>
            <p:spPr>
              <a:xfrm>
                <a:off x="4387268" y="63304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1" name="Oval 5750">
                <a:extLst>
                  <a:ext uri="{FF2B5EF4-FFF2-40B4-BE49-F238E27FC236}">
                    <a16:creationId xmlns:a16="http://schemas.microsoft.com/office/drawing/2014/main" id="{EF5B30FB-E8F1-8C45-65D6-76322EF40844}"/>
                  </a:ext>
                </a:extLst>
              </p:cNvPr>
              <p:cNvSpPr/>
              <p:nvPr/>
            </p:nvSpPr>
            <p:spPr>
              <a:xfrm>
                <a:off x="4208223" y="601665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2" name="Oval 5751">
                <a:extLst>
                  <a:ext uri="{FF2B5EF4-FFF2-40B4-BE49-F238E27FC236}">
                    <a16:creationId xmlns:a16="http://schemas.microsoft.com/office/drawing/2014/main" id="{0CAA5ED9-EBB3-14DE-B498-2580605719E7}"/>
                  </a:ext>
                </a:extLst>
              </p:cNvPr>
              <p:cNvSpPr/>
              <p:nvPr/>
            </p:nvSpPr>
            <p:spPr>
              <a:xfrm>
                <a:off x="4193275" y="607062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3" name="Oval 5752">
                <a:extLst>
                  <a:ext uri="{FF2B5EF4-FFF2-40B4-BE49-F238E27FC236}">
                    <a16:creationId xmlns:a16="http://schemas.microsoft.com/office/drawing/2014/main" id="{017F3A8C-6219-6C87-6459-76E03B356733}"/>
                  </a:ext>
                </a:extLst>
              </p:cNvPr>
              <p:cNvSpPr/>
              <p:nvPr/>
            </p:nvSpPr>
            <p:spPr>
              <a:xfrm>
                <a:off x="4138886" y="61295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4" name="Oval 5753">
                <a:extLst>
                  <a:ext uri="{FF2B5EF4-FFF2-40B4-BE49-F238E27FC236}">
                    <a16:creationId xmlns:a16="http://schemas.microsoft.com/office/drawing/2014/main" id="{43BBED9E-5E40-123D-1F00-F8130ED7071B}"/>
                  </a:ext>
                </a:extLst>
              </p:cNvPr>
              <p:cNvSpPr/>
              <p:nvPr/>
            </p:nvSpPr>
            <p:spPr>
              <a:xfrm>
                <a:off x="4893660" y="54576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5" name="Oval 5754">
                <a:extLst>
                  <a:ext uri="{FF2B5EF4-FFF2-40B4-BE49-F238E27FC236}">
                    <a16:creationId xmlns:a16="http://schemas.microsoft.com/office/drawing/2014/main" id="{2861B2B3-ED6B-84CF-E560-3A2FF234BC2F}"/>
                  </a:ext>
                </a:extLst>
              </p:cNvPr>
              <p:cNvSpPr/>
              <p:nvPr/>
            </p:nvSpPr>
            <p:spPr>
              <a:xfrm>
                <a:off x="4890197" y="54592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6" name="Oval 5755">
                <a:extLst>
                  <a:ext uri="{FF2B5EF4-FFF2-40B4-BE49-F238E27FC236}">
                    <a16:creationId xmlns:a16="http://schemas.microsoft.com/office/drawing/2014/main" id="{63B19F4F-2804-66CD-A1CF-07B55C88E587}"/>
                  </a:ext>
                </a:extLst>
              </p:cNvPr>
              <p:cNvSpPr/>
              <p:nvPr/>
            </p:nvSpPr>
            <p:spPr>
              <a:xfrm>
                <a:off x="4406355" y="54517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7" name="Oval 5756">
                <a:extLst>
                  <a:ext uri="{FF2B5EF4-FFF2-40B4-BE49-F238E27FC236}">
                    <a16:creationId xmlns:a16="http://schemas.microsoft.com/office/drawing/2014/main" id="{3E4745CB-40B2-8A30-7540-C187D3B5FA2B}"/>
                  </a:ext>
                </a:extLst>
              </p:cNvPr>
              <p:cNvSpPr/>
              <p:nvPr/>
            </p:nvSpPr>
            <p:spPr>
              <a:xfrm>
                <a:off x="4238120" y="61419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8" name="Oval 5757">
                <a:extLst>
                  <a:ext uri="{FF2B5EF4-FFF2-40B4-BE49-F238E27FC236}">
                    <a16:creationId xmlns:a16="http://schemas.microsoft.com/office/drawing/2014/main" id="{6503D041-353C-5B00-E369-FEC45AA10DDC}"/>
                  </a:ext>
                </a:extLst>
              </p:cNvPr>
              <p:cNvSpPr/>
              <p:nvPr/>
            </p:nvSpPr>
            <p:spPr>
              <a:xfrm>
                <a:off x="4959028" y="56524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59" name="Oval 5758">
                <a:extLst>
                  <a:ext uri="{FF2B5EF4-FFF2-40B4-BE49-F238E27FC236}">
                    <a16:creationId xmlns:a16="http://schemas.microsoft.com/office/drawing/2014/main" id="{6569F7CF-7019-A882-5EEE-D199441B24EC}"/>
                  </a:ext>
                </a:extLst>
              </p:cNvPr>
              <p:cNvSpPr/>
              <p:nvPr/>
            </p:nvSpPr>
            <p:spPr>
              <a:xfrm>
                <a:off x="4166840" y="606732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0" name="Oval 5759">
                <a:extLst>
                  <a:ext uri="{FF2B5EF4-FFF2-40B4-BE49-F238E27FC236}">
                    <a16:creationId xmlns:a16="http://schemas.microsoft.com/office/drawing/2014/main" id="{DD3B4E6D-E447-42A0-9EF0-75033C18522B}"/>
                  </a:ext>
                </a:extLst>
              </p:cNvPr>
              <p:cNvSpPr/>
              <p:nvPr/>
            </p:nvSpPr>
            <p:spPr>
              <a:xfrm>
                <a:off x="4170979" y="608210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1" name="Oval 5760">
                <a:extLst>
                  <a:ext uri="{FF2B5EF4-FFF2-40B4-BE49-F238E27FC236}">
                    <a16:creationId xmlns:a16="http://schemas.microsoft.com/office/drawing/2014/main" id="{95796FAE-26FD-B493-6FCC-FE79DCEECAC3}"/>
                  </a:ext>
                </a:extLst>
              </p:cNvPr>
              <p:cNvSpPr/>
              <p:nvPr/>
            </p:nvSpPr>
            <p:spPr>
              <a:xfrm>
                <a:off x="4125711" y="599275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2" name="Oval 5761">
                <a:extLst>
                  <a:ext uri="{FF2B5EF4-FFF2-40B4-BE49-F238E27FC236}">
                    <a16:creationId xmlns:a16="http://schemas.microsoft.com/office/drawing/2014/main" id="{C6CFE591-31D4-A883-7EC9-FEEF5AE9FDB2}"/>
                  </a:ext>
                </a:extLst>
              </p:cNvPr>
              <p:cNvSpPr/>
              <p:nvPr/>
            </p:nvSpPr>
            <p:spPr>
              <a:xfrm>
                <a:off x="4858696" y="54913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3" name="Oval 5762">
                <a:extLst>
                  <a:ext uri="{FF2B5EF4-FFF2-40B4-BE49-F238E27FC236}">
                    <a16:creationId xmlns:a16="http://schemas.microsoft.com/office/drawing/2014/main" id="{C9273B8E-6076-B9F9-13FB-1E5C55740CDC}"/>
                  </a:ext>
                </a:extLst>
              </p:cNvPr>
              <p:cNvSpPr/>
              <p:nvPr/>
            </p:nvSpPr>
            <p:spPr>
              <a:xfrm>
                <a:off x="4889522" y="54956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4" name="Oval 5763">
                <a:extLst>
                  <a:ext uri="{FF2B5EF4-FFF2-40B4-BE49-F238E27FC236}">
                    <a16:creationId xmlns:a16="http://schemas.microsoft.com/office/drawing/2014/main" id="{815F95E4-84FF-D4D7-E787-857B67B0B121}"/>
                  </a:ext>
                </a:extLst>
              </p:cNvPr>
              <p:cNvSpPr/>
              <p:nvPr/>
            </p:nvSpPr>
            <p:spPr>
              <a:xfrm>
                <a:off x="4406355" y="63386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5" name="Oval 5764">
                <a:extLst>
                  <a:ext uri="{FF2B5EF4-FFF2-40B4-BE49-F238E27FC236}">
                    <a16:creationId xmlns:a16="http://schemas.microsoft.com/office/drawing/2014/main" id="{6C933179-2773-3E93-BA57-9DB3A5F4F4DB}"/>
                  </a:ext>
                </a:extLst>
              </p:cNvPr>
              <p:cNvSpPr/>
              <p:nvPr/>
            </p:nvSpPr>
            <p:spPr>
              <a:xfrm>
                <a:off x="5104713" y="650548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6" name="Oval 5765">
                <a:extLst>
                  <a:ext uri="{FF2B5EF4-FFF2-40B4-BE49-F238E27FC236}">
                    <a16:creationId xmlns:a16="http://schemas.microsoft.com/office/drawing/2014/main" id="{B88A5173-6592-09DF-C145-D930363D76CC}"/>
                  </a:ext>
                </a:extLst>
              </p:cNvPr>
              <p:cNvSpPr/>
              <p:nvPr/>
            </p:nvSpPr>
            <p:spPr>
              <a:xfrm>
                <a:off x="4885384" y="550460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7" name="Oval 5766">
                <a:extLst>
                  <a:ext uri="{FF2B5EF4-FFF2-40B4-BE49-F238E27FC236}">
                    <a16:creationId xmlns:a16="http://schemas.microsoft.com/office/drawing/2014/main" id="{DA4917EA-3AD3-8C16-EFE0-E244496464E4}"/>
                  </a:ext>
                </a:extLst>
              </p:cNvPr>
              <p:cNvSpPr/>
              <p:nvPr/>
            </p:nvSpPr>
            <p:spPr>
              <a:xfrm>
                <a:off x="4890958" y="546111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8" name="Oval 5767">
                <a:extLst>
                  <a:ext uri="{FF2B5EF4-FFF2-40B4-BE49-F238E27FC236}">
                    <a16:creationId xmlns:a16="http://schemas.microsoft.com/office/drawing/2014/main" id="{FD84AF9F-C378-4B6F-8955-C78EC37A8105}"/>
                  </a:ext>
                </a:extLst>
              </p:cNvPr>
              <p:cNvSpPr/>
              <p:nvPr/>
            </p:nvSpPr>
            <p:spPr>
              <a:xfrm>
                <a:off x="4356611" y="63515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69" name="Oval 5768">
                <a:extLst>
                  <a:ext uri="{FF2B5EF4-FFF2-40B4-BE49-F238E27FC236}">
                    <a16:creationId xmlns:a16="http://schemas.microsoft.com/office/drawing/2014/main" id="{9512593A-0D29-9C45-419A-7B962A1E15AB}"/>
                  </a:ext>
                </a:extLst>
              </p:cNvPr>
              <p:cNvSpPr/>
              <p:nvPr/>
            </p:nvSpPr>
            <p:spPr>
              <a:xfrm>
                <a:off x="4120559" y="61395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0" name="Oval 5769">
                <a:extLst>
                  <a:ext uri="{FF2B5EF4-FFF2-40B4-BE49-F238E27FC236}">
                    <a16:creationId xmlns:a16="http://schemas.microsoft.com/office/drawing/2014/main" id="{4A7C076F-8840-37C1-B6D1-79B662DC5E90}"/>
                  </a:ext>
                </a:extLst>
              </p:cNvPr>
              <p:cNvSpPr/>
              <p:nvPr/>
            </p:nvSpPr>
            <p:spPr>
              <a:xfrm>
                <a:off x="4393180" y="63889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1" name="Oval 5770">
                <a:extLst>
                  <a:ext uri="{FF2B5EF4-FFF2-40B4-BE49-F238E27FC236}">
                    <a16:creationId xmlns:a16="http://schemas.microsoft.com/office/drawing/2014/main" id="{F00D300D-666E-E5C1-8D38-294420DE293A}"/>
                  </a:ext>
                </a:extLst>
              </p:cNvPr>
              <p:cNvSpPr/>
              <p:nvPr/>
            </p:nvSpPr>
            <p:spPr>
              <a:xfrm>
                <a:off x="4517835" y="62657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2" name="Oval 5771">
                <a:extLst>
                  <a:ext uri="{FF2B5EF4-FFF2-40B4-BE49-F238E27FC236}">
                    <a16:creationId xmlns:a16="http://schemas.microsoft.com/office/drawing/2014/main" id="{E145DF5B-0725-11D2-D2A7-98CF1BAB2597}"/>
                  </a:ext>
                </a:extLst>
              </p:cNvPr>
              <p:cNvSpPr/>
              <p:nvPr/>
            </p:nvSpPr>
            <p:spPr>
              <a:xfrm>
                <a:off x="4114563" y="61426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3" name="Oval 5772">
                <a:extLst>
                  <a:ext uri="{FF2B5EF4-FFF2-40B4-BE49-F238E27FC236}">
                    <a16:creationId xmlns:a16="http://schemas.microsoft.com/office/drawing/2014/main" id="{381F66A2-4707-A79F-AE31-F8CB3B136A82}"/>
                  </a:ext>
                </a:extLst>
              </p:cNvPr>
              <p:cNvSpPr/>
              <p:nvPr/>
            </p:nvSpPr>
            <p:spPr>
              <a:xfrm>
                <a:off x="4064059" y="588549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4" name="Oval 5773">
                <a:extLst>
                  <a:ext uri="{FF2B5EF4-FFF2-40B4-BE49-F238E27FC236}">
                    <a16:creationId xmlns:a16="http://schemas.microsoft.com/office/drawing/2014/main" id="{4741736B-FC27-699B-143C-9071764CEEBB}"/>
                  </a:ext>
                </a:extLst>
              </p:cNvPr>
              <p:cNvSpPr/>
              <p:nvPr/>
            </p:nvSpPr>
            <p:spPr>
              <a:xfrm>
                <a:off x="4960633" y="55170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5" name="Oval 5774">
                <a:extLst>
                  <a:ext uri="{FF2B5EF4-FFF2-40B4-BE49-F238E27FC236}">
                    <a16:creationId xmlns:a16="http://schemas.microsoft.com/office/drawing/2014/main" id="{0502CF25-00B9-3673-7F1A-559AF81091D6}"/>
                  </a:ext>
                </a:extLst>
              </p:cNvPr>
              <p:cNvSpPr/>
              <p:nvPr/>
            </p:nvSpPr>
            <p:spPr>
              <a:xfrm>
                <a:off x="4923642" y="55571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6" name="Oval 5775">
                <a:extLst>
                  <a:ext uri="{FF2B5EF4-FFF2-40B4-BE49-F238E27FC236}">
                    <a16:creationId xmlns:a16="http://schemas.microsoft.com/office/drawing/2014/main" id="{859FBA09-95B4-F560-380C-74F12CDEE220}"/>
                  </a:ext>
                </a:extLst>
              </p:cNvPr>
              <p:cNvSpPr/>
              <p:nvPr/>
            </p:nvSpPr>
            <p:spPr>
              <a:xfrm>
                <a:off x="4889775" y="547301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7" name="Oval 5776">
                <a:extLst>
                  <a:ext uri="{FF2B5EF4-FFF2-40B4-BE49-F238E27FC236}">
                    <a16:creationId xmlns:a16="http://schemas.microsoft.com/office/drawing/2014/main" id="{182B7350-B299-898C-6457-A025A2354F40}"/>
                  </a:ext>
                </a:extLst>
              </p:cNvPr>
              <p:cNvSpPr/>
              <p:nvPr/>
            </p:nvSpPr>
            <p:spPr>
              <a:xfrm>
                <a:off x="4318775" y="629341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8" name="Oval 5777">
                <a:extLst>
                  <a:ext uri="{FF2B5EF4-FFF2-40B4-BE49-F238E27FC236}">
                    <a16:creationId xmlns:a16="http://schemas.microsoft.com/office/drawing/2014/main" id="{79F24FE4-45F0-963A-B894-B419042AC6BE}"/>
                  </a:ext>
                </a:extLst>
              </p:cNvPr>
              <p:cNvSpPr/>
              <p:nvPr/>
            </p:nvSpPr>
            <p:spPr>
              <a:xfrm>
                <a:off x="4311765" y="63646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79" name="Oval 5778">
                <a:extLst>
                  <a:ext uri="{FF2B5EF4-FFF2-40B4-BE49-F238E27FC236}">
                    <a16:creationId xmlns:a16="http://schemas.microsoft.com/office/drawing/2014/main" id="{9DA8433F-1A70-4CBC-E4D2-051547530088}"/>
                  </a:ext>
                </a:extLst>
              </p:cNvPr>
              <p:cNvSpPr/>
              <p:nvPr/>
            </p:nvSpPr>
            <p:spPr>
              <a:xfrm>
                <a:off x="4415983" y="63087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0" name="Oval 5779">
                <a:extLst>
                  <a:ext uri="{FF2B5EF4-FFF2-40B4-BE49-F238E27FC236}">
                    <a16:creationId xmlns:a16="http://schemas.microsoft.com/office/drawing/2014/main" id="{A10FEC50-DE0A-2ED2-0769-356BDF33F502}"/>
                  </a:ext>
                </a:extLst>
              </p:cNvPr>
              <p:cNvSpPr/>
              <p:nvPr/>
            </p:nvSpPr>
            <p:spPr>
              <a:xfrm>
                <a:off x="4448667" y="62834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1" name="Oval 5780">
                <a:extLst>
                  <a:ext uri="{FF2B5EF4-FFF2-40B4-BE49-F238E27FC236}">
                    <a16:creationId xmlns:a16="http://schemas.microsoft.com/office/drawing/2014/main" id="{2AC7E3CD-6E99-916B-CC6E-D3BCC89EA1C7}"/>
                  </a:ext>
                </a:extLst>
              </p:cNvPr>
              <p:cNvSpPr/>
              <p:nvPr/>
            </p:nvSpPr>
            <p:spPr>
              <a:xfrm>
                <a:off x="4593845" y="625811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2" name="Oval 5781">
                <a:extLst>
                  <a:ext uri="{FF2B5EF4-FFF2-40B4-BE49-F238E27FC236}">
                    <a16:creationId xmlns:a16="http://schemas.microsoft.com/office/drawing/2014/main" id="{D66A22F4-0BD8-1B21-D95A-F8BF0E9B23D0}"/>
                  </a:ext>
                </a:extLst>
              </p:cNvPr>
              <p:cNvSpPr/>
              <p:nvPr/>
            </p:nvSpPr>
            <p:spPr>
              <a:xfrm>
                <a:off x="4301799" y="63851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3" name="Oval 5782">
                <a:extLst>
                  <a:ext uri="{FF2B5EF4-FFF2-40B4-BE49-F238E27FC236}">
                    <a16:creationId xmlns:a16="http://schemas.microsoft.com/office/drawing/2014/main" id="{2A62CF23-FF61-5DA5-A000-8CECFFA6AAF4}"/>
                  </a:ext>
                </a:extLst>
              </p:cNvPr>
              <p:cNvSpPr/>
              <p:nvPr/>
            </p:nvSpPr>
            <p:spPr>
              <a:xfrm>
                <a:off x="4480000" y="62406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4" name="Oval 5783">
                <a:extLst>
                  <a:ext uri="{FF2B5EF4-FFF2-40B4-BE49-F238E27FC236}">
                    <a16:creationId xmlns:a16="http://schemas.microsoft.com/office/drawing/2014/main" id="{BCE8718A-217C-3EE1-6BFF-99B1A4E4B801}"/>
                  </a:ext>
                </a:extLst>
              </p:cNvPr>
              <p:cNvSpPr/>
              <p:nvPr/>
            </p:nvSpPr>
            <p:spPr>
              <a:xfrm>
                <a:off x="4948387" y="552723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5" name="Oval 5784">
                <a:extLst>
                  <a:ext uri="{FF2B5EF4-FFF2-40B4-BE49-F238E27FC236}">
                    <a16:creationId xmlns:a16="http://schemas.microsoft.com/office/drawing/2014/main" id="{54D35D56-C268-9E2F-DACC-AFCA0F152B84}"/>
                  </a:ext>
                </a:extLst>
              </p:cNvPr>
              <p:cNvSpPr/>
              <p:nvPr/>
            </p:nvSpPr>
            <p:spPr>
              <a:xfrm>
                <a:off x="4929131" y="54776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6" name="Oval 5785">
                <a:extLst>
                  <a:ext uri="{FF2B5EF4-FFF2-40B4-BE49-F238E27FC236}">
                    <a16:creationId xmlns:a16="http://schemas.microsoft.com/office/drawing/2014/main" id="{1EB56537-4347-D0BA-6EA1-FF19EE74C7D5}"/>
                  </a:ext>
                </a:extLst>
              </p:cNvPr>
              <p:cNvSpPr/>
              <p:nvPr/>
            </p:nvSpPr>
            <p:spPr>
              <a:xfrm>
                <a:off x="4369701" y="631359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7" name="Oval 5786">
                <a:extLst>
                  <a:ext uri="{FF2B5EF4-FFF2-40B4-BE49-F238E27FC236}">
                    <a16:creationId xmlns:a16="http://schemas.microsoft.com/office/drawing/2014/main" id="{D1139D26-0174-2E57-7101-3787AF336EF7}"/>
                  </a:ext>
                </a:extLst>
              </p:cNvPr>
              <p:cNvSpPr/>
              <p:nvPr/>
            </p:nvSpPr>
            <p:spPr>
              <a:xfrm>
                <a:off x="4947289" y="55179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8" name="Oval 5787">
                <a:extLst>
                  <a:ext uri="{FF2B5EF4-FFF2-40B4-BE49-F238E27FC236}">
                    <a16:creationId xmlns:a16="http://schemas.microsoft.com/office/drawing/2014/main" id="{AB407636-D197-B892-2A74-8E43E37CA7EF}"/>
                  </a:ext>
                </a:extLst>
              </p:cNvPr>
              <p:cNvSpPr/>
              <p:nvPr/>
            </p:nvSpPr>
            <p:spPr>
              <a:xfrm>
                <a:off x="4517920" y="60117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89" name="Oval 5788">
                <a:extLst>
                  <a:ext uri="{FF2B5EF4-FFF2-40B4-BE49-F238E27FC236}">
                    <a16:creationId xmlns:a16="http://schemas.microsoft.com/office/drawing/2014/main" id="{D9F0EECE-6044-C402-2576-B9794A72A44D}"/>
                  </a:ext>
                </a:extLst>
              </p:cNvPr>
              <p:cNvSpPr/>
              <p:nvPr/>
            </p:nvSpPr>
            <p:spPr>
              <a:xfrm>
                <a:off x="4935212" y="55479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0" name="Oval 5789">
                <a:extLst>
                  <a:ext uri="{FF2B5EF4-FFF2-40B4-BE49-F238E27FC236}">
                    <a16:creationId xmlns:a16="http://schemas.microsoft.com/office/drawing/2014/main" id="{4447C925-CFC9-3BAB-EB8F-ADEBD49D9766}"/>
                  </a:ext>
                </a:extLst>
              </p:cNvPr>
              <p:cNvSpPr/>
              <p:nvPr/>
            </p:nvSpPr>
            <p:spPr>
              <a:xfrm>
                <a:off x="4113549" y="617956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1" name="Oval 5790">
                <a:extLst>
                  <a:ext uri="{FF2B5EF4-FFF2-40B4-BE49-F238E27FC236}">
                    <a16:creationId xmlns:a16="http://schemas.microsoft.com/office/drawing/2014/main" id="{88EE3CC5-32D9-2A68-CABA-C90B54D9A9E2}"/>
                  </a:ext>
                </a:extLst>
              </p:cNvPr>
              <p:cNvSpPr/>
              <p:nvPr/>
            </p:nvSpPr>
            <p:spPr>
              <a:xfrm>
                <a:off x="4886566" y="54704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2" name="Oval 5791">
                <a:extLst>
                  <a:ext uri="{FF2B5EF4-FFF2-40B4-BE49-F238E27FC236}">
                    <a16:creationId xmlns:a16="http://schemas.microsoft.com/office/drawing/2014/main" id="{62571C52-B003-0782-0DD3-B7E79A00C988}"/>
                  </a:ext>
                </a:extLst>
              </p:cNvPr>
              <p:cNvSpPr/>
              <p:nvPr/>
            </p:nvSpPr>
            <p:spPr>
              <a:xfrm>
                <a:off x="4391997" y="635456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3" name="Oval 5792">
                <a:extLst>
                  <a:ext uri="{FF2B5EF4-FFF2-40B4-BE49-F238E27FC236}">
                    <a16:creationId xmlns:a16="http://schemas.microsoft.com/office/drawing/2014/main" id="{3B6A9D17-82A2-CFDA-FE4B-F2A1546076EE}"/>
                  </a:ext>
                </a:extLst>
              </p:cNvPr>
              <p:cNvSpPr/>
              <p:nvPr/>
            </p:nvSpPr>
            <p:spPr>
              <a:xfrm>
                <a:off x="4460490" y="63036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4" name="Oval 5793">
                <a:extLst>
                  <a:ext uri="{FF2B5EF4-FFF2-40B4-BE49-F238E27FC236}">
                    <a16:creationId xmlns:a16="http://schemas.microsoft.com/office/drawing/2014/main" id="{224D4CFE-9B6B-305B-FB80-BCF9BB237B9D}"/>
                  </a:ext>
                </a:extLst>
              </p:cNvPr>
              <p:cNvSpPr/>
              <p:nvPr/>
            </p:nvSpPr>
            <p:spPr>
              <a:xfrm>
                <a:off x="4460322" y="63041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5" name="Oval 5794">
                <a:extLst>
                  <a:ext uri="{FF2B5EF4-FFF2-40B4-BE49-F238E27FC236}">
                    <a16:creationId xmlns:a16="http://schemas.microsoft.com/office/drawing/2014/main" id="{435355AB-B357-9C24-D26F-6EC4424609CE}"/>
                  </a:ext>
                </a:extLst>
              </p:cNvPr>
              <p:cNvSpPr/>
              <p:nvPr/>
            </p:nvSpPr>
            <p:spPr>
              <a:xfrm>
                <a:off x="4340058" y="63005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6" name="Oval 5795">
                <a:extLst>
                  <a:ext uri="{FF2B5EF4-FFF2-40B4-BE49-F238E27FC236}">
                    <a16:creationId xmlns:a16="http://schemas.microsoft.com/office/drawing/2014/main" id="{0A1DE89F-7270-9544-AA4A-4F2A578A0CED}"/>
                  </a:ext>
                </a:extLst>
              </p:cNvPr>
              <p:cNvSpPr/>
              <p:nvPr/>
            </p:nvSpPr>
            <p:spPr>
              <a:xfrm>
                <a:off x="4919672" y="55144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7" name="Oval 5796">
                <a:extLst>
                  <a:ext uri="{FF2B5EF4-FFF2-40B4-BE49-F238E27FC236}">
                    <a16:creationId xmlns:a16="http://schemas.microsoft.com/office/drawing/2014/main" id="{609E6CB8-FBD5-2426-6526-EC6C24026D7C}"/>
                  </a:ext>
                </a:extLst>
              </p:cNvPr>
              <p:cNvSpPr/>
              <p:nvPr/>
            </p:nvSpPr>
            <p:spPr>
              <a:xfrm>
                <a:off x="4156284" y="61282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8" name="Oval 5797">
                <a:extLst>
                  <a:ext uri="{FF2B5EF4-FFF2-40B4-BE49-F238E27FC236}">
                    <a16:creationId xmlns:a16="http://schemas.microsoft.com/office/drawing/2014/main" id="{B87B6281-1C5F-457D-A4A9-6DDF27EB4581}"/>
                  </a:ext>
                </a:extLst>
              </p:cNvPr>
              <p:cNvSpPr/>
              <p:nvPr/>
            </p:nvSpPr>
            <p:spPr>
              <a:xfrm>
                <a:off x="4289976" y="61412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99" name="Oval 5798">
                <a:extLst>
                  <a:ext uri="{FF2B5EF4-FFF2-40B4-BE49-F238E27FC236}">
                    <a16:creationId xmlns:a16="http://schemas.microsoft.com/office/drawing/2014/main" id="{350D2137-D44C-1DF4-ACD8-05A39AB79DB7}"/>
                  </a:ext>
                </a:extLst>
              </p:cNvPr>
              <p:cNvSpPr/>
              <p:nvPr/>
            </p:nvSpPr>
            <p:spPr>
              <a:xfrm>
                <a:off x="4340058" y="61663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0" name="Oval 5799">
                <a:extLst>
                  <a:ext uri="{FF2B5EF4-FFF2-40B4-BE49-F238E27FC236}">
                    <a16:creationId xmlns:a16="http://schemas.microsoft.com/office/drawing/2014/main" id="{49D48279-B420-1253-67C3-08F4B8C86FC9}"/>
                  </a:ext>
                </a:extLst>
              </p:cNvPr>
              <p:cNvSpPr/>
              <p:nvPr/>
            </p:nvSpPr>
            <p:spPr>
              <a:xfrm>
                <a:off x="4163293" y="608329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1" name="Oval 5800">
                <a:extLst>
                  <a:ext uri="{FF2B5EF4-FFF2-40B4-BE49-F238E27FC236}">
                    <a16:creationId xmlns:a16="http://schemas.microsoft.com/office/drawing/2014/main" id="{870CAF47-9613-1301-D349-3AF59BF480E2}"/>
                  </a:ext>
                </a:extLst>
              </p:cNvPr>
              <p:cNvSpPr/>
              <p:nvPr/>
            </p:nvSpPr>
            <p:spPr>
              <a:xfrm>
                <a:off x="4137028" y="61207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2" name="Oval 5801">
                <a:extLst>
                  <a:ext uri="{FF2B5EF4-FFF2-40B4-BE49-F238E27FC236}">
                    <a16:creationId xmlns:a16="http://schemas.microsoft.com/office/drawing/2014/main" id="{D4197924-6327-FED8-4AB6-40A1F8A9805E}"/>
                  </a:ext>
                </a:extLst>
              </p:cNvPr>
              <p:cNvSpPr/>
              <p:nvPr/>
            </p:nvSpPr>
            <p:spPr>
              <a:xfrm>
                <a:off x="4298083" y="632559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3" name="Oval 5802">
                <a:extLst>
                  <a:ext uri="{FF2B5EF4-FFF2-40B4-BE49-F238E27FC236}">
                    <a16:creationId xmlns:a16="http://schemas.microsoft.com/office/drawing/2014/main" id="{4A203BF2-4C3B-77AD-E886-7A6A25447BE5}"/>
                  </a:ext>
                </a:extLst>
              </p:cNvPr>
              <p:cNvSpPr/>
              <p:nvPr/>
            </p:nvSpPr>
            <p:spPr>
              <a:xfrm>
                <a:off x="4364296" y="62598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4" name="Oval 5803">
                <a:extLst>
                  <a:ext uri="{FF2B5EF4-FFF2-40B4-BE49-F238E27FC236}">
                    <a16:creationId xmlns:a16="http://schemas.microsoft.com/office/drawing/2014/main" id="{B66EC46E-B3D1-ACB3-9864-339E790163A6}"/>
                  </a:ext>
                </a:extLst>
              </p:cNvPr>
              <p:cNvSpPr/>
              <p:nvPr/>
            </p:nvSpPr>
            <p:spPr>
              <a:xfrm>
                <a:off x="4481773" y="60705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5" name="Oval 5804">
                <a:extLst>
                  <a:ext uri="{FF2B5EF4-FFF2-40B4-BE49-F238E27FC236}">
                    <a16:creationId xmlns:a16="http://schemas.microsoft.com/office/drawing/2014/main" id="{1162A642-40A4-3930-DC43-1AFF645EBA4C}"/>
                  </a:ext>
                </a:extLst>
              </p:cNvPr>
              <p:cNvSpPr/>
              <p:nvPr/>
            </p:nvSpPr>
            <p:spPr>
              <a:xfrm>
                <a:off x="4906751" y="55190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6" name="Oval 5805">
                <a:extLst>
                  <a:ext uri="{FF2B5EF4-FFF2-40B4-BE49-F238E27FC236}">
                    <a16:creationId xmlns:a16="http://schemas.microsoft.com/office/drawing/2014/main" id="{CB361B38-B38B-4613-7EA6-BC1CCA230555}"/>
                  </a:ext>
                </a:extLst>
              </p:cNvPr>
              <p:cNvSpPr/>
              <p:nvPr/>
            </p:nvSpPr>
            <p:spPr>
              <a:xfrm>
                <a:off x="4362269" y="63686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7" name="Oval 5806">
                <a:extLst>
                  <a:ext uri="{FF2B5EF4-FFF2-40B4-BE49-F238E27FC236}">
                    <a16:creationId xmlns:a16="http://schemas.microsoft.com/office/drawing/2014/main" id="{57D6E6F9-5861-B9CC-D1E5-AB062423A8E7}"/>
                  </a:ext>
                </a:extLst>
              </p:cNvPr>
              <p:cNvSpPr/>
              <p:nvPr/>
            </p:nvSpPr>
            <p:spPr>
              <a:xfrm>
                <a:off x="4235671" y="611791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8" name="Oval 5807">
                <a:extLst>
                  <a:ext uri="{FF2B5EF4-FFF2-40B4-BE49-F238E27FC236}">
                    <a16:creationId xmlns:a16="http://schemas.microsoft.com/office/drawing/2014/main" id="{5081F18F-53FA-3712-8D5C-D2EE43497226}"/>
                  </a:ext>
                </a:extLst>
              </p:cNvPr>
              <p:cNvSpPr/>
              <p:nvPr/>
            </p:nvSpPr>
            <p:spPr>
              <a:xfrm>
                <a:off x="4427722" y="62511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09" name="Oval 5808">
                <a:extLst>
                  <a:ext uri="{FF2B5EF4-FFF2-40B4-BE49-F238E27FC236}">
                    <a16:creationId xmlns:a16="http://schemas.microsoft.com/office/drawing/2014/main" id="{81C1FC52-7342-3C2D-FBCD-2AFDABA554D1}"/>
                  </a:ext>
                </a:extLst>
              </p:cNvPr>
              <p:cNvSpPr/>
              <p:nvPr/>
            </p:nvSpPr>
            <p:spPr>
              <a:xfrm>
                <a:off x="4512768" y="62532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0" name="Oval 5809">
                <a:extLst>
                  <a:ext uri="{FF2B5EF4-FFF2-40B4-BE49-F238E27FC236}">
                    <a16:creationId xmlns:a16="http://schemas.microsoft.com/office/drawing/2014/main" id="{9B60E734-F7D1-10BF-F3BB-E77E8C6B4ECE}"/>
                  </a:ext>
                </a:extLst>
              </p:cNvPr>
              <p:cNvSpPr/>
              <p:nvPr/>
            </p:nvSpPr>
            <p:spPr>
              <a:xfrm>
                <a:off x="4269031" y="63891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1" name="Oval 5810">
                <a:extLst>
                  <a:ext uri="{FF2B5EF4-FFF2-40B4-BE49-F238E27FC236}">
                    <a16:creationId xmlns:a16="http://schemas.microsoft.com/office/drawing/2014/main" id="{B11B9E79-2D2B-A1BA-DB25-B8231EAA479D}"/>
                  </a:ext>
                </a:extLst>
              </p:cNvPr>
              <p:cNvSpPr/>
              <p:nvPr/>
            </p:nvSpPr>
            <p:spPr>
              <a:xfrm>
                <a:off x="4288709" y="611057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2" name="Oval 5811">
                <a:extLst>
                  <a:ext uri="{FF2B5EF4-FFF2-40B4-BE49-F238E27FC236}">
                    <a16:creationId xmlns:a16="http://schemas.microsoft.com/office/drawing/2014/main" id="{D1DA9FD3-EBC6-5D64-F828-AC74B344E4C6}"/>
                  </a:ext>
                </a:extLst>
              </p:cNvPr>
              <p:cNvSpPr/>
              <p:nvPr/>
            </p:nvSpPr>
            <p:spPr>
              <a:xfrm>
                <a:off x="4375191" y="63315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3" name="Oval 5812">
                <a:extLst>
                  <a:ext uri="{FF2B5EF4-FFF2-40B4-BE49-F238E27FC236}">
                    <a16:creationId xmlns:a16="http://schemas.microsoft.com/office/drawing/2014/main" id="{6E484E2F-73C0-A77A-A6BE-36D1D96F0C70}"/>
                  </a:ext>
                </a:extLst>
              </p:cNvPr>
              <p:cNvSpPr/>
              <p:nvPr/>
            </p:nvSpPr>
            <p:spPr>
              <a:xfrm>
                <a:off x="4896701" y="54875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4" name="Oval 5813">
                <a:extLst>
                  <a:ext uri="{FF2B5EF4-FFF2-40B4-BE49-F238E27FC236}">
                    <a16:creationId xmlns:a16="http://schemas.microsoft.com/office/drawing/2014/main" id="{6A4707F8-F9FE-49D1-0612-E93AE797E5FD}"/>
                  </a:ext>
                </a:extLst>
              </p:cNvPr>
              <p:cNvSpPr/>
              <p:nvPr/>
            </p:nvSpPr>
            <p:spPr>
              <a:xfrm>
                <a:off x="4916801" y="558390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5" name="Oval 5814">
                <a:extLst>
                  <a:ext uri="{FF2B5EF4-FFF2-40B4-BE49-F238E27FC236}">
                    <a16:creationId xmlns:a16="http://schemas.microsoft.com/office/drawing/2014/main" id="{5B77A6FA-57C9-097C-E5B9-67471B5A44BE}"/>
                  </a:ext>
                </a:extLst>
              </p:cNvPr>
              <p:cNvSpPr/>
              <p:nvPr/>
            </p:nvSpPr>
            <p:spPr>
              <a:xfrm>
                <a:off x="4412604" y="62883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6" name="Oval 5815">
                <a:extLst>
                  <a:ext uri="{FF2B5EF4-FFF2-40B4-BE49-F238E27FC236}">
                    <a16:creationId xmlns:a16="http://schemas.microsoft.com/office/drawing/2014/main" id="{D1466868-1A2B-7203-18C4-1E804E5FE365}"/>
                  </a:ext>
                </a:extLst>
              </p:cNvPr>
              <p:cNvSpPr/>
              <p:nvPr/>
            </p:nvSpPr>
            <p:spPr>
              <a:xfrm>
                <a:off x="4863932" y="547479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7" name="Oval 5816">
                <a:extLst>
                  <a:ext uri="{FF2B5EF4-FFF2-40B4-BE49-F238E27FC236}">
                    <a16:creationId xmlns:a16="http://schemas.microsoft.com/office/drawing/2014/main" id="{330FAD4D-2518-EE8F-2426-46BFB30E5B89}"/>
                  </a:ext>
                </a:extLst>
              </p:cNvPr>
              <p:cNvSpPr/>
              <p:nvPr/>
            </p:nvSpPr>
            <p:spPr>
              <a:xfrm>
                <a:off x="4168867" y="60564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8" name="Oval 5817">
                <a:extLst>
                  <a:ext uri="{FF2B5EF4-FFF2-40B4-BE49-F238E27FC236}">
                    <a16:creationId xmlns:a16="http://schemas.microsoft.com/office/drawing/2014/main" id="{ADBFDBA5-B1BA-E361-62B3-FE74D88EF741}"/>
                  </a:ext>
                </a:extLst>
              </p:cNvPr>
              <p:cNvSpPr/>
              <p:nvPr/>
            </p:nvSpPr>
            <p:spPr>
              <a:xfrm>
                <a:off x="4384734" y="631435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19" name="Oval 5818">
                <a:extLst>
                  <a:ext uri="{FF2B5EF4-FFF2-40B4-BE49-F238E27FC236}">
                    <a16:creationId xmlns:a16="http://schemas.microsoft.com/office/drawing/2014/main" id="{160DB65E-EA9C-82D1-5056-4C0E51AED7F9}"/>
                  </a:ext>
                </a:extLst>
              </p:cNvPr>
              <p:cNvSpPr/>
              <p:nvPr/>
            </p:nvSpPr>
            <p:spPr>
              <a:xfrm>
                <a:off x="4427384" y="628311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0" name="Oval 5819">
                <a:extLst>
                  <a:ext uri="{FF2B5EF4-FFF2-40B4-BE49-F238E27FC236}">
                    <a16:creationId xmlns:a16="http://schemas.microsoft.com/office/drawing/2014/main" id="{DD0020B2-BC57-0D46-90D9-AE068A2E0A67}"/>
                  </a:ext>
                </a:extLst>
              </p:cNvPr>
              <p:cNvSpPr/>
              <p:nvPr/>
            </p:nvSpPr>
            <p:spPr>
              <a:xfrm>
                <a:off x="4829728" y="55345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1" name="Oval 5820">
                <a:extLst>
                  <a:ext uri="{FF2B5EF4-FFF2-40B4-BE49-F238E27FC236}">
                    <a16:creationId xmlns:a16="http://schemas.microsoft.com/office/drawing/2014/main" id="{451D8BB7-1A63-B303-3B00-0DDC73344C33}"/>
                  </a:ext>
                </a:extLst>
              </p:cNvPr>
              <p:cNvSpPr/>
              <p:nvPr/>
            </p:nvSpPr>
            <p:spPr>
              <a:xfrm>
                <a:off x="4520453" y="601792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2" name="Oval 5821">
                <a:extLst>
                  <a:ext uri="{FF2B5EF4-FFF2-40B4-BE49-F238E27FC236}">
                    <a16:creationId xmlns:a16="http://schemas.microsoft.com/office/drawing/2014/main" id="{E51E1C95-648F-2C99-9665-06DD6C8339D4}"/>
                  </a:ext>
                </a:extLst>
              </p:cNvPr>
              <p:cNvSpPr/>
              <p:nvPr/>
            </p:nvSpPr>
            <p:spPr>
              <a:xfrm>
                <a:off x="4937915" y="545807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3" name="Oval 5822">
                <a:extLst>
                  <a:ext uri="{FF2B5EF4-FFF2-40B4-BE49-F238E27FC236}">
                    <a16:creationId xmlns:a16="http://schemas.microsoft.com/office/drawing/2014/main" id="{165A63DD-1EA1-9E3B-5081-BDFA4512F7B5}"/>
                  </a:ext>
                </a:extLst>
              </p:cNvPr>
              <p:cNvSpPr/>
              <p:nvPr/>
            </p:nvSpPr>
            <p:spPr>
              <a:xfrm>
                <a:off x="4916041" y="54660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4" name="Oval 5823">
                <a:extLst>
                  <a:ext uri="{FF2B5EF4-FFF2-40B4-BE49-F238E27FC236}">
                    <a16:creationId xmlns:a16="http://schemas.microsoft.com/office/drawing/2014/main" id="{57776B08-1FAB-3B61-E790-B5DC544733A5}"/>
                  </a:ext>
                </a:extLst>
              </p:cNvPr>
              <p:cNvSpPr/>
              <p:nvPr/>
            </p:nvSpPr>
            <p:spPr>
              <a:xfrm>
                <a:off x="4444444" y="626782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5" name="Oval 5824">
                <a:extLst>
                  <a:ext uri="{FF2B5EF4-FFF2-40B4-BE49-F238E27FC236}">
                    <a16:creationId xmlns:a16="http://schemas.microsoft.com/office/drawing/2014/main" id="{11D28C17-9119-B3DD-A2A7-48667C6803C2}"/>
                  </a:ext>
                </a:extLst>
              </p:cNvPr>
              <p:cNvSpPr/>
              <p:nvPr/>
            </p:nvSpPr>
            <p:spPr>
              <a:xfrm>
                <a:off x="4169036" y="617374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6" name="Oval 5825">
                <a:extLst>
                  <a:ext uri="{FF2B5EF4-FFF2-40B4-BE49-F238E27FC236}">
                    <a16:creationId xmlns:a16="http://schemas.microsoft.com/office/drawing/2014/main" id="{3C502883-D484-27E4-93AC-0BF46350D102}"/>
                  </a:ext>
                </a:extLst>
              </p:cNvPr>
              <p:cNvSpPr/>
              <p:nvPr/>
            </p:nvSpPr>
            <p:spPr>
              <a:xfrm>
                <a:off x="4372066" y="62574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7" name="Oval 5826">
                <a:extLst>
                  <a:ext uri="{FF2B5EF4-FFF2-40B4-BE49-F238E27FC236}">
                    <a16:creationId xmlns:a16="http://schemas.microsoft.com/office/drawing/2014/main" id="{36E39981-8588-1A10-27B7-311B84D48000}"/>
                  </a:ext>
                </a:extLst>
              </p:cNvPr>
              <p:cNvSpPr/>
              <p:nvPr/>
            </p:nvSpPr>
            <p:spPr>
              <a:xfrm>
                <a:off x="4936817" y="55106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8" name="Oval 5827">
                <a:extLst>
                  <a:ext uri="{FF2B5EF4-FFF2-40B4-BE49-F238E27FC236}">
                    <a16:creationId xmlns:a16="http://schemas.microsoft.com/office/drawing/2014/main" id="{80C90E10-75AD-957A-7901-FFE7DF968562}"/>
                  </a:ext>
                </a:extLst>
              </p:cNvPr>
              <p:cNvSpPr/>
              <p:nvPr/>
            </p:nvSpPr>
            <p:spPr>
              <a:xfrm>
                <a:off x="4344956" y="63377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29" name="Oval 5828">
                <a:extLst>
                  <a:ext uri="{FF2B5EF4-FFF2-40B4-BE49-F238E27FC236}">
                    <a16:creationId xmlns:a16="http://schemas.microsoft.com/office/drawing/2014/main" id="{C7BDE2AC-EC0F-671D-42E8-503BE58000B5}"/>
                  </a:ext>
                </a:extLst>
              </p:cNvPr>
              <p:cNvSpPr/>
              <p:nvPr/>
            </p:nvSpPr>
            <p:spPr>
              <a:xfrm>
                <a:off x="4404919" y="623640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0" name="Oval 5829">
                <a:extLst>
                  <a:ext uri="{FF2B5EF4-FFF2-40B4-BE49-F238E27FC236}">
                    <a16:creationId xmlns:a16="http://schemas.microsoft.com/office/drawing/2014/main" id="{5C144DFD-65DA-16F4-F3A0-4E61F5B90C6C}"/>
                  </a:ext>
                </a:extLst>
              </p:cNvPr>
              <p:cNvSpPr/>
              <p:nvPr/>
            </p:nvSpPr>
            <p:spPr>
              <a:xfrm>
                <a:off x="4404243" y="551465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1" name="Oval 5830">
                <a:extLst>
                  <a:ext uri="{FF2B5EF4-FFF2-40B4-BE49-F238E27FC236}">
                    <a16:creationId xmlns:a16="http://schemas.microsoft.com/office/drawing/2014/main" id="{0F5FB281-A123-7851-C88A-C89AEE425B34}"/>
                  </a:ext>
                </a:extLst>
              </p:cNvPr>
              <p:cNvSpPr/>
              <p:nvPr/>
            </p:nvSpPr>
            <p:spPr>
              <a:xfrm>
                <a:off x="4417418" y="63036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2" name="Oval 5831">
                <a:extLst>
                  <a:ext uri="{FF2B5EF4-FFF2-40B4-BE49-F238E27FC236}">
                    <a16:creationId xmlns:a16="http://schemas.microsoft.com/office/drawing/2014/main" id="{28C1FB40-340A-961D-4BDC-991F313DDCCA}"/>
                  </a:ext>
                </a:extLst>
              </p:cNvPr>
              <p:cNvSpPr/>
              <p:nvPr/>
            </p:nvSpPr>
            <p:spPr>
              <a:xfrm>
                <a:off x="4303995" y="609849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3" name="Oval 5832">
                <a:extLst>
                  <a:ext uri="{FF2B5EF4-FFF2-40B4-BE49-F238E27FC236}">
                    <a16:creationId xmlns:a16="http://schemas.microsoft.com/office/drawing/2014/main" id="{77E386C3-7F03-1E43-0155-690623C85624}"/>
                  </a:ext>
                </a:extLst>
              </p:cNvPr>
              <p:cNvSpPr/>
              <p:nvPr/>
            </p:nvSpPr>
            <p:spPr>
              <a:xfrm>
                <a:off x="4419530" y="629839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4" name="Oval 5833">
                <a:extLst>
                  <a:ext uri="{FF2B5EF4-FFF2-40B4-BE49-F238E27FC236}">
                    <a16:creationId xmlns:a16="http://schemas.microsoft.com/office/drawing/2014/main" id="{2B854609-B8A2-78BB-CAED-FCCB14B02E61}"/>
                  </a:ext>
                </a:extLst>
              </p:cNvPr>
              <p:cNvSpPr/>
              <p:nvPr/>
            </p:nvSpPr>
            <p:spPr>
              <a:xfrm>
                <a:off x="4151047" y="61403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5" name="Oval 5834">
                <a:extLst>
                  <a:ext uri="{FF2B5EF4-FFF2-40B4-BE49-F238E27FC236}">
                    <a16:creationId xmlns:a16="http://schemas.microsoft.com/office/drawing/2014/main" id="{DDF6B713-FAEB-D619-E895-3E779B1359B0}"/>
                  </a:ext>
                </a:extLst>
              </p:cNvPr>
              <p:cNvSpPr/>
              <p:nvPr/>
            </p:nvSpPr>
            <p:spPr>
              <a:xfrm>
                <a:off x="4357793" y="63208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6" name="Oval 5835">
                <a:extLst>
                  <a:ext uri="{FF2B5EF4-FFF2-40B4-BE49-F238E27FC236}">
                    <a16:creationId xmlns:a16="http://schemas.microsoft.com/office/drawing/2014/main" id="{1B8B911E-BFC8-8280-A8E9-5D9CE6CC1CCA}"/>
                  </a:ext>
                </a:extLst>
              </p:cNvPr>
              <p:cNvSpPr/>
              <p:nvPr/>
            </p:nvSpPr>
            <p:spPr>
              <a:xfrm>
                <a:off x="4381525" y="62247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7" name="Oval 5836">
                <a:extLst>
                  <a:ext uri="{FF2B5EF4-FFF2-40B4-BE49-F238E27FC236}">
                    <a16:creationId xmlns:a16="http://schemas.microsoft.com/office/drawing/2014/main" id="{6BD34385-D7CC-ED83-C312-AA6069E92B27}"/>
                  </a:ext>
                </a:extLst>
              </p:cNvPr>
              <p:cNvSpPr/>
              <p:nvPr/>
            </p:nvSpPr>
            <p:spPr>
              <a:xfrm>
                <a:off x="4446302" y="61702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8" name="Oval 5837">
                <a:extLst>
                  <a:ext uri="{FF2B5EF4-FFF2-40B4-BE49-F238E27FC236}">
                    <a16:creationId xmlns:a16="http://schemas.microsoft.com/office/drawing/2014/main" id="{0F991D03-2F14-FFF0-1750-4BE2DBB8D6A8}"/>
                  </a:ext>
                </a:extLst>
              </p:cNvPr>
              <p:cNvSpPr/>
              <p:nvPr/>
            </p:nvSpPr>
            <p:spPr>
              <a:xfrm>
                <a:off x="4329247" y="63867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39" name="Oval 5838">
                <a:extLst>
                  <a:ext uri="{FF2B5EF4-FFF2-40B4-BE49-F238E27FC236}">
                    <a16:creationId xmlns:a16="http://schemas.microsoft.com/office/drawing/2014/main" id="{4458F69C-BEB8-896C-2F5F-51B0854F5F4B}"/>
                  </a:ext>
                </a:extLst>
              </p:cNvPr>
              <p:cNvSpPr/>
              <p:nvPr/>
            </p:nvSpPr>
            <p:spPr>
              <a:xfrm>
                <a:off x="4582528" y="57333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0" name="Oval 5839">
                <a:extLst>
                  <a:ext uri="{FF2B5EF4-FFF2-40B4-BE49-F238E27FC236}">
                    <a16:creationId xmlns:a16="http://schemas.microsoft.com/office/drawing/2014/main" id="{70A3B08E-EEAE-4FA1-06D4-5FF1C05EF952}"/>
                  </a:ext>
                </a:extLst>
              </p:cNvPr>
              <p:cNvSpPr/>
              <p:nvPr/>
            </p:nvSpPr>
            <p:spPr>
              <a:xfrm>
                <a:off x="4429327" y="54248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1" name="Oval 5840">
                <a:extLst>
                  <a:ext uri="{FF2B5EF4-FFF2-40B4-BE49-F238E27FC236}">
                    <a16:creationId xmlns:a16="http://schemas.microsoft.com/office/drawing/2014/main" id="{954EC273-045C-094A-C172-6D4E770BBE38}"/>
                  </a:ext>
                </a:extLst>
              </p:cNvPr>
              <p:cNvSpPr/>
              <p:nvPr/>
            </p:nvSpPr>
            <p:spPr>
              <a:xfrm>
                <a:off x="4333977" y="63201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2" name="Oval 5841">
                <a:extLst>
                  <a:ext uri="{FF2B5EF4-FFF2-40B4-BE49-F238E27FC236}">
                    <a16:creationId xmlns:a16="http://schemas.microsoft.com/office/drawing/2014/main" id="{68E5A517-5BB6-E716-8CD9-CA23C318C7E5}"/>
                  </a:ext>
                </a:extLst>
              </p:cNvPr>
              <p:cNvSpPr/>
              <p:nvPr/>
            </p:nvSpPr>
            <p:spPr>
              <a:xfrm>
                <a:off x="4703383" y="607492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3" name="Oval 5842">
                <a:extLst>
                  <a:ext uri="{FF2B5EF4-FFF2-40B4-BE49-F238E27FC236}">
                    <a16:creationId xmlns:a16="http://schemas.microsoft.com/office/drawing/2014/main" id="{8CEF61B5-E3C0-A055-2EE3-118109D5417F}"/>
                  </a:ext>
                </a:extLst>
              </p:cNvPr>
              <p:cNvSpPr/>
              <p:nvPr/>
            </p:nvSpPr>
            <p:spPr>
              <a:xfrm>
                <a:off x="4406017" y="632483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4" name="Oval 5843">
                <a:extLst>
                  <a:ext uri="{FF2B5EF4-FFF2-40B4-BE49-F238E27FC236}">
                    <a16:creationId xmlns:a16="http://schemas.microsoft.com/office/drawing/2014/main" id="{EB01C326-D78B-B5F6-2AF4-57630A198D14}"/>
                  </a:ext>
                </a:extLst>
              </p:cNvPr>
              <p:cNvSpPr/>
              <p:nvPr/>
            </p:nvSpPr>
            <p:spPr>
              <a:xfrm>
                <a:off x="4215824" y="635244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5" name="Oval 5844">
                <a:extLst>
                  <a:ext uri="{FF2B5EF4-FFF2-40B4-BE49-F238E27FC236}">
                    <a16:creationId xmlns:a16="http://schemas.microsoft.com/office/drawing/2014/main" id="{159BDD5E-1350-A913-182E-04D7ECA5982C}"/>
                  </a:ext>
                </a:extLst>
              </p:cNvPr>
              <p:cNvSpPr/>
              <p:nvPr/>
            </p:nvSpPr>
            <p:spPr>
              <a:xfrm>
                <a:off x="4421810" y="63200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6" name="Oval 5845">
                <a:extLst>
                  <a:ext uri="{FF2B5EF4-FFF2-40B4-BE49-F238E27FC236}">
                    <a16:creationId xmlns:a16="http://schemas.microsoft.com/office/drawing/2014/main" id="{8F9C4CDA-B85D-737F-3642-FA20B20FE095}"/>
                  </a:ext>
                </a:extLst>
              </p:cNvPr>
              <p:cNvSpPr/>
              <p:nvPr/>
            </p:nvSpPr>
            <p:spPr>
              <a:xfrm>
                <a:off x="4207041" y="62462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7" name="Oval 5846">
                <a:extLst>
                  <a:ext uri="{FF2B5EF4-FFF2-40B4-BE49-F238E27FC236}">
                    <a16:creationId xmlns:a16="http://schemas.microsoft.com/office/drawing/2014/main" id="{16015D65-8893-0DFF-D5BC-8171BF77A644}"/>
                  </a:ext>
                </a:extLst>
              </p:cNvPr>
              <p:cNvSpPr/>
              <p:nvPr/>
            </p:nvSpPr>
            <p:spPr>
              <a:xfrm>
                <a:off x="4892562" y="54663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8" name="Oval 5847">
                <a:extLst>
                  <a:ext uri="{FF2B5EF4-FFF2-40B4-BE49-F238E27FC236}">
                    <a16:creationId xmlns:a16="http://schemas.microsoft.com/office/drawing/2014/main" id="{09AC1364-ECD7-5029-9F92-CD12D8707128}"/>
                  </a:ext>
                </a:extLst>
              </p:cNvPr>
              <p:cNvSpPr/>
              <p:nvPr/>
            </p:nvSpPr>
            <p:spPr>
              <a:xfrm>
                <a:off x="4930736" y="55668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49" name="Oval 5848">
                <a:extLst>
                  <a:ext uri="{FF2B5EF4-FFF2-40B4-BE49-F238E27FC236}">
                    <a16:creationId xmlns:a16="http://schemas.microsoft.com/office/drawing/2014/main" id="{DAA468F6-85F1-B80F-DCB8-432519CE2843}"/>
                  </a:ext>
                </a:extLst>
              </p:cNvPr>
              <p:cNvSpPr/>
              <p:nvPr/>
            </p:nvSpPr>
            <p:spPr>
              <a:xfrm>
                <a:off x="4421979" y="62755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0" name="Oval 5849">
                <a:extLst>
                  <a:ext uri="{FF2B5EF4-FFF2-40B4-BE49-F238E27FC236}">
                    <a16:creationId xmlns:a16="http://schemas.microsoft.com/office/drawing/2014/main" id="{923D3337-7205-38A9-149B-A16C73F140C6}"/>
                  </a:ext>
                </a:extLst>
              </p:cNvPr>
              <p:cNvSpPr/>
              <p:nvPr/>
            </p:nvSpPr>
            <p:spPr>
              <a:xfrm>
                <a:off x="4583372" y="63889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1" name="Oval 5850">
                <a:extLst>
                  <a:ext uri="{FF2B5EF4-FFF2-40B4-BE49-F238E27FC236}">
                    <a16:creationId xmlns:a16="http://schemas.microsoft.com/office/drawing/2014/main" id="{9849946C-814A-1DAF-731C-6AD08F3FBC08}"/>
                  </a:ext>
                </a:extLst>
              </p:cNvPr>
              <p:cNvSpPr/>
              <p:nvPr/>
            </p:nvSpPr>
            <p:spPr>
              <a:xfrm>
                <a:off x="4415898" y="61883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2" name="Oval 5851">
                <a:extLst>
                  <a:ext uri="{FF2B5EF4-FFF2-40B4-BE49-F238E27FC236}">
                    <a16:creationId xmlns:a16="http://schemas.microsoft.com/office/drawing/2014/main" id="{F6BDF159-E814-4E06-508E-D284EA36C3F0}"/>
                  </a:ext>
                </a:extLst>
              </p:cNvPr>
              <p:cNvSpPr/>
              <p:nvPr/>
            </p:nvSpPr>
            <p:spPr>
              <a:xfrm>
                <a:off x="4896954" y="55321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3" name="Oval 5852">
                <a:extLst>
                  <a:ext uri="{FF2B5EF4-FFF2-40B4-BE49-F238E27FC236}">
                    <a16:creationId xmlns:a16="http://schemas.microsoft.com/office/drawing/2014/main" id="{C7C0BB6B-61BA-F033-022B-EB56A7733A05}"/>
                  </a:ext>
                </a:extLst>
              </p:cNvPr>
              <p:cNvSpPr/>
              <p:nvPr/>
            </p:nvSpPr>
            <p:spPr>
              <a:xfrm>
                <a:off x="4102317" y="617247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4" name="Oval 5853">
                <a:extLst>
                  <a:ext uri="{FF2B5EF4-FFF2-40B4-BE49-F238E27FC236}">
                    <a16:creationId xmlns:a16="http://schemas.microsoft.com/office/drawing/2014/main" id="{CE904820-EF7B-35E1-410B-3381D009878B}"/>
                  </a:ext>
                </a:extLst>
              </p:cNvPr>
              <p:cNvSpPr/>
              <p:nvPr/>
            </p:nvSpPr>
            <p:spPr>
              <a:xfrm>
                <a:off x="4387184" y="62435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5" name="Oval 5854">
                <a:extLst>
                  <a:ext uri="{FF2B5EF4-FFF2-40B4-BE49-F238E27FC236}">
                    <a16:creationId xmlns:a16="http://schemas.microsoft.com/office/drawing/2014/main" id="{402018CD-43AA-ED2B-689A-D1F7E9C678A0}"/>
                  </a:ext>
                </a:extLst>
              </p:cNvPr>
              <p:cNvSpPr/>
              <p:nvPr/>
            </p:nvSpPr>
            <p:spPr>
              <a:xfrm>
                <a:off x="4326376" y="612340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6" name="Oval 5855">
                <a:extLst>
                  <a:ext uri="{FF2B5EF4-FFF2-40B4-BE49-F238E27FC236}">
                    <a16:creationId xmlns:a16="http://schemas.microsoft.com/office/drawing/2014/main" id="{3F5D1178-C679-1BCB-E6A2-6406840B0777}"/>
                  </a:ext>
                </a:extLst>
              </p:cNvPr>
              <p:cNvSpPr/>
              <p:nvPr/>
            </p:nvSpPr>
            <p:spPr>
              <a:xfrm>
                <a:off x="4436843" y="62019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7" name="Oval 5856">
                <a:extLst>
                  <a:ext uri="{FF2B5EF4-FFF2-40B4-BE49-F238E27FC236}">
                    <a16:creationId xmlns:a16="http://schemas.microsoft.com/office/drawing/2014/main" id="{926164A9-80A8-4FD8-73C5-421E175E0ACF}"/>
                  </a:ext>
                </a:extLst>
              </p:cNvPr>
              <p:cNvSpPr/>
              <p:nvPr/>
            </p:nvSpPr>
            <p:spPr>
              <a:xfrm>
                <a:off x="4372066" y="62826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8" name="Oval 5857">
                <a:extLst>
                  <a:ext uri="{FF2B5EF4-FFF2-40B4-BE49-F238E27FC236}">
                    <a16:creationId xmlns:a16="http://schemas.microsoft.com/office/drawing/2014/main" id="{EC1BCAF0-AF26-56FF-F8AC-C615EEFD7E77}"/>
                  </a:ext>
                </a:extLst>
              </p:cNvPr>
              <p:cNvSpPr/>
              <p:nvPr/>
            </p:nvSpPr>
            <p:spPr>
              <a:xfrm>
                <a:off x="4873391" y="546972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59" name="Oval 5858">
                <a:extLst>
                  <a:ext uri="{FF2B5EF4-FFF2-40B4-BE49-F238E27FC236}">
                    <a16:creationId xmlns:a16="http://schemas.microsoft.com/office/drawing/2014/main" id="{41D0F8DB-3A52-B640-14C9-0961FCC04494}"/>
                  </a:ext>
                </a:extLst>
              </p:cNvPr>
              <p:cNvSpPr/>
              <p:nvPr/>
            </p:nvSpPr>
            <p:spPr>
              <a:xfrm>
                <a:off x="4126133" y="61777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0" name="Oval 5859">
                <a:extLst>
                  <a:ext uri="{FF2B5EF4-FFF2-40B4-BE49-F238E27FC236}">
                    <a16:creationId xmlns:a16="http://schemas.microsoft.com/office/drawing/2014/main" id="{7148F3FB-5163-8349-28D1-DFB117FE424C}"/>
                  </a:ext>
                </a:extLst>
              </p:cNvPr>
              <p:cNvSpPr/>
              <p:nvPr/>
            </p:nvSpPr>
            <p:spPr>
              <a:xfrm>
                <a:off x="4413196" y="62799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1" name="Oval 5860">
                <a:extLst>
                  <a:ext uri="{FF2B5EF4-FFF2-40B4-BE49-F238E27FC236}">
                    <a16:creationId xmlns:a16="http://schemas.microsoft.com/office/drawing/2014/main" id="{FFDC632C-F7BE-3F72-25C4-FB5DBB2331D0}"/>
                  </a:ext>
                </a:extLst>
              </p:cNvPr>
              <p:cNvSpPr/>
              <p:nvPr/>
            </p:nvSpPr>
            <p:spPr>
              <a:xfrm>
                <a:off x="4934199" y="551761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2" name="Oval 5861">
                <a:extLst>
                  <a:ext uri="{FF2B5EF4-FFF2-40B4-BE49-F238E27FC236}">
                    <a16:creationId xmlns:a16="http://schemas.microsoft.com/office/drawing/2014/main" id="{874F4E5F-139E-FA4B-19F6-00E762C9A9E2}"/>
                  </a:ext>
                </a:extLst>
              </p:cNvPr>
              <p:cNvSpPr/>
              <p:nvPr/>
            </p:nvSpPr>
            <p:spPr>
              <a:xfrm>
                <a:off x="4452045" y="622357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3" name="Oval 5862">
                <a:extLst>
                  <a:ext uri="{FF2B5EF4-FFF2-40B4-BE49-F238E27FC236}">
                    <a16:creationId xmlns:a16="http://schemas.microsoft.com/office/drawing/2014/main" id="{621635AC-0E0C-21FE-D3A3-87DA35379F86}"/>
                  </a:ext>
                </a:extLst>
              </p:cNvPr>
              <p:cNvSpPr/>
              <p:nvPr/>
            </p:nvSpPr>
            <p:spPr>
              <a:xfrm>
                <a:off x="4938759" y="56087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4" name="Oval 5863">
                <a:extLst>
                  <a:ext uri="{FF2B5EF4-FFF2-40B4-BE49-F238E27FC236}">
                    <a16:creationId xmlns:a16="http://schemas.microsoft.com/office/drawing/2014/main" id="{3E0641CC-AA09-7622-6F4C-8C519764B150}"/>
                  </a:ext>
                </a:extLst>
              </p:cNvPr>
              <p:cNvSpPr/>
              <p:nvPr/>
            </p:nvSpPr>
            <p:spPr>
              <a:xfrm>
                <a:off x="4131792" y="61415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5" name="Oval 5864">
                <a:extLst>
                  <a:ext uri="{FF2B5EF4-FFF2-40B4-BE49-F238E27FC236}">
                    <a16:creationId xmlns:a16="http://schemas.microsoft.com/office/drawing/2014/main" id="{558902C3-7A11-5DAA-7458-6112E6EADA76}"/>
                  </a:ext>
                </a:extLst>
              </p:cNvPr>
              <p:cNvSpPr/>
              <p:nvPr/>
            </p:nvSpPr>
            <p:spPr>
              <a:xfrm>
                <a:off x="4538105" y="62166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6" name="Oval 5865">
                <a:extLst>
                  <a:ext uri="{FF2B5EF4-FFF2-40B4-BE49-F238E27FC236}">
                    <a16:creationId xmlns:a16="http://schemas.microsoft.com/office/drawing/2014/main" id="{FE9611F7-3CB8-9DB3-92D3-E7219EE2D955}"/>
                  </a:ext>
                </a:extLst>
              </p:cNvPr>
              <p:cNvSpPr/>
              <p:nvPr/>
            </p:nvSpPr>
            <p:spPr>
              <a:xfrm>
                <a:off x="4944418" y="549700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7" name="Oval 5866">
                <a:extLst>
                  <a:ext uri="{FF2B5EF4-FFF2-40B4-BE49-F238E27FC236}">
                    <a16:creationId xmlns:a16="http://schemas.microsoft.com/office/drawing/2014/main" id="{C0C52624-E974-DF2E-F007-ABB663FD2E9F}"/>
                  </a:ext>
                </a:extLst>
              </p:cNvPr>
              <p:cNvSpPr/>
              <p:nvPr/>
            </p:nvSpPr>
            <p:spPr>
              <a:xfrm>
                <a:off x="4447569" y="62178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8" name="Oval 5867">
                <a:extLst>
                  <a:ext uri="{FF2B5EF4-FFF2-40B4-BE49-F238E27FC236}">
                    <a16:creationId xmlns:a16="http://schemas.microsoft.com/office/drawing/2014/main" id="{80CD6FA2-E8B1-02AC-296E-0850C3F09B35}"/>
                  </a:ext>
                </a:extLst>
              </p:cNvPr>
              <p:cNvSpPr/>
              <p:nvPr/>
            </p:nvSpPr>
            <p:spPr>
              <a:xfrm>
                <a:off x="4392673" y="61560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69" name="Oval 5868">
                <a:extLst>
                  <a:ext uri="{FF2B5EF4-FFF2-40B4-BE49-F238E27FC236}">
                    <a16:creationId xmlns:a16="http://schemas.microsoft.com/office/drawing/2014/main" id="{197BD321-129D-0D2C-5C65-DC55BBD06016}"/>
                  </a:ext>
                </a:extLst>
              </p:cNvPr>
              <p:cNvSpPr/>
              <p:nvPr/>
            </p:nvSpPr>
            <p:spPr>
              <a:xfrm>
                <a:off x="3986529" y="597670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0" name="Oval 5869">
                <a:extLst>
                  <a:ext uri="{FF2B5EF4-FFF2-40B4-BE49-F238E27FC236}">
                    <a16:creationId xmlns:a16="http://schemas.microsoft.com/office/drawing/2014/main" id="{295DE0D5-8238-AE6B-2C16-2EF4F525E96D}"/>
                  </a:ext>
                </a:extLst>
              </p:cNvPr>
              <p:cNvSpPr/>
              <p:nvPr/>
            </p:nvSpPr>
            <p:spPr>
              <a:xfrm>
                <a:off x="4403737" y="63210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1" name="Oval 5870">
                <a:extLst>
                  <a:ext uri="{FF2B5EF4-FFF2-40B4-BE49-F238E27FC236}">
                    <a16:creationId xmlns:a16="http://schemas.microsoft.com/office/drawing/2014/main" id="{BABC1CE9-542D-6A08-38C3-A194370FBEDE}"/>
                  </a:ext>
                </a:extLst>
              </p:cNvPr>
              <p:cNvSpPr/>
              <p:nvPr/>
            </p:nvSpPr>
            <p:spPr>
              <a:xfrm>
                <a:off x="4380934" y="63044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2" name="Oval 5871">
                <a:extLst>
                  <a:ext uri="{FF2B5EF4-FFF2-40B4-BE49-F238E27FC236}">
                    <a16:creationId xmlns:a16="http://schemas.microsoft.com/office/drawing/2014/main" id="{9F49CED2-31EC-6F9C-53D4-10E53DEE8F1B}"/>
                  </a:ext>
                </a:extLst>
              </p:cNvPr>
              <p:cNvSpPr/>
              <p:nvPr/>
            </p:nvSpPr>
            <p:spPr>
              <a:xfrm>
                <a:off x="4347152" y="637111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3" name="Oval 5872">
                <a:extLst>
                  <a:ext uri="{FF2B5EF4-FFF2-40B4-BE49-F238E27FC236}">
                    <a16:creationId xmlns:a16="http://schemas.microsoft.com/office/drawing/2014/main" id="{46262968-2DD7-B2DB-92C0-293A6FD65229}"/>
                  </a:ext>
                </a:extLst>
              </p:cNvPr>
              <p:cNvSpPr/>
              <p:nvPr/>
            </p:nvSpPr>
            <p:spPr>
              <a:xfrm>
                <a:off x="4880316" y="54680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4" name="Oval 5873">
                <a:extLst>
                  <a:ext uri="{FF2B5EF4-FFF2-40B4-BE49-F238E27FC236}">
                    <a16:creationId xmlns:a16="http://schemas.microsoft.com/office/drawing/2014/main" id="{F568B79A-C891-4CA6-76C6-C26D7695BE50}"/>
                  </a:ext>
                </a:extLst>
              </p:cNvPr>
              <p:cNvSpPr/>
              <p:nvPr/>
            </p:nvSpPr>
            <p:spPr>
              <a:xfrm>
                <a:off x="4331781" y="637069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5" name="Oval 5874">
                <a:extLst>
                  <a:ext uri="{FF2B5EF4-FFF2-40B4-BE49-F238E27FC236}">
                    <a16:creationId xmlns:a16="http://schemas.microsoft.com/office/drawing/2014/main" id="{28A2D988-3725-A85E-529F-D74DBD1B307A}"/>
                  </a:ext>
                </a:extLst>
              </p:cNvPr>
              <p:cNvSpPr/>
              <p:nvPr/>
            </p:nvSpPr>
            <p:spPr>
              <a:xfrm>
                <a:off x="4570873" y="620051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6" name="Oval 5875">
                <a:extLst>
                  <a:ext uri="{FF2B5EF4-FFF2-40B4-BE49-F238E27FC236}">
                    <a16:creationId xmlns:a16="http://schemas.microsoft.com/office/drawing/2014/main" id="{FDCF3842-698A-5A0B-5DA5-A0B9DF7F51DA}"/>
                  </a:ext>
                </a:extLst>
              </p:cNvPr>
              <p:cNvSpPr/>
              <p:nvPr/>
            </p:nvSpPr>
            <p:spPr>
              <a:xfrm>
                <a:off x="4368012" y="634104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7" name="Oval 5876">
                <a:extLst>
                  <a:ext uri="{FF2B5EF4-FFF2-40B4-BE49-F238E27FC236}">
                    <a16:creationId xmlns:a16="http://schemas.microsoft.com/office/drawing/2014/main" id="{5592A188-CEBC-8DAF-9493-4FDBC4961647}"/>
                  </a:ext>
                </a:extLst>
              </p:cNvPr>
              <p:cNvSpPr/>
              <p:nvPr/>
            </p:nvSpPr>
            <p:spPr>
              <a:xfrm>
                <a:off x="4339382" y="61977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8" name="Oval 5877">
                <a:extLst>
                  <a:ext uri="{FF2B5EF4-FFF2-40B4-BE49-F238E27FC236}">
                    <a16:creationId xmlns:a16="http://schemas.microsoft.com/office/drawing/2014/main" id="{6D2D0358-ABE8-2882-4411-A9B7A60309D6}"/>
                  </a:ext>
                </a:extLst>
              </p:cNvPr>
              <p:cNvSpPr/>
              <p:nvPr/>
            </p:nvSpPr>
            <p:spPr>
              <a:xfrm>
                <a:off x="4285331" y="63288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79" name="Oval 5878">
                <a:extLst>
                  <a:ext uri="{FF2B5EF4-FFF2-40B4-BE49-F238E27FC236}">
                    <a16:creationId xmlns:a16="http://schemas.microsoft.com/office/drawing/2014/main" id="{3D4828DD-6962-55C0-33F6-82A7002C6DB7}"/>
                  </a:ext>
                </a:extLst>
              </p:cNvPr>
              <p:cNvSpPr/>
              <p:nvPr/>
            </p:nvSpPr>
            <p:spPr>
              <a:xfrm>
                <a:off x="4147247" y="620389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0" name="Oval 5879">
                <a:extLst>
                  <a:ext uri="{FF2B5EF4-FFF2-40B4-BE49-F238E27FC236}">
                    <a16:creationId xmlns:a16="http://schemas.microsoft.com/office/drawing/2014/main" id="{9EA6B23E-AC20-587D-DFBC-0354C69C3E59}"/>
                  </a:ext>
                </a:extLst>
              </p:cNvPr>
              <p:cNvSpPr/>
              <p:nvPr/>
            </p:nvSpPr>
            <p:spPr>
              <a:xfrm>
                <a:off x="4155017" y="62178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1" name="Oval 5880">
                <a:extLst>
                  <a:ext uri="{FF2B5EF4-FFF2-40B4-BE49-F238E27FC236}">
                    <a16:creationId xmlns:a16="http://schemas.microsoft.com/office/drawing/2014/main" id="{6F536AAE-133C-B4A3-7B39-E4054CBF4500}"/>
                  </a:ext>
                </a:extLst>
              </p:cNvPr>
              <p:cNvSpPr/>
              <p:nvPr/>
            </p:nvSpPr>
            <p:spPr>
              <a:xfrm>
                <a:off x="4294790" y="640396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2" name="Oval 5881">
                <a:extLst>
                  <a:ext uri="{FF2B5EF4-FFF2-40B4-BE49-F238E27FC236}">
                    <a16:creationId xmlns:a16="http://schemas.microsoft.com/office/drawing/2014/main" id="{3439E934-944E-958A-399C-BBD12EFFE22A}"/>
                  </a:ext>
                </a:extLst>
              </p:cNvPr>
              <p:cNvSpPr/>
              <p:nvPr/>
            </p:nvSpPr>
            <p:spPr>
              <a:xfrm>
                <a:off x="4137028" y="61984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3" name="Oval 5882">
                <a:extLst>
                  <a:ext uri="{FF2B5EF4-FFF2-40B4-BE49-F238E27FC236}">
                    <a16:creationId xmlns:a16="http://schemas.microsoft.com/office/drawing/2014/main" id="{7EA20883-80B4-06E4-CF75-0B6D4E3BAC96}"/>
                  </a:ext>
                </a:extLst>
              </p:cNvPr>
              <p:cNvSpPr/>
              <p:nvPr/>
            </p:nvSpPr>
            <p:spPr>
              <a:xfrm>
                <a:off x="4270636" y="616183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4" name="Oval 5883">
                <a:extLst>
                  <a:ext uri="{FF2B5EF4-FFF2-40B4-BE49-F238E27FC236}">
                    <a16:creationId xmlns:a16="http://schemas.microsoft.com/office/drawing/2014/main" id="{8331E4E3-ED7E-C1CA-2ADF-070F27D2B94B}"/>
                  </a:ext>
                </a:extLst>
              </p:cNvPr>
              <p:cNvSpPr/>
              <p:nvPr/>
            </p:nvSpPr>
            <p:spPr>
              <a:xfrm>
                <a:off x="4934199" y="55266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5" name="Oval 5884">
                <a:extLst>
                  <a:ext uri="{FF2B5EF4-FFF2-40B4-BE49-F238E27FC236}">
                    <a16:creationId xmlns:a16="http://schemas.microsoft.com/office/drawing/2014/main" id="{530546E2-7504-3A2F-F592-8CE61D94931A}"/>
                  </a:ext>
                </a:extLst>
              </p:cNvPr>
              <p:cNvSpPr/>
              <p:nvPr/>
            </p:nvSpPr>
            <p:spPr>
              <a:xfrm>
                <a:off x="4467247" y="61951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6" name="Oval 5885">
                <a:extLst>
                  <a:ext uri="{FF2B5EF4-FFF2-40B4-BE49-F238E27FC236}">
                    <a16:creationId xmlns:a16="http://schemas.microsoft.com/office/drawing/2014/main" id="{F942310F-026E-8940-F6CC-AC8891BDA203}"/>
                  </a:ext>
                </a:extLst>
              </p:cNvPr>
              <p:cNvSpPr/>
              <p:nvPr/>
            </p:nvSpPr>
            <p:spPr>
              <a:xfrm>
                <a:off x="4932003" y="54662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7" name="Oval 5886">
                <a:extLst>
                  <a:ext uri="{FF2B5EF4-FFF2-40B4-BE49-F238E27FC236}">
                    <a16:creationId xmlns:a16="http://schemas.microsoft.com/office/drawing/2014/main" id="{C82BFBC6-57D4-D0AE-7BD2-6360BCEB777C}"/>
                  </a:ext>
                </a:extLst>
              </p:cNvPr>
              <p:cNvSpPr/>
              <p:nvPr/>
            </p:nvSpPr>
            <p:spPr>
              <a:xfrm>
                <a:off x="4951765" y="55534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8" name="Oval 5887">
                <a:extLst>
                  <a:ext uri="{FF2B5EF4-FFF2-40B4-BE49-F238E27FC236}">
                    <a16:creationId xmlns:a16="http://schemas.microsoft.com/office/drawing/2014/main" id="{0F3EF550-D348-B710-1F2A-56EEABC327F5}"/>
                  </a:ext>
                </a:extLst>
              </p:cNvPr>
              <p:cNvSpPr/>
              <p:nvPr/>
            </p:nvSpPr>
            <p:spPr>
              <a:xfrm>
                <a:off x="4925162" y="55623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89" name="Oval 5888">
                <a:extLst>
                  <a:ext uri="{FF2B5EF4-FFF2-40B4-BE49-F238E27FC236}">
                    <a16:creationId xmlns:a16="http://schemas.microsoft.com/office/drawing/2014/main" id="{54CB7FB6-AA98-61FC-D111-3B99E093267E}"/>
                  </a:ext>
                </a:extLst>
              </p:cNvPr>
              <p:cNvSpPr/>
              <p:nvPr/>
            </p:nvSpPr>
            <p:spPr>
              <a:xfrm>
                <a:off x="4880063" y="54970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0" name="Oval 5889">
                <a:extLst>
                  <a:ext uri="{FF2B5EF4-FFF2-40B4-BE49-F238E27FC236}">
                    <a16:creationId xmlns:a16="http://schemas.microsoft.com/office/drawing/2014/main" id="{CE6031A6-FD3C-FAD9-D637-AB251DBE2174}"/>
                  </a:ext>
                </a:extLst>
              </p:cNvPr>
              <p:cNvSpPr/>
              <p:nvPr/>
            </p:nvSpPr>
            <p:spPr>
              <a:xfrm>
                <a:off x="4399261" y="625110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1" name="Oval 5890">
                <a:extLst>
                  <a:ext uri="{FF2B5EF4-FFF2-40B4-BE49-F238E27FC236}">
                    <a16:creationId xmlns:a16="http://schemas.microsoft.com/office/drawing/2014/main" id="{5983D247-A52F-2EC6-9166-DAE43EC7CEA9}"/>
                  </a:ext>
                </a:extLst>
              </p:cNvPr>
              <p:cNvSpPr/>
              <p:nvPr/>
            </p:nvSpPr>
            <p:spPr>
              <a:xfrm>
                <a:off x="4283219" y="63758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2" name="Oval 5891">
                <a:extLst>
                  <a:ext uri="{FF2B5EF4-FFF2-40B4-BE49-F238E27FC236}">
                    <a16:creationId xmlns:a16="http://schemas.microsoft.com/office/drawing/2014/main" id="{23D727CD-1CA2-792C-2631-577B24A8139A}"/>
                  </a:ext>
                </a:extLst>
              </p:cNvPr>
              <p:cNvSpPr/>
              <p:nvPr/>
            </p:nvSpPr>
            <p:spPr>
              <a:xfrm>
                <a:off x="4921953" y="55746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3" name="Oval 5892">
                <a:extLst>
                  <a:ext uri="{FF2B5EF4-FFF2-40B4-BE49-F238E27FC236}">
                    <a16:creationId xmlns:a16="http://schemas.microsoft.com/office/drawing/2014/main" id="{8E9C838E-8A6B-3260-F3EA-1D0D669E9C8C}"/>
                  </a:ext>
                </a:extLst>
              </p:cNvPr>
              <p:cNvSpPr/>
              <p:nvPr/>
            </p:nvSpPr>
            <p:spPr>
              <a:xfrm>
                <a:off x="4958606" y="560747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4" name="Oval 5893">
                <a:extLst>
                  <a:ext uri="{FF2B5EF4-FFF2-40B4-BE49-F238E27FC236}">
                    <a16:creationId xmlns:a16="http://schemas.microsoft.com/office/drawing/2014/main" id="{49E85406-FE03-4CB2-283E-45E797B24C6B}"/>
                  </a:ext>
                </a:extLst>
              </p:cNvPr>
              <p:cNvSpPr/>
              <p:nvPr/>
            </p:nvSpPr>
            <p:spPr>
              <a:xfrm>
                <a:off x="4917223" y="54457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5" name="Oval 5894">
                <a:extLst>
                  <a:ext uri="{FF2B5EF4-FFF2-40B4-BE49-F238E27FC236}">
                    <a16:creationId xmlns:a16="http://schemas.microsoft.com/office/drawing/2014/main" id="{5865E936-0965-9A6D-6428-49DD7C7EAAED}"/>
                  </a:ext>
                </a:extLst>
              </p:cNvPr>
              <p:cNvSpPr/>
              <p:nvPr/>
            </p:nvSpPr>
            <p:spPr>
              <a:xfrm>
                <a:off x="4136352" y="613599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6" name="Oval 5895">
                <a:extLst>
                  <a:ext uri="{FF2B5EF4-FFF2-40B4-BE49-F238E27FC236}">
                    <a16:creationId xmlns:a16="http://schemas.microsoft.com/office/drawing/2014/main" id="{665D4FE0-0DD7-1BC4-8D01-A842A48B0234}"/>
                  </a:ext>
                </a:extLst>
              </p:cNvPr>
              <p:cNvSpPr/>
              <p:nvPr/>
            </p:nvSpPr>
            <p:spPr>
              <a:xfrm>
                <a:off x="4226972" y="636165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7" name="Oval 5896">
                <a:extLst>
                  <a:ext uri="{FF2B5EF4-FFF2-40B4-BE49-F238E27FC236}">
                    <a16:creationId xmlns:a16="http://schemas.microsoft.com/office/drawing/2014/main" id="{205D7A2E-61E1-A877-5363-B0C2CB86C0BF}"/>
                  </a:ext>
                </a:extLst>
              </p:cNvPr>
              <p:cNvSpPr/>
              <p:nvPr/>
            </p:nvSpPr>
            <p:spPr>
              <a:xfrm>
                <a:off x="3982897" y="598110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8" name="Oval 5897">
                <a:extLst>
                  <a:ext uri="{FF2B5EF4-FFF2-40B4-BE49-F238E27FC236}">
                    <a16:creationId xmlns:a16="http://schemas.microsoft.com/office/drawing/2014/main" id="{6FD16E06-5D7C-C077-0997-432A80296C18}"/>
                  </a:ext>
                </a:extLst>
              </p:cNvPr>
              <p:cNvSpPr/>
              <p:nvPr/>
            </p:nvSpPr>
            <p:spPr>
              <a:xfrm>
                <a:off x="4142771" y="620380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99" name="Oval 5898">
                <a:extLst>
                  <a:ext uri="{FF2B5EF4-FFF2-40B4-BE49-F238E27FC236}">
                    <a16:creationId xmlns:a16="http://schemas.microsoft.com/office/drawing/2014/main" id="{2E4BBEEF-1DCB-1E94-6202-BC6797476E81}"/>
                  </a:ext>
                </a:extLst>
              </p:cNvPr>
              <p:cNvSpPr/>
              <p:nvPr/>
            </p:nvSpPr>
            <p:spPr>
              <a:xfrm>
                <a:off x="4325700" y="63517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0" name="Oval 5899">
                <a:extLst>
                  <a:ext uri="{FF2B5EF4-FFF2-40B4-BE49-F238E27FC236}">
                    <a16:creationId xmlns:a16="http://schemas.microsoft.com/office/drawing/2014/main" id="{B8566465-3ECB-6665-6EA1-AAAFA2BFDCAD}"/>
                  </a:ext>
                </a:extLst>
              </p:cNvPr>
              <p:cNvSpPr/>
              <p:nvPr/>
            </p:nvSpPr>
            <p:spPr>
              <a:xfrm>
                <a:off x="4894505" y="54651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1" name="Oval 5900">
                <a:extLst>
                  <a:ext uri="{FF2B5EF4-FFF2-40B4-BE49-F238E27FC236}">
                    <a16:creationId xmlns:a16="http://schemas.microsoft.com/office/drawing/2014/main" id="{9367697A-C5D2-DEA9-DF34-62FDF3458B65}"/>
                  </a:ext>
                </a:extLst>
              </p:cNvPr>
              <p:cNvSpPr/>
              <p:nvPr/>
            </p:nvSpPr>
            <p:spPr>
              <a:xfrm>
                <a:off x="4423921" y="63041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2" name="Oval 5901">
                <a:extLst>
                  <a:ext uri="{FF2B5EF4-FFF2-40B4-BE49-F238E27FC236}">
                    <a16:creationId xmlns:a16="http://schemas.microsoft.com/office/drawing/2014/main" id="{14F9E2CA-58BD-6C9A-7479-6322E4A75AB8}"/>
                  </a:ext>
                </a:extLst>
              </p:cNvPr>
              <p:cNvSpPr/>
              <p:nvPr/>
            </p:nvSpPr>
            <p:spPr>
              <a:xfrm>
                <a:off x="4306613" y="627399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3" name="Oval 5902">
                <a:extLst>
                  <a:ext uri="{FF2B5EF4-FFF2-40B4-BE49-F238E27FC236}">
                    <a16:creationId xmlns:a16="http://schemas.microsoft.com/office/drawing/2014/main" id="{9B1C7AAA-D077-21ED-DB6A-7AE1BD4BAB70}"/>
                  </a:ext>
                </a:extLst>
              </p:cNvPr>
              <p:cNvSpPr/>
              <p:nvPr/>
            </p:nvSpPr>
            <p:spPr>
              <a:xfrm>
                <a:off x="4939941" y="55241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4" name="Oval 5903">
                <a:extLst>
                  <a:ext uri="{FF2B5EF4-FFF2-40B4-BE49-F238E27FC236}">
                    <a16:creationId xmlns:a16="http://schemas.microsoft.com/office/drawing/2014/main" id="{FCE3672C-B614-F747-7E28-3A0D0A62EC3F}"/>
                  </a:ext>
                </a:extLst>
              </p:cNvPr>
              <p:cNvSpPr/>
              <p:nvPr/>
            </p:nvSpPr>
            <p:spPr>
              <a:xfrm>
                <a:off x="4180944" y="61395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5" name="Oval 5904">
                <a:extLst>
                  <a:ext uri="{FF2B5EF4-FFF2-40B4-BE49-F238E27FC236}">
                    <a16:creationId xmlns:a16="http://schemas.microsoft.com/office/drawing/2014/main" id="{9356E311-E59D-4992-3B86-B01D0086FE7D}"/>
                  </a:ext>
                </a:extLst>
              </p:cNvPr>
              <p:cNvSpPr/>
              <p:nvPr/>
            </p:nvSpPr>
            <p:spPr>
              <a:xfrm>
                <a:off x="4628218" y="565265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6" name="Oval 5905">
                <a:extLst>
                  <a:ext uri="{FF2B5EF4-FFF2-40B4-BE49-F238E27FC236}">
                    <a16:creationId xmlns:a16="http://schemas.microsoft.com/office/drawing/2014/main" id="{E0247559-6350-7274-302B-AE85289950DC}"/>
                  </a:ext>
                </a:extLst>
              </p:cNvPr>
              <p:cNvSpPr/>
              <p:nvPr/>
            </p:nvSpPr>
            <p:spPr>
              <a:xfrm>
                <a:off x="4931665" y="550325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7" name="Oval 5906">
                <a:extLst>
                  <a:ext uri="{FF2B5EF4-FFF2-40B4-BE49-F238E27FC236}">
                    <a16:creationId xmlns:a16="http://schemas.microsoft.com/office/drawing/2014/main" id="{3E7CBEE8-6990-9693-077F-A8BC748E8061}"/>
                  </a:ext>
                </a:extLst>
              </p:cNvPr>
              <p:cNvSpPr/>
              <p:nvPr/>
            </p:nvSpPr>
            <p:spPr>
              <a:xfrm>
                <a:off x="4398585" y="62661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8" name="Oval 5907">
                <a:extLst>
                  <a:ext uri="{FF2B5EF4-FFF2-40B4-BE49-F238E27FC236}">
                    <a16:creationId xmlns:a16="http://schemas.microsoft.com/office/drawing/2014/main" id="{6B01E81E-FE36-21B0-71FC-DCE8EA3621C9}"/>
                  </a:ext>
                </a:extLst>
              </p:cNvPr>
              <p:cNvSpPr/>
              <p:nvPr/>
            </p:nvSpPr>
            <p:spPr>
              <a:xfrm>
                <a:off x="4323420" y="63283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09" name="Oval 5908">
                <a:extLst>
                  <a:ext uri="{FF2B5EF4-FFF2-40B4-BE49-F238E27FC236}">
                    <a16:creationId xmlns:a16="http://schemas.microsoft.com/office/drawing/2014/main" id="{A3FAD04B-6BAD-4FCA-E3CD-ABD0C0626A8C}"/>
                  </a:ext>
                </a:extLst>
              </p:cNvPr>
              <p:cNvSpPr/>
              <p:nvPr/>
            </p:nvSpPr>
            <p:spPr>
              <a:xfrm>
                <a:off x="4131707" y="61664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0" name="Oval 5909">
                <a:extLst>
                  <a:ext uri="{FF2B5EF4-FFF2-40B4-BE49-F238E27FC236}">
                    <a16:creationId xmlns:a16="http://schemas.microsoft.com/office/drawing/2014/main" id="{64489875-69F5-78F0-AFDA-950CFD0B54A7}"/>
                  </a:ext>
                </a:extLst>
              </p:cNvPr>
              <p:cNvSpPr/>
              <p:nvPr/>
            </p:nvSpPr>
            <p:spPr>
              <a:xfrm>
                <a:off x="4930398" y="55764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1" name="Oval 5910">
                <a:extLst>
                  <a:ext uri="{FF2B5EF4-FFF2-40B4-BE49-F238E27FC236}">
                    <a16:creationId xmlns:a16="http://schemas.microsoft.com/office/drawing/2014/main" id="{9630B764-BE59-41E6-BA29-039E013ED844}"/>
                  </a:ext>
                </a:extLst>
              </p:cNvPr>
              <p:cNvSpPr/>
              <p:nvPr/>
            </p:nvSpPr>
            <p:spPr>
              <a:xfrm>
                <a:off x="4926935" y="554269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2" name="Oval 5911">
                <a:extLst>
                  <a:ext uri="{FF2B5EF4-FFF2-40B4-BE49-F238E27FC236}">
                    <a16:creationId xmlns:a16="http://schemas.microsoft.com/office/drawing/2014/main" id="{71F4B6BB-9FDF-F2B4-FDD4-10ACF1CE60D8}"/>
                  </a:ext>
                </a:extLst>
              </p:cNvPr>
              <p:cNvSpPr/>
              <p:nvPr/>
            </p:nvSpPr>
            <p:spPr>
              <a:xfrm>
                <a:off x="4390224" y="619291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3" name="Oval 5912">
                <a:extLst>
                  <a:ext uri="{FF2B5EF4-FFF2-40B4-BE49-F238E27FC236}">
                    <a16:creationId xmlns:a16="http://schemas.microsoft.com/office/drawing/2014/main" id="{41A5DC54-3F7D-4590-6034-A11D4C19E6C7}"/>
                  </a:ext>
                </a:extLst>
              </p:cNvPr>
              <p:cNvSpPr/>
              <p:nvPr/>
            </p:nvSpPr>
            <p:spPr>
              <a:xfrm>
                <a:off x="4401287" y="63057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4" name="Oval 5913">
                <a:extLst>
                  <a:ext uri="{FF2B5EF4-FFF2-40B4-BE49-F238E27FC236}">
                    <a16:creationId xmlns:a16="http://schemas.microsoft.com/office/drawing/2014/main" id="{33AA23EF-66EC-6C5E-5DA0-A8789B8FDC0D}"/>
                  </a:ext>
                </a:extLst>
              </p:cNvPr>
              <p:cNvSpPr/>
              <p:nvPr/>
            </p:nvSpPr>
            <p:spPr>
              <a:xfrm>
                <a:off x="4863679" y="553644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5" name="Oval 5914">
                <a:extLst>
                  <a:ext uri="{FF2B5EF4-FFF2-40B4-BE49-F238E27FC236}">
                    <a16:creationId xmlns:a16="http://schemas.microsoft.com/office/drawing/2014/main" id="{9BAD8F51-B881-C23C-587C-76C2025E4E2A}"/>
                  </a:ext>
                </a:extLst>
              </p:cNvPr>
              <p:cNvSpPr/>
              <p:nvPr/>
            </p:nvSpPr>
            <p:spPr>
              <a:xfrm>
                <a:off x="4940195" y="550148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6" name="Oval 5915">
                <a:extLst>
                  <a:ext uri="{FF2B5EF4-FFF2-40B4-BE49-F238E27FC236}">
                    <a16:creationId xmlns:a16="http://schemas.microsoft.com/office/drawing/2014/main" id="{C929743D-70FD-BC2E-E8CF-F352BC6840B2}"/>
                  </a:ext>
                </a:extLst>
              </p:cNvPr>
              <p:cNvSpPr/>
              <p:nvPr/>
            </p:nvSpPr>
            <p:spPr>
              <a:xfrm>
                <a:off x="4128329" y="619840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7" name="Oval 5916">
                <a:extLst>
                  <a:ext uri="{FF2B5EF4-FFF2-40B4-BE49-F238E27FC236}">
                    <a16:creationId xmlns:a16="http://schemas.microsoft.com/office/drawing/2014/main" id="{D11695B4-8BEE-EB06-8488-BF6BC627C4BB}"/>
                  </a:ext>
                </a:extLst>
              </p:cNvPr>
              <p:cNvSpPr/>
              <p:nvPr/>
            </p:nvSpPr>
            <p:spPr>
              <a:xfrm>
                <a:off x="4428060" y="63005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8" name="Oval 5917">
                <a:extLst>
                  <a:ext uri="{FF2B5EF4-FFF2-40B4-BE49-F238E27FC236}">
                    <a16:creationId xmlns:a16="http://schemas.microsoft.com/office/drawing/2014/main" id="{E6698E8E-1DC0-406B-C6A6-FFF958E9CDC6}"/>
                  </a:ext>
                </a:extLst>
              </p:cNvPr>
              <p:cNvSpPr/>
              <p:nvPr/>
            </p:nvSpPr>
            <p:spPr>
              <a:xfrm>
                <a:off x="4207886" y="607408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19" name="Oval 5918">
                <a:extLst>
                  <a:ext uri="{FF2B5EF4-FFF2-40B4-BE49-F238E27FC236}">
                    <a16:creationId xmlns:a16="http://schemas.microsoft.com/office/drawing/2014/main" id="{20C1AD85-2E5C-FCB0-7308-71129D700D52}"/>
                  </a:ext>
                </a:extLst>
              </p:cNvPr>
              <p:cNvSpPr/>
              <p:nvPr/>
            </p:nvSpPr>
            <p:spPr>
              <a:xfrm>
                <a:off x="4230688" y="621909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0" name="Oval 5919">
                <a:extLst>
                  <a:ext uri="{FF2B5EF4-FFF2-40B4-BE49-F238E27FC236}">
                    <a16:creationId xmlns:a16="http://schemas.microsoft.com/office/drawing/2014/main" id="{206755D0-EBC9-BEEA-696C-AAF21300ADCC}"/>
                  </a:ext>
                </a:extLst>
              </p:cNvPr>
              <p:cNvSpPr/>
              <p:nvPr/>
            </p:nvSpPr>
            <p:spPr>
              <a:xfrm>
                <a:off x="4925922" y="549311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1" name="Oval 5920">
                <a:extLst>
                  <a:ext uri="{FF2B5EF4-FFF2-40B4-BE49-F238E27FC236}">
                    <a16:creationId xmlns:a16="http://schemas.microsoft.com/office/drawing/2014/main" id="{E2535527-D12D-9213-4420-2855C9928982}"/>
                  </a:ext>
                </a:extLst>
              </p:cNvPr>
              <p:cNvSpPr/>
              <p:nvPr/>
            </p:nvSpPr>
            <p:spPr>
              <a:xfrm>
                <a:off x="4191079" y="613768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2" name="Oval 5921">
                <a:extLst>
                  <a:ext uri="{FF2B5EF4-FFF2-40B4-BE49-F238E27FC236}">
                    <a16:creationId xmlns:a16="http://schemas.microsoft.com/office/drawing/2014/main" id="{6600AEF9-4178-5D8D-34E5-C610AFF170B8}"/>
                  </a:ext>
                </a:extLst>
              </p:cNvPr>
              <p:cNvSpPr/>
              <p:nvPr/>
            </p:nvSpPr>
            <p:spPr>
              <a:xfrm>
                <a:off x="4963336" y="555806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3" name="Oval 5922">
                <a:extLst>
                  <a:ext uri="{FF2B5EF4-FFF2-40B4-BE49-F238E27FC236}">
                    <a16:creationId xmlns:a16="http://schemas.microsoft.com/office/drawing/2014/main" id="{D1494E3C-7D17-5DCB-91E5-D4FEEE2AF596}"/>
                  </a:ext>
                </a:extLst>
              </p:cNvPr>
              <p:cNvSpPr/>
              <p:nvPr/>
            </p:nvSpPr>
            <p:spPr>
              <a:xfrm>
                <a:off x="4160422" y="61436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4" name="Oval 5923">
                <a:extLst>
                  <a:ext uri="{FF2B5EF4-FFF2-40B4-BE49-F238E27FC236}">
                    <a16:creationId xmlns:a16="http://schemas.microsoft.com/office/drawing/2014/main" id="{5CEFA2F7-412A-F764-A3C1-415703BECF3F}"/>
                  </a:ext>
                </a:extLst>
              </p:cNvPr>
              <p:cNvSpPr/>
              <p:nvPr/>
            </p:nvSpPr>
            <p:spPr>
              <a:xfrm>
                <a:off x="4479155" y="601986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5" name="Oval 5924">
                <a:extLst>
                  <a:ext uri="{FF2B5EF4-FFF2-40B4-BE49-F238E27FC236}">
                    <a16:creationId xmlns:a16="http://schemas.microsoft.com/office/drawing/2014/main" id="{18FAD479-D604-48F7-5979-C2BA75CBF814}"/>
                  </a:ext>
                </a:extLst>
              </p:cNvPr>
              <p:cNvSpPr/>
              <p:nvPr/>
            </p:nvSpPr>
            <p:spPr>
              <a:xfrm>
                <a:off x="4124613" y="616673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6" name="Oval 5925">
                <a:extLst>
                  <a:ext uri="{FF2B5EF4-FFF2-40B4-BE49-F238E27FC236}">
                    <a16:creationId xmlns:a16="http://schemas.microsoft.com/office/drawing/2014/main" id="{922BC078-8A5C-4A3E-18F1-14A7878E6BE2}"/>
                  </a:ext>
                </a:extLst>
              </p:cNvPr>
              <p:cNvSpPr/>
              <p:nvPr/>
            </p:nvSpPr>
            <p:spPr>
              <a:xfrm>
                <a:off x="4173175" y="60891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7" name="Oval 5926">
                <a:extLst>
                  <a:ext uri="{FF2B5EF4-FFF2-40B4-BE49-F238E27FC236}">
                    <a16:creationId xmlns:a16="http://schemas.microsoft.com/office/drawing/2014/main" id="{53D1D3CE-E2AD-4186-B0A4-FEF3AF79719B}"/>
                  </a:ext>
                </a:extLst>
              </p:cNvPr>
              <p:cNvSpPr/>
              <p:nvPr/>
            </p:nvSpPr>
            <p:spPr>
              <a:xfrm>
                <a:off x="4949147" y="550105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8" name="Oval 5927">
                <a:extLst>
                  <a:ext uri="{FF2B5EF4-FFF2-40B4-BE49-F238E27FC236}">
                    <a16:creationId xmlns:a16="http://schemas.microsoft.com/office/drawing/2014/main" id="{16856C27-04A6-EA2B-677C-049C5803B47E}"/>
                  </a:ext>
                </a:extLst>
              </p:cNvPr>
              <p:cNvSpPr/>
              <p:nvPr/>
            </p:nvSpPr>
            <p:spPr>
              <a:xfrm>
                <a:off x="4899319" y="548518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29" name="Oval 5928">
                <a:extLst>
                  <a:ext uri="{FF2B5EF4-FFF2-40B4-BE49-F238E27FC236}">
                    <a16:creationId xmlns:a16="http://schemas.microsoft.com/office/drawing/2014/main" id="{94A2F532-8FF8-020E-0226-12E25FA325ED}"/>
                  </a:ext>
                </a:extLst>
              </p:cNvPr>
              <p:cNvSpPr/>
              <p:nvPr/>
            </p:nvSpPr>
            <p:spPr>
              <a:xfrm>
                <a:off x="4920770" y="551254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0" name="Oval 5929">
                <a:extLst>
                  <a:ext uri="{FF2B5EF4-FFF2-40B4-BE49-F238E27FC236}">
                    <a16:creationId xmlns:a16="http://schemas.microsoft.com/office/drawing/2014/main" id="{70EF09AE-6105-6191-C3AC-71BED43ED6C7}"/>
                  </a:ext>
                </a:extLst>
              </p:cNvPr>
              <p:cNvSpPr/>
              <p:nvPr/>
            </p:nvSpPr>
            <p:spPr>
              <a:xfrm>
                <a:off x="4362438" y="61998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1" name="Oval 5930">
                <a:extLst>
                  <a:ext uri="{FF2B5EF4-FFF2-40B4-BE49-F238E27FC236}">
                    <a16:creationId xmlns:a16="http://schemas.microsoft.com/office/drawing/2014/main" id="{B6BC6D34-BBF4-5A80-C5EE-F02A0AA9CB0E}"/>
                  </a:ext>
                </a:extLst>
              </p:cNvPr>
              <p:cNvSpPr/>
              <p:nvPr/>
            </p:nvSpPr>
            <p:spPr>
              <a:xfrm>
                <a:off x="4273423" y="613067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2" name="Oval 5931">
                <a:extLst>
                  <a:ext uri="{FF2B5EF4-FFF2-40B4-BE49-F238E27FC236}">
                    <a16:creationId xmlns:a16="http://schemas.microsoft.com/office/drawing/2014/main" id="{0317232D-14EB-BC78-4E98-B8576AF0E222}"/>
                  </a:ext>
                </a:extLst>
              </p:cNvPr>
              <p:cNvSpPr/>
              <p:nvPr/>
            </p:nvSpPr>
            <p:spPr>
              <a:xfrm>
                <a:off x="4177566" y="61302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3" name="Oval 5932">
                <a:extLst>
                  <a:ext uri="{FF2B5EF4-FFF2-40B4-BE49-F238E27FC236}">
                    <a16:creationId xmlns:a16="http://schemas.microsoft.com/office/drawing/2014/main" id="{D04DCFFA-2DD1-6800-B600-1681AD2CA6AD}"/>
                  </a:ext>
                </a:extLst>
              </p:cNvPr>
              <p:cNvSpPr/>
              <p:nvPr/>
            </p:nvSpPr>
            <p:spPr>
              <a:xfrm>
                <a:off x="4373080" y="622145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4" name="Oval 5933">
                <a:extLst>
                  <a:ext uri="{FF2B5EF4-FFF2-40B4-BE49-F238E27FC236}">
                    <a16:creationId xmlns:a16="http://schemas.microsoft.com/office/drawing/2014/main" id="{2AF64C24-4FE7-5F4B-34FE-199DE2C4458C}"/>
                  </a:ext>
                </a:extLst>
              </p:cNvPr>
              <p:cNvSpPr/>
              <p:nvPr/>
            </p:nvSpPr>
            <p:spPr>
              <a:xfrm>
                <a:off x="4378907" y="63152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5" name="Oval 5934">
                <a:extLst>
                  <a:ext uri="{FF2B5EF4-FFF2-40B4-BE49-F238E27FC236}">
                    <a16:creationId xmlns:a16="http://schemas.microsoft.com/office/drawing/2014/main" id="{DA6FCC18-1B50-7D94-DA42-207C52E48862}"/>
                  </a:ext>
                </a:extLst>
              </p:cNvPr>
              <p:cNvSpPr/>
              <p:nvPr/>
            </p:nvSpPr>
            <p:spPr>
              <a:xfrm>
                <a:off x="4489374" y="62512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6" name="Oval 5935">
                <a:extLst>
                  <a:ext uri="{FF2B5EF4-FFF2-40B4-BE49-F238E27FC236}">
                    <a16:creationId xmlns:a16="http://schemas.microsoft.com/office/drawing/2014/main" id="{B66DEE78-6B17-686A-0CE7-7F6F45C8EF02}"/>
                  </a:ext>
                </a:extLst>
              </p:cNvPr>
              <p:cNvSpPr/>
              <p:nvPr/>
            </p:nvSpPr>
            <p:spPr>
              <a:xfrm>
                <a:off x="4301039" y="634974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7" name="Oval 5936">
                <a:extLst>
                  <a:ext uri="{FF2B5EF4-FFF2-40B4-BE49-F238E27FC236}">
                    <a16:creationId xmlns:a16="http://schemas.microsoft.com/office/drawing/2014/main" id="{8F92F957-D7D3-5358-63AA-4A6425CE1558}"/>
                  </a:ext>
                </a:extLst>
              </p:cNvPr>
              <p:cNvSpPr/>
              <p:nvPr/>
            </p:nvSpPr>
            <p:spPr>
              <a:xfrm>
                <a:off x="4403568" y="633150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8" name="Oval 5937">
                <a:extLst>
                  <a:ext uri="{FF2B5EF4-FFF2-40B4-BE49-F238E27FC236}">
                    <a16:creationId xmlns:a16="http://schemas.microsoft.com/office/drawing/2014/main" id="{5F46C14D-62F8-F6D9-5A30-3A2D5EC3A0D0}"/>
                  </a:ext>
                </a:extLst>
              </p:cNvPr>
              <p:cNvSpPr/>
              <p:nvPr/>
            </p:nvSpPr>
            <p:spPr>
              <a:xfrm>
                <a:off x="4348841" y="63758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39" name="Oval 5938">
                <a:extLst>
                  <a:ext uri="{FF2B5EF4-FFF2-40B4-BE49-F238E27FC236}">
                    <a16:creationId xmlns:a16="http://schemas.microsoft.com/office/drawing/2014/main" id="{A1D06849-98D0-CAC4-F17D-82EA6BE6EEA6}"/>
                  </a:ext>
                </a:extLst>
              </p:cNvPr>
              <p:cNvSpPr/>
              <p:nvPr/>
            </p:nvSpPr>
            <p:spPr>
              <a:xfrm>
                <a:off x="4896025" y="549472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0" name="Oval 5939">
                <a:extLst>
                  <a:ext uri="{FF2B5EF4-FFF2-40B4-BE49-F238E27FC236}">
                    <a16:creationId xmlns:a16="http://schemas.microsoft.com/office/drawing/2014/main" id="{B0F2BFE8-6A82-368E-C655-60C9BA52A9DF}"/>
                  </a:ext>
                </a:extLst>
              </p:cNvPr>
              <p:cNvSpPr/>
              <p:nvPr/>
            </p:nvSpPr>
            <p:spPr>
              <a:xfrm>
                <a:off x="4876347" y="549354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1" name="Oval 5940">
                <a:extLst>
                  <a:ext uri="{FF2B5EF4-FFF2-40B4-BE49-F238E27FC236}">
                    <a16:creationId xmlns:a16="http://schemas.microsoft.com/office/drawing/2014/main" id="{8B8E6B99-5F0E-20B7-B65B-05CD9957A1C0}"/>
                  </a:ext>
                </a:extLst>
              </p:cNvPr>
              <p:cNvSpPr/>
              <p:nvPr/>
            </p:nvSpPr>
            <p:spPr>
              <a:xfrm>
                <a:off x="4131454" y="61206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2" name="Oval 5941">
                <a:extLst>
                  <a:ext uri="{FF2B5EF4-FFF2-40B4-BE49-F238E27FC236}">
                    <a16:creationId xmlns:a16="http://schemas.microsoft.com/office/drawing/2014/main" id="{C3444156-F87A-DDAC-2053-45D067C43190}"/>
                  </a:ext>
                </a:extLst>
              </p:cNvPr>
              <p:cNvSpPr/>
              <p:nvPr/>
            </p:nvSpPr>
            <p:spPr>
              <a:xfrm>
                <a:off x="4872884" y="551541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3" name="Oval 5942">
                <a:extLst>
                  <a:ext uri="{FF2B5EF4-FFF2-40B4-BE49-F238E27FC236}">
                    <a16:creationId xmlns:a16="http://schemas.microsoft.com/office/drawing/2014/main" id="{D9B82276-4D94-8FFC-3B28-388F7281A7E3}"/>
                  </a:ext>
                </a:extLst>
              </p:cNvPr>
              <p:cNvSpPr/>
              <p:nvPr/>
            </p:nvSpPr>
            <p:spPr>
              <a:xfrm>
                <a:off x="4065241" y="59751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4" name="Oval 5943">
                <a:extLst>
                  <a:ext uri="{FF2B5EF4-FFF2-40B4-BE49-F238E27FC236}">
                    <a16:creationId xmlns:a16="http://schemas.microsoft.com/office/drawing/2014/main" id="{3E5B2162-94B8-45B3-8A9E-D3C81E224B71}"/>
                  </a:ext>
                </a:extLst>
              </p:cNvPr>
              <p:cNvSpPr/>
              <p:nvPr/>
            </p:nvSpPr>
            <p:spPr>
              <a:xfrm>
                <a:off x="4435407" y="62213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5" name="Oval 5944">
                <a:extLst>
                  <a:ext uri="{FF2B5EF4-FFF2-40B4-BE49-F238E27FC236}">
                    <a16:creationId xmlns:a16="http://schemas.microsoft.com/office/drawing/2014/main" id="{5F5E001D-43A1-B08E-8169-9E9C4BDDFCA6}"/>
                  </a:ext>
                </a:extLst>
              </p:cNvPr>
              <p:cNvSpPr/>
              <p:nvPr/>
            </p:nvSpPr>
            <p:spPr>
              <a:xfrm>
                <a:off x="4179340" y="61403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6" name="Oval 5945">
                <a:extLst>
                  <a:ext uri="{FF2B5EF4-FFF2-40B4-BE49-F238E27FC236}">
                    <a16:creationId xmlns:a16="http://schemas.microsoft.com/office/drawing/2014/main" id="{F6E83514-DAD3-615E-B13E-99DB57B3C121}"/>
                  </a:ext>
                </a:extLst>
              </p:cNvPr>
              <p:cNvSpPr/>
              <p:nvPr/>
            </p:nvSpPr>
            <p:spPr>
              <a:xfrm>
                <a:off x="4297154" y="63603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7" name="Oval 5946">
                <a:extLst>
                  <a:ext uri="{FF2B5EF4-FFF2-40B4-BE49-F238E27FC236}">
                    <a16:creationId xmlns:a16="http://schemas.microsoft.com/office/drawing/2014/main" id="{ED8C3096-A413-E530-3855-8E10901CF28A}"/>
                  </a:ext>
                </a:extLst>
              </p:cNvPr>
              <p:cNvSpPr/>
              <p:nvPr/>
            </p:nvSpPr>
            <p:spPr>
              <a:xfrm>
                <a:off x="4329670" y="62397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8" name="Oval 5947">
                <a:extLst>
                  <a:ext uri="{FF2B5EF4-FFF2-40B4-BE49-F238E27FC236}">
                    <a16:creationId xmlns:a16="http://schemas.microsoft.com/office/drawing/2014/main" id="{4F8DBD31-DBD8-1062-F8B0-FAFB351FCAD5}"/>
                  </a:ext>
                </a:extLst>
              </p:cNvPr>
              <p:cNvSpPr/>
              <p:nvPr/>
            </p:nvSpPr>
            <p:spPr>
              <a:xfrm>
                <a:off x="4195133" y="60349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49" name="Oval 5948">
                <a:extLst>
                  <a:ext uri="{FF2B5EF4-FFF2-40B4-BE49-F238E27FC236}">
                    <a16:creationId xmlns:a16="http://schemas.microsoft.com/office/drawing/2014/main" id="{93496084-F248-CC99-4C67-86808505F296}"/>
                  </a:ext>
                </a:extLst>
              </p:cNvPr>
              <p:cNvSpPr/>
              <p:nvPr/>
            </p:nvSpPr>
            <p:spPr>
              <a:xfrm>
                <a:off x="4897292" y="548450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0" name="Oval 5949">
                <a:extLst>
                  <a:ext uri="{FF2B5EF4-FFF2-40B4-BE49-F238E27FC236}">
                    <a16:creationId xmlns:a16="http://schemas.microsoft.com/office/drawing/2014/main" id="{946CE41C-FDF2-DDA8-8677-F49FB26F611E}"/>
                  </a:ext>
                </a:extLst>
              </p:cNvPr>
              <p:cNvSpPr/>
              <p:nvPr/>
            </p:nvSpPr>
            <p:spPr>
              <a:xfrm>
                <a:off x="4353908" y="626377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1" name="Oval 5950">
                <a:extLst>
                  <a:ext uri="{FF2B5EF4-FFF2-40B4-BE49-F238E27FC236}">
                    <a16:creationId xmlns:a16="http://schemas.microsoft.com/office/drawing/2014/main" id="{A42D8BFD-EBCD-1051-0EDF-E8BBD00DDC2E}"/>
                  </a:ext>
                </a:extLst>
              </p:cNvPr>
              <p:cNvSpPr/>
              <p:nvPr/>
            </p:nvSpPr>
            <p:spPr>
              <a:xfrm>
                <a:off x="4343014" y="634763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2" name="Oval 5951">
                <a:extLst>
                  <a:ext uri="{FF2B5EF4-FFF2-40B4-BE49-F238E27FC236}">
                    <a16:creationId xmlns:a16="http://schemas.microsoft.com/office/drawing/2014/main" id="{C3DE1E0F-65B4-C3E2-11B3-5AB715FA72B7}"/>
                  </a:ext>
                </a:extLst>
              </p:cNvPr>
              <p:cNvSpPr/>
              <p:nvPr/>
            </p:nvSpPr>
            <p:spPr>
              <a:xfrm>
                <a:off x="4920601" y="55476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3" name="Oval 5952">
                <a:extLst>
                  <a:ext uri="{FF2B5EF4-FFF2-40B4-BE49-F238E27FC236}">
                    <a16:creationId xmlns:a16="http://schemas.microsoft.com/office/drawing/2014/main" id="{C5037042-59C6-AF74-6962-3AC11F0E8B29}"/>
                  </a:ext>
                </a:extLst>
              </p:cNvPr>
              <p:cNvSpPr/>
              <p:nvPr/>
            </p:nvSpPr>
            <p:spPr>
              <a:xfrm>
                <a:off x="4933270" y="54787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4" name="Oval 5953">
                <a:extLst>
                  <a:ext uri="{FF2B5EF4-FFF2-40B4-BE49-F238E27FC236}">
                    <a16:creationId xmlns:a16="http://schemas.microsoft.com/office/drawing/2014/main" id="{8559E5F2-ABE8-8779-560D-2076D1183D6A}"/>
                  </a:ext>
                </a:extLst>
              </p:cNvPr>
              <p:cNvSpPr/>
              <p:nvPr/>
            </p:nvSpPr>
            <p:spPr>
              <a:xfrm>
                <a:off x="4166503" y="61476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5" name="Oval 5954">
                <a:extLst>
                  <a:ext uri="{FF2B5EF4-FFF2-40B4-BE49-F238E27FC236}">
                    <a16:creationId xmlns:a16="http://schemas.microsoft.com/office/drawing/2014/main" id="{ED1C78EB-3CDB-1BDB-011A-03D850F88624}"/>
                  </a:ext>
                </a:extLst>
              </p:cNvPr>
              <p:cNvSpPr/>
              <p:nvPr/>
            </p:nvSpPr>
            <p:spPr>
              <a:xfrm>
                <a:off x="4403061" y="61534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6" name="Oval 5955">
                <a:extLst>
                  <a:ext uri="{FF2B5EF4-FFF2-40B4-BE49-F238E27FC236}">
                    <a16:creationId xmlns:a16="http://schemas.microsoft.com/office/drawing/2014/main" id="{6EB39692-19EF-C32E-6B2F-92CFD55F6479}"/>
                  </a:ext>
                </a:extLst>
              </p:cNvPr>
              <p:cNvSpPr/>
              <p:nvPr/>
            </p:nvSpPr>
            <p:spPr>
              <a:xfrm>
                <a:off x="4909115" y="54911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7" name="Oval 5956">
                <a:extLst>
                  <a:ext uri="{FF2B5EF4-FFF2-40B4-BE49-F238E27FC236}">
                    <a16:creationId xmlns:a16="http://schemas.microsoft.com/office/drawing/2014/main" id="{0D528060-1797-4F32-0D07-443C3F5CA5A2}"/>
                  </a:ext>
                </a:extLst>
              </p:cNvPr>
              <p:cNvSpPr/>
              <p:nvPr/>
            </p:nvSpPr>
            <p:spPr>
              <a:xfrm>
                <a:off x="4918237" y="551330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8" name="Oval 5957">
                <a:extLst>
                  <a:ext uri="{FF2B5EF4-FFF2-40B4-BE49-F238E27FC236}">
                    <a16:creationId xmlns:a16="http://schemas.microsoft.com/office/drawing/2014/main" id="{F90A013D-64F5-B38B-3793-9580714C3A88}"/>
                  </a:ext>
                </a:extLst>
              </p:cNvPr>
              <p:cNvSpPr/>
              <p:nvPr/>
            </p:nvSpPr>
            <p:spPr>
              <a:xfrm>
                <a:off x="4904470" y="54870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59" name="Oval 5958">
                <a:extLst>
                  <a:ext uri="{FF2B5EF4-FFF2-40B4-BE49-F238E27FC236}">
                    <a16:creationId xmlns:a16="http://schemas.microsoft.com/office/drawing/2014/main" id="{274D65FD-92B4-C94B-CE0B-561AA435C0FB}"/>
                  </a:ext>
                </a:extLst>
              </p:cNvPr>
              <p:cNvSpPr/>
              <p:nvPr/>
            </p:nvSpPr>
            <p:spPr>
              <a:xfrm>
                <a:off x="4888931" y="549379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0" name="Oval 5959">
                <a:extLst>
                  <a:ext uri="{FF2B5EF4-FFF2-40B4-BE49-F238E27FC236}">
                    <a16:creationId xmlns:a16="http://schemas.microsoft.com/office/drawing/2014/main" id="{E883CCA5-21F5-8CA9-342A-7553A670CA7B}"/>
                  </a:ext>
                </a:extLst>
              </p:cNvPr>
              <p:cNvSpPr/>
              <p:nvPr/>
            </p:nvSpPr>
            <p:spPr>
              <a:xfrm>
                <a:off x="4459308" y="61736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1" name="Oval 5960">
                <a:extLst>
                  <a:ext uri="{FF2B5EF4-FFF2-40B4-BE49-F238E27FC236}">
                    <a16:creationId xmlns:a16="http://schemas.microsoft.com/office/drawing/2014/main" id="{6AFEE963-FC21-BA6B-3235-6A1D5DAD2676}"/>
                  </a:ext>
                </a:extLst>
              </p:cNvPr>
              <p:cNvSpPr/>
              <p:nvPr/>
            </p:nvSpPr>
            <p:spPr>
              <a:xfrm>
                <a:off x="4927442" y="556178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2" name="Oval 5961">
                <a:extLst>
                  <a:ext uri="{FF2B5EF4-FFF2-40B4-BE49-F238E27FC236}">
                    <a16:creationId xmlns:a16="http://schemas.microsoft.com/office/drawing/2014/main" id="{E5402727-0F27-5AE6-395E-40902066A7FB}"/>
                  </a:ext>
                </a:extLst>
              </p:cNvPr>
              <p:cNvSpPr/>
              <p:nvPr/>
            </p:nvSpPr>
            <p:spPr>
              <a:xfrm>
                <a:off x="4864270" y="54520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3" name="Oval 5962">
                <a:extLst>
                  <a:ext uri="{FF2B5EF4-FFF2-40B4-BE49-F238E27FC236}">
                    <a16:creationId xmlns:a16="http://schemas.microsoft.com/office/drawing/2014/main" id="{F6C8870C-53A4-0F1B-564D-23675A565E90}"/>
                  </a:ext>
                </a:extLst>
              </p:cNvPr>
              <p:cNvSpPr/>
              <p:nvPr/>
            </p:nvSpPr>
            <p:spPr>
              <a:xfrm>
                <a:off x="4333892" y="635945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4" name="Oval 5963">
                <a:extLst>
                  <a:ext uri="{FF2B5EF4-FFF2-40B4-BE49-F238E27FC236}">
                    <a16:creationId xmlns:a16="http://schemas.microsoft.com/office/drawing/2014/main" id="{1297EAB8-FA2C-93B6-AE4E-69D08516E0D8}"/>
                  </a:ext>
                </a:extLst>
              </p:cNvPr>
              <p:cNvSpPr/>
              <p:nvPr/>
            </p:nvSpPr>
            <p:spPr>
              <a:xfrm>
                <a:off x="4380343" y="62261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5" name="Oval 5964">
                <a:extLst>
                  <a:ext uri="{FF2B5EF4-FFF2-40B4-BE49-F238E27FC236}">
                    <a16:creationId xmlns:a16="http://schemas.microsoft.com/office/drawing/2014/main" id="{857C6D8F-B33F-42B4-1458-CB83942A8D82}"/>
                  </a:ext>
                </a:extLst>
              </p:cNvPr>
              <p:cNvSpPr/>
              <p:nvPr/>
            </p:nvSpPr>
            <p:spPr>
              <a:xfrm>
                <a:off x="4291327" y="63322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6" name="Oval 5965">
                <a:extLst>
                  <a:ext uri="{FF2B5EF4-FFF2-40B4-BE49-F238E27FC236}">
                    <a16:creationId xmlns:a16="http://schemas.microsoft.com/office/drawing/2014/main" id="{F7D1B856-386C-402C-F677-76701975F7C9}"/>
                  </a:ext>
                </a:extLst>
              </p:cNvPr>
              <p:cNvSpPr/>
              <p:nvPr/>
            </p:nvSpPr>
            <p:spPr>
              <a:xfrm>
                <a:off x="4922121" y="55298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7" name="Oval 5966">
                <a:extLst>
                  <a:ext uri="{FF2B5EF4-FFF2-40B4-BE49-F238E27FC236}">
                    <a16:creationId xmlns:a16="http://schemas.microsoft.com/office/drawing/2014/main" id="{4242FD01-6713-576D-BE1D-1F25DB611500}"/>
                  </a:ext>
                </a:extLst>
              </p:cNvPr>
              <p:cNvSpPr/>
              <p:nvPr/>
            </p:nvSpPr>
            <p:spPr>
              <a:xfrm>
                <a:off x="4398585" y="630481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8" name="Oval 5967">
                <a:extLst>
                  <a:ext uri="{FF2B5EF4-FFF2-40B4-BE49-F238E27FC236}">
                    <a16:creationId xmlns:a16="http://schemas.microsoft.com/office/drawing/2014/main" id="{0E21F876-0193-62C2-2CB6-D37B09BA63CD}"/>
                  </a:ext>
                </a:extLst>
              </p:cNvPr>
              <p:cNvSpPr/>
              <p:nvPr/>
            </p:nvSpPr>
            <p:spPr>
              <a:xfrm>
                <a:off x="4907342" y="55388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69" name="Oval 5968">
                <a:extLst>
                  <a:ext uri="{FF2B5EF4-FFF2-40B4-BE49-F238E27FC236}">
                    <a16:creationId xmlns:a16="http://schemas.microsoft.com/office/drawing/2014/main" id="{A222F040-B582-94C1-8148-D58A59D5E024}"/>
                  </a:ext>
                </a:extLst>
              </p:cNvPr>
              <p:cNvSpPr/>
              <p:nvPr/>
            </p:nvSpPr>
            <p:spPr>
              <a:xfrm>
                <a:off x="4232546" y="604984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0" name="Oval 5969">
                <a:extLst>
                  <a:ext uri="{FF2B5EF4-FFF2-40B4-BE49-F238E27FC236}">
                    <a16:creationId xmlns:a16="http://schemas.microsoft.com/office/drawing/2014/main" id="{64DF525D-E087-16AC-1AED-929AAAD46EF1}"/>
                  </a:ext>
                </a:extLst>
              </p:cNvPr>
              <p:cNvSpPr/>
              <p:nvPr/>
            </p:nvSpPr>
            <p:spPr>
              <a:xfrm>
                <a:off x="4886735" y="548501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1" name="Oval 5970">
                <a:extLst>
                  <a:ext uri="{FF2B5EF4-FFF2-40B4-BE49-F238E27FC236}">
                    <a16:creationId xmlns:a16="http://schemas.microsoft.com/office/drawing/2014/main" id="{C47B7E58-ADF0-9A43-E9E2-4A5EB6110285}"/>
                  </a:ext>
                </a:extLst>
              </p:cNvPr>
              <p:cNvSpPr/>
              <p:nvPr/>
            </p:nvSpPr>
            <p:spPr>
              <a:xfrm>
                <a:off x="4542412" y="61194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2" name="Oval 5971">
                <a:extLst>
                  <a:ext uri="{FF2B5EF4-FFF2-40B4-BE49-F238E27FC236}">
                    <a16:creationId xmlns:a16="http://schemas.microsoft.com/office/drawing/2014/main" id="{C4F3D9D8-6514-379F-E018-BCED2101FFB3}"/>
                  </a:ext>
                </a:extLst>
              </p:cNvPr>
              <p:cNvSpPr/>
              <p:nvPr/>
            </p:nvSpPr>
            <p:spPr>
              <a:xfrm>
                <a:off x="4297577" y="634687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3" name="Oval 5972">
                <a:extLst>
                  <a:ext uri="{FF2B5EF4-FFF2-40B4-BE49-F238E27FC236}">
                    <a16:creationId xmlns:a16="http://schemas.microsoft.com/office/drawing/2014/main" id="{0B2A4258-296D-187A-D42A-DD410BEBC03A}"/>
                  </a:ext>
                </a:extLst>
              </p:cNvPr>
              <p:cNvSpPr/>
              <p:nvPr/>
            </p:nvSpPr>
            <p:spPr>
              <a:xfrm>
                <a:off x="4320380" y="637651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4" name="Oval 5973">
                <a:extLst>
                  <a:ext uri="{FF2B5EF4-FFF2-40B4-BE49-F238E27FC236}">
                    <a16:creationId xmlns:a16="http://schemas.microsoft.com/office/drawing/2014/main" id="{978B1A49-095B-6B2B-2CF5-865382AADFD5}"/>
                  </a:ext>
                </a:extLst>
              </p:cNvPr>
              <p:cNvSpPr/>
              <p:nvPr/>
            </p:nvSpPr>
            <p:spPr>
              <a:xfrm>
                <a:off x="4141673" y="616065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5" name="Oval 5974">
                <a:extLst>
                  <a:ext uri="{FF2B5EF4-FFF2-40B4-BE49-F238E27FC236}">
                    <a16:creationId xmlns:a16="http://schemas.microsoft.com/office/drawing/2014/main" id="{E0BF6BBF-5350-CC54-3BA2-51B413212902}"/>
                  </a:ext>
                </a:extLst>
              </p:cNvPr>
              <p:cNvSpPr/>
              <p:nvPr/>
            </p:nvSpPr>
            <p:spPr>
              <a:xfrm>
                <a:off x="4150287" y="59855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6" name="Oval 5975">
                <a:extLst>
                  <a:ext uri="{FF2B5EF4-FFF2-40B4-BE49-F238E27FC236}">
                    <a16:creationId xmlns:a16="http://schemas.microsoft.com/office/drawing/2014/main" id="{200123C5-4AA7-E3AA-F4BC-0369331F7DE1}"/>
                  </a:ext>
                </a:extLst>
              </p:cNvPr>
              <p:cNvSpPr/>
              <p:nvPr/>
            </p:nvSpPr>
            <p:spPr>
              <a:xfrm>
                <a:off x="4308725" y="631951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7" name="Oval 5976">
                <a:extLst>
                  <a:ext uri="{FF2B5EF4-FFF2-40B4-BE49-F238E27FC236}">
                    <a16:creationId xmlns:a16="http://schemas.microsoft.com/office/drawing/2014/main" id="{B54ABF71-0823-8EEC-80A9-9B50265A581D}"/>
                  </a:ext>
                </a:extLst>
              </p:cNvPr>
              <p:cNvSpPr/>
              <p:nvPr/>
            </p:nvSpPr>
            <p:spPr>
              <a:xfrm>
                <a:off x="4354668" y="62406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8" name="Oval 5977">
                <a:extLst>
                  <a:ext uri="{FF2B5EF4-FFF2-40B4-BE49-F238E27FC236}">
                    <a16:creationId xmlns:a16="http://schemas.microsoft.com/office/drawing/2014/main" id="{2688C6D7-C686-A431-F827-517F05C4AB23}"/>
                  </a:ext>
                </a:extLst>
              </p:cNvPr>
              <p:cNvSpPr/>
              <p:nvPr/>
            </p:nvSpPr>
            <p:spPr>
              <a:xfrm>
                <a:off x="4139984" y="617306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79" name="Oval 5978">
                <a:extLst>
                  <a:ext uri="{FF2B5EF4-FFF2-40B4-BE49-F238E27FC236}">
                    <a16:creationId xmlns:a16="http://schemas.microsoft.com/office/drawing/2014/main" id="{B98E0E9B-4756-EB41-C339-97B33D10F45D}"/>
                  </a:ext>
                </a:extLst>
              </p:cNvPr>
              <p:cNvSpPr/>
              <p:nvPr/>
            </p:nvSpPr>
            <p:spPr>
              <a:xfrm>
                <a:off x="4895349" y="548686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0" name="Oval 5979">
                <a:extLst>
                  <a:ext uri="{FF2B5EF4-FFF2-40B4-BE49-F238E27FC236}">
                    <a16:creationId xmlns:a16="http://schemas.microsoft.com/office/drawing/2014/main" id="{C82228A0-8668-6A16-C0F2-D4D6721F93AA}"/>
                  </a:ext>
                </a:extLst>
              </p:cNvPr>
              <p:cNvSpPr/>
              <p:nvPr/>
            </p:nvSpPr>
            <p:spPr>
              <a:xfrm>
                <a:off x="4507363" y="62310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1" name="Oval 5980">
                <a:extLst>
                  <a:ext uri="{FF2B5EF4-FFF2-40B4-BE49-F238E27FC236}">
                    <a16:creationId xmlns:a16="http://schemas.microsoft.com/office/drawing/2014/main" id="{7C681D03-F1B1-642E-EE40-CC01D29821E8}"/>
                  </a:ext>
                </a:extLst>
              </p:cNvPr>
              <p:cNvSpPr/>
              <p:nvPr/>
            </p:nvSpPr>
            <p:spPr>
              <a:xfrm>
                <a:off x="4460659" y="62924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2" name="Oval 5981">
                <a:extLst>
                  <a:ext uri="{FF2B5EF4-FFF2-40B4-BE49-F238E27FC236}">
                    <a16:creationId xmlns:a16="http://schemas.microsoft.com/office/drawing/2014/main" id="{2C7F23DE-D5A2-C019-1945-0490183385FB}"/>
                  </a:ext>
                </a:extLst>
              </p:cNvPr>
              <p:cNvSpPr/>
              <p:nvPr/>
            </p:nvSpPr>
            <p:spPr>
              <a:xfrm>
                <a:off x="4447653" y="614865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3" name="Oval 5982">
                <a:extLst>
                  <a:ext uri="{FF2B5EF4-FFF2-40B4-BE49-F238E27FC236}">
                    <a16:creationId xmlns:a16="http://schemas.microsoft.com/office/drawing/2014/main" id="{EEB67971-58BC-FFD9-4FA0-826BBC042E00}"/>
                  </a:ext>
                </a:extLst>
              </p:cNvPr>
              <p:cNvSpPr/>
              <p:nvPr/>
            </p:nvSpPr>
            <p:spPr>
              <a:xfrm>
                <a:off x="4413111" y="62153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4" name="Oval 5983">
                <a:extLst>
                  <a:ext uri="{FF2B5EF4-FFF2-40B4-BE49-F238E27FC236}">
                    <a16:creationId xmlns:a16="http://schemas.microsoft.com/office/drawing/2014/main" id="{D454BBC1-A37A-40FB-FEBA-17AF60285AB5}"/>
                  </a:ext>
                </a:extLst>
              </p:cNvPr>
              <p:cNvSpPr/>
              <p:nvPr/>
            </p:nvSpPr>
            <p:spPr>
              <a:xfrm>
                <a:off x="4228661" y="613573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5" name="Oval 5984">
                <a:extLst>
                  <a:ext uri="{FF2B5EF4-FFF2-40B4-BE49-F238E27FC236}">
                    <a16:creationId xmlns:a16="http://schemas.microsoft.com/office/drawing/2014/main" id="{38F8986C-9232-251A-C105-5742148D1C72}"/>
                  </a:ext>
                </a:extLst>
              </p:cNvPr>
              <p:cNvSpPr/>
              <p:nvPr/>
            </p:nvSpPr>
            <p:spPr>
              <a:xfrm>
                <a:off x="4115323" y="618269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6" name="Oval 5985">
                <a:extLst>
                  <a:ext uri="{FF2B5EF4-FFF2-40B4-BE49-F238E27FC236}">
                    <a16:creationId xmlns:a16="http://schemas.microsoft.com/office/drawing/2014/main" id="{A34D0000-2BB6-A4A4-21C5-A829AA6B187D}"/>
                  </a:ext>
                </a:extLst>
              </p:cNvPr>
              <p:cNvSpPr/>
              <p:nvPr/>
            </p:nvSpPr>
            <p:spPr>
              <a:xfrm>
                <a:off x="4463024" y="62636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7" name="Oval 5986">
                <a:extLst>
                  <a:ext uri="{FF2B5EF4-FFF2-40B4-BE49-F238E27FC236}">
                    <a16:creationId xmlns:a16="http://schemas.microsoft.com/office/drawing/2014/main" id="{F154DAD3-6791-86FC-2EAC-F1475E112A89}"/>
                  </a:ext>
                </a:extLst>
              </p:cNvPr>
              <p:cNvSpPr/>
              <p:nvPr/>
            </p:nvSpPr>
            <p:spPr>
              <a:xfrm>
                <a:off x="4898052" y="54766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8" name="Oval 5987">
                <a:extLst>
                  <a:ext uri="{FF2B5EF4-FFF2-40B4-BE49-F238E27FC236}">
                    <a16:creationId xmlns:a16="http://schemas.microsoft.com/office/drawing/2014/main" id="{C535BD1C-B48B-F3EA-CE2C-56918D91B3A7}"/>
                  </a:ext>
                </a:extLst>
              </p:cNvPr>
              <p:cNvSpPr/>
              <p:nvPr/>
            </p:nvSpPr>
            <p:spPr>
              <a:xfrm>
                <a:off x="4395038" y="63073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89" name="Oval 5988">
                <a:extLst>
                  <a:ext uri="{FF2B5EF4-FFF2-40B4-BE49-F238E27FC236}">
                    <a16:creationId xmlns:a16="http://schemas.microsoft.com/office/drawing/2014/main" id="{E59D18C7-A382-8023-B412-E81B0FDC2BF2}"/>
                  </a:ext>
                </a:extLst>
              </p:cNvPr>
              <p:cNvSpPr/>
              <p:nvPr/>
            </p:nvSpPr>
            <p:spPr>
              <a:xfrm>
                <a:off x="4481182" y="62910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90" name="Oval 5989">
                <a:extLst>
                  <a:ext uri="{FF2B5EF4-FFF2-40B4-BE49-F238E27FC236}">
                    <a16:creationId xmlns:a16="http://schemas.microsoft.com/office/drawing/2014/main" id="{1DB40B37-BBF2-5AAB-80B0-C0AB827FFD80}"/>
                  </a:ext>
                </a:extLst>
              </p:cNvPr>
              <p:cNvSpPr/>
              <p:nvPr/>
            </p:nvSpPr>
            <p:spPr>
              <a:xfrm>
                <a:off x="4398669" y="629501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91" name="Oval 5990">
                <a:extLst>
                  <a:ext uri="{FF2B5EF4-FFF2-40B4-BE49-F238E27FC236}">
                    <a16:creationId xmlns:a16="http://schemas.microsoft.com/office/drawing/2014/main" id="{DF7820CF-40AC-4A88-16D2-D035963D3E5E}"/>
                  </a:ext>
                </a:extLst>
              </p:cNvPr>
              <p:cNvSpPr/>
              <p:nvPr/>
            </p:nvSpPr>
            <p:spPr>
              <a:xfrm>
                <a:off x="4161266" y="616428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92" name="Oval 5991">
                <a:extLst>
                  <a:ext uri="{FF2B5EF4-FFF2-40B4-BE49-F238E27FC236}">
                    <a16:creationId xmlns:a16="http://schemas.microsoft.com/office/drawing/2014/main" id="{8AE5DF9B-5CC7-82D8-51DE-36B2B591AAB4}"/>
                  </a:ext>
                </a:extLst>
              </p:cNvPr>
              <p:cNvSpPr/>
              <p:nvPr/>
            </p:nvSpPr>
            <p:spPr>
              <a:xfrm>
                <a:off x="4440390" y="61038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93" name="Oval 5992">
                <a:extLst>
                  <a:ext uri="{FF2B5EF4-FFF2-40B4-BE49-F238E27FC236}">
                    <a16:creationId xmlns:a16="http://schemas.microsoft.com/office/drawing/2014/main" id="{C2741BDA-869F-0763-3937-01CCA037E2DE}"/>
                  </a:ext>
                </a:extLst>
              </p:cNvPr>
              <p:cNvSpPr/>
              <p:nvPr/>
            </p:nvSpPr>
            <p:spPr>
              <a:xfrm>
                <a:off x="4369448" y="63517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94" name="Oval 5993">
                <a:extLst>
                  <a:ext uri="{FF2B5EF4-FFF2-40B4-BE49-F238E27FC236}">
                    <a16:creationId xmlns:a16="http://schemas.microsoft.com/office/drawing/2014/main" id="{A52F99B2-07E6-7CBB-26B6-6FCFE2A3E133}"/>
                  </a:ext>
                </a:extLst>
              </p:cNvPr>
              <p:cNvSpPr/>
              <p:nvPr/>
            </p:nvSpPr>
            <p:spPr>
              <a:xfrm>
                <a:off x="4126386" y="618742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995" name="TextBox 5994">
              <a:extLst>
                <a:ext uri="{FF2B5EF4-FFF2-40B4-BE49-F238E27FC236}">
                  <a16:creationId xmlns:a16="http://schemas.microsoft.com/office/drawing/2014/main" id="{8E744E33-9884-A395-C07F-B5F6930CDE76}"/>
                </a:ext>
              </a:extLst>
            </p:cNvPr>
            <p:cNvSpPr txBox="1"/>
            <p:nvPr/>
          </p:nvSpPr>
          <p:spPr>
            <a:xfrm>
              <a:off x="4343786" y="5245528"/>
              <a:ext cx="424615" cy="1857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0" i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nmbr+</a:t>
              </a:r>
            </a:p>
          </p:txBody>
        </p:sp>
      </p:grpSp>
      <p:grpSp>
        <p:nvGrpSpPr>
          <p:cNvPr id="5996" name="Graphic 1427">
            <a:extLst>
              <a:ext uri="{FF2B5EF4-FFF2-40B4-BE49-F238E27FC236}">
                <a16:creationId xmlns:a16="http://schemas.microsoft.com/office/drawing/2014/main" id="{7D10DD00-E5AA-40A4-E33B-7D0D80874BC2}"/>
              </a:ext>
            </a:extLst>
          </p:cNvPr>
          <p:cNvGrpSpPr/>
          <p:nvPr/>
        </p:nvGrpSpPr>
        <p:grpSpPr>
          <a:xfrm>
            <a:off x="5264023" y="4033399"/>
            <a:ext cx="2600284" cy="4363958"/>
            <a:chOff x="5264023" y="4033399"/>
            <a:chExt cx="2600284" cy="4363958"/>
          </a:xfrm>
        </p:grpSpPr>
        <p:sp>
          <p:nvSpPr>
            <p:cNvPr id="5997" name="Rectangle 5996">
              <a:extLst>
                <a:ext uri="{FF2B5EF4-FFF2-40B4-BE49-F238E27FC236}">
                  <a16:creationId xmlns:a16="http://schemas.microsoft.com/office/drawing/2014/main" id="{DAFD3E50-259B-5B23-1DFC-54EB86CEB119}"/>
                </a:ext>
              </a:extLst>
            </p:cNvPr>
            <p:cNvSpPr/>
            <p:nvPr/>
          </p:nvSpPr>
          <p:spPr>
            <a:xfrm>
              <a:off x="5264023" y="5265091"/>
              <a:ext cx="1216152" cy="1216152"/>
            </a:xfrm>
            <a:prstGeom prst="rect">
              <a:avLst/>
            </a:prstGeom>
            <a:noFill/>
            <a:ln w="8401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98" name="Rectangle 5997">
              <a:extLst>
                <a:ext uri="{FF2B5EF4-FFF2-40B4-BE49-F238E27FC236}">
                  <a16:creationId xmlns:a16="http://schemas.microsoft.com/office/drawing/2014/main" id="{67EA9157-BA61-5EFE-FAEA-8D373FBC3914}"/>
                </a:ext>
              </a:extLst>
            </p:cNvPr>
            <p:cNvSpPr/>
            <p:nvPr/>
          </p:nvSpPr>
          <p:spPr>
            <a:xfrm>
              <a:off x="5264023" y="5265091"/>
              <a:ext cx="1216152" cy="1216152"/>
            </a:xfrm>
            <a:prstGeom prst="rect">
              <a:avLst/>
            </a:prstGeom>
            <a:noFill/>
            <a:ln w="0"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5999" name="Graphic 1427">
              <a:extLst>
                <a:ext uri="{FF2B5EF4-FFF2-40B4-BE49-F238E27FC236}">
                  <a16:creationId xmlns:a16="http://schemas.microsoft.com/office/drawing/2014/main" id="{0E870AA9-88EC-19F6-C0B2-087AD3321305}"/>
                </a:ext>
              </a:extLst>
            </p:cNvPr>
            <p:cNvGrpSpPr/>
            <p:nvPr/>
          </p:nvGrpSpPr>
          <p:grpSpPr>
            <a:xfrm>
              <a:off x="5302196" y="4033399"/>
              <a:ext cx="2562111" cy="4363958"/>
              <a:chOff x="5302196" y="4033399"/>
              <a:chExt cx="2562111" cy="4363958"/>
            </a:xfrm>
          </p:grpSpPr>
          <p:sp>
            <p:nvSpPr>
              <p:cNvPr id="6000" name="Oval 5999">
                <a:extLst>
                  <a:ext uri="{FF2B5EF4-FFF2-40B4-BE49-F238E27FC236}">
                    <a16:creationId xmlns:a16="http://schemas.microsoft.com/office/drawing/2014/main" id="{55DDD8EE-EEF3-B05D-56CF-C3498FCDA425}"/>
                  </a:ext>
                </a:extLst>
              </p:cNvPr>
              <p:cNvSpPr/>
              <p:nvPr/>
            </p:nvSpPr>
            <p:spPr>
              <a:xfrm>
                <a:off x="5807237" y="6284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1" name="Oval 6000">
                <a:extLst>
                  <a:ext uri="{FF2B5EF4-FFF2-40B4-BE49-F238E27FC236}">
                    <a16:creationId xmlns:a16="http://schemas.microsoft.com/office/drawing/2014/main" id="{F49EF9D8-23F2-81AE-9E76-55B43886E086}"/>
                  </a:ext>
                </a:extLst>
              </p:cNvPr>
              <p:cNvSpPr/>
              <p:nvPr/>
            </p:nvSpPr>
            <p:spPr>
              <a:xfrm>
                <a:off x="5725822" y="59632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2" name="Oval 6001">
                <a:extLst>
                  <a:ext uri="{FF2B5EF4-FFF2-40B4-BE49-F238E27FC236}">
                    <a16:creationId xmlns:a16="http://schemas.microsoft.com/office/drawing/2014/main" id="{E341C2AE-3A3A-6CC1-B843-3CB4DD52D55E}"/>
                  </a:ext>
                </a:extLst>
              </p:cNvPr>
              <p:cNvSpPr/>
              <p:nvPr/>
            </p:nvSpPr>
            <p:spPr>
              <a:xfrm>
                <a:off x="5611301" y="63437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3" name="Oval 6002">
                <a:extLst>
                  <a:ext uri="{FF2B5EF4-FFF2-40B4-BE49-F238E27FC236}">
                    <a16:creationId xmlns:a16="http://schemas.microsoft.com/office/drawing/2014/main" id="{E73DB1D9-D2C7-619A-CEA5-365B90EAA5A7}"/>
                  </a:ext>
                </a:extLst>
              </p:cNvPr>
              <p:cNvSpPr/>
              <p:nvPr/>
            </p:nvSpPr>
            <p:spPr>
              <a:xfrm>
                <a:off x="5590441" y="62512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4" name="Oval 6003">
                <a:extLst>
                  <a:ext uri="{FF2B5EF4-FFF2-40B4-BE49-F238E27FC236}">
                    <a16:creationId xmlns:a16="http://schemas.microsoft.com/office/drawing/2014/main" id="{36B0E3A9-BC2C-C838-41E1-2EB9CE5F8161}"/>
                  </a:ext>
                </a:extLst>
              </p:cNvPr>
              <p:cNvSpPr/>
              <p:nvPr/>
            </p:nvSpPr>
            <p:spPr>
              <a:xfrm>
                <a:off x="6180528" y="5473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5" name="Oval 6004">
                <a:extLst>
                  <a:ext uri="{FF2B5EF4-FFF2-40B4-BE49-F238E27FC236}">
                    <a16:creationId xmlns:a16="http://schemas.microsoft.com/office/drawing/2014/main" id="{BDE4599D-02D9-9737-5742-F96D6A85DCA3}"/>
                  </a:ext>
                </a:extLst>
              </p:cNvPr>
              <p:cNvSpPr/>
              <p:nvPr/>
            </p:nvSpPr>
            <p:spPr>
              <a:xfrm>
                <a:off x="5457678" y="61523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6" name="Oval 6005">
                <a:extLst>
                  <a:ext uri="{FF2B5EF4-FFF2-40B4-BE49-F238E27FC236}">
                    <a16:creationId xmlns:a16="http://schemas.microsoft.com/office/drawing/2014/main" id="{FDE56DCE-6251-2785-61B1-ECE5CA57858B}"/>
                  </a:ext>
                </a:extLst>
              </p:cNvPr>
              <p:cNvSpPr/>
              <p:nvPr/>
            </p:nvSpPr>
            <p:spPr>
              <a:xfrm>
                <a:off x="5561642" y="62311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7" name="Oval 6006">
                <a:extLst>
                  <a:ext uri="{FF2B5EF4-FFF2-40B4-BE49-F238E27FC236}">
                    <a16:creationId xmlns:a16="http://schemas.microsoft.com/office/drawing/2014/main" id="{84371062-DF7E-9356-7CC3-23AFCCA20C79}"/>
                  </a:ext>
                </a:extLst>
              </p:cNvPr>
              <p:cNvSpPr/>
              <p:nvPr/>
            </p:nvSpPr>
            <p:spPr>
              <a:xfrm>
                <a:off x="5622281" y="6310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8" name="Oval 6007">
                <a:extLst>
                  <a:ext uri="{FF2B5EF4-FFF2-40B4-BE49-F238E27FC236}">
                    <a16:creationId xmlns:a16="http://schemas.microsoft.com/office/drawing/2014/main" id="{4FEC882B-AD3D-5081-85B6-165CF63859FD}"/>
                  </a:ext>
                </a:extLst>
              </p:cNvPr>
              <p:cNvSpPr/>
              <p:nvPr/>
            </p:nvSpPr>
            <p:spPr>
              <a:xfrm>
                <a:off x="5356670" y="597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09" name="Oval 6008">
                <a:extLst>
                  <a:ext uri="{FF2B5EF4-FFF2-40B4-BE49-F238E27FC236}">
                    <a16:creationId xmlns:a16="http://schemas.microsoft.com/office/drawing/2014/main" id="{79726081-1E5D-DC52-31D9-6FDBA9DA6E60}"/>
                  </a:ext>
                </a:extLst>
              </p:cNvPr>
              <p:cNvSpPr/>
              <p:nvPr/>
            </p:nvSpPr>
            <p:spPr>
              <a:xfrm>
                <a:off x="5510800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0" name="Oval 6009">
                <a:extLst>
                  <a:ext uri="{FF2B5EF4-FFF2-40B4-BE49-F238E27FC236}">
                    <a16:creationId xmlns:a16="http://schemas.microsoft.com/office/drawing/2014/main" id="{FF0EC68E-F610-B8F4-66B5-2777D4AE1F7A}"/>
                  </a:ext>
                </a:extLst>
              </p:cNvPr>
              <p:cNvSpPr/>
              <p:nvPr/>
            </p:nvSpPr>
            <p:spPr>
              <a:xfrm>
                <a:off x="5616875" y="62945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1" name="Oval 6010">
                <a:extLst>
                  <a:ext uri="{FF2B5EF4-FFF2-40B4-BE49-F238E27FC236}">
                    <a16:creationId xmlns:a16="http://schemas.microsoft.com/office/drawing/2014/main" id="{B4F8B9A8-7976-0851-45DE-3BBFC253E825}"/>
                  </a:ext>
                </a:extLst>
              </p:cNvPr>
              <p:cNvSpPr/>
              <p:nvPr/>
            </p:nvSpPr>
            <p:spPr>
              <a:xfrm>
                <a:off x="5539937" y="60525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2" name="Oval 6011">
                <a:extLst>
                  <a:ext uri="{FF2B5EF4-FFF2-40B4-BE49-F238E27FC236}">
                    <a16:creationId xmlns:a16="http://schemas.microsoft.com/office/drawing/2014/main" id="{1481967F-C5C8-CA6A-EE9E-39CE7F282470}"/>
                  </a:ext>
                </a:extLst>
              </p:cNvPr>
              <p:cNvSpPr/>
              <p:nvPr/>
            </p:nvSpPr>
            <p:spPr>
              <a:xfrm>
                <a:off x="5588245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3" name="Oval 6012">
                <a:extLst>
                  <a:ext uri="{FF2B5EF4-FFF2-40B4-BE49-F238E27FC236}">
                    <a16:creationId xmlns:a16="http://schemas.microsoft.com/office/drawing/2014/main" id="{9DAAAA3B-E3A1-BAC1-864D-F3290968FE7C}"/>
                  </a:ext>
                </a:extLst>
              </p:cNvPr>
              <p:cNvSpPr/>
              <p:nvPr/>
            </p:nvSpPr>
            <p:spPr>
              <a:xfrm>
                <a:off x="6259831" y="55072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4" name="Oval 6013">
                <a:extLst>
                  <a:ext uri="{FF2B5EF4-FFF2-40B4-BE49-F238E27FC236}">
                    <a16:creationId xmlns:a16="http://schemas.microsoft.com/office/drawing/2014/main" id="{8763CBB8-D232-C7E2-7C7F-30C3CDD3043C}"/>
                  </a:ext>
                </a:extLst>
              </p:cNvPr>
              <p:cNvSpPr/>
              <p:nvPr/>
            </p:nvSpPr>
            <p:spPr>
              <a:xfrm>
                <a:off x="6229343" y="5471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5" name="Oval 6014">
                <a:extLst>
                  <a:ext uri="{FF2B5EF4-FFF2-40B4-BE49-F238E27FC236}">
                    <a16:creationId xmlns:a16="http://schemas.microsoft.com/office/drawing/2014/main" id="{CA8A32F1-FA22-7A4A-4D0C-8666B5EE8BB7}"/>
                  </a:ext>
                </a:extLst>
              </p:cNvPr>
              <p:cNvSpPr/>
              <p:nvPr/>
            </p:nvSpPr>
            <p:spPr>
              <a:xfrm>
                <a:off x="5437409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6" name="Oval 6015">
                <a:extLst>
                  <a:ext uri="{FF2B5EF4-FFF2-40B4-BE49-F238E27FC236}">
                    <a16:creationId xmlns:a16="http://schemas.microsoft.com/office/drawing/2014/main" id="{769962B8-0484-DC56-4BEB-E28D8C3F9B9A}"/>
                  </a:ext>
                </a:extLst>
              </p:cNvPr>
              <p:cNvSpPr/>
              <p:nvPr/>
            </p:nvSpPr>
            <p:spPr>
              <a:xfrm>
                <a:off x="5773033" y="601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7" name="Oval 6016">
                <a:extLst>
                  <a:ext uri="{FF2B5EF4-FFF2-40B4-BE49-F238E27FC236}">
                    <a16:creationId xmlns:a16="http://schemas.microsoft.com/office/drawing/2014/main" id="{D45B69F3-FA14-D94A-8A1A-915EFD4D1E7A}"/>
                  </a:ext>
                </a:extLst>
              </p:cNvPr>
              <p:cNvSpPr/>
              <p:nvPr/>
            </p:nvSpPr>
            <p:spPr>
              <a:xfrm>
                <a:off x="5698037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8" name="Oval 6017">
                <a:extLst>
                  <a:ext uri="{FF2B5EF4-FFF2-40B4-BE49-F238E27FC236}">
                    <a16:creationId xmlns:a16="http://schemas.microsoft.com/office/drawing/2014/main" id="{C623622A-796A-9319-6692-3ECC19E3097B}"/>
                  </a:ext>
                </a:extLst>
              </p:cNvPr>
              <p:cNvSpPr/>
              <p:nvPr/>
            </p:nvSpPr>
            <p:spPr>
              <a:xfrm>
                <a:off x="5708256" y="6347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19" name="Oval 6018">
                <a:extLst>
                  <a:ext uri="{FF2B5EF4-FFF2-40B4-BE49-F238E27FC236}">
                    <a16:creationId xmlns:a16="http://schemas.microsoft.com/office/drawing/2014/main" id="{B59D9DAA-BAA2-EB3F-D470-39BE81A51CD8}"/>
                  </a:ext>
                </a:extLst>
              </p:cNvPr>
              <p:cNvSpPr/>
              <p:nvPr/>
            </p:nvSpPr>
            <p:spPr>
              <a:xfrm>
                <a:off x="5324746" y="6001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0" name="Oval 6019">
                <a:extLst>
                  <a:ext uri="{FF2B5EF4-FFF2-40B4-BE49-F238E27FC236}">
                    <a16:creationId xmlns:a16="http://schemas.microsoft.com/office/drawing/2014/main" id="{E7219DE6-4C49-016C-BF0A-C94CD213D52D}"/>
                  </a:ext>
                </a:extLst>
              </p:cNvPr>
              <p:cNvSpPr/>
              <p:nvPr/>
            </p:nvSpPr>
            <p:spPr>
              <a:xfrm>
                <a:off x="5682666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1" name="Oval 6020">
                <a:extLst>
                  <a:ext uri="{FF2B5EF4-FFF2-40B4-BE49-F238E27FC236}">
                    <a16:creationId xmlns:a16="http://schemas.microsoft.com/office/drawing/2014/main" id="{D1831AA2-A484-B654-89EF-2703DB39E739}"/>
                  </a:ext>
                </a:extLst>
              </p:cNvPr>
              <p:cNvSpPr/>
              <p:nvPr/>
            </p:nvSpPr>
            <p:spPr>
              <a:xfrm>
                <a:off x="6227992" y="5476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2" name="Oval 6021">
                <a:extLst>
                  <a:ext uri="{FF2B5EF4-FFF2-40B4-BE49-F238E27FC236}">
                    <a16:creationId xmlns:a16="http://schemas.microsoft.com/office/drawing/2014/main" id="{5CF1E74A-4942-304B-8935-B58189C742D6}"/>
                  </a:ext>
                </a:extLst>
              </p:cNvPr>
              <p:cNvSpPr/>
              <p:nvPr/>
            </p:nvSpPr>
            <p:spPr>
              <a:xfrm>
                <a:off x="6213888" y="550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3" name="Oval 6022">
                <a:extLst>
                  <a:ext uri="{FF2B5EF4-FFF2-40B4-BE49-F238E27FC236}">
                    <a16:creationId xmlns:a16="http://schemas.microsoft.com/office/drawing/2014/main" id="{8C180FE3-E185-DEA3-42B7-D5D16D5A8E07}"/>
                  </a:ext>
                </a:extLst>
              </p:cNvPr>
              <p:cNvSpPr/>
              <p:nvPr/>
            </p:nvSpPr>
            <p:spPr>
              <a:xfrm>
                <a:off x="5328884" y="60007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4" name="Oval 6023">
                <a:extLst>
                  <a:ext uri="{FF2B5EF4-FFF2-40B4-BE49-F238E27FC236}">
                    <a16:creationId xmlns:a16="http://schemas.microsoft.com/office/drawing/2014/main" id="{C804B392-5C99-ED08-9582-5B69D62C580F}"/>
                  </a:ext>
                </a:extLst>
              </p:cNvPr>
              <p:cNvSpPr/>
              <p:nvPr/>
            </p:nvSpPr>
            <p:spPr>
              <a:xfrm>
                <a:off x="6212706" y="5477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5" name="Oval 6024">
                <a:extLst>
                  <a:ext uri="{FF2B5EF4-FFF2-40B4-BE49-F238E27FC236}">
                    <a16:creationId xmlns:a16="http://schemas.microsoft.com/office/drawing/2014/main" id="{0F3AF42C-5C6A-B542-5712-1C717A6B28E0}"/>
                  </a:ext>
                </a:extLst>
              </p:cNvPr>
              <p:cNvSpPr/>
              <p:nvPr/>
            </p:nvSpPr>
            <p:spPr>
              <a:xfrm>
                <a:off x="5507253" y="606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6" name="Oval 6025">
                <a:extLst>
                  <a:ext uri="{FF2B5EF4-FFF2-40B4-BE49-F238E27FC236}">
                    <a16:creationId xmlns:a16="http://schemas.microsoft.com/office/drawing/2014/main" id="{FE626643-0BAF-28FB-4FA9-72618BDE23C7}"/>
                  </a:ext>
                </a:extLst>
              </p:cNvPr>
              <p:cNvSpPr/>
              <p:nvPr/>
            </p:nvSpPr>
            <p:spPr>
              <a:xfrm>
                <a:off x="5507675" y="6089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7" name="Oval 6026">
                <a:extLst>
                  <a:ext uri="{FF2B5EF4-FFF2-40B4-BE49-F238E27FC236}">
                    <a16:creationId xmlns:a16="http://schemas.microsoft.com/office/drawing/2014/main" id="{61B6FF69-B7D3-60E3-43C8-A2300518D357}"/>
                  </a:ext>
                </a:extLst>
              </p:cNvPr>
              <p:cNvSpPr/>
              <p:nvPr/>
            </p:nvSpPr>
            <p:spPr>
              <a:xfrm>
                <a:off x="5716786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8" name="Oval 6027">
                <a:extLst>
                  <a:ext uri="{FF2B5EF4-FFF2-40B4-BE49-F238E27FC236}">
                    <a16:creationId xmlns:a16="http://schemas.microsoft.com/office/drawing/2014/main" id="{F473A85C-DB05-E830-9CA2-68C276FC87C9}"/>
                  </a:ext>
                </a:extLst>
              </p:cNvPr>
              <p:cNvSpPr/>
              <p:nvPr/>
            </p:nvSpPr>
            <p:spPr>
              <a:xfrm>
                <a:off x="5691618" y="629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29" name="Oval 6028">
                <a:extLst>
                  <a:ext uri="{FF2B5EF4-FFF2-40B4-BE49-F238E27FC236}">
                    <a16:creationId xmlns:a16="http://schemas.microsoft.com/office/drawing/2014/main" id="{C80B5268-491E-37E1-9673-2F6F8B4E325E}"/>
                  </a:ext>
                </a:extLst>
              </p:cNvPr>
              <p:cNvSpPr/>
              <p:nvPr/>
            </p:nvSpPr>
            <p:spPr>
              <a:xfrm>
                <a:off x="5717968" y="62587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0" name="Oval 6029">
                <a:extLst>
                  <a:ext uri="{FF2B5EF4-FFF2-40B4-BE49-F238E27FC236}">
                    <a16:creationId xmlns:a16="http://schemas.microsoft.com/office/drawing/2014/main" id="{F6FC36D4-25C8-36F5-02CA-2BB70DBA09B5}"/>
                  </a:ext>
                </a:extLst>
              </p:cNvPr>
              <p:cNvSpPr/>
              <p:nvPr/>
            </p:nvSpPr>
            <p:spPr>
              <a:xfrm>
                <a:off x="5436986" y="6195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1" name="Oval 6030">
                <a:extLst>
                  <a:ext uri="{FF2B5EF4-FFF2-40B4-BE49-F238E27FC236}">
                    <a16:creationId xmlns:a16="http://schemas.microsoft.com/office/drawing/2014/main" id="{AAF7095B-FEF3-456D-6E4D-122DEE21574D}"/>
                  </a:ext>
                </a:extLst>
              </p:cNvPr>
              <p:cNvSpPr/>
              <p:nvPr/>
            </p:nvSpPr>
            <p:spPr>
              <a:xfrm>
                <a:off x="6280185" y="5736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2" name="Oval 6031">
                <a:extLst>
                  <a:ext uri="{FF2B5EF4-FFF2-40B4-BE49-F238E27FC236}">
                    <a16:creationId xmlns:a16="http://schemas.microsoft.com/office/drawing/2014/main" id="{B7E7AFDC-7E0D-48F1-BCEB-FBF6BCE9A7E9}"/>
                  </a:ext>
                </a:extLst>
              </p:cNvPr>
              <p:cNvSpPr/>
              <p:nvPr/>
            </p:nvSpPr>
            <p:spPr>
              <a:xfrm>
                <a:off x="5443405" y="6208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3" name="Oval 6032">
                <a:extLst>
                  <a:ext uri="{FF2B5EF4-FFF2-40B4-BE49-F238E27FC236}">
                    <a16:creationId xmlns:a16="http://schemas.microsoft.com/office/drawing/2014/main" id="{B4BCA4D4-5193-3466-04CD-C368E3F94679}"/>
                  </a:ext>
                </a:extLst>
              </p:cNvPr>
              <p:cNvSpPr/>
              <p:nvPr/>
            </p:nvSpPr>
            <p:spPr>
              <a:xfrm>
                <a:off x="5514347" y="6300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4" name="Oval 6033">
                <a:extLst>
                  <a:ext uri="{FF2B5EF4-FFF2-40B4-BE49-F238E27FC236}">
                    <a16:creationId xmlns:a16="http://schemas.microsoft.com/office/drawing/2014/main" id="{70A63A25-FE68-2559-9776-51F2F0EF0446}"/>
                  </a:ext>
                </a:extLst>
              </p:cNvPr>
              <p:cNvSpPr/>
              <p:nvPr/>
            </p:nvSpPr>
            <p:spPr>
              <a:xfrm>
                <a:off x="5352616" y="5996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5" name="Oval 6034">
                <a:extLst>
                  <a:ext uri="{FF2B5EF4-FFF2-40B4-BE49-F238E27FC236}">
                    <a16:creationId xmlns:a16="http://schemas.microsoft.com/office/drawing/2014/main" id="{7C803A96-5123-6CC3-1D72-34D7A7E43216}"/>
                  </a:ext>
                </a:extLst>
              </p:cNvPr>
              <p:cNvSpPr/>
              <p:nvPr/>
            </p:nvSpPr>
            <p:spPr>
              <a:xfrm>
                <a:off x="5328631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6" name="Oval 6035">
                <a:extLst>
                  <a:ext uri="{FF2B5EF4-FFF2-40B4-BE49-F238E27FC236}">
                    <a16:creationId xmlns:a16="http://schemas.microsoft.com/office/drawing/2014/main" id="{4E937F82-8061-7DD8-A215-C4B8844A271C}"/>
                  </a:ext>
                </a:extLst>
              </p:cNvPr>
              <p:cNvSpPr/>
              <p:nvPr/>
            </p:nvSpPr>
            <p:spPr>
              <a:xfrm>
                <a:off x="5556152" y="63912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7" name="Oval 6036">
                <a:extLst>
                  <a:ext uri="{FF2B5EF4-FFF2-40B4-BE49-F238E27FC236}">
                    <a16:creationId xmlns:a16="http://schemas.microsoft.com/office/drawing/2014/main" id="{0261BF46-D76C-849B-C8FE-7AD4D8F13214}"/>
                  </a:ext>
                </a:extLst>
              </p:cNvPr>
              <p:cNvSpPr/>
              <p:nvPr/>
            </p:nvSpPr>
            <p:spPr>
              <a:xfrm>
                <a:off x="5693138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8" name="Oval 6037">
                <a:extLst>
                  <a:ext uri="{FF2B5EF4-FFF2-40B4-BE49-F238E27FC236}">
                    <a16:creationId xmlns:a16="http://schemas.microsoft.com/office/drawing/2014/main" id="{A78A2177-C7C6-7F86-8DCA-C7CA423597CF}"/>
                  </a:ext>
                </a:extLst>
              </p:cNvPr>
              <p:cNvSpPr/>
              <p:nvPr/>
            </p:nvSpPr>
            <p:spPr>
              <a:xfrm>
                <a:off x="5677599" y="6353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39" name="Oval 6038">
                <a:extLst>
                  <a:ext uri="{FF2B5EF4-FFF2-40B4-BE49-F238E27FC236}">
                    <a16:creationId xmlns:a16="http://schemas.microsoft.com/office/drawing/2014/main" id="{16B1A368-4FF2-BC9A-CFEE-FE1C55EE8EAB}"/>
                  </a:ext>
                </a:extLst>
              </p:cNvPr>
              <p:cNvSpPr/>
              <p:nvPr/>
            </p:nvSpPr>
            <p:spPr>
              <a:xfrm>
                <a:off x="5470177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0" name="Oval 6039">
                <a:extLst>
                  <a:ext uri="{FF2B5EF4-FFF2-40B4-BE49-F238E27FC236}">
                    <a16:creationId xmlns:a16="http://schemas.microsoft.com/office/drawing/2014/main" id="{E8A779F5-C72E-6504-D028-A111344DCF41}"/>
                  </a:ext>
                </a:extLst>
              </p:cNvPr>
              <p:cNvSpPr/>
              <p:nvPr/>
            </p:nvSpPr>
            <p:spPr>
              <a:xfrm>
                <a:off x="5718897" y="62929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1" name="Oval 6040">
                <a:extLst>
                  <a:ext uri="{FF2B5EF4-FFF2-40B4-BE49-F238E27FC236}">
                    <a16:creationId xmlns:a16="http://schemas.microsoft.com/office/drawing/2014/main" id="{62279383-3730-70B6-2F6F-277A9A022E30}"/>
                  </a:ext>
                </a:extLst>
              </p:cNvPr>
              <p:cNvSpPr/>
              <p:nvPr/>
            </p:nvSpPr>
            <p:spPr>
              <a:xfrm>
                <a:off x="6258902" y="56534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2" name="Oval 6041">
                <a:extLst>
                  <a:ext uri="{FF2B5EF4-FFF2-40B4-BE49-F238E27FC236}">
                    <a16:creationId xmlns:a16="http://schemas.microsoft.com/office/drawing/2014/main" id="{7ED427B7-7D70-E905-FD0C-56DD27F52D71}"/>
                  </a:ext>
                </a:extLst>
              </p:cNvPr>
              <p:cNvSpPr/>
              <p:nvPr/>
            </p:nvSpPr>
            <p:spPr>
              <a:xfrm>
                <a:off x="6255693" y="5489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3" name="Oval 6042">
                <a:extLst>
                  <a:ext uri="{FF2B5EF4-FFF2-40B4-BE49-F238E27FC236}">
                    <a16:creationId xmlns:a16="http://schemas.microsoft.com/office/drawing/2014/main" id="{995FC3C7-E417-8559-99FF-B0D3F3EDCFCF}"/>
                  </a:ext>
                </a:extLst>
              </p:cNvPr>
              <p:cNvSpPr/>
              <p:nvPr/>
            </p:nvSpPr>
            <p:spPr>
              <a:xfrm>
                <a:off x="6130869" y="561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4" name="Oval 6043">
                <a:extLst>
                  <a:ext uri="{FF2B5EF4-FFF2-40B4-BE49-F238E27FC236}">
                    <a16:creationId xmlns:a16="http://schemas.microsoft.com/office/drawing/2014/main" id="{B7AE19CB-887E-D2A6-050A-241E39C0CC55}"/>
                  </a:ext>
                </a:extLst>
              </p:cNvPr>
              <p:cNvSpPr/>
              <p:nvPr/>
            </p:nvSpPr>
            <p:spPr>
              <a:xfrm>
                <a:off x="5519414" y="60707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5" name="Oval 6044">
                <a:extLst>
                  <a:ext uri="{FF2B5EF4-FFF2-40B4-BE49-F238E27FC236}">
                    <a16:creationId xmlns:a16="http://schemas.microsoft.com/office/drawing/2014/main" id="{34F9A87C-2AC0-B49B-7CB5-BCED518B8737}"/>
                  </a:ext>
                </a:extLst>
              </p:cNvPr>
              <p:cNvSpPr/>
              <p:nvPr/>
            </p:nvSpPr>
            <p:spPr>
              <a:xfrm>
                <a:off x="5660116" y="630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6" name="Oval 6045">
                <a:extLst>
                  <a:ext uri="{FF2B5EF4-FFF2-40B4-BE49-F238E27FC236}">
                    <a16:creationId xmlns:a16="http://schemas.microsoft.com/office/drawing/2014/main" id="{7B20E779-7DED-4A95-CC80-591D8517351A}"/>
                  </a:ext>
                </a:extLst>
              </p:cNvPr>
              <p:cNvSpPr/>
              <p:nvPr/>
            </p:nvSpPr>
            <p:spPr>
              <a:xfrm>
                <a:off x="6182977" y="5816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7" name="Oval 6046">
                <a:extLst>
                  <a:ext uri="{FF2B5EF4-FFF2-40B4-BE49-F238E27FC236}">
                    <a16:creationId xmlns:a16="http://schemas.microsoft.com/office/drawing/2014/main" id="{1A5CA49B-88C2-46F2-A15E-0BDE8253F20F}"/>
                  </a:ext>
                </a:extLst>
              </p:cNvPr>
              <p:cNvSpPr/>
              <p:nvPr/>
            </p:nvSpPr>
            <p:spPr>
              <a:xfrm>
                <a:off x="5460043" y="6159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8" name="Oval 6047">
                <a:extLst>
                  <a:ext uri="{FF2B5EF4-FFF2-40B4-BE49-F238E27FC236}">
                    <a16:creationId xmlns:a16="http://schemas.microsoft.com/office/drawing/2014/main" id="{079A85E8-8F48-AFCD-6CB6-DEDB9976D36F}"/>
                  </a:ext>
                </a:extLst>
              </p:cNvPr>
              <p:cNvSpPr/>
              <p:nvPr/>
            </p:nvSpPr>
            <p:spPr>
              <a:xfrm>
                <a:off x="5468573" y="6099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49" name="Oval 6048">
                <a:extLst>
                  <a:ext uri="{FF2B5EF4-FFF2-40B4-BE49-F238E27FC236}">
                    <a16:creationId xmlns:a16="http://schemas.microsoft.com/office/drawing/2014/main" id="{C4DA7178-F63B-DF11-DEAC-82F4D6475A1C}"/>
                  </a:ext>
                </a:extLst>
              </p:cNvPr>
              <p:cNvSpPr/>
              <p:nvPr/>
            </p:nvSpPr>
            <p:spPr>
              <a:xfrm>
                <a:off x="5814416" y="55535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0" name="Oval 6049">
                <a:extLst>
                  <a:ext uri="{FF2B5EF4-FFF2-40B4-BE49-F238E27FC236}">
                    <a16:creationId xmlns:a16="http://schemas.microsoft.com/office/drawing/2014/main" id="{0EEAA306-EF16-75FA-D668-2E6561629C9B}"/>
                  </a:ext>
                </a:extLst>
              </p:cNvPr>
              <p:cNvSpPr/>
              <p:nvPr/>
            </p:nvSpPr>
            <p:spPr>
              <a:xfrm>
                <a:off x="5705807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1" name="Oval 6050">
                <a:extLst>
                  <a:ext uri="{FF2B5EF4-FFF2-40B4-BE49-F238E27FC236}">
                    <a16:creationId xmlns:a16="http://schemas.microsoft.com/office/drawing/2014/main" id="{F7548C9B-8A4C-2184-9B36-602446757C6D}"/>
                  </a:ext>
                </a:extLst>
              </p:cNvPr>
              <p:cNvSpPr/>
              <p:nvPr/>
            </p:nvSpPr>
            <p:spPr>
              <a:xfrm>
                <a:off x="5552267" y="62007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2" name="Oval 6051">
                <a:extLst>
                  <a:ext uri="{FF2B5EF4-FFF2-40B4-BE49-F238E27FC236}">
                    <a16:creationId xmlns:a16="http://schemas.microsoft.com/office/drawing/2014/main" id="{C9F299CE-2162-13AB-804B-21408799EC33}"/>
                  </a:ext>
                </a:extLst>
              </p:cNvPr>
              <p:cNvSpPr/>
              <p:nvPr/>
            </p:nvSpPr>
            <p:spPr>
              <a:xfrm>
                <a:off x="5502439" y="606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3" name="Oval 6052">
                <a:extLst>
                  <a:ext uri="{FF2B5EF4-FFF2-40B4-BE49-F238E27FC236}">
                    <a16:creationId xmlns:a16="http://schemas.microsoft.com/office/drawing/2014/main" id="{CC041F50-C469-11EF-CF20-24162759B774}"/>
                  </a:ext>
                </a:extLst>
              </p:cNvPr>
              <p:cNvSpPr/>
              <p:nvPr/>
            </p:nvSpPr>
            <p:spPr>
              <a:xfrm>
                <a:off x="5497372" y="6097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4" name="Oval 6053">
                <a:extLst>
                  <a:ext uri="{FF2B5EF4-FFF2-40B4-BE49-F238E27FC236}">
                    <a16:creationId xmlns:a16="http://schemas.microsoft.com/office/drawing/2014/main" id="{3AC62090-AD07-24C1-A04E-8E67FD784DD1}"/>
                  </a:ext>
                </a:extLst>
              </p:cNvPr>
              <p:cNvSpPr/>
              <p:nvPr/>
            </p:nvSpPr>
            <p:spPr>
              <a:xfrm>
                <a:off x="5709607" y="63367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5" name="Oval 6054">
                <a:extLst>
                  <a:ext uri="{FF2B5EF4-FFF2-40B4-BE49-F238E27FC236}">
                    <a16:creationId xmlns:a16="http://schemas.microsoft.com/office/drawing/2014/main" id="{9B457AA1-045A-AF0F-BD78-103E59DA99B6}"/>
                  </a:ext>
                </a:extLst>
              </p:cNvPr>
              <p:cNvSpPr/>
              <p:nvPr/>
            </p:nvSpPr>
            <p:spPr>
              <a:xfrm>
                <a:off x="6224698" y="5671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6" name="Oval 6055">
                <a:extLst>
                  <a:ext uri="{FF2B5EF4-FFF2-40B4-BE49-F238E27FC236}">
                    <a16:creationId xmlns:a16="http://schemas.microsoft.com/office/drawing/2014/main" id="{85FA2673-A7A2-C59B-FE1D-55307727309B}"/>
                  </a:ext>
                </a:extLst>
              </p:cNvPr>
              <p:cNvSpPr/>
              <p:nvPr/>
            </p:nvSpPr>
            <p:spPr>
              <a:xfrm>
                <a:off x="5313091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7" name="Oval 6056">
                <a:extLst>
                  <a:ext uri="{FF2B5EF4-FFF2-40B4-BE49-F238E27FC236}">
                    <a16:creationId xmlns:a16="http://schemas.microsoft.com/office/drawing/2014/main" id="{6B34EE41-DC89-8B46-1BA4-B3154CA48965}"/>
                  </a:ext>
                </a:extLst>
              </p:cNvPr>
              <p:cNvSpPr/>
              <p:nvPr/>
            </p:nvSpPr>
            <p:spPr>
              <a:xfrm>
                <a:off x="5486224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8" name="Oval 6057">
                <a:extLst>
                  <a:ext uri="{FF2B5EF4-FFF2-40B4-BE49-F238E27FC236}">
                    <a16:creationId xmlns:a16="http://schemas.microsoft.com/office/drawing/2014/main" id="{88816CD9-D97A-0571-161B-D90CEED4BD49}"/>
                  </a:ext>
                </a:extLst>
              </p:cNvPr>
              <p:cNvSpPr/>
              <p:nvPr/>
            </p:nvSpPr>
            <p:spPr>
              <a:xfrm>
                <a:off x="5530562" y="602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59" name="Oval 6058">
                <a:extLst>
                  <a:ext uri="{FF2B5EF4-FFF2-40B4-BE49-F238E27FC236}">
                    <a16:creationId xmlns:a16="http://schemas.microsoft.com/office/drawing/2014/main" id="{372C0C6B-FF99-7231-3BF7-C631E0A5CCDF}"/>
                  </a:ext>
                </a:extLst>
              </p:cNvPr>
              <p:cNvSpPr/>
              <p:nvPr/>
            </p:nvSpPr>
            <p:spPr>
              <a:xfrm>
                <a:off x="5453962" y="60931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0" name="Oval 6059">
                <a:extLst>
                  <a:ext uri="{FF2B5EF4-FFF2-40B4-BE49-F238E27FC236}">
                    <a16:creationId xmlns:a16="http://schemas.microsoft.com/office/drawing/2014/main" id="{7914AB76-3682-60FE-03FF-F647A097D846}"/>
                  </a:ext>
                </a:extLst>
              </p:cNvPr>
              <p:cNvSpPr/>
              <p:nvPr/>
            </p:nvSpPr>
            <p:spPr>
              <a:xfrm>
                <a:off x="5854870" y="51244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1" name="Oval 6060">
                <a:extLst>
                  <a:ext uri="{FF2B5EF4-FFF2-40B4-BE49-F238E27FC236}">
                    <a16:creationId xmlns:a16="http://schemas.microsoft.com/office/drawing/2014/main" id="{DEF93E26-FB75-213B-CE82-B08C71606EF7}"/>
                  </a:ext>
                </a:extLst>
              </p:cNvPr>
              <p:cNvSpPr/>
              <p:nvPr/>
            </p:nvSpPr>
            <p:spPr>
              <a:xfrm>
                <a:off x="5515614" y="6076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2" name="Oval 6061">
                <a:extLst>
                  <a:ext uri="{FF2B5EF4-FFF2-40B4-BE49-F238E27FC236}">
                    <a16:creationId xmlns:a16="http://schemas.microsoft.com/office/drawing/2014/main" id="{E4C81C43-E598-66D3-84F1-AA8C78B24B49}"/>
                  </a:ext>
                </a:extLst>
              </p:cNvPr>
              <p:cNvSpPr/>
              <p:nvPr/>
            </p:nvSpPr>
            <p:spPr>
              <a:xfrm>
                <a:off x="6263547" y="54953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3" name="Oval 6062">
                <a:extLst>
                  <a:ext uri="{FF2B5EF4-FFF2-40B4-BE49-F238E27FC236}">
                    <a16:creationId xmlns:a16="http://schemas.microsoft.com/office/drawing/2014/main" id="{AC998F9B-66B8-B219-2562-5A33C242BA8E}"/>
                  </a:ext>
                </a:extLst>
              </p:cNvPr>
              <p:cNvSpPr/>
              <p:nvPr/>
            </p:nvSpPr>
            <p:spPr>
              <a:xfrm>
                <a:off x="5621858" y="60726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4" name="Oval 6063">
                <a:extLst>
                  <a:ext uri="{FF2B5EF4-FFF2-40B4-BE49-F238E27FC236}">
                    <a16:creationId xmlns:a16="http://schemas.microsoft.com/office/drawing/2014/main" id="{6B554756-42FB-B706-569A-9D2F3403EC54}"/>
                  </a:ext>
                </a:extLst>
              </p:cNvPr>
              <p:cNvSpPr/>
              <p:nvPr/>
            </p:nvSpPr>
            <p:spPr>
              <a:xfrm>
                <a:off x="5705722" y="63275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5" name="Oval 6064">
                <a:extLst>
                  <a:ext uri="{FF2B5EF4-FFF2-40B4-BE49-F238E27FC236}">
                    <a16:creationId xmlns:a16="http://schemas.microsoft.com/office/drawing/2014/main" id="{6DD0156E-F690-4B34-C0B6-DBF92E27D82B}"/>
                  </a:ext>
                </a:extLst>
              </p:cNvPr>
              <p:cNvSpPr/>
              <p:nvPr/>
            </p:nvSpPr>
            <p:spPr>
              <a:xfrm>
                <a:off x="5461225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6" name="Oval 6065">
                <a:extLst>
                  <a:ext uri="{FF2B5EF4-FFF2-40B4-BE49-F238E27FC236}">
                    <a16:creationId xmlns:a16="http://schemas.microsoft.com/office/drawing/2014/main" id="{EC1E2D47-0C06-917C-3CBC-C961FC15A14C}"/>
                  </a:ext>
                </a:extLst>
              </p:cNvPr>
              <p:cNvSpPr/>
              <p:nvPr/>
            </p:nvSpPr>
            <p:spPr>
              <a:xfrm>
                <a:off x="5748879" y="6270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7" name="Oval 6066">
                <a:extLst>
                  <a:ext uri="{FF2B5EF4-FFF2-40B4-BE49-F238E27FC236}">
                    <a16:creationId xmlns:a16="http://schemas.microsoft.com/office/drawing/2014/main" id="{2D080D5B-6CEE-560D-8F95-1ED91243AC25}"/>
                  </a:ext>
                </a:extLst>
              </p:cNvPr>
              <p:cNvSpPr/>
              <p:nvPr/>
            </p:nvSpPr>
            <p:spPr>
              <a:xfrm>
                <a:off x="6215999" y="5463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8" name="Oval 6067">
                <a:extLst>
                  <a:ext uri="{FF2B5EF4-FFF2-40B4-BE49-F238E27FC236}">
                    <a16:creationId xmlns:a16="http://schemas.microsoft.com/office/drawing/2014/main" id="{B019AD5E-78B8-29DF-2140-3C5C77B755F0}"/>
                  </a:ext>
                </a:extLst>
              </p:cNvPr>
              <p:cNvSpPr/>
              <p:nvPr/>
            </p:nvSpPr>
            <p:spPr>
              <a:xfrm>
                <a:off x="5628192" y="60139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69" name="Oval 6068">
                <a:extLst>
                  <a:ext uri="{FF2B5EF4-FFF2-40B4-BE49-F238E27FC236}">
                    <a16:creationId xmlns:a16="http://schemas.microsoft.com/office/drawing/2014/main" id="{0D557DA4-DAEF-CDFF-F67A-13E011CDB0C6}"/>
                  </a:ext>
                </a:extLst>
              </p:cNvPr>
              <p:cNvSpPr/>
              <p:nvPr/>
            </p:nvSpPr>
            <p:spPr>
              <a:xfrm>
                <a:off x="6212537" y="54655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0" name="Oval 6069">
                <a:extLst>
                  <a:ext uri="{FF2B5EF4-FFF2-40B4-BE49-F238E27FC236}">
                    <a16:creationId xmlns:a16="http://schemas.microsoft.com/office/drawing/2014/main" id="{8878A2B7-6FAA-9602-285C-A70E3380AEC9}"/>
                  </a:ext>
                </a:extLst>
              </p:cNvPr>
              <p:cNvSpPr/>
              <p:nvPr/>
            </p:nvSpPr>
            <p:spPr>
              <a:xfrm>
                <a:off x="5516205" y="6078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1" name="Oval 6070">
                <a:extLst>
                  <a:ext uri="{FF2B5EF4-FFF2-40B4-BE49-F238E27FC236}">
                    <a16:creationId xmlns:a16="http://schemas.microsoft.com/office/drawing/2014/main" id="{03F3B25E-D16E-3317-9AE6-87D1E737A654}"/>
                  </a:ext>
                </a:extLst>
              </p:cNvPr>
              <p:cNvSpPr/>
              <p:nvPr/>
            </p:nvSpPr>
            <p:spPr>
              <a:xfrm>
                <a:off x="6254933" y="54921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2" name="Oval 6071">
                <a:extLst>
                  <a:ext uri="{FF2B5EF4-FFF2-40B4-BE49-F238E27FC236}">
                    <a16:creationId xmlns:a16="http://schemas.microsoft.com/office/drawing/2014/main" id="{81F91107-F132-F08C-1652-136BFF9F7EB0}"/>
                  </a:ext>
                </a:extLst>
              </p:cNvPr>
              <p:cNvSpPr/>
              <p:nvPr/>
            </p:nvSpPr>
            <p:spPr>
              <a:xfrm>
                <a:off x="5447036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3" name="Oval 6072">
                <a:extLst>
                  <a:ext uri="{FF2B5EF4-FFF2-40B4-BE49-F238E27FC236}">
                    <a16:creationId xmlns:a16="http://schemas.microsoft.com/office/drawing/2014/main" id="{E9D0DEF5-7D5E-E2EA-831B-2F76D4AB7FFD}"/>
                  </a:ext>
                </a:extLst>
              </p:cNvPr>
              <p:cNvSpPr/>
              <p:nvPr/>
            </p:nvSpPr>
            <p:spPr>
              <a:xfrm>
                <a:off x="5560460" y="6148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4" name="Oval 6073">
                <a:extLst>
                  <a:ext uri="{FF2B5EF4-FFF2-40B4-BE49-F238E27FC236}">
                    <a16:creationId xmlns:a16="http://schemas.microsoft.com/office/drawing/2014/main" id="{0646A8AB-95C0-3445-AB49-86C8F5B9995A}"/>
                  </a:ext>
                </a:extLst>
              </p:cNvPr>
              <p:cNvSpPr/>
              <p:nvPr/>
            </p:nvSpPr>
            <p:spPr>
              <a:xfrm>
                <a:off x="6237282" y="5481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5" name="Oval 6074">
                <a:extLst>
                  <a:ext uri="{FF2B5EF4-FFF2-40B4-BE49-F238E27FC236}">
                    <a16:creationId xmlns:a16="http://schemas.microsoft.com/office/drawing/2014/main" id="{4BC391C0-C263-9339-4215-3B3D9C2FC418}"/>
                  </a:ext>
                </a:extLst>
              </p:cNvPr>
              <p:cNvSpPr/>
              <p:nvPr/>
            </p:nvSpPr>
            <p:spPr>
              <a:xfrm>
                <a:off x="6161188" y="56220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6" name="Oval 6075">
                <a:extLst>
                  <a:ext uri="{FF2B5EF4-FFF2-40B4-BE49-F238E27FC236}">
                    <a16:creationId xmlns:a16="http://schemas.microsoft.com/office/drawing/2014/main" id="{965617E8-4EB6-FC84-ED01-89C0C05DFEA4}"/>
                  </a:ext>
                </a:extLst>
              </p:cNvPr>
              <p:cNvSpPr/>
              <p:nvPr/>
            </p:nvSpPr>
            <p:spPr>
              <a:xfrm>
                <a:off x="5550072" y="61702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7" name="Oval 6076">
                <a:extLst>
                  <a:ext uri="{FF2B5EF4-FFF2-40B4-BE49-F238E27FC236}">
                    <a16:creationId xmlns:a16="http://schemas.microsoft.com/office/drawing/2014/main" id="{B6CEBB5D-8984-FBC8-6BF2-0838DCC57A4B}"/>
                  </a:ext>
                </a:extLst>
              </p:cNvPr>
              <p:cNvSpPr/>
              <p:nvPr/>
            </p:nvSpPr>
            <p:spPr>
              <a:xfrm>
                <a:off x="6281367" y="565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8" name="Oval 6077">
                <a:extLst>
                  <a:ext uri="{FF2B5EF4-FFF2-40B4-BE49-F238E27FC236}">
                    <a16:creationId xmlns:a16="http://schemas.microsoft.com/office/drawing/2014/main" id="{E0C212C4-C53C-E07A-F35F-766D97E92AA4}"/>
                  </a:ext>
                </a:extLst>
              </p:cNvPr>
              <p:cNvSpPr/>
              <p:nvPr/>
            </p:nvSpPr>
            <p:spPr>
              <a:xfrm>
                <a:off x="5572790" y="62076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9" name="Oval 6078">
                <a:extLst>
                  <a:ext uri="{FF2B5EF4-FFF2-40B4-BE49-F238E27FC236}">
                    <a16:creationId xmlns:a16="http://schemas.microsoft.com/office/drawing/2014/main" id="{B919D34F-43F4-9C58-EA0F-58EF4A238F69}"/>
                  </a:ext>
                </a:extLst>
              </p:cNvPr>
              <p:cNvSpPr/>
              <p:nvPr/>
            </p:nvSpPr>
            <p:spPr>
              <a:xfrm>
                <a:off x="5783927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0" name="Oval 6079">
                <a:extLst>
                  <a:ext uri="{FF2B5EF4-FFF2-40B4-BE49-F238E27FC236}">
                    <a16:creationId xmlns:a16="http://schemas.microsoft.com/office/drawing/2014/main" id="{79FB345F-B711-CCFA-0E32-CCBB93436B2B}"/>
                  </a:ext>
                </a:extLst>
              </p:cNvPr>
              <p:cNvSpPr/>
              <p:nvPr/>
            </p:nvSpPr>
            <p:spPr>
              <a:xfrm>
                <a:off x="5699304" y="62727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1" name="Oval 6080">
                <a:extLst>
                  <a:ext uri="{FF2B5EF4-FFF2-40B4-BE49-F238E27FC236}">
                    <a16:creationId xmlns:a16="http://schemas.microsoft.com/office/drawing/2014/main" id="{FE4B8D78-3F16-9F94-7500-F2259EE3E505}"/>
                  </a:ext>
                </a:extLst>
              </p:cNvPr>
              <p:cNvSpPr/>
              <p:nvPr/>
            </p:nvSpPr>
            <p:spPr>
              <a:xfrm>
                <a:off x="5901742" y="6385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2" name="Oval 6081">
                <a:extLst>
                  <a:ext uri="{FF2B5EF4-FFF2-40B4-BE49-F238E27FC236}">
                    <a16:creationId xmlns:a16="http://schemas.microsoft.com/office/drawing/2014/main" id="{7E963206-7856-96BE-0AEF-5C48DC65435C}"/>
                  </a:ext>
                </a:extLst>
              </p:cNvPr>
              <p:cNvSpPr/>
              <p:nvPr/>
            </p:nvSpPr>
            <p:spPr>
              <a:xfrm>
                <a:off x="5489180" y="60736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3" name="Oval 6082">
                <a:extLst>
                  <a:ext uri="{FF2B5EF4-FFF2-40B4-BE49-F238E27FC236}">
                    <a16:creationId xmlns:a16="http://schemas.microsoft.com/office/drawing/2014/main" id="{3FB6AF0C-0E51-8ECF-DAC3-39F097E551D1}"/>
                  </a:ext>
                </a:extLst>
              </p:cNvPr>
              <p:cNvSpPr/>
              <p:nvPr/>
            </p:nvSpPr>
            <p:spPr>
              <a:xfrm>
                <a:off x="5502270" y="6064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4" name="Oval 6083">
                <a:extLst>
                  <a:ext uri="{FF2B5EF4-FFF2-40B4-BE49-F238E27FC236}">
                    <a16:creationId xmlns:a16="http://schemas.microsoft.com/office/drawing/2014/main" id="{A68BEEB5-F8D7-51C7-B867-681E58B9955B}"/>
                  </a:ext>
                </a:extLst>
              </p:cNvPr>
              <p:cNvSpPr/>
              <p:nvPr/>
            </p:nvSpPr>
            <p:spPr>
              <a:xfrm>
                <a:off x="6216844" y="547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5" name="Oval 6084">
                <a:extLst>
                  <a:ext uri="{FF2B5EF4-FFF2-40B4-BE49-F238E27FC236}">
                    <a16:creationId xmlns:a16="http://schemas.microsoft.com/office/drawing/2014/main" id="{59611B40-204E-D19D-D1E7-E139AFB21BF9}"/>
                  </a:ext>
                </a:extLst>
              </p:cNvPr>
              <p:cNvSpPr/>
              <p:nvPr/>
            </p:nvSpPr>
            <p:spPr>
              <a:xfrm>
                <a:off x="5660877" y="62559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6" name="Oval 6085">
                <a:extLst>
                  <a:ext uri="{FF2B5EF4-FFF2-40B4-BE49-F238E27FC236}">
                    <a16:creationId xmlns:a16="http://schemas.microsoft.com/office/drawing/2014/main" id="{587529D5-CE2A-D9B7-3C9D-9D72329FA2D6}"/>
                  </a:ext>
                </a:extLst>
              </p:cNvPr>
              <p:cNvSpPr/>
              <p:nvPr/>
            </p:nvSpPr>
            <p:spPr>
              <a:xfrm>
                <a:off x="5493318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7" name="Oval 6086">
                <a:extLst>
                  <a:ext uri="{FF2B5EF4-FFF2-40B4-BE49-F238E27FC236}">
                    <a16:creationId xmlns:a16="http://schemas.microsoft.com/office/drawing/2014/main" id="{EE460102-6A8E-693E-1438-1A66079C3163}"/>
                  </a:ext>
                </a:extLst>
              </p:cNvPr>
              <p:cNvSpPr/>
              <p:nvPr/>
            </p:nvSpPr>
            <p:spPr>
              <a:xfrm>
                <a:off x="5519414" y="6052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8" name="Oval 6087">
                <a:extLst>
                  <a:ext uri="{FF2B5EF4-FFF2-40B4-BE49-F238E27FC236}">
                    <a16:creationId xmlns:a16="http://schemas.microsoft.com/office/drawing/2014/main" id="{1219D5CF-C16E-196F-9875-BE5ADFABF4D3}"/>
                  </a:ext>
                </a:extLst>
              </p:cNvPr>
              <p:cNvSpPr/>
              <p:nvPr/>
            </p:nvSpPr>
            <p:spPr>
              <a:xfrm>
                <a:off x="6206794" y="5621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89" name="Oval 6088">
                <a:extLst>
                  <a:ext uri="{FF2B5EF4-FFF2-40B4-BE49-F238E27FC236}">
                    <a16:creationId xmlns:a16="http://schemas.microsoft.com/office/drawing/2014/main" id="{6FBE8DAB-F421-C018-69EB-A9BB61DB6E80}"/>
                  </a:ext>
                </a:extLst>
              </p:cNvPr>
              <p:cNvSpPr/>
              <p:nvPr/>
            </p:nvSpPr>
            <p:spPr>
              <a:xfrm>
                <a:off x="5612737" y="62577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0" name="Oval 6089">
                <a:extLst>
                  <a:ext uri="{FF2B5EF4-FFF2-40B4-BE49-F238E27FC236}">
                    <a16:creationId xmlns:a16="http://schemas.microsoft.com/office/drawing/2014/main" id="{0C581D21-BA32-490B-4714-091642406E6A}"/>
                  </a:ext>
                </a:extLst>
              </p:cNvPr>
              <p:cNvSpPr/>
              <p:nvPr/>
            </p:nvSpPr>
            <p:spPr>
              <a:xfrm>
                <a:off x="5320692" y="599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1" name="Oval 6090">
                <a:extLst>
                  <a:ext uri="{FF2B5EF4-FFF2-40B4-BE49-F238E27FC236}">
                    <a16:creationId xmlns:a16="http://schemas.microsoft.com/office/drawing/2014/main" id="{D8860E4C-7B1E-78BC-6728-7EE5C692830B}"/>
                  </a:ext>
                </a:extLst>
              </p:cNvPr>
              <p:cNvSpPr/>
              <p:nvPr/>
            </p:nvSpPr>
            <p:spPr>
              <a:xfrm>
                <a:off x="5448050" y="59990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2" name="Oval 6091">
                <a:extLst>
                  <a:ext uri="{FF2B5EF4-FFF2-40B4-BE49-F238E27FC236}">
                    <a16:creationId xmlns:a16="http://schemas.microsoft.com/office/drawing/2014/main" id="{FE5185B0-356A-99F8-7C95-FE7F8D2E2A13}"/>
                  </a:ext>
                </a:extLst>
              </p:cNvPr>
              <p:cNvSpPr/>
              <p:nvPr/>
            </p:nvSpPr>
            <p:spPr>
              <a:xfrm>
                <a:off x="6181035" y="549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3" name="Oval 6092">
                <a:extLst>
                  <a:ext uri="{FF2B5EF4-FFF2-40B4-BE49-F238E27FC236}">
                    <a16:creationId xmlns:a16="http://schemas.microsoft.com/office/drawing/2014/main" id="{81845B70-DFEC-7EE1-B8DF-7638D4905AA8}"/>
                  </a:ext>
                </a:extLst>
              </p:cNvPr>
              <p:cNvSpPr/>
              <p:nvPr/>
            </p:nvSpPr>
            <p:spPr>
              <a:xfrm>
                <a:off x="5569327" y="6374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4" name="Oval 6093">
                <a:extLst>
                  <a:ext uri="{FF2B5EF4-FFF2-40B4-BE49-F238E27FC236}">
                    <a16:creationId xmlns:a16="http://schemas.microsoft.com/office/drawing/2014/main" id="{1DB3F334-03B2-C544-CE7E-80115E2B2655}"/>
                  </a:ext>
                </a:extLst>
              </p:cNvPr>
              <p:cNvSpPr/>
              <p:nvPr/>
            </p:nvSpPr>
            <p:spPr>
              <a:xfrm>
                <a:off x="5453540" y="61295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5" name="Oval 6094">
                <a:extLst>
                  <a:ext uri="{FF2B5EF4-FFF2-40B4-BE49-F238E27FC236}">
                    <a16:creationId xmlns:a16="http://schemas.microsoft.com/office/drawing/2014/main" id="{8CA2249D-2AC9-653C-3B76-AF620B658679}"/>
                  </a:ext>
                </a:extLst>
              </p:cNvPr>
              <p:cNvSpPr/>
              <p:nvPr/>
            </p:nvSpPr>
            <p:spPr>
              <a:xfrm>
                <a:off x="5435382" y="6113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6" name="Oval 6095">
                <a:extLst>
                  <a:ext uri="{FF2B5EF4-FFF2-40B4-BE49-F238E27FC236}">
                    <a16:creationId xmlns:a16="http://schemas.microsoft.com/office/drawing/2014/main" id="{8B80605A-29CE-F841-7BC5-1FA49209501C}"/>
                  </a:ext>
                </a:extLst>
              </p:cNvPr>
              <p:cNvSpPr/>
              <p:nvPr/>
            </p:nvSpPr>
            <p:spPr>
              <a:xfrm>
                <a:off x="5532167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7" name="Oval 6096">
                <a:extLst>
                  <a:ext uri="{FF2B5EF4-FFF2-40B4-BE49-F238E27FC236}">
                    <a16:creationId xmlns:a16="http://schemas.microsoft.com/office/drawing/2014/main" id="{87630155-5968-09A6-00E3-AEC2AC164C13}"/>
                  </a:ext>
                </a:extLst>
              </p:cNvPr>
              <p:cNvSpPr/>
              <p:nvPr/>
            </p:nvSpPr>
            <p:spPr>
              <a:xfrm>
                <a:off x="5649813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8" name="Oval 6097">
                <a:extLst>
                  <a:ext uri="{FF2B5EF4-FFF2-40B4-BE49-F238E27FC236}">
                    <a16:creationId xmlns:a16="http://schemas.microsoft.com/office/drawing/2014/main" id="{8B4D89A8-02B3-934B-79E8-96A6BE7EFE9C}"/>
                  </a:ext>
                </a:extLst>
              </p:cNvPr>
              <p:cNvSpPr/>
              <p:nvPr/>
            </p:nvSpPr>
            <p:spPr>
              <a:xfrm>
                <a:off x="5644661" y="60713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99" name="Oval 6098">
                <a:extLst>
                  <a:ext uri="{FF2B5EF4-FFF2-40B4-BE49-F238E27FC236}">
                    <a16:creationId xmlns:a16="http://schemas.microsoft.com/office/drawing/2014/main" id="{59C987EE-203D-9460-EA8E-E7D7AAB89807}"/>
                  </a:ext>
                </a:extLst>
              </p:cNvPr>
              <p:cNvSpPr/>
              <p:nvPr/>
            </p:nvSpPr>
            <p:spPr>
              <a:xfrm>
                <a:off x="5412748" y="600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0" name="Oval 6099">
                <a:extLst>
                  <a:ext uri="{FF2B5EF4-FFF2-40B4-BE49-F238E27FC236}">
                    <a16:creationId xmlns:a16="http://schemas.microsoft.com/office/drawing/2014/main" id="{55D922D0-67B1-6C88-CE5A-15DD81CB10DE}"/>
                  </a:ext>
                </a:extLst>
              </p:cNvPr>
              <p:cNvSpPr/>
              <p:nvPr/>
            </p:nvSpPr>
            <p:spPr>
              <a:xfrm>
                <a:off x="6211861" y="5501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1" name="Oval 6100">
                <a:extLst>
                  <a:ext uri="{FF2B5EF4-FFF2-40B4-BE49-F238E27FC236}">
                    <a16:creationId xmlns:a16="http://schemas.microsoft.com/office/drawing/2014/main" id="{AB297AD7-385A-F14E-D354-1C519EB1E7B6}"/>
                  </a:ext>
                </a:extLst>
              </p:cNvPr>
              <p:cNvSpPr/>
              <p:nvPr/>
            </p:nvSpPr>
            <p:spPr>
              <a:xfrm>
                <a:off x="6214057" y="56603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2" name="Oval 6101">
                <a:extLst>
                  <a:ext uri="{FF2B5EF4-FFF2-40B4-BE49-F238E27FC236}">
                    <a16:creationId xmlns:a16="http://schemas.microsoft.com/office/drawing/2014/main" id="{8B3C5C2F-CC1C-415B-6800-940BC9931938}"/>
                  </a:ext>
                </a:extLst>
              </p:cNvPr>
              <p:cNvSpPr/>
              <p:nvPr/>
            </p:nvSpPr>
            <p:spPr>
              <a:xfrm>
                <a:off x="5570341" y="6180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3" name="Oval 6102">
                <a:extLst>
                  <a:ext uri="{FF2B5EF4-FFF2-40B4-BE49-F238E27FC236}">
                    <a16:creationId xmlns:a16="http://schemas.microsoft.com/office/drawing/2014/main" id="{6B0804CC-16A9-525D-364D-DFE038C1E02E}"/>
                  </a:ext>
                </a:extLst>
              </p:cNvPr>
              <p:cNvSpPr/>
              <p:nvPr/>
            </p:nvSpPr>
            <p:spPr>
              <a:xfrm>
                <a:off x="5516796" y="618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4" name="Oval 6103">
                <a:extLst>
                  <a:ext uri="{FF2B5EF4-FFF2-40B4-BE49-F238E27FC236}">
                    <a16:creationId xmlns:a16="http://schemas.microsoft.com/office/drawing/2014/main" id="{2F03DC2A-701F-68FA-35DE-926656BBE830}"/>
                  </a:ext>
                </a:extLst>
              </p:cNvPr>
              <p:cNvSpPr/>
              <p:nvPr/>
            </p:nvSpPr>
            <p:spPr>
              <a:xfrm>
                <a:off x="5728694" y="63450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5" name="Oval 6104">
                <a:extLst>
                  <a:ext uri="{FF2B5EF4-FFF2-40B4-BE49-F238E27FC236}">
                    <a16:creationId xmlns:a16="http://schemas.microsoft.com/office/drawing/2014/main" id="{A9001AA5-CFF8-FFD0-DE2E-89F5466A19FE}"/>
                  </a:ext>
                </a:extLst>
              </p:cNvPr>
              <p:cNvSpPr/>
              <p:nvPr/>
            </p:nvSpPr>
            <p:spPr>
              <a:xfrm>
                <a:off x="5468488" y="616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6" name="Oval 6105">
                <a:extLst>
                  <a:ext uri="{FF2B5EF4-FFF2-40B4-BE49-F238E27FC236}">
                    <a16:creationId xmlns:a16="http://schemas.microsoft.com/office/drawing/2014/main" id="{87BCFD9F-7845-54AB-D407-3A0947A9AE79}"/>
                  </a:ext>
                </a:extLst>
              </p:cNvPr>
              <p:cNvSpPr/>
              <p:nvPr/>
            </p:nvSpPr>
            <p:spPr>
              <a:xfrm>
                <a:off x="5497203" y="61815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7" name="Oval 6106">
                <a:extLst>
                  <a:ext uri="{FF2B5EF4-FFF2-40B4-BE49-F238E27FC236}">
                    <a16:creationId xmlns:a16="http://schemas.microsoft.com/office/drawing/2014/main" id="{FC4D4DF3-08C7-E0E9-BFB9-860F564625F9}"/>
                  </a:ext>
                </a:extLst>
              </p:cNvPr>
              <p:cNvSpPr/>
              <p:nvPr/>
            </p:nvSpPr>
            <p:spPr>
              <a:xfrm>
                <a:off x="5562571" y="6147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8" name="Oval 6107">
                <a:extLst>
                  <a:ext uri="{FF2B5EF4-FFF2-40B4-BE49-F238E27FC236}">
                    <a16:creationId xmlns:a16="http://schemas.microsoft.com/office/drawing/2014/main" id="{48C15456-3781-0BD8-9F36-33CF017B7E44}"/>
                  </a:ext>
                </a:extLst>
              </p:cNvPr>
              <p:cNvSpPr/>
              <p:nvPr/>
            </p:nvSpPr>
            <p:spPr>
              <a:xfrm>
                <a:off x="5545427" y="60535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9" name="Oval 6108">
                <a:extLst>
                  <a:ext uri="{FF2B5EF4-FFF2-40B4-BE49-F238E27FC236}">
                    <a16:creationId xmlns:a16="http://schemas.microsoft.com/office/drawing/2014/main" id="{E8C79216-8421-5C72-B54B-D1D855291E4D}"/>
                  </a:ext>
                </a:extLst>
              </p:cNvPr>
              <p:cNvSpPr/>
              <p:nvPr/>
            </p:nvSpPr>
            <p:spPr>
              <a:xfrm>
                <a:off x="5628699" y="628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0" name="Oval 6109">
                <a:extLst>
                  <a:ext uri="{FF2B5EF4-FFF2-40B4-BE49-F238E27FC236}">
                    <a16:creationId xmlns:a16="http://schemas.microsoft.com/office/drawing/2014/main" id="{84FC4F6A-C5A7-036E-6103-BDDAACBFE8CC}"/>
                  </a:ext>
                </a:extLst>
              </p:cNvPr>
              <p:cNvSpPr/>
              <p:nvPr/>
            </p:nvSpPr>
            <p:spPr>
              <a:xfrm>
                <a:off x="5458438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1" name="Oval 6110">
                <a:extLst>
                  <a:ext uri="{FF2B5EF4-FFF2-40B4-BE49-F238E27FC236}">
                    <a16:creationId xmlns:a16="http://schemas.microsoft.com/office/drawing/2014/main" id="{942A22FE-D85F-2A0A-C13C-48F300548BA1}"/>
                  </a:ext>
                </a:extLst>
              </p:cNvPr>
              <p:cNvSpPr/>
              <p:nvPr/>
            </p:nvSpPr>
            <p:spPr>
              <a:xfrm>
                <a:off x="5646435" y="62721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2" name="Oval 6111">
                <a:extLst>
                  <a:ext uri="{FF2B5EF4-FFF2-40B4-BE49-F238E27FC236}">
                    <a16:creationId xmlns:a16="http://schemas.microsoft.com/office/drawing/2014/main" id="{2054D65E-0EE1-7866-8290-1514FB97A21D}"/>
                  </a:ext>
                </a:extLst>
              </p:cNvPr>
              <p:cNvSpPr/>
              <p:nvPr/>
            </p:nvSpPr>
            <p:spPr>
              <a:xfrm>
                <a:off x="6427052" y="65118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3" name="Oval 6112">
                <a:extLst>
                  <a:ext uri="{FF2B5EF4-FFF2-40B4-BE49-F238E27FC236}">
                    <a16:creationId xmlns:a16="http://schemas.microsoft.com/office/drawing/2014/main" id="{B2584E7B-6B53-4813-FA96-1E3006A112A8}"/>
                  </a:ext>
                </a:extLst>
              </p:cNvPr>
              <p:cNvSpPr/>
              <p:nvPr/>
            </p:nvSpPr>
            <p:spPr>
              <a:xfrm>
                <a:off x="5470346" y="6197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4" name="Oval 6113">
                <a:extLst>
                  <a:ext uri="{FF2B5EF4-FFF2-40B4-BE49-F238E27FC236}">
                    <a16:creationId xmlns:a16="http://schemas.microsoft.com/office/drawing/2014/main" id="{FC103758-5AF0-F13A-CCA3-A3A34E0F0F09}"/>
                  </a:ext>
                </a:extLst>
              </p:cNvPr>
              <p:cNvSpPr/>
              <p:nvPr/>
            </p:nvSpPr>
            <p:spPr>
              <a:xfrm>
                <a:off x="5457256" y="6212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5" name="Oval 6114">
                <a:extLst>
                  <a:ext uri="{FF2B5EF4-FFF2-40B4-BE49-F238E27FC236}">
                    <a16:creationId xmlns:a16="http://schemas.microsoft.com/office/drawing/2014/main" id="{D86D987D-B50C-4891-FFD7-E57E42899DD4}"/>
                  </a:ext>
                </a:extLst>
              </p:cNvPr>
              <p:cNvSpPr/>
              <p:nvPr/>
            </p:nvSpPr>
            <p:spPr>
              <a:xfrm>
                <a:off x="5611977" y="600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6" name="Oval 6115">
                <a:extLst>
                  <a:ext uri="{FF2B5EF4-FFF2-40B4-BE49-F238E27FC236}">
                    <a16:creationId xmlns:a16="http://schemas.microsoft.com/office/drawing/2014/main" id="{5E62AD5C-21E8-21A2-9E96-F4DADAEFF03B}"/>
                  </a:ext>
                </a:extLst>
              </p:cNvPr>
              <p:cNvSpPr/>
              <p:nvPr/>
            </p:nvSpPr>
            <p:spPr>
              <a:xfrm>
                <a:off x="6207723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7" name="Oval 6116">
                <a:extLst>
                  <a:ext uri="{FF2B5EF4-FFF2-40B4-BE49-F238E27FC236}">
                    <a16:creationId xmlns:a16="http://schemas.microsoft.com/office/drawing/2014/main" id="{ECD7B52C-4D98-5533-B7F0-EFE5B24EE498}"/>
                  </a:ext>
                </a:extLst>
              </p:cNvPr>
              <p:cNvSpPr/>
              <p:nvPr/>
            </p:nvSpPr>
            <p:spPr>
              <a:xfrm>
                <a:off x="5603616" y="6250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8" name="Oval 6117">
                <a:extLst>
                  <a:ext uri="{FF2B5EF4-FFF2-40B4-BE49-F238E27FC236}">
                    <a16:creationId xmlns:a16="http://schemas.microsoft.com/office/drawing/2014/main" id="{0C716CF2-0749-CFE2-4A8B-00A0BF80F7A8}"/>
                  </a:ext>
                </a:extLst>
              </p:cNvPr>
              <p:cNvSpPr/>
              <p:nvPr/>
            </p:nvSpPr>
            <p:spPr>
              <a:xfrm>
                <a:off x="6213297" y="5467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19" name="Oval 6118">
                <a:extLst>
                  <a:ext uri="{FF2B5EF4-FFF2-40B4-BE49-F238E27FC236}">
                    <a16:creationId xmlns:a16="http://schemas.microsoft.com/office/drawing/2014/main" id="{5C700D7C-937D-1FD9-5C47-B775344B6E11}"/>
                  </a:ext>
                </a:extLst>
              </p:cNvPr>
              <p:cNvSpPr/>
              <p:nvPr/>
            </p:nvSpPr>
            <p:spPr>
              <a:xfrm>
                <a:off x="5368493" y="598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0" name="Oval 6119">
                <a:extLst>
                  <a:ext uri="{FF2B5EF4-FFF2-40B4-BE49-F238E27FC236}">
                    <a16:creationId xmlns:a16="http://schemas.microsoft.com/office/drawing/2014/main" id="{EC334BED-8E1D-AFA9-BF32-745A4CE95EAC}"/>
                  </a:ext>
                </a:extLst>
              </p:cNvPr>
              <p:cNvSpPr/>
              <p:nvPr/>
            </p:nvSpPr>
            <p:spPr>
              <a:xfrm>
                <a:off x="5639763" y="6242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1" name="Oval 6120">
                <a:extLst>
                  <a:ext uri="{FF2B5EF4-FFF2-40B4-BE49-F238E27FC236}">
                    <a16:creationId xmlns:a16="http://schemas.microsoft.com/office/drawing/2014/main" id="{5CA81A43-CC7C-DAEB-3CB2-A2787B195E07}"/>
                  </a:ext>
                </a:extLst>
              </p:cNvPr>
              <p:cNvSpPr/>
              <p:nvPr/>
            </p:nvSpPr>
            <p:spPr>
              <a:xfrm>
                <a:off x="5644577" y="6108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2" name="Oval 6121">
                <a:extLst>
                  <a:ext uri="{FF2B5EF4-FFF2-40B4-BE49-F238E27FC236}">
                    <a16:creationId xmlns:a16="http://schemas.microsoft.com/office/drawing/2014/main" id="{60C151BE-F3A7-8F2A-75E1-2FE5879F63EF}"/>
                  </a:ext>
                </a:extLst>
              </p:cNvPr>
              <p:cNvSpPr/>
              <p:nvPr/>
            </p:nvSpPr>
            <p:spPr>
              <a:xfrm>
                <a:off x="6192690" y="553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3" name="Oval 6122">
                <a:extLst>
                  <a:ext uri="{FF2B5EF4-FFF2-40B4-BE49-F238E27FC236}">
                    <a16:creationId xmlns:a16="http://schemas.microsoft.com/office/drawing/2014/main" id="{BEF4F2CC-522D-88CE-03CB-C6C953AB7EBE}"/>
                  </a:ext>
                </a:extLst>
              </p:cNvPr>
              <p:cNvSpPr/>
              <p:nvPr/>
            </p:nvSpPr>
            <p:spPr>
              <a:xfrm>
                <a:off x="5525326" y="6177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4" name="Oval 6123">
                <a:extLst>
                  <a:ext uri="{FF2B5EF4-FFF2-40B4-BE49-F238E27FC236}">
                    <a16:creationId xmlns:a16="http://schemas.microsoft.com/office/drawing/2014/main" id="{71387893-5085-AC54-E5D8-86326388ED4E}"/>
                  </a:ext>
                </a:extLst>
              </p:cNvPr>
              <p:cNvSpPr/>
              <p:nvPr/>
            </p:nvSpPr>
            <p:spPr>
              <a:xfrm>
                <a:off x="5586725" y="61343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5" name="Oval 6124">
                <a:extLst>
                  <a:ext uri="{FF2B5EF4-FFF2-40B4-BE49-F238E27FC236}">
                    <a16:creationId xmlns:a16="http://schemas.microsoft.com/office/drawing/2014/main" id="{2D1FB599-F602-9309-9FB4-7DCF97A59E48}"/>
                  </a:ext>
                </a:extLst>
              </p:cNvPr>
              <p:cNvSpPr/>
              <p:nvPr/>
            </p:nvSpPr>
            <p:spPr>
              <a:xfrm>
                <a:off x="5442898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6" name="Oval 6125">
                <a:extLst>
                  <a:ext uri="{FF2B5EF4-FFF2-40B4-BE49-F238E27FC236}">
                    <a16:creationId xmlns:a16="http://schemas.microsoft.com/office/drawing/2014/main" id="{F7D1524C-0D80-26D5-3980-9C8FEC193287}"/>
                  </a:ext>
                </a:extLst>
              </p:cNvPr>
              <p:cNvSpPr/>
              <p:nvPr/>
            </p:nvSpPr>
            <p:spPr>
              <a:xfrm>
                <a:off x="5555561" y="6339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7" name="Oval 6126">
                <a:extLst>
                  <a:ext uri="{FF2B5EF4-FFF2-40B4-BE49-F238E27FC236}">
                    <a16:creationId xmlns:a16="http://schemas.microsoft.com/office/drawing/2014/main" id="{541585EB-B16E-E9F8-9036-65F25D25A797}"/>
                  </a:ext>
                </a:extLst>
              </p:cNvPr>
              <p:cNvSpPr/>
              <p:nvPr/>
            </p:nvSpPr>
            <p:spPr>
              <a:xfrm>
                <a:off x="6196068" y="5581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8" name="Oval 6127">
                <a:extLst>
                  <a:ext uri="{FF2B5EF4-FFF2-40B4-BE49-F238E27FC236}">
                    <a16:creationId xmlns:a16="http://schemas.microsoft.com/office/drawing/2014/main" id="{5AAF38D1-1227-F607-4362-8D2322F5C2AF}"/>
                  </a:ext>
                </a:extLst>
              </p:cNvPr>
              <p:cNvSpPr/>
              <p:nvPr/>
            </p:nvSpPr>
            <p:spPr>
              <a:xfrm>
                <a:off x="5529380" y="6289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9" name="Oval 6128">
                <a:extLst>
                  <a:ext uri="{FF2B5EF4-FFF2-40B4-BE49-F238E27FC236}">
                    <a16:creationId xmlns:a16="http://schemas.microsoft.com/office/drawing/2014/main" id="{208D90A9-0895-75AB-C0FC-0C98E0DCAC90}"/>
                  </a:ext>
                </a:extLst>
              </p:cNvPr>
              <p:cNvSpPr/>
              <p:nvPr/>
            </p:nvSpPr>
            <p:spPr>
              <a:xfrm>
                <a:off x="5667042" y="63286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0" name="Oval 6129">
                <a:extLst>
                  <a:ext uri="{FF2B5EF4-FFF2-40B4-BE49-F238E27FC236}">
                    <a16:creationId xmlns:a16="http://schemas.microsoft.com/office/drawing/2014/main" id="{E10F8E55-A13D-88A3-4EE4-230D7E4A806C}"/>
                  </a:ext>
                </a:extLst>
              </p:cNvPr>
              <p:cNvSpPr/>
              <p:nvPr/>
            </p:nvSpPr>
            <p:spPr>
              <a:xfrm>
                <a:off x="5684524" y="6269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1" name="Oval 6130">
                <a:extLst>
                  <a:ext uri="{FF2B5EF4-FFF2-40B4-BE49-F238E27FC236}">
                    <a16:creationId xmlns:a16="http://schemas.microsoft.com/office/drawing/2014/main" id="{96223503-6E32-B3FB-4EF6-5C127000BB4D}"/>
                  </a:ext>
                </a:extLst>
              </p:cNvPr>
              <p:cNvSpPr/>
              <p:nvPr/>
            </p:nvSpPr>
            <p:spPr>
              <a:xfrm>
                <a:off x="5557673" y="614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2" name="Oval 6131">
                <a:extLst>
                  <a:ext uri="{FF2B5EF4-FFF2-40B4-BE49-F238E27FC236}">
                    <a16:creationId xmlns:a16="http://schemas.microsoft.com/office/drawing/2014/main" id="{0B3CFD04-0B21-EA91-B2F4-A9F13E3DD696}"/>
                  </a:ext>
                </a:extLst>
              </p:cNvPr>
              <p:cNvSpPr/>
              <p:nvPr/>
            </p:nvSpPr>
            <p:spPr>
              <a:xfrm>
                <a:off x="5436902" y="61489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3" name="Oval 6132">
                <a:extLst>
                  <a:ext uri="{FF2B5EF4-FFF2-40B4-BE49-F238E27FC236}">
                    <a16:creationId xmlns:a16="http://schemas.microsoft.com/office/drawing/2014/main" id="{763B1C86-0F24-3444-781C-D4F32C965158}"/>
                  </a:ext>
                </a:extLst>
              </p:cNvPr>
              <p:cNvSpPr/>
              <p:nvPr/>
            </p:nvSpPr>
            <p:spPr>
              <a:xfrm>
                <a:off x="5554463" y="62814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4" name="Oval 6133">
                <a:extLst>
                  <a:ext uri="{FF2B5EF4-FFF2-40B4-BE49-F238E27FC236}">
                    <a16:creationId xmlns:a16="http://schemas.microsoft.com/office/drawing/2014/main" id="{9B1EC580-7783-1091-64D7-356E16DBF9B2}"/>
                  </a:ext>
                </a:extLst>
              </p:cNvPr>
              <p:cNvSpPr/>
              <p:nvPr/>
            </p:nvSpPr>
            <p:spPr>
              <a:xfrm>
                <a:off x="6305775" y="5769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5" name="Oval 6134">
                <a:extLst>
                  <a:ext uri="{FF2B5EF4-FFF2-40B4-BE49-F238E27FC236}">
                    <a16:creationId xmlns:a16="http://schemas.microsoft.com/office/drawing/2014/main" id="{4C312B06-37CE-4DE9-5AF1-A83BC32F1C9B}"/>
                  </a:ext>
                </a:extLst>
              </p:cNvPr>
              <p:cNvSpPr/>
              <p:nvPr/>
            </p:nvSpPr>
            <p:spPr>
              <a:xfrm>
                <a:off x="5579209" y="63598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6" name="Oval 6135">
                <a:extLst>
                  <a:ext uri="{FF2B5EF4-FFF2-40B4-BE49-F238E27FC236}">
                    <a16:creationId xmlns:a16="http://schemas.microsoft.com/office/drawing/2014/main" id="{A062BFB4-916A-6E2E-6882-0A58E1E7C998}"/>
                  </a:ext>
                </a:extLst>
              </p:cNvPr>
              <p:cNvSpPr/>
              <p:nvPr/>
            </p:nvSpPr>
            <p:spPr>
              <a:xfrm>
                <a:off x="5549565" y="604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7" name="Oval 6136">
                <a:extLst>
                  <a:ext uri="{FF2B5EF4-FFF2-40B4-BE49-F238E27FC236}">
                    <a16:creationId xmlns:a16="http://schemas.microsoft.com/office/drawing/2014/main" id="{3570870B-FCDB-BBD6-4DC5-E02892767C49}"/>
                  </a:ext>
                </a:extLst>
              </p:cNvPr>
              <p:cNvSpPr/>
              <p:nvPr/>
            </p:nvSpPr>
            <p:spPr>
              <a:xfrm>
                <a:off x="5496949" y="61288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8" name="Oval 6137">
                <a:extLst>
                  <a:ext uri="{FF2B5EF4-FFF2-40B4-BE49-F238E27FC236}">
                    <a16:creationId xmlns:a16="http://schemas.microsoft.com/office/drawing/2014/main" id="{4C930CF2-CAC8-03DB-DB34-D05A1220634F}"/>
                  </a:ext>
                </a:extLst>
              </p:cNvPr>
              <p:cNvSpPr/>
              <p:nvPr/>
            </p:nvSpPr>
            <p:spPr>
              <a:xfrm>
                <a:off x="5612146" y="6265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39" name="Oval 6138">
                <a:extLst>
                  <a:ext uri="{FF2B5EF4-FFF2-40B4-BE49-F238E27FC236}">
                    <a16:creationId xmlns:a16="http://schemas.microsoft.com/office/drawing/2014/main" id="{F5E2F244-AD6B-41AA-A645-BA3703930EF3}"/>
                  </a:ext>
                </a:extLst>
              </p:cNvPr>
              <p:cNvSpPr/>
              <p:nvPr/>
            </p:nvSpPr>
            <p:spPr>
              <a:xfrm>
                <a:off x="6194210" y="5577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0" name="Oval 6139">
                <a:extLst>
                  <a:ext uri="{FF2B5EF4-FFF2-40B4-BE49-F238E27FC236}">
                    <a16:creationId xmlns:a16="http://schemas.microsoft.com/office/drawing/2014/main" id="{279372E8-8177-B3D1-6419-F1F9E39D4AA7}"/>
                  </a:ext>
                </a:extLst>
              </p:cNvPr>
              <p:cNvSpPr/>
              <p:nvPr/>
            </p:nvSpPr>
            <p:spPr>
              <a:xfrm>
                <a:off x="5561473" y="6228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1" name="Oval 6140">
                <a:extLst>
                  <a:ext uri="{FF2B5EF4-FFF2-40B4-BE49-F238E27FC236}">
                    <a16:creationId xmlns:a16="http://schemas.microsoft.com/office/drawing/2014/main" id="{F78EE52A-DA10-D180-10E3-7D840CFABEC2}"/>
                  </a:ext>
                </a:extLst>
              </p:cNvPr>
              <p:cNvSpPr/>
              <p:nvPr/>
            </p:nvSpPr>
            <p:spPr>
              <a:xfrm>
                <a:off x="5714083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2" name="Oval 6141">
                <a:extLst>
                  <a:ext uri="{FF2B5EF4-FFF2-40B4-BE49-F238E27FC236}">
                    <a16:creationId xmlns:a16="http://schemas.microsoft.com/office/drawing/2014/main" id="{0FA27E24-6D2D-EBB2-855C-EC1D1F45516A}"/>
                  </a:ext>
                </a:extLst>
              </p:cNvPr>
              <p:cNvSpPr/>
              <p:nvPr/>
            </p:nvSpPr>
            <p:spPr>
              <a:xfrm>
                <a:off x="5837979" y="6217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3" name="Oval 6142">
                <a:extLst>
                  <a:ext uri="{FF2B5EF4-FFF2-40B4-BE49-F238E27FC236}">
                    <a16:creationId xmlns:a16="http://schemas.microsoft.com/office/drawing/2014/main" id="{F68659BA-AAB5-EAC1-8269-C19BF8486A3C}"/>
                  </a:ext>
                </a:extLst>
              </p:cNvPr>
              <p:cNvSpPr/>
              <p:nvPr/>
            </p:nvSpPr>
            <p:spPr>
              <a:xfrm>
                <a:off x="6019388" y="60878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4" name="Oval 6143">
                <a:extLst>
                  <a:ext uri="{FF2B5EF4-FFF2-40B4-BE49-F238E27FC236}">
                    <a16:creationId xmlns:a16="http://schemas.microsoft.com/office/drawing/2014/main" id="{99087AD9-F651-7FFA-7DD7-B9D4D6BE0A64}"/>
                  </a:ext>
                </a:extLst>
              </p:cNvPr>
              <p:cNvSpPr/>
              <p:nvPr/>
            </p:nvSpPr>
            <p:spPr>
              <a:xfrm>
                <a:off x="5780043" y="6293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5" name="Oval 6144">
                <a:extLst>
                  <a:ext uri="{FF2B5EF4-FFF2-40B4-BE49-F238E27FC236}">
                    <a16:creationId xmlns:a16="http://schemas.microsoft.com/office/drawing/2014/main" id="{5BAB3447-95A0-F199-57D6-32E5B1017A39}"/>
                  </a:ext>
                </a:extLst>
              </p:cNvPr>
              <p:cNvSpPr/>
              <p:nvPr/>
            </p:nvSpPr>
            <p:spPr>
              <a:xfrm>
                <a:off x="5386398" y="5891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6" name="Oval 6145">
                <a:extLst>
                  <a:ext uri="{FF2B5EF4-FFF2-40B4-BE49-F238E27FC236}">
                    <a16:creationId xmlns:a16="http://schemas.microsoft.com/office/drawing/2014/main" id="{1F95CF91-44AE-49ED-6DC0-D1FB35617079}"/>
                  </a:ext>
                </a:extLst>
              </p:cNvPr>
              <p:cNvSpPr/>
              <p:nvPr/>
            </p:nvSpPr>
            <p:spPr>
              <a:xfrm>
                <a:off x="5495767" y="61510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7" name="Oval 6146">
                <a:extLst>
                  <a:ext uri="{FF2B5EF4-FFF2-40B4-BE49-F238E27FC236}">
                    <a16:creationId xmlns:a16="http://schemas.microsoft.com/office/drawing/2014/main" id="{2FE68FE2-8B8E-26B5-7A4D-F7586C5A24EF}"/>
                  </a:ext>
                </a:extLst>
              </p:cNvPr>
              <p:cNvSpPr/>
              <p:nvPr/>
            </p:nvSpPr>
            <p:spPr>
              <a:xfrm>
                <a:off x="6282972" y="55233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8" name="Oval 6147">
                <a:extLst>
                  <a:ext uri="{FF2B5EF4-FFF2-40B4-BE49-F238E27FC236}">
                    <a16:creationId xmlns:a16="http://schemas.microsoft.com/office/drawing/2014/main" id="{4BAD1766-5F64-A47C-878D-4B114DF62FB7}"/>
                  </a:ext>
                </a:extLst>
              </p:cNvPr>
              <p:cNvSpPr/>
              <p:nvPr/>
            </p:nvSpPr>
            <p:spPr>
              <a:xfrm>
                <a:off x="5595086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9" name="Oval 6148">
                <a:extLst>
                  <a:ext uri="{FF2B5EF4-FFF2-40B4-BE49-F238E27FC236}">
                    <a16:creationId xmlns:a16="http://schemas.microsoft.com/office/drawing/2014/main" id="{42A08A01-F7C1-CADF-F9B3-D9F2318513EF}"/>
                  </a:ext>
                </a:extLst>
              </p:cNvPr>
              <p:cNvSpPr/>
              <p:nvPr/>
            </p:nvSpPr>
            <p:spPr>
              <a:xfrm>
                <a:off x="6245981" y="5563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0" name="Oval 6149">
                <a:extLst>
                  <a:ext uri="{FF2B5EF4-FFF2-40B4-BE49-F238E27FC236}">
                    <a16:creationId xmlns:a16="http://schemas.microsoft.com/office/drawing/2014/main" id="{72BDCBE4-8530-F4DB-0B17-E140135486D1}"/>
                  </a:ext>
                </a:extLst>
              </p:cNvPr>
              <p:cNvSpPr/>
              <p:nvPr/>
            </p:nvSpPr>
            <p:spPr>
              <a:xfrm>
                <a:off x="5791528" y="6289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1" name="Oval 6150">
                <a:extLst>
                  <a:ext uri="{FF2B5EF4-FFF2-40B4-BE49-F238E27FC236}">
                    <a16:creationId xmlns:a16="http://schemas.microsoft.com/office/drawing/2014/main" id="{C441C836-F15D-87AD-5C5E-D781AD259FB1}"/>
                  </a:ext>
                </a:extLst>
              </p:cNvPr>
              <p:cNvSpPr/>
              <p:nvPr/>
            </p:nvSpPr>
            <p:spPr>
              <a:xfrm>
                <a:off x="5487744" y="6133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2" name="Oval 6151">
                <a:extLst>
                  <a:ext uri="{FF2B5EF4-FFF2-40B4-BE49-F238E27FC236}">
                    <a16:creationId xmlns:a16="http://schemas.microsoft.com/office/drawing/2014/main" id="{D9238283-B683-0F48-4526-6510880EB99A}"/>
                  </a:ext>
                </a:extLst>
              </p:cNvPr>
              <p:cNvSpPr/>
              <p:nvPr/>
            </p:nvSpPr>
            <p:spPr>
              <a:xfrm>
                <a:off x="6212114" y="5479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3" name="Oval 6152">
                <a:extLst>
                  <a:ext uri="{FF2B5EF4-FFF2-40B4-BE49-F238E27FC236}">
                    <a16:creationId xmlns:a16="http://schemas.microsoft.com/office/drawing/2014/main" id="{CA7EA275-4BED-EC90-D206-F54F1D0D7F05}"/>
                  </a:ext>
                </a:extLst>
              </p:cNvPr>
              <p:cNvSpPr/>
              <p:nvPr/>
            </p:nvSpPr>
            <p:spPr>
              <a:xfrm>
                <a:off x="5358697" y="59666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4" name="Oval 6153">
                <a:extLst>
                  <a:ext uri="{FF2B5EF4-FFF2-40B4-BE49-F238E27FC236}">
                    <a16:creationId xmlns:a16="http://schemas.microsoft.com/office/drawing/2014/main" id="{CDB70F47-97A1-DB06-0653-BAA8BFFF0844}"/>
                  </a:ext>
                </a:extLst>
              </p:cNvPr>
              <p:cNvSpPr/>
              <p:nvPr/>
            </p:nvSpPr>
            <p:spPr>
              <a:xfrm>
                <a:off x="6205442" y="5484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5" name="Oval 6154">
                <a:extLst>
                  <a:ext uri="{FF2B5EF4-FFF2-40B4-BE49-F238E27FC236}">
                    <a16:creationId xmlns:a16="http://schemas.microsoft.com/office/drawing/2014/main" id="{B86AB379-2EFB-6733-61FF-F8A804047797}"/>
                  </a:ext>
                </a:extLst>
              </p:cNvPr>
              <p:cNvSpPr/>
              <p:nvPr/>
            </p:nvSpPr>
            <p:spPr>
              <a:xfrm>
                <a:off x="5688240" y="6211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6" name="Oval 6155">
                <a:extLst>
                  <a:ext uri="{FF2B5EF4-FFF2-40B4-BE49-F238E27FC236}">
                    <a16:creationId xmlns:a16="http://schemas.microsoft.com/office/drawing/2014/main" id="{1061EDD1-212D-4D55-C5F8-24072EAE7548}"/>
                  </a:ext>
                </a:extLst>
              </p:cNvPr>
              <p:cNvSpPr/>
              <p:nvPr/>
            </p:nvSpPr>
            <p:spPr>
              <a:xfrm>
                <a:off x="5524313" y="63021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7" name="Oval 6156">
                <a:extLst>
                  <a:ext uri="{FF2B5EF4-FFF2-40B4-BE49-F238E27FC236}">
                    <a16:creationId xmlns:a16="http://schemas.microsoft.com/office/drawing/2014/main" id="{EA1E3DEF-2E19-7791-D362-6509F1821FDC}"/>
                  </a:ext>
                </a:extLst>
              </p:cNvPr>
              <p:cNvSpPr/>
              <p:nvPr/>
            </p:nvSpPr>
            <p:spPr>
              <a:xfrm>
                <a:off x="5738322" y="631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8" name="Oval 6157">
                <a:extLst>
                  <a:ext uri="{FF2B5EF4-FFF2-40B4-BE49-F238E27FC236}">
                    <a16:creationId xmlns:a16="http://schemas.microsoft.com/office/drawing/2014/main" id="{83EDAA5B-02DA-73AD-C2E8-C0814FEC40A7}"/>
                  </a:ext>
                </a:extLst>
              </p:cNvPr>
              <p:cNvSpPr/>
              <p:nvPr/>
            </p:nvSpPr>
            <p:spPr>
              <a:xfrm>
                <a:off x="5774300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9" name="Oval 6158">
                <a:extLst>
                  <a:ext uri="{FF2B5EF4-FFF2-40B4-BE49-F238E27FC236}">
                    <a16:creationId xmlns:a16="http://schemas.microsoft.com/office/drawing/2014/main" id="{9FD38C45-CD2F-8036-84E8-E62217115B2C}"/>
                  </a:ext>
                </a:extLst>
              </p:cNvPr>
              <p:cNvSpPr/>
              <p:nvPr/>
            </p:nvSpPr>
            <p:spPr>
              <a:xfrm>
                <a:off x="5615440" y="6192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0" name="Oval 6159">
                <a:extLst>
                  <a:ext uri="{FF2B5EF4-FFF2-40B4-BE49-F238E27FC236}">
                    <a16:creationId xmlns:a16="http://schemas.microsoft.com/office/drawing/2014/main" id="{B980117D-3240-3A42-C891-AA627DE35779}"/>
                  </a:ext>
                </a:extLst>
              </p:cNvPr>
              <p:cNvSpPr/>
              <p:nvPr/>
            </p:nvSpPr>
            <p:spPr>
              <a:xfrm>
                <a:off x="5771006" y="6289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1" name="Oval 6160">
                <a:extLst>
                  <a:ext uri="{FF2B5EF4-FFF2-40B4-BE49-F238E27FC236}">
                    <a16:creationId xmlns:a16="http://schemas.microsoft.com/office/drawing/2014/main" id="{EDD363DB-9C96-6A94-FB57-3C7DD7CD2D32}"/>
                  </a:ext>
                </a:extLst>
              </p:cNvPr>
              <p:cNvSpPr/>
              <p:nvPr/>
            </p:nvSpPr>
            <p:spPr>
              <a:xfrm>
                <a:off x="5377192" y="5940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2" name="Oval 6161">
                <a:extLst>
                  <a:ext uri="{FF2B5EF4-FFF2-40B4-BE49-F238E27FC236}">
                    <a16:creationId xmlns:a16="http://schemas.microsoft.com/office/drawing/2014/main" id="{EC1BD85B-ACD3-F85B-563B-B02640D4D9DD}"/>
                  </a:ext>
                </a:extLst>
              </p:cNvPr>
              <p:cNvSpPr/>
              <p:nvPr/>
            </p:nvSpPr>
            <p:spPr>
              <a:xfrm>
                <a:off x="6236606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3" name="Oval 6162">
                <a:extLst>
                  <a:ext uri="{FF2B5EF4-FFF2-40B4-BE49-F238E27FC236}">
                    <a16:creationId xmlns:a16="http://schemas.microsoft.com/office/drawing/2014/main" id="{BEB66E70-61EF-059C-5C24-65D581A17540}"/>
                  </a:ext>
                </a:extLst>
              </p:cNvPr>
              <p:cNvSpPr/>
              <p:nvPr/>
            </p:nvSpPr>
            <p:spPr>
              <a:xfrm>
                <a:off x="5683679" y="6321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4" name="Oval 6163">
                <a:extLst>
                  <a:ext uri="{FF2B5EF4-FFF2-40B4-BE49-F238E27FC236}">
                    <a16:creationId xmlns:a16="http://schemas.microsoft.com/office/drawing/2014/main" id="{911C4647-1E69-0D99-8C54-73144F20810B}"/>
                  </a:ext>
                </a:extLst>
              </p:cNvPr>
              <p:cNvSpPr/>
              <p:nvPr/>
            </p:nvSpPr>
            <p:spPr>
              <a:xfrm>
                <a:off x="6238718" y="5543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5" name="Oval 6164">
                <a:extLst>
                  <a:ext uri="{FF2B5EF4-FFF2-40B4-BE49-F238E27FC236}">
                    <a16:creationId xmlns:a16="http://schemas.microsoft.com/office/drawing/2014/main" id="{B1445FA4-E425-E9F6-8930-619C106BEDE9}"/>
                  </a:ext>
                </a:extLst>
              </p:cNvPr>
              <p:cNvSpPr/>
              <p:nvPr/>
            </p:nvSpPr>
            <p:spPr>
              <a:xfrm>
                <a:off x="5346788" y="59980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6" name="Oval 6165">
                <a:extLst>
                  <a:ext uri="{FF2B5EF4-FFF2-40B4-BE49-F238E27FC236}">
                    <a16:creationId xmlns:a16="http://schemas.microsoft.com/office/drawing/2014/main" id="{545EC97A-6240-8FCD-01FF-62C50A862FF2}"/>
                  </a:ext>
                </a:extLst>
              </p:cNvPr>
              <p:cNvSpPr/>
              <p:nvPr/>
            </p:nvSpPr>
            <p:spPr>
              <a:xfrm>
                <a:off x="5502608" y="614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7" name="Oval 6166">
                <a:extLst>
                  <a:ext uri="{FF2B5EF4-FFF2-40B4-BE49-F238E27FC236}">
                    <a16:creationId xmlns:a16="http://schemas.microsoft.com/office/drawing/2014/main" id="{B8EA1199-9997-FFAD-1F51-15ECF22C839E}"/>
                  </a:ext>
                </a:extLst>
              </p:cNvPr>
              <p:cNvSpPr/>
              <p:nvPr/>
            </p:nvSpPr>
            <p:spPr>
              <a:xfrm>
                <a:off x="5617720" y="63157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8" name="Oval 6167">
                <a:extLst>
                  <a:ext uri="{FF2B5EF4-FFF2-40B4-BE49-F238E27FC236}">
                    <a16:creationId xmlns:a16="http://schemas.microsoft.com/office/drawing/2014/main" id="{1F818A4A-D10B-008A-31B5-1A246CA979F7}"/>
                  </a:ext>
                </a:extLst>
              </p:cNvPr>
              <p:cNvSpPr/>
              <p:nvPr/>
            </p:nvSpPr>
            <p:spPr>
              <a:xfrm>
                <a:off x="6206202" y="54803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9" name="Oval 6168">
                <a:extLst>
                  <a:ext uri="{FF2B5EF4-FFF2-40B4-BE49-F238E27FC236}">
                    <a16:creationId xmlns:a16="http://schemas.microsoft.com/office/drawing/2014/main" id="{6AADDF6A-9C1B-C6B4-771B-1BB6B42B214D}"/>
                  </a:ext>
                </a:extLst>
              </p:cNvPr>
              <p:cNvSpPr/>
              <p:nvPr/>
            </p:nvSpPr>
            <p:spPr>
              <a:xfrm>
                <a:off x="5511560" y="6063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0" name="Oval 6169">
                <a:extLst>
                  <a:ext uri="{FF2B5EF4-FFF2-40B4-BE49-F238E27FC236}">
                    <a16:creationId xmlns:a16="http://schemas.microsoft.com/office/drawing/2014/main" id="{1C1CA5A5-BEFC-26AA-817E-6C9FEF603449}"/>
                  </a:ext>
                </a:extLst>
              </p:cNvPr>
              <p:cNvSpPr/>
              <p:nvPr/>
            </p:nvSpPr>
            <p:spPr>
              <a:xfrm>
                <a:off x="5531998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1" name="Oval 6170">
                <a:extLst>
                  <a:ext uri="{FF2B5EF4-FFF2-40B4-BE49-F238E27FC236}">
                    <a16:creationId xmlns:a16="http://schemas.microsoft.com/office/drawing/2014/main" id="{E38B6B9B-1D49-044C-C9B5-536ED905978E}"/>
                  </a:ext>
                </a:extLst>
              </p:cNvPr>
              <p:cNvSpPr/>
              <p:nvPr/>
            </p:nvSpPr>
            <p:spPr>
              <a:xfrm>
                <a:off x="5916184" y="626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2" name="Oval 6171">
                <a:extLst>
                  <a:ext uri="{FF2B5EF4-FFF2-40B4-BE49-F238E27FC236}">
                    <a16:creationId xmlns:a16="http://schemas.microsoft.com/office/drawing/2014/main" id="{2CC0B1C7-5D79-22AA-539A-1B1D85AC52DD}"/>
                  </a:ext>
                </a:extLst>
              </p:cNvPr>
              <p:cNvSpPr/>
              <p:nvPr/>
            </p:nvSpPr>
            <p:spPr>
              <a:xfrm>
                <a:off x="5716448" y="58546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3" name="Oval 6172">
                <a:extLst>
                  <a:ext uri="{FF2B5EF4-FFF2-40B4-BE49-F238E27FC236}">
                    <a16:creationId xmlns:a16="http://schemas.microsoft.com/office/drawing/2014/main" id="{E81A37BF-C9F6-71A1-890E-AF960025E1D0}"/>
                  </a:ext>
                </a:extLst>
              </p:cNvPr>
              <p:cNvSpPr/>
              <p:nvPr/>
            </p:nvSpPr>
            <p:spPr>
              <a:xfrm>
                <a:off x="5617298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4" name="Oval 6173">
                <a:extLst>
                  <a:ext uri="{FF2B5EF4-FFF2-40B4-BE49-F238E27FC236}">
                    <a16:creationId xmlns:a16="http://schemas.microsoft.com/office/drawing/2014/main" id="{5E6657A7-7FD3-6B10-56EA-206D69E9F43B}"/>
                  </a:ext>
                </a:extLst>
              </p:cNvPr>
              <p:cNvSpPr/>
              <p:nvPr/>
            </p:nvSpPr>
            <p:spPr>
              <a:xfrm>
                <a:off x="5516712" y="61669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5" name="Oval 6174">
                <a:extLst>
                  <a:ext uri="{FF2B5EF4-FFF2-40B4-BE49-F238E27FC236}">
                    <a16:creationId xmlns:a16="http://schemas.microsoft.com/office/drawing/2014/main" id="{304F2778-0939-3851-8289-975BDD470AA0}"/>
                  </a:ext>
                </a:extLst>
              </p:cNvPr>
              <p:cNvSpPr/>
              <p:nvPr/>
            </p:nvSpPr>
            <p:spPr>
              <a:xfrm>
                <a:off x="5849971" y="62679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6" name="Oval 6175">
                <a:extLst>
                  <a:ext uri="{FF2B5EF4-FFF2-40B4-BE49-F238E27FC236}">
                    <a16:creationId xmlns:a16="http://schemas.microsoft.com/office/drawing/2014/main" id="{0CD2B0E9-DCBB-49E7-6C21-08E142A3C3B7}"/>
                  </a:ext>
                </a:extLst>
              </p:cNvPr>
              <p:cNvSpPr/>
              <p:nvPr/>
            </p:nvSpPr>
            <p:spPr>
              <a:xfrm>
                <a:off x="5475920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7" name="Oval 6176">
                <a:extLst>
                  <a:ext uri="{FF2B5EF4-FFF2-40B4-BE49-F238E27FC236}">
                    <a16:creationId xmlns:a16="http://schemas.microsoft.com/office/drawing/2014/main" id="{E65FE7FF-CEC2-D7B5-0402-21044F3322BE}"/>
                  </a:ext>
                </a:extLst>
              </p:cNvPr>
              <p:cNvSpPr/>
              <p:nvPr/>
            </p:nvSpPr>
            <p:spPr>
              <a:xfrm>
                <a:off x="5477525" y="61825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8" name="Oval 6177">
                <a:extLst>
                  <a:ext uri="{FF2B5EF4-FFF2-40B4-BE49-F238E27FC236}">
                    <a16:creationId xmlns:a16="http://schemas.microsoft.com/office/drawing/2014/main" id="{75117E1B-C26D-BC8F-084C-A7B7701CB74C}"/>
                  </a:ext>
                </a:extLst>
              </p:cNvPr>
              <p:cNvSpPr/>
              <p:nvPr/>
            </p:nvSpPr>
            <p:spPr>
              <a:xfrm>
                <a:off x="5652516" y="62029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79" name="Oval 6178">
                <a:extLst>
                  <a:ext uri="{FF2B5EF4-FFF2-40B4-BE49-F238E27FC236}">
                    <a16:creationId xmlns:a16="http://schemas.microsoft.com/office/drawing/2014/main" id="{DB407CBB-A6F3-08A5-4113-7EEDEDBF4F65}"/>
                  </a:ext>
                </a:extLst>
              </p:cNvPr>
              <p:cNvSpPr/>
              <p:nvPr/>
            </p:nvSpPr>
            <p:spPr>
              <a:xfrm>
                <a:off x="5510124" y="60724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0" name="Oval 6179">
                <a:extLst>
                  <a:ext uri="{FF2B5EF4-FFF2-40B4-BE49-F238E27FC236}">
                    <a16:creationId xmlns:a16="http://schemas.microsoft.com/office/drawing/2014/main" id="{AD045B10-C9FD-D0BC-627E-3D16F0FBAA29}"/>
                  </a:ext>
                </a:extLst>
              </p:cNvPr>
              <p:cNvSpPr/>
              <p:nvPr/>
            </p:nvSpPr>
            <p:spPr>
              <a:xfrm>
                <a:off x="5802339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1" name="Oval 6180">
                <a:extLst>
                  <a:ext uri="{FF2B5EF4-FFF2-40B4-BE49-F238E27FC236}">
                    <a16:creationId xmlns:a16="http://schemas.microsoft.com/office/drawing/2014/main" id="{E6E0A96D-CC3B-AF29-1142-C562B1989B64}"/>
                  </a:ext>
                </a:extLst>
              </p:cNvPr>
              <p:cNvSpPr/>
              <p:nvPr/>
            </p:nvSpPr>
            <p:spPr>
              <a:xfrm>
                <a:off x="5438084" y="61634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2" name="Oval 6181">
                <a:extLst>
                  <a:ext uri="{FF2B5EF4-FFF2-40B4-BE49-F238E27FC236}">
                    <a16:creationId xmlns:a16="http://schemas.microsoft.com/office/drawing/2014/main" id="{D764091C-FCF9-E4E4-BC54-10A162683BF8}"/>
                  </a:ext>
                </a:extLst>
              </p:cNvPr>
              <p:cNvSpPr/>
              <p:nvPr/>
            </p:nvSpPr>
            <p:spPr>
              <a:xfrm>
                <a:off x="5707918" y="5973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3" name="Oval 6182">
                <a:extLst>
                  <a:ext uri="{FF2B5EF4-FFF2-40B4-BE49-F238E27FC236}">
                    <a16:creationId xmlns:a16="http://schemas.microsoft.com/office/drawing/2014/main" id="{89D66B51-BAF5-0226-9D9D-3B86E80F3B89}"/>
                  </a:ext>
                </a:extLst>
              </p:cNvPr>
              <p:cNvSpPr/>
              <p:nvPr/>
            </p:nvSpPr>
            <p:spPr>
              <a:xfrm>
                <a:off x="5472373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4" name="Oval 6183">
                <a:extLst>
                  <a:ext uri="{FF2B5EF4-FFF2-40B4-BE49-F238E27FC236}">
                    <a16:creationId xmlns:a16="http://schemas.microsoft.com/office/drawing/2014/main" id="{4D71A182-92C8-CA94-12A8-24DC67107C76}"/>
                  </a:ext>
                </a:extLst>
              </p:cNvPr>
              <p:cNvSpPr/>
              <p:nvPr/>
            </p:nvSpPr>
            <p:spPr>
              <a:xfrm>
                <a:off x="6238380" y="569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5" name="Oval 6184">
                <a:extLst>
                  <a:ext uri="{FF2B5EF4-FFF2-40B4-BE49-F238E27FC236}">
                    <a16:creationId xmlns:a16="http://schemas.microsoft.com/office/drawing/2014/main" id="{A8C53603-BD44-3714-12B9-6D3D3298E158}"/>
                  </a:ext>
                </a:extLst>
              </p:cNvPr>
              <p:cNvSpPr/>
              <p:nvPr/>
            </p:nvSpPr>
            <p:spPr>
              <a:xfrm>
                <a:off x="5369929" y="60020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6" name="Oval 6185">
                <a:extLst>
                  <a:ext uri="{FF2B5EF4-FFF2-40B4-BE49-F238E27FC236}">
                    <a16:creationId xmlns:a16="http://schemas.microsoft.com/office/drawing/2014/main" id="{3BDCA062-19DA-58DA-0724-3BDCC7F482F3}"/>
                  </a:ext>
                </a:extLst>
              </p:cNvPr>
              <p:cNvSpPr/>
              <p:nvPr/>
            </p:nvSpPr>
            <p:spPr>
              <a:xfrm>
                <a:off x="6488451" y="519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7" name="Oval 6186">
                <a:extLst>
                  <a:ext uri="{FF2B5EF4-FFF2-40B4-BE49-F238E27FC236}">
                    <a16:creationId xmlns:a16="http://schemas.microsoft.com/office/drawing/2014/main" id="{35015E6A-45CB-7C1C-A274-44573DAED8BD}"/>
                  </a:ext>
                </a:extLst>
              </p:cNvPr>
              <p:cNvSpPr/>
              <p:nvPr/>
            </p:nvSpPr>
            <p:spPr>
              <a:xfrm>
                <a:off x="6270726" y="55335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8" name="Oval 6187">
                <a:extLst>
                  <a:ext uri="{FF2B5EF4-FFF2-40B4-BE49-F238E27FC236}">
                    <a16:creationId xmlns:a16="http://schemas.microsoft.com/office/drawing/2014/main" id="{83F82E92-BA9C-3290-D840-877AA242EC59}"/>
                  </a:ext>
                </a:extLst>
              </p:cNvPr>
              <p:cNvSpPr/>
              <p:nvPr/>
            </p:nvSpPr>
            <p:spPr>
              <a:xfrm>
                <a:off x="5553450" y="61008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9" name="Oval 6188">
                <a:extLst>
                  <a:ext uri="{FF2B5EF4-FFF2-40B4-BE49-F238E27FC236}">
                    <a16:creationId xmlns:a16="http://schemas.microsoft.com/office/drawing/2014/main" id="{D41BF862-476F-05FB-DC9E-473A0520E8B2}"/>
                  </a:ext>
                </a:extLst>
              </p:cNvPr>
              <p:cNvSpPr/>
              <p:nvPr/>
            </p:nvSpPr>
            <p:spPr>
              <a:xfrm>
                <a:off x="5392056" y="60091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0" name="Oval 6189">
                <a:extLst>
                  <a:ext uri="{FF2B5EF4-FFF2-40B4-BE49-F238E27FC236}">
                    <a16:creationId xmlns:a16="http://schemas.microsoft.com/office/drawing/2014/main" id="{D00908EA-DE6F-4A4B-3457-7FF64F0A7DCB}"/>
                  </a:ext>
                </a:extLst>
              </p:cNvPr>
              <p:cNvSpPr/>
              <p:nvPr/>
            </p:nvSpPr>
            <p:spPr>
              <a:xfrm>
                <a:off x="5564007" y="62316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1" name="Oval 6190">
                <a:extLst>
                  <a:ext uri="{FF2B5EF4-FFF2-40B4-BE49-F238E27FC236}">
                    <a16:creationId xmlns:a16="http://schemas.microsoft.com/office/drawing/2014/main" id="{B9D49254-E365-4E8A-3DA2-6F1EC5186CED}"/>
                  </a:ext>
                </a:extLst>
              </p:cNvPr>
              <p:cNvSpPr/>
              <p:nvPr/>
            </p:nvSpPr>
            <p:spPr>
              <a:xfrm>
                <a:off x="6210087" y="566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2" name="Oval 6191">
                <a:extLst>
                  <a:ext uri="{FF2B5EF4-FFF2-40B4-BE49-F238E27FC236}">
                    <a16:creationId xmlns:a16="http://schemas.microsoft.com/office/drawing/2014/main" id="{E2300E81-B264-B75D-6F47-A7EBD59F1952}"/>
                  </a:ext>
                </a:extLst>
              </p:cNvPr>
              <p:cNvSpPr/>
              <p:nvPr/>
            </p:nvSpPr>
            <p:spPr>
              <a:xfrm>
                <a:off x="6251470" y="5483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3" name="Oval 6192">
                <a:extLst>
                  <a:ext uri="{FF2B5EF4-FFF2-40B4-BE49-F238E27FC236}">
                    <a16:creationId xmlns:a16="http://schemas.microsoft.com/office/drawing/2014/main" id="{80B37334-525C-AE2F-CFB2-B7B9BE4F2AA8}"/>
                  </a:ext>
                </a:extLst>
              </p:cNvPr>
              <p:cNvSpPr/>
              <p:nvPr/>
            </p:nvSpPr>
            <p:spPr>
              <a:xfrm>
                <a:off x="5538417" y="60948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4" name="Oval 6193">
                <a:extLst>
                  <a:ext uri="{FF2B5EF4-FFF2-40B4-BE49-F238E27FC236}">
                    <a16:creationId xmlns:a16="http://schemas.microsoft.com/office/drawing/2014/main" id="{E58DA71B-A6D4-4FCE-374B-514D5C804097}"/>
                  </a:ext>
                </a:extLst>
              </p:cNvPr>
              <p:cNvSpPr/>
              <p:nvPr/>
            </p:nvSpPr>
            <p:spPr>
              <a:xfrm>
                <a:off x="5399742" y="5993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5" name="Oval 6194">
                <a:extLst>
                  <a:ext uri="{FF2B5EF4-FFF2-40B4-BE49-F238E27FC236}">
                    <a16:creationId xmlns:a16="http://schemas.microsoft.com/office/drawing/2014/main" id="{B0516A1E-2A79-1219-4A4E-039E4165665F}"/>
                  </a:ext>
                </a:extLst>
              </p:cNvPr>
              <p:cNvSpPr/>
              <p:nvPr/>
            </p:nvSpPr>
            <p:spPr>
              <a:xfrm>
                <a:off x="5578280" y="63685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6" name="Oval 6195">
                <a:extLst>
                  <a:ext uri="{FF2B5EF4-FFF2-40B4-BE49-F238E27FC236}">
                    <a16:creationId xmlns:a16="http://schemas.microsoft.com/office/drawing/2014/main" id="{C3256589-1C51-096A-1B2B-AD219DEF53A0}"/>
                  </a:ext>
                </a:extLst>
              </p:cNvPr>
              <p:cNvSpPr/>
              <p:nvPr/>
            </p:nvSpPr>
            <p:spPr>
              <a:xfrm>
                <a:off x="6269628" y="55242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7" name="Oval 6196">
                <a:extLst>
                  <a:ext uri="{FF2B5EF4-FFF2-40B4-BE49-F238E27FC236}">
                    <a16:creationId xmlns:a16="http://schemas.microsoft.com/office/drawing/2014/main" id="{5CB4636E-E473-C96F-3775-BCB8C7D4713F}"/>
                  </a:ext>
                </a:extLst>
              </p:cNvPr>
              <p:cNvSpPr/>
              <p:nvPr/>
            </p:nvSpPr>
            <p:spPr>
              <a:xfrm>
                <a:off x="5553365" y="63496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8" name="Oval 6197">
                <a:extLst>
                  <a:ext uri="{FF2B5EF4-FFF2-40B4-BE49-F238E27FC236}">
                    <a16:creationId xmlns:a16="http://schemas.microsoft.com/office/drawing/2014/main" id="{DD7597C6-2F49-B44F-5340-3A3F891C08B7}"/>
                  </a:ext>
                </a:extLst>
              </p:cNvPr>
              <p:cNvSpPr/>
              <p:nvPr/>
            </p:nvSpPr>
            <p:spPr>
              <a:xfrm>
                <a:off x="5620507" y="63268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99" name="Oval 6198">
                <a:extLst>
                  <a:ext uri="{FF2B5EF4-FFF2-40B4-BE49-F238E27FC236}">
                    <a16:creationId xmlns:a16="http://schemas.microsoft.com/office/drawing/2014/main" id="{45B7D138-574D-946F-C4F4-4FAD7E4088E1}"/>
                  </a:ext>
                </a:extLst>
              </p:cNvPr>
              <p:cNvSpPr/>
              <p:nvPr/>
            </p:nvSpPr>
            <p:spPr>
              <a:xfrm>
                <a:off x="5649137" y="63415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0" name="Oval 6199">
                <a:extLst>
                  <a:ext uri="{FF2B5EF4-FFF2-40B4-BE49-F238E27FC236}">
                    <a16:creationId xmlns:a16="http://schemas.microsoft.com/office/drawing/2014/main" id="{92BCBA25-FF3E-3104-4970-B5770D6C367E}"/>
                  </a:ext>
                </a:extLst>
              </p:cNvPr>
              <p:cNvSpPr/>
              <p:nvPr/>
            </p:nvSpPr>
            <p:spPr>
              <a:xfrm>
                <a:off x="5852336" y="58937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1" name="Oval 6200">
                <a:extLst>
                  <a:ext uri="{FF2B5EF4-FFF2-40B4-BE49-F238E27FC236}">
                    <a16:creationId xmlns:a16="http://schemas.microsoft.com/office/drawing/2014/main" id="{D05F8808-3516-2554-1C04-1242673E0170}"/>
                  </a:ext>
                </a:extLst>
              </p:cNvPr>
              <p:cNvSpPr/>
              <p:nvPr/>
            </p:nvSpPr>
            <p:spPr>
              <a:xfrm>
                <a:off x="5718728" y="63266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2" name="Oval 6201">
                <a:extLst>
                  <a:ext uri="{FF2B5EF4-FFF2-40B4-BE49-F238E27FC236}">
                    <a16:creationId xmlns:a16="http://schemas.microsoft.com/office/drawing/2014/main" id="{FF01C1D1-70C6-A0B1-8060-59A685276FD8}"/>
                  </a:ext>
                </a:extLst>
              </p:cNvPr>
              <p:cNvSpPr/>
              <p:nvPr/>
            </p:nvSpPr>
            <p:spPr>
              <a:xfrm>
                <a:off x="5659103" y="63539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3" name="Oval 6202">
                <a:extLst>
                  <a:ext uri="{FF2B5EF4-FFF2-40B4-BE49-F238E27FC236}">
                    <a16:creationId xmlns:a16="http://schemas.microsoft.com/office/drawing/2014/main" id="{8F1056AC-5FBF-C738-DD4F-911E0467CF9D}"/>
                  </a:ext>
                </a:extLst>
              </p:cNvPr>
              <p:cNvSpPr/>
              <p:nvPr/>
            </p:nvSpPr>
            <p:spPr>
              <a:xfrm>
                <a:off x="6173772" y="5640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4" name="Oval 6203">
                <a:extLst>
                  <a:ext uri="{FF2B5EF4-FFF2-40B4-BE49-F238E27FC236}">
                    <a16:creationId xmlns:a16="http://schemas.microsoft.com/office/drawing/2014/main" id="{FF642BF2-3AB1-574E-6F15-F4680668AF71}"/>
                  </a:ext>
                </a:extLst>
              </p:cNvPr>
              <p:cNvSpPr/>
              <p:nvPr/>
            </p:nvSpPr>
            <p:spPr>
              <a:xfrm>
                <a:off x="5840259" y="60180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5" name="Oval 6204">
                <a:extLst>
                  <a:ext uri="{FF2B5EF4-FFF2-40B4-BE49-F238E27FC236}">
                    <a16:creationId xmlns:a16="http://schemas.microsoft.com/office/drawing/2014/main" id="{02696C54-5DD0-971E-C75B-622E0B96F447}"/>
                  </a:ext>
                </a:extLst>
              </p:cNvPr>
              <p:cNvSpPr/>
              <p:nvPr/>
            </p:nvSpPr>
            <p:spPr>
              <a:xfrm>
                <a:off x="5496020" y="61496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6" name="Oval 6205">
                <a:extLst>
                  <a:ext uri="{FF2B5EF4-FFF2-40B4-BE49-F238E27FC236}">
                    <a16:creationId xmlns:a16="http://schemas.microsoft.com/office/drawing/2014/main" id="{D1433E5B-5732-4006-CFC3-2D3FB684597A}"/>
                  </a:ext>
                </a:extLst>
              </p:cNvPr>
              <p:cNvSpPr/>
              <p:nvPr/>
            </p:nvSpPr>
            <p:spPr>
              <a:xfrm>
                <a:off x="5484366" y="61555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7" name="Oval 6206">
                <a:extLst>
                  <a:ext uri="{FF2B5EF4-FFF2-40B4-BE49-F238E27FC236}">
                    <a16:creationId xmlns:a16="http://schemas.microsoft.com/office/drawing/2014/main" id="{E793313E-57E5-EB5E-09EB-38EA3381E809}"/>
                  </a:ext>
                </a:extLst>
              </p:cNvPr>
              <p:cNvSpPr/>
              <p:nvPr/>
            </p:nvSpPr>
            <p:spPr>
              <a:xfrm>
                <a:off x="6257973" y="552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8" name="Oval 6207">
                <a:extLst>
                  <a:ext uri="{FF2B5EF4-FFF2-40B4-BE49-F238E27FC236}">
                    <a16:creationId xmlns:a16="http://schemas.microsoft.com/office/drawing/2014/main" id="{2519B659-6A0C-1DA0-5B05-EE7A7445AAF0}"/>
                  </a:ext>
                </a:extLst>
              </p:cNvPr>
              <p:cNvSpPr/>
              <p:nvPr/>
            </p:nvSpPr>
            <p:spPr>
              <a:xfrm>
                <a:off x="5555646" y="6314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9" name="Oval 6208">
                <a:extLst>
                  <a:ext uri="{FF2B5EF4-FFF2-40B4-BE49-F238E27FC236}">
                    <a16:creationId xmlns:a16="http://schemas.microsoft.com/office/drawing/2014/main" id="{3E8643B3-41A5-725E-55E3-51163F5C4FCB}"/>
                  </a:ext>
                </a:extLst>
              </p:cNvPr>
              <p:cNvSpPr/>
              <p:nvPr/>
            </p:nvSpPr>
            <p:spPr>
              <a:xfrm>
                <a:off x="5545342" y="6205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0" name="Oval 6209">
                <a:extLst>
                  <a:ext uri="{FF2B5EF4-FFF2-40B4-BE49-F238E27FC236}">
                    <a16:creationId xmlns:a16="http://schemas.microsoft.com/office/drawing/2014/main" id="{30361F2B-F013-BDF8-9378-F9332CC585BB}"/>
                  </a:ext>
                </a:extLst>
              </p:cNvPr>
              <p:cNvSpPr/>
              <p:nvPr/>
            </p:nvSpPr>
            <p:spPr>
              <a:xfrm>
                <a:off x="5575915" y="6380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1" name="Oval 6210">
                <a:extLst>
                  <a:ext uri="{FF2B5EF4-FFF2-40B4-BE49-F238E27FC236}">
                    <a16:creationId xmlns:a16="http://schemas.microsoft.com/office/drawing/2014/main" id="{6E1497A7-6527-587F-C467-4ECD8F68AA76}"/>
                  </a:ext>
                </a:extLst>
              </p:cNvPr>
              <p:cNvSpPr/>
              <p:nvPr/>
            </p:nvSpPr>
            <p:spPr>
              <a:xfrm>
                <a:off x="6221320" y="569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2" name="Oval 6211">
                <a:extLst>
                  <a:ext uri="{FF2B5EF4-FFF2-40B4-BE49-F238E27FC236}">
                    <a16:creationId xmlns:a16="http://schemas.microsoft.com/office/drawing/2014/main" id="{0CA259D4-F8A5-E951-621B-54352EA9EB74}"/>
                  </a:ext>
                </a:extLst>
              </p:cNvPr>
              <p:cNvSpPr/>
              <p:nvPr/>
            </p:nvSpPr>
            <p:spPr>
              <a:xfrm>
                <a:off x="6257551" y="5554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3" name="Oval 6212">
                <a:extLst>
                  <a:ext uri="{FF2B5EF4-FFF2-40B4-BE49-F238E27FC236}">
                    <a16:creationId xmlns:a16="http://schemas.microsoft.com/office/drawing/2014/main" id="{8871B55F-B5BC-DC9B-3DBB-F622E39E307A}"/>
                  </a:ext>
                </a:extLst>
              </p:cNvPr>
              <p:cNvSpPr/>
              <p:nvPr/>
            </p:nvSpPr>
            <p:spPr>
              <a:xfrm>
                <a:off x="5529296" y="63455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4" name="Oval 6213">
                <a:extLst>
                  <a:ext uri="{FF2B5EF4-FFF2-40B4-BE49-F238E27FC236}">
                    <a16:creationId xmlns:a16="http://schemas.microsoft.com/office/drawing/2014/main" id="{67242EEC-5EB2-0416-C56C-0F8AACC4276D}"/>
                  </a:ext>
                </a:extLst>
              </p:cNvPr>
              <p:cNvSpPr/>
              <p:nvPr/>
            </p:nvSpPr>
            <p:spPr>
              <a:xfrm>
                <a:off x="5334036" y="6005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5" name="Oval 6214">
                <a:extLst>
                  <a:ext uri="{FF2B5EF4-FFF2-40B4-BE49-F238E27FC236}">
                    <a16:creationId xmlns:a16="http://schemas.microsoft.com/office/drawing/2014/main" id="{08E0E3E7-CF34-C683-78AB-E0567C79D717}"/>
                  </a:ext>
                </a:extLst>
              </p:cNvPr>
              <p:cNvSpPr/>
              <p:nvPr/>
            </p:nvSpPr>
            <p:spPr>
              <a:xfrm>
                <a:off x="5802592" y="6054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6" name="Oval 6215">
                <a:extLst>
                  <a:ext uri="{FF2B5EF4-FFF2-40B4-BE49-F238E27FC236}">
                    <a16:creationId xmlns:a16="http://schemas.microsoft.com/office/drawing/2014/main" id="{98EB7311-324E-049C-A1C9-94ADB2982946}"/>
                  </a:ext>
                </a:extLst>
              </p:cNvPr>
              <p:cNvSpPr/>
              <p:nvPr/>
            </p:nvSpPr>
            <p:spPr>
              <a:xfrm>
                <a:off x="5435888" y="61859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7" name="Oval 6216">
                <a:extLst>
                  <a:ext uri="{FF2B5EF4-FFF2-40B4-BE49-F238E27FC236}">
                    <a16:creationId xmlns:a16="http://schemas.microsoft.com/office/drawing/2014/main" id="{92319E26-5606-38AF-C41E-7D12325E0F43}"/>
                  </a:ext>
                </a:extLst>
              </p:cNvPr>
              <p:cNvSpPr/>
              <p:nvPr/>
            </p:nvSpPr>
            <p:spPr>
              <a:xfrm>
                <a:off x="6217688" y="54560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8" name="Oval 6217">
                <a:extLst>
                  <a:ext uri="{FF2B5EF4-FFF2-40B4-BE49-F238E27FC236}">
                    <a16:creationId xmlns:a16="http://schemas.microsoft.com/office/drawing/2014/main" id="{A2DCF2FA-354E-53BE-DDA3-D6F305CED035}"/>
                  </a:ext>
                </a:extLst>
              </p:cNvPr>
              <p:cNvSpPr/>
              <p:nvPr/>
            </p:nvSpPr>
            <p:spPr>
              <a:xfrm>
                <a:off x="5701162" y="632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19" name="Oval 6218">
                <a:extLst>
                  <a:ext uri="{FF2B5EF4-FFF2-40B4-BE49-F238E27FC236}">
                    <a16:creationId xmlns:a16="http://schemas.microsoft.com/office/drawing/2014/main" id="{30FC29E8-2D82-8906-9D99-35E8654A5832}"/>
                  </a:ext>
                </a:extLst>
              </p:cNvPr>
              <p:cNvSpPr/>
              <p:nvPr/>
            </p:nvSpPr>
            <p:spPr>
              <a:xfrm>
                <a:off x="6208905" y="54767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0" name="Oval 6219">
                <a:extLst>
                  <a:ext uri="{FF2B5EF4-FFF2-40B4-BE49-F238E27FC236}">
                    <a16:creationId xmlns:a16="http://schemas.microsoft.com/office/drawing/2014/main" id="{8451F1E2-801D-7AF0-75DE-68B2744DA6F6}"/>
                  </a:ext>
                </a:extLst>
              </p:cNvPr>
              <p:cNvSpPr/>
              <p:nvPr/>
            </p:nvSpPr>
            <p:spPr>
              <a:xfrm>
                <a:off x="5691703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1" name="Oval 6220">
                <a:extLst>
                  <a:ext uri="{FF2B5EF4-FFF2-40B4-BE49-F238E27FC236}">
                    <a16:creationId xmlns:a16="http://schemas.microsoft.com/office/drawing/2014/main" id="{4A486116-910D-ED3F-ED83-4B95CA1391AB}"/>
                  </a:ext>
                </a:extLst>
              </p:cNvPr>
              <p:cNvSpPr/>
              <p:nvPr/>
            </p:nvSpPr>
            <p:spPr>
              <a:xfrm>
                <a:off x="5609359" y="62859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2" name="Oval 6221">
                <a:extLst>
                  <a:ext uri="{FF2B5EF4-FFF2-40B4-BE49-F238E27FC236}">
                    <a16:creationId xmlns:a16="http://schemas.microsoft.com/office/drawing/2014/main" id="{BBF818D2-EF96-7BCE-C256-D7A60CACCC44}"/>
                  </a:ext>
                </a:extLst>
              </p:cNvPr>
              <p:cNvSpPr/>
              <p:nvPr/>
            </p:nvSpPr>
            <p:spPr>
              <a:xfrm>
                <a:off x="5669660" y="6303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3" name="Oval 6222">
                <a:extLst>
                  <a:ext uri="{FF2B5EF4-FFF2-40B4-BE49-F238E27FC236}">
                    <a16:creationId xmlns:a16="http://schemas.microsoft.com/office/drawing/2014/main" id="{C8A44819-7FB9-9323-8498-99A2E06A93C4}"/>
                  </a:ext>
                </a:extLst>
              </p:cNvPr>
              <p:cNvSpPr/>
              <p:nvPr/>
            </p:nvSpPr>
            <p:spPr>
              <a:xfrm>
                <a:off x="5495176" y="6231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4" name="Oval 6223">
                <a:extLst>
                  <a:ext uri="{FF2B5EF4-FFF2-40B4-BE49-F238E27FC236}">
                    <a16:creationId xmlns:a16="http://schemas.microsoft.com/office/drawing/2014/main" id="{EB60A0D6-9549-4DC0-F816-82C9046095CB}"/>
                  </a:ext>
                </a:extLst>
              </p:cNvPr>
              <p:cNvSpPr/>
              <p:nvPr/>
            </p:nvSpPr>
            <p:spPr>
              <a:xfrm>
                <a:off x="5705891" y="59556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5" name="Oval 6224">
                <a:extLst>
                  <a:ext uri="{FF2B5EF4-FFF2-40B4-BE49-F238E27FC236}">
                    <a16:creationId xmlns:a16="http://schemas.microsoft.com/office/drawing/2014/main" id="{692BD613-F049-A0E9-AA5B-569B0571F198}"/>
                  </a:ext>
                </a:extLst>
              </p:cNvPr>
              <p:cNvSpPr/>
              <p:nvPr/>
            </p:nvSpPr>
            <p:spPr>
              <a:xfrm>
                <a:off x="6082729" y="5665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6" name="Oval 6225">
                <a:extLst>
                  <a:ext uri="{FF2B5EF4-FFF2-40B4-BE49-F238E27FC236}">
                    <a16:creationId xmlns:a16="http://schemas.microsoft.com/office/drawing/2014/main" id="{F5693395-2E5A-5082-AB10-2A7FC88F592D}"/>
                  </a:ext>
                </a:extLst>
              </p:cNvPr>
              <p:cNvSpPr/>
              <p:nvPr/>
            </p:nvSpPr>
            <p:spPr>
              <a:xfrm>
                <a:off x="5331249" y="6012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7" name="Oval 6226">
                <a:extLst>
                  <a:ext uri="{FF2B5EF4-FFF2-40B4-BE49-F238E27FC236}">
                    <a16:creationId xmlns:a16="http://schemas.microsoft.com/office/drawing/2014/main" id="{116536E3-F900-BB16-422D-DC0DD6C3A5DB}"/>
                  </a:ext>
                </a:extLst>
              </p:cNvPr>
              <p:cNvSpPr/>
              <p:nvPr/>
            </p:nvSpPr>
            <p:spPr>
              <a:xfrm>
                <a:off x="5539261" y="6346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8" name="Oval 6227">
                <a:extLst>
                  <a:ext uri="{FF2B5EF4-FFF2-40B4-BE49-F238E27FC236}">
                    <a16:creationId xmlns:a16="http://schemas.microsoft.com/office/drawing/2014/main" id="{C143165D-EE1F-A2C6-ECA1-59BF796303FA}"/>
                  </a:ext>
                </a:extLst>
              </p:cNvPr>
              <p:cNvSpPr/>
              <p:nvPr/>
            </p:nvSpPr>
            <p:spPr>
              <a:xfrm>
                <a:off x="5338765" y="59741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29" name="Oval 6228">
                <a:extLst>
                  <a:ext uri="{FF2B5EF4-FFF2-40B4-BE49-F238E27FC236}">
                    <a16:creationId xmlns:a16="http://schemas.microsoft.com/office/drawing/2014/main" id="{C8274284-E906-34FC-EA43-26E48D23F5CA}"/>
                  </a:ext>
                </a:extLst>
              </p:cNvPr>
              <p:cNvSpPr/>
              <p:nvPr/>
            </p:nvSpPr>
            <p:spPr>
              <a:xfrm>
                <a:off x="5462492" y="61810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0" name="Oval 6229">
                <a:extLst>
                  <a:ext uri="{FF2B5EF4-FFF2-40B4-BE49-F238E27FC236}">
                    <a16:creationId xmlns:a16="http://schemas.microsoft.com/office/drawing/2014/main" id="{95CF4ECF-8C97-CC70-CCE7-6E41A65F6EA7}"/>
                  </a:ext>
                </a:extLst>
              </p:cNvPr>
              <p:cNvSpPr/>
              <p:nvPr/>
            </p:nvSpPr>
            <p:spPr>
              <a:xfrm>
                <a:off x="5782830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1" name="Oval 6230">
                <a:extLst>
                  <a:ext uri="{FF2B5EF4-FFF2-40B4-BE49-F238E27FC236}">
                    <a16:creationId xmlns:a16="http://schemas.microsoft.com/office/drawing/2014/main" id="{F243A84E-27FB-614D-7A2A-025B96DC5D80}"/>
                  </a:ext>
                </a:extLst>
              </p:cNvPr>
              <p:cNvSpPr/>
              <p:nvPr/>
            </p:nvSpPr>
            <p:spPr>
              <a:xfrm>
                <a:off x="5584022" y="63011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2" name="Oval 6231">
                <a:extLst>
                  <a:ext uri="{FF2B5EF4-FFF2-40B4-BE49-F238E27FC236}">
                    <a16:creationId xmlns:a16="http://schemas.microsoft.com/office/drawing/2014/main" id="{2FF0109A-7282-F279-0A7C-59688E84D643}"/>
                  </a:ext>
                </a:extLst>
              </p:cNvPr>
              <p:cNvSpPr/>
              <p:nvPr/>
            </p:nvSpPr>
            <p:spPr>
              <a:xfrm>
                <a:off x="5429977" y="61829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3" name="Oval 6232">
                <a:extLst>
                  <a:ext uri="{FF2B5EF4-FFF2-40B4-BE49-F238E27FC236}">
                    <a16:creationId xmlns:a16="http://schemas.microsoft.com/office/drawing/2014/main" id="{7A9FE5CA-8599-510B-A188-1ED747E88A55}"/>
                  </a:ext>
                </a:extLst>
              </p:cNvPr>
              <p:cNvSpPr/>
              <p:nvPr/>
            </p:nvSpPr>
            <p:spPr>
              <a:xfrm>
                <a:off x="5612991" y="6311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4" name="Oval 6233">
                <a:extLst>
                  <a:ext uri="{FF2B5EF4-FFF2-40B4-BE49-F238E27FC236}">
                    <a16:creationId xmlns:a16="http://schemas.microsoft.com/office/drawing/2014/main" id="{C73F9D7C-278B-0752-C20B-6731CB6F49ED}"/>
                  </a:ext>
                </a:extLst>
              </p:cNvPr>
              <p:cNvSpPr/>
              <p:nvPr/>
            </p:nvSpPr>
            <p:spPr>
              <a:xfrm>
                <a:off x="6212874" y="54962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5" name="Oval 6234">
                <a:extLst>
                  <a:ext uri="{FF2B5EF4-FFF2-40B4-BE49-F238E27FC236}">
                    <a16:creationId xmlns:a16="http://schemas.microsoft.com/office/drawing/2014/main" id="{F81CE17B-544A-5003-FC27-E60E5222FAA4}"/>
                  </a:ext>
                </a:extLst>
              </p:cNvPr>
              <p:cNvSpPr/>
              <p:nvPr/>
            </p:nvSpPr>
            <p:spPr>
              <a:xfrm>
                <a:off x="5459620" y="6139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6" name="Oval 6235">
                <a:extLst>
                  <a:ext uri="{FF2B5EF4-FFF2-40B4-BE49-F238E27FC236}">
                    <a16:creationId xmlns:a16="http://schemas.microsoft.com/office/drawing/2014/main" id="{98825141-050C-D476-50C4-7E93B258BAA8}"/>
                  </a:ext>
                </a:extLst>
              </p:cNvPr>
              <p:cNvSpPr/>
              <p:nvPr/>
            </p:nvSpPr>
            <p:spPr>
              <a:xfrm>
                <a:off x="5755888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7" name="Oval 6236">
                <a:extLst>
                  <a:ext uri="{FF2B5EF4-FFF2-40B4-BE49-F238E27FC236}">
                    <a16:creationId xmlns:a16="http://schemas.microsoft.com/office/drawing/2014/main" id="{7CB7F225-D6B6-F877-8931-9073B505DA59}"/>
                  </a:ext>
                </a:extLst>
              </p:cNvPr>
              <p:cNvSpPr/>
              <p:nvPr/>
            </p:nvSpPr>
            <p:spPr>
              <a:xfrm>
                <a:off x="5707580" y="63499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8" name="Oval 6237">
                <a:extLst>
                  <a:ext uri="{FF2B5EF4-FFF2-40B4-BE49-F238E27FC236}">
                    <a16:creationId xmlns:a16="http://schemas.microsoft.com/office/drawing/2014/main" id="{116DF74F-8DA4-B9D5-310F-647806CF842E}"/>
                  </a:ext>
                </a:extLst>
              </p:cNvPr>
              <p:cNvSpPr/>
              <p:nvPr/>
            </p:nvSpPr>
            <p:spPr>
              <a:xfrm>
                <a:off x="5636385" y="61022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39" name="Oval 6238">
                <a:extLst>
                  <a:ext uri="{FF2B5EF4-FFF2-40B4-BE49-F238E27FC236}">
                    <a16:creationId xmlns:a16="http://schemas.microsoft.com/office/drawing/2014/main" id="{32963F36-AF6D-2C6E-0508-9C8A838951F2}"/>
                  </a:ext>
                </a:extLst>
              </p:cNvPr>
              <p:cNvSpPr/>
              <p:nvPr/>
            </p:nvSpPr>
            <p:spPr>
              <a:xfrm>
                <a:off x="5824888" y="62461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0" name="Oval 6239">
                <a:extLst>
                  <a:ext uri="{FF2B5EF4-FFF2-40B4-BE49-F238E27FC236}">
                    <a16:creationId xmlns:a16="http://schemas.microsoft.com/office/drawing/2014/main" id="{09CC8BEF-A043-4125-2365-4539F08A3169}"/>
                  </a:ext>
                </a:extLst>
              </p:cNvPr>
              <p:cNvSpPr/>
              <p:nvPr/>
            </p:nvSpPr>
            <p:spPr>
              <a:xfrm>
                <a:off x="5782661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1" name="Oval 6240">
                <a:extLst>
                  <a:ext uri="{FF2B5EF4-FFF2-40B4-BE49-F238E27FC236}">
                    <a16:creationId xmlns:a16="http://schemas.microsoft.com/office/drawing/2014/main" id="{81A43A04-1787-0A50-7E63-F87B6E26F142}"/>
                  </a:ext>
                </a:extLst>
              </p:cNvPr>
              <p:cNvSpPr/>
              <p:nvPr/>
            </p:nvSpPr>
            <p:spPr>
              <a:xfrm>
                <a:off x="5662397" y="630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2" name="Oval 6241">
                <a:extLst>
                  <a:ext uri="{FF2B5EF4-FFF2-40B4-BE49-F238E27FC236}">
                    <a16:creationId xmlns:a16="http://schemas.microsoft.com/office/drawing/2014/main" id="{6EEC6DF1-544C-71C4-34B9-8CBE515C21A5}"/>
                  </a:ext>
                </a:extLst>
              </p:cNvPr>
              <p:cNvSpPr/>
              <p:nvPr/>
            </p:nvSpPr>
            <p:spPr>
              <a:xfrm>
                <a:off x="5715350" y="62867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3" name="Oval 6242">
                <a:extLst>
                  <a:ext uri="{FF2B5EF4-FFF2-40B4-BE49-F238E27FC236}">
                    <a16:creationId xmlns:a16="http://schemas.microsoft.com/office/drawing/2014/main" id="{6EAF7C3B-73EB-8B5A-64B6-3BAABBF61D47}"/>
                  </a:ext>
                </a:extLst>
              </p:cNvPr>
              <p:cNvSpPr/>
              <p:nvPr/>
            </p:nvSpPr>
            <p:spPr>
              <a:xfrm>
                <a:off x="6243954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4" name="Oval 6243">
                <a:extLst>
                  <a:ext uri="{FF2B5EF4-FFF2-40B4-BE49-F238E27FC236}">
                    <a16:creationId xmlns:a16="http://schemas.microsoft.com/office/drawing/2014/main" id="{0D497178-D6D2-1F89-CBDD-EDF662147CC3}"/>
                  </a:ext>
                </a:extLst>
              </p:cNvPr>
              <p:cNvSpPr/>
              <p:nvPr/>
            </p:nvSpPr>
            <p:spPr>
              <a:xfrm>
                <a:off x="6242011" y="5520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5" name="Oval 6244">
                <a:extLst>
                  <a:ext uri="{FF2B5EF4-FFF2-40B4-BE49-F238E27FC236}">
                    <a16:creationId xmlns:a16="http://schemas.microsoft.com/office/drawing/2014/main" id="{F9C368B2-755E-2FE7-1E8A-39F2F0B5013B}"/>
                  </a:ext>
                </a:extLst>
              </p:cNvPr>
              <p:cNvSpPr/>
              <p:nvPr/>
            </p:nvSpPr>
            <p:spPr>
              <a:xfrm>
                <a:off x="5478623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6" name="Oval 6245">
                <a:extLst>
                  <a:ext uri="{FF2B5EF4-FFF2-40B4-BE49-F238E27FC236}">
                    <a16:creationId xmlns:a16="http://schemas.microsoft.com/office/drawing/2014/main" id="{AED2E768-659D-44BE-7FBC-1A52C263E216}"/>
                  </a:ext>
                </a:extLst>
              </p:cNvPr>
              <p:cNvSpPr/>
              <p:nvPr/>
            </p:nvSpPr>
            <p:spPr>
              <a:xfrm>
                <a:off x="5612315" y="6147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7" name="Oval 6246">
                <a:extLst>
                  <a:ext uri="{FF2B5EF4-FFF2-40B4-BE49-F238E27FC236}">
                    <a16:creationId xmlns:a16="http://schemas.microsoft.com/office/drawing/2014/main" id="{F1140F3E-3EA5-D7CB-646D-0D7B7D971EFA}"/>
                  </a:ext>
                </a:extLst>
              </p:cNvPr>
              <p:cNvSpPr/>
              <p:nvPr/>
            </p:nvSpPr>
            <p:spPr>
              <a:xfrm>
                <a:off x="5598887" y="614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8" name="Oval 6247">
                <a:extLst>
                  <a:ext uri="{FF2B5EF4-FFF2-40B4-BE49-F238E27FC236}">
                    <a16:creationId xmlns:a16="http://schemas.microsoft.com/office/drawing/2014/main" id="{6CB87BF9-63CB-8374-FF5D-01B3DD6D71D0}"/>
                  </a:ext>
                </a:extLst>
              </p:cNvPr>
              <p:cNvSpPr/>
              <p:nvPr/>
            </p:nvSpPr>
            <p:spPr>
              <a:xfrm>
                <a:off x="5575999" y="6171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49" name="Oval 6248">
                <a:extLst>
                  <a:ext uri="{FF2B5EF4-FFF2-40B4-BE49-F238E27FC236}">
                    <a16:creationId xmlns:a16="http://schemas.microsoft.com/office/drawing/2014/main" id="{D1D16BB1-7F9F-09CB-49AA-220B37739910}"/>
                  </a:ext>
                </a:extLst>
              </p:cNvPr>
              <p:cNvSpPr/>
              <p:nvPr/>
            </p:nvSpPr>
            <p:spPr>
              <a:xfrm>
                <a:off x="5736126" y="62983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0" name="Oval 6249">
                <a:extLst>
                  <a:ext uri="{FF2B5EF4-FFF2-40B4-BE49-F238E27FC236}">
                    <a16:creationId xmlns:a16="http://schemas.microsoft.com/office/drawing/2014/main" id="{B80D5E36-E0EC-A122-0832-2F8B4EF21C01}"/>
                  </a:ext>
                </a:extLst>
              </p:cNvPr>
              <p:cNvSpPr/>
              <p:nvPr/>
            </p:nvSpPr>
            <p:spPr>
              <a:xfrm>
                <a:off x="5558517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1" name="Oval 6250">
                <a:extLst>
                  <a:ext uri="{FF2B5EF4-FFF2-40B4-BE49-F238E27FC236}">
                    <a16:creationId xmlns:a16="http://schemas.microsoft.com/office/drawing/2014/main" id="{0A01713A-4D2B-77C9-22A2-286031C551BC}"/>
                  </a:ext>
                </a:extLst>
              </p:cNvPr>
              <p:cNvSpPr/>
              <p:nvPr/>
            </p:nvSpPr>
            <p:spPr>
              <a:xfrm>
                <a:off x="5662397" y="61726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2" name="Oval 6251">
                <a:extLst>
                  <a:ext uri="{FF2B5EF4-FFF2-40B4-BE49-F238E27FC236}">
                    <a16:creationId xmlns:a16="http://schemas.microsoft.com/office/drawing/2014/main" id="{F4201625-C9A0-09FA-49DB-2BC72543F671}"/>
                  </a:ext>
                </a:extLst>
              </p:cNvPr>
              <p:cNvSpPr/>
              <p:nvPr/>
            </p:nvSpPr>
            <p:spPr>
              <a:xfrm>
                <a:off x="5339103" y="597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3" name="Oval 6252">
                <a:extLst>
                  <a:ext uri="{FF2B5EF4-FFF2-40B4-BE49-F238E27FC236}">
                    <a16:creationId xmlns:a16="http://schemas.microsoft.com/office/drawing/2014/main" id="{F56ECC9A-40A7-5B6A-9BA9-6AEAF6B8AA50}"/>
                  </a:ext>
                </a:extLst>
              </p:cNvPr>
              <p:cNvSpPr/>
              <p:nvPr/>
            </p:nvSpPr>
            <p:spPr>
              <a:xfrm>
                <a:off x="6209158" y="5478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4" name="Oval 6253">
                <a:extLst>
                  <a:ext uri="{FF2B5EF4-FFF2-40B4-BE49-F238E27FC236}">
                    <a16:creationId xmlns:a16="http://schemas.microsoft.com/office/drawing/2014/main" id="{96F5A5D8-3E04-BADC-586C-78E204A8EB45}"/>
                  </a:ext>
                </a:extLst>
              </p:cNvPr>
              <p:cNvSpPr/>
              <p:nvPr/>
            </p:nvSpPr>
            <p:spPr>
              <a:xfrm>
                <a:off x="5676923" y="633336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5" name="Oval 6254">
                <a:extLst>
                  <a:ext uri="{FF2B5EF4-FFF2-40B4-BE49-F238E27FC236}">
                    <a16:creationId xmlns:a16="http://schemas.microsoft.com/office/drawing/2014/main" id="{2CAAF543-AB7C-0F83-F3EC-F481FD67CF9F}"/>
                  </a:ext>
                </a:extLst>
              </p:cNvPr>
              <p:cNvSpPr/>
              <p:nvPr/>
            </p:nvSpPr>
            <p:spPr>
              <a:xfrm>
                <a:off x="5758169" y="62625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6" name="Oval 6255">
                <a:extLst>
                  <a:ext uri="{FF2B5EF4-FFF2-40B4-BE49-F238E27FC236}">
                    <a16:creationId xmlns:a16="http://schemas.microsoft.com/office/drawing/2014/main" id="{99821797-E8B7-F265-4A66-F6B4EF89427D}"/>
                  </a:ext>
                </a:extLst>
              </p:cNvPr>
              <p:cNvSpPr/>
              <p:nvPr/>
            </p:nvSpPr>
            <p:spPr>
              <a:xfrm>
                <a:off x="6418860" y="63405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7" name="Oval 6256">
                <a:extLst>
                  <a:ext uri="{FF2B5EF4-FFF2-40B4-BE49-F238E27FC236}">
                    <a16:creationId xmlns:a16="http://schemas.microsoft.com/office/drawing/2014/main" id="{A3DD0477-E085-59AA-616F-FF619D09120B}"/>
                  </a:ext>
                </a:extLst>
              </p:cNvPr>
              <p:cNvSpPr/>
              <p:nvPr/>
            </p:nvSpPr>
            <p:spPr>
              <a:xfrm>
                <a:off x="6227147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8" name="Oval 6257">
                <a:extLst>
                  <a:ext uri="{FF2B5EF4-FFF2-40B4-BE49-F238E27FC236}">
                    <a16:creationId xmlns:a16="http://schemas.microsoft.com/office/drawing/2014/main" id="{0E9C2511-2023-8A02-236C-06B7C07C9BEC}"/>
                  </a:ext>
                </a:extLst>
              </p:cNvPr>
              <p:cNvSpPr/>
              <p:nvPr/>
            </p:nvSpPr>
            <p:spPr>
              <a:xfrm>
                <a:off x="5454469" y="61326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59" name="Oval 6258">
                <a:extLst>
                  <a:ext uri="{FF2B5EF4-FFF2-40B4-BE49-F238E27FC236}">
                    <a16:creationId xmlns:a16="http://schemas.microsoft.com/office/drawing/2014/main" id="{D9BD037C-3E6D-02D0-F03F-4270FD7E0D06}"/>
                  </a:ext>
                </a:extLst>
              </p:cNvPr>
              <p:cNvSpPr/>
              <p:nvPr/>
            </p:nvSpPr>
            <p:spPr>
              <a:xfrm>
                <a:off x="6226387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0" name="Oval 6259">
                <a:extLst>
                  <a:ext uri="{FF2B5EF4-FFF2-40B4-BE49-F238E27FC236}">
                    <a16:creationId xmlns:a16="http://schemas.microsoft.com/office/drawing/2014/main" id="{3DC9BC5F-5CE5-8437-31C4-D472299443D8}"/>
                  </a:ext>
                </a:extLst>
              </p:cNvPr>
              <p:cNvSpPr/>
              <p:nvPr/>
            </p:nvSpPr>
            <p:spPr>
              <a:xfrm>
                <a:off x="5348478" y="599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1" name="Oval 6260">
                <a:extLst>
                  <a:ext uri="{FF2B5EF4-FFF2-40B4-BE49-F238E27FC236}">
                    <a16:creationId xmlns:a16="http://schemas.microsoft.com/office/drawing/2014/main" id="{78B37DB5-0952-34A2-3E23-7D716282425C}"/>
                  </a:ext>
                </a:extLst>
              </p:cNvPr>
              <p:cNvSpPr/>
              <p:nvPr/>
            </p:nvSpPr>
            <p:spPr>
              <a:xfrm>
                <a:off x="5550240" y="61723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2" name="Oval 6261">
                <a:extLst>
                  <a:ext uri="{FF2B5EF4-FFF2-40B4-BE49-F238E27FC236}">
                    <a16:creationId xmlns:a16="http://schemas.microsoft.com/office/drawing/2014/main" id="{7B3793EF-DDC9-7551-1CC7-5DFB8A03A000}"/>
                  </a:ext>
                </a:extLst>
              </p:cNvPr>
              <p:cNvSpPr/>
              <p:nvPr/>
            </p:nvSpPr>
            <p:spPr>
              <a:xfrm>
                <a:off x="5774722" y="62979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3" name="Oval 6262">
                <a:extLst>
                  <a:ext uri="{FF2B5EF4-FFF2-40B4-BE49-F238E27FC236}">
                    <a16:creationId xmlns:a16="http://schemas.microsoft.com/office/drawing/2014/main" id="{4DE4A902-6D06-0DF3-1551-3669B76E7FD5}"/>
                  </a:ext>
                </a:extLst>
              </p:cNvPr>
              <p:cNvSpPr/>
              <p:nvPr/>
            </p:nvSpPr>
            <p:spPr>
              <a:xfrm>
                <a:off x="5485632" y="6089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4" name="Oval 6263">
                <a:extLst>
                  <a:ext uri="{FF2B5EF4-FFF2-40B4-BE49-F238E27FC236}">
                    <a16:creationId xmlns:a16="http://schemas.microsoft.com/office/drawing/2014/main" id="{5314330D-3300-2E1B-08C1-3EBF1AB45AF0}"/>
                  </a:ext>
                </a:extLst>
              </p:cNvPr>
              <p:cNvSpPr/>
              <p:nvPr/>
            </p:nvSpPr>
            <p:spPr>
              <a:xfrm>
                <a:off x="5392563" y="599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5" name="Oval 6264">
                <a:extLst>
                  <a:ext uri="{FF2B5EF4-FFF2-40B4-BE49-F238E27FC236}">
                    <a16:creationId xmlns:a16="http://schemas.microsoft.com/office/drawing/2014/main" id="{A4DBC386-94A5-E132-EE09-2A413AA1F556}"/>
                  </a:ext>
                </a:extLst>
              </p:cNvPr>
              <p:cNvSpPr/>
              <p:nvPr/>
            </p:nvSpPr>
            <p:spPr>
              <a:xfrm>
                <a:off x="5555223" y="6377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6" name="Oval 6265">
                <a:extLst>
                  <a:ext uri="{FF2B5EF4-FFF2-40B4-BE49-F238E27FC236}">
                    <a16:creationId xmlns:a16="http://schemas.microsoft.com/office/drawing/2014/main" id="{86437AAB-7377-C829-8AA8-6B0B86B451FB}"/>
                  </a:ext>
                </a:extLst>
              </p:cNvPr>
              <p:cNvSpPr/>
              <p:nvPr/>
            </p:nvSpPr>
            <p:spPr>
              <a:xfrm>
                <a:off x="5531829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7" name="Oval 6266">
                <a:extLst>
                  <a:ext uri="{FF2B5EF4-FFF2-40B4-BE49-F238E27FC236}">
                    <a16:creationId xmlns:a16="http://schemas.microsoft.com/office/drawing/2014/main" id="{04F8995B-FD39-5E67-6E23-3C8EFCB64B28}"/>
                  </a:ext>
                </a:extLst>
              </p:cNvPr>
              <p:cNvSpPr/>
              <p:nvPr/>
            </p:nvSpPr>
            <p:spPr>
              <a:xfrm>
                <a:off x="5657329" y="6342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8" name="Oval 6267">
                <a:extLst>
                  <a:ext uri="{FF2B5EF4-FFF2-40B4-BE49-F238E27FC236}">
                    <a16:creationId xmlns:a16="http://schemas.microsoft.com/office/drawing/2014/main" id="{8B537B24-C3AC-D01F-6238-6F33A63DB22D}"/>
                  </a:ext>
                </a:extLst>
              </p:cNvPr>
              <p:cNvSpPr/>
              <p:nvPr/>
            </p:nvSpPr>
            <p:spPr>
              <a:xfrm>
                <a:off x="6189311" y="55236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9" name="Oval 6268">
                <a:extLst>
                  <a:ext uri="{FF2B5EF4-FFF2-40B4-BE49-F238E27FC236}">
                    <a16:creationId xmlns:a16="http://schemas.microsoft.com/office/drawing/2014/main" id="{EEDEEF9B-876C-6EE7-FC34-19C39DA898DC}"/>
                  </a:ext>
                </a:extLst>
              </p:cNvPr>
              <p:cNvSpPr/>
              <p:nvPr/>
            </p:nvSpPr>
            <p:spPr>
              <a:xfrm>
                <a:off x="5496020" y="6213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0" name="Oval 6269">
                <a:extLst>
                  <a:ext uri="{FF2B5EF4-FFF2-40B4-BE49-F238E27FC236}">
                    <a16:creationId xmlns:a16="http://schemas.microsoft.com/office/drawing/2014/main" id="{F18FDCBF-FA34-F4D9-6EBA-6554415E855C}"/>
                  </a:ext>
                </a:extLst>
              </p:cNvPr>
              <p:cNvSpPr/>
              <p:nvPr/>
            </p:nvSpPr>
            <p:spPr>
              <a:xfrm>
                <a:off x="5448557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1" name="Oval 6270">
                <a:extLst>
                  <a:ext uri="{FF2B5EF4-FFF2-40B4-BE49-F238E27FC236}">
                    <a16:creationId xmlns:a16="http://schemas.microsoft.com/office/drawing/2014/main" id="{5327115F-4388-58DB-3DAA-CC0D14F6805A}"/>
                  </a:ext>
                </a:extLst>
              </p:cNvPr>
              <p:cNvSpPr/>
              <p:nvPr/>
            </p:nvSpPr>
            <p:spPr>
              <a:xfrm>
                <a:off x="5628615" y="63559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2" name="Oval 6271">
                <a:extLst>
                  <a:ext uri="{FF2B5EF4-FFF2-40B4-BE49-F238E27FC236}">
                    <a16:creationId xmlns:a16="http://schemas.microsoft.com/office/drawing/2014/main" id="{6D633CBA-1EAC-5F57-3EB0-2B5279CBEDE7}"/>
                  </a:ext>
                </a:extLst>
              </p:cNvPr>
              <p:cNvSpPr/>
              <p:nvPr/>
            </p:nvSpPr>
            <p:spPr>
              <a:xfrm>
                <a:off x="6227401" y="55017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3" name="Oval 6272">
                <a:extLst>
                  <a:ext uri="{FF2B5EF4-FFF2-40B4-BE49-F238E27FC236}">
                    <a16:creationId xmlns:a16="http://schemas.microsoft.com/office/drawing/2014/main" id="{FD3B56CF-756A-4456-204D-7380398744F1}"/>
                  </a:ext>
                </a:extLst>
              </p:cNvPr>
              <p:cNvSpPr/>
              <p:nvPr/>
            </p:nvSpPr>
            <p:spPr>
              <a:xfrm>
                <a:off x="5711803" y="62975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4" name="Oval 6273">
                <a:extLst>
                  <a:ext uri="{FF2B5EF4-FFF2-40B4-BE49-F238E27FC236}">
                    <a16:creationId xmlns:a16="http://schemas.microsoft.com/office/drawing/2014/main" id="{F8F415F8-75B9-236E-5B8C-230043942880}"/>
                  </a:ext>
                </a:extLst>
              </p:cNvPr>
              <p:cNvSpPr/>
              <p:nvPr/>
            </p:nvSpPr>
            <p:spPr>
              <a:xfrm>
                <a:off x="5714505" y="63326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5" name="Oval 6274">
                <a:extLst>
                  <a:ext uri="{FF2B5EF4-FFF2-40B4-BE49-F238E27FC236}">
                    <a16:creationId xmlns:a16="http://schemas.microsoft.com/office/drawing/2014/main" id="{80199EC0-0E83-7A90-0152-EBC556C6F0CA}"/>
                  </a:ext>
                </a:extLst>
              </p:cNvPr>
              <p:cNvSpPr/>
              <p:nvPr/>
            </p:nvSpPr>
            <p:spPr>
              <a:xfrm>
                <a:off x="5459367" y="6127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6" name="Oval 6275">
                <a:extLst>
                  <a:ext uri="{FF2B5EF4-FFF2-40B4-BE49-F238E27FC236}">
                    <a16:creationId xmlns:a16="http://schemas.microsoft.com/office/drawing/2014/main" id="{E90593CD-B3C8-F193-218D-7A2A3961EC27}"/>
                  </a:ext>
                </a:extLst>
              </p:cNvPr>
              <p:cNvSpPr/>
              <p:nvPr/>
            </p:nvSpPr>
            <p:spPr>
              <a:xfrm>
                <a:off x="5698543" y="60852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7" name="Oval 6276">
                <a:extLst>
                  <a:ext uri="{FF2B5EF4-FFF2-40B4-BE49-F238E27FC236}">
                    <a16:creationId xmlns:a16="http://schemas.microsoft.com/office/drawing/2014/main" id="{12B2F0E7-ED1B-9A64-26E2-26B3BBF8664B}"/>
                  </a:ext>
                </a:extLst>
              </p:cNvPr>
              <p:cNvSpPr/>
              <p:nvPr/>
            </p:nvSpPr>
            <p:spPr>
              <a:xfrm>
                <a:off x="5585458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8" name="Oval 6277">
                <a:extLst>
                  <a:ext uri="{FF2B5EF4-FFF2-40B4-BE49-F238E27FC236}">
                    <a16:creationId xmlns:a16="http://schemas.microsoft.com/office/drawing/2014/main" id="{1E5DB63B-4FDB-4BE9-2316-0AA1DBB1028C}"/>
                  </a:ext>
                </a:extLst>
              </p:cNvPr>
              <p:cNvSpPr/>
              <p:nvPr/>
            </p:nvSpPr>
            <p:spPr>
              <a:xfrm>
                <a:off x="5692125" y="5945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79" name="Oval 6278">
                <a:extLst>
                  <a:ext uri="{FF2B5EF4-FFF2-40B4-BE49-F238E27FC236}">
                    <a16:creationId xmlns:a16="http://schemas.microsoft.com/office/drawing/2014/main" id="{4FECCB9B-D1DD-E938-CD63-A3DE815C4517}"/>
                  </a:ext>
                </a:extLst>
              </p:cNvPr>
              <p:cNvSpPr/>
              <p:nvPr/>
            </p:nvSpPr>
            <p:spPr>
              <a:xfrm>
                <a:off x="5620423" y="63319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0" name="Oval 6279">
                <a:extLst>
                  <a:ext uri="{FF2B5EF4-FFF2-40B4-BE49-F238E27FC236}">
                    <a16:creationId xmlns:a16="http://schemas.microsoft.com/office/drawing/2014/main" id="{33C5468F-3185-81FA-0215-0213F5D793F8}"/>
                  </a:ext>
                </a:extLst>
              </p:cNvPr>
              <p:cNvSpPr/>
              <p:nvPr/>
            </p:nvSpPr>
            <p:spPr>
              <a:xfrm>
                <a:off x="5570256" y="61738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1" name="Oval 6280">
                <a:extLst>
                  <a:ext uri="{FF2B5EF4-FFF2-40B4-BE49-F238E27FC236}">
                    <a16:creationId xmlns:a16="http://schemas.microsoft.com/office/drawing/2014/main" id="{F8CF6D9D-45FA-8BAE-1E2B-30FD0EF86177}"/>
                  </a:ext>
                </a:extLst>
              </p:cNvPr>
              <p:cNvSpPr/>
              <p:nvPr/>
            </p:nvSpPr>
            <p:spPr>
              <a:xfrm>
                <a:off x="5546693" y="6284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2" name="Oval 6281">
                <a:extLst>
                  <a:ext uri="{FF2B5EF4-FFF2-40B4-BE49-F238E27FC236}">
                    <a16:creationId xmlns:a16="http://schemas.microsoft.com/office/drawing/2014/main" id="{FC28F42A-22D5-CBC0-7BBE-371C5AA7BBAE}"/>
                  </a:ext>
                </a:extLst>
              </p:cNvPr>
              <p:cNvSpPr/>
              <p:nvPr/>
            </p:nvSpPr>
            <p:spPr>
              <a:xfrm>
                <a:off x="5686635" y="6266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3" name="Oval 6282">
                <a:extLst>
                  <a:ext uri="{FF2B5EF4-FFF2-40B4-BE49-F238E27FC236}">
                    <a16:creationId xmlns:a16="http://schemas.microsoft.com/office/drawing/2014/main" id="{ACB5A837-8F49-077B-39F7-EA6822203171}"/>
                  </a:ext>
                </a:extLst>
              </p:cNvPr>
              <p:cNvSpPr/>
              <p:nvPr/>
            </p:nvSpPr>
            <p:spPr>
              <a:xfrm>
                <a:off x="5423642" y="60107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4" name="Oval 6283">
                <a:extLst>
                  <a:ext uri="{FF2B5EF4-FFF2-40B4-BE49-F238E27FC236}">
                    <a16:creationId xmlns:a16="http://schemas.microsoft.com/office/drawing/2014/main" id="{D4695129-AFB4-A478-8F5D-7494F9403AC0}"/>
                  </a:ext>
                </a:extLst>
              </p:cNvPr>
              <p:cNvSpPr/>
              <p:nvPr/>
            </p:nvSpPr>
            <p:spPr>
              <a:xfrm>
                <a:off x="5620169" y="6136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5" name="Oval 6284">
                <a:extLst>
                  <a:ext uri="{FF2B5EF4-FFF2-40B4-BE49-F238E27FC236}">
                    <a16:creationId xmlns:a16="http://schemas.microsoft.com/office/drawing/2014/main" id="{E7A0407F-E5DC-646D-36F6-509D371339C2}"/>
                  </a:ext>
                </a:extLst>
              </p:cNvPr>
              <p:cNvSpPr/>
              <p:nvPr/>
            </p:nvSpPr>
            <p:spPr>
              <a:xfrm>
                <a:off x="5364608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6" name="Oval 6285">
                <a:extLst>
                  <a:ext uri="{FF2B5EF4-FFF2-40B4-BE49-F238E27FC236}">
                    <a16:creationId xmlns:a16="http://schemas.microsoft.com/office/drawing/2014/main" id="{071B8CBF-5E66-9887-1CBC-8FFFE4E0F2C0}"/>
                  </a:ext>
                </a:extLst>
              </p:cNvPr>
              <p:cNvSpPr/>
              <p:nvPr/>
            </p:nvSpPr>
            <p:spPr>
              <a:xfrm>
                <a:off x="5314273" y="597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7" name="Oval 6286">
                <a:extLst>
                  <a:ext uri="{FF2B5EF4-FFF2-40B4-BE49-F238E27FC236}">
                    <a16:creationId xmlns:a16="http://schemas.microsoft.com/office/drawing/2014/main" id="{1BFD2694-B2CB-6E90-414C-4EC50C591C88}"/>
                  </a:ext>
                </a:extLst>
              </p:cNvPr>
              <p:cNvSpPr/>
              <p:nvPr/>
            </p:nvSpPr>
            <p:spPr>
              <a:xfrm>
                <a:off x="6229090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8" name="Oval 6287">
                <a:extLst>
                  <a:ext uri="{FF2B5EF4-FFF2-40B4-BE49-F238E27FC236}">
                    <a16:creationId xmlns:a16="http://schemas.microsoft.com/office/drawing/2014/main" id="{25BF6929-4364-3ACC-C319-4A1F434491D5}"/>
                  </a:ext>
                </a:extLst>
              </p:cNvPr>
              <p:cNvSpPr/>
              <p:nvPr/>
            </p:nvSpPr>
            <p:spPr>
              <a:xfrm>
                <a:off x="5352700" y="59783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89" name="Oval 6288">
                <a:extLst>
                  <a:ext uri="{FF2B5EF4-FFF2-40B4-BE49-F238E27FC236}">
                    <a16:creationId xmlns:a16="http://schemas.microsoft.com/office/drawing/2014/main" id="{2BCFD862-0EB2-479E-FE38-214A38666926}"/>
                  </a:ext>
                </a:extLst>
              </p:cNvPr>
              <p:cNvSpPr/>
              <p:nvPr/>
            </p:nvSpPr>
            <p:spPr>
              <a:xfrm>
                <a:off x="5558010" y="61242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0" name="Oval 6289">
                <a:extLst>
                  <a:ext uri="{FF2B5EF4-FFF2-40B4-BE49-F238E27FC236}">
                    <a16:creationId xmlns:a16="http://schemas.microsoft.com/office/drawing/2014/main" id="{DF1482CF-7AA1-4C36-D1D0-487CA08CB7B0}"/>
                  </a:ext>
                </a:extLst>
              </p:cNvPr>
              <p:cNvSpPr/>
              <p:nvPr/>
            </p:nvSpPr>
            <p:spPr>
              <a:xfrm>
                <a:off x="5583347" y="63655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1" name="Oval 6290">
                <a:extLst>
                  <a:ext uri="{FF2B5EF4-FFF2-40B4-BE49-F238E27FC236}">
                    <a16:creationId xmlns:a16="http://schemas.microsoft.com/office/drawing/2014/main" id="{09250B31-D24B-E3C7-31DC-CFE6B3455926}"/>
                  </a:ext>
                </a:extLst>
              </p:cNvPr>
              <p:cNvSpPr/>
              <p:nvPr/>
            </p:nvSpPr>
            <p:spPr>
              <a:xfrm>
                <a:off x="5750061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2" name="Oval 6291">
                <a:extLst>
                  <a:ext uri="{FF2B5EF4-FFF2-40B4-BE49-F238E27FC236}">
                    <a16:creationId xmlns:a16="http://schemas.microsoft.com/office/drawing/2014/main" id="{0397FA3A-F972-6D0E-583C-9C2CFD450688}"/>
                  </a:ext>
                </a:extLst>
              </p:cNvPr>
              <p:cNvSpPr/>
              <p:nvPr/>
            </p:nvSpPr>
            <p:spPr>
              <a:xfrm>
                <a:off x="5427443" y="61261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3" name="Oval 6292">
                <a:extLst>
                  <a:ext uri="{FF2B5EF4-FFF2-40B4-BE49-F238E27FC236}">
                    <a16:creationId xmlns:a16="http://schemas.microsoft.com/office/drawing/2014/main" id="{22356996-4592-54F5-5A47-2D8176C81BAF}"/>
                  </a:ext>
                </a:extLst>
              </p:cNvPr>
              <p:cNvSpPr/>
              <p:nvPr/>
            </p:nvSpPr>
            <p:spPr>
              <a:xfrm>
                <a:off x="6241842" y="54972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4" name="Oval 6293">
                <a:extLst>
                  <a:ext uri="{FF2B5EF4-FFF2-40B4-BE49-F238E27FC236}">
                    <a16:creationId xmlns:a16="http://schemas.microsoft.com/office/drawing/2014/main" id="{303ECCC9-D5F1-2D10-7FB4-1088C35CAAB7}"/>
                  </a:ext>
                </a:extLst>
              </p:cNvPr>
              <p:cNvSpPr/>
              <p:nvPr/>
            </p:nvSpPr>
            <p:spPr>
              <a:xfrm>
                <a:off x="5672278" y="63596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5" name="Oval 6294">
                <a:extLst>
                  <a:ext uri="{FF2B5EF4-FFF2-40B4-BE49-F238E27FC236}">
                    <a16:creationId xmlns:a16="http://schemas.microsoft.com/office/drawing/2014/main" id="{31FBD003-E1E9-D692-36EE-F7EA4EC70F19}"/>
                  </a:ext>
                </a:extLst>
              </p:cNvPr>
              <p:cNvSpPr/>
              <p:nvPr/>
            </p:nvSpPr>
            <p:spPr>
              <a:xfrm>
                <a:off x="6207554" y="55013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6" name="Oval 6295">
                <a:extLst>
                  <a:ext uri="{FF2B5EF4-FFF2-40B4-BE49-F238E27FC236}">
                    <a16:creationId xmlns:a16="http://schemas.microsoft.com/office/drawing/2014/main" id="{A796C4FE-17D1-482E-7497-A88D5D1B7933}"/>
                  </a:ext>
                </a:extLst>
              </p:cNvPr>
              <p:cNvSpPr/>
              <p:nvPr/>
            </p:nvSpPr>
            <p:spPr>
              <a:xfrm>
                <a:off x="5835107" y="62596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7" name="Oval 6296">
                <a:extLst>
                  <a:ext uri="{FF2B5EF4-FFF2-40B4-BE49-F238E27FC236}">
                    <a16:creationId xmlns:a16="http://schemas.microsoft.com/office/drawing/2014/main" id="{489AEB30-D69D-E775-0C47-1001B51421B6}"/>
                  </a:ext>
                </a:extLst>
              </p:cNvPr>
              <p:cNvSpPr/>
              <p:nvPr/>
            </p:nvSpPr>
            <p:spPr>
              <a:xfrm>
                <a:off x="5449401" y="61602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8" name="Oval 6297">
                <a:extLst>
                  <a:ext uri="{FF2B5EF4-FFF2-40B4-BE49-F238E27FC236}">
                    <a16:creationId xmlns:a16="http://schemas.microsoft.com/office/drawing/2014/main" id="{33D155F9-3777-E410-5204-FC017831A788}"/>
                  </a:ext>
                </a:extLst>
              </p:cNvPr>
              <p:cNvSpPr/>
              <p:nvPr/>
            </p:nvSpPr>
            <p:spPr>
              <a:xfrm>
                <a:off x="5478623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99" name="Oval 6298">
                <a:extLst>
                  <a:ext uri="{FF2B5EF4-FFF2-40B4-BE49-F238E27FC236}">
                    <a16:creationId xmlns:a16="http://schemas.microsoft.com/office/drawing/2014/main" id="{9CE79ADD-161F-21E7-3974-067E06F166C9}"/>
                  </a:ext>
                </a:extLst>
              </p:cNvPr>
              <p:cNvSpPr/>
              <p:nvPr/>
            </p:nvSpPr>
            <p:spPr>
              <a:xfrm>
                <a:off x="5534025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0" name="Oval 6299">
                <a:extLst>
                  <a:ext uri="{FF2B5EF4-FFF2-40B4-BE49-F238E27FC236}">
                    <a16:creationId xmlns:a16="http://schemas.microsoft.com/office/drawing/2014/main" id="{8DA98862-EE6D-779E-B617-4B960331EC1E}"/>
                  </a:ext>
                </a:extLst>
              </p:cNvPr>
              <p:cNvSpPr/>
              <p:nvPr/>
            </p:nvSpPr>
            <p:spPr>
              <a:xfrm>
                <a:off x="5611048" y="6116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1" name="Oval 6300">
                <a:extLst>
                  <a:ext uri="{FF2B5EF4-FFF2-40B4-BE49-F238E27FC236}">
                    <a16:creationId xmlns:a16="http://schemas.microsoft.com/office/drawing/2014/main" id="{65B92FD6-7283-D869-9AD3-D7CE31996EC3}"/>
                  </a:ext>
                </a:extLst>
              </p:cNvPr>
              <p:cNvSpPr/>
              <p:nvPr/>
            </p:nvSpPr>
            <p:spPr>
              <a:xfrm>
                <a:off x="6226472" y="56617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2" name="Oval 6301">
                <a:extLst>
                  <a:ext uri="{FF2B5EF4-FFF2-40B4-BE49-F238E27FC236}">
                    <a16:creationId xmlns:a16="http://schemas.microsoft.com/office/drawing/2014/main" id="{BB7B032D-B6AF-218B-6490-3BD2A42E1949}"/>
                  </a:ext>
                </a:extLst>
              </p:cNvPr>
              <p:cNvSpPr/>
              <p:nvPr/>
            </p:nvSpPr>
            <p:spPr>
              <a:xfrm>
                <a:off x="5691872" y="59584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3" name="Oval 6302">
                <a:extLst>
                  <a:ext uri="{FF2B5EF4-FFF2-40B4-BE49-F238E27FC236}">
                    <a16:creationId xmlns:a16="http://schemas.microsoft.com/office/drawing/2014/main" id="{EB4C1FED-0744-7E39-A8A5-8655A49FF5B4}"/>
                  </a:ext>
                </a:extLst>
              </p:cNvPr>
              <p:cNvSpPr/>
              <p:nvPr/>
            </p:nvSpPr>
            <p:spPr>
              <a:xfrm>
                <a:off x="5601505" y="63804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4" name="Oval 6303">
                <a:extLst>
                  <a:ext uri="{FF2B5EF4-FFF2-40B4-BE49-F238E27FC236}">
                    <a16:creationId xmlns:a16="http://schemas.microsoft.com/office/drawing/2014/main" id="{08B40547-4DA1-05C3-C44B-7ECF25C10567}"/>
                  </a:ext>
                </a:extLst>
              </p:cNvPr>
              <p:cNvSpPr/>
              <p:nvPr/>
            </p:nvSpPr>
            <p:spPr>
              <a:xfrm>
                <a:off x="5469502" y="61491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5" name="Oval 6304">
                <a:extLst>
                  <a:ext uri="{FF2B5EF4-FFF2-40B4-BE49-F238E27FC236}">
                    <a16:creationId xmlns:a16="http://schemas.microsoft.com/office/drawing/2014/main" id="{9AC8F464-5035-A894-3E16-9AE8970741D1}"/>
                  </a:ext>
                </a:extLst>
              </p:cNvPr>
              <p:cNvSpPr/>
              <p:nvPr/>
            </p:nvSpPr>
            <p:spPr>
              <a:xfrm>
                <a:off x="5370267" y="5989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6" name="Oval 6305">
                <a:extLst>
                  <a:ext uri="{FF2B5EF4-FFF2-40B4-BE49-F238E27FC236}">
                    <a16:creationId xmlns:a16="http://schemas.microsoft.com/office/drawing/2014/main" id="{DD9A4963-C940-7638-1F45-E6477BB32D40}"/>
                  </a:ext>
                </a:extLst>
              </p:cNvPr>
              <p:cNvSpPr/>
              <p:nvPr/>
            </p:nvSpPr>
            <p:spPr>
              <a:xfrm>
                <a:off x="5661299" y="62527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7" name="Oval 6306">
                <a:extLst>
                  <a:ext uri="{FF2B5EF4-FFF2-40B4-BE49-F238E27FC236}">
                    <a16:creationId xmlns:a16="http://schemas.microsoft.com/office/drawing/2014/main" id="{497FF524-9609-DCA3-595C-4C3D66FE6814}"/>
                  </a:ext>
                </a:extLst>
              </p:cNvPr>
              <p:cNvSpPr/>
              <p:nvPr/>
            </p:nvSpPr>
            <p:spPr>
              <a:xfrm>
                <a:off x="6219040" y="54938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8" name="Oval 6307">
                <a:extLst>
                  <a:ext uri="{FF2B5EF4-FFF2-40B4-BE49-F238E27FC236}">
                    <a16:creationId xmlns:a16="http://schemas.microsoft.com/office/drawing/2014/main" id="{8FB3A3F2-61E9-DFEC-5198-9EC3EFBD8492}"/>
                  </a:ext>
                </a:extLst>
              </p:cNvPr>
              <p:cNvSpPr/>
              <p:nvPr/>
            </p:nvSpPr>
            <p:spPr>
              <a:xfrm>
                <a:off x="5441716" y="614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9" name="Oval 6308">
                <a:extLst>
                  <a:ext uri="{FF2B5EF4-FFF2-40B4-BE49-F238E27FC236}">
                    <a16:creationId xmlns:a16="http://schemas.microsoft.com/office/drawing/2014/main" id="{BDF2C9FA-FEB5-3D95-74C0-3E93098BE246}"/>
                  </a:ext>
                </a:extLst>
              </p:cNvPr>
              <p:cNvSpPr/>
              <p:nvPr/>
            </p:nvSpPr>
            <p:spPr>
              <a:xfrm>
                <a:off x="6239140" y="55902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0" name="Oval 6309">
                <a:extLst>
                  <a:ext uri="{FF2B5EF4-FFF2-40B4-BE49-F238E27FC236}">
                    <a16:creationId xmlns:a16="http://schemas.microsoft.com/office/drawing/2014/main" id="{76B21A2E-87BB-11F5-6E68-904077E92EA4}"/>
                  </a:ext>
                </a:extLst>
              </p:cNvPr>
              <p:cNvSpPr/>
              <p:nvPr/>
            </p:nvSpPr>
            <p:spPr>
              <a:xfrm>
                <a:off x="5946081" y="52319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1" name="Oval 6310">
                <a:extLst>
                  <a:ext uri="{FF2B5EF4-FFF2-40B4-BE49-F238E27FC236}">
                    <a16:creationId xmlns:a16="http://schemas.microsoft.com/office/drawing/2014/main" id="{FBA21E34-8D5A-098F-F936-1B89A5B65A73}"/>
                  </a:ext>
                </a:extLst>
              </p:cNvPr>
              <p:cNvSpPr/>
              <p:nvPr/>
            </p:nvSpPr>
            <p:spPr>
              <a:xfrm>
                <a:off x="5579546" y="629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2" name="Oval 6311">
                <a:extLst>
                  <a:ext uri="{FF2B5EF4-FFF2-40B4-BE49-F238E27FC236}">
                    <a16:creationId xmlns:a16="http://schemas.microsoft.com/office/drawing/2014/main" id="{E9708A1B-4084-7BDB-D791-B609520F968B}"/>
                  </a:ext>
                </a:extLst>
              </p:cNvPr>
              <p:cNvSpPr/>
              <p:nvPr/>
            </p:nvSpPr>
            <p:spPr>
              <a:xfrm>
                <a:off x="5559699" y="613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3" name="Oval 6312">
                <a:extLst>
                  <a:ext uri="{FF2B5EF4-FFF2-40B4-BE49-F238E27FC236}">
                    <a16:creationId xmlns:a16="http://schemas.microsoft.com/office/drawing/2014/main" id="{2A9A53C7-8883-6FF9-6B52-C50ADA54AA28}"/>
                  </a:ext>
                </a:extLst>
              </p:cNvPr>
              <p:cNvSpPr/>
              <p:nvPr/>
            </p:nvSpPr>
            <p:spPr>
              <a:xfrm>
                <a:off x="6226303" y="55009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4" name="Oval 6313">
                <a:extLst>
                  <a:ext uri="{FF2B5EF4-FFF2-40B4-BE49-F238E27FC236}">
                    <a16:creationId xmlns:a16="http://schemas.microsoft.com/office/drawing/2014/main" id="{E717686A-1DCB-E1AE-C4CF-BB6F153774D7}"/>
                  </a:ext>
                </a:extLst>
              </p:cNvPr>
              <p:cNvSpPr/>
              <p:nvPr/>
            </p:nvSpPr>
            <p:spPr>
              <a:xfrm>
                <a:off x="6188382" y="55538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5" name="Oval 6314">
                <a:extLst>
                  <a:ext uri="{FF2B5EF4-FFF2-40B4-BE49-F238E27FC236}">
                    <a16:creationId xmlns:a16="http://schemas.microsoft.com/office/drawing/2014/main" id="{FC3C6E73-D233-0B9A-2B28-BCD71DAD8EB9}"/>
                  </a:ext>
                </a:extLst>
              </p:cNvPr>
              <p:cNvSpPr/>
              <p:nvPr/>
            </p:nvSpPr>
            <p:spPr>
              <a:xfrm>
                <a:off x="5734944" y="6294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6" name="Oval 6315">
                <a:extLst>
                  <a:ext uri="{FF2B5EF4-FFF2-40B4-BE49-F238E27FC236}">
                    <a16:creationId xmlns:a16="http://schemas.microsoft.com/office/drawing/2014/main" id="{324992DA-42CC-26A6-3B13-2CBB42F7BEF2}"/>
                  </a:ext>
                </a:extLst>
              </p:cNvPr>
              <p:cNvSpPr/>
              <p:nvPr/>
            </p:nvSpPr>
            <p:spPr>
              <a:xfrm>
                <a:off x="6186271" y="54811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7" name="Oval 6316">
                <a:extLst>
                  <a:ext uri="{FF2B5EF4-FFF2-40B4-BE49-F238E27FC236}">
                    <a16:creationId xmlns:a16="http://schemas.microsoft.com/office/drawing/2014/main" id="{BB8F7BDB-7229-E20D-6D3C-4501C862D2FA}"/>
                  </a:ext>
                </a:extLst>
              </p:cNvPr>
              <p:cNvSpPr/>
              <p:nvPr/>
            </p:nvSpPr>
            <p:spPr>
              <a:xfrm>
                <a:off x="5505226" y="61348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8" name="Oval 6317">
                <a:extLst>
                  <a:ext uri="{FF2B5EF4-FFF2-40B4-BE49-F238E27FC236}">
                    <a16:creationId xmlns:a16="http://schemas.microsoft.com/office/drawing/2014/main" id="{41FB2436-0A69-66CA-3325-F80960EC78F0}"/>
                  </a:ext>
                </a:extLst>
              </p:cNvPr>
              <p:cNvSpPr/>
              <p:nvPr/>
            </p:nvSpPr>
            <p:spPr>
              <a:xfrm>
                <a:off x="6207131" y="55568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19" name="Oval 6318">
                <a:extLst>
                  <a:ext uri="{FF2B5EF4-FFF2-40B4-BE49-F238E27FC236}">
                    <a16:creationId xmlns:a16="http://schemas.microsoft.com/office/drawing/2014/main" id="{E530CD18-7238-D235-821F-1ECD24BB3A19}"/>
                  </a:ext>
                </a:extLst>
              </p:cNvPr>
              <p:cNvSpPr/>
              <p:nvPr/>
            </p:nvSpPr>
            <p:spPr>
              <a:xfrm>
                <a:off x="5491206" y="6062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0" name="Oval 6319">
                <a:extLst>
                  <a:ext uri="{FF2B5EF4-FFF2-40B4-BE49-F238E27FC236}">
                    <a16:creationId xmlns:a16="http://schemas.microsoft.com/office/drawing/2014/main" id="{430675FC-37F5-436A-B4C5-E92C4D8102F6}"/>
                  </a:ext>
                </a:extLst>
              </p:cNvPr>
              <p:cNvSpPr/>
              <p:nvPr/>
            </p:nvSpPr>
            <p:spPr>
              <a:xfrm>
                <a:off x="5628868" y="63032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1" name="Oval 6320">
                <a:extLst>
                  <a:ext uri="{FF2B5EF4-FFF2-40B4-BE49-F238E27FC236}">
                    <a16:creationId xmlns:a16="http://schemas.microsoft.com/office/drawing/2014/main" id="{88073B01-9F42-5C4B-22D5-834B60B72D21}"/>
                  </a:ext>
                </a:extLst>
              </p:cNvPr>
              <p:cNvSpPr/>
              <p:nvPr/>
            </p:nvSpPr>
            <p:spPr>
              <a:xfrm>
                <a:off x="5342566" y="5972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2" name="Oval 6321">
                <a:extLst>
                  <a:ext uri="{FF2B5EF4-FFF2-40B4-BE49-F238E27FC236}">
                    <a16:creationId xmlns:a16="http://schemas.microsoft.com/office/drawing/2014/main" id="{3EA98E7A-EA91-3AAC-3B89-C36B2622A8DD}"/>
                  </a:ext>
                </a:extLst>
              </p:cNvPr>
              <p:cNvSpPr/>
              <p:nvPr/>
            </p:nvSpPr>
            <p:spPr>
              <a:xfrm>
                <a:off x="6166762" y="5603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3" name="Oval 6322">
                <a:extLst>
                  <a:ext uri="{FF2B5EF4-FFF2-40B4-BE49-F238E27FC236}">
                    <a16:creationId xmlns:a16="http://schemas.microsoft.com/office/drawing/2014/main" id="{9958B789-11F5-A32C-9F03-34E15F86DC9C}"/>
                  </a:ext>
                </a:extLst>
              </p:cNvPr>
              <p:cNvSpPr/>
              <p:nvPr/>
            </p:nvSpPr>
            <p:spPr>
              <a:xfrm>
                <a:off x="5400417" y="600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4" name="Oval 6323">
                <a:extLst>
                  <a:ext uri="{FF2B5EF4-FFF2-40B4-BE49-F238E27FC236}">
                    <a16:creationId xmlns:a16="http://schemas.microsoft.com/office/drawing/2014/main" id="{A50B80E1-7D6A-5F95-193B-6C54B125EABC}"/>
                  </a:ext>
                </a:extLst>
              </p:cNvPr>
              <p:cNvSpPr/>
              <p:nvPr/>
            </p:nvSpPr>
            <p:spPr>
              <a:xfrm>
                <a:off x="5596437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5" name="Oval 6324">
                <a:extLst>
                  <a:ext uri="{FF2B5EF4-FFF2-40B4-BE49-F238E27FC236}">
                    <a16:creationId xmlns:a16="http://schemas.microsoft.com/office/drawing/2014/main" id="{2633A806-97DF-714B-6D02-8A3A9BA3CDC4}"/>
                  </a:ext>
                </a:extLst>
              </p:cNvPr>
              <p:cNvSpPr/>
              <p:nvPr/>
            </p:nvSpPr>
            <p:spPr>
              <a:xfrm>
                <a:off x="6271571" y="550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6" name="Oval 6325">
                <a:extLst>
                  <a:ext uri="{FF2B5EF4-FFF2-40B4-BE49-F238E27FC236}">
                    <a16:creationId xmlns:a16="http://schemas.microsoft.com/office/drawing/2014/main" id="{9C4450E4-6F00-6B66-5F6C-648B5D47B42A}"/>
                  </a:ext>
                </a:extLst>
              </p:cNvPr>
              <p:cNvSpPr/>
              <p:nvPr/>
            </p:nvSpPr>
            <p:spPr>
              <a:xfrm>
                <a:off x="6170394" y="554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7" name="Oval 6326">
                <a:extLst>
                  <a:ext uri="{FF2B5EF4-FFF2-40B4-BE49-F238E27FC236}">
                    <a16:creationId xmlns:a16="http://schemas.microsoft.com/office/drawing/2014/main" id="{B7111D32-BFAF-3A2F-8F90-5E68A4D6F9EC}"/>
                  </a:ext>
                </a:extLst>
              </p:cNvPr>
              <p:cNvSpPr/>
              <p:nvPr/>
            </p:nvSpPr>
            <p:spPr>
              <a:xfrm>
                <a:off x="5575324" y="6396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8" name="Oval 6327">
                <a:extLst>
                  <a:ext uri="{FF2B5EF4-FFF2-40B4-BE49-F238E27FC236}">
                    <a16:creationId xmlns:a16="http://schemas.microsoft.com/office/drawing/2014/main" id="{044BC1EC-7EE3-9711-AC89-C8C1832FD039}"/>
                  </a:ext>
                </a:extLst>
              </p:cNvPr>
              <p:cNvSpPr/>
              <p:nvPr/>
            </p:nvSpPr>
            <p:spPr>
              <a:xfrm>
                <a:off x="5601758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9" name="Oval 6328">
                <a:extLst>
                  <a:ext uri="{FF2B5EF4-FFF2-40B4-BE49-F238E27FC236}">
                    <a16:creationId xmlns:a16="http://schemas.microsoft.com/office/drawing/2014/main" id="{73861829-6B62-897B-2980-1982B0823E36}"/>
                  </a:ext>
                </a:extLst>
              </p:cNvPr>
              <p:cNvSpPr/>
              <p:nvPr/>
            </p:nvSpPr>
            <p:spPr>
              <a:xfrm>
                <a:off x="5701415" y="63129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0" name="Oval 6329">
                <a:extLst>
                  <a:ext uri="{FF2B5EF4-FFF2-40B4-BE49-F238E27FC236}">
                    <a16:creationId xmlns:a16="http://schemas.microsoft.com/office/drawing/2014/main" id="{4DF92408-B777-C3E3-920C-601B0339D284}"/>
                  </a:ext>
                </a:extLst>
              </p:cNvPr>
              <p:cNvSpPr/>
              <p:nvPr/>
            </p:nvSpPr>
            <p:spPr>
              <a:xfrm>
                <a:off x="5574648" y="62993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1" name="Oval 6330">
                <a:extLst>
                  <a:ext uri="{FF2B5EF4-FFF2-40B4-BE49-F238E27FC236}">
                    <a16:creationId xmlns:a16="http://schemas.microsoft.com/office/drawing/2014/main" id="{CCDE1069-A7A8-7223-27B2-0054F0AB1AE4}"/>
                  </a:ext>
                </a:extLst>
              </p:cNvPr>
              <p:cNvSpPr/>
              <p:nvPr/>
            </p:nvSpPr>
            <p:spPr>
              <a:xfrm>
                <a:off x="5707073" y="63206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2" name="Oval 6331">
                <a:extLst>
                  <a:ext uri="{FF2B5EF4-FFF2-40B4-BE49-F238E27FC236}">
                    <a16:creationId xmlns:a16="http://schemas.microsoft.com/office/drawing/2014/main" id="{64655E27-26D5-CB4D-4B7C-8EC17F74FDCE}"/>
                  </a:ext>
                </a:extLst>
              </p:cNvPr>
              <p:cNvSpPr/>
              <p:nvPr/>
            </p:nvSpPr>
            <p:spPr>
              <a:xfrm>
                <a:off x="5455820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3" name="Oval 6332">
                <a:extLst>
                  <a:ext uri="{FF2B5EF4-FFF2-40B4-BE49-F238E27FC236}">
                    <a16:creationId xmlns:a16="http://schemas.microsoft.com/office/drawing/2014/main" id="{198932FA-35C9-0D9B-DA14-B68FA62AF393}"/>
                  </a:ext>
                </a:extLst>
              </p:cNvPr>
              <p:cNvSpPr/>
              <p:nvPr/>
            </p:nvSpPr>
            <p:spPr>
              <a:xfrm>
                <a:off x="5405400" y="5969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4" name="Oval 6333">
                <a:extLst>
                  <a:ext uri="{FF2B5EF4-FFF2-40B4-BE49-F238E27FC236}">
                    <a16:creationId xmlns:a16="http://schemas.microsoft.com/office/drawing/2014/main" id="{835D619F-19EB-E980-F970-FE14010F5DE1}"/>
                  </a:ext>
                </a:extLst>
              </p:cNvPr>
              <p:cNvSpPr/>
              <p:nvPr/>
            </p:nvSpPr>
            <p:spPr>
              <a:xfrm>
                <a:off x="7853497" y="83865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5" name="Oval 6334">
                <a:extLst>
                  <a:ext uri="{FF2B5EF4-FFF2-40B4-BE49-F238E27FC236}">
                    <a16:creationId xmlns:a16="http://schemas.microsoft.com/office/drawing/2014/main" id="{2B34FFA8-78A2-89D4-4A19-AA5821469ADC}"/>
                  </a:ext>
                </a:extLst>
              </p:cNvPr>
              <p:cNvSpPr/>
              <p:nvPr/>
            </p:nvSpPr>
            <p:spPr>
              <a:xfrm>
                <a:off x="5671602" y="60817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6" name="Oval 6335">
                <a:extLst>
                  <a:ext uri="{FF2B5EF4-FFF2-40B4-BE49-F238E27FC236}">
                    <a16:creationId xmlns:a16="http://schemas.microsoft.com/office/drawing/2014/main" id="{41996AB3-3AD5-5747-842D-50DF9D72D125}"/>
                  </a:ext>
                </a:extLst>
              </p:cNvPr>
              <p:cNvSpPr/>
              <p:nvPr/>
            </p:nvSpPr>
            <p:spPr>
              <a:xfrm>
                <a:off x="5622365" y="6389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7" name="Oval 6336">
                <a:extLst>
                  <a:ext uri="{FF2B5EF4-FFF2-40B4-BE49-F238E27FC236}">
                    <a16:creationId xmlns:a16="http://schemas.microsoft.com/office/drawing/2014/main" id="{38B974CA-A03B-1960-0CBF-B3A409FC26DB}"/>
                  </a:ext>
                </a:extLst>
              </p:cNvPr>
              <p:cNvSpPr/>
              <p:nvPr/>
            </p:nvSpPr>
            <p:spPr>
              <a:xfrm>
                <a:off x="5945237" y="640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8" name="Oval 6337">
                <a:extLst>
                  <a:ext uri="{FF2B5EF4-FFF2-40B4-BE49-F238E27FC236}">
                    <a16:creationId xmlns:a16="http://schemas.microsoft.com/office/drawing/2014/main" id="{951535B0-CE75-64BA-6094-B48D802E9B26}"/>
                  </a:ext>
                </a:extLst>
              </p:cNvPr>
              <p:cNvSpPr/>
              <p:nvPr/>
            </p:nvSpPr>
            <p:spPr>
              <a:xfrm>
                <a:off x="5584445" y="62245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39" name="Oval 6338">
                <a:extLst>
                  <a:ext uri="{FF2B5EF4-FFF2-40B4-BE49-F238E27FC236}">
                    <a16:creationId xmlns:a16="http://schemas.microsoft.com/office/drawing/2014/main" id="{D0610834-57F1-1248-4494-F223A634F14B}"/>
                  </a:ext>
                </a:extLst>
              </p:cNvPr>
              <p:cNvSpPr/>
              <p:nvPr/>
            </p:nvSpPr>
            <p:spPr>
              <a:xfrm>
                <a:off x="5638580" y="63541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0" name="Oval 6339">
                <a:extLst>
                  <a:ext uri="{FF2B5EF4-FFF2-40B4-BE49-F238E27FC236}">
                    <a16:creationId xmlns:a16="http://schemas.microsoft.com/office/drawing/2014/main" id="{9F890A47-D2CB-8BE8-A29A-D4E7C278F301}"/>
                  </a:ext>
                </a:extLst>
              </p:cNvPr>
              <p:cNvSpPr/>
              <p:nvPr/>
            </p:nvSpPr>
            <p:spPr>
              <a:xfrm>
                <a:off x="5671940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1" name="Oval 6340">
                <a:extLst>
                  <a:ext uri="{FF2B5EF4-FFF2-40B4-BE49-F238E27FC236}">
                    <a16:creationId xmlns:a16="http://schemas.microsoft.com/office/drawing/2014/main" id="{999FE231-A7E1-E0B1-5058-CFE44D940189}"/>
                  </a:ext>
                </a:extLst>
              </p:cNvPr>
              <p:cNvSpPr/>
              <p:nvPr/>
            </p:nvSpPr>
            <p:spPr>
              <a:xfrm>
                <a:off x="5371872" y="6013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2" name="Oval 6341">
                <a:extLst>
                  <a:ext uri="{FF2B5EF4-FFF2-40B4-BE49-F238E27FC236}">
                    <a16:creationId xmlns:a16="http://schemas.microsoft.com/office/drawing/2014/main" id="{0B6BBB99-FCCF-EB82-410D-B1CB87BE8EFF}"/>
                  </a:ext>
                </a:extLst>
              </p:cNvPr>
              <p:cNvSpPr/>
              <p:nvPr/>
            </p:nvSpPr>
            <p:spPr>
              <a:xfrm>
                <a:off x="5406751" y="5995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3" name="Oval 6342">
                <a:extLst>
                  <a:ext uri="{FF2B5EF4-FFF2-40B4-BE49-F238E27FC236}">
                    <a16:creationId xmlns:a16="http://schemas.microsoft.com/office/drawing/2014/main" id="{ABE29BE4-04AC-369C-157E-7122050A53ED}"/>
                  </a:ext>
                </a:extLst>
              </p:cNvPr>
              <p:cNvSpPr/>
              <p:nvPr/>
            </p:nvSpPr>
            <p:spPr>
              <a:xfrm>
                <a:off x="5456327" y="61739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4" name="Oval 6343">
                <a:extLst>
                  <a:ext uri="{FF2B5EF4-FFF2-40B4-BE49-F238E27FC236}">
                    <a16:creationId xmlns:a16="http://schemas.microsoft.com/office/drawing/2014/main" id="{596E2DFA-18C2-9C17-0359-81389F3686D2}"/>
                  </a:ext>
                </a:extLst>
              </p:cNvPr>
              <p:cNvSpPr/>
              <p:nvPr/>
            </p:nvSpPr>
            <p:spPr>
              <a:xfrm>
                <a:off x="5729538" y="61393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5" name="Oval 6344">
                <a:extLst>
                  <a:ext uri="{FF2B5EF4-FFF2-40B4-BE49-F238E27FC236}">
                    <a16:creationId xmlns:a16="http://schemas.microsoft.com/office/drawing/2014/main" id="{6327A7D1-C004-EC67-5694-544727D8081E}"/>
                  </a:ext>
                </a:extLst>
              </p:cNvPr>
              <p:cNvSpPr/>
              <p:nvPr/>
            </p:nvSpPr>
            <p:spPr>
              <a:xfrm>
                <a:off x="5633260" y="6292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6" name="Oval 6345">
                <a:extLst>
                  <a:ext uri="{FF2B5EF4-FFF2-40B4-BE49-F238E27FC236}">
                    <a16:creationId xmlns:a16="http://schemas.microsoft.com/office/drawing/2014/main" id="{0E9759CB-746D-25B6-9231-1F702F5A75A7}"/>
                  </a:ext>
                </a:extLst>
              </p:cNvPr>
              <p:cNvSpPr/>
              <p:nvPr/>
            </p:nvSpPr>
            <p:spPr>
              <a:xfrm>
                <a:off x="5371872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7" name="Oval 6346">
                <a:extLst>
                  <a:ext uri="{FF2B5EF4-FFF2-40B4-BE49-F238E27FC236}">
                    <a16:creationId xmlns:a16="http://schemas.microsoft.com/office/drawing/2014/main" id="{AA7EA407-A2D5-A388-71A6-0D64B49190F6}"/>
                  </a:ext>
                </a:extLst>
              </p:cNvPr>
              <p:cNvSpPr/>
              <p:nvPr/>
            </p:nvSpPr>
            <p:spPr>
              <a:xfrm>
                <a:off x="6257804" y="549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8" name="Oval 6347">
                <a:extLst>
                  <a:ext uri="{FF2B5EF4-FFF2-40B4-BE49-F238E27FC236}">
                    <a16:creationId xmlns:a16="http://schemas.microsoft.com/office/drawing/2014/main" id="{D882D2B5-AF0D-E2D4-5B7E-F9AC0077B887}"/>
                  </a:ext>
                </a:extLst>
              </p:cNvPr>
              <p:cNvSpPr/>
              <p:nvPr/>
            </p:nvSpPr>
            <p:spPr>
              <a:xfrm>
                <a:off x="5749723" y="6289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9" name="Oval 6348">
                <a:extLst>
                  <a:ext uri="{FF2B5EF4-FFF2-40B4-BE49-F238E27FC236}">
                    <a16:creationId xmlns:a16="http://schemas.microsoft.com/office/drawing/2014/main" id="{5F902917-F555-1488-6869-D1A4A4C40C84}"/>
                  </a:ext>
                </a:extLst>
              </p:cNvPr>
              <p:cNvSpPr/>
              <p:nvPr/>
            </p:nvSpPr>
            <p:spPr>
              <a:xfrm>
                <a:off x="6152067" y="55409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0" name="Oval 6349">
                <a:extLst>
                  <a:ext uri="{FF2B5EF4-FFF2-40B4-BE49-F238E27FC236}">
                    <a16:creationId xmlns:a16="http://schemas.microsoft.com/office/drawing/2014/main" id="{A03B2FC4-2AC9-3900-FE65-8F9FAB894372}"/>
                  </a:ext>
                </a:extLst>
              </p:cNvPr>
              <p:cNvSpPr/>
              <p:nvPr/>
            </p:nvSpPr>
            <p:spPr>
              <a:xfrm>
                <a:off x="5574564" y="636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1" name="Oval 6350">
                <a:extLst>
                  <a:ext uri="{FF2B5EF4-FFF2-40B4-BE49-F238E27FC236}">
                    <a16:creationId xmlns:a16="http://schemas.microsoft.com/office/drawing/2014/main" id="{65528434-44A7-3679-BA29-631A45FAF1AD}"/>
                  </a:ext>
                </a:extLst>
              </p:cNvPr>
              <p:cNvSpPr/>
              <p:nvPr/>
            </p:nvSpPr>
            <p:spPr>
              <a:xfrm>
                <a:off x="5842793" y="602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2" name="Oval 6351">
                <a:extLst>
                  <a:ext uri="{FF2B5EF4-FFF2-40B4-BE49-F238E27FC236}">
                    <a16:creationId xmlns:a16="http://schemas.microsoft.com/office/drawing/2014/main" id="{3E24106A-4BF9-A6DE-BAFA-6117A6D543D2}"/>
                  </a:ext>
                </a:extLst>
              </p:cNvPr>
              <p:cNvSpPr/>
              <p:nvPr/>
            </p:nvSpPr>
            <p:spPr>
              <a:xfrm>
                <a:off x="5331333" y="6003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3" name="Oval 6352">
                <a:extLst>
                  <a:ext uri="{FF2B5EF4-FFF2-40B4-BE49-F238E27FC236}">
                    <a16:creationId xmlns:a16="http://schemas.microsoft.com/office/drawing/2014/main" id="{2410CA85-42C2-4063-81C8-7C4CF92650E8}"/>
                  </a:ext>
                </a:extLst>
              </p:cNvPr>
              <p:cNvSpPr/>
              <p:nvPr/>
            </p:nvSpPr>
            <p:spPr>
              <a:xfrm>
                <a:off x="6217857" y="54329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4" name="Oval 6353">
                <a:extLst>
                  <a:ext uri="{FF2B5EF4-FFF2-40B4-BE49-F238E27FC236}">
                    <a16:creationId xmlns:a16="http://schemas.microsoft.com/office/drawing/2014/main" id="{D8CFE362-8083-AC1C-A7BF-8F33143729EF}"/>
                  </a:ext>
                </a:extLst>
              </p:cNvPr>
              <p:cNvSpPr/>
              <p:nvPr/>
            </p:nvSpPr>
            <p:spPr>
              <a:xfrm>
                <a:off x="6219040" y="561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5" name="Oval 6354">
                <a:extLst>
                  <a:ext uri="{FF2B5EF4-FFF2-40B4-BE49-F238E27FC236}">
                    <a16:creationId xmlns:a16="http://schemas.microsoft.com/office/drawing/2014/main" id="{2ADFC346-9E84-209B-218B-5C4CBAE5BFCD}"/>
                  </a:ext>
                </a:extLst>
              </p:cNvPr>
              <p:cNvSpPr/>
              <p:nvPr/>
            </p:nvSpPr>
            <p:spPr>
              <a:xfrm>
                <a:off x="5522370" y="6038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6" name="Oval 6355">
                <a:extLst>
                  <a:ext uri="{FF2B5EF4-FFF2-40B4-BE49-F238E27FC236}">
                    <a16:creationId xmlns:a16="http://schemas.microsoft.com/office/drawing/2014/main" id="{1045DF44-5F82-D391-0B68-CB62A9934935}"/>
                  </a:ext>
                </a:extLst>
              </p:cNvPr>
              <p:cNvSpPr/>
              <p:nvPr/>
            </p:nvSpPr>
            <p:spPr>
              <a:xfrm>
                <a:off x="5443658" y="62086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7" name="Oval 6356">
                <a:extLst>
                  <a:ext uri="{FF2B5EF4-FFF2-40B4-BE49-F238E27FC236}">
                    <a16:creationId xmlns:a16="http://schemas.microsoft.com/office/drawing/2014/main" id="{97EDDD46-C66C-8D25-B9D2-27B11FC43740}"/>
                  </a:ext>
                </a:extLst>
              </p:cNvPr>
              <p:cNvSpPr/>
              <p:nvPr/>
            </p:nvSpPr>
            <p:spPr>
              <a:xfrm>
                <a:off x="6260254" y="54644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8" name="Oval 6357">
                <a:extLst>
                  <a:ext uri="{FF2B5EF4-FFF2-40B4-BE49-F238E27FC236}">
                    <a16:creationId xmlns:a16="http://schemas.microsoft.com/office/drawing/2014/main" id="{138D72DC-6949-8762-14FB-1B6C54EEC1AF}"/>
                  </a:ext>
                </a:extLst>
              </p:cNvPr>
              <p:cNvSpPr/>
              <p:nvPr/>
            </p:nvSpPr>
            <p:spPr>
              <a:xfrm>
                <a:off x="5315540" y="599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59" name="Oval 6358">
                <a:extLst>
                  <a:ext uri="{FF2B5EF4-FFF2-40B4-BE49-F238E27FC236}">
                    <a16:creationId xmlns:a16="http://schemas.microsoft.com/office/drawing/2014/main" id="{53B9B957-36D6-A4EB-4EA9-9CAFA26B38EA}"/>
                  </a:ext>
                </a:extLst>
              </p:cNvPr>
              <p:cNvSpPr/>
              <p:nvPr/>
            </p:nvSpPr>
            <p:spPr>
              <a:xfrm>
                <a:off x="5471444" y="61686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0" name="Oval 6359">
                <a:extLst>
                  <a:ext uri="{FF2B5EF4-FFF2-40B4-BE49-F238E27FC236}">
                    <a16:creationId xmlns:a16="http://schemas.microsoft.com/office/drawing/2014/main" id="{FBBF5798-75E1-1548-F63E-324592608EB4}"/>
                  </a:ext>
                </a:extLst>
              </p:cNvPr>
              <p:cNvSpPr/>
              <p:nvPr/>
            </p:nvSpPr>
            <p:spPr>
              <a:xfrm>
                <a:off x="6238380" y="5472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1" name="Oval 6360">
                <a:extLst>
                  <a:ext uri="{FF2B5EF4-FFF2-40B4-BE49-F238E27FC236}">
                    <a16:creationId xmlns:a16="http://schemas.microsoft.com/office/drawing/2014/main" id="{B39F7326-C54E-6A40-880A-2C24DEA8C8B2}"/>
                  </a:ext>
                </a:extLst>
              </p:cNvPr>
              <p:cNvSpPr/>
              <p:nvPr/>
            </p:nvSpPr>
            <p:spPr>
              <a:xfrm>
                <a:off x="5766783" y="62741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2" name="Oval 6361">
                <a:extLst>
                  <a:ext uri="{FF2B5EF4-FFF2-40B4-BE49-F238E27FC236}">
                    <a16:creationId xmlns:a16="http://schemas.microsoft.com/office/drawing/2014/main" id="{3A915DBC-27F4-BFB4-B9D7-C04770B345B3}"/>
                  </a:ext>
                </a:extLst>
              </p:cNvPr>
              <p:cNvSpPr/>
              <p:nvPr/>
            </p:nvSpPr>
            <p:spPr>
              <a:xfrm>
                <a:off x="6246910" y="57029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3" name="Oval 6362">
                <a:extLst>
                  <a:ext uri="{FF2B5EF4-FFF2-40B4-BE49-F238E27FC236}">
                    <a16:creationId xmlns:a16="http://schemas.microsoft.com/office/drawing/2014/main" id="{9CDE1D97-2CEB-F225-1304-1D5BD34C5963}"/>
                  </a:ext>
                </a:extLst>
              </p:cNvPr>
              <p:cNvSpPr/>
              <p:nvPr/>
            </p:nvSpPr>
            <p:spPr>
              <a:xfrm>
                <a:off x="5674052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4" name="Oval 6363">
                <a:extLst>
                  <a:ext uri="{FF2B5EF4-FFF2-40B4-BE49-F238E27FC236}">
                    <a16:creationId xmlns:a16="http://schemas.microsoft.com/office/drawing/2014/main" id="{CEBEEA4D-7CB3-1104-878B-0E8362BE3819}"/>
                  </a:ext>
                </a:extLst>
              </p:cNvPr>
              <p:cNvSpPr/>
              <p:nvPr/>
            </p:nvSpPr>
            <p:spPr>
              <a:xfrm>
                <a:off x="5491375" y="61800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5" name="Oval 6364">
                <a:extLst>
                  <a:ext uri="{FF2B5EF4-FFF2-40B4-BE49-F238E27FC236}">
                    <a16:creationId xmlns:a16="http://schemas.microsoft.com/office/drawing/2014/main" id="{C2EBC09E-CA96-7A05-ED2D-71610CE582D1}"/>
                  </a:ext>
                </a:extLst>
              </p:cNvPr>
              <p:cNvSpPr/>
              <p:nvPr/>
            </p:nvSpPr>
            <p:spPr>
              <a:xfrm>
                <a:off x="6201726" y="55566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6" name="Oval 6365">
                <a:extLst>
                  <a:ext uri="{FF2B5EF4-FFF2-40B4-BE49-F238E27FC236}">
                    <a16:creationId xmlns:a16="http://schemas.microsoft.com/office/drawing/2014/main" id="{04F98D63-D998-53D7-6B5B-776E353DA947}"/>
                  </a:ext>
                </a:extLst>
              </p:cNvPr>
              <p:cNvSpPr/>
              <p:nvPr/>
            </p:nvSpPr>
            <p:spPr>
              <a:xfrm>
                <a:off x="6250288" y="54835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7" name="Oval 6366">
                <a:extLst>
                  <a:ext uri="{FF2B5EF4-FFF2-40B4-BE49-F238E27FC236}">
                    <a16:creationId xmlns:a16="http://schemas.microsoft.com/office/drawing/2014/main" id="{DE40452A-2F27-BC1E-F649-5DE1C2219F0C}"/>
                  </a:ext>
                </a:extLst>
              </p:cNvPr>
              <p:cNvSpPr/>
              <p:nvPr/>
            </p:nvSpPr>
            <p:spPr>
              <a:xfrm>
                <a:off x="5694405" y="6263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8" name="Oval 6367">
                <a:extLst>
                  <a:ext uri="{FF2B5EF4-FFF2-40B4-BE49-F238E27FC236}">
                    <a16:creationId xmlns:a16="http://schemas.microsoft.com/office/drawing/2014/main" id="{C5535DD5-A4C6-BA42-B718-1D659AC860A4}"/>
                  </a:ext>
                </a:extLst>
              </p:cNvPr>
              <p:cNvSpPr/>
              <p:nvPr/>
            </p:nvSpPr>
            <p:spPr>
              <a:xfrm>
                <a:off x="5563584" y="62895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9" name="Oval 6368">
                <a:extLst>
                  <a:ext uri="{FF2B5EF4-FFF2-40B4-BE49-F238E27FC236}">
                    <a16:creationId xmlns:a16="http://schemas.microsoft.com/office/drawing/2014/main" id="{8184BDBE-B775-4E19-3A33-F28D600A142F}"/>
                  </a:ext>
                </a:extLst>
              </p:cNvPr>
              <p:cNvSpPr/>
              <p:nvPr/>
            </p:nvSpPr>
            <p:spPr>
              <a:xfrm>
                <a:off x="5711381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0" name="Oval 6369">
                <a:extLst>
                  <a:ext uri="{FF2B5EF4-FFF2-40B4-BE49-F238E27FC236}">
                    <a16:creationId xmlns:a16="http://schemas.microsoft.com/office/drawing/2014/main" id="{EA05D837-1922-2F10-C8C9-28569B7E2934}"/>
                  </a:ext>
                </a:extLst>
              </p:cNvPr>
              <p:cNvSpPr/>
              <p:nvPr/>
            </p:nvSpPr>
            <p:spPr>
              <a:xfrm>
                <a:off x="6214479" y="54947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" name="Oval 6370">
                <a:extLst>
                  <a:ext uri="{FF2B5EF4-FFF2-40B4-BE49-F238E27FC236}">
                    <a16:creationId xmlns:a16="http://schemas.microsoft.com/office/drawing/2014/main" id="{A6234D48-7E06-9C38-FDCD-D807372F5478}"/>
                  </a:ext>
                </a:extLst>
              </p:cNvPr>
              <p:cNvSpPr/>
              <p:nvPr/>
            </p:nvSpPr>
            <p:spPr>
              <a:xfrm>
                <a:off x="5701837" y="5879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" name="Oval 6371">
                <a:extLst>
                  <a:ext uri="{FF2B5EF4-FFF2-40B4-BE49-F238E27FC236}">
                    <a16:creationId xmlns:a16="http://schemas.microsoft.com/office/drawing/2014/main" id="{4FAC2B18-7A7E-8B72-22BB-B7A85447A7DE}"/>
                  </a:ext>
                </a:extLst>
              </p:cNvPr>
              <p:cNvSpPr/>
              <p:nvPr/>
            </p:nvSpPr>
            <p:spPr>
              <a:xfrm>
                <a:off x="5538670" y="62475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" name="Oval 6372">
                <a:extLst>
                  <a:ext uri="{FF2B5EF4-FFF2-40B4-BE49-F238E27FC236}">
                    <a16:creationId xmlns:a16="http://schemas.microsoft.com/office/drawing/2014/main" id="{4732CE34-4674-1A7B-4269-EA17E11BB6D4}"/>
                  </a:ext>
                </a:extLst>
              </p:cNvPr>
              <p:cNvSpPr/>
              <p:nvPr/>
            </p:nvSpPr>
            <p:spPr>
              <a:xfrm>
                <a:off x="5439351" y="5999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" name="Oval 6373">
                <a:extLst>
                  <a:ext uri="{FF2B5EF4-FFF2-40B4-BE49-F238E27FC236}">
                    <a16:creationId xmlns:a16="http://schemas.microsoft.com/office/drawing/2014/main" id="{01BA3FFB-A6DE-FD48-4E48-B6235707259F}"/>
                  </a:ext>
                </a:extLst>
              </p:cNvPr>
              <p:cNvSpPr/>
              <p:nvPr/>
            </p:nvSpPr>
            <p:spPr>
              <a:xfrm>
                <a:off x="5462745" y="6170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" name="Oval 6374">
                <a:extLst>
                  <a:ext uri="{FF2B5EF4-FFF2-40B4-BE49-F238E27FC236}">
                    <a16:creationId xmlns:a16="http://schemas.microsoft.com/office/drawing/2014/main" id="{43056853-E00C-37FC-67F8-5237741E3C78}"/>
                  </a:ext>
                </a:extLst>
              </p:cNvPr>
              <p:cNvSpPr/>
              <p:nvPr/>
            </p:nvSpPr>
            <p:spPr>
              <a:xfrm>
                <a:off x="6362022" y="80396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" name="Oval 6375">
                <a:extLst>
                  <a:ext uri="{FF2B5EF4-FFF2-40B4-BE49-F238E27FC236}">
                    <a16:creationId xmlns:a16="http://schemas.microsoft.com/office/drawing/2014/main" id="{F0FC2FA5-587B-F2DB-BCBF-C492B6CEAF9C}"/>
                  </a:ext>
                </a:extLst>
              </p:cNvPr>
              <p:cNvSpPr/>
              <p:nvPr/>
            </p:nvSpPr>
            <p:spPr>
              <a:xfrm>
                <a:off x="5468404" y="60135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" name="Oval 6376">
                <a:extLst>
                  <a:ext uri="{FF2B5EF4-FFF2-40B4-BE49-F238E27FC236}">
                    <a16:creationId xmlns:a16="http://schemas.microsoft.com/office/drawing/2014/main" id="{F8898825-DC1B-48CA-BB65-6B20AC96E65F}"/>
                  </a:ext>
                </a:extLst>
              </p:cNvPr>
              <p:cNvSpPr/>
              <p:nvPr/>
            </p:nvSpPr>
            <p:spPr>
              <a:xfrm>
                <a:off x="5345437" y="600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" name="Oval 6377">
                <a:extLst>
                  <a:ext uri="{FF2B5EF4-FFF2-40B4-BE49-F238E27FC236}">
                    <a16:creationId xmlns:a16="http://schemas.microsoft.com/office/drawing/2014/main" id="{974ED761-9917-FB1A-404F-42D023B2A221}"/>
                  </a:ext>
                </a:extLst>
              </p:cNvPr>
              <p:cNvSpPr/>
              <p:nvPr/>
            </p:nvSpPr>
            <p:spPr>
              <a:xfrm>
                <a:off x="5540697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" name="Oval 6378">
                <a:extLst>
                  <a:ext uri="{FF2B5EF4-FFF2-40B4-BE49-F238E27FC236}">
                    <a16:creationId xmlns:a16="http://schemas.microsoft.com/office/drawing/2014/main" id="{87019E20-678B-6BF5-B8B2-D331683F50F2}"/>
                  </a:ext>
                </a:extLst>
              </p:cNvPr>
              <p:cNvSpPr/>
              <p:nvPr/>
            </p:nvSpPr>
            <p:spPr>
              <a:xfrm>
                <a:off x="5742629" y="61037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0" name="Oval 6379">
                <a:extLst>
                  <a:ext uri="{FF2B5EF4-FFF2-40B4-BE49-F238E27FC236}">
                    <a16:creationId xmlns:a16="http://schemas.microsoft.com/office/drawing/2014/main" id="{2027E48E-3823-E229-0E2B-AF46AC48D03F}"/>
                  </a:ext>
                </a:extLst>
              </p:cNvPr>
              <p:cNvSpPr/>
              <p:nvPr/>
            </p:nvSpPr>
            <p:spPr>
              <a:xfrm>
                <a:off x="5444672" y="61922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1" name="Oval 6380">
                <a:extLst>
                  <a:ext uri="{FF2B5EF4-FFF2-40B4-BE49-F238E27FC236}">
                    <a16:creationId xmlns:a16="http://schemas.microsoft.com/office/drawing/2014/main" id="{61827E99-1610-6523-6B26-DDA8B32D5AF4}"/>
                  </a:ext>
                </a:extLst>
              </p:cNvPr>
              <p:cNvSpPr/>
              <p:nvPr/>
            </p:nvSpPr>
            <p:spPr>
              <a:xfrm>
                <a:off x="5653276" y="631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2" name="Oval 6381">
                <a:extLst>
                  <a:ext uri="{FF2B5EF4-FFF2-40B4-BE49-F238E27FC236}">
                    <a16:creationId xmlns:a16="http://schemas.microsoft.com/office/drawing/2014/main" id="{F2494FB1-230B-DDAA-A705-35CF6C1C7655}"/>
                  </a:ext>
                </a:extLst>
              </p:cNvPr>
              <p:cNvSpPr/>
              <p:nvPr/>
            </p:nvSpPr>
            <p:spPr>
              <a:xfrm>
                <a:off x="5727258" y="62427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3" name="Oval 6382">
                <a:extLst>
                  <a:ext uri="{FF2B5EF4-FFF2-40B4-BE49-F238E27FC236}">
                    <a16:creationId xmlns:a16="http://schemas.microsoft.com/office/drawing/2014/main" id="{79FD38AD-A730-0BFC-18B1-6DC0685FB4E8}"/>
                  </a:ext>
                </a:extLst>
              </p:cNvPr>
              <p:cNvSpPr/>
              <p:nvPr/>
            </p:nvSpPr>
            <p:spPr>
              <a:xfrm>
                <a:off x="5719911" y="63059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4" name="Oval 6383">
                <a:extLst>
                  <a:ext uri="{FF2B5EF4-FFF2-40B4-BE49-F238E27FC236}">
                    <a16:creationId xmlns:a16="http://schemas.microsoft.com/office/drawing/2014/main" id="{2D3EB5A3-B620-D1D0-56C6-930857EC16BD}"/>
                  </a:ext>
                </a:extLst>
              </p:cNvPr>
              <p:cNvSpPr/>
              <p:nvPr/>
            </p:nvSpPr>
            <p:spPr>
              <a:xfrm>
                <a:off x="5772273" y="58284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5" name="Oval 6384">
                <a:extLst>
                  <a:ext uri="{FF2B5EF4-FFF2-40B4-BE49-F238E27FC236}">
                    <a16:creationId xmlns:a16="http://schemas.microsoft.com/office/drawing/2014/main" id="{51D9A5A7-7168-283D-F7A0-8F284EF9A19C}"/>
                  </a:ext>
                </a:extLst>
              </p:cNvPr>
              <p:cNvSpPr/>
              <p:nvPr/>
            </p:nvSpPr>
            <p:spPr>
              <a:xfrm>
                <a:off x="5499061" y="61441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6" name="Oval 6385">
                <a:extLst>
                  <a:ext uri="{FF2B5EF4-FFF2-40B4-BE49-F238E27FC236}">
                    <a16:creationId xmlns:a16="http://schemas.microsoft.com/office/drawing/2014/main" id="{7EF3DE44-B55C-02A6-FA61-D35759CC73F0}"/>
                  </a:ext>
                </a:extLst>
              </p:cNvPr>
              <p:cNvSpPr/>
              <p:nvPr/>
            </p:nvSpPr>
            <p:spPr>
              <a:xfrm>
                <a:off x="5340877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7" name="Oval 6386">
                <a:extLst>
                  <a:ext uri="{FF2B5EF4-FFF2-40B4-BE49-F238E27FC236}">
                    <a16:creationId xmlns:a16="http://schemas.microsoft.com/office/drawing/2014/main" id="{AD46A765-9D2A-0F44-657A-AC760E35A9B4}"/>
                  </a:ext>
                </a:extLst>
              </p:cNvPr>
              <p:cNvSpPr/>
              <p:nvPr/>
            </p:nvSpPr>
            <p:spPr>
              <a:xfrm>
                <a:off x="5581827" y="62938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8" name="Oval 6387">
                <a:extLst>
                  <a:ext uri="{FF2B5EF4-FFF2-40B4-BE49-F238E27FC236}">
                    <a16:creationId xmlns:a16="http://schemas.microsoft.com/office/drawing/2014/main" id="{6930F112-C135-96AD-1204-B2886FE4B7A5}"/>
                  </a:ext>
                </a:extLst>
              </p:cNvPr>
              <p:cNvSpPr/>
              <p:nvPr/>
            </p:nvSpPr>
            <p:spPr>
              <a:xfrm>
                <a:off x="5319678" y="59998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9" name="Oval 6388">
                <a:extLst>
                  <a:ext uri="{FF2B5EF4-FFF2-40B4-BE49-F238E27FC236}">
                    <a16:creationId xmlns:a16="http://schemas.microsoft.com/office/drawing/2014/main" id="{E49F7AD9-5E4C-E127-D8BF-C6CFFDD3C5A2}"/>
                  </a:ext>
                </a:extLst>
              </p:cNvPr>
              <p:cNvSpPr/>
              <p:nvPr/>
            </p:nvSpPr>
            <p:spPr>
              <a:xfrm>
                <a:off x="5454215" y="6128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0" name="Oval 6389">
                <a:extLst>
                  <a:ext uri="{FF2B5EF4-FFF2-40B4-BE49-F238E27FC236}">
                    <a16:creationId xmlns:a16="http://schemas.microsoft.com/office/drawing/2014/main" id="{79C5619A-361A-201E-859D-0DD6F673FDA1}"/>
                  </a:ext>
                </a:extLst>
              </p:cNvPr>
              <p:cNvSpPr/>
              <p:nvPr/>
            </p:nvSpPr>
            <p:spPr>
              <a:xfrm>
                <a:off x="5469502" y="61206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1" name="Oval 6390">
                <a:extLst>
                  <a:ext uri="{FF2B5EF4-FFF2-40B4-BE49-F238E27FC236}">
                    <a16:creationId xmlns:a16="http://schemas.microsoft.com/office/drawing/2014/main" id="{F8D713E6-CC95-FF0B-14C4-EC752D334C59}"/>
                  </a:ext>
                </a:extLst>
              </p:cNvPr>
              <p:cNvSpPr/>
              <p:nvPr/>
            </p:nvSpPr>
            <p:spPr>
              <a:xfrm>
                <a:off x="5553957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2" name="Oval 6391">
                <a:extLst>
                  <a:ext uri="{FF2B5EF4-FFF2-40B4-BE49-F238E27FC236}">
                    <a16:creationId xmlns:a16="http://schemas.microsoft.com/office/drawing/2014/main" id="{9E1A5238-1B05-9032-F3FC-7B04D7FBBBBF}"/>
                  </a:ext>
                </a:extLst>
              </p:cNvPr>
              <p:cNvSpPr/>
              <p:nvPr/>
            </p:nvSpPr>
            <p:spPr>
              <a:xfrm>
                <a:off x="6192859" y="5628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3" name="Oval 6392">
                <a:extLst>
                  <a:ext uri="{FF2B5EF4-FFF2-40B4-BE49-F238E27FC236}">
                    <a16:creationId xmlns:a16="http://schemas.microsoft.com/office/drawing/2014/main" id="{2D26A0D2-34D5-DFC1-C5FE-58AD2D706127}"/>
                  </a:ext>
                </a:extLst>
              </p:cNvPr>
              <p:cNvSpPr/>
              <p:nvPr/>
            </p:nvSpPr>
            <p:spPr>
              <a:xfrm>
                <a:off x="5649222" y="62527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4" name="Oval 6393">
                <a:extLst>
                  <a:ext uri="{FF2B5EF4-FFF2-40B4-BE49-F238E27FC236}">
                    <a16:creationId xmlns:a16="http://schemas.microsoft.com/office/drawing/2014/main" id="{AEF7DEB2-3408-1B9A-C2C8-B3ED6552FA65}"/>
                  </a:ext>
                </a:extLst>
              </p:cNvPr>
              <p:cNvSpPr/>
              <p:nvPr/>
            </p:nvSpPr>
            <p:spPr>
              <a:xfrm>
                <a:off x="5684017" y="623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5" name="Oval 6394">
                <a:extLst>
                  <a:ext uri="{FF2B5EF4-FFF2-40B4-BE49-F238E27FC236}">
                    <a16:creationId xmlns:a16="http://schemas.microsoft.com/office/drawing/2014/main" id="{8C41F924-0179-725B-BE33-483FA54298EB}"/>
                  </a:ext>
                </a:extLst>
              </p:cNvPr>
              <p:cNvSpPr/>
              <p:nvPr/>
            </p:nvSpPr>
            <p:spPr>
              <a:xfrm>
                <a:off x="5579124" y="62831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6" name="Oval 6395">
                <a:extLst>
                  <a:ext uri="{FF2B5EF4-FFF2-40B4-BE49-F238E27FC236}">
                    <a16:creationId xmlns:a16="http://schemas.microsoft.com/office/drawing/2014/main" id="{B75041CB-4C4C-3C1D-7A03-689B33E1E78B}"/>
                  </a:ext>
                </a:extLst>
              </p:cNvPr>
              <p:cNvSpPr/>
              <p:nvPr/>
            </p:nvSpPr>
            <p:spPr>
              <a:xfrm>
                <a:off x="5767290" y="60227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7" name="Oval 6396">
                <a:extLst>
                  <a:ext uri="{FF2B5EF4-FFF2-40B4-BE49-F238E27FC236}">
                    <a16:creationId xmlns:a16="http://schemas.microsoft.com/office/drawing/2014/main" id="{0B951B5C-390E-6E18-C92D-FC3A2DC0321C}"/>
                  </a:ext>
                </a:extLst>
              </p:cNvPr>
              <p:cNvSpPr/>
              <p:nvPr/>
            </p:nvSpPr>
            <p:spPr>
              <a:xfrm>
                <a:off x="5598802" y="63874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8" name="Oval 6397">
                <a:extLst>
                  <a:ext uri="{FF2B5EF4-FFF2-40B4-BE49-F238E27FC236}">
                    <a16:creationId xmlns:a16="http://schemas.microsoft.com/office/drawing/2014/main" id="{2A621FCE-EBEB-E9D0-CCFB-DBB8E7BEE4AC}"/>
                  </a:ext>
                </a:extLst>
              </p:cNvPr>
              <p:cNvSpPr/>
              <p:nvPr/>
            </p:nvSpPr>
            <p:spPr>
              <a:xfrm>
                <a:off x="5727596" y="623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99" name="Oval 6398">
                <a:extLst>
                  <a:ext uri="{FF2B5EF4-FFF2-40B4-BE49-F238E27FC236}">
                    <a16:creationId xmlns:a16="http://schemas.microsoft.com/office/drawing/2014/main" id="{F47C9A63-CEB6-6F54-9676-146D9E1058B6}"/>
                  </a:ext>
                </a:extLst>
              </p:cNvPr>
              <p:cNvSpPr/>
              <p:nvPr/>
            </p:nvSpPr>
            <p:spPr>
              <a:xfrm>
                <a:off x="5759267" y="6114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0" name="Oval 6399">
                <a:extLst>
                  <a:ext uri="{FF2B5EF4-FFF2-40B4-BE49-F238E27FC236}">
                    <a16:creationId xmlns:a16="http://schemas.microsoft.com/office/drawing/2014/main" id="{26895383-8613-DD93-4D72-A4BF5D713B3A}"/>
                  </a:ext>
                </a:extLst>
              </p:cNvPr>
              <p:cNvSpPr/>
              <p:nvPr/>
            </p:nvSpPr>
            <p:spPr>
              <a:xfrm>
                <a:off x="6222164" y="55812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1" name="Oval 6400">
                <a:extLst>
                  <a:ext uri="{FF2B5EF4-FFF2-40B4-BE49-F238E27FC236}">
                    <a16:creationId xmlns:a16="http://schemas.microsoft.com/office/drawing/2014/main" id="{BA280A21-7ECB-FCBB-BB5A-9CD343E39185}"/>
                  </a:ext>
                </a:extLst>
              </p:cNvPr>
              <p:cNvSpPr/>
              <p:nvPr/>
            </p:nvSpPr>
            <p:spPr>
              <a:xfrm>
                <a:off x="5493318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2" name="Oval 6401">
                <a:extLst>
                  <a:ext uri="{FF2B5EF4-FFF2-40B4-BE49-F238E27FC236}">
                    <a16:creationId xmlns:a16="http://schemas.microsoft.com/office/drawing/2014/main" id="{08FA9E38-C867-3D83-D9B8-F0CDFD349676}"/>
                  </a:ext>
                </a:extLst>
              </p:cNvPr>
              <p:cNvSpPr/>
              <p:nvPr/>
            </p:nvSpPr>
            <p:spPr>
              <a:xfrm>
                <a:off x="5483352" y="61006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3" name="Oval 6402">
                <a:extLst>
                  <a:ext uri="{FF2B5EF4-FFF2-40B4-BE49-F238E27FC236}">
                    <a16:creationId xmlns:a16="http://schemas.microsoft.com/office/drawing/2014/main" id="{43F6E28F-917D-2525-F45E-87D975A009C0}"/>
                  </a:ext>
                </a:extLst>
              </p:cNvPr>
              <p:cNvSpPr/>
              <p:nvPr/>
            </p:nvSpPr>
            <p:spPr>
              <a:xfrm>
                <a:off x="6081716" y="6377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4" name="Oval 6403">
                <a:extLst>
                  <a:ext uri="{FF2B5EF4-FFF2-40B4-BE49-F238E27FC236}">
                    <a16:creationId xmlns:a16="http://schemas.microsoft.com/office/drawing/2014/main" id="{A6BCDE97-1585-5B35-9319-31EA70BF67A3}"/>
                  </a:ext>
                </a:extLst>
              </p:cNvPr>
              <p:cNvSpPr/>
              <p:nvPr/>
            </p:nvSpPr>
            <p:spPr>
              <a:xfrm>
                <a:off x="5726583" y="5520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5" name="Oval 6404">
                <a:extLst>
                  <a:ext uri="{FF2B5EF4-FFF2-40B4-BE49-F238E27FC236}">
                    <a16:creationId xmlns:a16="http://schemas.microsoft.com/office/drawing/2014/main" id="{C6308527-76B1-5A41-DEF1-FFB090FC63BE}"/>
                  </a:ext>
                </a:extLst>
              </p:cNvPr>
              <p:cNvSpPr/>
              <p:nvPr/>
            </p:nvSpPr>
            <p:spPr>
              <a:xfrm>
                <a:off x="5324661" y="5998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6" name="Oval 6405">
                <a:extLst>
                  <a:ext uri="{FF2B5EF4-FFF2-40B4-BE49-F238E27FC236}">
                    <a16:creationId xmlns:a16="http://schemas.microsoft.com/office/drawing/2014/main" id="{AAA0C892-DB42-C1B0-5F9C-819E359C965C}"/>
                  </a:ext>
                </a:extLst>
              </p:cNvPr>
              <p:cNvSpPr/>
              <p:nvPr/>
            </p:nvSpPr>
            <p:spPr>
              <a:xfrm>
                <a:off x="5571354" y="6307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7" name="Oval 6406">
                <a:extLst>
                  <a:ext uri="{FF2B5EF4-FFF2-40B4-BE49-F238E27FC236}">
                    <a16:creationId xmlns:a16="http://schemas.microsoft.com/office/drawing/2014/main" id="{3EDE91C6-2E57-067D-560A-6551C65A1BA1}"/>
                  </a:ext>
                </a:extLst>
              </p:cNvPr>
              <p:cNvSpPr/>
              <p:nvPr/>
            </p:nvSpPr>
            <p:spPr>
              <a:xfrm>
                <a:off x="5491206" y="6132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8" name="Oval 6407">
                <a:extLst>
                  <a:ext uri="{FF2B5EF4-FFF2-40B4-BE49-F238E27FC236}">
                    <a16:creationId xmlns:a16="http://schemas.microsoft.com/office/drawing/2014/main" id="{789ABC40-7979-1820-AA71-D79B95FB73A9}"/>
                  </a:ext>
                </a:extLst>
              </p:cNvPr>
              <p:cNvSpPr/>
              <p:nvPr/>
            </p:nvSpPr>
            <p:spPr>
              <a:xfrm>
                <a:off x="5773624" y="55018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9" name="Oval 6408">
                <a:extLst>
                  <a:ext uri="{FF2B5EF4-FFF2-40B4-BE49-F238E27FC236}">
                    <a16:creationId xmlns:a16="http://schemas.microsoft.com/office/drawing/2014/main" id="{678CA2F2-9210-EC8E-B14B-9F0612318825}"/>
                  </a:ext>
                </a:extLst>
              </p:cNvPr>
              <p:cNvSpPr/>
              <p:nvPr/>
            </p:nvSpPr>
            <p:spPr>
              <a:xfrm>
                <a:off x="5739758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0" name="Oval 6409">
                <a:extLst>
                  <a:ext uri="{FF2B5EF4-FFF2-40B4-BE49-F238E27FC236}">
                    <a16:creationId xmlns:a16="http://schemas.microsoft.com/office/drawing/2014/main" id="{FA67B4B1-ABD4-A184-9083-83074B97A7A4}"/>
                  </a:ext>
                </a:extLst>
              </p:cNvPr>
              <p:cNvSpPr/>
              <p:nvPr/>
            </p:nvSpPr>
            <p:spPr>
              <a:xfrm>
                <a:off x="5626334" y="6104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1" name="Oval 6410">
                <a:extLst>
                  <a:ext uri="{FF2B5EF4-FFF2-40B4-BE49-F238E27FC236}">
                    <a16:creationId xmlns:a16="http://schemas.microsoft.com/office/drawing/2014/main" id="{0BFCAD2B-9893-1F73-7E93-50443A8C0CB9}"/>
                  </a:ext>
                </a:extLst>
              </p:cNvPr>
              <p:cNvSpPr/>
              <p:nvPr/>
            </p:nvSpPr>
            <p:spPr>
              <a:xfrm>
                <a:off x="5580982" y="60664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2" name="Oval 6411">
                <a:extLst>
                  <a:ext uri="{FF2B5EF4-FFF2-40B4-BE49-F238E27FC236}">
                    <a16:creationId xmlns:a16="http://schemas.microsoft.com/office/drawing/2014/main" id="{D472B48D-8957-F6D4-5525-F8B3C7201E33}"/>
                  </a:ext>
                </a:extLst>
              </p:cNvPr>
              <p:cNvSpPr/>
              <p:nvPr/>
            </p:nvSpPr>
            <p:spPr>
              <a:xfrm>
                <a:off x="6213972" y="5534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3" name="Oval 6412">
                <a:extLst>
                  <a:ext uri="{FF2B5EF4-FFF2-40B4-BE49-F238E27FC236}">
                    <a16:creationId xmlns:a16="http://schemas.microsoft.com/office/drawing/2014/main" id="{F2AB4AB3-B414-959A-5C37-5FD5A156B182}"/>
                  </a:ext>
                </a:extLst>
              </p:cNvPr>
              <p:cNvSpPr/>
              <p:nvPr/>
            </p:nvSpPr>
            <p:spPr>
              <a:xfrm>
                <a:off x="5741869" y="6304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4" name="Oval 6413">
                <a:extLst>
                  <a:ext uri="{FF2B5EF4-FFF2-40B4-BE49-F238E27FC236}">
                    <a16:creationId xmlns:a16="http://schemas.microsoft.com/office/drawing/2014/main" id="{76DD0BC9-C11E-5FA9-B843-354CAD522F39}"/>
                  </a:ext>
                </a:extLst>
              </p:cNvPr>
              <p:cNvSpPr/>
              <p:nvPr/>
            </p:nvSpPr>
            <p:spPr>
              <a:xfrm>
                <a:off x="5450584" y="61697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5" name="Oval 6414">
                <a:extLst>
                  <a:ext uri="{FF2B5EF4-FFF2-40B4-BE49-F238E27FC236}">
                    <a16:creationId xmlns:a16="http://schemas.microsoft.com/office/drawing/2014/main" id="{2920FF6B-E168-2D66-1402-07C8EA20DC67}"/>
                  </a:ext>
                </a:extLst>
              </p:cNvPr>
              <p:cNvSpPr/>
              <p:nvPr/>
            </p:nvSpPr>
            <p:spPr>
              <a:xfrm>
                <a:off x="5473386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6" name="Oval 6415">
                <a:extLst>
                  <a:ext uri="{FF2B5EF4-FFF2-40B4-BE49-F238E27FC236}">
                    <a16:creationId xmlns:a16="http://schemas.microsoft.com/office/drawing/2014/main" id="{3CE0167E-5233-8132-8455-D3B8A027CD17}"/>
                  </a:ext>
                </a:extLst>
              </p:cNvPr>
              <p:cNvSpPr/>
              <p:nvPr/>
            </p:nvSpPr>
            <p:spPr>
              <a:xfrm>
                <a:off x="5613497" y="61413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7" name="Oval 6416">
                <a:extLst>
                  <a:ext uri="{FF2B5EF4-FFF2-40B4-BE49-F238E27FC236}">
                    <a16:creationId xmlns:a16="http://schemas.microsoft.com/office/drawing/2014/main" id="{2820F57D-8DF7-17D9-73B8-9BB79C971527}"/>
                  </a:ext>
                </a:extLst>
              </p:cNvPr>
              <p:cNvSpPr/>
              <p:nvPr/>
            </p:nvSpPr>
            <p:spPr>
              <a:xfrm>
                <a:off x="5328631" y="59897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8" name="Oval 6417">
                <a:extLst>
                  <a:ext uri="{FF2B5EF4-FFF2-40B4-BE49-F238E27FC236}">
                    <a16:creationId xmlns:a16="http://schemas.microsoft.com/office/drawing/2014/main" id="{EE764D6A-1EF0-E642-C972-FA7D0F835FB6}"/>
                  </a:ext>
                </a:extLst>
              </p:cNvPr>
              <p:cNvSpPr/>
              <p:nvPr/>
            </p:nvSpPr>
            <p:spPr>
              <a:xfrm>
                <a:off x="5680132" y="63271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19" name="Oval 6418">
                <a:extLst>
                  <a:ext uri="{FF2B5EF4-FFF2-40B4-BE49-F238E27FC236}">
                    <a16:creationId xmlns:a16="http://schemas.microsoft.com/office/drawing/2014/main" id="{F66DAC82-4490-E3CF-D004-A28212E3EBFC}"/>
                  </a:ext>
                </a:extLst>
              </p:cNvPr>
              <p:cNvSpPr/>
              <p:nvPr/>
            </p:nvSpPr>
            <p:spPr>
              <a:xfrm>
                <a:off x="5564176" y="6301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0" name="Oval 6419">
                <a:extLst>
                  <a:ext uri="{FF2B5EF4-FFF2-40B4-BE49-F238E27FC236}">
                    <a16:creationId xmlns:a16="http://schemas.microsoft.com/office/drawing/2014/main" id="{320A3A00-3231-F382-FFDF-AF5ADE04E9E8}"/>
                  </a:ext>
                </a:extLst>
              </p:cNvPr>
              <p:cNvSpPr/>
              <p:nvPr/>
            </p:nvSpPr>
            <p:spPr>
              <a:xfrm>
                <a:off x="5703864" y="6231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1" name="Oval 6420">
                <a:extLst>
                  <a:ext uri="{FF2B5EF4-FFF2-40B4-BE49-F238E27FC236}">
                    <a16:creationId xmlns:a16="http://schemas.microsoft.com/office/drawing/2014/main" id="{E9D7B9A2-C2CA-54E4-8447-C60E6373FC0A}"/>
                  </a:ext>
                </a:extLst>
              </p:cNvPr>
              <p:cNvSpPr/>
              <p:nvPr/>
            </p:nvSpPr>
            <p:spPr>
              <a:xfrm>
                <a:off x="5496865" y="61180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2" name="Oval 6421">
                <a:extLst>
                  <a:ext uri="{FF2B5EF4-FFF2-40B4-BE49-F238E27FC236}">
                    <a16:creationId xmlns:a16="http://schemas.microsoft.com/office/drawing/2014/main" id="{D11B68B5-A4A7-8E8B-0D12-2068E773D662}"/>
                  </a:ext>
                </a:extLst>
              </p:cNvPr>
              <p:cNvSpPr/>
              <p:nvPr/>
            </p:nvSpPr>
            <p:spPr>
              <a:xfrm>
                <a:off x="5768641" y="61766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3" name="Oval 6422">
                <a:extLst>
                  <a:ext uri="{FF2B5EF4-FFF2-40B4-BE49-F238E27FC236}">
                    <a16:creationId xmlns:a16="http://schemas.microsoft.com/office/drawing/2014/main" id="{8FE48122-287A-116F-4D46-77B8D93CEEF0}"/>
                  </a:ext>
                </a:extLst>
              </p:cNvPr>
              <p:cNvSpPr/>
              <p:nvPr/>
            </p:nvSpPr>
            <p:spPr>
              <a:xfrm>
                <a:off x="6201389" y="54844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4" name="Oval 6423">
                <a:extLst>
                  <a:ext uri="{FF2B5EF4-FFF2-40B4-BE49-F238E27FC236}">
                    <a16:creationId xmlns:a16="http://schemas.microsoft.com/office/drawing/2014/main" id="{B237B1CB-6F21-D141-1880-61426EE57067}"/>
                  </a:ext>
                </a:extLst>
              </p:cNvPr>
              <p:cNvSpPr/>
              <p:nvPr/>
            </p:nvSpPr>
            <p:spPr>
              <a:xfrm>
                <a:off x="5816612" y="60265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5" name="Oval 6424">
                <a:extLst>
                  <a:ext uri="{FF2B5EF4-FFF2-40B4-BE49-F238E27FC236}">
                    <a16:creationId xmlns:a16="http://schemas.microsoft.com/office/drawing/2014/main" id="{5EAC86BD-1F1F-E6C3-E3E3-9AFFB99BDFD0}"/>
                  </a:ext>
                </a:extLst>
              </p:cNvPr>
              <p:cNvSpPr/>
              <p:nvPr/>
            </p:nvSpPr>
            <p:spPr>
              <a:xfrm>
                <a:off x="5738913" y="5470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6" name="Oval 6425">
                <a:extLst>
                  <a:ext uri="{FF2B5EF4-FFF2-40B4-BE49-F238E27FC236}">
                    <a16:creationId xmlns:a16="http://schemas.microsoft.com/office/drawing/2014/main" id="{047CE4E6-8856-4B9C-BB2F-59B6DAC5519D}"/>
                  </a:ext>
                </a:extLst>
              </p:cNvPr>
              <p:cNvSpPr/>
              <p:nvPr/>
            </p:nvSpPr>
            <p:spPr>
              <a:xfrm>
                <a:off x="6167269" y="56343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7" name="Oval 6426">
                <a:extLst>
                  <a:ext uri="{FF2B5EF4-FFF2-40B4-BE49-F238E27FC236}">
                    <a16:creationId xmlns:a16="http://schemas.microsoft.com/office/drawing/2014/main" id="{E8B233FB-22A3-FCCE-F208-5FBC4A6C833A}"/>
                  </a:ext>
                </a:extLst>
              </p:cNvPr>
              <p:cNvSpPr/>
              <p:nvPr/>
            </p:nvSpPr>
            <p:spPr>
              <a:xfrm>
                <a:off x="5757831" y="63009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8" name="Oval 6427">
                <a:extLst>
                  <a:ext uri="{FF2B5EF4-FFF2-40B4-BE49-F238E27FC236}">
                    <a16:creationId xmlns:a16="http://schemas.microsoft.com/office/drawing/2014/main" id="{C9FDDB68-ADC5-0E77-EB9D-804F85B5D0CA}"/>
                  </a:ext>
                </a:extLst>
              </p:cNvPr>
              <p:cNvSpPr/>
              <p:nvPr/>
            </p:nvSpPr>
            <p:spPr>
              <a:xfrm>
                <a:off x="5651586" y="6393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9" name="Oval 6428">
                <a:extLst>
                  <a:ext uri="{FF2B5EF4-FFF2-40B4-BE49-F238E27FC236}">
                    <a16:creationId xmlns:a16="http://schemas.microsoft.com/office/drawing/2014/main" id="{856AE0B8-7509-A4CE-4A60-6FC84DD3A80B}"/>
                  </a:ext>
                </a:extLst>
              </p:cNvPr>
              <p:cNvSpPr/>
              <p:nvPr/>
            </p:nvSpPr>
            <p:spPr>
              <a:xfrm>
                <a:off x="5600998" y="61164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0" name="Oval 6429">
                <a:extLst>
                  <a:ext uri="{FF2B5EF4-FFF2-40B4-BE49-F238E27FC236}">
                    <a16:creationId xmlns:a16="http://schemas.microsoft.com/office/drawing/2014/main" id="{B34754C0-2486-CEFB-FDFA-D588426AEC96}"/>
                  </a:ext>
                </a:extLst>
              </p:cNvPr>
              <p:cNvSpPr/>
              <p:nvPr/>
            </p:nvSpPr>
            <p:spPr>
              <a:xfrm>
                <a:off x="5340201" y="5983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1" name="Oval 6430">
                <a:extLst>
                  <a:ext uri="{FF2B5EF4-FFF2-40B4-BE49-F238E27FC236}">
                    <a16:creationId xmlns:a16="http://schemas.microsoft.com/office/drawing/2014/main" id="{95D9B4E9-6A85-30C6-1497-A8692CA9DD08}"/>
                  </a:ext>
                </a:extLst>
              </p:cNvPr>
              <p:cNvSpPr/>
              <p:nvPr/>
            </p:nvSpPr>
            <p:spPr>
              <a:xfrm>
                <a:off x="5656823" y="59715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2" name="Oval 6431">
                <a:extLst>
                  <a:ext uri="{FF2B5EF4-FFF2-40B4-BE49-F238E27FC236}">
                    <a16:creationId xmlns:a16="http://schemas.microsoft.com/office/drawing/2014/main" id="{C897C9CB-3D04-4B9A-DA83-413644D431D7}"/>
                  </a:ext>
                </a:extLst>
              </p:cNvPr>
              <p:cNvSpPr/>
              <p:nvPr/>
            </p:nvSpPr>
            <p:spPr>
              <a:xfrm>
                <a:off x="5771597" y="6200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3" name="Oval 6432">
                <a:extLst>
                  <a:ext uri="{FF2B5EF4-FFF2-40B4-BE49-F238E27FC236}">
                    <a16:creationId xmlns:a16="http://schemas.microsoft.com/office/drawing/2014/main" id="{9050659E-85D5-CB65-2164-E944C024E1DF}"/>
                  </a:ext>
                </a:extLst>
              </p:cNvPr>
              <p:cNvSpPr/>
              <p:nvPr/>
            </p:nvSpPr>
            <p:spPr>
              <a:xfrm>
                <a:off x="5321874" y="5986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4" name="Oval 6433">
                <a:extLst>
                  <a:ext uri="{FF2B5EF4-FFF2-40B4-BE49-F238E27FC236}">
                    <a16:creationId xmlns:a16="http://schemas.microsoft.com/office/drawing/2014/main" id="{876FFD47-5577-0E72-360F-DD2B12A86267}"/>
                  </a:ext>
                </a:extLst>
              </p:cNvPr>
              <p:cNvSpPr/>
              <p:nvPr/>
            </p:nvSpPr>
            <p:spPr>
              <a:xfrm>
                <a:off x="5904867" y="5739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5" name="Oval 6434">
                <a:extLst>
                  <a:ext uri="{FF2B5EF4-FFF2-40B4-BE49-F238E27FC236}">
                    <a16:creationId xmlns:a16="http://schemas.microsoft.com/office/drawing/2014/main" id="{4614359A-CAAE-80C4-94E7-EFB1407CA849}"/>
                  </a:ext>
                </a:extLst>
              </p:cNvPr>
              <p:cNvSpPr/>
              <p:nvPr/>
            </p:nvSpPr>
            <p:spPr>
              <a:xfrm>
                <a:off x="5434875" y="61456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6" name="Oval 6435">
                <a:extLst>
                  <a:ext uri="{FF2B5EF4-FFF2-40B4-BE49-F238E27FC236}">
                    <a16:creationId xmlns:a16="http://schemas.microsoft.com/office/drawing/2014/main" id="{E380A075-D934-150A-694D-5BBEB5846186}"/>
                  </a:ext>
                </a:extLst>
              </p:cNvPr>
              <p:cNvSpPr/>
              <p:nvPr/>
            </p:nvSpPr>
            <p:spPr>
              <a:xfrm>
                <a:off x="5757831" y="6195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7" name="Oval 6436">
                <a:extLst>
                  <a:ext uri="{FF2B5EF4-FFF2-40B4-BE49-F238E27FC236}">
                    <a16:creationId xmlns:a16="http://schemas.microsoft.com/office/drawing/2014/main" id="{B587FCF5-67B9-C82E-961E-D4DDA8E6BA5E}"/>
                  </a:ext>
                </a:extLst>
              </p:cNvPr>
              <p:cNvSpPr/>
              <p:nvPr/>
            </p:nvSpPr>
            <p:spPr>
              <a:xfrm>
                <a:off x="5751666" y="54312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8" name="Oval 6437">
                <a:extLst>
                  <a:ext uri="{FF2B5EF4-FFF2-40B4-BE49-F238E27FC236}">
                    <a16:creationId xmlns:a16="http://schemas.microsoft.com/office/drawing/2014/main" id="{5E6F7E2D-2123-F9BA-8A3F-4C57FF532596}"/>
                  </a:ext>
                </a:extLst>
              </p:cNvPr>
              <p:cNvSpPr/>
              <p:nvPr/>
            </p:nvSpPr>
            <p:spPr>
              <a:xfrm>
                <a:off x="5656316" y="63264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39" name="Oval 6438">
                <a:extLst>
                  <a:ext uri="{FF2B5EF4-FFF2-40B4-BE49-F238E27FC236}">
                    <a16:creationId xmlns:a16="http://schemas.microsoft.com/office/drawing/2014/main" id="{C8D3BF01-F44B-C885-6E8D-455EF23510EA}"/>
                  </a:ext>
                </a:extLst>
              </p:cNvPr>
              <p:cNvSpPr/>
              <p:nvPr/>
            </p:nvSpPr>
            <p:spPr>
              <a:xfrm>
                <a:off x="6209327" y="55184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0" name="Oval 6439">
                <a:extLst>
                  <a:ext uri="{FF2B5EF4-FFF2-40B4-BE49-F238E27FC236}">
                    <a16:creationId xmlns:a16="http://schemas.microsoft.com/office/drawing/2014/main" id="{6D38ACA5-773B-A7A2-1F2A-61159AB77A81}"/>
                  </a:ext>
                </a:extLst>
              </p:cNvPr>
              <p:cNvSpPr/>
              <p:nvPr/>
            </p:nvSpPr>
            <p:spPr>
              <a:xfrm>
                <a:off x="6025722" y="60812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1" name="Oval 6440">
                <a:extLst>
                  <a:ext uri="{FF2B5EF4-FFF2-40B4-BE49-F238E27FC236}">
                    <a16:creationId xmlns:a16="http://schemas.microsoft.com/office/drawing/2014/main" id="{7AF93A53-4788-CE47-73E1-86DD81A9B973}"/>
                  </a:ext>
                </a:extLst>
              </p:cNvPr>
              <p:cNvSpPr/>
              <p:nvPr/>
            </p:nvSpPr>
            <p:spPr>
              <a:xfrm>
                <a:off x="5678021" y="62676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2" name="Oval 6441">
                <a:extLst>
                  <a:ext uri="{FF2B5EF4-FFF2-40B4-BE49-F238E27FC236}">
                    <a16:creationId xmlns:a16="http://schemas.microsoft.com/office/drawing/2014/main" id="{893221D8-AEC7-7C88-1F87-619B260457B6}"/>
                  </a:ext>
                </a:extLst>
              </p:cNvPr>
              <p:cNvSpPr/>
              <p:nvPr/>
            </p:nvSpPr>
            <p:spPr>
              <a:xfrm>
                <a:off x="6198770" y="54838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3" name="Oval 6442">
                <a:extLst>
                  <a:ext uri="{FF2B5EF4-FFF2-40B4-BE49-F238E27FC236}">
                    <a16:creationId xmlns:a16="http://schemas.microsoft.com/office/drawing/2014/main" id="{67A9347A-A3A9-AE88-C86D-2A9D9C40CBD8}"/>
                  </a:ext>
                </a:extLst>
              </p:cNvPr>
              <p:cNvSpPr/>
              <p:nvPr/>
            </p:nvSpPr>
            <p:spPr>
              <a:xfrm>
                <a:off x="6239055" y="550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4" name="Oval 6443">
                <a:extLst>
                  <a:ext uri="{FF2B5EF4-FFF2-40B4-BE49-F238E27FC236}">
                    <a16:creationId xmlns:a16="http://schemas.microsoft.com/office/drawing/2014/main" id="{5D3355EA-6BB0-BCB4-A366-EE5AF5A4735E}"/>
                  </a:ext>
                </a:extLst>
              </p:cNvPr>
              <p:cNvSpPr/>
              <p:nvPr/>
            </p:nvSpPr>
            <p:spPr>
              <a:xfrm>
                <a:off x="5373476" y="60042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5" name="Oval 6444">
                <a:extLst>
                  <a:ext uri="{FF2B5EF4-FFF2-40B4-BE49-F238E27FC236}">
                    <a16:creationId xmlns:a16="http://schemas.microsoft.com/office/drawing/2014/main" id="{A8B376DF-5715-6F29-29A7-625ADF84195A}"/>
                  </a:ext>
                </a:extLst>
              </p:cNvPr>
              <p:cNvSpPr/>
              <p:nvPr/>
            </p:nvSpPr>
            <p:spPr>
              <a:xfrm>
                <a:off x="5675825" y="62473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6" name="Oval 6445">
                <a:extLst>
                  <a:ext uri="{FF2B5EF4-FFF2-40B4-BE49-F238E27FC236}">
                    <a16:creationId xmlns:a16="http://schemas.microsoft.com/office/drawing/2014/main" id="{C04FDC8A-8281-49AD-05D5-A97356D73B9A}"/>
                  </a:ext>
                </a:extLst>
              </p:cNvPr>
              <p:cNvSpPr/>
              <p:nvPr/>
            </p:nvSpPr>
            <p:spPr>
              <a:xfrm>
                <a:off x="5322719" y="59901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7" name="Oval 6446">
                <a:extLst>
                  <a:ext uri="{FF2B5EF4-FFF2-40B4-BE49-F238E27FC236}">
                    <a16:creationId xmlns:a16="http://schemas.microsoft.com/office/drawing/2014/main" id="{87818A26-D601-CC69-2039-72EBFE08407B}"/>
                  </a:ext>
                </a:extLst>
              </p:cNvPr>
              <p:cNvSpPr/>
              <p:nvPr/>
            </p:nvSpPr>
            <p:spPr>
              <a:xfrm>
                <a:off x="6206625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8" name="Oval 6447">
                <a:extLst>
                  <a:ext uri="{FF2B5EF4-FFF2-40B4-BE49-F238E27FC236}">
                    <a16:creationId xmlns:a16="http://schemas.microsoft.com/office/drawing/2014/main" id="{F8075C58-3221-EAA9-E076-98FFDB4493C3}"/>
                  </a:ext>
                </a:extLst>
              </p:cNvPr>
              <p:cNvSpPr/>
              <p:nvPr/>
            </p:nvSpPr>
            <p:spPr>
              <a:xfrm>
                <a:off x="5728356" y="63311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9" name="Oval 6448">
                <a:extLst>
                  <a:ext uri="{FF2B5EF4-FFF2-40B4-BE49-F238E27FC236}">
                    <a16:creationId xmlns:a16="http://schemas.microsoft.com/office/drawing/2014/main" id="{9558D150-FE47-A803-EB80-A3654A9D8674}"/>
                  </a:ext>
                </a:extLst>
              </p:cNvPr>
              <p:cNvSpPr/>
              <p:nvPr/>
            </p:nvSpPr>
            <p:spPr>
              <a:xfrm>
                <a:off x="5732748" y="62804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0" name="Oval 6449">
                <a:extLst>
                  <a:ext uri="{FF2B5EF4-FFF2-40B4-BE49-F238E27FC236}">
                    <a16:creationId xmlns:a16="http://schemas.microsoft.com/office/drawing/2014/main" id="{5979210E-FC8B-C71A-148F-6BD0744DCA18}"/>
                  </a:ext>
                </a:extLst>
              </p:cNvPr>
              <p:cNvSpPr/>
              <p:nvPr/>
            </p:nvSpPr>
            <p:spPr>
              <a:xfrm>
                <a:off x="6229934" y="5505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1" name="Oval 6450">
                <a:extLst>
                  <a:ext uri="{FF2B5EF4-FFF2-40B4-BE49-F238E27FC236}">
                    <a16:creationId xmlns:a16="http://schemas.microsoft.com/office/drawing/2014/main" id="{7ED6909C-DF2B-F327-70AF-00937ABCCC47}"/>
                  </a:ext>
                </a:extLst>
              </p:cNvPr>
              <p:cNvSpPr/>
              <p:nvPr/>
            </p:nvSpPr>
            <p:spPr>
              <a:xfrm>
                <a:off x="5538163" y="635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2" name="Oval 6451">
                <a:extLst>
                  <a:ext uri="{FF2B5EF4-FFF2-40B4-BE49-F238E27FC236}">
                    <a16:creationId xmlns:a16="http://schemas.microsoft.com/office/drawing/2014/main" id="{7BD12DF8-DFCE-B31E-3ACE-6F42DC8E2E52}"/>
                  </a:ext>
                </a:extLst>
              </p:cNvPr>
              <p:cNvSpPr/>
              <p:nvPr/>
            </p:nvSpPr>
            <p:spPr>
              <a:xfrm>
                <a:off x="5744149" y="63263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3" name="Oval 6452">
                <a:extLst>
                  <a:ext uri="{FF2B5EF4-FFF2-40B4-BE49-F238E27FC236}">
                    <a16:creationId xmlns:a16="http://schemas.microsoft.com/office/drawing/2014/main" id="{AF3A7915-4B1E-EFEB-17A0-DD19EF151A78}"/>
                  </a:ext>
                </a:extLst>
              </p:cNvPr>
              <p:cNvSpPr/>
              <p:nvPr/>
            </p:nvSpPr>
            <p:spPr>
              <a:xfrm>
                <a:off x="5476089" y="61821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4" name="Oval 6453">
                <a:extLst>
                  <a:ext uri="{FF2B5EF4-FFF2-40B4-BE49-F238E27FC236}">
                    <a16:creationId xmlns:a16="http://schemas.microsoft.com/office/drawing/2014/main" id="{09A436A7-0AEC-108B-1F2C-3FAAD840B682}"/>
                  </a:ext>
                </a:extLst>
              </p:cNvPr>
              <p:cNvSpPr/>
              <p:nvPr/>
            </p:nvSpPr>
            <p:spPr>
              <a:xfrm>
                <a:off x="5529380" y="6252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5" name="Oval 6454">
                <a:extLst>
                  <a:ext uri="{FF2B5EF4-FFF2-40B4-BE49-F238E27FC236}">
                    <a16:creationId xmlns:a16="http://schemas.microsoft.com/office/drawing/2014/main" id="{B646E91F-CC6C-30D1-6047-FEB92D4EABE3}"/>
                  </a:ext>
                </a:extLst>
              </p:cNvPr>
              <p:cNvSpPr/>
              <p:nvPr/>
            </p:nvSpPr>
            <p:spPr>
              <a:xfrm>
                <a:off x="5680301" y="63485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6" name="Oval 6455">
                <a:extLst>
                  <a:ext uri="{FF2B5EF4-FFF2-40B4-BE49-F238E27FC236}">
                    <a16:creationId xmlns:a16="http://schemas.microsoft.com/office/drawing/2014/main" id="{66E86A17-4A36-3641-F3B8-39464E283E33}"/>
                  </a:ext>
                </a:extLst>
              </p:cNvPr>
              <p:cNvSpPr/>
              <p:nvPr/>
            </p:nvSpPr>
            <p:spPr>
              <a:xfrm>
                <a:off x="5590441" y="60558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7" name="Oval 6456">
                <a:extLst>
                  <a:ext uri="{FF2B5EF4-FFF2-40B4-BE49-F238E27FC236}">
                    <a16:creationId xmlns:a16="http://schemas.microsoft.com/office/drawing/2014/main" id="{B5F455CB-B918-3F0D-9802-856159EEFC2B}"/>
                  </a:ext>
                </a:extLst>
              </p:cNvPr>
              <p:cNvSpPr/>
              <p:nvPr/>
            </p:nvSpPr>
            <p:spPr>
              <a:xfrm>
                <a:off x="6223347" y="54762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8" name="Oval 6457">
                <a:extLst>
                  <a:ext uri="{FF2B5EF4-FFF2-40B4-BE49-F238E27FC236}">
                    <a16:creationId xmlns:a16="http://schemas.microsoft.com/office/drawing/2014/main" id="{A8E794AF-FD8F-B601-D511-F7A26E6E06C7}"/>
                  </a:ext>
                </a:extLst>
              </p:cNvPr>
              <p:cNvSpPr/>
              <p:nvPr/>
            </p:nvSpPr>
            <p:spPr>
              <a:xfrm>
                <a:off x="6420634" y="64559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59" name="Oval 6458">
                <a:extLst>
                  <a:ext uri="{FF2B5EF4-FFF2-40B4-BE49-F238E27FC236}">
                    <a16:creationId xmlns:a16="http://schemas.microsoft.com/office/drawing/2014/main" id="{B36C9A9E-520B-EF89-3415-D13DC9C9E76F}"/>
                  </a:ext>
                </a:extLst>
              </p:cNvPr>
              <p:cNvSpPr/>
              <p:nvPr/>
            </p:nvSpPr>
            <p:spPr>
              <a:xfrm>
                <a:off x="5469248" y="61576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0" name="Oval 6459">
                <a:extLst>
                  <a:ext uri="{FF2B5EF4-FFF2-40B4-BE49-F238E27FC236}">
                    <a16:creationId xmlns:a16="http://schemas.microsoft.com/office/drawing/2014/main" id="{12146BAA-8DAA-EE83-1D2C-0ECAC040AD30}"/>
                  </a:ext>
                </a:extLst>
              </p:cNvPr>
              <p:cNvSpPr/>
              <p:nvPr/>
            </p:nvSpPr>
            <p:spPr>
              <a:xfrm>
                <a:off x="5441547" y="61546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1" name="Oval 6460">
                <a:extLst>
                  <a:ext uri="{FF2B5EF4-FFF2-40B4-BE49-F238E27FC236}">
                    <a16:creationId xmlns:a16="http://schemas.microsoft.com/office/drawing/2014/main" id="{B686926C-4ABB-8E2C-4BEE-9AF6F919F399}"/>
                  </a:ext>
                </a:extLst>
              </p:cNvPr>
              <p:cNvSpPr/>
              <p:nvPr/>
            </p:nvSpPr>
            <p:spPr>
              <a:xfrm>
                <a:off x="6214901" y="54726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2" name="Oval 6461">
                <a:extLst>
                  <a:ext uri="{FF2B5EF4-FFF2-40B4-BE49-F238E27FC236}">
                    <a16:creationId xmlns:a16="http://schemas.microsoft.com/office/drawing/2014/main" id="{67534B95-E436-3AE1-7B32-B05DE144400F}"/>
                  </a:ext>
                </a:extLst>
              </p:cNvPr>
              <p:cNvSpPr/>
              <p:nvPr/>
            </p:nvSpPr>
            <p:spPr>
              <a:xfrm>
                <a:off x="5478116" y="6241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3" name="Oval 6462">
                <a:extLst>
                  <a:ext uri="{FF2B5EF4-FFF2-40B4-BE49-F238E27FC236}">
                    <a16:creationId xmlns:a16="http://schemas.microsoft.com/office/drawing/2014/main" id="{1C22DCEE-495F-C283-056D-C18633E077E8}"/>
                  </a:ext>
                </a:extLst>
              </p:cNvPr>
              <p:cNvSpPr/>
              <p:nvPr/>
            </p:nvSpPr>
            <p:spPr>
              <a:xfrm>
                <a:off x="6218448" y="56887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4" name="Oval 6463">
                <a:extLst>
                  <a:ext uri="{FF2B5EF4-FFF2-40B4-BE49-F238E27FC236}">
                    <a16:creationId xmlns:a16="http://schemas.microsoft.com/office/drawing/2014/main" id="{27BE081B-2D47-22F0-14E0-CCE29CFE5F0C}"/>
                  </a:ext>
                </a:extLst>
              </p:cNvPr>
              <p:cNvSpPr/>
              <p:nvPr/>
            </p:nvSpPr>
            <p:spPr>
              <a:xfrm>
                <a:off x="6230188" y="5512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5" name="Oval 6464">
                <a:extLst>
                  <a:ext uri="{FF2B5EF4-FFF2-40B4-BE49-F238E27FC236}">
                    <a16:creationId xmlns:a16="http://schemas.microsoft.com/office/drawing/2014/main" id="{FB35E75C-B82C-2334-6B32-53AB9DD02EB1}"/>
                  </a:ext>
                </a:extLst>
              </p:cNvPr>
              <p:cNvSpPr/>
              <p:nvPr/>
            </p:nvSpPr>
            <p:spPr>
              <a:xfrm>
                <a:off x="6253075" y="55731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6" name="Oval 6465">
                <a:extLst>
                  <a:ext uri="{FF2B5EF4-FFF2-40B4-BE49-F238E27FC236}">
                    <a16:creationId xmlns:a16="http://schemas.microsoft.com/office/drawing/2014/main" id="{80DB7BE5-141B-41E6-D943-6EFAD7380C0D}"/>
                  </a:ext>
                </a:extLst>
              </p:cNvPr>
              <p:cNvSpPr/>
              <p:nvPr/>
            </p:nvSpPr>
            <p:spPr>
              <a:xfrm>
                <a:off x="6229934" y="55646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7" name="Oval 6466">
                <a:extLst>
                  <a:ext uri="{FF2B5EF4-FFF2-40B4-BE49-F238E27FC236}">
                    <a16:creationId xmlns:a16="http://schemas.microsoft.com/office/drawing/2014/main" id="{6A6210B5-3612-6C5F-D9B0-87AD5B689930}"/>
                  </a:ext>
                </a:extLst>
              </p:cNvPr>
              <p:cNvSpPr/>
              <p:nvPr/>
            </p:nvSpPr>
            <p:spPr>
              <a:xfrm>
                <a:off x="6125801" y="58349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8" name="Oval 6467">
                <a:extLst>
                  <a:ext uri="{FF2B5EF4-FFF2-40B4-BE49-F238E27FC236}">
                    <a16:creationId xmlns:a16="http://schemas.microsoft.com/office/drawing/2014/main" id="{E48713A4-1334-5F8B-C229-00DD743AAE74}"/>
                  </a:ext>
                </a:extLst>
              </p:cNvPr>
              <p:cNvSpPr/>
              <p:nvPr/>
            </p:nvSpPr>
            <p:spPr>
              <a:xfrm>
                <a:off x="5355741" y="59605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9" name="Oval 6468">
                <a:extLst>
                  <a:ext uri="{FF2B5EF4-FFF2-40B4-BE49-F238E27FC236}">
                    <a16:creationId xmlns:a16="http://schemas.microsoft.com/office/drawing/2014/main" id="{FCC65409-3BE8-39B5-0343-E58080DB490E}"/>
                  </a:ext>
                </a:extLst>
              </p:cNvPr>
              <p:cNvSpPr/>
              <p:nvPr/>
            </p:nvSpPr>
            <p:spPr>
              <a:xfrm>
                <a:off x="5744318" y="62818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0" name="Oval 6469">
                <a:extLst>
                  <a:ext uri="{FF2B5EF4-FFF2-40B4-BE49-F238E27FC236}">
                    <a16:creationId xmlns:a16="http://schemas.microsoft.com/office/drawing/2014/main" id="{C0037230-8D3A-12D2-C520-08A9974D3EA4}"/>
                  </a:ext>
                </a:extLst>
              </p:cNvPr>
              <p:cNvSpPr/>
              <p:nvPr/>
            </p:nvSpPr>
            <p:spPr>
              <a:xfrm>
                <a:off x="6203415" y="566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1" name="Oval 6470">
                <a:extLst>
                  <a:ext uri="{FF2B5EF4-FFF2-40B4-BE49-F238E27FC236}">
                    <a16:creationId xmlns:a16="http://schemas.microsoft.com/office/drawing/2014/main" id="{981752D2-51DE-D62F-DA96-FB2C3F028678}"/>
                  </a:ext>
                </a:extLst>
              </p:cNvPr>
              <p:cNvSpPr/>
              <p:nvPr/>
            </p:nvSpPr>
            <p:spPr>
              <a:xfrm>
                <a:off x="5611217" y="62684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2" name="Oval 6471">
                <a:extLst>
                  <a:ext uri="{FF2B5EF4-FFF2-40B4-BE49-F238E27FC236}">
                    <a16:creationId xmlns:a16="http://schemas.microsoft.com/office/drawing/2014/main" id="{42F514FC-C063-D8FB-1A4B-137669C45FCA}"/>
                  </a:ext>
                </a:extLst>
              </p:cNvPr>
              <p:cNvSpPr/>
              <p:nvPr/>
            </p:nvSpPr>
            <p:spPr>
              <a:xfrm>
                <a:off x="5738237" y="61946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3" name="Oval 6472">
                <a:extLst>
                  <a:ext uri="{FF2B5EF4-FFF2-40B4-BE49-F238E27FC236}">
                    <a16:creationId xmlns:a16="http://schemas.microsoft.com/office/drawing/2014/main" id="{EC31A69E-9201-D911-8AEC-681BF055344E}"/>
                  </a:ext>
                </a:extLst>
              </p:cNvPr>
              <p:cNvSpPr/>
              <p:nvPr/>
            </p:nvSpPr>
            <p:spPr>
              <a:xfrm>
                <a:off x="5639847" y="61663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4" name="Oval 6473">
                <a:extLst>
                  <a:ext uri="{FF2B5EF4-FFF2-40B4-BE49-F238E27FC236}">
                    <a16:creationId xmlns:a16="http://schemas.microsoft.com/office/drawing/2014/main" id="{8A59BB3F-AAB0-788A-DE11-08B12070D9E4}"/>
                  </a:ext>
                </a:extLst>
              </p:cNvPr>
              <p:cNvSpPr/>
              <p:nvPr/>
            </p:nvSpPr>
            <p:spPr>
              <a:xfrm>
                <a:off x="5573550" y="62923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5" name="Oval 6474">
                <a:extLst>
                  <a:ext uri="{FF2B5EF4-FFF2-40B4-BE49-F238E27FC236}">
                    <a16:creationId xmlns:a16="http://schemas.microsoft.com/office/drawing/2014/main" id="{D75BFC73-3545-F742-825D-9AD007C570B8}"/>
                  </a:ext>
                </a:extLst>
              </p:cNvPr>
              <p:cNvSpPr/>
              <p:nvPr/>
            </p:nvSpPr>
            <p:spPr>
              <a:xfrm>
                <a:off x="6219293" y="55384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6" name="Oval 6475">
                <a:extLst>
                  <a:ext uri="{FF2B5EF4-FFF2-40B4-BE49-F238E27FC236}">
                    <a16:creationId xmlns:a16="http://schemas.microsoft.com/office/drawing/2014/main" id="{567804C0-594F-27CC-E384-9D7E7336EC6B}"/>
                  </a:ext>
                </a:extLst>
              </p:cNvPr>
              <p:cNvSpPr/>
              <p:nvPr/>
            </p:nvSpPr>
            <p:spPr>
              <a:xfrm>
                <a:off x="5742122" y="59881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7" name="Oval 6476">
                <a:extLst>
                  <a:ext uri="{FF2B5EF4-FFF2-40B4-BE49-F238E27FC236}">
                    <a16:creationId xmlns:a16="http://schemas.microsoft.com/office/drawing/2014/main" id="{FDEAF2D7-7B35-BE47-9764-65449CDEFB01}"/>
                  </a:ext>
                </a:extLst>
              </p:cNvPr>
              <p:cNvSpPr/>
              <p:nvPr/>
            </p:nvSpPr>
            <p:spPr>
              <a:xfrm>
                <a:off x="7832468" y="83710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8" name="Oval 6477">
                <a:extLst>
                  <a:ext uri="{FF2B5EF4-FFF2-40B4-BE49-F238E27FC236}">
                    <a16:creationId xmlns:a16="http://schemas.microsoft.com/office/drawing/2014/main" id="{95E6ECD1-4904-6473-7840-DBB4BEBDFBBC}"/>
                  </a:ext>
                </a:extLst>
              </p:cNvPr>
              <p:cNvSpPr/>
              <p:nvPr/>
            </p:nvSpPr>
            <p:spPr>
              <a:xfrm>
                <a:off x="6227316" y="55998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79" name="Oval 6478">
                <a:extLst>
                  <a:ext uri="{FF2B5EF4-FFF2-40B4-BE49-F238E27FC236}">
                    <a16:creationId xmlns:a16="http://schemas.microsoft.com/office/drawing/2014/main" id="{B473A5D0-ACBA-107A-6E91-DB3E7E32A1C6}"/>
                  </a:ext>
                </a:extLst>
              </p:cNvPr>
              <p:cNvSpPr/>
              <p:nvPr/>
            </p:nvSpPr>
            <p:spPr>
              <a:xfrm>
                <a:off x="6198095" y="54868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0" name="Oval 6479">
                <a:extLst>
                  <a:ext uri="{FF2B5EF4-FFF2-40B4-BE49-F238E27FC236}">
                    <a16:creationId xmlns:a16="http://schemas.microsoft.com/office/drawing/2014/main" id="{DAB6FD9D-A7BF-CAF5-25DB-8EA1AE9E5F0C}"/>
                  </a:ext>
                </a:extLst>
              </p:cNvPr>
              <p:cNvSpPr/>
              <p:nvPr/>
            </p:nvSpPr>
            <p:spPr>
              <a:xfrm>
                <a:off x="5458945" y="61540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1" name="Oval 6480">
                <a:extLst>
                  <a:ext uri="{FF2B5EF4-FFF2-40B4-BE49-F238E27FC236}">
                    <a16:creationId xmlns:a16="http://schemas.microsoft.com/office/drawing/2014/main" id="{9F1B4C4A-705E-DB96-DDC3-35EF8F57ABD2}"/>
                  </a:ext>
                </a:extLst>
              </p:cNvPr>
              <p:cNvSpPr/>
              <p:nvPr/>
            </p:nvSpPr>
            <p:spPr>
              <a:xfrm>
                <a:off x="5716448" y="596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2" name="Oval 6481">
                <a:extLst>
                  <a:ext uri="{FF2B5EF4-FFF2-40B4-BE49-F238E27FC236}">
                    <a16:creationId xmlns:a16="http://schemas.microsoft.com/office/drawing/2014/main" id="{FA8EAA34-9FA3-8176-14CF-AE71BA380F12}"/>
                  </a:ext>
                </a:extLst>
              </p:cNvPr>
              <p:cNvSpPr/>
              <p:nvPr/>
            </p:nvSpPr>
            <p:spPr>
              <a:xfrm>
                <a:off x="5575239" y="62763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3" name="Oval 6482">
                <a:extLst>
                  <a:ext uri="{FF2B5EF4-FFF2-40B4-BE49-F238E27FC236}">
                    <a16:creationId xmlns:a16="http://schemas.microsoft.com/office/drawing/2014/main" id="{89CF3AE2-BD36-291E-5B10-562D49D1BF41}"/>
                  </a:ext>
                </a:extLst>
              </p:cNvPr>
              <p:cNvSpPr/>
              <p:nvPr/>
            </p:nvSpPr>
            <p:spPr>
              <a:xfrm>
                <a:off x="5479974" y="616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4" name="Oval 6483">
                <a:extLst>
                  <a:ext uri="{FF2B5EF4-FFF2-40B4-BE49-F238E27FC236}">
                    <a16:creationId xmlns:a16="http://schemas.microsoft.com/office/drawing/2014/main" id="{938C059A-7932-A75B-4680-B9959FB9F6D8}"/>
                  </a:ext>
                </a:extLst>
              </p:cNvPr>
              <p:cNvSpPr/>
              <p:nvPr/>
            </p:nvSpPr>
            <p:spPr>
              <a:xfrm>
                <a:off x="5505479" y="6058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5" name="Oval 6484">
                <a:extLst>
                  <a:ext uri="{FF2B5EF4-FFF2-40B4-BE49-F238E27FC236}">
                    <a16:creationId xmlns:a16="http://schemas.microsoft.com/office/drawing/2014/main" id="{A2985619-EC1A-88E5-D4EA-849FE647C348}"/>
                  </a:ext>
                </a:extLst>
              </p:cNvPr>
              <p:cNvSpPr/>
              <p:nvPr/>
            </p:nvSpPr>
            <p:spPr>
              <a:xfrm>
                <a:off x="5352785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6" name="Oval 6485">
                <a:extLst>
                  <a:ext uri="{FF2B5EF4-FFF2-40B4-BE49-F238E27FC236}">
                    <a16:creationId xmlns:a16="http://schemas.microsoft.com/office/drawing/2014/main" id="{6816C066-DF6E-3F63-CA3E-900E988104A6}"/>
                  </a:ext>
                </a:extLst>
              </p:cNvPr>
              <p:cNvSpPr/>
              <p:nvPr/>
            </p:nvSpPr>
            <p:spPr>
              <a:xfrm>
                <a:off x="5424656" y="61788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7" name="Oval 6486">
                <a:extLst>
                  <a:ext uri="{FF2B5EF4-FFF2-40B4-BE49-F238E27FC236}">
                    <a16:creationId xmlns:a16="http://schemas.microsoft.com/office/drawing/2014/main" id="{4AA6E2EE-A53E-5009-0381-7480D133D16D}"/>
                  </a:ext>
                </a:extLst>
              </p:cNvPr>
              <p:cNvSpPr/>
              <p:nvPr/>
            </p:nvSpPr>
            <p:spPr>
              <a:xfrm>
                <a:off x="6236353" y="54785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8" name="Oval 6487">
                <a:extLst>
                  <a:ext uri="{FF2B5EF4-FFF2-40B4-BE49-F238E27FC236}">
                    <a16:creationId xmlns:a16="http://schemas.microsoft.com/office/drawing/2014/main" id="{FB92FD40-E1BB-158D-5E89-406A7B731CC3}"/>
                  </a:ext>
                </a:extLst>
              </p:cNvPr>
              <p:cNvSpPr/>
              <p:nvPr/>
            </p:nvSpPr>
            <p:spPr>
              <a:xfrm>
                <a:off x="5531407" y="6343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9" name="Oval 6488">
                <a:extLst>
                  <a:ext uri="{FF2B5EF4-FFF2-40B4-BE49-F238E27FC236}">
                    <a16:creationId xmlns:a16="http://schemas.microsoft.com/office/drawing/2014/main" id="{B9C0ACD4-D635-DD90-7FF5-0D9ADC71A296}"/>
                  </a:ext>
                </a:extLst>
              </p:cNvPr>
              <p:cNvSpPr/>
              <p:nvPr/>
            </p:nvSpPr>
            <p:spPr>
              <a:xfrm>
                <a:off x="5648715" y="61297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0" name="Oval 6489">
                <a:extLst>
                  <a:ext uri="{FF2B5EF4-FFF2-40B4-BE49-F238E27FC236}">
                    <a16:creationId xmlns:a16="http://schemas.microsoft.com/office/drawing/2014/main" id="{E9724C50-57EF-ED6A-8AAF-58229ACF8775}"/>
                  </a:ext>
                </a:extLst>
              </p:cNvPr>
              <p:cNvSpPr/>
              <p:nvPr/>
            </p:nvSpPr>
            <p:spPr>
              <a:xfrm>
                <a:off x="5577182" y="6080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1" name="Oval 6490">
                <a:extLst>
                  <a:ext uri="{FF2B5EF4-FFF2-40B4-BE49-F238E27FC236}">
                    <a16:creationId xmlns:a16="http://schemas.microsoft.com/office/drawing/2014/main" id="{73DF16DD-68E1-3D60-4B85-75AA45506251}"/>
                  </a:ext>
                </a:extLst>
              </p:cNvPr>
              <p:cNvSpPr/>
              <p:nvPr/>
            </p:nvSpPr>
            <p:spPr>
              <a:xfrm>
                <a:off x="6229765" y="55343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2" name="Oval 6491">
                <a:extLst>
                  <a:ext uri="{FF2B5EF4-FFF2-40B4-BE49-F238E27FC236}">
                    <a16:creationId xmlns:a16="http://schemas.microsoft.com/office/drawing/2014/main" id="{8647B3BE-ECC2-2ABB-66E1-8992689CD335}"/>
                  </a:ext>
                </a:extLst>
              </p:cNvPr>
              <p:cNvSpPr/>
              <p:nvPr/>
            </p:nvSpPr>
            <p:spPr>
              <a:xfrm>
                <a:off x="5582840" y="6174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3" name="Oval 6492">
                <a:extLst>
                  <a:ext uri="{FF2B5EF4-FFF2-40B4-BE49-F238E27FC236}">
                    <a16:creationId xmlns:a16="http://schemas.microsoft.com/office/drawing/2014/main" id="{2B665750-9D3B-E635-BB37-C788397B7DCA}"/>
                  </a:ext>
                </a:extLst>
              </p:cNvPr>
              <p:cNvSpPr/>
              <p:nvPr/>
            </p:nvSpPr>
            <p:spPr>
              <a:xfrm>
                <a:off x="5482339" y="61077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4" name="Oval 6493">
                <a:extLst>
                  <a:ext uri="{FF2B5EF4-FFF2-40B4-BE49-F238E27FC236}">
                    <a16:creationId xmlns:a16="http://schemas.microsoft.com/office/drawing/2014/main" id="{C00BD581-E1C6-0DBE-E90D-F919090287BB}"/>
                  </a:ext>
                </a:extLst>
              </p:cNvPr>
              <p:cNvSpPr/>
              <p:nvPr/>
            </p:nvSpPr>
            <p:spPr>
              <a:xfrm>
                <a:off x="5315540" y="59993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5" name="Oval 6494">
                <a:extLst>
                  <a:ext uri="{FF2B5EF4-FFF2-40B4-BE49-F238E27FC236}">
                    <a16:creationId xmlns:a16="http://schemas.microsoft.com/office/drawing/2014/main" id="{F4F52834-3CEE-BF34-2978-78E89F17D200}"/>
                  </a:ext>
                </a:extLst>
              </p:cNvPr>
              <p:cNvSpPr/>
              <p:nvPr/>
            </p:nvSpPr>
            <p:spPr>
              <a:xfrm>
                <a:off x="5759182" y="62082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6" name="Oval 6495">
                <a:extLst>
                  <a:ext uri="{FF2B5EF4-FFF2-40B4-BE49-F238E27FC236}">
                    <a16:creationId xmlns:a16="http://schemas.microsoft.com/office/drawing/2014/main" id="{00C96C8B-DE35-E0C2-B90C-CD8D94C20561}"/>
                  </a:ext>
                </a:extLst>
              </p:cNvPr>
              <p:cNvSpPr/>
              <p:nvPr/>
            </p:nvSpPr>
            <p:spPr>
              <a:xfrm>
                <a:off x="6195730" y="5476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7" name="Oval 6496">
                <a:extLst>
                  <a:ext uri="{FF2B5EF4-FFF2-40B4-BE49-F238E27FC236}">
                    <a16:creationId xmlns:a16="http://schemas.microsoft.com/office/drawing/2014/main" id="{6932EA96-3441-3CC4-675B-E18FFB365E76}"/>
                  </a:ext>
                </a:extLst>
              </p:cNvPr>
              <p:cNvSpPr/>
              <p:nvPr/>
            </p:nvSpPr>
            <p:spPr>
              <a:xfrm>
                <a:off x="5968631" y="63737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8" name="Oval 6497">
                <a:extLst>
                  <a:ext uri="{FF2B5EF4-FFF2-40B4-BE49-F238E27FC236}">
                    <a16:creationId xmlns:a16="http://schemas.microsoft.com/office/drawing/2014/main" id="{181DCBF9-336D-3754-289F-56329B9303A7}"/>
                  </a:ext>
                </a:extLst>
              </p:cNvPr>
              <p:cNvSpPr/>
              <p:nvPr/>
            </p:nvSpPr>
            <p:spPr>
              <a:xfrm>
                <a:off x="5640523" y="63559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99" name="Oval 6498">
                <a:extLst>
                  <a:ext uri="{FF2B5EF4-FFF2-40B4-BE49-F238E27FC236}">
                    <a16:creationId xmlns:a16="http://schemas.microsoft.com/office/drawing/2014/main" id="{12E9EE3B-BCE9-BEAA-8B6F-E877739A4A52}"/>
                  </a:ext>
                </a:extLst>
              </p:cNvPr>
              <p:cNvSpPr/>
              <p:nvPr/>
            </p:nvSpPr>
            <p:spPr>
              <a:xfrm>
                <a:off x="5593228" y="61428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0" name="Oval 6499">
                <a:extLst>
                  <a:ext uri="{FF2B5EF4-FFF2-40B4-BE49-F238E27FC236}">
                    <a16:creationId xmlns:a16="http://schemas.microsoft.com/office/drawing/2014/main" id="{F4F5BCAD-882B-9C1A-CBF0-C9DE5C7C614D}"/>
                  </a:ext>
                </a:extLst>
              </p:cNvPr>
              <p:cNvSpPr/>
              <p:nvPr/>
            </p:nvSpPr>
            <p:spPr>
              <a:xfrm>
                <a:off x="5584191" y="61112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1" name="Oval 6500">
                <a:extLst>
                  <a:ext uri="{FF2B5EF4-FFF2-40B4-BE49-F238E27FC236}">
                    <a16:creationId xmlns:a16="http://schemas.microsoft.com/office/drawing/2014/main" id="{C37CC16E-16D9-24B8-3108-D89F994B74FD}"/>
                  </a:ext>
                </a:extLst>
              </p:cNvPr>
              <p:cNvSpPr/>
              <p:nvPr/>
            </p:nvSpPr>
            <p:spPr>
              <a:xfrm>
                <a:off x="5749808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2" name="Oval 6501">
                <a:extLst>
                  <a:ext uri="{FF2B5EF4-FFF2-40B4-BE49-F238E27FC236}">
                    <a16:creationId xmlns:a16="http://schemas.microsoft.com/office/drawing/2014/main" id="{36C4146E-088A-306A-28A2-A89299BDEAD9}"/>
                  </a:ext>
                </a:extLst>
              </p:cNvPr>
              <p:cNvSpPr/>
              <p:nvPr/>
            </p:nvSpPr>
            <p:spPr>
              <a:xfrm>
                <a:off x="5448472" y="61841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3" name="Oval 6502">
                <a:extLst>
                  <a:ext uri="{FF2B5EF4-FFF2-40B4-BE49-F238E27FC236}">
                    <a16:creationId xmlns:a16="http://schemas.microsoft.com/office/drawing/2014/main" id="{113BCD6A-9F44-D2A4-D57A-544ECEB22AD2}"/>
                  </a:ext>
                </a:extLst>
              </p:cNvPr>
              <p:cNvSpPr/>
              <p:nvPr/>
            </p:nvSpPr>
            <p:spPr>
              <a:xfrm>
                <a:off x="5735535" y="628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4" name="Oval 6503">
                <a:extLst>
                  <a:ext uri="{FF2B5EF4-FFF2-40B4-BE49-F238E27FC236}">
                    <a16:creationId xmlns:a16="http://schemas.microsoft.com/office/drawing/2014/main" id="{35663006-785C-7654-A884-D046E7D1409A}"/>
                  </a:ext>
                </a:extLst>
              </p:cNvPr>
              <p:cNvSpPr/>
              <p:nvPr/>
            </p:nvSpPr>
            <p:spPr>
              <a:xfrm>
                <a:off x="5737562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5" name="Oval 6504">
                <a:extLst>
                  <a:ext uri="{FF2B5EF4-FFF2-40B4-BE49-F238E27FC236}">
                    <a16:creationId xmlns:a16="http://schemas.microsoft.com/office/drawing/2014/main" id="{EDD02BD9-BD7F-B1C6-DE2C-9322DB11B962}"/>
                  </a:ext>
                </a:extLst>
              </p:cNvPr>
              <p:cNvSpPr/>
              <p:nvPr/>
            </p:nvSpPr>
            <p:spPr>
              <a:xfrm>
                <a:off x="6256538" y="5523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6" name="Oval 6505">
                <a:extLst>
                  <a:ext uri="{FF2B5EF4-FFF2-40B4-BE49-F238E27FC236}">
                    <a16:creationId xmlns:a16="http://schemas.microsoft.com/office/drawing/2014/main" id="{763CA105-115C-6DD1-E358-6D5B76194DDE}"/>
                  </a:ext>
                </a:extLst>
              </p:cNvPr>
              <p:cNvSpPr/>
              <p:nvPr/>
            </p:nvSpPr>
            <p:spPr>
              <a:xfrm>
                <a:off x="5774384" y="62299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7" name="Oval 6506">
                <a:extLst>
                  <a:ext uri="{FF2B5EF4-FFF2-40B4-BE49-F238E27FC236}">
                    <a16:creationId xmlns:a16="http://schemas.microsoft.com/office/drawing/2014/main" id="{BBFF0DFD-5DC7-38D3-64C3-BD4D973A791E}"/>
                  </a:ext>
                </a:extLst>
              </p:cNvPr>
              <p:cNvSpPr/>
              <p:nvPr/>
            </p:nvSpPr>
            <p:spPr>
              <a:xfrm>
                <a:off x="6261098" y="56150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8" name="Oval 6507">
                <a:extLst>
                  <a:ext uri="{FF2B5EF4-FFF2-40B4-BE49-F238E27FC236}">
                    <a16:creationId xmlns:a16="http://schemas.microsoft.com/office/drawing/2014/main" id="{4AF3D691-0AE1-843E-61AA-BE87EB8C4BE0}"/>
                  </a:ext>
                </a:extLst>
              </p:cNvPr>
              <p:cNvSpPr/>
              <p:nvPr/>
            </p:nvSpPr>
            <p:spPr>
              <a:xfrm>
                <a:off x="6257129" y="554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9" name="Oval 6508">
                <a:extLst>
                  <a:ext uri="{FF2B5EF4-FFF2-40B4-BE49-F238E27FC236}">
                    <a16:creationId xmlns:a16="http://schemas.microsoft.com/office/drawing/2014/main" id="{79E6E20F-6654-1D02-5C0D-03B4F3817CC1}"/>
                  </a:ext>
                </a:extLst>
              </p:cNvPr>
              <p:cNvSpPr/>
              <p:nvPr/>
            </p:nvSpPr>
            <p:spPr>
              <a:xfrm>
                <a:off x="5667295" y="63472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0" name="Oval 6509">
                <a:extLst>
                  <a:ext uri="{FF2B5EF4-FFF2-40B4-BE49-F238E27FC236}">
                    <a16:creationId xmlns:a16="http://schemas.microsoft.com/office/drawing/2014/main" id="{A044FD24-9819-ECB7-A1AD-50BB9367EDDD}"/>
                  </a:ext>
                </a:extLst>
              </p:cNvPr>
              <p:cNvSpPr/>
              <p:nvPr/>
            </p:nvSpPr>
            <p:spPr>
              <a:xfrm>
                <a:off x="5469248" y="61850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1" name="Oval 6510">
                <a:extLst>
                  <a:ext uri="{FF2B5EF4-FFF2-40B4-BE49-F238E27FC236}">
                    <a16:creationId xmlns:a16="http://schemas.microsoft.com/office/drawing/2014/main" id="{ECA3BD8F-2BDE-50E9-B5E9-B18C86F5F5C7}"/>
                  </a:ext>
                </a:extLst>
              </p:cNvPr>
              <p:cNvSpPr/>
              <p:nvPr/>
            </p:nvSpPr>
            <p:spPr>
              <a:xfrm>
                <a:off x="5342059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2" name="Oval 6511">
                <a:extLst>
                  <a:ext uri="{FF2B5EF4-FFF2-40B4-BE49-F238E27FC236}">
                    <a16:creationId xmlns:a16="http://schemas.microsoft.com/office/drawing/2014/main" id="{87086A69-F637-ECC0-A799-666E0426700C}"/>
                  </a:ext>
                </a:extLst>
              </p:cNvPr>
              <p:cNvSpPr/>
              <p:nvPr/>
            </p:nvSpPr>
            <p:spPr>
              <a:xfrm>
                <a:off x="5468150" y="61768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3" name="Oval 6512">
                <a:extLst>
                  <a:ext uri="{FF2B5EF4-FFF2-40B4-BE49-F238E27FC236}">
                    <a16:creationId xmlns:a16="http://schemas.microsoft.com/office/drawing/2014/main" id="{E469E725-7F2F-037C-9A44-E36B1E4CE51F}"/>
                  </a:ext>
                </a:extLst>
              </p:cNvPr>
              <p:cNvSpPr/>
              <p:nvPr/>
            </p:nvSpPr>
            <p:spPr>
              <a:xfrm>
                <a:off x="5605390" y="61745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4" name="Oval 6513">
                <a:extLst>
                  <a:ext uri="{FF2B5EF4-FFF2-40B4-BE49-F238E27FC236}">
                    <a16:creationId xmlns:a16="http://schemas.microsoft.com/office/drawing/2014/main" id="{066BF607-87CF-723C-10FA-C801AB1BF0D8}"/>
                  </a:ext>
                </a:extLst>
              </p:cNvPr>
              <p:cNvSpPr/>
              <p:nvPr/>
            </p:nvSpPr>
            <p:spPr>
              <a:xfrm>
                <a:off x="5454131" y="614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5" name="Oval 6514">
                <a:extLst>
                  <a:ext uri="{FF2B5EF4-FFF2-40B4-BE49-F238E27FC236}">
                    <a16:creationId xmlns:a16="http://schemas.microsoft.com/office/drawing/2014/main" id="{1CDAB932-575B-A8B3-8908-0D79FC565DB5}"/>
                  </a:ext>
                </a:extLst>
              </p:cNvPr>
              <p:cNvSpPr/>
              <p:nvPr/>
            </p:nvSpPr>
            <p:spPr>
              <a:xfrm>
                <a:off x="5528789" y="6064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6" name="Oval 6515">
                <a:extLst>
                  <a:ext uri="{FF2B5EF4-FFF2-40B4-BE49-F238E27FC236}">
                    <a16:creationId xmlns:a16="http://schemas.microsoft.com/office/drawing/2014/main" id="{629922BC-7FA8-2F90-B5D3-61B04F3AC57D}"/>
                  </a:ext>
                </a:extLst>
              </p:cNvPr>
              <p:cNvSpPr/>
              <p:nvPr/>
            </p:nvSpPr>
            <p:spPr>
              <a:xfrm>
                <a:off x="5651924" y="63179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7" name="Oval 6516">
                <a:extLst>
                  <a:ext uri="{FF2B5EF4-FFF2-40B4-BE49-F238E27FC236}">
                    <a16:creationId xmlns:a16="http://schemas.microsoft.com/office/drawing/2014/main" id="{377C7F56-2CAB-A4BC-662A-786A2D3ED7A0}"/>
                  </a:ext>
                </a:extLst>
              </p:cNvPr>
              <p:cNvSpPr/>
              <p:nvPr/>
            </p:nvSpPr>
            <p:spPr>
              <a:xfrm>
                <a:off x="5751328" y="63290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8" name="Oval 6517">
                <a:extLst>
                  <a:ext uri="{FF2B5EF4-FFF2-40B4-BE49-F238E27FC236}">
                    <a16:creationId xmlns:a16="http://schemas.microsoft.com/office/drawing/2014/main" id="{007177BC-C87E-8CE8-9485-33A12AE6733C}"/>
                  </a:ext>
                </a:extLst>
              </p:cNvPr>
              <p:cNvSpPr/>
              <p:nvPr/>
            </p:nvSpPr>
            <p:spPr>
              <a:xfrm>
                <a:off x="5760280" y="62494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19" name="Oval 6518">
                <a:extLst>
                  <a:ext uri="{FF2B5EF4-FFF2-40B4-BE49-F238E27FC236}">
                    <a16:creationId xmlns:a16="http://schemas.microsoft.com/office/drawing/2014/main" id="{DF607754-55CB-83A0-D7FC-B0FD328E9D2C}"/>
                  </a:ext>
                </a:extLst>
              </p:cNvPr>
              <p:cNvSpPr/>
              <p:nvPr/>
            </p:nvSpPr>
            <p:spPr>
              <a:xfrm>
                <a:off x="5860444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0" name="Oval 6519">
                <a:extLst>
                  <a:ext uri="{FF2B5EF4-FFF2-40B4-BE49-F238E27FC236}">
                    <a16:creationId xmlns:a16="http://schemas.microsoft.com/office/drawing/2014/main" id="{2E4AA05A-0B23-B58B-97CE-CC9E679BA514}"/>
                  </a:ext>
                </a:extLst>
              </p:cNvPr>
              <p:cNvSpPr/>
              <p:nvPr/>
            </p:nvSpPr>
            <p:spPr>
              <a:xfrm>
                <a:off x="5635371" y="6330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1" name="Oval 6520">
                <a:extLst>
                  <a:ext uri="{FF2B5EF4-FFF2-40B4-BE49-F238E27FC236}">
                    <a16:creationId xmlns:a16="http://schemas.microsoft.com/office/drawing/2014/main" id="{47967869-BC07-C383-EBEE-C0C71417CC6D}"/>
                  </a:ext>
                </a:extLst>
              </p:cNvPr>
              <p:cNvSpPr/>
              <p:nvPr/>
            </p:nvSpPr>
            <p:spPr>
              <a:xfrm>
                <a:off x="6266757" y="55033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2" name="Oval 6521">
                <a:extLst>
                  <a:ext uri="{FF2B5EF4-FFF2-40B4-BE49-F238E27FC236}">
                    <a16:creationId xmlns:a16="http://schemas.microsoft.com/office/drawing/2014/main" id="{CC796C86-F74E-A5BF-51FB-3F769A77E5AE}"/>
                  </a:ext>
                </a:extLst>
              </p:cNvPr>
              <p:cNvSpPr/>
              <p:nvPr/>
            </p:nvSpPr>
            <p:spPr>
              <a:xfrm>
                <a:off x="6164059" y="5596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3" name="Oval 6522">
                <a:extLst>
                  <a:ext uri="{FF2B5EF4-FFF2-40B4-BE49-F238E27FC236}">
                    <a16:creationId xmlns:a16="http://schemas.microsoft.com/office/drawing/2014/main" id="{EB829465-0655-1F38-CA23-9A5BB593526B}"/>
                  </a:ext>
                </a:extLst>
              </p:cNvPr>
              <p:cNvSpPr/>
              <p:nvPr/>
            </p:nvSpPr>
            <p:spPr>
              <a:xfrm>
                <a:off x="5751243" y="60653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4" name="Oval 6523">
                <a:extLst>
                  <a:ext uri="{FF2B5EF4-FFF2-40B4-BE49-F238E27FC236}">
                    <a16:creationId xmlns:a16="http://schemas.microsoft.com/office/drawing/2014/main" id="{F92137AC-7302-253F-C91B-F8957CD945D0}"/>
                  </a:ext>
                </a:extLst>
              </p:cNvPr>
              <p:cNvSpPr/>
              <p:nvPr/>
            </p:nvSpPr>
            <p:spPr>
              <a:xfrm>
                <a:off x="5481747" y="60968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5" name="Oval 6524">
                <a:extLst>
                  <a:ext uri="{FF2B5EF4-FFF2-40B4-BE49-F238E27FC236}">
                    <a16:creationId xmlns:a16="http://schemas.microsoft.com/office/drawing/2014/main" id="{9FD4BA68-5E2B-15C8-660C-AFCFF021B629}"/>
                  </a:ext>
                </a:extLst>
              </p:cNvPr>
              <p:cNvSpPr/>
              <p:nvPr/>
            </p:nvSpPr>
            <p:spPr>
              <a:xfrm>
                <a:off x="5683088" y="60858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6" name="Oval 6525">
                <a:extLst>
                  <a:ext uri="{FF2B5EF4-FFF2-40B4-BE49-F238E27FC236}">
                    <a16:creationId xmlns:a16="http://schemas.microsoft.com/office/drawing/2014/main" id="{132473AA-0AB6-537F-7492-57D1C21928D8}"/>
                  </a:ext>
                </a:extLst>
              </p:cNvPr>
              <p:cNvSpPr/>
              <p:nvPr/>
            </p:nvSpPr>
            <p:spPr>
              <a:xfrm>
                <a:off x="5476427" y="61693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7" name="Oval 6526">
                <a:extLst>
                  <a:ext uri="{FF2B5EF4-FFF2-40B4-BE49-F238E27FC236}">
                    <a16:creationId xmlns:a16="http://schemas.microsoft.com/office/drawing/2014/main" id="{93030BE1-A57B-1B6E-B1FE-6CD2B8016F3D}"/>
                  </a:ext>
                </a:extLst>
              </p:cNvPr>
              <p:cNvSpPr/>
              <p:nvPr/>
            </p:nvSpPr>
            <p:spPr>
              <a:xfrm>
                <a:off x="5446361" y="61896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8" name="Oval 6527">
                <a:extLst>
                  <a:ext uri="{FF2B5EF4-FFF2-40B4-BE49-F238E27FC236}">
                    <a16:creationId xmlns:a16="http://schemas.microsoft.com/office/drawing/2014/main" id="{442A9C5D-5557-BE2A-D874-E8FC034B0851}"/>
                  </a:ext>
                </a:extLst>
              </p:cNvPr>
              <p:cNvSpPr/>
              <p:nvPr/>
            </p:nvSpPr>
            <p:spPr>
              <a:xfrm>
                <a:off x="5558602" y="62705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9" name="Oval 6528">
                <a:extLst>
                  <a:ext uri="{FF2B5EF4-FFF2-40B4-BE49-F238E27FC236}">
                    <a16:creationId xmlns:a16="http://schemas.microsoft.com/office/drawing/2014/main" id="{0FCDFEB0-BBB5-F783-3148-4297DBA3AB0A}"/>
                  </a:ext>
                </a:extLst>
              </p:cNvPr>
              <p:cNvSpPr/>
              <p:nvPr/>
            </p:nvSpPr>
            <p:spPr>
              <a:xfrm>
                <a:off x="5308868" y="59830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0" name="Oval 6529">
                <a:extLst>
                  <a:ext uri="{FF2B5EF4-FFF2-40B4-BE49-F238E27FC236}">
                    <a16:creationId xmlns:a16="http://schemas.microsoft.com/office/drawing/2014/main" id="{7B24990E-CC2B-0D9B-88CF-04218BFE4F3A}"/>
                  </a:ext>
                </a:extLst>
              </p:cNvPr>
              <p:cNvSpPr/>
              <p:nvPr/>
            </p:nvSpPr>
            <p:spPr>
              <a:xfrm>
                <a:off x="5692463" y="6331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1" name="Oval 6530">
                <a:extLst>
                  <a:ext uri="{FF2B5EF4-FFF2-40B4-BE49-F238E27FC236}">
                    <a16:creationId xmlns:a16="http://schemas.microsoft.com/office/drawing/2014/main" id="{4872AD66-B511-15E4-A5D4-6F43D0E832ED}"/>
                  </a:ext>
                </a:extLst>
              </p:cNvPr>
              <p:cNvSpPr/>
              <p:nvPr/>
            </p:nvSpPr>
            <p:spPr>
              <a:xfrm>
                <a:off x="5313260" y="59902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2" name="Oval 6531">
                <a:extLst>
                  <a:ext uri="{FF2B5EF4-FFF2-40B4-BE49-F238E27FC236}">
                    <a16:creationId xmlns:a16="http://schemas.microsoft.com/office/drawing/2014/main" id="{FE6A8548-8C57-DB9B-5182-E73C5FC504C1}"/>
                  </a:ext>
                </a:extLst>
              </p:cNvPr>
              <p:cNvSpPr/>
              <p:nvPr/>
            </p:nvSpPr>
            <p:spPr>
              <a:xfrm>
                <a:off x="5610795" y="63406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3" name="Oval 6532">
                <a:extLst>
                  <a:ext uri="{FF2B5EF4-FFF2-40B4-BE49-F238E27FC236}">
                    <a16:creationId xmlns:a16="http://schemas.microsoft.com/office/drawing/2014/main" id="{F56C3E0B-2D4E-B5F7-B575-5D68A0CF5351}"/>
                  </a:ext>
                </a:extLst>
              </p:cNvPr>
              <p:cNvSpPr/>
              <p:nvPr/>
            </p:nvSpPr>
            <p:spPr>
              <a:xfrm>
                <a:off x="5440871" y="61690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4" name="Oval 6533">
                <a:extLst>
                  <a:ext uri="{FF2B5EF4-FFF2-40B4-BE49-F238E27FC236}">
                    <a16:creationId xmlns:a16="http://schemas.microsoft.com/office/drawing/2014/main" id="{7B20B564-C32F-657F-01C6-CC0F581164A0}"/>
                  </a:ext>
                </a:extLst>
              </p:cNvPr>
              <p:cNvSpPr/>
              <p:nvPr/>
            </p:nvSpPr>
            <p:spPr>
              <a:xfrm>
                <a:off x="5302196" y="600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5" name="Oval 6534">
                <a:extLst>
                  <a:ext uri="{FF2B5EF4-FFF2-40B4-BE49-F238E27FC236}">
                    <a16:creationId xmlns:a16="http://schemas.microsoft.com/office/drawing/2014/main" id="{D4C51EA4-1831-CBC8-0D27-5846FC851B04}"/>
                  </a:ext>
                </a:extLst>
              </p:cNvPr>
              <p:cNvSpPr/>
              <p:nvPr/>
            </p:nvSpPr>
            <p:spPr>
              <a:xfrm>
                <a:off x="5516374" y="61486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6" name="Oval 6535">
                <a:extLst>
                  <a:ext uri="{FF2B5EF4-FFF2-40B4-BE49-F238E27FC236}">
                    <a16:creationId xmlns:a16="http://schemas.microsoft.com/office/drawing/2014/main" id="{66CE3751-4FE2-8C0E-72FD-2F5F67D5E322}"/>
                  </a:ext>
                </a:extLst>
              </p:cNvPr>
              <p:cNvSpPr/>
              <p:nvPr/>
            </p:nvSpPr>
            <p:spPr>
              <a:xfrm>
                <a:off x="5558179" y="64024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7" name="Oval 6536">
                <a:extLst>
                  <a:ext uri="{FF2B5EF4-FFF2-40B4-BE49-F238E27FC236}">
                    <a16:creationId xmlns:a16="http://schemas.microsoft.com/office/drawing/2014/main" id="{C34189EE-5C96-C77D-56EA-FB7B156B7A2D}"/>
                  </a:ext>
                </a:extLst>
              </p:cNvPr>
              <p:cNvSpPr/>
              <p:nvPr/>
            </p:nvSpPr>
            <p:spPr>
              <a:xfrm>
                <a:off x="5565611" y="63537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8" name="Oval 6537">
                <a:extLst>
                  <a:ext uri="{FF2B5EF4-FFF2-40B4-BE49-F238E27FC236}">
                    <a16:creationId xmlns:a16="http://schemas.microsoft.com/office/drawing/2014/main" id="{2A9548EA-E740-D9FB-97FD-DE81B0044653}"/>
                  </a:ext>
                </a:extLst>
              </p:cNvPr>
              <p:cNvSpPr/>
              <p:nvPr/>
            </p:nvSpPr>
            <p:spPr>
              <a:xfrm>
                <a:off x="6192690" y="5678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39" name="Oval 6538">
                <a:extLst>
                  <a:ext uri="{FF2B5EF4-FFF2-40B4-BE49-F238E27FC236}">
                    <a16:creationId xmlns:a16="http://schemas.microsoft.com/office/drawing/2014/main" id="{35D0F86C-7E31-6FDE-1E7D-DAA67597EE3B}"/>
                  </a:ext>
                </a:extLst>
              </p:cNvPr>
              <p:cNvSpPr/>
              <p:nvPr/>
            </p:nvSpPr>
            <p:spPr>
              <a:xfrm>
                <a:off x="6198686" y="5598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0" name="Oval 6539">
                <a:extLst>
                  <a:ext uri="{FF2B5EF4-FFF2-40B4-BE49-F238E27FC236}">
                    <a16:creationId xmlns:a16="http://schemas.microsoft.com/office/drawing/2014/main" id="{8C639E31-5D31-D02E-1B42-97EF1A426AB6}"/>
                  </a:ext>
                </a:extLst>
              </p:cNvPr>
              <p:cNvSpPr/>
              <p:nvPr/>
            </p:nvSpPr>
            <p:spPr>
              <a:xfrm>
                <a:off x="5554041" y="6384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1" name="Oval 6540">
                <a:extLst>
                  <a:ext uri="{FF2B5EF4-FFF2-40B4-BE49-F238E27FC236}">
                    <a16:creationId xmlns:a16="http://schemas.microsoft.com/office/drawing/2014/main" id="{6E7DA3BA-E11D-14CB-73A4-55FA2CF2B99D}"/>
                  </a:ext>
                </a:extLst>
              </p:cNvPr>
              <p:cNvSpPr/>
              <p:nvPr/>
            </p:nvSpPr>
            <p:spPr>
              <a:xfrm>
                <a:off x="5559784" y="62994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2" name="Oval 6541">
                <a:extLst>
                  <a:ext uri="{FF2B5EF4-FFF2-40B4-BE49-F238E27FC236}">
                    <a16:creationId xmlns:a16="http://schemas.microsoft.com/office/drawing/2014/main" id="{3FAF4E35-AEDC-1138-9FA3-8778214B9F57}"/>
                  </a:ext>
                </a:extLst>
              </p:cNvPr>
              <p:cNvSpPr/>
              <p:nvPr/>
            </p:nvSpPr>
            <p:spPr>
              <a:xfrm>
                <a:off x="6227907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3" name="Oval 6542">
                <a:extLst>
                  <a:ext uri="{FF2B5EF4-FFF2-40B4-BE49-F238E27FC236}">
                    <a16:creationId xmlns:a16="http://schemas.microsoft.com/office/drawing/2014/main" id="{57646828-B6E7-6534-FB2D-0197E97914CE}"/>
                  </a:ext>
                </a:extLst>
              </p:cNvPr>
              <p:cNvSpPr/>
              <p:nvPr/>
            </p:nvSpPr>
            <p:spPr>
              <a:xfrm>
                <a:off x="5750061" y="63022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4" name="Oval 6543">
                <a:extLst>
                  <a:ext uri="{FF2B5EF4-FFF2-40B4-BE49-F238E27FC236}">
                    <a16:creationId xmlns:a16="http://schemas.microsoft.com/office/drawing/2014/main" id="{3634A4CD-4AFC-8E9B-D5B8-0BC156B76F63}"/>
                  </a:ext>
                </a:extLst>
              </p:cNvPr>
              <p:cNvSpPr/>
              <p:nvPr/>
            </p:nvSpPr>
            <p:spPr>
              <a:xfrm>
                <a:off x="6275456" y="5595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5" name="Oval 6544">
                <a:extLst>
                  <a:ext uri="{FF2B5EF4-FFF2-40B4-BE49-F238E27FC236}">
                    <a16:creationId xmlns:a16="http://schemas.microsoft.com/office/drawing/2014/main" id="{B44BF30E-87DE-04B6-199C-866E357D4BE3}"/>
                  </a:ext>
                </a:extLst>
              </p:cNvPr>
              <p:cNvSpPr/>
              <p:nvPr/>
            </p:nvSpPr>
            <p:spPr>
              <a:xfrm>
                <a:off x="5541119" y="63347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6" name="Oval 6545">
                <a:extLst>
                  <a:ext uri="{FF2B5EF4-FFF2-40B4-BE49-F238E27FC236}">
                    <a16:creationId xmlns:a16="http://schemas.microsoft.com/office/drawing/2014/main" id="{74661812-4303-7D38-1BE3-444B7249826A}"/>
                  </a:ext>
                </a:extLst>
              </p:cNvPr>
              <p:cNvSpPr/>
              <p:nvPr/>
            </p:nvSpPr>
            <p:spPr>
              <a:xfrm>
                <a:off x="6238126" y="576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7" name="Oval 6546">
                <a:extLst>
                  <a:ext uri="{FF2B5EF4-FFF2-40B4-BE49-F238E27FC236}">
                    <a16:creationId xmlns:a16="http://schemas.microsoft.com/office/drawing/2014/main" id="{B6C60506-7746-CF98-9F83-1D29CEFD8554}"/>
                  </a:ext>
                </a:extLst>
              </p:cNvPr>
              <p:cNvSpPr/>
              <p:nvPr/>
            </p:nvSpPr>
            <p:spPr>
              <a:xfrm>
                <a:off x="5549734" y="6391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8" name="Oval 6547">
                <a:extLst>
                  <a:ext uri="{FF2B5EF4-FFF2-40B4-BE49-F238E27FC236}">
                    <a16:creationId xmlns:a16="http://schemas.microsoft.com/office/drawing/2014/main" id="{2E066C9B-50C3-7600-DA42-5E2EDC48BF7B}"/>
                  </a:ext>
                </a:extLst>
              </p:cNvPr>
              <p:cNvSpPr/>
              <p:nvPr/>
            </p:nvSpPr>
            <p:spPr>
              <a:xfrm>
                <a:off x="6210087" y="56553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9" name="Oval 6548">
                <a:extLst>
                  <a:ext uri="{FF2B5EF4-FFF2-40B4-BE49-F238E27FC236}">
                    <a16:creationId xmlns:a16="http://schemas.microsoft.com/office/drawing/2014/main" id="{4B602DB9-B630-E2EF-8BA8-A9B027E715F7}"/>
                  </a:ext>
                </a:extLst>
              </p:cNvPr>
              <p:cNvSpPr/>
              <p:nvPr/>
            </p:nvSpPr>
            <p:spPr>
              <a:xfrm>
                <a:off x="6202655" y="5474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0" name="Oval 6549">
                <a:extLst>
                  <a:ext uri="{FF2B5EF4-FFF2-40B4-BE49-F238E27FC236}">
                    <a16:creationId xmlns:a16="http://schemas.microsoft.com/office/drawing/2014/main" id="{086A652E-97AA-C4E0-F07D-DE35166056BD}"/>
                  </a:ext>
                </a:extLst>
              </p:cNvPr>
              <p:cNvSpPr/>
              <p:nvPr/>
            </p:nvSpPr>
            <p:spPr>
              <a:xfrm>
                <a:off x="6195983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1" name="Oval 6550">
                <a:extLst>
                  <a:ext uri="{FF2B5EF4-FFF2-40B4-BE49-F238E27FC236}">
                    <a16:creationId xmlns:a16="http://schemas.microsoft.com/office/drawing/2014/main" id="{BA670CFF-2CFE-D97F-B063-066980BB9DA1}"/>
                  </a:ext>
                </a:extLst>
              </p:cNvPr>
              <p:cNvSpPr/>
              <p:nvPr/>
            </p:nvSpPr>
            <p:spPr>
              <a:xfrm>
                <a:off x="5599984" y="62072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2" name="Oval 6551">
                <a:extLst>
                  <a:ext uri="{FF2B5EF4-FFF2-40B4-BE49-F238E27FC236}">
                    <a16:creationId xmlns:a16="http://schemas.microsoft.com/office/drawing/2014/main" id="{DE3C75E8-237B-E52C-37FD-BEFE6E65EB4B}"/>
                  </a:ext>
                </a:extLst>
              </p:cNvPr>
              <p:cNvSpPr/>
              <p:nvPr/>
            </p:nvSpPr>
            <p:spPr>
              <a:xfrm>
                <a:off x="5490700" y="61971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3" name="Oval 6552">
                <a:extLst>
                  <a:ext uri="{FF2B5EF4-FFF2-40B4-BE49-F238E27FC236}">
                    <a16:creationId xmlns:a16="http://schemas.microsoft.com/office/drawing/2014/main" id="{5F3651DE-8BF5-D71E-F746-98060A231AC2}"/>
                  </a:ext>
                </a:extLst>
              </p:cNvPr>
              <p:cNvSpPr/>
              <p:nvPr/>
            </p:nvSpPr>
            <p:spPr>
              <a:xfrm>
                <a:off x="5642043" y="6070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4" name="Oval 6553">
                <a:extLst>
                  <a:ext uri="{FF2B5EF4-FFF2-40B4-BE49-F238E27FC236}">
                    <a16:creationId xmlns:a16="http://schemas.microsoft.com/office/drawing/2014/main" id="{F3A1789F-8403-3C7D-21C9-5805561AD77B}"/>
                  </a:ext>
                </a:extLst>
              </p:cNvPr>
              <p:cNvSpPr/>
              <p:nvPr/>
            </p:nvSpPr>
            <p:spPr>
              <a:xfrm>
                <a:off x="5588499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5" name="Oval 6554">
                <a:extLst>
                  <a:ext uri="{FF2B5EF4-FFF2-40B4-BE49-F238E27FC236}">
                    <a16:creationId xmlns:a16="http://schemas.microsoft.com/office/drawing/2014/main" id="{044D24F5-B847-E92C-AFBE-0CB1186AD898}"/>
                  </a:ext>
                </a:extLst>
              </p:cNvPr>
              <p:cNvSpPr/>
              <p:nvPr/>
            </p:nvSpPr>
            <p:spPr>
              <a:xfrm>
                <a:off x="5368324" y="59983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6" name="Oval 6555">
                <a:extLst>
                  <a:ext uri="{FF2B5EF4-FFF2-40B4-BE49-F238E27FC236}">
                    <a16:creationId xmlns:a16="http://schemas.microsoft.com/office/drawing/2014/main" id="{9D8D8360-E1B1-6645-0361-4F540FED4B03}"/>
                  </a:ext>
                </a:extLst>
              </p:cNvPr>
              <p:cNvSpPr/>
              <p:nvPr/>
            </p:nvSpPr>
            <p:spPr>
              <a:xfrm>
                <a:off x="5761462" y="60089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7" name="Oval 6556">
                <a:extLst>
                  <a:ext uri="{FF2B5EF4-FFF2-40B4-BE49-F238E27FC236}">
                    <a16:creationId xmlns:a16="http://schemas.microsoft.com/office/drawing/2014/main" id="{5D94A969-F467-A5F3-539D-D40CA3491172}"/>
                  </a:ext>
                </a:extLst>
              </p:cNvPr>
              <p:cNvSpPr/>
              <p:nvPr/>
            </p:nvSpPr>
            <p:spPr>
              <a:xfrm>
                <a:off x="5655471" y="59884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8" name="Oval 6557">
                <a:extLst>
                  <a:ext uri="{FF2B5EF4-FFF2-40B4-BE49-F238E27FC236}">
                    <a16:creationId xmlns:a16="http://schemas.microsoft.com/office/drawing/2014/main" id="{764B603A-7095-6F4A-D38C-39587187CAD0}"/>
                  </a:ext>
                </a:extLst>
              </p:cNvPr>
              <p:cNvSpPr/>
              <p:nvPr/>
            </p:nvSpPr>
            <p:spPr>
              <a:xfrm>
                <a:off x="5464603" y="615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9" name="Oval 6558">
                <a:extLst>
                  <a:ext uri="{FF2B5EF4-FFF2-40B4-BE49-F238E27FC236}">
                    <a16:creationId xmlns:a16="http://schemas.microsoft.com/office/drawing/2014/main" id="{DF9197E7-D307-7745-A51E-301653786F45}"/>
                  </a:ext>
                </a:extLst>
              </p:cNvPr>
              <p:cNvSpPr/>
              <p:nvPr/>
            </p:nvSpPr>
            <p:spPr>
              <a:xfrm>
                <a:off x="5690351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0" name="Oval 6559">
                <a:extLst>
                  <a:ext uri="{FF2B5EF4-FFF2-40B4-BE49-F238E27FC236}">
                    <a16:creationId xmlns:a16="http://schemas.microsoft.com/office/drawing/2014/main" id="{F0702A8F-8F69-76C4-201F-3D06466B91A9}"/>
                  </a:ext>
                </a:extLst>
              </p:cNvPr>
              <p:cNvSpPr/>
              <p:nvPr/>
            </p:nvSpPr>
            <p:spPr>
              <a:xfrm>
                <a:off x="5552436" y="6403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1" name="Oval 6560">
                <a:extLst>
                  <a:ext uri="{FF2B5EF4-FFF2-40B4-BE49-F238E27FC236}">
                    <a16:creationId xmlns:a16="http://schemas.microsoft.com/office/drawing/2014/main" id="{746E9CD0-597B-865C-8B93-53C977B9CAEF}"/>
                  </a:ext>
                </a:extLst>
              </p:cNvPr>
              <p:cNvSpPr/>
              <p:nvPr/>
            </p:nvSpPr>
            <p:spPr>
              <a:xfrm>
                <a:off x="5661721" y="62040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2" name="Oval 6561">
                <a:extLst>
                  <a:ext uri="{FF2B5EF4-FFF2-40B4-BE49-F238E27FC236}">
                    <a16:creationId xmlns:a16="http://schemas.microsoft.com/office/drawing/2014/main" id="{9DB992C9-28BD-8A2F-1DB8-67BAB4FDF42F}"/>
                  </a:ext>
                </a:extLst>
              </p:cNvPr>
              <p:cNvSpPr/>
              <p:nvPr/>
            </p:nvSpPr>
            <p:spPr>
              <a:xfrm>
                <a:off x="5329560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3" name="Oval 6562">
                <a:extLst>
                  <a:ext uri="{FF2B5EF4-FFF2-40B4-BE49-F238E27FC236}">
                    <a16:creationId xmlns:a16="http://schemas.microsoft.com/office/drawing/2014/main" id="{B7F8F51E-1E63-9A67-BC00-E4AD167AB3D4}"/>
                  </a:ext>
                </a:extLst>
              </p:cNvPr>
              <p:cNvSpPr/>
              <p:nvPr/>
            </p:nvSpPr>
            <p:spPr>
              <a:xfrm>
                <a:off x="5888821" y="63172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4" name="Oval 6563">
                <a:extLst>
                  <a:ext uri="{FF2B5EF4-FFF2-40B4-BE49-F238E27FC236}">
                    <a16:creationId xmlns:a16="http://schemas.microsoft.com/office/drawing/2014/main" id="{279946CB-91AA-80C6-A16F-C609BF951371}"/>
                  </a:ext>
                </a:extLst>
              </p:cNvPr>
              <p:cNvSpPr/>
              <p:nvPr/>
            </p:nvSpPr>
            <p:spPr>
              <a:xfrm>
                <a:off x="5397208" y="59887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5" name="Oval 6564">
                <a:extLst>
                  <a:ext uri="{FF2B5EF4-FFF2-40B4-BE49-F238E27FC236}">
                    <a16:creationId xmlns:a16="http://schemas.microsoft.com/office/drawing/2014/main" id="{C8A110CF-01CA-BF33-C1C5-59714D7E67FC}"/>
                  </a:ext>
                </a:extLst>
              </p:cNvPr>
              <p:cNvSpPr/>
              <p:nvPr/>
            </p:nvSpPr>
            <p:spPr>
              <a:xfrm>
                <a:off x="5501848" y="61950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6" name="Oval 6565">
                <a:extLst>
                  <a:ext uri="{FF2B5EF4-FFF2-40B4-BE49-F238E27FC236}">
                    <a16:creationId xmlns:a16="http://schemas.microsoft.com/office/drawing/2014/main" id="{04BEE827-0DF3-95A4-BF9D-C2A2E7630031}"/>
                  </a:ext>
                </a:extLst>
              </p:cNvPr>
              <p:cNvSpPr/>
              <p:nvPr/>
            </p:nvSpPr>
            <p:spPr>
              <a:xfrm>
                <a:off x="6248092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7" name="Oval 6566">
                <a:extLst>
                  <a:ext uri="{FF2B5EF4-FFF2-40B4-BE49-F238E27FC236}">
                    <a16:creationId xmlns:a16="http://schemas.microsoft.com/office/drawing/2014/main" id="{E58C192A-BDE8-1293-CC13-693086FFC49B}"/>
                  </a:ext>
                </a:extLst>
              </p:cNvPr>
              <p:cNvSpPr/>
              <p:nvPr/>
            </p:nvSpPr>
            <p:spPr>
              <a:xfrm>
                <a:off x="5686466" y="62558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8" name="Oval 6567">
                <a:extLst>
                  <a:ext uri="{FF2B5EF4-FFF2-40B4-BE49-F238E27FC236}">
                    <a16:creationId xmlns:a16="http://schemas.microsoft.com/office/drawing/2014/main" id="{8C429250-AA7C-EC67-F3C8-BCDE9094CF27}"/>
                  </a:ext>
                </a:extLst>
              </p:cNvPr>
              <p:cNvSpPr/>
              <p:nvPr/>
            </p:nvSpPr>
            <p:spPr>
              <a:xfrm>
                <a:off x="5545004" y="631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9" name="Oval 6568">
                <a:extLst>
                  <a:ext uri="{FF2B5EF4-FFF2-40B4-BE49-F238E27FC236}">
                    <a16:creationId xmlns:a16="http://schemas.microsoft.com/office/drawing/2014/main" id="{9A8C988E-2FB2-F95E-8B31-5157BC21C216}"/>
                  </a:ext>
                </a:extLst>
              </p:cNvPr>
              <p:cNvSpPr/>
              <p:nvPr/>
            </p:nvSpPr>
            <p:spPr>
              <a:xfrm>
                <a:off x="5594579" y="62646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0" name="Oval 6569">
                <a:extLst>
                  <a:ext uri="{FF2B5EF4-FFF2-40B4-BE49-F238E27FC236}">
                    <a16:creationId xmlns:a16="http://schemas.microsoft.com/office/drawing/2014/main" id="{071CCE4F-611E-86BC-0B81-D7D4459133FE}"/>
                  </a:ext>
                </a:extLst>
              </p:cNvPr>
              <p:cNvSpPr/>
              <p:nvPr/>
            </p:nvSpPr>
            <p:spPr>
              <a:xfrm>
                <a:off x="5356247" y="5993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1" name="Oval 6570">
                <a:extLst>
                  <a:ext uri="{FF2B5EF4-FFF2-40B4-BE49-F238E27FC236}">
                    <a16:creationId xmlns:a16="http://schemas.microsoft.com/office/drawing/2014/main" id="{590B247B-285E-3F21-A704-8F94BF0EE005}"/>
                  </a:ext>
                </a:extLst>
              </p:cNvPr>
              <p:cNvSpPr/>
              <p:nvPr/>
            </p:nvSpPr>
            <p:spPr>
              <a:xfrm>
                <a:off x="5607670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2" name="Oval 6571">
                <a:extLst>
                  <a:ext uri="{FF2B5EF4-FFF2-40B4-BE49-F238E27FC236}">
                    <a16:creationId xmlns:a16="http://schemas.microsoft.com/office/drawing/2014/main" id="{E439BE83-BBE8-E989-58E3-6A82B677424D}"/>
                  </a:ext>
                </a:extLst>
              </p:cNvPr>
              <p:cNvSpPr/>
              <p:nvPr/>
            </p:nvSpPr>
            <p:spPr>
              <a:xfrm>
                <a:off x="5826831" y="62397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3" name="Oval 6572">
                <a:extLst>
                  <a:ext uri="{FF2B5EF4-FFF2-40B4-BE49-F238E27FC236}">
                    <a16:creationId xmlns:a16="http://schemas.microsoft.com/office/drawing/2014/main" id="{D0210FBF-BC2F-5C50-7A5D-F3B84612224F}"/>
                  </a:ext>
                </a:extLst>
              </p:cNvPr>
              <p:cNvSpPr/>
              <p:nvPr/>
            </p:nvSpPr>
            <p:spPr>
              <a:xfrm>
                <a:off x="6124028" y="67776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4" name="Oval 6573">
                <a:extLst>
                  <a:ext uri="{FF2B5EF4-FFF2-40B4-BE49-F238E27FC236}">
                    <a16:creationId xmlns:a16="http://schemas.microsoft.com/office/drawing/2014/main" id="{B91EAA98-8CA2-919A-981E-CE72A893E7A0}"/>
                  </a:ext>
                </a:extLst>
              </p:cNvPr>
              <p:cNvSpPr/>
              <p:nvPr/>
            </p:nvSpPr>
            <p:spPr>
              <a:xfrm>
                <a:off x="5392394" y="59668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5" name="Oval 6574">
                <a:extLst>
                  <a:ext uri="{FF2B5EF4-FFF2-40B4-BE49-F238E27FC236}">
                    <a16:creationId xmlns:a16="http://schemas.microsoft.com/office/drawing/2014/main" id="{58F8CB9A-8007-8567-9359-AAAA9E17A362}"/>
                  </a:ext>
                </a:extLst>
              </p:cNvPr>
              <p:cNvSpPr/>
              <p:nvPr/>
            </p:nvSpPr>
            <p:spPr>
              <a:xfrm>
                <a:off x="5469586" y="621022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6" name="Oval 6575">
                <a:extLst>
                  <a:ext uri="{FF2B5EF4-FFF2-40B4-BE49-F238E27FC236}">
                    <a16:creationId xmlns:a16="http://schemas.microsoft.com/office/drawing/2014/main" id="{E7444A7E-77A9-DDB4-88B3-DB7B2AF009A7}"/>
                  </a:ext>
                </a:extLst>
              </p:cNvPr>
              <p:cNvSpPr/>
              <p:nvPr/>
            </p:nvSpPr>
            <p:spPr>
              <a:xfrm>
                <a:off x="6230863" y="547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7" name="Oval 6576">
                <a:extLst>
                  <a:ext uri="{FF2B5EF4-FFF2-40B4-BE49-F238E27FC236}">
                    <a16:creationId xmlns:a16="http://schemas.microsoft.com/office/drawing/2014/main" id="{DBB6B271-448F-D67B-0A98-75D755079CFB}"/>
                  </a:ext>
                </a:extLst>
              </p:cNvPr>
              <p:cNvSpPr/>
              <p:nvPr/>
            </p:nvSpPr>
            <p:spPr>
              <a:xfrm>
                <a:off x="5762898" y="5957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8" name="Oval 6577">
                <a:extLst>
                  <a:ext uri="{FF2B5EF4-FFF2-40B4-BE49-F238E27FC236}">
                    <a16:creationId xmlns:a16="http://schemas.microsoft.com/office/drawing/2014/main" id="{808BE1F4-17B3-DEA9-D4B3-C3BC69A09867}"/>
                  </a:ext>
                </a:extLst>
              </p:cNvPr>
              <p:cNvSpPr/>
              <p:nvPr/>
            </p:nvSpPr>
            <p:spPr>
              <a:xfrm>
                <a:off x="5739166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79" name="Oval 6578">
                <a:extLst>
                  <a:ext uri="{FF2B5EF4-FFF2-40B4-BE49-F238E27FC236}">
                    <a16:creationId xmlns:a16="http://schemas.microsoft.com/office/drawing/2014/main" id="{6EE4294B-7042-588D-4244-6F07D4549B8A}"/>
                  </a:ext>
                </a:extLst>
              </p:cNvPr>
              <p:cNvSpPr/>
              <p:nvPr/>
            </p:nvSpPr>
            <p:spPr>
              <a:xfrm>
                <a:off x="5477356" y="62241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0" name="Oval 6579">
                <a:extLst>
                  <a:ext uri="{FF2B5EF4-FFF2-40B4-BE49-F238E27FC236}">
                    <a16:creationId xmlns:a16="http://schemas.microsoft.com/office/drawing/2014/main" id="{F4896DFA-E36D-D8C3-D76B-599C1EAC439B}"/>
                  </a:ext>
                </a:extLst>
              </p:cNvPr>
              <p:cNvSpPr/>
              <p:nvPr/>
            </p:nvSpPr>
            <p:spPr>
              <a:xfrm>
                <a:off x="5576928" y="63798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1" name="Oval 6580">
                <a:extLst>
                  <a:ext uri="{FF2B5EF4-FFF2-40B4-BE49-F238E27FC236}">
                    <a16:creationId xmlns:a16="http://schemas.microsoft.com/office/drawing/2014/main" id="{44407D97-746A-2A1A-8FFF-B214F67C6F51}"/>
                  </a:ext>
                </a:extLst>
              </p:cNvPr>
              <p:cNvSpPr/>
              <p:nvPr/>
            </p:nvSpPr>
            <p:spPr>
              <a:xfrm>
                <a:off x="5441209" y="614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2" name="Oval 6581">
                <a:extLst>
                  <a:ext uri="{FF2B5EF4-FFF2-40B4-BE49-F238E27FC236}">
                    <a16:creationId xmlns:a16="http://schemas.microsoft.com/office/drawing/2014/main" id="{E70D47BB-75F4-8150-21F5-3F871479A26B}"/>
                  </a:ext>
                </a:extLst>
              </p:cNvPr>
              <p:cNvSpPr/>
              <p:nvPr/>
            </p:nvSpPr>
            <p:spPr>
              <a:xfrm>
                <a:off x="6338290" y="63987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3" name="Oval 6582">
                <a:extLst>
                  <a:ext uri="{FF2B5EF4-FFF2-40B4-BE49-F238E27FC236}">
                    <a16:creationId xmlns:a16="http://schemas.microsoft.com/office/drawing/2014/main" id="{D2E7CC85-E8AB-C518-0381-ED1FF87D71FD}"/>
                  </a:ext>
                </a:extLst>
              </p:cNvPr>
              <p:cNvSpPr/>
              <p:nvPr/>
            </p:nvSpPr>
            <p:spPr>
              <a:xfrm>
                <a:off x="5617129" y="64103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4" name="Oval 6583">
                <a:extLst>
                  <a:ext uri="{FF2B5EF4-FFF2-40B4-BE49-F238E27FC236}">
                    <a16:creationId xmlns:a16="http://schemas.microsoft.com/office/drawing/2014/main" id="{C261C55A-606E-62A2-3E40-934E4C137BD8}"/>
                  </a:ext>
                </a:extLst>
              </p:cNvPr>
              <p:cNvSpPr/>
              <p:nvPr/>
            </p:nvSpPr>
            <p:spPr>
              <a:xfrm>
                <a:off x="5489602" y="61571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5" name="Oval 6584">
                <a:extLst>
                  <a:ext uri="{FF2B5EF4-FFF2-40B4-BE49-F238E27FC236}">
                    <a16:creationId xmlns:a16="http://schemas.microsoft.com/office/drawing/2014/main" id="{8182F650-4477-5534-E3CC-8509E8F8C32C}"/>
                  </a:ext>
                </a:extLst>
              </p:cNvPr>
              <p:cNvSpPr/>
              <p:nvPr/>
            </p:nvSpPr>
            <p:spPr>
              <a:xfrm>
                <a:off x="5459367" y="62048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6" name="Oval 6585">
                <a:extLst>
                  <a:ext uri="{FF2B5EF4-FFF2-40B4-BE49-F238E27FC236}">
                    <a16:creationId xmlns:a16="http://schemas.microsoft.com/office/drawing/2014/main" id="{09DA78F3-7889-9CB9-CEBC-FCEAC2A2F0C6}"/>
                  </a:ext>
                </a:extLst>
              </p:cNvPr>
              <p:cNvSpPr/>
              <p:nvPr/>
            </p:nvSpPr>
            <p:spPr>
              <a:xfrm>
                <a:off x="5674981" y="61069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7" name="Oval 6586">
                <a:extLst>
                  <a:ext uri="{FF2B5EF4-FFF2-40B4-BE49-F238E27FC236}">
                    <a16:creationId xmlns:a16="http://schemas.microsoft.com/office/drawing/2014/main" id="{DFD70689-7061-1884-92BC-F5D1456FAC9F}"/>
                  </a:ext>
                </a:extLst>
              </p:cNvPr>
              <p:cNvSpPr/>
              <p:nvPr/>
            </p:nvSpPr>
            <p:spPr>
              <a:xfrm>
                <a:off x="6233735" y="55068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8" name="Oval 6587">
                <a:extLst>
                  <a:ext uri="{FF2B5EF4-FFF2-40B4-BE49-F238E27FC236}">
                    <a16:creationId xmlns:a16="http://schemas.microsoft.com/office/drawing/2014/main" id="{31C4E824-D8A6-81C5-E944-99D0F4F00697}"/>
                  </a:ext>
                </a:extLst>
              </p:cNvPr>
              <p:cNvSpPr/>
              <p:nvPr/>
            </p:nvSpPr>
            <p:spPr>
              <a:xfrm>
                <a:off x="5441885" y="61945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9" name="Oval 6588">
                <a:extLst>
                  <a:ext uri="{FF2B5EF4-FFF2-40B4-BE49-F238E27FC236}">
                    <a16:creationId xmlns:a16="http://schemas.microsoft.com/office/drawing/2014/main" id="{16E9FF39-B27D-13D8-2A71-69F2C847222A}"/>
                  </a:ext>
                </a:extLst>
              </p:cNvPr>
              <p:cNvSpPr/>
              <p:nvPr/>
            </p:nvSpPr>
            <p:spPr>
              <a:xfrm>
                <a:off x="5635625" y="63475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0" name="Oval 6589">
                <a:extLst>
                  <a:ext uri="{FF2B5EF4-FFF2-40B4-BE49-F238E27FC236}">
                    <a16:creationId xmlns:a16="http://schemas.microsoft.com/office/drawing/2014/main" id="{3CC3B9CC-B330-B428-E206-A7F120C0054B}"/>
                  </a:ext>
                </a:extLst>
              </p:cNvPr>
              <p:cNvSpPr/>
              <p:nvPr/>
            </p:nvSpPr>
            <p:spPr>
              <a:xfrm>
                <a:off x="5467052" y="61131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1" name="Oval 6590">
                <a:extLst>
                  <a:ext uri="{FF2B5EF4-FFF2-40B4-BE49-F238E27FC236}">
                    <a16:creationId xmlns:a16="http://schemas.microsoft.com/office/drawing/2014/main" id="{590CA770-603C-BC94-EB61-0A3B44332A6F}"/>
                  </a:ext>
                </a:extLst>
              </p:cNvPr>
              <p:cNvSpPr/>
              <p:nvPr/>
            </p:nvSpPr>
            <p:spPr>
              <a:xfrm>
                <a:off x="5592975" y="61681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2" name="Oval 6591">
                <a:extLst>
                  <a:ext uri="{FF2B5EF4-FFF2-40B4-BE49-F238E27FC236}">
                    <a16:creationId xmlns:a16="http://schemas.microsoft.com/office/drawing/2014/main" id="{62AAC98A-F3B8-2C40-17CA-67834D090C58}"/>
                  </a:ext>
                </a:extLst>
              </p:cNvPr>
              <p:cNvSpPr/>
              <p:nvPr/>
            </p:nvSpPr>
            <p:spPr>
              <a:xfrm>
                <a:off x="5781225" y="6078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3" name="Oval 6592">
                <a:extLst>
                  <a:ext uri="{FF2B5EF4-FFF2-40B4-BE49-F238E27FC236}">
                    <a16:creationId xmlns:a16="http://schemas.microsoft.com/office/drawing/2014/main" id="{DABB0D63-AEB5-0EF4-9238-A709E8C16148}"/>
                  </a:ext>
                </a:extLst>
              </p:cNvPr>
              <p:cNvSpPr/>
              <p:nvPr/>
            </p:nvSpPr>
            <p:spPr>
              <a:xfrm>
                <a:off x="6206118" y="5507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4" name="Oval 6593">
                <a:extLst>
                  <a:ext uri="{FF2B5EF4-FFF2-40B4-BE49-F238E27FC236}">
                    <a16:creationId xmlns:a16="http://schemas.microsoft.com/office/drawing/2014/main" id="{50FF279E-5AF8-CA43-E8C8-CB336EEEFEE7}"/>
                  </a:ext>
                </a:extLst>
              </p:cNvPr>
              <p:cNvSpPr/>
              <p:nvPr/>
            </p:nvSpPr>
            <p:spPr>
              <a:xfrm>
                <a:off x="5647195" y="62426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5" name="Oval 6594">
                <a:extLst>
                  <a:ext uri="{FF2B5EF4-FFF2-40B4-BE49-F238E27FC236}">
                    <a16:creationId xmlns:a16="http://schemas.microsoft.com/office/drawing/2014/main" id="{09F2C832-C469-2940-6EA1-D8A3AD296815}"/>
                  </a:ext>
                </a:extLst>
              </p:cNvPr>
              <p:cNvSpPr/>
              <p:nvPr/>
            </p:nvSpPr>
            <p:spPr>
              <a:xfrm>
                <a:off x="6225880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6" name="Oval 6595">
                <a:extLst>
                  <a:ext uri="{FF2B5EF4-FFF2-40B4-BE49-F238E27FC236}">
                    <a16:creationId xmlns:a16="http://schemas.microsoft.com/office/drawing/2014/main" id="{66812438-666D-BD09-C814-6B83BBECB87B}"/>
                  </a:ext>
                </a:extLst>
              </p:cNvPr>
              <p:cNvSpPr/>
              <p:nvPr/>
            </p:nvSpPr>
            <p:spPr>
              <a:xfrm>
                <a:off x="6256538" y="55329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7" name="Oval 6596">
                <a:extLst>
                  <a:ext uri="{FF2B5EF4-FFF2-40B4-BE49-F238E27FC236}">
                    <a16:creationId xmlns:a16="http://schemas.microsoft.com/office/drawing/2014/main" id="{7D5054A3-52BC-D5D4-94F1-ABD6C05F12B6}"/>
                  </a:ext>
                </a:extLst>
              </p:cNvPr>
              <p:cNvSpPr/>
              <p:nvPr/>
            </p:nvSpPr>
            <p:spPr>
              <a:xfrm>
                <a:off x="6783283" y="52217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8" name="Oval 6597">
                <a:extLst>
                  <a:ext uri="{FF2B5EF4-FFF2-40B4-BE49-F238E27FC236}">
                    <a16:creationId xmlns:a16="http://schemas.microsoft.com/office/drawing/2014/main" id="{8C7E506B-6493-BA13-8DE0-A2600A184752}"/>
                  </a:ext>
                </a:extLst>
              </p:cNvPr>
              <p:cNvSpPr/>
              <p:nvPr/>
            </p:nvSpPr>
            <p:spPr>
              <a:xfrm>
                <a:off x="5780465" y="62562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99" name="Oval 6598">
                <a:extLst>
                  <a:ext uri="{FF2B5EF4-FFF2-40B4-BE49-F238E27FC236}">
                    <a16:creationId xmlns:a16="http://schemas.microsoft.com/office/drawing/2014/main" id="{3A11CD4E-4F41-B1A1-D4D4-95452687F2FB}"/>
                  </a:ext>
                </a:extLst>
              </p:cNvPr>
              <p:cNvSpPr/>
              <p:nvPr/>
            </p:nvSpPr>
            <p:spPr>
              <a:xfrm>
                <a:off x="5477947" y="61331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0" name="Oval 6599">
                <a:extLst>
                  <a:ext uri="{FF2B5EF4-FFF2-40B4-BE49-F238E27FC236}">
                    <a16:creationId xmlns:a16="http://schemas.microsoft.com/office/drawing/2014/main" id="{E84EA35A-8ECC-9965-CF70-BD3F91ABC83F}"/>
                  </a:ext>
                </a:extLst>
              </p:cNvPr>
              <p:cNvSpPr/>
              <p:nvPr/>
            </p:nvSpPr>
            <p:spPr>
              <a:xfrm>
                <a:off x="5465617" y="61246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1" name="Oval 6600">
                <a:extLst>
                  <a:ext uri="{FF2B5EF4-FFF2-40B4-BE49-F238E27FC236}">
                    <a16:creationId xmlns:a16="http://schemas.microsoft.com/office/drawing/2014/main" id="{01E2AD6F-CB40-32A0-622A-5D1D909C1B40}"/>
                  </a:ext>
                </a:extLst>
              </p:cNvPr>
              <p:cNvSpPr/>
              <p:nvPr/>
            </p:nvSpPr>
            <p:spPr>
              <a:xfrm>
                <a:off x="5803183" y="62670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2" name="Oval 6601">
                <a:extLst>
                  <a:ext uri="{FF2B5EF4-FFF2-40B4-BE49-F238E27FC236}">
                    <a16:creationId xmlns:a16="http://schemas.microsoft.com/office/drawing/2014/main" id="{B16E2E0B-F51D-631D-3A87-FAB11335B988}"/>
                  </a:ext>
                </a:extLst>
              </p:cNvPr>
              <p:cNvSpPr/>
              <p:nvPr/>
            </p:nvSpPr>
            <p:spPr>
              <a:xfrm>
                <a:off x="5591032" y="62745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3" name="Oval 6602">
                <a:extLst>
                  <a:ext uri="{FF2B5EF4-FFF2-40B4-BE49-F238E27FC236}">
                    <a16:creationId xmlns:a16="http://schemas.microsoft.com/office/drawing/2014/main" id="{DAE71D64-5922-522B-B44C-CBE7CCF95EF1}"/>
                  </a:ext>
                </a:extLst>
              </p:cNvPr>
              <p:cNvSpPr/>
              <p:nvPr/>
            </p:nvSpPr>
            <p:spPr>
              <a:xfrm>
                <a:off x="5859430" y="5643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4" name="Oval 6603">
                <a:extLst>
                  <a:ext uri="{FF2B5EF4-FFF2-40B4-BE49-F238E27FC236}">
                    <a16:creationId xmlns:a16="http://schemas.microsoft.com/office/drawing/2014/main" id="{2A8C5B6F-C224-5224-C32B-E30403C4E1F3}"/>
                  </a:ext>
                </a:extLst>
              </p:cNvPr>
              <p:cNvSpPr/>
              <p:nvPr/>
            </p:nvSpPr>
            <p:spPr>
              <a:xfrm>
                <a:off x="6254342" y="54725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5" name="Oval 6604">
                <a:extLst>
                  <a:ext uri="{FF2B5EF4-FFF2-40B4-BE49-F238E27FC236}">
                    <a16:creationId xmlns:a16="http://schemas.microsoft.com/office/drawing/2014/main" id="{2EC9B8A8-F886-77F8-F743-29E252D8F4E9}"/>
                  </a:ext>
                </a:extLst>
              </p:cNvPr>
              <p:cNvSpPr/>
              <p:nvPr/>
            </p:nvSpPr>
            <p:spPr>
              <a:xfrm>
                <a:off x="5770161" y="62913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6" name="Oval 6605">
                <a:extLst>
                  <a:ext uri="{FF2B5EF4-FFF2-40B4-BE49-F238E27FC236}">
                    <a16:creationId xmlns:a16="http://schemas.microsoft.com/office/drawing/2014/main" id="{02EDE63A-A4AF-962A-26E1-99B18A86B930}"/>
                  </a:ext>
                </a:extLst>
              </p:cNvPr>
              <p:cNvSpPr/>
              <p:nvPr/>
            </p:nvSpPr>
            <p:spPr>
              <a:xfrm>
                <a:off x="5582671" y="6074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7" name="Oval 6606">
                <a:extLst>
                  <a:ext uri="{FF2B5EF4-FFF2-40B4-BE49-F238E27FC236}">
                    <a16:creationId xmlns:a16="http://schemas.microsoft.com/office/drawing/2014/main" id="{D728420B-DAE5-6833-02B1-9A1680C10D55}"/>
                  </a:ext>
                </a:extLst>
              </p:cNvPr>
              <p:cNvSpPr/>
              <p:nvPr/>
            </p:nvSpPr>
            <p:spPr>
              <a:xfrm>
                <a:off x="6274104" y="555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8" name="Oval 6607">
                <a:extLst>
                  <a:ext uri="{FF2B5EF4-FFF2-40B4-BE49-F238E27FC236}">
                    <a16:creationId xmlns:a16="http://schemas.microsoft.com/office/drawing/2014/main" id="{4474737D-CE10-6451-3B72-320DBE6A0FBD}"/>
                  </a:ext>
                </a:extLst>
              </p:cNvPr>
              <p:cNvSpPr/>
              <p:nvPr/>
            </p:nvSpPr>
            <p:spPr>
              <a:xfrm>
                <a:off x="6202402" y="55034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9" name="Oval 6608">
                <a:extLst>
                  <a:ext uri="{FF2B5EF4-FFF2-40B4-BE49-F238E27FC236}">
                    <a16:creationId xmlns:a16="http://schemas.microsoft.com/office/drawing/2014/main" id="{CF15438B-BA97-C8F1-00FC-B161F270151C}"/>
                  </a:ext>
                </a:extLst>
              </p:cNvPr>
              <p:cNvSpPr/>
              <p:nvPr/>
            </p:nvSpPr>
            <p:spPr>
              <a:xfrm>
                <a:off x="5654880" y="633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0" name="Oval 6609">
                <a:extLst>
                  <a:ext uri="{FF2B5EF4-FFF2-40B4-BE49-F238E27FC236}">
                    <a16:creationId xmlns:a16="http://schemas.microsoft.com/office/drawing/2014/main" id="{6EC753A4-5E6A-26C3-438D-19D4C38F0FDB}"/>
                  </a:ext>
                </a:extLst>
              </p:cNvPr>
              <p:cNvSpPr/>
              <p:nvPr/>
            </p:nvSpPr>
            <p:spPr>
              <a:xfrm>
                <a:off x="5439013" y="61332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1" name="Oval 6610">
                <a:extLst>
                  <a:ext uri="{FF2B5EF4-FFF2-40B4-BE49-F238E27FC236}">
                    <a16:creationId xmlns:a16="http://schemas.microsoft.com/office/drawing/2014/main" id="{22D41DE7-B25D-8383-1504-3CB143346444}"/>
                  </a:ext>
                </a:extLst>
              </p:cNvPr>
              <p:cNvSpPr/>
              <p:nvPr/>
            </p:nvSpPr>
            <p:spPr>
              <a:xfrm>
                <a:off x="6236437" y="553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2" name="Oval 6611">
                <a:extLst>
                  <a:ext uri="{FF2B5EF4-FFF2-40B4-BE49-F238E27FC236}">
                    <a16:creationId xmlns:a16="http://schemas.microsoft.com/office/drawing/2014/main" id="{0B6BE0D0-D8F6-8A4E-8E0B-B014BDF1E3CB}"/>
                  </a:ext>
                </a:extLst>
              </p:cNvPr>
              <p:cNvSpPr/>
              <p:nvPr/>
            </p:nvSpPr>
            <p:spPr>
              <a:xfrm>
                <a:off x="5721600" y="6257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3" name="Oval 6612">
                <a:extLst>
                  <a:ext uri="{FF2B5EF4-FFF2-40B4-BE49-F238E27FC236}">
                    <a16:creationId xmlns:a16="http://schemas.microsoft.com/office/drawing/2014/main" id="{A51E9C01-C938-F146-E6F0-05A89BA99C87}"/>
                  </a:ext>
                </a:extLst>
              </p:cNvPr>
              <p:cNvSpPr/>
              <p:nvPr/>
            </p:nvSpPr>
            <p:spPr>
              <a:xfrm>
                <a:off x="5564007" y="6277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4" name="Oval 6613">
                <a:extLst>
                  <a:ext uri="{FF2B5EF4-FFF2-40B4-BE49-F238E27FC236}">
                    <a16:creationId xmlns:a16="http://schemas.microsoft.com/office/drawing/2014/main" id="{0126EB53-EE70-62EF-B663-23737107C1E1}"/>
                  </a:ext>
                </a:extLst>
              </p:cNvPr>
              <p:cNvSpPr/>
              <p:nvPr/>
            </p:nvSpPr>
            <p:spPr>
              <a:xfrm>
                <a:off x="5679963" y="63038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5" name="Oval 6614">
                <a:extLst>
                  <a:ext uri="{FF2B5EF4-FFF2-40B4-BE49-F238E27FC236}">
                    <a16:creationId xmlns:a16="http://schemas.microsoft.com/office/drawing/2014/main" id="{CBAF3CE6-EE37-4C01-147C-8BD843DE6A9F}"/>
                  </a:ext>
                </a:extLst>
              </p:cNvPr>
              <p:cNvSpPr/>
              <p:nvPr/>
            </p:nvSpPr>
            <p:spPr>
              <a:xfrm>
                <a:off x="5766952" y="6299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6" name="Oval 6615">
                <a:extLst>
                  <a:ext uri="{FF2B5EF4-FFF2-40B4-BE49-F238E27FC236}">
                    <a16:creationId xmlns:a16="http://schemas.microsoft.com/office/drawing/2014/main" id="{C7E731DD-8BB0-3E3E-5324-8C4CDE1F6F41}"/>
                  </a:ext>
                </a:extLst>
              </p:cNvPr>
              <p:cNvSpPr/>
              <p:nvPr/>
            </p:nvSpPr>
            <p:spPr>
              <a:xfrm>
                <a:off x="5537657" y="6232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7" name="Oval 6616">
                <a:extLst>
                  <a:ext uri="{FF2B5EF4-FFF2-40B4-BE49-F238E27FC236}">
                    <a16:creationId xmlns:a16="http://schemas.microsoft.com/office/drawing/2014/main" id="{AC56AD02-E787-0F50-1FAA-E7D55293E5EB}"/>
                  </a:ext>
                </a:extLst>
              </p:cNvPr>
              <p:cNvSpPr/>
              <p:nvPr/>
            </p:nvSpPr>
            <p:spPr>
              <a:xfrm>
                <a:off x="5644154" y="63599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8" name="Oval 6617">
                <a:extLst>
                  <a:ext uri="{FF2B5EF4-FFF2-40B4-BE49-F238E27FC236}">
                    <a16:creationId xmlns:a16="http://schemas.microsoft.com/office/drawing/2014/main" id="{26748AF0-0BC8-7CDA-E57D-E5DAC2344B52}"/>
                  </a:ext>
                </a:extLst>
              </p:cNvPr>
              <p:cNvSpPr/>
              <p:nvPr/>
            </p:nvSpPr>
            <p:spPr>
              <a:xfrm>
                <a:off x="6244292" y="55809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19" name="Oval 6618">
                <a:extLst>
                  <a:ext uri="{FF2B5EF4-FFF2-40B4-BE49-F238E27FC236}">
                    <a16:creationId xmlns:a16="http://schemas.microsoft.com/office/drawing/2014/main" id="{C6072342-E08A-2C82-7D2E-EBD364C8E3EA}"/>
                  </a:ext>
                </a:extLst>
              </p:cNvPr>
              <p:cNvSpPr/>
              <p:nvPr/>
            </p:nvSpPr>
            <p:spPr>
              <a:xfrm>
                <a:off x="5638918" y="6365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0" name="Oval 6619">
                <a:extLst>
                  <a:ext uri="{FF2B5EF4-FFF2-40B4-BE49-F238E27FC236}">
                    <a16:creationId xmlns:a16="http://schemas.microsoft.com/office/drawing/2014/main" id="{578924A3-E16C-020A-7992-5B21DAA7B1DA}"/>
                  </a:ext>
                </a:extLst>
              </p:cNvPr>
              <p:cNvSpPr/>
              <p:nvPr/>
            </p:nvSpPr>
            <p:spPr>
              <a:xfrm>
                <a:off x="6280945" y="56138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1" name="Oval 6620">
                <a:extLst>
                  <a:ext uri="{FF2B5EF4-FFF2-40B4-BE49-F238E27FC236}">
                    <a16:creationId xmlns:a16="http://schemas.microsoft.com/office/drawing/2014/main" id="{61722ADF-E1DB-9AF2-0703-96E97210F5BB}"/>
                  </a:ext>
                </a:extLst>
              </p:cNvPr>
              <p:cNvSpPr/>
              <p:nvPr/>
            </p:nvSpPr>
            <p:spPr>
              <a:xfrm>
                <a:off x="5482930" y="61334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2" name="Oval 6621">
                <a:extLst>
                  <a:ext uri="{FF2B5EF4-FFF2-40B4-BE49-F238E27FC236}">
                    <a16:creationId xmlns:a16="http://schemas.microsoft.com/office/drawing/2014/main" id="{9CF3B79A-1B00-5CB6-402E-D781E42BDF83}"/>
                  </a:ext>
                </a:extLst>
              </p:cNvPr>
              <p:cNvSpPr/>
              <p:nvPr/>
            </p:nvSpPr>
            <p:spPr>
              <a:xfrm>
                <a:off x="5451682" y="61666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3" name="Oval 6622">
                <a:extLst>
                  <a:ext uri="{FF2B5EF4-FFF2-40B4-BE49-F238E27FC236}">
                    <a16:creationId xmlns:a16="http://schemas.microsoft.com/office/drawing/2014/main" id="{DBAF6B43-2B7F-E809-D5BC-E41BC7AC462E}"/>
                  </a:ext>
                </a:extLst>
              </p:cNvPr>
              <p:cNvSpPr/>
              <p:nvPr/>
            </p:nvSpPr>
            <p:spPr>
              <a:xfrm>
                <a:off x="6239562" y="54520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4" name="Oval 6623">
                <a:extLst>
                  <a:ext uri="{FF2B5EF4-FFF2-40B4-BE49-F238E27FC236}">
                    <a16:creationId xmlns:a16="http://schemas.microsoft.com/office/drawing/2014/main" id="{69DE7252-6B4B-2970-E591-4CCFB266AEB1}"/>
                  </a:ext>
                </a:extLst>
              </p:cNvPr>
              <p:cNvSpPr/>
              <p:nvPr/>
            </p:nvSpPr>
            <p:spPr>
              <a:xfrm>
                <a:off x="5562993" y="60915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5" name="Oval 6624">
                <a:extLst>
                  <a:ext uri="{FF2B5EF4-FFF2-40B4-BE49-F238E27FC236}">
                    <a16:creationId xmlns:a16="http://schemas.microsoft.com/office/drawing/2014/main" id="{3C129CE1-DB3C-898F-D6EC-40EC4A216D64}"/>
                  </a:ext>
                </a:extLst>
              </p:cNvPr>
              <p:cNvSpPr/>
              <p:nvPr/>
            </p:nvSpPr>
            <p:spPr>
              <a:xfrm>
                <a:off x="5337921" y="59934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6" name="Oval 6625">
                <a:extLst>
                  <a:ext uri="{FF2B5EF4-FFF2-40B4-BE49-F238E27FC236}">
                    <a16:creationId xmlns:a16="http://schemas.microsoft.com/office/drawing/2014/main" id="{4E75A97F-166F-CF1E-4F0E-8993572A8857}"/>
                  </a:ext>
                </a:extLst>
              </p:cNvPr>
              <p:cNvSpPr/>
              <p:nvPr/>
            </p:nvSpPr>
            <p:spPr>
              <a:xfrm>
                <a:off x="5520175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7" name="Oval 6626">
                <a:extLst>
                  <a:ext uri="{FF2B5EF4-FFF2-40B4-BE49-F238E27FC236}">
                    <a16:creationId xmlns:a16="http://schemas.microsoft.com/office/drawing/2014/main" id="{9A8846B4-122C-7A2D-B13C-8B58F5709BD1}"/>
                  </a:ext>
                </a:extLst>
              </p:cNvPr>
              <p:cNvSpPr/>
              <p:nvPr/>
            </p:nvSpPr>
            <p:spPr>
              <a:xfrm>
                <a:off x="5458691" y="61423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8" name="Oval 6627">
                <a:extLst>
                  <a:ext uri="{FF2B5EF4-FFF2-40B4-BE49-F238E27FC236}">
                    <a16:creationId xmlns:a16="http://schemas.microsoft.com/office/drawing/2014/main" id="{3E5F4F3B-7E69-E3CB-AE6D-7E88092BBD90}"/>
                  </a:ext>
                </a:extLst>
              </p:cNvPr>
              <p:cNvSpPr/>
              <p:nvPr/>
            </p:nvSpPr>
            <p:spPr>
              <a:xfrm>
                <a:off x="5563331" y="61439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29" name="Oval 6628">
                <a:extLst>
                  <a:ext uri="{FF2B5EF4-FFF2-40B4-BE49-F238E27FC236}">
                    <a16:creationId xmlns:a16="http://schemas.microsoft.com/office/drawing/2014/main" id="{AD13A147-8186-BBE5-D500-41308D4DAF8C}"/>
                  </a:ext>
                </a:extLst>
              </p:cNvPr>
              <p:cNvSpPr/>
              <p:nvPr/>
            </p:nvSpPr>
            <p:spPr>
              <a:xfrm>
                <a:off x="5662228" y="6303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0" name="Oval 6629">
                <a:extLst>
                  <a:ext uri="{FF2B5EF4-FFF2-40B4-BE49-F238E27FC236}">
                    <a16:creationId xmlns:a16="http://schemas.microsoft.com/office/drawing/2014/main" id="{DF08A4DB-37FC-1CCC-343B-BC7BA93240F5}"/>
                  </a:ext>
                </a:extLst>
              </p:cNvPr>
              <p:cNvSpPr/>
              <p:nvPr/>
            </p:nvSpPr>
            <p:spPr>
              <a:xfrm>
                <a:off x="5549311" y="63679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1" name="Oval 6630">
                <a:extLst>
                  <a:ext uri="{FF2B5EF4-FFF2-40B4-BE49-F238E27FC236}">
                    <a16:creationId xmlns:a16="http://schemas.microsoft.com/office/drawing/2014/main" id="{75731653-9CA8-A7D8-F8BA-4C9B88885977}"/>
                  </a:ext>
                </a:extLst>
              </p:cNvPr>
              <p:cNvSpPr/>
              <p:nvPr/>
            </p:nvSpPr>
            <p:spPr>
              <a:xfrm>
                <a:off x="5305237" y="59874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2" name="Oval 6631">
                <a:extLst>
                  <a:ext uri="{FF2B5EF4-FFF2-40B4-BE49-F238E27FC236}">
                    <a16:creationId xmlns:a16="http://schemas.microsoft.com/office/drawing/2014/main" id="{B729E422-C200-A68F-D07B-DACCE5D8E43C}"/>
                  </a:ext>
                </a:extLst>
              </p:cNvPr>
              <p:cNvSpPr/>
              <p:nvPr/>
            </p:nvSpPr>
            <p:spPr>
              <a:xfrm>
                <a:off x="5465110" y="62101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3" name="Oval 6632">
                <a:extLst>
                  <a:ext uri="{FF2B5EF4-FFF2-40B4-BE49-F238E27FC236}">
                    <a16:creationId xmlns:a16="http://schemas.microsoft.com/office/drawing/2014/main" id="{7EA733BD-3DEF-7789-B2ED-BE9D77900516}"/>
                  </a:ext>
                </a:extLst>
              </p:cNvPr>
              <p:cNvSpPr/>
              <p:nvPr/>
            </p:nvSpPr>
            <p:spPr>
              <a:xfrm>
                <a:off x="6229005" y="5473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4" name="Oval 6633">
                <a:extLst>
                  <a:ext uri="{FF2B5EF4-FFF2-40B4-BE49-F238E27FC236}">
                    <a16:creationId xmlns:a16="http://schemas.microsoft.com/office/drawing/2014/main" id="{732BE515-FF88-A651-C80E-6A0F69A5E5AD}"/>
                  </a:ext>
                </a:extLst>
              </p:cNvPr>
              <p:cNvSpPr/>
              <p:nvPr/>
            </p:nvSpPr>
            <p:spPr>
              <a:xfrm>
                <a:off x="5648039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5" name="Oval 6634">
                <a:extLst>
                  <a:ext uri="{FF2B5EF4-FFF2-40B4-BE49-F238E27FC236}">
                    <a16:creationId xmlns:a16="http://schemas.microsoft.com/office/drawing/2014/main" id="{E2B1AAD6-B4A8-4019-890C-73DA4CDA6E10}"/>
                  </a:ext>
                </a:extLst>
              </p:cNvPr>
              <p:cNvSpPr/>
              <p:nvPr/>
            </p:nvSpPr>
            <p:spPr>
              <a:xfrm>
                <a:off x="5476765" y="6119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6" name="Oval 6635">
                <a:extLst>
                  <a:ext uri="{FF2B5EF4-FFF2-40B4-BE49-F238E27FC236}">
                    <a16:creationId xmlns:a16="http://schemas.microsoft.com/office/drawing/2014/main" id="{F8EBB544-9D1E-0137-C71C-1BB12DC546D2}"/>
                  </a:ext>
                </a:extLst>
              </p:cNvPr>
              <p:cNvSpPr/>
              <p:nvPr/>
            </p:nvSpPr>
            <p:spPr>
              <a:xfrm>
                <a:off x="6215239" y="55248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7" name="Oval 6636">
                <a:extLst>
                  <a:ext uri="{FF2B5EF4-FFF2-40B4-BE49-F238E27FC236}">
                    <a16:creationId xmlns:a16="http://schemas.microsoft.com/office/drawing/2014/main" id="{C1403F26-5FD7-1F84-297A-662A778FCC5F}"/>
                  </a:ext>
                </a:extLst>
              </p:cNvPr>
              <p:cNvSpPr/>
              <p:nvPr/>
            </p:nvSpPr>
            <p:spPr>
              <a:xfrm>
                <a:off x="6234326" y="55109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8" name="Oval 6637">
                <a:extLst>
                  <a:ext uri="{FF2B5EF4-FFF2-40B4-BE49-F238E27FC236}">
                    <a16:creationId xmlns:a16="http://schemas.microsoft.com/office/drawing/2014/main" id="{402D70DD-F9EB-E99D-7FA7-E9B1B889F54C}"/>
                  </a:ext>
                </a:extLst>
              </p:cNvPr>
              <p:cNvSpPr/>
              <p:nvPr/>
            </p:nvSpPr>
            <p:spPr>
              <a:xfrm>
                <a:off x="6216844" y="54714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9" name="Oval 6638">
                <a:extLst>
                  <a:ext uri="{FF2B5EF4-FFF2-40B4-BE49-F238E27FC236}">
                    <a16:creationId xmlns:a16="http://schemas.microsoft.com/office/drawing/2014/main" id="{08A89B4D-4D75-D167-6208-DEBF3FE47FE0}"/>
                  </a:ext>
                </a:extLst>
              </p:cNvPr>
              <p:cNvSpPr/>
              <p:nvPr/>
            </p:nvSpPr>
            <p:spPr>
              <a:xfrm>
                <a:off x="5574986" y="58982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0" name="Oval 6639">
                <a:extLst>
                  <a:ext uri="{FF2B5EF4-FFF2-40B4-BE49-F238E27FC236}">
                    <a16:creationId xmlns:a16="http://schemas.microsoft.com/office/drawing/2014/main" id="{5136A6A6-1C81-0843-1EBA-F22BFF2AA470}"/>
                  </a:ext>
                </a:extLst>
              </p:cNvPr>
              <p:cNvSpPr/>
              <p:nvPr/>
            </p:nvSpPr>
            <p:spPr>
              <a:xfrm>
                <a:off x="5746261" y="6310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1" name="Oval 6640">
                <a:extLst>
                  <a:ext uri="{FF2B5EF4-FFF2-40B4-BE49-F238E27FC236}">
                    <a16:creationId xmlns:a16="http://schemas.microsoft.com/office/drawing/2014/main" id="{A9A73B31-B5BA-D368-6307-8FBD1C01BCE8}"/>
                  </a:ext>
                </a:extLst>
              </p:cNvPr>
              <p:cNvSpPr/>
              <p:nvPr/>
            </p:nvSpPr>
            <p:spPr>
              <a:xfrm>
                <a:off x="5628953" y="62803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2" name="Oval 6641">
                <a:extLst>
                  <a:ext uri="{FF2B5EF4-FFF2-40B4-BE49-F238E27FC236}">
                    <a16:creationId xmlns:a16="http://schemas.microsoft.com/office/drawing/2014/main" id="{410E3974-47B4-AAE5-B601-322FC4E73528}"/>
                  </a:ext>
                </a:extLst>
              </p:cNvPr>
              <p:cNvSpPr/>
              <p:nvPr/>
            </p:nvSpPr>
            <p:spPr>
              <a:xfrm>
                <a:off x="5589765" y="634434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3" name="Oval 6642">
                <a:extLst>
                  <a:ext uri="{FF2B5EF4-FFF2-40B4-BE49-F238E27FC236}">
                    <a16:creationId xmlns:a16="http://schemas.microsoft.com/office/drawing/2014/main" id="{88F5941A-9DEF-BD6B-922F-7B6DE97C16D0}"/>
                  </a:ext>
                </a:extLst>
              </p:cNvPr>
              <p:cNvSpPr/>
              <p:nvPr/>
            </p:nvSpPr>
            <p:spPr>
              <a:xfrm>
                <a:off x="6218786" y="551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4" name="Oval 6643">
                <a:extLst>
                  <a:ext uri="{FF2B5EF4-FFF2-40B4-BE49-F238E27FC236}">
                    <a16:creationId xmlns:a16="http://schemas.microsoft.com/office/drawing/2014/main" id="{4DB3CE42-8C9A-4A19-0ABA-D4424B63BF9F}"/>
                  </a:ext>
                </a:extLst>
              </p:cNvPr>
              <p:cNvSpPr/>
              <p:nvPr/>
            </p:nvSpPr>
            <p:spPr>
              <a:xfrm>
                <a:off x="6237789" y="547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5" name="Oval 6644">
                <a:extLst>
                  <a:ext uri="{FF2B5EF4-FFF2-40B4-BE49-F238E27FC236}">
                    <a16:creationId xmlns:a16="http://schemas.microsoft.com/office/drawing/2014/main" id="{DAACA84D-B2E2-E152-0DE6-AB165400DDA9}"/>
                  </a:ext>
                </a:extLst>
              </p:cNvPr>
              <p:cNvSpPr/>
              <p:nvPr/>
            </p:nvSpPr>
            <p:spPr>
              <a:xfrm>
                <a:off x="6262281" y="553053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6" name="Oval 6645">
                <a:extLst>
                  <a:ext uri="{FF2B5EF4-FFF2-40B4-BE49-F238E27FC236}">
                    <a16:creationId xmlns:a16="http://schemas.microsoft.com/office/drawing/2014/main" id="{723C84BA-5776-2F6E-CE98-4DF1B2676C8E}"/>
                  </a:ext>
                </a:extLst>
              </p:cNvPr>
              <p:cNvSpPr/>
              <p:nvPr/>
            </p:nvSpPr>
            <p:spPr>
              <a:xfrm>
                <a:off x="5503284" y="61458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7" name="Oval 6646">
                <a:extLst>
                  <a:ext uri="{FF2B5EF4-FFF2-40B4-BE49-F238E27FC236}">
                    <a16:creationId xmlns:a16="http://schemas.microsoft.com/office/drawing/2014/main" id="{C0A9CB84-52F8-C54A-46A0-CF09149EA44B}"/>
                  </a:ext>
                </a:extLst>
              </p:cNvPr>
              <p:cNvSpPr/>
              <p:nvPr/>
            </p:nvSpPr>
            <p:spPr>
              <a:xfrm>
                <a:off x="5545173" y="6234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8" name="Oval 6647">
                <a:extLst>
                  <a:ext uri="{FF2B5EF4-FFF2-40B4-BE49-F238E27FC236}">
                    <a16:creationId xmlns:a16="http://schemas.microsoft.com/office/drawing/2014/main" id="{2DB5672B-6B69-98ED-ECFA-243865AB8EA3}"/>
                  </a:ext>
                </a:extLst>
              </p:cNvPr>
              <p:cNvSpPr/>
              <p:nvPr/>
            </p:nvSpPr>
            <p:spPr>
              <a:xfrm>
                <a:off x="5950557" y="5658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49" name="Oval 6648">
                <a:extLst>
                  <a:ext uri="{FF2B5EF4-FFF2-40B4-BE49-F238E27FC236}">
                    <a16:creationId xmlns:a16="http://schemas.microsoft.com/office/drawing/2014/main" id="{C72A8983-2083-65AB-9048-6E7BD54A413C}"/>
                  </a:ext>
                </a:extLst>
              </p:cNvPr>
              <p:cNvSpPr/>
              <p:nvPr/>
            </p:nvSpPr>
            <p:spPr>
              <a:xfrm>
                <a:off x="5656569" y="6228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0" name="Oval 6649">
                <a:extLst>
                  <a:ext uri="{FF2B5EF4-FFF2-40B4-BE49-F238E27FC236}">
                    <a16:creationId xmlns:a16="http://schemas.microsoft.com/office/drawing/2014/main" id="{98F91004-094D-0F12-431D-2A61A7F3D61D}"/>
                  </a:ext>
                </a:extLst>
              </p:cNvPr>
              <p:cNvSpPr/>
              <p:nvPr/>
            </p:nvSpPr>
            <p:spPr>
              <a:xfrm>
                <a:off x="6254004" y="55095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1" name="Oval 6650">
                <a:extLst>
                  <a:ext uri="{FF2B5EF4-FFF2-40B4-BE49-F238E27FC236}">
                    <a16:creationId xmlns:a16="http://schemas.microsoft.com/office/drawing/2014/main" id="{BE051427-0DB6-D1C0-00A7-82BDBF599078}"/>
                  </a:ext>
                </a:extLst>
              </p:cNvPr>
              <p:cNvSpPr/>
              <p:nvPr/>
            </p:nvSpPr>
            <p:spPr>
              <a:xfrm>
                <a:off x="5630135" y="61055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2" name="Oval 6651">
                <a:extLst>
                  <a:ext uri="{FF2B5EF4-FFF2-40B4-BE49-F238E27FC236}">
                    <a16:creationId xmlns:a16="http://schemas.microsoft.com/office/drawing/2014/main" id="{477BFBA3-7F08-143E-121F-727B1EE6F7A1}"/>
                  </a:ext>
                </a:extLst>
              </p:cNvPr>
              <p:cNvSpPr/>
              <p:nvPr/>
            </p:nvSpPr>
            <p:spPr>
              <a:xfrm>
                <a:off x="6120734" y="57114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3" name="Oval 6652">
                <a:extLst>
                  <a:ext uri="{FF2B5EF4-FFF2-40B4-BE49-F238E27FC236}">
                    <a16:creationId xmlns:a16="http://schemas.microsoft.com/office/drawing/2014/main" id="{C9519303-829F-152D-3516-B5285C5DFE36}"/>
                  </a:ext>
                </a:extLst>
              </p:cNvPr>
              <p:cNvSpPr/>
              <p:nvPr/>
            </p:nvSpPr>
            <p:spPr>
              <a:xfrm>
                <a:off x="5665268" y="63379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4" name="Oval 6653">
                <a:extLst>
                  <a:ext uri="{FF2B5EF4-FFF2-40B4-BE49-F238E27FC236}">
                    <a16:creationId xmlns:a16="http://schemas.microsoft.com/office/drawing/2014/main" id="{D897B6E1-25A0-3A08-9AFD-19A9F3159523}"/>
                  </a:ext>
                </a:extLst>
              </p:cNvPr>
              <p:cNvSpPr/>
              <p:nvPr/>
            </p:nvSpPr>
            <p:spPr>
              <a:xfrm>
                <a:off x="5720924" y="62724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5" name="Oval 6654">
                <a:extLst>
                  <a:ext uri="{FF2B5EF4-FFF2-40B4-BE49-F238E27FC236}">
                    <a16:creationId xmlns:a16="http://schemas.microsoft.com/office/drawing/2014/main" id="{9D6F9FDE-D760-1186-F398-0FA6E5D5C8EB}"/>
                  </a:ext>
                </a:extLst>
              </p:cNvPr>
              <p:cNvSpPr/>
              <p:nvPr/>
            </p:nvSpPr>
            <p:spPr>
              <a:xfrm>
                <a:off x="5536305" y="62786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6" name="Oval 6655">
                <a:extLst>
                  <a:ext uri="{FF2B5EF4-FFF2-40B4-BE49-F238E27FC236}">
                    <a16:creationId xmlns:a16="http://schemas.microsoft.com/office/drawing/2014/main" id="{264A9192-CE17-E13E-24E3-09ACD45B41C4}"/>
                  </a:ext>
                </a:extLst>
              </p:cNvPr>
              <p:cNvSpPr/>
              <p:nvPr/>
            </p:nvSpPr>
            <p:spPr>
              <a:xfrm>
                <a:off x="5696939" y="630659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7" name="Oval 6656">
                <a:extLst>
                  <a:ext uri="{FF2B5EF4-FFF2-40B4-BE49-F238E27FC236}">
                    <a16:creationId xmlns:a16="http://schemas.microsoft.com/office/drawing/2014/main" id="{E5423A3D-8C83-A5CF-5C4C-C1C67DC415EF}"/>
                  </a:ext>
                </a:extLst>
              </p:cNvPr>
              <p:cNvSpPr/>
              <p:nvPr/>
            </p:nvSpPr>
            <p:spPr>
              <a:xfrm>
                <a:off x="5641283" y="62846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8" name="Oval 6657">
                <a:extLst>
                  <a:ext uri="{FF2B5EF4-FFF2-40B4-BE49-F238E27FC236}">
                    <a16:creationId xmlns:a16="http://schemas.microsoft.com/office/drawing/2014/main" id="{24DD9F3D-E22A-4451-3CBF-09EE40AABA0A}"/>
                  </a:ext>
                </a:extLst>
              </p:cNvPr>
              <p:cNvSpPr/>
              <p:nvPr/>
            </p:nvSpPr>
            <p:spPr>
              <a:xfrm>
                <a:off x="5453286" y="61673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9" name="Oval 6658">
                <a:extLst>
                  <a:ext uri="{FF2B5EF4-FFF2-40B4-BE49-F238E27FC236}">
                    <a16:creationId xmlns:a16="http://schemas.microsoft.com/office/drawing/2014/main" id="{6F594EA6-34B7-9801-2440-B6E168566C67}"/>
                  </a:ext>
                </a:extLst>
              </p:cNvPr>
              <p:cNvSpPr/>
              <p:nvPr/>
            </p:nvSpPr>
            <p:spPr>
              <a:xfrm>
                <a:off x="6241167" y="54549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0" name="Oval 6659">
                <a:extLst>
                  <a:ext uri="{FF2B5EF4-FFF2-40B4-BE49-F238E27FC236}">
                    <a16:creationId xmlns:a16="http://schemas.microsoft.com/office/drawing/2014/main" id="{D89C2738-C5C2-1D29-BA41-9A7209DFBE5F}"/>
                  </a:ext>
                </a:extLst>
              </p:cNvPr>
              <p:cNvSpPr/>
              <p:nvPr/>
            </p:nvSpPr>
            <p:spPr>
              <a:xfrm>
                <a:off x="5587401" y="6375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1" name="Oval 6660">
                <a:extLst>
                  <a:ext uri="{FF2B5EF4-FFF2-40B4-BE49-F238E27FC236}">
                    <a16:creationId xmlns:a16="http://schemas.microsoft.com/office/drawing/2014/main" id="{E2FC81C9-D91A-62E2-F992-2BF3311F18F6}"/>
                  </a:ext>
                </a:extLst>
              </p:cNvPr>
              <p:cNvSpPr/>
              <p:nvPr/>
            </p:nvSpPr>
            <p:spPr>
              <a:xfrm>
                <a:off x="5454046" y="61728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2" name="Oval 6661">
                <a:extLst>
                  <a:ext uri="{FF2B5EF4-FFF2-40B4-BE49-F238E27FC236}">
                    <a16:creationId xmlns:a16="http://schemas.microsoft.com/office/drawing/2014/main" id="{60EDB1CF-00B6-4A22-061E-5CBD309B867F}"/>
                  </a:ext>
                </a:extLst>
              </p:cNvPr>
              <p:cNvSpPr/>
              <p:nvPr/>
            </p:nvSpPr>
            <p:spPr>
              <a:xfrm>
                <a:off x="5367818" y="600956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3" name="Oval 6662">
                <a:extLst>
                  <a:ext uri="{FF2B5EF4-FFF2-40B4-BE49-F238E27FC236}">
                    <a16:creationId xmlns:a16="http://schemas.microsoft.com/office/drawing/2014/main" id="{F2C43E52-1A6B-B419-3348-B4559DC55BA8}"/>
                  </a:ext>
                </a:extLst>
              </p:cNvPr>
              <p:cNvSpPr/>
              <p:nvPr/>
            </p:nvSpPr>
            <p:spPr>
              <a:xfrm>
                <a:off x="5750652" y="63070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4" name="Oval 6663">
                <a:extLst>
                  <a:ext uri="{FF2B5EF4-FFF2-40B4-BE49-F238E27FC236}">
                    <a16:creationId xmlns:a16="http://schemas.microsoft.com/office/drawing/2014/main" id="{A8FD6884-FA01-85A0-E5FF-94461B87E7D9}"/>
                  </a:ext>
                </a:extLst>
              </p:cNvPr>
              <p:cNvSpPr/>
              <p:nvPr/>
            </p:nvSpPr>
            <p:spPr>
              <a:xfrm>
                <a:off x="6216253" y="5491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5" name="Oval 6664">
                <a:extLst>
                  <a:ext uri="{FF2B5EF4-FFF2-40B4-BE49-F238E27FC236}">
                    <a16:creationId xmlns:a16="http://schemas.microsoft.com/office/drawing/2014/main" id="{094C64E3-D1EE-9777-B767-34E472489CAB}"/>
                  </a:ext>
                </a:extLst>
              </p:cNvPr>
              <p:cNvSpPr/>
              <p:nvPr/>
            </p:nvSpPr>
            <p:spPr>
              <a:xfrm>
                <a:off x="6194125" y="55964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6" name="Oval 6665">
                <a:extLst>
                  <a:ext uri="{FF2B5EF4-FFF2-40B4-BE49-F238E27FC236}">
                    <a16:creationId xmlns:a16="http://schemas.microsoft.com/office/drawing/2014/main" id="{D41545CF-EBF6-960A-EF67-2EAFEB73FC54}"/>
                  </a:ext>
                </a:extLst>
              </p:cNvPr>
              <p:cNvSpPr/>
              <p:nvPr/>
            </p:nvSpPr>
            <p:spPr>
              <a:xfrm>
                <a:off x="5550156" y="626858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7" name="Oval 6666">
                <a:extLst>
                  <a:ext uri="{FF2B5EF4-FFF2-40B4-BE49-F238E27FC236}">
                    <a16:creationId xmlns:a16="http://schemas.microsoft.com/office/drawing/2014/main" id="{00135DEC-640A-A5FF-4929-19814A564673}"/>
                  </a:ext>
                </a:extLst>
              </p:cNvPr>
              <p:cNvSpPr/>
              <p:nvPr/>
            </p:nvSpPr>
            <p:spPr>
              <a:xfrm>
                <a:off x="6249275" y="554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8" name="Oval 6667">
                <a:extLst>
                  <a:ext uri="{FF2B5EF4-FFF2-40B4-BE49-F238E27FC236}">
                    <a16:creationId xmlns:a16="http://schemas.microsoft.com/office/drawing/2014/main" id="{4AE8B916-D68F-5258-CAAD-E3E66493536D}"/>
                  </a:ext>
                </a:extLst>
              </p:cNvPr>
              <p:cNvSpPr/>
              <p:nvPr/>
            </p:nvSpPr>
            <p:spPr>
              <a:xfrm>
                <a:off x="5601505" y="62194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69" name="Oval 6668">
                <a:extLst>
                  <a:ext uri="{FF2B5EF4-FFF2-40B4-BE49-F238E27FC236}">
                    <a16:creationId xmlns:a16="http://schemas.microsoft.com/office/drawing/2014/main" id="{302F9ABC-D124-67D4-B375-7471F15FED3F}"/>
                  </a:ext>
                </a:extLst>
              </p:cNvPr>
              <p:cNvSpPr/>
              <p:nvPr/>
            </p:nvSpPr>
            <p:spPr>
              <a:xfrm>
                <a:off x="5323901" y="59891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0" name="Oval 6669">
                <a:extLst>
                  <a:ext uri="{FF2B5EF4-FFF2-40B4-BE49-F238E27FC236}">
                    <a16:creationId xmlns:a16="http://schemas.microsoft.com/office/drawing/2014/main" id="{841F94FA-0E37-D53F-EA2A-DB42BC8A1D2A}"/>
                  </a:ext>
                </a:extLst>
              </p:cNvPr>
              <p:cNvSpPr/>
              <p:nvPr/>
            </p:nvSpPr>
            <p:spPr>
              <a:xfrm>
                <a:off x="5449317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1" name="Oval 6670">
                <a:extLst>
                  <a:ext uri="{FF2B5EF4-FFF2-40B4-BE49-F238E27FC236}">
                    <a16:creationId xmlns:a16="http://schemas.microsoft.com/office/drawing/2014/main" id="{29A87991-FB37-7F2B-58DE-3F8003BA6E2E}"/>
                  </a:ext>
                </a:extLst>
              </p:cNvPr>
              <p:cNvSpPr/>
              <p:nvPr/>
            </p:nvSpPr>
            <p:spPr>
              <a:xfrm>
                <a:off x="5712563" y="61992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2" name="Oval 6671">
                <a:extLst>
                  <a:ext uri="{FF2B5EF4-FFF2-40B4-BE49-F238E27FC236}">
                    <a16:creationId xmlns:a16="http://schemas.microsoft.com/office/drawing/2014/main" id="{F1706FCE-F4A0-CED1-774D-80C5F3BE0EFC}"/>
                  </a:ext>
                </a:extLst>
              </p:cNvPr>
              <p:cNvSpPr/>
              <p:nvPr/>
            </p:nvSpPr>
            <p:spPr>
              <a:xfrm>
                <a:off x="5483521" y="6178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3" name="Oval 6672">
                <a:extLst>
                  <a:ext uri="{FF2B5EF4-FFF2-40B4-BE49-F238E27FC236}">
                    <a16:creationId xmlns:a16="http://schemas.microsoft.com/office/drawing/2014/main" id="{1003FA82-9F38-8888-C4D6-D5A7FEDE9957}"/>
                  </a:ext>
                </a:extLst>
              </p:cNvPr>
              <p:cNvSpPr/>
              <p:nvPr/>
            </p:nvSpPr>
            <p:spPr>
              <a:xfrm>
                <a:off x="5438422" y="61682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4" name="Oval 6673">
                <a:extLst>
                  <a:ext uri="{FF2B5EF4-FFF2-40B4-BE49-F238E27FC236}">
                    <a16:creationId xmlns:a16="http://schemas.microsoft.com/office/drawing/2014/main" id="{C5F73730-84EE-DA3A-C39E-0563A82CB62C}"/>
                  </a:ext>
                </a:extLst>
              </p:cNvPr>
              <p:cNvSpPr/>
              <p:nvPr/>
            </p:nvSpPr>
            <p:spPr>
              <a:xfrm>
                <a:off x="5834347" y="60506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5" name="Oval 6674">
                <a:extLst>
                  <a:ext uri="{FF2B5EF4-FFF2-40B4-BE49-F238E27FC236}">
                    <a16:creationId xmlns:a16="http://schemas.microsoft.com/office/drawing/2014/main" id="{81C97A8D-6411-DEEE-2930-3C1B11B8616D}"/>
                  </a:ext>
                </a:extLst>
              </p:cNvPr>
              <p:cNvSpPr/>
              <p:nvPr/>
            </p:nvSpPr>
            <p:spPr>
              <a:xfrm>
                <a:off x="5550409" y="63288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6" name="Oval 6675">
                <a:extLst>
                  <a:ext uri="{FF2B5EF4-FFF2-40B4-BE49-F238E27FC236}">
                    <a16:creationId xmlns:a16="http://schemas.microsoft.com/office/drawing/2014/main" id="{F0BFF81F-6CB6-323A-2AD5-3D0988B9E37E}"/>
                  </a:ext>
                </a:extLst>
              </p:cNvPr>
              <p:cNvSpPr/>
              <p:nvPr/>
            </p:nvSpPr>
            <p:spPr>
              <a:xfrm>
                <a:off x="5757240" y="622196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7" name="Oval 6676">
                <a:extLst>
                  <a:ext uri="{FF2B5EF4-FFF2-40B4-BE49-F238E27FC236}">
                    <a16:creationId xmlns:a16="http://schemas.microsoft.com/office/drawing/2014/main" id="{C4C669B1-7DE4-0334-5C0A-BA50CAA278E0}"/>
                  </a:ext>
                </a:extLst>
              </p:cNvPr>
              <p:cNvSpPr/>
              <p:nvPr/>
            </p:nvSpPr>
            <p:spPr>
              <a:xfrm>
                <a:off x="6207131" y="5691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8" name="Oval 6677">
                <a:extLst>
                  <a:ext uri="{FF2B5EF4-FFF2-40B4-BE49-F238E27FC236}">
                    <a16:creationId xmlns:a16="http://schemas.microsoft.com/office/drawing/2014/main" id="{CDFCDC50-0041-C633-4399-9C9A2247F290}"/>
                  </a:ext>
                </a:extLst>
              </p:cNvPr>
              <p:cNvSpPr/>
              <p:nvPr/>
            </p:nvSpPr>
            <p:spPr>
              <a:xfrm>
                <a:off x="5723627" y="63120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9" name="Oval 6678">
                <a:extLst>
                  <a:ext uri="{FF2B5EF4-FFF2-40B4-BE49-F238E27FC236}">
                    <a16:creationId xmlns:a16="http://schemas.microsoft.com/office/drawing/2014/main" id="{C6504A29-E205-A571-EE14-286798D2E96F}"/>
                  </a:ext>
                </a:extLst>
              </p:cNvPr>
              <p:cNvSpPr/>
              <p:nvPr/>
            </p:nvSpPr>
            <p:spPr>
              <a:xfrm>
                <a:off x="5547960" y="61849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0" name="Oval 6679">
                <a:extLst>
                  <a:ext uri="{FF2B5EF4-FFF2-40B4-BE49-F238E27FC236}">
                    <a16:creationId xmlns:a16="http://schemas.microsoft.com/office/drawing/2014/main" id="{97792C01-ADB3-4B58-FDF0-1504029ACCE2}"/>
                  </a:ext>
                </a:extLst>
              </p:cNvPr>
              <p:cNvSpPr/>
              <p:nvPr/>
            </p:nvSpPr>
            <p:spPr>
              <a:xfrm>
                <a:off x="5675656" y="63442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1" name="Oval 6680">
                <a:extLst>
                  <a:ext uri="{FF2B5EF4-FFF2-40B4-BE49-F238E27FC236}">
                    <a16:creationId xmlns:a16="http://schemas.microsoft.com/office/drawing/2014/main" id="{52B72438-719A-A002-C6CA-A7F3686B966A}"/>
                  </a:ext>
                </a:extLst>
              </p:cNvPr>
              <p:cNvSpPr/>
              <p:nvPr/>
            </p:nvSpPr>
            <p:spPr>
              <a:xfrm>
                <a:off x="6245305" y="54981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2" name="Oval 6681">
                <a:extLst>
                  <a:ext uri="{FF2B5EF4-FFF2-40B4-BE49-F238E27FC236}">
                    <a16:creationId xmlns:a16="http://schemas.microsoft.com/office/drawing/2014/main" id="{C58A3350-7622-77A4-91A1-41E3D40F7EE2}"/>
                  </a:ext>
                </a:extLst>
              </p:cNvPr>
              <p:cNvSpPr/>
              <p:nvPr/>
            </p:nvSpPr>
            <p:spPr>
              <a:xfrm>
                <a:off x="5582333" y="63616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3" name="Oval 6682">
                <a:extLst>
                  <a:ext uri="{FF2B5EF4-FFF2-40B4-BE49-F238E27FC236}">
                    <a16:creationId xmlns:a16="http://schemas.microsoft.com/office/drawing/2014/main" id="{00148FE7-D7A6-FD90-56ED-9772B8B4BD38}"/>
                  </a:ext>
                </a:extLst>
              </p:cNvPr>
              <p:cNvSpPr/>
              <p:nvPr/>
            </p:nvSpPr>
            <p:spPr>
              <a:xfrm>
                <a:off x="5698375" y="602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4" name="Oval 6683">
                <a:extLst>
                  <a:ext uri="{FF2B5EF4-FFF2-40B4-BE49-F238E27FC236}">
                    <a16:creationId xmlns:a16="http://schemas.microsoft.com/office/drawing/2014/main" id="{CB545724-8B01-A56A-0DF6-1ED8D343D5BE}"/>
                  </a:ext>
                </a:extLst>
              </p:cNvPr>
              <p:cNvSpPr/>
              <p:nvPr/>
            </p:nvSpPr>
            <p:spPr>
              <a:xfrm>
                <a:off x="5806561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5" name="Oval 6684">
                <a:extLst>
                  <a:ext uri="{FF2B5EF4-FFF2-40B4-BE49-F238E27FC236}">
                    <a16:creationId xmlns:a16="http://schemas.microsoft.com/office/drawing/2014/main" id="{B99F83D9-FEEF-C43F-2C72-08C5E5CC6FB7}"/>
                  </a:ext>
                </a:extLst>
              </p:cNvPr>
              <p:cNvSpPr/>
              <p:nvPr/>
            </p:nvSpPr>
            <p:spPr>
              <a:xfrm>
                <a:off x="5720080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6" name="Oval 6685">
                <a:extLst>
                  <a:ext uri="{FF2B5EF4-FFF2-40B4-BE49-F238E27FC236}">
                    <a16:creationId xmlns:a16="http://schemas.microsoft.com/office/drawing/2014/main" id="{D6369900-1AFC-CAE0-F9F4-A3BF69BC22AE}"/>
                  </a:ext>
                </a:extLst>
              </p:cNvPr>
              <p:cNvSpPr/>
              <p:nvPr/>
            </p:nvSpPr>
            <p:spPr>
              <a:xfrm>
                <a:off x="5595424" y="63488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7" name="Oval 6686">
                <a:extLst>
                  <a:ext uri="{FF2B5EF4-FFF2-40B4-BE49-F238E27FC236}">
                    <a16:creationId xmlns:a16="http://schemas.microsoft.com/office/drawing/2014/main" id="{80418C12-BF63-2A7C-8682-B7D2ECB52997}"/>
                  </a:ext>
                </a:extLst>
              </p:cNvPr>
              <p:cNvSpPr/>
              <p:nvPr/>
            </p:nvSpPr>
            <p:spPr>
              <a:xfrm>
                <a:off x="5813740" y="60880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8" name="Oval 6687">
                <a:extLst>
                  <a:ext uri="{FF2B5EF4-FFF2-40B4-BE49-F238E27FC236}">
                    <a16:creationId xmlns:a16="http://schemas.microsoft.com/office/drawing/2014/main" id="{C0DE1FE5-59DA-D77B-013C-20F8374986CF}"/>
                  </a:ext>
                </a:extLst>
              </p:cNvPr>
              <p:cNvSpPr/>
              <p:nvPr/>
            </p:nvSpPr>
            <p:spPr>
              <a:xfrm>
                <a:off x="5678781" y="6334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89" name="Oval 6688">
                <a:extLst>
                  <a:ext uri="{FF2B5EF4-FFF2-40B4-BE49-F238E27FC236}">
                    <a16:creationId xmlns:a16="http://schemas.microsoft.com/office/drawing/2014/main" id="{DCCB90FB-FC13-3E04-5C20-6F3B147BEE05}"/>
                  </a:ext>
                </a:extLst>
              </p:cNvPr>
              <p:cNvSpPr/>
              <p:nvPr/>
            </p:nvSpPr>
            <p:spPr>
              <a:xfrm>
                <a:off x="6256538" y="55078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0" name="Oval 6689">
                <a:extLst>
                  <a:ext uri="{FF2B5EF4-FFF2-40B4-BE49-F238E27FC236}">
                    <a16:creationId xmlns:a16="http://schemas.microsoft.com/office/drawing/2014/main" id="{155828D0-B4FE-285F-D0CF-942BE9B03089}"/>
                  </a:ext>
                </a:extLst>
              </p:cNvPr>
              <p:cNvSpPr/>
              <p:nvPr/>
            </p:nvSpPr>
            <p:spPr>
              <a:xfrm>
                <a:off x="6186018" y="5542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1" name="Oval 6690">
                <a:extLst>
                  <a:ext uri="{FF2B5EF4-FFF2-40B4-BE49-F238E27FC236}">
                    <a16:creationId xmlns:a16="http://schemas.microsoft.com/office/drawing/2014/main" id="{FEB3B0C9-6717-4D41-2E30-A3FF6D0777D6}"/>
                  </a:ext>
                </a:extLst>
              </p:cNvPr>
              <p:cNvSpPr/>
              <p:nvPr/>
            </p:nvSpPr>
            <p:spPr>
              <a:xfrm>
                <a:off x="5944139" y="62793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2" name="Oval 6691">
                <a:extLst>
                  <a:ext uri="{FF2B5EF4-FFF2-40B4-BE49-F238E27FC236}">
                    <a16:creationId xmlns:a16="http://schemas.microsoft.com/office/drawing/2014/main" id="{8B44BF16-97F6-3848-45B5-2DCC066BDE0D}"/>
                  </a:ext>
                </a:extLst>
              </p:cNvPr>
              <p:cNvSpPr/>
              <p:nvPr/>
            </p:nvSpPr>
            <p:spPr>
              <a:xfrm>
                <a:off x="5784688" y="5910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3" name="Oval 6692">
                <a:extLst>
                  <a:ext uri="{FF2B5EF4-FFF2-40B4-BE49-F238E27FC236}">
                    <a16:creationId xmlns:a16="http://schemas.microsoft.com/office/drawing/2014/main" id="{1AB7A98F-8F8C-F62E-E8B7-C351904C20F4}"/>
                  </a:ext>
                </a:extLst>
              </p:cNvPr>
              <p:cNvSpPr/>
              <p:nvPr/>
            </p:nvSpPr>
            <p:spPr>
              <a:xfrm>
                <a:off x="6262534" y="55078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4" name="Oval 6693">
                <a:extLst>
                  <a:ext uri="{FF2B5EF4-FFF2-40B4-BE49-F238E27FC236}">
                    <a16:creationId xmlns:a16="http://schemas.microsoft.com/office/drawing/2014/main" id="{1A878CD6-10AD-1979-F3B6-D2FF028A1735}"/>
                  </a:ext>
                </a:extLst>
              </p:cNvPr>
              <p:cNvSpPr/>
              <p:nvPr/>
            </p:nvSpPr>
            <p:spPr>
              <a:xfrm>
                <a:off x="5450668" y="6204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5" name="Oval 6694">
                <a:extLst>
                  <a:ext uri="{FF2B5EF4-FFF2-40B4-BE49-F238E27FC236}">
                    <a16:creationId xmlns:a16="http://schemas.microsoft.com/office/drawing/2014/main" id="{61931AD9-8741-209E-D9B2-91CCFF2C04B3}"/>
                  </a:ext>
                </a:extLst>
              </p:cNvPr>
              <p:cNvSpPr/>
              <p:nvPr/>
            </p:nvSpPr>
            <p:spPr>
              <a:xfrm>
                <a:off x="5436480" y="61687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6" name="Oval 6695">
                <a:extLst>
                  <a:ext uri="{FF2B5EF4-FFF2-40B4-BE49-F238E27FC236}">
                    <a16:creationId xmlns:a16="http://schemas.microsoft.com/office/drawing/2014/main" id="{34D04208-CD84-983B-DB59-5F52BA2B1B3A}"/>
                  </a:ext>
                </a:extLst>
              </p:cNvPr>
              <p:cNvSpPr/>
              <p:nvPr/>
            </p:nvSpPr>
            <p:spPr>
              <a:xfrm>
                <a:off x="5442476" y="61624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7" name="Oval 6696">
                <a:extLst>
                  <a:ext uri="{FF2B5EF4-FFF2-40B4-BE49-F238E27FC236}">
                    <a16:creationId xmlns:a16="http://schemas.microsoft.com/office/drawing/2014/main" id="{0E0DB0CD-46CF-6E45-7B06-AE967BE4D3EA}"/>
                  </a:ext>
                </a:extLst>
              </p:cNvPr>
              <p:cNvSpPr/>
              <p:nvPr/>
            </p:nvSpPr>
            <p:spPr>
              <a:xfrm>
                <a:off x="5584360" y="63421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8" name="Oval 6697">
                <a:extLst>
                  <a:ext uri="{FF2B5EF4-FFF2-40B4-BE49-F238E27FC236}">
                    <a16:creationId xmlns:a16="http://schemas.microsoft.com/office/drawing/2014/main" id="{16946CEE-DF44-B006-1BB2-39B44902D18F}"/>
                  </a:ext>
                </a:extLst>
              </p:cNvPr>
              <p:cNvSpPr/>
              <p:nvPr/>
            </p:nvSpPr>
            <p:spPr>
              <a:xfrm>
                <a:off x="6197757" y="5655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9" name="Oval 6698">
                <a:extLst>
                  <a:ext uri="{FF2B5EF4-FFF2-40B4-BE49-F238E27FC236}">
                    <a16:creationId xmlns:a16="http://schemas.microsoft.com/office/drawing/2014/main" id="{0F72FEFE-74FE-CCA6-9420-A7675F834F5C}"/>
                  </a:ext>
                </a:extLst>
              </p:cNvPr>
              <p:cNvSpPr/>
              <p:nvPr/>
            </p:nvSpPr>
            <p:spPr>
              <a:xfrm>
                <a:off x="5640185" y="63052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0" name="Oval 6699">
                <a:extLst>
                  <a:ext uri="{FF2B5EF4-FFF2-40B4-BE49-F238E27FC236}">
                    <a16:creationId xmlns:a16="http://schemas.microsoft.com/office/drawing/2014/main" id="{DBB22977-3AF4-4B7A-3FDD-700EBEE02F0D}"/>
                  </a:ext>
                </a:extLst>
              </p:cNvPr>
              <p:cNvSpPr/>
              <p:nvPr/>
            </p:nvSpPr>
            <p:spPr>
              <a:xfrm>
                <a:off x="5479889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1" name="Oval 6700">
                <a:extLst>
                  <a:ext uri="{FF2B5EF4-FFF2-40B4-BE49-F238E27FC236}">
                    <a16:creationId xmlns:a16="http://schemas.microsoft.com/office/drawing/2014/main" id="{70B9C3BE-56DD-8C7C-01D4-70B477851F02}"/>
                  </a:ext>
                </a:extLst>
              </p:cNvPr>
              <p:cNvSpPr/>
              <p:nvPr/>
            </p:nvSpPr>
            <p:spPr>
              <a:xfrm>
                <a:off x="5579462" y="628395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2" name="Oval 6701">
                <a:extLst>
                  <a:ext uri="{FF2B5EF4-FFF2-40B4-BE49-F238E27FC236}">
                    <a16:creationId xmlns:a16="http://schemas.microsoft.com/office/drawing/2014/main" id="{CDA35C30-0AC2-63D8-93A9-0AA6E8678492}"/>
                  </a:ext>
                </a:extLst>
              </p:cNvPr>
              <p:cNvSpPr/>
              <p:nvPr/>
            </p:nvSpPr>
            <p:spPr>
              <a:xfrm>
                <a:off x="5530225" y="60804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3" name="Oval 6702">
                <a:extLst>
                  <a:ext uri="{FF2B5EF4-FFF2-40B4-BE49-F238E27FC236}">
                    <a16:creationId xmlns:a16="http://schemas.microsoft.com/office/drawing/2014/main" id="{3829C6CF-C8FB-9DDA-2273-C6D77BEA2C50}"/>
                  </a:ext>
                </a:extLst>
              </p:cNvPr>
              <p:cNvSpPr/>
              <p:nvPr/>
            </p:nvSpPr>
            <p:spPr>
              <a:xfrm>
                <a:off x="5625912" y="6181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4" name="Oval 6703">
                <a:extLst>
                  <a:ext uri="{FF2B5EF4-FFF2-40B4-BE49-F238E27FC236}">
                    <a16:creationId xmlns:a16="http://schemas.microsoft.com/office/drawing/2014/main" id="{993465E9-7B7B-6F57-F597-A700E2500552}"/>
                  </a:ext>
                </a:extLst>
              </p:cNvPr>
              <p:cNvSpPr/>
              <p:nvPr/>
            </p:nvSpPr>
            <p:spPr>
              <a:xfrm>
                <a:off x="5778100" y="62733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5" name="Oval 6704">
                <a:extLst>
                  <a:ext uri="{FF2B5EF4-FFF2-40B4-BE49-F238E27FC236}">
                    <a16:creationId xmlns:a16="http://schemas.microsoft.com/office/drawing/2014/main" id="{42E2632D-9C71-8862-79AA-28E3B5ABBDF9}"/>
                  </a:ext>
                </a:extLst>
              </p:cNvPr>
              <p:cNvSpPr/>
              <p:nvPr/>
            </p:nvSpPr>
            <p:spPr>
              <a:xfrm>
                <a:off x="5578955" y="60369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6" name="Oval 6705">
                <a:extLst>
                  <a:ext uri="{FF2B5EF4-FFF2-40B4-BE49-F238E27FC236}">
                    <a16:creationId xmlns:a16="http://schemas.microsoft.com/office/drawing/2014/main" id="{D323F8D7-E7DD-5B38-7B76-47AF0666281D}"/>
                  </a:ext>
                </a:extLst>
              </p:cNvPr>
              <p:cNvSpPr/>
              <p:nvPr/>
            </p:nvSpPr>
            <p:spPr>
              <a:xfrm>
                <a:off x="5553028" y="6225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7" name="Oval 6706">
                <a:extLst>
                  <a:ext uri="{FF2B5EF4-FFF2-40B4-BE49-F238E27FC236}">
                    <a16:creationId xmlns:a16="http://schemas.microsoft.com/office/drawing/2014/main" id="{4A41DBC7-C272-299D-4094-23DB4C79694D}"/>
                  </a:ext>
                </a:extLst>
              </p:cNvPr>
              <p:cNvSpPr/>
              <p:nvPr/>
            </p:nvSpPr>
            <p:spPr>
              <a:xfrm>
                <a:off x="5547791" y="60453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8" name="Oval 6707">
                <a:extLst>
                  <a:ext uri="{FF2B5EF4-FFF2-40B4-BE49-F238E27FC236}">
                    <a16:creationId xmlns:a16="http://schemas.microsoft.com/office/drawing/2014/main" id="{E72EA41F-80AA-FFA8-2DA5-CD081A3EF4F6}"/>
                  </a:ext>
                </a:extLst>
              </p:cNvPr>
              <p:cNvSpPr/>
              <p:nvPr/>
            </p:nvSpPr>
            <p:spPr>
              <a:xfrm>
                <a:off x="6248261" y="5499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09" name="Oval 6708">
                <a:extLst>
                  <a:ext uri="{FF2B5EF4-FFF2-40B4-BE49-F238E27FC236}">
                    <a16:creationId xmlns:a16="http://schemas.microsoft.com/office/drawing/2014/main" id="{8B0CA044-B88F-E2EA-254A-7896A3B71A9B}"/>
                  </a:ext>
                </a:extLst>
              </p:cNvPr>
              <p:cNvSpPr/>
              <p:nvPr/>
            </p:nvSpPr>
            <p:spPr>
              <a:xfrm>
                <a:off x="5471951" y="61266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0" name="Oval 6709">
                <a:extLst>
                  <a:ext uri="{FF2B5EF4-FFF2-40B4-BE49-F238E27FC236}">
                    <a16:creationId xmlns:a16="http://schemas.microsoft.com/office/drawing/2014/main" id="{02E62E09-695C-5AAB-AF25-666AD749D15E}"/>
                  </a:ext>
                </a:extLst>
              </p:cNvPr>
              <p:cNvSpPr/>
              <p:nvPr/>
            </p:nvSpPr>
            <p:spPr>
              <a:xfrm>
                <a:off x="5755973" y="54728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1" name="Oval 6710">
                <a:extLst>
                  <a:ext uri="{FF2B5EF4-FFF2-40B4-BE49-F238E27FC236}">
                    <a16:creationId xmlns:a16="http://schemas.microsoft.com/office/drawing/2014/main" id="{FEB3D4E5-0F61-0301-CA2C-06FEE11957FB}"/>
                  </a:ext>
                </a:extLst>
              </p:cNvPr>
              <p:cNvSpPr/>
              <p:nvPr/>
            </p:nvSpPr>
            <p:spPr>
              <a:xfrm>
                <a:off x="6269121" y="55144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2" name="Oval 6711">
                <a:extLst>
                  <a:ext uri="{FF2B5EF4-FFF2-40B4-BE49-F238E27FC236}">
                    <a16:creationId xmlns:a16="http://schemas.microsoft.com/office/drawing/2014/main" id="{E31F3999-6285-35B6-20EF-7228BA06AEF2}"/>
                  </a:ext>
                </a:extLst>
              </p:cNvPr>
              <p:cNvSpPr/>
              <p:nvPr/>
            </p:nvSpPr>
            <p:spPr>
              <a:xfrm>
                <a:off x="5513418" y="61440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3" name="Oval 6712">
                <a:extLst>
                  <a:ext uri="{FF2B5EF4-FFF2-40B4-BE49-F238E27FC236}">
                    <a16:creationId xmlns:a16="http://schemas.microsoft.com/office/drawing/2014/main" id="{10098450-1191-73BE-C004-46DE854BACA0}"/>
                  </a:ext>
                </a:extLst>
              </p:cNvPr>
              <p:cNvSpPr/>
              <p:nvPr/>
            </p:nvSpPr>
            <p:spPr>
              <a:xfrm>
                <a:off x="5374067" y="60002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4" name="Oval 6713">
                <a:extLst>
                  <a:ext uri="{FF2B5EF4-FFF2-40B4-BE49-F238E27FC236}">
                    <a16:creationId xmlns:a16="http://schemas.microsoft.com/office/drawing/2014/main" id="{5F41ECCA-87D4-1459-B18D-7970A498043C}"/>
                  </a:ext>
                </a:extLst>
              </p:cNvPr>
              <p:cNvSpPr/>
              <p:nvPr/>
            </p:nvSpPr>
            <p:spPr>
              <a:xfrm>
                <a:off x="5601758" y="6387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5" name="Oval 6714">
                <a:extLst>
                  <a:ext uri="{FF2B5EF4-FFF2-40B4-BE49-F238E27FC236}">
                    <a16:creationId xmlns:a16="http://schemas.microsoft.com/office/drawing/2014/main" id="{FF7D404B-CF87-A6A1-4009-5F2F123110D2}"/>
                  </a:ext>
                </a:extLst>
              </p:cNvPr>
              <p:cNvSpPr/>
              <p:nvPr/>
            </p:nvSpPr>
            <p:spPr>
              <a:xfrm>
                <a:off x="5645083" y="6373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6" name="Oval 6715">
                <a:extLst>
                  <a:ext uri="{FF2B5EF4-FFF2-40B4-BE49-F238E27FC236}">
                    <a16:creationId xmlns:a16="http://schemas.microsoft.com/office/drawing/2014/main" id="{C605DCFE-3BE6-4164-10CD-8C0EA9EE8FDD}"/>
                  </a:ext>
                </a:extLst>
              </p:cNvPr>
              <p:cNvSpPr/>
              <p:nvPr/>
            </p:nvSpPr>
            <p:spPr>
              <a:xfrm>
                <a:off x="5531660" y="63718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7" name="Oval 6716">
                <a:extLst>
                  <a:ext uri="{FF2B5EF4-FFF2-40B4-BE49-F238E27FC236}">
                    <a16:creationId xmlns:a16="http://schemas.microsoft.com/office/drawing/2014/main" id="{FF261828-BF9C-60DD-5442-F25A90FDD8D0}"/>
                  </a:ext>
                </a:extLst>
              </p:cNvPr>
              <p:cNvSpPr/>
              <p:nvPr/>
            </p:nvSpPr>
            <p:spPr>
              <a:xfrm>
                <a:off x="5546693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8" name="Oval 6717">
                <a:extLst>
                  <a:ext uri="{FF2B5EF4-FFF2-40B4-BE49-F238E27FC236}">
                    <a16:creationId xmlns:a16="http://schemas.microsoft.com/office/drawing/2014/main" id="{A28DF6CA-72B6-9F95-77A3-B36CE6A880EA}"/>
                  </a:ext>
                </a:extLst>
              </p:cNvPr>
              <p:cNvSpPr/>
              <p:nvPr/>
            </p:nvSpPr>
            <p:spPr>
              <a:xfrm>
                <a:off x="5476680" y="61153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9" name="Oval 6718">
                <a:extLst>
                  <a:ext uri="{FF2B5EF4-FFF2-40B4-BE49-F238E27FC236}">
                    <a16:creationId xmlns:a16="http://schemas.microsoft.com/office/drawing/2014/main" id="{682CD255-F516-A6C3-1DB0-648DAC35A6D6}"/>
                  </a:ext>
                </a:extLst>
              </p:cNvPr>
              <p:cNvSpPr/>
              <p:nvPr/>
            </p:nvSpPr>
            <p:spPr>
              <a:xfrm>
                <a:off x="6198095" y="55267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0" name="Oval 6719">
                <a:extLst>
                  <a:ext uri="{FF2B5EF4-FFF2-40B4-BE49-F238E27FC236}">
                    <a16:creationId xmlns:a16="http://schemas.microsoft.com/office/drawing/2014/main" id="{75FBEA45-31C4-D9EE-E3F2-7E3B9A2C4680}"/>
                  </a:ext>
                </a:extLst>
              </p:cNvPr>
              <p:cNvSpPr/>
              <p:nvPr/>
            </p:nvSpPr>
            <p:spPr>
              <a:xfrm>
                <a:off x="5534616" y="63376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1" name="Oval 6720">
                <a:extLst>
                  <a:ext uri="{FF2B5EF4-FFF2-40B4-BE49-F238E27FC236}">
                    <a16:creationId xmlns:a16="http://schemas.microsoft.com/office/drawing/2014/main" id="{36127BAA-F9AE-6B39-BD2E-48682D244548}"/>
                  </a:ext>
                </a:extLst>
              </p:cNvPr>
              <p:cNvSpPr/>
              <p:nvPr/>
            </p:nvSpPr>
            <p:spPr>
              <a:xfrm>
                <a:off x="5496105" y="60519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2" name="Oval 6721">
                <a:extLst>
                  <a:ext uri="{FF2B5EF4-FFF2-40B4-BE49-F238E27FC236}">
                    <a16:creationId xmlns:a16="http://schemas.microsoft.com/office/drawing/2014/main" id="{97C16ACB-B21F-5A6D-3F10-18D4DD91DE5B}"/>
                  </a:ext>
                </a:extLst>
              </p:cNvPr>
              <p:cNvSpPr/>
              <p:nvPr/>
            </p:nvSpPr>
            <p:spPr>
              <a:xfrm>
                <a:off x="5352109" y="598371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3" name="Oval 6722">
                <a:extLst>
                  <a:ext uri="{FF2B5EF4-FFF2-40B4-BE49-F238E27FC236}">
                    <a16:creationId xmlns:a16="http://schemas.microsoft.com/office/drawing/2014/main" id="{1265CB52-211D-BCF0-77D8-692883A0BC30}"/>
                  </a:ext>
                </a:extLst>
              </p:cNvPr>
              <p:cNvSpPr/>
              <p:nvPr/>
            </p:nvSpPr>
            <p:spPr>
              <a:xfrm>
                <a:off x="5615862" y="59976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4" name="Oval 6723">
                <a:extLst>
                  <a:ext uri="{FF2B5EF4-FFF2-40B4-BE49-F238E27FC236}">
                    <a16:creationId xmlns:a16="http://schemas.microsoft.com/office/drawing/2014/main" id="{83CF70E9-AFD4-A802-750C-F3A87153CBDB}"/>
                  </a:ext>
                </a:extLst>
              </p:cNvPr>
              <p:cNvSpPr/>
              <p:nvPr/>
            </p:nvSpPr>
            <p:spPr>
              <a:xfrm>
                <a:off x="6272922" y="57226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5" name="Oval 6724">
                <a:extLst>
                  <a:ext uri="{FF2B5EF4-FFF2-40B4-BE49-F238E27FC236}">
                    <a16:creationId xmlns:a16="http://schemas.microsoft.com/office/drawing/2014/main" id="{122F0830-72B4-7A6A-79A8-B0D9795692D7}"/>
                  </a:ext>
                </a:extLst>
              </p:cNvPr>
              <p:cNvSpPr/>
              <p:nvPr/>
            </p:nvSpPr>
            <p:spPr>
              <a:xfrm>
                <a:off x="6258565" y="57504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6" name="Oval 6725">
                <a:extLst>
                  <a:ext uri="{FF2B5EF4-FFF2-40B4-BE49-F238E27FC236}">
                    <a16:creationId xmlns:a16="http://schemas.microsoft.com/office/drawing/2014/main" id="{A056D7A6-87AB-4BD7-5E08-FEABD8C77D9E}"/>
                  </a:ext>
                </a:extLst>
              </p:cNvPr>
              <p:cNvSpPr/>
              <p:nvPr/>
            </p:nvSpPr>
            <p:spPr>
              <a:xfrm>
                <a:off x="6398507" y="63867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7" name="Oval 6726">
                <a:extLst>
                  <a:ext uri="{FF2B5EF4-FFF2-40B4-BE49-F238E27FC236}">
                    <a16:creationId xmlns:a16="http://schemas.microsoft.com/office/drawing/2014/main" id="{1D501008-2EE1-1C94-30E9-0348EA352BEB}"/>
                  </a:ext>
                </a:extLst>
              </p:cNvPr>
              <p:cNvSpPr/>
              <p:nvPr/>
            </p:nvSpPr>
            <p:spPr>
              <a:xfrm>
                <a:off x="5396448" y="59906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8" name="Oval 6727">
                <a:extLst>
                  <a:ext uri="{FF2B5EF4-FFF2-40B4-BE49-F238E27FC236}">
                    <a16:creationId xmlns:a16="http://schemas.microsoft.com/office/drawing/2014/main" id="{64E17C10-A7C9-6D87-C89B-C661A9A459F0}"/>
                  </a:ext>
                </a:extLst>
              </p:cNvPr>
              <p:cNvSpPr/>
              <p:nvPr/>
            </p:nvSpPr>
            <p:spPr>
              <a:xfrm>
                <a:off x="5559953" y="60109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9" name="Oval 6728">
                <a:extLst>
                  <a:ext uri="{FF2B5EF4-FFF2-40B4-BE49-F238E27FC236}">
                    <a16:creationId xmlns:a16="http://schemas.microsoft.com/office/drawing/2014/main" id="{45BD8C16-F3FB-FB74-788C-C4E3FF8A1427}"/>
                  </a:ext>
                </a:extLst>
              </p:cNvPr>
              <p:cNvSpPr/>
              <p:nvPr/>
            </p:nvSpPr>
            <p:spPr>
              <a:xfrm>
                <a:off x="5556744" y="61997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0" name="Oval 6729">
                <a:extLst>
                  <a:ext uri="{FF2B5EF4-FFF2-40B4-BE49-F238E27FC236}">
                    <a16:creationId xmlns:a16="http://schemas.microsoft.com/office/drawing/2014/main" id="{B7EE0189-B49C-9665-E275-E1DAF2F21C0C}"/>
                  </a:ext>
                </a:extLst>
              </p:cNvPr>
              <p:cNvSpPr/>
              <p:nvPr/>
            </p:nvSpPr>
            <p:spPr>
              <a:xfrm>
                <a:off x="5493993" y="61583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1" name="Oval 6730">
                <a:extLst>
                  <a:ext uri="{FF2B5EF4-FFF2-40B4-BE49-F238E27FC236}">
                    <a16:creationId xmlns:a16="http://schemas.microsoft.com/office/drawing/2014/main" id="{4EBBA6FB-F60D-2BFD-5C33-09DAF03B7CE2}"/>
                  </a:ext>
                </a:extLst>
              </p:cNvPr>
              <p:cNvSpPr/>
              <p:nvPr/>
            </p:nvSpPr>
            <p:spPr>
              <a:xfrm>
                <a:off x="5576759" y="63099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2" name="Oval 6731">
                <a:extLst>
                  <a:ext uri="{FF2B5EF4-FFF2-40B4-BE49-F238E27FC236}">
                    <a16:creationId xmlns:a16="http://schemas.microsoft.com/office/drawing/2014/main" id="{4663D73E-9A7C-37CF-2BD9-2AE06C292F7D}"/>
                  </a:ext>
                </a:extLst>
              </p:cNvPr>
              <p:cNvSpPr/>
              <p:nvPr/>
            </p:nvSpPr>
            <p:spPr>
              <a:xfrm>
                <a:off x="5384455" y="59937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3" name="Oval 6732">
                <a:extLst>
                  <a:ext uri="{FF2B5EF4-FFF2-40B4-BE49-F238E27FC236}">
                    <a16:creationId xmlns:a16="http://schemas.microsoft.com/office/drawing/2014/main" id="{356C41B2-269D-DFFE-0ADB-5AEC8418699B}"/>
                  </a:ext>
                </a:extLst>
              </p:cNvPr>
              <p:cNvSpPr/>
              <p:nvPr/>
            </p:nvSpPr>
            <p:spPr>
              <a:xfrm>
                <a:off x="6206118" y="55254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4" name="Oval 6733">
                <a:extLst>
                  <a:ext uri="{FF2B5EF4-FFF2-40B4-BE49-F238E27FC236}">
                    <a16:creationId xmlns:a16="http://schemas.microsoft.com/office/drawing/2014/main" id="{00B39A9C-3132-9F43-7AD5-F910347AD705}"/>
                  </a:ext>
                </a:extLst>
              </p:cNvPr>
              <p:cNvSpPr/>
              <p:nvPr/>
            </p:nvSpPr>
            <p:spPr>
              <a:xfrm>
                <a:off x="5553450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5" name="Oval 6734">
                <a:extLst>
                  <a:ext uri="{FF2B5EF4-FFF2-40B4-BE49-F238E27FC236}">
                    <a16:creationId xmlns:a16="http://schemas.microsoft.com/office/drawing/2014/main" id="{2D7ECA88-8BB0-0D80-9BB3-9B1EF07915FE}"/>
                  </a:ext>
                </a:extLst>
              </p:cNvPr>
              <p:cNvSpPr/>
              <p:nvPr/>
            </p:nvSpPr>
            <p:spPr>
              <a:xfrm>
                <a:off x="5482761" y="61500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6" name="Oval 6735">
                <a:extLst>
                  <a:ext uri="{FF2B5EF4-FFF2-40B4-BE49-F238E27FC236}">
                    <a16:creationId xmlns:a16="http://schemas.microsoft.com/office/drawing/2014/main" id="{F0B485B1-5077-C045-F086-F5921DCB54A3}"/>
                  </a:ext>
                </a:extLst>
              </p:cNvPr>
              <p:cNvSpPr/>
              <p:nvPr/>
            </p:nvSpPr>
            <p:spPr>
              <a:xfrm>
                <a:off x="5495260" y="61727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7" name="Oval 6736">
                <a:extLst>
                  <a:ext uri="{FF2B5EF4-FFF2-40B4-BE49-F238E27FC236}">
                    <a16:creationId xmlns:a16="http://schemas.microsoft.com/office/drawing/2014/main" id="{3AFA93C1-8169-CF96-F576-8DD024B1D026}"/>
                  </a:ext>
                </a:extLst>
              </p:cNvPr>
              <p:cNvSpPr/>
              <p:nvPr/>
            </p:nvSpPr>
            <p:spPr>
              <a:xfrm>
                <a:off x="5801494" y="60261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8" name="Oval 6737">
                <a:extLst>
                  <a:ext uri="{FF2B5EF4-FFF2-40B4-BE49-F238E27FC236}">
                    <a16:creationId xmlns:a16="http://schemas.microsoft.com/office/drawing/2014/main" id="{9A32A69A-5F16-55CF-9A0B-D4E4ACA24846}"/>
                  </a:ext>
                </a:extLst>
              </p:cNvPr>
              <p:cNvSpPr/>
              <p:nvPr/>
            </p:nvSpPr>
            <p:spPr>
              <a:xfrm>
                <a:off x="5466039" y="6123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9" name="Oval 6738">
                <a:extLst>
                  <a:ext uri="{FF2B5EF4-FFF2-40B4-BE49-F238E27FC236}">
                    <a16:creationId xmlns:a16="http://schemas.microsoft.com/office/drawing/2014/main" id="{A8E450E7-390F-2264-40BA-74CF08E94885}"/>
                  </a:ext>
                </a:extLst>
              </p:cNvPr>
              <p:cNvSpPr/>
              <p:nvPr/>
            </p:nvSpPr>
            <p:spPr>
              <a:xfrm>
                <a:off x="5495514" y="60954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0" name="Oval 6739">
                <a:extLst>
                  <a:ext uri="{FF2B5EF4-FFF2-40B4-BE49-F238E27FC236}">
                    <a16:creationId xmlns:a16="http://schemas.microsoft.com/office/drawing/2014/main" id="{D1F6864A-87BB-60E3-9545-D559FAE127F1}"/>
                  </a:ext>
                </a:extLst>
              </p:cNvPr>
              <p:cNvSpPr/>
              <p:nvPr/>
            </p:nvSpPr>
            <p:spPr>
              <a:xfrm>
                <a:off x="5547791" y="60383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1" name="Oval 6740">
                <a:extLst>
                  <a:ext uri="{FF2B5EF4-FFF2-40B4-BE49-F238E27FC236}">
                    <a16:creationId xmlns:a16="http://schemas.microsoft.com/office/drawing/2014/main" id="{3B6A6278-F231-4F71-4B8E-B2ECBA9190DC}"/>
                  </a:ext>
                </a:extLst>
              </p:cNvPr>
              <p:cNvSpPr/>
              <p:nvPr/>
            </p:nvSpPr>
            <p:spPr>
              <a:xfrm>
                <a:off x="6271486" y="55073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2" name="Oval 6741">
                <a:extLst>
                  <a:ext uri="{FF2B5EF4-FFF2-40B4-BE49-F238E27FC236}">
                    <a16:creationId xmlns:a16="http://schemas.microsoft.com/office/drawing/2014/main" id="{A806155E-7AC5-2D1C-3C22-F0F0CCD4F351}"/>
                  </a:ext>
                </a:extLst>
              </p:cNvPr>
              <p:cNvSpPr/>
              <p:nvPr/>
            </p:nvSpPr>
            <p:spPr>
              <a:xfrm>
                <a:off x="5329222" y="5970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3" name="Oval 6742">
                <a:extLst>
                  <a:ext uri="{FF2B5EF4-FFF2-40B4-BE49-F238E27FC236}">
                    <a16:creationId xmlns:a16="http://schemas.microsoft.com/office/drawing/2014/main" id="{9127E998-C4EF-B3B6-8BD4-BAAAB16C24FA}"/>
                  </a:ext>
                </a:extLst>
              </p:cNvPr>
              <p:cNvSpPr/>
              <p:nvPr/>
            </p:nvSpPr>
            <p:spPr>
              <a:xfrm>
                <a:off x="5586725" y="6228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4" name="Oval 6743">
                <a:extLst>
                  <a:ext uri="{FF2B5EF4-FFF2-40B4-BE49-F238E27FC236}">
                    <a16:creationId xmlns:a16="http://schemas.microsoft.com/office/drawing/2014/main" id="{A1A2F5B6-D25F-E690-A2A7-77F37FECC650}"/>
                  </a:ext>
                </a:extLst>
              </p:cNvPr>
              <p:cNvSpPr/>
              <p:nvPr/>
            </p:nvSpPr>
            <p:spPr>
              <a:xfrm>
                <a:off x="5553281" y="60302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5" name="Oval 6744">
                <a:extLst>
                  <a:ext uri="{FF2B5EF4-FFF2-40B4-BE49-F238E27FC236}">
                    <a16:creationId xmlns:a16="http://schemas.microsoft.com/office/drawing/2014/main" id="{DBC8BB16-C659-27FA-9D62-99643EBC1656}"/>
                  </a:ext>
                </a:extLst>
              </p:cNvPr>
              <p:cNvSpPr/>
              <p:nvPr/>
            </p:nvSpPr>
            <p:spPr>
              <a:xfrm>
                <a:off x="5682581" y="62341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6" name="Oval 6745">
                <a:extLst>
                  <a:ext uri="{FF2B5EF4-FFF2-40B4-BE49-F238E27FC236}">
                    <a16:creationId xmlns:a16="http://schemas.microsoft.com/office/drawing/2014/main" id="{524CD162-C2D8-1085-B8CB-651A18A1B28B}"/>
                  </a:ext>
                </a:extLst>
              </p:cNvPr>
              <p:cNvSpPr/>
              <p:nvPr/>
            </p:nvSpPr>
            <p:spPr>
              <a:xfrm>
                <a:off x="5873619" y="608844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7" name="Oval 6746">
                <a:extLst>
                  <a:ext uri="{FF2B5EF4-FFF2-40B4-BE49-F238E27FC236}">
                    <a16:creationId xmlns:a16="http://schemas.microsoft.com/office/drawing/2014/main" id="{63E90FA6-9A78-38BC-BEA0-75741EF21A80}"/>
                  </a:ext>
                </a:extLst>
              </p:cNvPr>
              <p:cNvSpPr/>
              <p:nvPr/>
            </p:nvSpPr>
            <p:spPr>
              <a:xfrm>
                <a:off x="5739673" y="62423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8" name="Oval 6747">
                <a:extLst>
                  <a:ext uri="{FF2B5EF4-FFF2-40B4-BE49-F238E27FC236}">
                    <a16:creationId xmlns:a16="http://schemas.microsoft.com/office/drawing/2014/main" id="{D5AAF395-3487-22AD-DB9B-1F4C589AADDF}"/>
                  </a:ext>
                </a:extLst>
              </p:cNvPr>
              <p:cNvSpPr/>
              <p:nvPr/>
            </p:nvSpPr>
            <p:spPr>
              <a:xfrm>
                <a:off x="5519921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9" name="Oval 6748">
                <a:extLst>
                  <a:ext uri="{FF2B5EF4-FFF2-40B4-BE49-F238E27FC236}">
                    <a16:creationId xmlns:a16="http://schemas.microsoft.com/office/drawing/2014/main" id="{0E5E3C70-8292-350E-75FF-7A820EFB46A0}"/>
                  </a:ext>
                </a:extLst>
              </p:cNvPr>
              <p:cNvSpPr/>
              <p:nvPr/>
            </p:nvSpPr>
            <p:spPr>
              <a:xfrm>
                <a:off x="6221658" y="549151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0" name="Oval 6749">
                <a:extLst>
                  <a:ext uri="{FF2B5EF4-FFF2-40B4-BE49-F238E27FC236}">
                    <a16:creationId xmlns:a16="http://schemas.microsoft.com/office/drawing/2014/main" id="{E7B727F3-38F2-29FD-651D-97791ED220CF}"/>
                  </a:ext>
                </a:extLst>
              </p:cNvPr>
              <p:cNvSpPr/>
              <p:nvPr/>
            </p:nvSpPr>
            <p:spPr>
              <a:xfrm>
                <a:off x="5530562" y="6222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1" name="Oval 6750">
                <a:extLst>
                  <a:ext uri="{FF2B5EF4-FFF2-40B4-BE49-F238E27FC236}">
                    <a16:creationId xmlns:a16="http://schemas.microsoft.com/office/drawing/2014/main" id="{EDD53359-701C-5805-2EEA-03CE2E362A48}"/>
                  </a:ext>
                </a:extLst>
              </p:cNvPr>
              <p:cNvSpPr/>
              <p:nvPr/>
            </p:nvSpPr>
            <p:spPr>
              <a:xfrm>
                <a:off x="5665437" y="60397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2" name="Oval 6751">
                <a:extLst>
                  <a:ext uri="{FF2B5EF4-FFF2-40B4-BE49-F238E27FC236}">
                    <a16:creationId xmlns:a16="http://schemas.microsoft.com/office/drawing/2014/main" id="{BA27E477-522B-A8B4-5928-B3937EA99206}"/>
                  </a:ext>
                </a:extLst>
              </p:cNvPr>
              <p:cNvSpPr/>
              <p:nvPr/>
            </p:nvSpPr>
            <p:spPr>
              <a:xfrm>
                <a:off x="5699135" y="602636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3" name="Oval 6752">
                <a:extLst>
                  <a:ext uri="{FF2B5EF4-FFF2-40B4-BE49-F238E27FC236}">
                    <a16:creationId xmlns:a16="http://schemas.microsoft.com/office/drawing/2014/main" id="{25E7E997-F4F9-304B-DEC1-EF7DF81EDE4C}"/>
                  </a:ext>
                </a:extLst>
              </p:cNvPr>
              <p:cNvSpPr/>
              <p:nvPr/>
            </p:nvSpPr>
            <p:spPr>
              <a:xfrm>
                <a:off x="6216759" y="55005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4" name="Oval 6753">
                <a:extLst>
                  <a:ext uri="{FF2B5EF4-FFF2-40B4-BE49-F238E27FC236}">
                    <a16:creationId xmlns:a16="http://schemas.microsoft.com/office/drawing/2014/main" id="{5CB8EE56-5BAC-DD66-78E3-D1911FB2888F}"/>
                  </a:ext>
                </a:extLst>
              </p:cNvPr>
              <p:cNvSpPr/>
              <p:nvPr/>
            </p:nvSpPr>
            <p:spPr>
              <a:xfrm>
                <a:off x="5736886" y="60838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5" name="Oval 6754">
                <a:extLst>
                  <a:ext uri="{FF2B5EF4-FFF2-40B4-BE49-F238E27FC236}">
                    <a16:creationId xmlns:a16="http://schemas.microsoft.com/office/drawing/2014/main" id="{F9C336AD-CC8D-9DC3-44C5-17AB9450756D}"/>
                  </a:ext>
                </a:extLst>
              </p:cNvPr>
              <p:cNvSpPr/>
              <p:nvPr/>
            </p:nvSpPr>
            <p:spPr>
              <a:xfrm>
                <a:off x="5605474" y="61573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6" name="Oval 6755">
                <a:extLst>
                  <a:ext uri="{FF2B5EF4-FFF2-40B4-BE49-F238E27FC236}">
                    <a16:creationId xmlns:a16="http://schemas.microsoft.com/office/drawing/2014/main" id="{69DBE8C8-0681-8A2D-D080-26901BE5DA70}"/>
                  </a:ext>
                </a:extLst>
              </p:cNvPr>
              <p:cNvSpPr/>
              <p:nvPr/>
            </p:nvSpPr>
            <p:spPr>
              <a:xfrm>
                <a:off x="5335978" y="59718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7" name="Oval 6756">
                <a:extLst>
                  <a:ext uri="{FF2B5EF4-FFF2-40B4-BE49-F238E27FC236}">
                    <a16:creationId xmlns:a16="http://schemas.microsoft.com/office/drawing/2014/main" id="{DF1B2450-5FB2-9413-A238-BC37E6DB6EE6}"/>
                  </a:ext>
                </a:extLst>
              </p:cNvPr>
              <p:cNvSpPr/>
              <p:nvPr/>
            </p:nvSpPr>
            <p:spPr>
              <a:xfrm>
                <a:off x="6243109" y="551887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8" name="Oval 6757">
                <a:extLst>
                  <a:ext uri="{FF2B5EF4-FFF2-40B4-BE49-F238E27FC236}">
                    <a16:creationId xmlns:a16="http://schemas.microsoft.com/office/drawing/2014/main" id="{2E5C1BE2-C451-8420-8E20-BCEE4A0C99B5}"/>
                  </a:ext>
                </a:extLst>
              </p:cNvPr>
              <p:cNvSpPr/>
              <p:nvPr/>
            </p:nvSpPr>
            <p:spPr>
              <a:xfrm>
                <a:off x="5684777" y="62061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9" name="Oval 6758">
                <a:extLst>
                  <a:ext uri="{FF2B5EF4-FFF2-40B4-BE49-F238E27FC236}">
                    <a16:creationId xmlns:a16="http://schemas.microsoft.com/office/drawing/2014/main" id="{119D89F5-038E-2678-3314-BE8060D3704A}"/>
                  </a:ext>
                </a:extLst>
              </p:cNvPr>
              <p:cNvSpPr/>
              <p:nvPr/>
            </p:nvSpPr>
            <p:spPr>
              <a:xfrm>
                <a:off x="5756226" y="6245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0" name="Oval 6759">
                <a:extLst>
                  <a:ext uri="{FF2B5EF4-FFF2-40B4-BE49-F238E27FC236}">
                    <a16:creationId xmlns:a16="http://schemas.microsoft.com/office/drawing/2014/main" id="{4D471CC4-1AC2-3765-0F21-845F451BD8D2}"/>
                  </a:ext>
                </a:extLst>
              </p:cNvPr>
              <p:cNvSpPr/>
              <p:nvPr/>
            </p:nvSpPr>
            <p:spPr>
              <a:xfrm>
                <a:off x="5463843" y="6169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1" name="Oval 6760">
                <a:extLst>
                  <a:ext uri="{FF2B5EF4-FFF2-40B4-BE49-F238E27FC236}">
                    <a16:creationId xmlns:a16="http://schemas.microsoft.com/office/drawing/2014/main" id="{50A17427-DE67-F6C9-F6DE-89D646F386AE}"/>
                  </a:ext>
                </a:extLst>
              </p:cNvPr>
              <p:cNvSpPr/>
              <p:nvPr/>
            </p:nvSpPr>
            <p:spPr>
              <a:xfrm>
                <a:off x="5554801" y="61310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2" name="Oval 6761">
                <a:extLst>
                  <a:ext uri="{FF2B5EF4-FFF2-40B4-BE49-F238E27FC236}">
                    <a16:creationId xmlns:a16="http://schemas.microsoft.com/office/drawing/2014/main" id="{2E53BDEB-7B25-893D-5D2E-B98A7E183127}"/>
                  </a:ext>
                </a:extLst>
              </p:cNvPr>
              <p:cNvSpPr/>
              <p:nvPr/>
            </p:nvSpPr>
            <p:spPr>
              <a:xfrm>
                <a:off x="5595762" y="61370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3" name="Oval 6762">
                <a:extLst>
                  <a:ext uri="{FF2B5EF4-FFF2-40B4-BE49-F238E27FC236}">
                    <a16:creationId xmlns:a16="http://schemas.microsoft.com/office/drawing/2014/main" id="{C552A364-17FE-9490-9469-B5AE01C197A2}"/>
                  </a:ext>
                </a:extLst>
              </p:cNvPr>
              <p:cNvSpPr/>
              <p:nvPr/>
            </p:nvSpPr>
            <p:spPr>
              <a:xfrm>
                <a:off x="5596353" y="63529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4" name="Oval 6763">
                <a:extLst>
                  <a:ext uri="{FF2B5EF4-FFF2-40B4-BE49-F238E27FC236}">
                    <a16:creationId xmlns:a16="http://schemas.microsoft.com/office/drawing/2014/main" id="{259FE86A-6F06-04F6-190C-10607C0816B6}"/>
                  </a:ext>
                </a:extLst>
              </p:cNvPr>
              <p:cNvSpPr/>
              <p:nvPr/>
            </p:nvSpPr>
            <p:spPr>
              <a:xfrm>
                <a:off x="5603532" y="60835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5" name="Oval 6764">
                <a:extLst>
                  <a:ext uri="{FF2B5EF4-FFF2-40B4-BE49-F238E27FC236}">
                    <a16:creationId xmlns:a16="http://schemas.microsoft.com/office/drawing/2014/main" id="{55DFC267-CF42-617F-C3A7-F2D03FC31B4E}"/>
                  </a:ext>
                </a:extLst>
              </p:cNvPr>
              <p:cNvSpPr/>
              <p:nvPr/>
            </p:nvSpPr>
            <p:spPr>
              <a:xfrm>
                <a:off x="5789417" y="62924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6" name="Oval 6765">
                <a:extLst>
                  <a:ext uri="{FF2B5EF4-FFF2-40B4-BE49-F238E27FC236}">
                    <a16:creationId xmlns:a16="http://schemas.microsoft.com/office/drawing/2014/main" id="{C8F78F9A-2F07-ACE6-F2D9-23A6A9E320C2}"/>
                  </a:ext>
                </a:extLst>
              </p:cNvPr>
              <p:cNvSpPr/>
              <p:nvPr/>
            </p:nvSpPr>
            <p:spPr>
              <a:xfrm>
                <a:off x="5499652" y="61625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7" name="Oval 6766">
                <a:extLst>
                  <a:ext uri="{FF2B5EF4-FFF2-40B4-BE49-F238E27FC236}">
                    <a16:creationId xmlns:a16="http://schemas.microsoft.com/office/drawing/2014/main" id="{4F108390-F0BA-5BEA-8DD2-50178136F5F7}"/>
                  </a:ext>
                </a:extLst>
              </p:cNvPr>
              <p:cNvSpPr/>
              <p:nvPr/>
            </p:nvSpPr>
            <p:spPr>
              <a:xfrm>
                <a:off x="5646097" y="58645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8" name="Oval 6767">
                <a:extLst>
                  <a:ext uri="{FF2B5EF4-FFF2-40B4-BE49-F238E27FC236}">
                    <a16:creationId xmlns:a16="http://schemas.microsoft.com/office/drawing/2014/main" id="{60BD69B1-EE19-BC9F-1C48-1C2B7BBB5DBC}"/>
                  </a:ext>
                </a:extLst>
              </p:cNvPr>
              <p:cNvSpPr/>
              <p:nvPr/>
            </p:nvSpPr>
            <p:spPr>
              <a:xfrm>
                <a:off x="5795582" y="604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9" name="Oval 6768">
                <a:extLst>
                  <a:ext uri="{FF2B5EF4-FFF2-40B4-BE49-F238E27FC236}">
                    <a16:creationId xmlns:a16="http://schemas.microsoft.com/office/drawing/2014/main" id="{9A1E4BE4-2FFF-0DC6-B93D-E7A5A49D2BA7}"/>
                  </a:ext>
                </a:extLst>
              </p:cNvPr>
              <p:cNvSpPr/>
              <p:nvPr/>
            </p:nvSpPr>
            <p:spPr>
              <a:xfrm>
                <a:off x="5574226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0" name="Oval 6769">
                <a:extLst>
                  <a:ext uri="{FF2B5EF4-FFF2-40B4-BE49-F238E27FC236}">
                    <a16:creationId xmlns:a16="http://schemas.microsoft.com/office/drawing/2014/main" id="{8DC89D6B-1808-5D5F-FF1A-0EA3CBFC94AF}"/>
                  </a:ext>
                </a:extLst>
              </p:cNvPr>
              <p:cNvSpPr/>
              <p:nvPr/>
            </p:nvSpPr>
            <p:spPr>
              <a:xfrm>
                <a:off x="5567723" y="60836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1" name="Oval 6770">
                <a:extLst>
                  <a:ext uri="{FF2B5EF4-FFF2-40B4-BE49-F238E27FC236}">
                    <a16:creationId xmlns:a16="http://schemas.microsoft.com/office/drawing/2014/main" id="{615B293E-D2EF-92D6-3429-03977522D8F6}"/>
                  </a:ext>
                </a:extLst>
              </p:cNvPr>
              <p:cNvSpPr/>
              <p:nvPr/>
            </p:nvSpPr>
            <p:spPr>
              <a:xfrm>
                <a:off x="5395519" y="597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2" name="Oval 6771">
                <a:extLst>
                  <a:ext uri="{FF2B5EF4-FFF2-40B4-BE49-F238E27FC236}">
                    <a16:creationId xmlns:a16="http://schemas.microsoft.com/office/drawing/2014/main" id="{3F5C32DF-DD20-29F8-D35B-E704AC0D12C9}"/>
                  </a:ext>
                </a:extLst>
              </p:cNvPr>
              <p:cNvSpPr/>
              <p:nvPr/>
            </p:nvSpPr>
            <p:spPr>
              <a:xfrm>
                <a:off x="5549987" y="6299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3" name="Oval 6772">
                <a:extLst>
                  <a:ext uri="{FF2B5EF4-FFF2-40B4-BE49-F238E27FC236}">
                    <a16:creationId xmlns:a16="http://schemas.microsoft.com/office/drawing/2014/main" id="{83B12D49-58E6-8D5C-22EA-304B3E4E4F2B}"/>
                  </a:ext>
                </a:extLst>
              </p:cNvPr>
              <p:cNvSpPr/>
              <p:nvPr/>
            </p:nvSpPr>
            <p:spPr>
              <a:xfrm>
                <a:off x="5813740" y="6089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4" name="Oval 6773">
                <a:extLst>
                  <a:ext uri="{FF2B5EF4-FFF2-40B4-BE49-F238E27FC236}">
                    <a16:creationId xmlns:a16="http://schemas.microsoft.com/office/drawing/2014/main" id="{91E97C09-32D0-AE62-C203-BBD88E0DA712}"/>
                  </a:ext>
                </a:extLst>
              </p:cNvPr>
              <p:cNvSpPr/>
              <p:nvPr/>
            </p:nvSpPr>
            <p:spPr>
              <a:xfrm>
                <a:off x="5610204" y="62368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5" name="Oval 6774">
                <a:extLst>
                  <a:ext uri="{FF2B5EF4-FFF2-40B4-BE49-F238E27FC236}">
                    <a16:creationId xmlns:a16="http://schemas.microsoft.com/office/drawing/2014/main" id="{5DDE1477-5496-0899-6906-987BDA81BDAC}"/>
                  </a:ext>
                </a:extLst>
              </p:cNvPr>
              <p:cNvSpPr/>
              <p:nvPr/>
            </p:nvSpPr>
            <p:spPr>
              <a:xfrm>
                <a:off x="5499905" y="613658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6" name="Oval 6775">
                <a:extLst>
                  <a:ext uri="{FF2B5EF4-FFF2-40B4-BE49-F238E27FC236}">
                    <a16:creationId xmlns:a16="http://schemas.microsoft.com/office/drawing/2014/main" id="{F9CA8AEA-A2A7-7C0B-C4F5-FD361D11E62B}"/>
                  </a:ext>
                </a:extLst>
              </p:cNvPr>
              <p:cNvSpPr/>
              <p:nvPr/>
            </p:nvSpPr>
            <p:spPr>
              <a:xfrm>
                <a:off x="5713661" y="62858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7" name="Oval 6776">
                <a:extLst>
                  <a:ext uri="{FF2B5EF4-FFF2-40B4-BE49-F238E27FC236}">
                    <a16:creationId xmlns:a16="http://schemas.microsoft.com/office/drawing/2014/main" id="{802B1C35-A555-8B68-8362-C54BFA2AB515}"/>
                  </a:ext>
                </a:extLst>
              </p:cNvPr>
              <p:cNvSpPr/>
              <p:nvPr/>
            </p:nvSpPr>
            <p:spPr>
              <a:xfrm>
                <a:off x="5717461" y="63046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8" name="Oval 6777">
                <a:extLst>
                  <a:ext uri="{FF2B5EF4-FFF2-40B4-BE49-F238E27FC236}">
                    <a16:creationId xmlns:a16="http://schemas.microsoft.com/office/drawing/2014/main" id="{845DDFD7-B6D1-2C62-D7E0-610D69B27075}"/>
                  </a:ext>
                </a:extLst>
              </p:cNvPr>
              <p:cNvSpPr/>
              <p:nvPr/>
            </p:nvSpPr>
            <p:spPr>
              <a:xfrm>
                <a:off x="5595593" y="63610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9" name="Oval 6778">
                <a:extLst>
                  <a:ext uri="{FF2B5EF4-FFF2-40B4-BE49-F238E27FC236}">
                    <a16:creationId xmlns:a16="http://schemas.microsoft.com/office/drawing/2014/main" id="{8C3B19BE-BBC0-6ABB-9420-9BEADCF7A304}"/>
                  </a:ext>
                </a:extLst>
              </p:cNvPr>
              <p:cNvSpPr/>
              <p:nvPr/>
            </p:nvSpPr>
            <p:spPr>
              <a:xfrm>
                <a:off x="5774637" y="62268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0" name="Oval 6779">
                <a:extLst>
                  <a:ext uri="{FF2B5EF4-FFF2-40B4-BE49-F238E27FC236}">
                    <a16:creationId xmlns:a16="http://schemas.microsoft.com/office/drawing/2014/main" id="{FD6F1970-4EB1-D92D-1446-C363382FEAEF}"/>
                  </a:ext>
                </a:extLst>
              </p:cNvPr>
              <p:cNvSpPr/>
              <p:nvPr/>
            </p:nvSpPr>
            <p:spPr>
              <a:xfrm>
                <a:off x="5701246" y="632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1" name="Oval 6780">
                <a:extLst>
                  <a:ext uri="{FF2B5EF4-FFF2-40B4-BE49-F238E27FC236}">
                    <a16:creationId xmlns:a16="http://schemas.microsoft.com/office/drawing/2014/main" id="{7A49E13B-D86A-D8FA-86EB-7265550353D2}"/>
                  </a:ext>
                </a:extLst>
              </p:cNvPr>
              <p:cNvSpPr/>
              <p:nvPr/>
            </p:nvSpPr>
            <p:spPr>
              <a:xfrm>
                <a:off x="5728609" y="63162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2" name="Oval 6781">
                <a:extLst>
                  <a:ext uri="{FF2B5EF4-FFF2-40B4-BE49-F238E27FC236}">
                    <a16:creationId xmlns:a16="http://schemas.microsoft.com/office/drawing/2014/main" id="{8A536EBF-E0F2-8A48-607C-281DAB77B359}"/>
                  </a:ext>
                </a:extLst>
              </p:cNvPr>
              <p:cNvSpPr/>
              <p:nvPr/>
            </p:nvSpPr>
            <p:spPr>
              <a:xfrm>
                <a:off x="5623379" y="63560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3" name="Oval 6782">
                <a:extLst>
                  <a:ext uri="{FF2B5EF4-FFF2-40B4-BE49-F238E27FC236}">
                    <a16:creationId xmlns:a16="http://schemas.microsoft.com/office/drawing/2014/main" id="{958A52F6-592E-8AB5-045C-9F777FCFD896}"/>
                  </a:ext>
                </a:extLst>
              </p:cNvPr>
              <p:cNvSpPr/>
              <p:nvPr/>
            </p:nvSpPr>
            <p:spPr>
              <a:xfrm>
                <a:off x="5603194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4" name="Oval 6783">
                <a:extLst>
                  <a:ext uri="{FF2B5EF4-FFF2-40B4-BE49-F238E27FC236}">
                    <a16:creationId xmlns:a16="http://schemas.microsoft.com/office/drawing/2014/main" id="{9B0D9E91-02B4-5C44-D573-CB5448CB2ED4}"/>
                  </a:ext>
                </a:extLst>
              </p:cNvPr>
              <p:cNvSpPr/>
              <p:nvPr/>
            </p:nvSpPr>
            <p:spPr>
              <a:xfrm>
                <a:off x="5536812" y="60384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5" name="Oval 6784">
                <a:extLst>
                  <a:ext uri="{FF2B5EF4-FFF2-40B4-BE49-F238E27FC236}">
                    <a16:creationId xmlns:a16="http://schemas.microsoft.com/office/drawing/2014/main" id="{EAC27454-7731-B135-0D6B-28CB207AAD5B}"/>
                  </a:ext>
                </a:extLst>
              </p:cNvPr>
              <p:cNvSpPr/>
              <p:nvPr/>
            </p:nvSpPr>
            <p:spPr>
              <a:xfrm>
                <a:off x="5365369" y="59927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6" name="Oval 6785">
                <a:extLst>
                  <a:ext uri="{FF2B5EF4-FFF2-40B4-BE49-F238E27FC236}">
                    <a16:creationId xmlns:a16="http://schemas.microsoft.com/office/drawing/2014/main" id="{BD2662A3-6721-B357-B2F0-93C74B410EA3}"/>
                  </a:ext>
                </a:extLst>
              </p:cNvPr>
              <p:cNvSpPr/>
              <p:nvPr/>
            </p:nvSpPr>
            <p:spPr>
              <a:xfrm>
                <a:off x="6214226" y="55411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7" name="Oval 6786">
                <a:extLst>
                  <a:ext uri="{FF2B5EF4-FFF2-40B4-BE49-F238E27FC236}">
                    <a16:creationId xmlns:a16="http://schemas.microsoft.com/office/drawing/2014/main" id="{16C27CEF-D0DD-79AC-184E-0D17761F84C1}"/>
                  </a:ext>
                </a:extLst>
              </p:cNvPr>
              <p:cNvSpPr/>
              <p:nvPr/>
            </p:nvSpPr>
            <p:spPr>
              <a:xfrm>
                <a:off x="5329560" y="59781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8" name="Oval 6787">
                <a:extLst>
                  <a:ext uri="{FF2B5EF4-FFF2-40B4-BE49-F238E27FC236}">
                    <a16:creationId xmlns:a16="http://schemas.microsoft.com/office/drawing/2014/main" id="{D8519636-E6E1-0201-EB05-251856DE0E60}"/>
                  </a:ext>
                </a:extLst>
              </p:cNvPr>
              <p:cNvSpPr/>
              <p:nvPr/>
            </p:nvSpPr>
            <p:spPr>
              <a:xfrm>
                <a:off x="5725907" y="63378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9" name="Oval 6788">
                <a:extLst>
                  <a:ext uri="{FF2B5EF4-FFF2-40B4-BE49-F238E27FC236}">
                    <a16:creationId xmlns:a16="http://schemas.microsoft.com/office/drawing/2014/main" id="{B17B7D80-60D9-CE21-0BE8-54AAF86BFDFA}"/>
                  </a:ext>
                </a:extLst>
              </p:cNvPr>
              <p:cNvSpPr/>
              <p:nvPr/>
            </p:nvSpPr>
            <p:spPr>
              <a:xfrm>
                <a:off x="5496949" y="61665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0" name="Oval 6789">
                <a:extLst>
                  <a:ext uri="{FF2B5EF4-FFF2-40B4-BE49-F238E27FC236}">
                    <a16:creationId xmlns:a16="http://schemas.microsoft.com/office/drawing/2014/main" id="{EFD2987E-7987-9039-B697-F90CC27E743D}"/>
                  </a:ext>
                </a:extLst>
              </p:cNvPr>
              <p:cNvSpPr/>
              <p:nvPr/>
            </p:nvSpPr>
            <p:spPr>
              <a:xfrm>
                <a:off x="5648377" y="62962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1" name="Oval 6790">
                <a:extLst>
                  <a:ext uri="{FF2B5EF4-FFF2-40B4-BE49-F238E27FC236}">
                    <a16:creationId xmlns:a16="http://schemas.microsoft.com/office/drawing/2014/main" id="{A71735E9-6583-3E64-6EEC-B40DC7F91C50}"/>
                  </a:ext>
                </a:extLst>
              </p:cNvPr>
              <p:cNvSpPr/>
              <p:nvPr/>
            </p:nvSpPr>
            <p:spPr>
              <a:xfrm>
                <a:off x="5532674" y="6040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2" name="Oval 6791">
                <a:extLst>
                  <a:ext uri="{FF2B5EF4-FFF2-40B4-BE49-F238E27FC236}">
                    <a16:creationId xmlns:a16="http://schemas.microsoft.com/office/drawing/2014/main" id="{09A8B064-9273-09E1-9E37-ED5223013A66}"/>
                  </a:ext>
                </a:extLst>
              </p:cNvPr>
              <p:cNvSpPr/>
              <p:nvPr/>
            </p:nvSpPr>
            <p:spPr>
              <a:xfrm>
                <a:off x="5603447" y="62406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3" name="Oval 6792">
                <a:extLst>
                  <a:ext uri="{FF2B5EF4-FFF2-40B4-BE49-F238E27FC236}">
                    <a16:creationId xmlns:a16="http://schemas.microsoft.com/office/drawing/2014/main" id="{268905E5-E892-2290-3062-D122DB606CDF}"/>
                  </a:ext>
                </a:extLst>
              </p:cNvPr>
              <p:cNvSpPr/>
              <p:nvPr/>
            </p:nvSpPr>
            <p:spPr>
              <a:xfrm>
                <a:off x="5881220" y="60026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4" name="Oval 6793">
                <a:extLst>
                  <a:ext uri="{FF2B5EF4-FFF2-40B4-BE49-F238E27FC236}">
                    <a16:creationId xmlns:a16="http://schemas.microsoft.com/office/drawing/2014/main" id="{D5D81A26-F1D4-13BD-2C8C-E8FDAAE42FB1}"/>
                  </a:ext>
                </a:extLst>
              </p:cNvPr>
              <p:cNvSpPr/>
              <p:nvPr/>
            </p:nvSpPr>
            <p:spPr>
              <a:xfrm>
                <a:off x="5483690" y="61813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5" name="Oval 6794">
                <a:extLst>
                  <a:ext uri="{FF2B5EF4-FFF2-40B4-BE49-F238E27FC236}">
                    <a16:creationId xmlns:a16="http://schemas.microsoft.com/office/drawing/2014/main" id="{1C7165B7-A069-E0A8-67CD-A8554CE5942C}"/>
                  </a:ext>
                </a:extLst>
              </p:cNvPr>
              <p:cNvSpPr/>
              <p:nvPr/>
            </p:nvSpPr>
            <p:spPr>
              <a:xfrm>
                <a:off x="5671180" y="638217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6" name="Oval 6795">
                <a:extLst>
                  <a:ext uri="{FF2B5EF4-FFF2-40B4-BE49-F238E27FC236}">
                    <a16:creationId xmlns:a16="http://schemas.microsoft.com/office/drawing/2014/main" id="{DCD717FD-D3F1-2D09-18FD-4837F2011F0E}"/>
                  </a:ext>
                </a:extLst>
              </p:cNvPr>
              <p:cNvSpPr/>
              <p:nvPr/>
            </p:nvSpPr>
            <p:spPr>
              <a:xfrm>
                <a:off x="5551592" y="62918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7" name="Oval 6796">
                <a:extLst>
                  <a:ext uri="{FF2B5EF4-FFF2-40B4-BE49-F238E27FC236}">
                    <a16:creationId xmlns:a16="http://schemas.microsoft.com/office/drawing/2014/main" id="{8EA03599-B0DB-8854-8473-785FDBEB20C0}"/>
                  </a:ext>
                </a:extLst>
              </p:cNvPr>
              <p:cNvSpPr/>
              <p:nvPr/>
            </p:nvSpPr>
            <p:spPr>
              <a:xfrm>
                <a:off x="6218364" y="55010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8" name="Oval 6797">
                <a:extLst>
                  <a:ext uri="{FF2B5EF4-FFF2-40B4-BE49-F238E27FC236}">
                    <a16:creationId xmlns:a16="http://schemas.microsoft.com/office/drawing/2014/main" id="{DDCD66BF-F9D5-B36B-0657-F2F3860622B6}"/>
                  </a:ext>
                </a:extLst>
              </p:cNvPr>
              <p:cNvSpPr/>
              <p:nvPr/>
            </p:nvSpPr>
            <p:spPr>
              <a:xfrm>
                <a:off x="5630557" y="60870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99" name="Oval 6798">
                <a:extLst>
                  <a:ext uri="{FF2B5EF4-FFF2-40B4-BE49-F238E27FC236}">
                    <a16:creationId xmlns:a16="http://schemas.microsoft.com/office/drawing/2014/main" id="{D62D5FE8-4C67-977E-9B4C-B82BB56F1113}"/>
                  </a:ext>
                </a:extLst>
              </p:cNvPr>
              <p:cNvSpPr/>
              <p:nvPr/>
            </p:nvSpPr>
            <p:spPr>
              <a:xfrm>
                <a:off x="6198686" y="54998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0" name="Oval 6799">
                <a:extLst>
                  <a:ext uri="{FF2B5EF4-FFF2-40B4-BE49-F238E27FC236}">
                    <a16:creationId xmlns:a16="http://schemas.microsoft.com/office/drawing/2014/main" id="{3F28B915-C2BF-CA65-EC93-812CCAF523DF}"/>
                  </a:ext>
                </a:extLst>
              </p:cNvPr>
              <p:cNvSpPr/>
              <p:nvPr/>
            </p:nvSpPr>
            <p:spPr>
              <a:xfrm>
                <a:off x="5453793" y="61269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1" name="Oval 6800">
                <a:extLst>
                  <a:ext uri="{FF2B5EF4-FFF2-40B4-BE49-F238E27FC236}">
                    <a16:creationId xmlns:a16="http://schemas.microsoft.com/office/drawing/2014/main" id="{18DD2102-C2D6-B26A-9AE7-D7801C4F0760}"/>
                  </a:ext>
                </a:extLst>
              </p:cNvPr>
              <p:cNvSpPr/>
              <p:nvPr/>
            </p:nvSpPr>
            <p:spPr>
              <a:xfrm>
                <a:off x="5535208" y="60387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2" name="Oval 6801">
                <a:extLst>
                  <a:ext uri="{FF2B5EF4-FFF2-40B4-BE49-F238E27FC236}">
                    <a16:creationId xmlns:a16="http://schemas.microsoft.com/office/drawing/2014/main" id="{687E86F2-B921-F38F-3BB2-23FF0299A221}"/>
                  </a:ext>
                </a:extLst>
              </p:cNvPr>
              <p:cNvSpPr/>
              <p:nvPr/>
            </p:nvSpPr>
            <p:spPr>
              <a:xfrm>
                <a:off x="5539261" y="63412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3" name="Oval 6802">
                <a:extLst>
                  <a:ext uri="{FF2B5EF4-FFF2-40B4-BE49-F238E27FC236}">
                    <a16:creationId xmlns:a16="http://schemas.microsoft.com/office/drawing/2014/main" id="{7E5D1D7F-C2A7-A90B-2BEC-8A7FF87B6DF9}"/>
                  </a:ext>
                </a:extLst>
              </p:cNvPr>
              <p:cNvSpPr/>
              <p:nvPr/>
            </p:nvSpPr>
            <p:spPr>
              <a:xfrm>
                <a:off x="5605727" y="62942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4" name="Oval 6803">
                <a:extLst>
                  <a:ext uri="{FF2B5EF4-FFF2-40B4-BE49-F238E27FC236}">
                    <a16:creationId xmlns:a16="http://schemas.microsoft.com/office/drawing/2014/main" id="{C3A0A4DB-4D31-3FE9-49C3-20BF289D92D9}"/>
                  </a:ext>
                </a:extLst>
              </p:cNvPr>
              <p:cNvSpPr/>
              <p:nvPr/>
            </p:nvSpPr>
            <p:spPr>
              <a:xfrm>
                <a:off x="5482930" y="6130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5" name="Oval 6804">
                <a:extLst>
                  <a:ext uri="{FF2B5EF4-FFF2-40B4-BE49-F238E27FC236}">
                    <a16:creationId xmlns:a16="http://schemas.microsoft.com/office/drawing/2014/main" id="{5679200C-0385-9D0E-B4AF-5658073D03FA}"/>
                  </a:ext>
                </a:extLst>
              </p:cNvPr>
              <p:cNvSpPr/>
              <p:nvPr/>
            </p:nvSpPr>
            <p:spPr>
              <a:xfrm>
                <a:off x="5734775" y="6242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6" name="Oval 6805">
                <a:extLst>
                  <a:ext uri="{FF2B5EF4-FFF2-40B4-BE49-F238E27FC236}">
                    <a16:creationId xmlns:a16="http://schemas.microsoft.com/office/drawing/2014/main" id="{3586172B-5BB8-21F9-3946-847702ED5B03}"/>
                  </a:ext>
                </a:extLst>
              </p:cNvPr>
              <p:cNvSpPr/>
              <p:nvPr/>
            </p:nvSpPr>
            <p:spPr>
              <a:xfrm>
                <a:off x="6225880" y="54697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7" name="Oval 6806">
                <a:extLst>
                  <a:ext uri="{FF2B5EF4-FFF2-40B4-BE49-F238E27FC236}">
                    <a16:creationId xmlns:a16="http://schemas.microsoft.com/office/drawing/2014/main" id="{1F71F631-754C-AB6B-7795-7294E4993A9D}"/>
                  </a:ext>
                </a:extLst>
              </p:cNvPr>
              <p:cNvSpPr/>
              <p:nvPr/>
            </p:nvSpPr>
            <p:spPr>
              <a:xfrm>
                <a:off x="5691956" y="62260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8" name="Oval 6807">
                <a:extLst>
                  <a:ext uri="{FF2B5EF4-FFF2-40B4-BE49-F238E27FC236}">
                    <a16:creationId xmlns:a16="http://schemas.microsoft.com/office/drawing/2014/main" id="{115C6DB7-E8CB-4758-1455-B39BFF692FCE}"/>
                  </a:ext>
                </a:extLst>
              </p:cNvPr>
              <p:cNvSpPr/>
              <p:nvPr/>
            </p:nvSpPr>
            <p:spPr>
              <a:xfrm>
                <a:off x="6195223" y="5521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09" name="Oval 6808">
                <a:extLst>
                  <a:ext uri="{FF2B5EF4-FFF2-40B4-BE49-F238E27FC236}">
                    <a16:creationId xmlns:a16="http://schemas.microsoft.com/office/drawing/2014/main" id="{6F987EF2-51E8-C950-584C-DDFFAFE7CDE5}"/>
                  </a:ext>
                </a:extLst>
              </p:cNvPr>
              <p:cNvSpPr/>
              <p:nvPr/>
            </p:nvSpPr>
            <p:spPr>
              <a:xfrm>
                <a:off x="5599478" y="63604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0" name="Oval 6809">
                <a:extLst>
                  <a:ext uri="{FF2B5EF4-FFF2-40B4-BE49-F238E27FC236}">
                    <a16:creationId xmlns:a16="http://schemas.microsoft.com/office/drawing/2014/main" id="{EBAA8388-83E8-3360-7A62-4E93B3F71D95}"/>
                  </a:ext>
                </a:extLst>
              </p:cNvPr>
              <p:cNvSpPr/>
              <p:nvPr/>
            </p:nvSpPr>
            <p:spPr>
              <a:xfrm>
                <a:off x="6242771" y="611774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1" name="Oval 6810">
                <a:extLst>
                  <a:ext uri="{FF2B5EF4-FFF2-40B4-BE49-F238E27FC236}">
                    <a16:creationId xmlns:a16="http://schemas.microsoft.com/office/drawing/2014/main" id="{7E90622E-3983-0299-AA7D-28918B07984D}"/>
                  </a:ext>
                </a:extLst>
              </p:cNvPr>
              <p:cNvSpPr/>
              <p:nvPr/>
            </p:nvSpPr>
            <p:spPr>
              <a:xfrm>
                <a:off x="5695503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2" name="Oval 6811">
                <a:extLst>
                  <a:ext uri="{FF2B5EF4-FFF2-40B4-BE49-F238E27FC236}">
                    <a16:creationId xmlns:a16="http://schemas.microsoft.com/office/drawing/2014/main" id="{BC5A567C-9D86-C2FD-BC45-F7EB29619E6D}"/>
                  </a:ext>
                </a:extLst>
              </p:cNvPr>
              <p:cNvSpPr/>
              <p:nvPr/>
            </p:nvSpPr>
            <p:spPr>
              <a:xfrm>
                <a:off x="5387580" y="59815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3" name="Oval 6812">
                <a:extLst>
                  <a:ext uri="{FF2B5EF4-FFF2-40B4-BE49-F238E27FC236}">
                    <a16:creationId xmlns:a16="http://schemas.microsoft.com/office/drawing/2014/main" id="{5D485B9F-53A1-D4F3-82B8-23D806C69E58}"/>
                  </a:ext>
                </a:extLst>
              </p:cNvPr>
              <p:cNvSpPr/>
              <p:nvPr/>
            </p:nvSpPr>
            <p:spPr>
              <a:xfrm>
                <a:off x="6217688" y="55046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4" name="Oval 6813">
                <a:extLst>
                  <a:ext uri="{FF2B5EF4-FFF2-40B4-BE49-F238E27FC236}">
                    <a16:creationId xmlns:a16="http://schemas.microsoft.com/office/drawing/2014/main" id="{98EAE9CE-416C-6DD1-0EB7-8D09555F7F98}"/>
                  </a:ext>
                </a:extLst>
              </p:cNvPr>
              <p:cNvSpPr/>
              <p:nvPr/>
            </p:nvSpPr>
            <p:spPr>
              <a:xfrm>
                <a:off x="5472204" y="61435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5" name="Oval 6814">
                <a:extLst>
                  <a:ext uri="{FF2B5EF4-FFF2-40B4-BE49-F238E27FC236}">
                    <a16:creationId xmlns:a16="http://schemas.microsoft.com/office/drawing/2014/main" id="{5F4443E4-E5DC-DC3B-41CC-3117263CF3D8}"/>
                  </a:ext>
                </a:extLst>
              </p:cNvPr>
              <p:cNvSpPr/>
              <p:nvPr/>
            </p:nvSpPr>
            <p:spPr>
              <a:xfrm>
                <a:off x="5704455" y="63023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6" name="Oval 6815">
                <a:extLst>
                  <a:ext uri="{FF2B5EF4-FFF2-40B4-BE49-F238E27FC236}">
                    <a16:creationId xmlns:a16="http://schemas.microsoft.com/office/drawing/2014/main" id="{A655A3A9-9FFA-5AC1-F970-32ED18824116}"/>
                  </a:ext>
                </a:extLst>
              </p:cNvPr>
              <p:cNvSpPr/>
              <p:nvPr/>
            </p:nvSpPr>
            <p:spPr>
              <a:xfrm>
                <a:off x="5547453" y="6385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7" name="Oval 6816">
                <a:extLst>
                  <a:ext uri="{FF2B5EF4-FFF2-40B4-BE49-F238E27FC236}">
                    <a16:creationId xmlns:a16="http://schemas.microsoft.com/office/drawing/2014/main" id="{0487B58C-7E32-F4FA-127C-E8EA685B8D24}"/>
                  </a:ext>
                </a:extLst>
              </p:cNvPr>
              <p:cNvSpPr/>
              <p:nvPr/>
            </p:nvSpPr>
            <p:spPr>
              <a:xfrm>
                <a:off x="6259071" y="55008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8" name="Oval 6817">
                <a:extLst>
                  <a:ext uri="{FF2B5EF4-FFF2-40B4-BE49-F238E27FC236}">
                    <a16:creationId xmlns:a16="http://schemas.microsoft.com/office/drawing/2014/main" id="{726EAB98-43A0-FABA-FD55-80D858D42980}"/>
                  </a:ext>
                </a:extLst>
              </p:cNvPr>
              <p:cNvSpPr/>
              <p:nvPr/>
            </p:nvSpPr>
            <p:spPr>
              <a:xfrm>
                <a:off x="5693223" y="594309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19" name="Oval 6818">
                <a:extLst>
                  <a:ext uri="{FF2B5EF4-FFF2-40B4-BE49-F238E27FC236}">
                    <a16:creationId xmlns:a16="http://schemas.microsoft.com/office/drawing/2014/main" id="{64E64E6A-A107-F877-D33C-B55F1C919609}"/>
                  </a:ext>
                </a:extLst>
              </p:cNvPr>
              <p:cNvSpPr/>
              <p:nvPr/>
            </p:nvSpPr>
            <p:spPr>
              <a:xfrm>
                <a:off x="5757746" y="62277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0" name="Oval 6819">
                <a:extLst>
                  <a:ext uri="{FF2B5EF4-FFF2-40B4-BE49-F238E27FC236}">
                    <a16:creationId xmlns:a16="http://schemas.microsoft.com/office/drawing/2014/main" id="{859801EC-BDBA-BBD4-857A-11BBEEDD1EAF}"/>
                  </a:ext>
                </a:extLst>
              </p:cNvPr>
              <p:cNvSpPr/>
              <p:nvPr/>
            </p:nvSpPr>
            <p:spPr>
              <a:xfrm>
                <a:off x="5576590" y="60881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1" name="Oval 6820">
                <a:extLst>
                  <a:ext uri="{FF2B5EF4-FFF2-40B4-BE49-F238E27FC236}">
                    <a16:creationId xmlns:a16="http://schemas.microsoft.com/office/drawing/2014/main" id="{9014CF62-3584-9BA0-C21E-74AC87D5FC28}"/>
                  </a:ext>
                </a:extLst>
              </p:cNvPr>
              <p:cNvSpPr/>
              <p:nvPr/>
            </p:nvSpPr>
            <p:spPr>
              <a:xfrm>
                <a:off x="5355487" y="59757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2" name="Oval 6821">
                <a:extLst>
                  <a:ext uri="{FF2B5EF4-FFF2-40B4-BE49-F238E27FC236}">
                    <a16:creationId xmlns:a16="http://schemas.microsoft.com/office/drawing/2014/main" id="{76AE328A-3C9D-37A8-B229-176574A997AE}"/>
                  </a:ext>
                </a:extLst>
              </p:cNvPr>
              <p:cNvSpPr/>
              <p:nvPr/>
            </p:nvSpPr>
            <p:spPr>
              <a:xfrm>
                <a:off x="5560713" y="6114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3" name="Oval 6822">
                <a:extLst>
                  <a:ext uri="{FF2B5EF4-FFF2-40B4-BE49-F238E27FC236}">
                    <a16:creationId xmlns:a16="http://schemas.microsoft.com/office/drawing/2014/main" id="{C8A4749B-79BD-9E76-71E6-D5D5041F6E7C}"/>
                  </a:ext>
                </a:extLst>
              </p:cNvPr>
              <p:cNvSpPr/>
              <p:nvPr/>
            </p:nvSpPr>
            <p:spPr>
              <a:xfrm>
                <a:off x="6194632" y="553247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4" name="Oval 6823">
                <a:extLst>
                  <a:ext uri="{FF2B5EF4-FFF2-40B4-BE49-F238E27FC236}">
                    <a16:creationId xmlns:a16="http://schemas.microsoft.com/office/drawing/2014/main" id="{C33A3CD2-0DD3-8647-3D56-E5912D57A3F1}"/>
                  </a:ext>
                </a:extLst>
              </p:cNvPr>
              <p:cNvSpPr/>
              <p:nvPr/>
            </p:nvSpPr>
            <p:spPr>
              <a:xfrm>
                <a:off x="5501679" y="61467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5" name="Oval 6824">
                <a:extLst>
                  <a:ext uri="{FF2B5EF4-FFF2-40B4-BE49-F238E27FC236}">
                    <a16:creationId xmlns:a16="http://schemas.microsoft.com/office/drawing/2014/main" id="{57520B93-2F4C-832D-4314-678811A823B9}"/>
                  </a:ext>
                </a:extLst>
              </p:cNvPr>
              <p:cNvSpPr/>
              <p:nvPr/>
            </p:nvSpPr>
            <p:spPr>
              <a:xfrm>
                <a:off x="5619494" y="6366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6" name="Oval 6825">
                <a:extLst>
                  <a:ext uri="{FF2B5EF4-FFF2-40B4-BE49-F238E27FC236}">
                    <a16:creationId xmlns:a16="http://schemas.microsoft.com/office/drawing/2014/main" id="{50831F4B-C8BC-7F68-CFE8-E0CC40ECA8EB}"/>
                  </a:ext>
                </a:extLst>
              </p:cNvPr>
              <p:cNvSpPr/>
              <p:nvPr/>
            </p:nvSpPr>
            <p:spPr>
              <a:xfrm>
                <a:off x="5652009" y="6246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7" name="Oval 6826">
                <a:extLst>
                  <a:ext uri="{FF2B5EF4-FFF2-40B4-BE49-F238E27FC236}">
                    <a16:creationId xmlns:a16="http://schemas.microsoft.com/office/drawing/2014/main" id="{0661146A-1E51-AC8B-8025-ED659FFAFCE7}"/>
                  </a:ext>
                </a:extLst>
              </p:cNvPr>
              <p:cNvSpPr/>
              <p:nvPr/>
            </p:nvSpPr>
            <p:spPr>
              <a:xfrm>
                <a:off x="5517472" y="60413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8" name="Oval 6827">
                <a:extLst>
                  <a:ext uri="{FF2B5EF4-FFF2-40B4-BE49-F238E27FC236}">
                    <a16:creationId xmlns:a16="http://schemas.microsoft.com/office/drawing/2014/main" id="{06566B28-588E-E71C-7D40-6F7AB73FC02C}"/>
                  </a:ext>
                </a:extLst>
              </p:cNvPr>
              <p:cNvSpPr/>
              <p:nvPr/>
            </p:nvSpPr>
            <p:spPr>
              <a:xfrm>
                <a:off x="5353038" y="59876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29" name="Oval 6828">
                <a:extLst>
                  <a:ext uri="{FF2B5EF4-FFF2-40B4-BE49-F238E27FC236}">
                    <a16:creationId xmlns:a16="http://schemas.microsoft.com/office/drawing/2014/main" id="{4263CB4E-FB8B-F682-0393-C4F9A9CCC951}"/>
                  </a:ext>
                </a:extLst>
              </p:cNvPr>
              <p:cNvSpPr/>
              <p:nvPr/>
            </p:nvSpPr>
            <p:spPr>
              <a:xfrm>
                <a:off x="5476680" y="61707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0" name="Oval 6829">
                <a:extLst>
                  <a:ext uri="{FF2B5EF4-FFF2-40B4-BE49-F238E27FC236}">
                    <a16:creationId xmlns:a16="http://schemas.microsoft.com/office/drawing/2014/main" id="{23334854-D4DB-9667-572F-BA5461FF6D39}"/>
                  </a:ext>
                </a:extLst>
              </p:cNvPr>
              <p:cNvSpPr/>
              <p:nvPr/>
            </p:nvSpPr>
            <p:spPr>
              <a:xfrm>
                <a:off x="6193872" y="55197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1" name="Oval 6830">
                <a:extLst>
                  <a:ext uri="{FF2B5EF4-FFF2-40B4-BE49-F238E27FC236}">
                    <a16:creationId xmlns:a16="http://schemas.microsoft.com/office/drawing/2014/main" id="{6B75B0E5-699D-497D-1D40-2983B799CC61}"/>
                  </a:ext>
                </a:extLst>
              </p:cNvPr>
              <p:cNvSpPr/>
              <p:nvPr/>
            </p:nvSpPr>
            <p:spPr>
              <a:xfrm>
                <a:off x="5333529" y="5971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2" name="Oval 6831">
                <a:extLst>
                  <a:ext uri="{FF2B5EF4-FFF2-40B4-BE49-F238E27FC236}">
                    <a16:creationId xmlns:a16="http://schemas.microsoft.com/office/drawing/2014/main" id="{1BEDE5C9-BA73-04CB-61B7-EED2755564BD}"/>
                  </a:ext>
                </a:extLst>
              </p:cNvPr>
              <p:cNvSpPr/>
              <p:nvPr/>
            </p:nvSpPr>
            <p:spPr>
              <a:xfrm>
                <a:off x="6263210" y="54271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3" name="Oval 6832">
                <a:extLst>
                  <a:ext uri="{FF2B5EF4-FFF2-40B4-BE49-F238E27FC236}">
                    <a16:creationId xmlns:a16="http://schemas.microsoft.com/office/drawing/2014/main" id="{0D8B4A29-7170-7BB4-9A24-38D26BBA2185}"/>
                  </a:ext>
                </a:extLst>
              </p:cNvPr>
              <p:cNvSpPr/>
              <p:nvPr/>
            </p:nvSpPr>
            <p:spPr>
              <a:xfrm>
                <a:off x="5942027" y="577198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4" name="Oval 6833">
                <a:extLst>
                  <a:ext uri="{FF2B5EF4-FFF2-40B4-BE49-F238E27FC236}">
                    <a16:creationId xmlns:a16="http://schemas.microsoft.com/office/drawing/2014/main" id="{E0B3AC16-7A9F-5B65-977E-46D2222F3418}"/>
                  </a:ext>
                </a:extLst>
              </p:cNvPr>
              <p:cNvSpPr/>
              <p:nvPr/>
            </p:nvSpPr>
            <p:spPr>
              <a:xfrm>
                <a:off x="5911286" y="63963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5" name="Oval 6834">
                <a:extLst>
                  <a:ext uri="{FF2B5EF4-FFF2-40B4-BE49-F238E27FC236}">
                    <a16:creationId xmlns:a16="http://schemas.microsoft.com/office/drawing/2014/main" id="{BC20FAB5-CCEA-44B0-AB03-5C913890572B}"/>
                  </a:ext>
                </a:extLst>
              </p:cNvPr>
              <p:cNvSpPr/>
              <p:nvPr/>
            </p:nvSpPr>
            <p:spPr>
              <a:xfrm>
                <a:off x="5668815" y="60639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6" name="Oval 6835">
                <a:extLst>
                  <a:ext uri="{FF2B5EF4-FFF2-40B4-BE49-F238E27FC236}">
                    <a16:creationId xmlns:a16="http://schemas.microsoft.com/office/drawing/2014/main" id="{A4C44E1F-084E-F37E-77C1-5510E07C6942}"/>
                  </a:ext>
                </a:extLst>
              </p:cNvPr>
              <p:cNvSpPr/>
              <p:nvPr/>
            </p:nvSpPr>
            <p:spPr>
              <a:xfrm>
                <a:off x="6220306" y="56940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7" name="Oval 6836">
                <a:extLst>
                  <a:ext uri="{FF2B5EF4-FFF2-40B4-BE49-F238E27FC236}">
                    <a16:creationId xmlns:a16="http://schemas.microsoft.com/office/drawing/2014/main" id="{3582A286-16C7-F9CB-1AF4-C42CC76F7364}"/>
                  </a:ext>
                </a:extLst>
              </p:cNvPr>
              <p:cNvSpPr/>
              <p:nvPr/>
            </p:nvSpPr>
            <p:spPr>
              <a:xfrm>
                <a:off x="5676247" y="627010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8" name="Oval 6837">
                <a:extLst>
                  <a:ext uri="{FF2B5EF4-FFF2-40B4-BE49-F238E27FC236}">
                    <a16:creationId xmlns:a16="http://schemas.microsoft.com/office/drawing/2014/main" id="{3C9E31C5-A2EB-32B5-DCF4-A8E6FF4C9270}"/>
                  </a:ext>
                </a:extLst>
              </p:cNvPr>
              <p:cNvSpPr/>
              <p:nvPr/>
            </p:nvSpPr>
            <p:spPr>
              <a:xfrm>
                <a:off x="5611724" y="612847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39" name="Oval 6838">
                <a:extLst>
                  <a:ext uri="{FF2B5EF4-FFF2-40B4-BE49-F238E27FC236}">
                    <a16:creationId xmlns:a16="http://schemas.microsoft.com/office/drawing/2014/main" id="{192DFDF7-7D7D-6974-6A6E-563C5E4B45B3}"/>
                  </a:ext>
                </a:extLst>
              </p:cNvPr>
              <p:cNvSpPr/>
              <p:nvPr/>
            </p:nvSpPr>
            <p:spPr>
              <a:xfrm>
                <a:off x="5424318" y="61908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0" name="Oval 6839">
                <a:extLst>
                  <a:ext uri="{FF2B5EF4-FFF2-40B4-BE49-F238E27FC236}">
                    <a16:creationId xmlns:a16="http://schemas.microsoft.com/office/drawing/2014/main" id="{932E8C68-091B-F9C2-893B-9B22F8A229EE}"/>
                  </a:ext>
                </a:extLst>
              </p:cNvPr>
              <p:cNvSpPr/>
              <p:nvPr/>
            </p:nvSpPr>
            <p:spPr>
              <a:xfrm>
                <a:off x="5749301" y="58121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1" name="Oval 6840">
                <a:extLst>
                  <a:ext uri="{FF2B5EF4-FFF2-40B4-BE49-F238E27FC236}">
                    <a16:creationId xmlns:a16="http://schemas.microsoft.com/office/drawing/2014/main" id="{4862E6BD-AFB2-3E75-E52F-DFC1DB92770A}"/>
                  </a:ext>
                </a:extLst>
              </p:cNvPr>
              <p:cNvSpPr/>
              <p:nvPr/>
            </p:nvSpPr>
            <p:spPr>
              <a:xfrm>
                <a:off x="6217097" y="5493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2" name="Oval 6841">
                <a:extLst>
                  <a:ext uri="{FF2B5EF4-FFF2-40B4-BE49-F238E27FC236}">
                    <a16:creationId xmlns:a16="http://schemas.microsoft.com/office/drawing/2014/main" id="{905521E3-0F25-8628-5FF7-6913DB1C400D}"/>
                  </a:ext>
                </a:extLst>
              </p:cNvPr>
              <p:cNvSpPr/>
              <p:nvPr/>
            </p:nvSpPr>
            <p:spPr>
              <a:xfrm>
                <a:off x="5443236" y="61627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3" name="Oval 6842">
                <a:extLst>
                  <a:ext uri="{FF2B5EF4-FFF2-40B4-BE49-F238E27FC236}">
                    <a16:creationId xmlns:a16="http://schemas.microsoft.com/office/drawing/2014/main" id="{0B624C75-6A7D-A5DE-5847-24C542653FB6}"/>
                  </a:ext>
                </a:extLst>
              </p:cNvPr>
              <p:cNvSpPr/>
              <p:nvPr/>
            </p:nvSpPr>
            <p:spPr>
              <a:xfrm>
                <a:off x="5921167" y="63993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4" name="Oval 6843">
                <a:extLst>
                  <a:ext uri="{FF2B5EF4-FFF2-40B4-BE49-F238E27FC236}">
                    <a16:creationId xmlns:a16="http://schemas.microsoft.com/office/drawing/2014/main" id="{DB66F2BE-72AF-CD82-1A14-66D5C12382F9}"/>
                  </a:ext>
                </a:extLst>
              </p:cNvPr>
              <p:cNvSpPr/>
              <p:nvPr/>
            </p:nvSpPr>
            <p:spPr>
              <a:xfrm>
                <a:off x="5578702" y="632196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5" name="Oval 6844">
                <a:extLst>
                  <a:ext uri="{FF2B5EF4-FFF2-40B4-BE49-F238E27FC236}">
                    <a16:creationId xmlns:a16="http://schemas.microsoft.com/office/drawing/2014/main" id="{30CC1698-2737-8896-520D-938F5FD2828B}"/>
                  </a:ext>
                </a:extLst>
              </p:cNvPr>
              <p:cNvSpPr/>
              <p:nvPr/>
            </p:nvSpPr>
            <p:spPr>
              <a:xfrm>
                <a:off x="6242940" y="555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6" name="Oval 6845">
                <a:extLst>
                  <a:ext uri="{FF2B5EF4-FFF2-40B4-BE49-F238E27FC236}">
                    <a16:creationId xmlns:a16="http://schemas.microsoft.com/office/drawing/2014/main" id="{B518EF0A-893B-CEB9-3735-4E09AC1105D8}"/>
                  </a:ext>
                </a:extLst>
              </p:cNvPr>
              <p:cNvSpPr/>
              <p:nvPr/>
            </p:nvSpPr>
            <p:spPr>
              <a:xfrm>
                <a:off x="5461985" y="61940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7" name="Oval 6846">
                <a:extLst>
                  <a:ext uri="{FF2B5EF4-FFF2-40B4-BE49-F238E27FC236}">
                    <a16:creationId xmlns:a16="http://schemas.microsoft.com/office/drawing/2014/main" id="{59C0B790-692A-2652-5943-2E280DD57EFB}"/>
                  </a:ext>
                </a:extLst>
              </p:cNvPr>
              <p:cNvSpPr/>
              <p:nvPr/>
            </p:nvSpPr>
            <p:spPr>
              <a:xfrm>
                <a:off x="6255609" y="548509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8" name="Oval 6847">
                <a:extLst>
                  <a:ext uri="{FF2B5EF4-FFF2-40B4-BE49-F238E27FC236}">
                    <a16:creationId xmlns:a16="http://schemas.microsoft.com/office/drawing/2014/main" id="{D94030A6-55BE-F7A6-B966-6043726615CB}"/>
                  </a:ext>
                </a:extLst>
              </p:cNvPr>
              <p:cNvSpPr/>
              <p:nvPr/>
            </p:nvSpPr>
            <p:spPr>
              <a:xfrm>
                <a:off x="5922518" y="591074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49" name="Oval 6848">
                <a:extLst>
                  <a:ext uri="{FF2B5EF4-FFF2-40B4-BE49-F238E27FC236}">
                    <a16:creationId xmlns:a16="http://schemas.microsoft.com/office/drawing/2014/main" id="{2FB32EAA-9500-FC49-7850-B5D7D306F8AE}"/>
                  </a:ext>
                </a:extLst>
              </p:cNvPr>
              <p:cNvSpPr/>
              <p:nvPr/>
            </p:nvSpPr>
            <p:spPr>
              <a:xfrm>
                <a:off x="5358950" y="59824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0" name="Oval 6849">
                <a:extLst>
                  <a:ext uri="{FF2B5EF4-FFF2-40B4-BE49-F238E27FC236}">
                    <a16:creationId xmlns:a16="http://schemas.microsoft.com/office/drawing/2014/main" id="{A9215AFA-735C-F581-0CC5-AB436134F2CE}"/>
                  </a:ext>
                </a:extLst>
              </p:cNvPr>
              <p:cNvSpPr/>
              <p:nvPr/>
            </p:nvSpPr>
            <p:spPr>
              <a:xfrm>
                <a:off x="5488842" y="615397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1" name="Oval 6850">
                <a:extLst>
                  <a:ext uri="{FF2B5EF4-FFF2-40B4-BE49-F238E27FC236}">
                    <a16:creationId xmlns:a16="http://schemas.microsoft.com/office/drawing/2014/main" id="{C2BAF059-2238-94BD-BA4A-318AD88191F1}"/>
                  </a:ext>
                </a:extLst>
              </p:cNvPr>
              <p:cNvSpPr/>
              <p:nvPr/>
            </p:nvSpPr>
            <p:spPr>
              <a:xfrm>
                <a:off x="5660708" y="633175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2" name="Oval 6851">
                <a:extLst>
                  <a:ext uri="{FF2B5EF4-FFF2-40B4-BE49-F238E27FC236}">
                    <a16:creationId xmlns:a16="http://schemas.microsoft.com/office/drawing/2014/main" id="{920A7386-5C7C-0ADD-069E-790FAE689EC8}"/>
                  </a:ext>
                </a:extLst>
              </p:cNvPr>
              <p:cNvSpPr/>
              <p:nvPr/>
            </p:nvSpPr>
            <p:spPr>
              <a:xfrm>
                <a:off x="5716955" y="59966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3" name="Oval 6852">
                <a:extLst>
                  <a:ext uri="{FF2B5EF4-FFF2-40B4-BE49-F238E27FC236}">
                    <a16:creationId xmlns:a16="http://schemas.microsoft.com/office/drawing/2014/main" id="{ECC6C9F3-E326-3651-4ECF-16033197F0E0}"/>
                  </a:ext>
                </a:extLst>
              </p:cNvPr>
              <p:cNvSpPr/>
              <p:nvPr/>
            </p:nvSpPr>
            <p:spPr>
              <a:xfrm>
                <a:off x="6223938" y="552622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4" name="Oval 6853">
                <a:extLst>
                  <a:ext uri="{FF2B5EF4-FFF2-40B4-BE49-F238E27FC236}">
                    <a16:creationId xmlns:a16="http://schemas.microsoft.com/office/drawing/2014/main" id="{10671011-145E-13DA-315F-38A37883847B}"/>
                  </a:ext>
                </a:extLst>
              </p:cNvPr>
              <p:cNvSpPr/>
              <p:nvPr/>
            </p:nvSpPr>
            <p:spPr>
              <a:xfrm>
                <a:off x="5429723" y="61656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5" name="Oval 6854">
                <a:extLst>
                  <a:ext uri="{FF2B5EF4-FFF2-40B4-BE49-F238E27FC236}">
                    <a16:creationId xmlns:a16="http://schemas.microsoft.com/office/drawing/2014/main" id="{1E23B9B2-3D33-6C5C-3423-A478F270A0E9}"/>
                  </a:ext>
                </a:extLst>
              </p:cNvPr>
              <p:cNvSpPr/>
              <p:nvPr/>
            </p:nvSpPr>
            <p:spPr>
              <a:xfrm>
                <a:off x="6256960" y="5486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6" name="Oval 6855">
                <a:extLst>
                  <a:ext uri="{FF2B5EF4-FFF2-40B4-BE49-F238E27FC236}">
                    <a16:creationId xmlns:a16="http://schemas.microsoft.com/office/drawing/2014/main" id="{ECB2BF40-7662-8896-8A91-CD18C1C3072C}"/>
                  </a:ext>
                </a:extLst>
              </p:cNvPr>
              <p:cNvSpPr/>
              <p:nvPr/>
            </p:nvSpPr>
            <p:spPr>
              <a:xfrm>
                <a:off x="6232637" y="55163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7" name="Oval 6856">
                <a:extLst>
                  <a:ext uri="{FF2B5EF4-FFF2-40B4-BE49-F238E27FC236}">
                    <a16:creationId xmlns:a16="http://schemas.microsoft.com/office/drawing/2014/main" id="{EF9DDC84-7DE5-31C7-E158-8226A80162CE}"/>
                  </a:ext>
                </a:extLst>
              </p:cNvPr>
              <p:cNvSpPr/>
              <p:nvPr/>
            </p:nvSpPr>
            <p:spPr>
              <a:xfrm>
                <a:off x="5635287" y="63532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8" name="Oval 6857">
                <a:extLst>
                  <a:ext uri="{FF2B5EF4-FFF2-40B4-BE49-F238E27FC236}">
                    <a16:creationId xmlns:a16="http://schemas.microsoft.com/office/drawing/2014/main" id="{6ECD8845-7DD9-065C-0BCD-70D2560531B0}"/>
                  </a:ext>
                </a:extLst>
              </p:cNvPr>
              <p:cNvSpPr/>
              <p:nvPr/>
            </p:nvSpPr>
            <p:spPr>
              <a:xfrm>
                <a:off x="5564429" y="63813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59" name="Oval 6858">
                <a:extLst>
                  <a:ext uri="{FF2B5EF4-FFF2-40B4-BE49-F238E27FC236}">
                    <a16:creationId xmlns:a16="http://schemas.microsoft.com/office/drawing/2014/main" id="{98233870-D6AF-B173-F0C1-29B72C5BC73F}"/>
                  </a:ext>
                </a:extLst>
              </p:cNvPr>
              <p:cNvSpPr/>
              <p:nvPr/>
            </p:nvSpPr>
            <p:spPr>
              <a:xfrm>
                <a:off x="5561811" y="61744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0" name="Oval 6859">
                <a:extLst>
                  <a:ext uri="{FF2B5EF4-FFF2-40B4-BE49-F238E27FC236}">
                    <a16:creationId xmlns:a16="http://schemas.microsoft.com/office/drawing/2014/main" id="{3608184F-112D-53E3-E170-CED8BACF2922}"/>
                  </a:ext>
                </a:extLst>
              </p:cNvPr>
              <p:cNvSpPr/>
              <p:nvPr/>
            </p:nvSpPr>
            <p:spPr>
              <a:xfrm>
                <a:off x="6235171" y="55985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1" name="Oval 6860">
                <a:extLst>
                  <a:ext uri="{FF2B5EF4-FFF2-40B4-BE49-F238E27FC236}">
                    <a16:creationId xmlns:a16="http://schemas.microsoft.com/office/drawing/2014/main" id="{37741BCC-A2A4-90C9-1AF6-7CDEF4EF79FE}"/>
                  </a:ext>
                </a:extLst>
              </p:cNvPr>
              <p:cNvSpPr/>
              <p:nvPr/>
            </p:nvSpPr>
            <p:spPr>
              <a:xfrm>
                <a:off x="5551170" y="60434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2" name="Oval 6861">
                <a:extLst>
                  <a:ext uri="{FF2B5EF4-FFF2-40B4-BE49-F238E27FC236}">
                    <a16:creationId xmlns:a16="http://schemas.microsoft.com/office/drawing/2014/main" id="{6C5695A3-1934-6BB0-5259-456EF15F90CA}"/>
                  </a:ext>
                </a:extLst>
              </p:cNvPr>
              <p:cNvSpPr/>
              <p:nvPr/>
            </p:nvSpPr>
            <p:spPr>
              <a:xfrm>
                <a:off x="6256791" y="549675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3" name="Oval 6862">
                <a:extLst>
                  <a:ext uri="{FF2B5EF4-FFF2-40B4-BE49-F238E27FC236}">
                    <a16:creationId xmlns:a16="http://schemas.microsoft.com/office/drawing/2014/main" id="{D46C7E2D-08D2-553E-43F8-4625A1770863}"/>
                  </a:ext>
                </a:extLst>
              </p:cNvPr>
              <p:cNvSpPr/>
              <p:nvPr/>
            </p:nvSpPr>
            <p:spPr>
              <a:xfrm>
                <a:off x="5725400" y="61598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4" name="Oval 6863">
                <a:extLst>
                  <a:ext uri="{FF2B5EF4-FFF2-40B4-BE49-F238E27FC236}">
                    <a16:creationId xmlns:a16="http://schemas.microsoft.com/office/drawing/2014/main" id="{46301AB2-3CCB-2171-A822-A15151CE96EA}"/>
                  </a:ext>
                </a:extLst>
              </p:cNvPr>
              <p:cNvSpPr/>
              <p:nvPr/>
            </p:nvSpPr>
            <p:spPr>
              <a:xfrm>
                <a:off x="5334627" y="599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5" name="Oval 6864">
                <a:extLst>
                  <a:ext uri="{FF2B5EF4-FFF2-40B4-BE49-F238E27FC236}">
                    <a16:creationId xmlns:a16="http://schemas.microsoft.com/office/drawing/2014/main" id="{1BCBC6EE-065D-5256-1C71-ED41A77B256D}"/>
                  </a:ext>
                </a:extLst>
              </p:cNvPr>
              <p:cNvSpPr/>
              <p:nvPr/>
            </p:nvSpPr>
            <p:spPr>
              <a:xfrm>
                <a:off x="6239140" y="54841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6" name="Oval 6865">
                <a:extLst>
                  <a:ext uri="{FF2B5EF4-FFF2-40B4-BE49-F238E27FC236}">
                    <a16:creationId xmlns:a16="http://schemas.microsoft.com/office/drawing/2014/main" id="{5D421170-C3ED-4231-6839-1987C35F2097}"/>
                  </a:ext>
                </a:extLst>
              </p:cNvPr>
              <p:cNvSpPr/>
              <p:nvPr/>
            </p:nvSpPr>
            <p:spPr>
              <a:xfrm>
                <a:off x="5341130" y="59444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7" name="Oval 6866">
                <a:extLst>
                  <a:ext uri="{FF2B5EF4-FFF2-40B4-BE49-F238E27FC236}">
                    <a16:creationId xmlns:a16="http://schemas.microsoft.com/office/drawing/2014/main" id="{EEA2E2A1-A56E-2EAB-48F3-F4A4DDB5FE52}"/>
                  </a:ext>
                </a:extLst>
              </p:cNvPr>
              <p:cNvSpPr/>
              <p:nvPr/>
            </p:nvSpPr>
            <p:spPr>
              <a:xfrm>
                <a:off x="5564682" y="6325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8" name="Oval 6867">
                <a:extLst>
                  <a:ext uri="{FF2B5EF4-FFF2-40B4-BE49-F238E27FC236}">
                    <a16:creationId xmlns:a16="http://schemas.microsoft.com/office/drawing/2014/main" id="{1CCAA254-B51D-D328-A82B-99297A454BBE}"/>
                  </a:ext>
                </a:extLst>
              </p:cNvPr>
              <p:cNvSpPr/>
              <p:nvPr/>
            </p:nvSpPr>
            <p:spPr>
              <a:xfrm>
                <a:off x="5792626" y="60843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69" name="Oval 6868">
                <a:extLst>
                  <a:ext uri="{FF2B5EF4-FFF2-40B4-BE49-F238E27FC236}">
                    <a16:creationId xmlns:a16="http://schemas.microsoft.com/office/drawing/2014/main" id="{698A5977-5506-80A1-587A-51208FD4FC42}"/>
                  </a:ext>
                </a:extLst>
              </p:cNvPr>
              <p:cNvSpPr/>
              <p:nvPr/>
            </p:nvSpPr>
            <p:spPr>
              <a:xfrm>
                <a:off x="5500665" y="616690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0" name="Oval 6869">
                <a:extLst>
                  <a:ext uri="{FF2B5EF4-FFF2-40B4-BE49-F238E27FC236}">
                    <a16:creationId xmlns:a16="http://schemas.microsoft.com/office/drawing/2014/main" id="{1469248A-1D80-E6F7-0437-B87E731A61C7}"/>
                  </a:ext>
                </a:extLst>
              </p:cNvPr>
              <p:cNvSpPr/>
              <p:nvPr/>
            </p:nvSpPr>
            <p:spPr>
              <a:xfrm>
                <a:off x="5677852" y="63282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1" name="Oval 6870">
                <a:extLst>
                  <a:ext uri="{FF2B5EF4-FFF2-40B4-BE49-F238E27FC236}">
                    <a16:creationId xmlns:a16="http://schemas.microsoft.com/office/drawing/2014/main" id="{74B25BD9-AA45-6DF6-9649-62407E05FC68}"/>
                  </a:ext>
                </a:extLst>
              </p:cNvPr>
              <p:cNvSpPr/>
              <p:nvPr/>
            </p:nvSpPr>
            <p:spPr>
              <a:xfrm>
                <a:off x="5868974" y="618717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2" name="Oval 6871">
                <a:extLst>
                  <a:ext uri="{FF2B5EF4-FFF2-40B4-BE49-F238E27FC236}">
                    <a16:creationId xmlns:a16="http://schemas.microsoft.com/office/drawing/2014/main" id="{D5D112D3-0129-989A-E4D5-21FDB7BD6E82}"/>
                  </a:ext>
                </a:extLst>
              </p:cNvPr>
              <p:cNvSpPr/>
              <p:nvPr/>
            </p:nvSpPr>
            <p:spPr>
              <a:xfrm>
                <a:off x="6227063" y="551220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3" name="Oval 6872">
                <a:extLst>
                  <a:ext uri="{FF2B5EF4-FFF2-40B4-BE49-F238E27FC236}">
                    <a16:creationId xmlns:a16="http://schemas.microsoft.com/office/drawing/2014/main" id="{BA80CBEC-C2AC-2CE5-491D-7D8AB0DC582B}"/>
                  </a:ext>
                </a:extLst>
              </p:cNvPr>
              <p:cNvSpPr/>
              <p:nvPr/>
            </p:nvSpPr>
            <p:spPr>
              <a:xfrm>
                <a:off x="5551761" y="6347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4" name="Oval 6873">
                <a:extLst>
                  <a:ext uri="{FF2B5EF4-FFF2-40B4-BE49-F238E27FC236}">
                    <a16:creationId xmlns:a16="http://schemas.microsoft.com/office/drawing/2014/main" id="{834CF187-EF3A-D1DE-F7C2-977332F4A82D}"/>
                  </a:ext>
                </a:extLst>
              </p:cNvPr>
              <p:cNvSpPr/>
              <p:nvPr/>
            </p:nvSpPr>
            <p:spPr>
              <a:xfrm>
                <a:off x="6231455" y="54975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5" name="Oval 6874">
                <a:extLst>
                  <a:ext uri="{FF2B5EF4-FFF2-40B4-BE49-F238E27FC236}">
                    <a16:creationId xmlns:a16="http://schemas.microsoft.com/office/drawing/2014/main" id="{03233E6A-9CF6-AFAD-19C3-83F866CADFC3}"/>
                  </a:ext>
                </a:extLst>
              </p:cNvPr>
              <p:cNvSpPr/>
              <p:nvPr/>
            </p:nvSpPr>
            <p:spPr>
              <a:xfrm>
                <a:off x="6240576" y="55196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6" name="Oval 6875">
                <a:extLst>
                  <a:ext uri="{FF2B5EF4-FFF2-40B4-BE49-F238E27FC236}">
                    <a16:creationId xmlns:a16="http://schemas.microsoft.com/office/drawing/2014/main" id="{9D9CE168-39FD-1137-B32E-C16AF726B14F}"/>
                  </a:ext>
                </a:extLst>
              </p:cNvPr>
              <p:cNvSpPr/>
              <p:nvPr/>
            </p:nvSpPr>
            <p:spPr>
              <a:xfrm>
                <a:off x="5745669" y="633471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7" name="Oval 6876">
                <a:extLst>
                  <a:ext uri="{FF2B5EF4-FFF2-40B4-BE49-F238E27FC236}">
                    <a16:creationId xmlns:a16="http://schemas.microsoft.com/office/drawing/2014/main" id="{92449737-35A4-13E9-49E3-DD56EDD42E2B}"/>
                  </a:ext>
                </a:extLst>
              </p:cNvPr>
              <p:cNvSpPr/>
              <p:nvPr/>
            </p:nvSpPr>
            <p:spPr>
              <a:xfrm>
                <a:off x="6161864" y="563880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8" name="Oval 6877">
                <a:extLst>
                  <a:ext uri="{FF2B5EF4-FFF2-40B4-BE49-F238E27FC236}">
                    <a16:creationId xmlns:a16="http://schemas.microsoft.com/office/drawing/2014/main" id="{4CCE2F49-C895-0D81-BD19-6342F2F9C801}"/>
                  </a:ext>
                </a:extLst>
              </p:cNvPr>
              <p:cNvSpPr/>
              <p:nvPr/>
            </p:nvSpPr>
            <p:spPr>
              <a:xfrm>
                <a:off x="6226810" y="549337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79" name="Oval 6878">
                <a:extLst>
                  <a:ext uri="{FF2B5EF4-FFF2-40B4-BE49-F238E27FC236}">
                    <a16:creationId xmlns:a16="http://schemas.microsoft.com/office/drawing/2014/main" id="{0DB712B1-0EDE-E3E6-4250-DDF94599B21D}"/>
                  </a:ext>
                </a:extLst>
              </p:cNvPr>
              <p:cNvSpPr/>
              <p:nvPr/>
            </p:nvSpPr>
            <p:spPr>
              <a:xfrm>
                <a:off x="5538755" y="628277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0" name="Oval 6879">
                <a:extLst>
                  <a:ext uri="{FF2B5EF4-FFF2-40B4-BE49-F238E27FC236}">
                    <a16:creationId xmlns:a16="http://schemas.microsoft.com/office/drawing/2014/main" id="{83B6AB17-DB4E-7117-2C62-DA29D48D43CE}"/>
                  </a:ext>
                </a:extLst>
              </p:cNvPr>
              <p:cNvSpPr/>
              <p:nvPr/>
            </p:nvSpPr>
            <p:spPr>
              <a:xfrm>
                <a:off x="5631655" y="62966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1" name="Oval 6880">
                <a:extLst>
                  <a:ext uri="{FF2B5EF4-FFF2-40B4-BE49-F238E27FC236}">
                    <a16:creationId xmlns:a16="http://schemas.microsoft.com/office/drawing/2014/main" id="{29AC951E-277B-2668-DB29-15212E539D69}"/>
                  </a:ext>
                </a:extLst>
              </p:cNvPr>
              <p:cNvSpPr/>
              <p:nvPr/>
            </p:nvSpPr>
            <p:spPr>
              <a:xfrm>
                <a:off x="6156036" y="55539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2" name="Oval 6881">
                <a:extLst>
                  <a:ext uri="{FF2B5EF4-FFF2-40B4-BE49-F238E27FC236}">
                    <a16:creationId xmlns:a16="http://schemas.microsoft.com/office/drawing/2014/main" id="{D1FB73D7-1CF0-71BA-E725-8FE2B846281F}"/>
                  </a:ext>
                </a:extLst>
              </p:cNvPr>
              <p:cNvSpPr/>
              <p:nvPr/>
            </p:nvSpPr>
            <p:spPr>
              <a:xfrm>
                <a:off x="5549143" y="629620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3" name="Oval 6882">
                <a:extLst>
                  <a:ext uri="{FF2B5EF4-FFF2-40B4-BE49-F238E27FC236}">
                    <a16:creationId xmlns:a16="http://schemas.microsoft.com/office/drawing/2014/main" id="{A39D4FAD-9E7C-51DE-C0D7-D6059A7DEFAD}"/>
                  </a:ext>
                </a:extLst>
              </p:cNvPr>
              <p:cNvSpPr/>
              <p:nvPr/>
            </p:nvSpPr>
            <p:spPr>
              <a:xfrm>
                <a:off x="6211270" y="550012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4" name="Oval 6883">
                <a:extLst>
                  <a:ext uri="{FF2B5EF4-FFF2-40B4-BE49-F238E27FC236}">
                    <a16:creationId xmlns:a16="http://schemas.microsoft.com/office/drawing/2014/main" id="{46F8C742-837C-3970-C8CF-C69885DC0A69}"/>
                  </a:ext>
                </a:extLst>
              </p:cNvPr>
              <p:cNvSpPr/>
              <p:nvPr/>
            </p:nvSpPr>
            <p:spPr>
              <a:xfrm>
                <a:off x="5781647" y="6179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5" name="Oval 6884">
                <a:extLst>
                  <a:ext uri="{FF2B5EF4-FFF2-40B4-BE49-F238E27FC236}">
                    <a16:creationId xmlns:a16="http://schemas.microsoft.com/office/drawing/2014/main" id="{E6049BC3-3DE6-ABDB-D99D-4AD84708F554}"/>
                  </a:ext>
                </a:extLst>
              </p:cNvPr>
              <p:cNvSpPr/>
              <p:nvPr/>
            </p:nvSpPr>
            <p:spPr>
              <a:xfrm>
                <a:off x="6249781" y="556811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6" name="Oval 6885">
                <a:extLst>
                  <a:ext uri="{FF2B5EF4-FFF2-40B4-BE49-F238E27FC236}">
                    <a16:creationId xmlns:a16="http://schemas.microsoft.com/office/drawing/2014/main" id="{D421F1F5-368A-C5B1-9E1E-83A4086A09B3}"/>
                  </a:ext>
                </a:extLst>
              </p:cNvPr>
              <p:cNvSpPr/>
              <p:nvPr/>
            </p:nvSpPr>
            <p:spPr>
              <a:xfrm>
                <a:off x="5569158" y="6372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7" name="Oval 6886">
                <a:extLst>
                  <a:ext uri="{FF2B5EF4-FFF2-40B4-BE49-F238E27FC236}">
                    <a16:creationId xmlns:a16="http://schemas.microsoft.com/office/drawing/2014/main" id="{A3C36AF5-798B-776E-6D53-BCB63F9486B0}"/>
                  </a:ext>
                </a:extLst>
              </p:cNvPr>
              <p:cNvSpPr/>
              <p:nvPr/>
            </p:nvSpPr>
            <p:spPr>
              <a:xfrm>
                <a:off x="5621183" y="6351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8" name="Oval 6887">
                <a:extLst>
                  <a:ext uri="{FF2B5EF4-FFF2-40B4-BE49-F238E27FC236}">
                    <a16:creationId xmlns:a16="http://schemas.microsoft.com/office/drawing/2014/main" id="{D76549C9-C8C7-26EB-C8A0-531AC03165E8}"/>
                  </a:ext>
                </a:extLst>
              </p:cNvPr>
              <p:cNvSpPr/>
              <p:nvPr/>
            </p:nvSpPr>
            <p:spPr>
              <a:xfrm>
                <a:off x="5513503" y="60625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89" name="Oval 6888">
                <a:extLst>
                  <a:ext uri="{FF2B5EF4-FFF2-40B4-BE49-F238E27FC236}">
                    <a16:creationId xmlns:a16="http://schemas.microsoft.com/office/drawing/2014/main" id="{F7C07508-2955-BC28-4427-04DB311E6840}"/>
                  </a:ext>
                </a:extLst>
              </p:cNvPr>
              <p:cNvSpPr/>
              <p:nvPr/>
            </p:nvSpPr>
            <p:spPr>
              <a:xfrm>
                <a:off x="6186609" y="5458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0" name="Oval 6889">
                <a:extLst>
                  <a:ext uri="{FF2B5EF4-FFF2-40B4-BE49-F238E27FC236}">
                    <a16:creationId xmlns:a16="http://schemas.microsoft.com/office/drawing/2014/main" id="{8AD8D1DE-DB22-35EA-857D-183E53B313A5}"/>
                  </a:ext>
                </a:extLst>
              </p:cNvPr>
              <p:cNvSpPr/>
              <p:nvPr/>
            </p:nvSpPr>
            <p:spPr>
              <a:xfrm>
                <a:off x="5485464" y="59950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1" name="Oval 6890">
                <a:extLst>
                  <a:ext uri="{FF2B5EF4-FFF2-40B4-BE49-F238E27FC236}">
                    <a16:creationId xmlns:a16="http://schemas.microsoft.com/office/drawing/2014/main" id="{D81F20A0-5412-BCAF-81E0-B7C48B38643E}"/>
                  </a:ext>
                </a:extLst>
              </p:cNvPr>
              <p:cNvSpPr/>
              <p:nvPr/>
            </p:nvSpPr>
            <p:spPr>
              <a:xfrm>
                <a:off x="5615609" y="638614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2" name="Oval 6891">
                <a:extLst>
                  <a:ext uri="{FF2B5EF4-FFF2-40B4-BE49-F238E27FC236}">
                    <a16:creationId xmlns:a16="http://schemas.microsoft.com/office/drawing/2014/main" id="{EC02BB84-592A-7F0E-2566-5A8036A3C4A7}"/>
                  </a:ext>
                </a:extLst>
              </p:cNvPr>
              <p:cNvSpPr/>
              <p:nvPr/>
            </p:nvSpPr>
            <p:spPr>
              <a:xfrm>
                <a:off x="5656232" y="6365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3" name="Oval 6892">
                <a:extLst>
                  <a:ext uri="{FF2B5EF4-FFF2-40B4-BE49-F238E27FC236}">
                    <a16:creationId xmlns:a16="http://schemas.microsoft.com/office/drawing/2014/main" id="{4973BA6E-B114-1EB2-06C3-88EE6FB9BC27}"/>
                  </a:ext>
                </a:extLst>
              </p:cNvPr>
              <p:cNvSpPr/>
              <p:nvPr/>
            </p:nvSpPr>
            <p:spPr>
              <a:xfrm>
                <a:off x="6248599" y="551169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4" name="Oval 6893">
                <a:extLst>
                  <a:ext uri="{FF2B5EF4-FFF2-40B4-BE49-F238E27FC236}">
                    <a16:creationId xmlns:a16="http://schemas.microsoft.com/office/drawing/2014/main" id="{434178D7-5543-A7BE-29BA-9EC54442288D}"/>
                  </a:ext>
                </a:extLst>
              </p:cNvPr>
              <p:cNvSpPr/>
              <p:nvPr/>
            </p:nvSpPr>
            <p:spPr>
              <a:xfrm>
                <a:off x="5831729" y="62575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5" name="Oval 6894">
                <a:extLst>
                  <a:ext uri="{FF2B5EF4-FFF2-40B4-BE49-F238E27FC236}">
                    <a16:creationId xmlns:a16="http://schemas.microsoft.com/office/drawing/2014/main" id="{245518B2-4B22-58BE-AD68-F27F7CE6ACC0}"/>
                  </a:ext>
                </a:extLst>
              </p:cNvPr>
              <p:cNvSpPr/>
              <p:nvPr/>
            </p:nvSpPr>
            <p:spPr>
              <a:xfrm>
                <a:off x="6137709" y="567469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6" name="Oval 6895">
                <a:extLst>
                  <a:ext uri="{FF2B5EF4-FFF2-40B4-BE49-F238E27FC236}">
                    <a16:creationId xmlns:a16="http://schemas.microsoft.com/office/drawing/2014/main" id="{D39B7B24-E9AD-13F9-273B-1509450ED000}"/>
                  </a:ext>
                </a:extLst>
              </p:cNvPr>
              <p:cNvSpPr/>
              <p:nvPr/>
            </p:nvSpPr>
            <p:spPr>
              <a:xfrm>
                <a:off x="5529211" y="62058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7" name="Oval 6896">
                <a:extLst>
                  <a:ext uri="{FF2B5EF4-FFF2-40B4-BE49-F238E27FC236}">
                    <a16:creationId xmlns:a16="http://schemas.microsoft.com/office/drawing/2014/main" id="{74D19342-35DE-6CD6-3924-6173F1E8C389}"/>
                  </a:ext>
                </a:extLst>
              </p:cNvPr>
              <p:cNvSpPr/>
              <p:nvPr/>
            </p:nvSpPr>
            <p:spPr>
              <a:xfrm>
                <a:off x="5348309" y="599638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8" name="Oval 6897">
                <a:extLst>
                  <a:ext uri="{FF2B5EF4-FFF2-40B4-BE49-F238E27FC236}">
                    <a16:creationId xmlns:a16="http://schemas.microsoft.com/office/drawing/2014/main" id="{C347B571-1DAE-2BE1-3515-0A8F847D87EB}"/>
                  </a:ext>
                </a:extLst>
              </p:cNvPr>
              <p:cNvSpPr/>
              <p:nvPr/>
            </p:nvSpPr>
            <p:spPr>
              <a:xfrm>
                <a:off x="5738322" y="6342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99" name="Oval 6898">
                <a:extLst>
                  <a:ext uri="{FF2B5EF4-FFF2-40B4-BE49-F238E27FC236}">
                    <a16:creationId xmlns:a16="http://schemas.microsoft.com/office/drawing/2014/main" id="{B15F5668-1BA1-9FDF-5DE4-ED62A7BF3126}"/>
                  </a:ext>
                </a:extLst>
              </p:cNvPr>
              <p:cNvSpPr/>
              <p:nvPr/>
            </p:nvSpPr>
            <p:spPr>
              <a:xfrm>
                <a:off x="5327786" y="59909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0" name="Oval 6899">
                <a:extLst>
                  <a:ext uri="{FF2B5EF4-FFF2-40B4-BE49-F238E27FC236}">
                    <a16:creationId xmlns:a16="http://schemas.microsoft.com/office/drawing/2014/main" id="{AF8B6F50-1C6E-C5F7-1765-D8AA3F7FFAC3}"/>
                  </a:ext>
                </a:extLst>
              </p:cNvPr>
              <p:cNvSpPr/>
              <p:nvPr/>
            </p:nvSpPr>
            <p:spPr>
              <a:xfrm>
                <a:off x="6299525" y="565012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1" name="Oval 6900">
                <a:extLst>
                  <a:ext uri="{FF2B5EF4-FFF2-40B4-BE49-F238E27FC236}">
                    <a16:creationId xmlns:a16="http://schemas.microsoft.com/office/drawing/2014/main" id="{7EA9F607-4D80-7710-4804-938C7367A521}"/>
                  </a:ext>
                </a:extLst>
              </p:cNvPr>
              <p:cNvSpPr/>
              <p:nvPr/>
            </p:nvSpPr>
            <p:spPr>
              <a:xfrm>
                <a:off x="6199193" y="56663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2" name="Oval 6901">
                <a:extLst>
                  <a:ext uri="{FF2B5EF4-FFF2-40B4-BE49-F238E27FC236}">
                    <a16:creationId xmlns:a16="http://schemas.microsoft.com/office/drawing/2014/main" id="{1FFBCE5A-834C-4336-507C-91C02E927CC1}"/>
                  </a:ext>
                </a:extLst>
              </p:cNvPr>
              <p:cNvSpPr/>
              <p:nvPr/>
            </p:nvSpPr>
            <p:spPr>
              <a:xfrm>
                <a:off x="5613666" y="63385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3" name="Oval 6902">
                <a:extLst>
                  <a:ext uri="{FF2B5EF4-FFF2-40B4-BE49-F238E27FC236}">
                    <a16:creationId xmlns:a16="http://schemas.microsoft.com/office/drawing/2014/main" id="{FBE9B93E-40A1-223A-E749-011256A03A94}"/>
                  </a:ext>
                </a:extLst>
              </p:cNvPr>
              <p:cNvSpPr/>
              <p:nvPr/>
            </p:nvSpPr>
            <p:spPr>
              <a:xfrm>
                <a:off x="5794569" y="61116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4" name="Oval 6903">
                <a:extLst>
                  <a:ext uri="{FF2B5EF4-FFF2-40B4-BE49-F238E27FC236}">
                    <a16:creationId xmlns:a16="http://schemas.microsoft.com/office/drawing/2014/main" id="{87A1D901-9CA9-0077-1E82-1D4563551AE4}"/>
                  </a:ext>
                </a:extLst>
              </p:cNvPr>
              <p:cNvSpPr/>
              <p:nvPr/>
            </p:nvSpPr>
            <p:spPr>
              <a:xfrm>
                <a:off x="5665775" y="627795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5" name="Oval 6904">
                <a:extLst>
                  <a:ext uri="{FF2B5EF4-FFF2-40B4-BE49-F238E27FC236}">
                    <a16:creationId xmlns:a16="http://schemas.microsoft.com/office/drawing/2014/main" id="{ED42EAE4-C233-E61D-24EA-4A8D9C0CD5F8}"/>
                  </a:ext>
                </a:extLst>
              </p:cNvPr>
              <p:cNvSpPr/>
              <p:nvPr/>
            </p:nvSpPr>
            <p:spPr>
              <a:xfrm>
                <a:off x="5698459" y="63351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6" name="Oval 6905">
                <a:extLst>
                  <a:ext uri="{FF2B5EF4-FFF2-40B4-BE49-F238E27FC236}">
                    <a16:creationId xmlns:a16="http://schemas.microsoft.com/office/drawing/2014/main" id="{2FAEF91C-9893-ECFD-D322-988D74D6AEC3}"/>
                  </a:ext>
                </a:extLst>
              </p:cNvPr>
              <p:cNvSpPr/>
              <p:nvPr/>
            </p:nvSpPr>
            <p:spPr>
              <a:xfrm>
                <a:off x="5702935" y="639146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7" name="Oval 6906">
                <a:extLst>
                  <a:ext uri="{FF2B5EF4-FFF2-40B4-BE49-F238E27FC236}">
                    <a16:creationId xmlns:a16="http://schemas.microsoft.com/office/drawing/2014/main" id="{52A9CCEF-E299-58AF-445C-22D2A26B54D1}"/>
                  </a:ext>
                </a:extLst>
              </p:cNvPr>
              <p:cNvSpPr/>
              <p:nvPr/>
            </p:nvSpPr>
            <p:spPr>
              <a:xfrm>
                <a:off x="6244461" y="5536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8" name="Oval 6907">
                <a:extLst>
                  <a:ext uri="{FF2B5EF4-FFF2-40B4-BE49-F238E27FC236}">
                    <a16:creationId xmlns:a16="http://schemas.microsoft.com/office/drawing/2014/main" id="{576C6C78-4D81-DDA5-8213-B051E5BA4EF1}"/>
                  </a:ext>
                </a:extLst>
              </p:cNvPr>
              <p:cNvSpPr/>
              <p:nvPr/>
            </p:nvSpPr>
            <p:spPr>
              <a:xfrm>
                <a:off x="5720924" y="631115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09" name="Oval 6908">
                <a:extLst>
                  <a:ext uri="{FF2B5EF4-FFF2-40B4-BE49-F238E27FC236}">
                    <a16:creationId xmlns:a16="http://schemas.microsoft.com/office/drawing/2014/main" id="{74B83C89-A6C0-4403-2F1C-72E5FE1CD61E}"/>
                  </a:ext>
                </a:extLst>
              </p:cNvPr>
              <p:cNvSpPr/>
              <p:nvPr/>
            </p:nvSpPr>
            <p:spPr>
              <a:xfrm>
                <a:off x="5310304" y="59890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0" name="Oval 6909">
                <a:extLst>
                  <a:ext uri="{FF2B5EF4-FFF2-40B4-BE49-F238E27FC236}">
                    <a16:creationId xmlns:a16="http://schemas.microsoft.com/office/drawing/2014/main" id="{8D687071-27DB-3ED1-BB1F-1321D7576FDE}"/>
                  </a:ext>
                </a:extLst>
              </p:cNvPr>
              <p:cNvSpPr/>
              <p:nvPr/>
            </p:nvSpPr>
            <p:spPr>
              <a:xfrm>
                <a:off x="5463336" y="618387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1" name="Oval 6910">
                <a:extLst>
                  <a:ext uri="{FF2B5EF4-FFF2-40B4-BE49-F238E27FC236}">
                    <a16:creationId xmlns:a16="http://schemas.microsoft.com/office/drawing/2014/main" id="{7B03BA0D-C1DB-C4E2-BC8C-C611B5154B7B}"/>
                  </a:ext>
                </a:extLst>
              </p:cNvPr>
              <p:cNvSpPr/>
              <p:nvPr/>
            </p:nvSpPr>
            <p:spPr>
              <a:xfrm>
                <a:off x="5614004" y="621605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2" name="Oval 6911">
                <a:extLst>
                  <a:ext uri="{FF2B5EF4-FFF2-40B4-BE49-F238E27FC236}">
                    <a16:creationId xmlns:a16="http://schemas.microsoft.com/office/drawing/2014/main" id="{713DC6E1-9B88-BCC7-FC07-5BFE25A564FE}"/>
                  </a:ext>
                </a:extLst>
              </p:cNvPr>
              <p:cNvSpPr/>
              <p:nvPr/>
            </p:nvSpPr>
            <p:spPr>
              <a:xfrm>
                <a:off x="5460887" y="61118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3" name="Oval 6912">
                <a:extLst>
                  <a:ext uri="{FF2B5EF4-FFF2-40B4-BE49-F238E27FC236}">
                    <a16:creationId xmlns:a16="http://schemas.microsoft.com/office/drawing/2014/main" id="{81FCEF31-72BB-840D-0276-EF17EABE9271}"/>
                  </a:ext>
                </a:extLst>
              </p:cNvPr>
              <p:cNvSpPr/>
              <p:nvPr/>
            </p:nvSpPr>
            <p:spPr>
              <a:xfrm>
                <a:off x="6229681" y="554514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4" name="Oval 6913">
                <a:extLst>
                  <a:ext uri="{FF2B5EF4-FFF2-40B4-BE49-F238E27FC236}">
                    <a16:creationId xmlns:a16="http://schemas.microsoft.com/office/drawing/2014/main" id="{0AE409DD-EEA4-0AF2-CEA7-CB0112AD03B9}"/>
                  </a:ext>
                </a:extLst>
              </p:cNvPr>
              <p:cNvSpPr/>
              <p:nvPr/>
            </p:nvSpPr>
            <p:spPr>
              <a:xfrm>
                <a:off x="5464096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5" name="Oval 6914">
                <a:extLst>
                  <a:ext uri="{FF2B5EF4-FFF2-40B4-BE49-F238E27FC236}">
                    <a16:creationId xmlns:a16="http://schemas.microsoft.com/office/drawing/2014/main" id="{2815963C-3B1C-7EDA-D4A5-6880BBDC6CBE}"/>
                  </a:ext>
                </a:extLst>
              </p:cNvPr>
              <p:cNvSpPr/>
              <p:nvPr/>
            </p:nvSpPr>
            <p:spPr>
              <a:xfrm>
                <a:off x="6236015" y="551913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6" name="Oval 6915">
                <a:extLst>
                  <a:ext uri="{FF2B5EF4-FFF2-40B4-BE49-F238E27FC236}">
                    <a16:creationId xmlns:a16="http://schemas.microsoft.com/office/drawing/2014/main" id="{21229311-3A6F-DB33-8046-8C64CB58A5C0}"/>
                  </a:ext>
                </a:extLst>
              </p:cNvPr>
              <p:cNvSpPr/>
              <p:nvPr/>
            </p:nvSpPr>
            <p:spPr>
              <a:xfrm>
                <a:off x="5326773" y="59841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7" name="Oval 6916">
                <a:extLst>
                  <a:ext uri="{FF2B5EF4-FFF2-40B4-BE49-F238E27FC236}">
                    <a16:creationId xmlns:a16="http://schemas.microsoft.com/office/drawing/2014/main" id="{EDE27E77-E143-65E1-4C69-B25CF0A93AF3}"/>
                  </a:ext>
                </a:extLst>
              </p:cNvPr>
              <p:cNvSpPr/>
              <p:nvPr/>
            </p:nvSpPr>
            <p:spPr>
              <a:xfrm>
                <a:off x="5521610" y="61923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8" name="Oval 6917">
                <a:extLst>
                  <a:ext uri="{FF2B5EF4-FFF2-40B4-BE49-F238E27FC236}">
                    <a16:creationId xmlns:a16="http://schemas.microsoft.com/office/drawing/2014/main" id="{60E6872F-AE25-3BCA-B497-BFEEF5F63A5E}"/>
                  </a:ext>
                </a:extLst>
              </p:cNvPr>
              <p:cNvSpPr/>
              <p:nvPr/>
            </p:nvSpPr>
            <p:spPr>
              <a:xfrm>
                <a:off x="5554886" y="605618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19" name="Oval 6918">
                <a:extLst>
                  <a:ext uri="{FF2B5EF4-FFF2-40B4-BE49-F238E27FC236}">
                    <a16:creationId xmlns:a16="http://schemas.microsoft.com/office/drawing/2014/main" id="{C3E899BB-BAC0-D26A-3FDF-B50F3FD0FEF8}"/>
                  </a:ext>
                </a:extLst>
              </p:cNvPr>
              <p:cNvSpPr/>
              <p:nvPr/>
            </p:nvSpPr>
            <p:spPr>
              <a:xfrm>
                <a:off x="6209074" y="54913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0" name="Oval 6919">
                <a:extLst>
                  <a:ext uri="{FF2B5EF4-FFF2-40B4-BE49-F238E27FC236}">
                    <a16:creationId xmlns:a16="http://schemas.microsoft.com/office/drawing/2014/main" id="{A611B12A-A60E-913D-3947-C5D1A5C7E400}"/>
                  </a:ext>
                </a:extLst>
              </p:cNvPr>
              <p:cNvSpPr/>
              <p:nvPr/>
            </p:nvSpPr>
            <p:spPr>
              <a:xfrm>
                <a:off x="5864751" y="61257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1" name="Oval 6920">
                <a:extLst>
                  <a:ext uri="{FF2B5EF4-FFF2-40B4-BE49-F238E27FC236}">
                    <a16:creationId xmlns:a16="http://schemas.microsoft.com/office/drawing/2014/main" id="{75D97B1D-9F7F-B46C-1920-BEFFC88C707C}"/>
                  </a:ext>
                </a:extLst>
              </p:cNvPr>
              <p:cNvSpPr/>
              <p:nvPr/>
            </p:nvSpPr>
            <p:spPr>
              <a:xfrm>
                <a:off x="5673883" y="631419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2" name="Oval 6921">
                <a:extLst>
                  <a:ext uri="{FF2B5EF4-FFF2-40B4-BE49-F238E27FC236}">
                    <a16:creationId xmlns:a16="http://schemas.microsoft.com/office/drawing/2014/main" id="{0588F569-DB27-D934-41DB-041DAE58B0A3}"/>
                  </a:ext>
                </a:extLst>
              </p:cNvPr>
              <p:cNvSpPr/>
              <p:nvPr/>
            </p:nvSpPr>
            <p:spPr>
              <a:xfrm>
                <a:off x="5619916" y="635320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3" name="Oval 6922">
                <a:extLst>
                  <a:ext uri="{FF2B5EF4-FFF2-40B4-BE49-F238E27FC236}">
                    <a16:creationId xmlns:a16="http://schemas.microsoft.com/office/drawing/2014/main" id="{F0639351-FE88-DE6D-BF00-CF6AABDFCDF2}"/>
                  </a:ext>
                </a:extLst>
              </p:cNvPr>
              <p:cNvSpPr/>
              <p:nvPr/>
            </p:nvSpPr>
            <p:spPr>
              <a:xfrm>
                <a:off x="5642719" y="638285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4" name="Oval 6923">
                <a:extLst>
                  <a:ext uri="{FF2B5EF4-FFF2-40B4-BE49-F238E27FC236}">
                    <a16:creationId xmlns:a16="http://schemas.microsoft.com/office/drawing/2014/main" id="{682E4654-2EE4-04FD-5379-BB621E32A999}"/>
                  </a:ext>
                </a:extLst>
              </p:cNvPr>
              <p:cNvSpPr/>
              <p:nvPr/>
            </p:nvSpPr>
            <p:spPr>
              <a:xfrm>
                <a:off x="5557757" y="608312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5" name="Oval 6924">
                <a:extLst>
                  <a:ext uri="{FF2B5EF4-FFF2-40B4-BE49-F238E27FC236}">
                    <a16:creationId xmlns:a16="http://schemas.microsoft.com/office/drawing/2014/main" id="{E98A121C-4F91-7306-1C73-09EDFB743E02}"/>
                  </a:ext>
                </a:extLst>
              </p:cNvPr>
              <p:cNvSpPr/>
              <p:nvPr/>
            </p:nvSpPr>
            <p:spPr>
              <a:xfrm>
                <a:off x="5371956" y="600162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6" name="Oval 6925">
                <a:extLst>
                  <a:ext uri="{FF2B5EF4-FFF2-40B4-BE49-F238E27FC236}">
                    <a16:creationId xmlns:a16="http://schemas.microsoft.com/office/drawing/2014/main" id="{CF2A82E4-A91F-91D7-AF16-3ECB17600CB1}"/>
                  </a:ext>
                </a:extLst>
              </p:cNvPr>
              <p:cNvSpPr/>
              <p:nvPr/>
            </p:nvSpPr>
            <p:spPr>
              <a:xfrm>
                <a:off x="5737731" y="62647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7" name="Oval 6926">
                <a:extLst>
                  <a:ext uri="{FF2B5EF4-FFF2-40B4-BE49-F238E27FC236}">
                    <a16:creationId xmlns:a16="http://schemas.microsoft.com/office/drawing/2014/main" id="{6E54770F-6339-E66F-2F90-C61A25391917}"/>
                  </a:ext>
                </a:extLst>
              </p:cNvPr>
              <p:cNvSpPr/>
              <p:nvPr/>
            </p:nvSpPr>
            <p:spPr>
              <a:xfrm>
                <a:off x="5362497" y="598008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8" name="Oval 6927">
                <a:extLst>
                  <a:ext uri="{FF2B5EF4-FFF2-40B4-BE49-F238E27FC236}">
                    <a16:creationId xmlns:a16="http://schemas.microsoft.com/office/drawing/2014/main" id="{BA1E84AE-3D5D-1C7E-24AD-45819F11781A}"/>
                  </a:ext>
                </a:extLst>
              </p:cNvPr>
              <p:cNvSpPr/>
              <p:nvPr/>
            </p:nvSpPr>
            <p:spPr>
              <a:xfrm>
                <a:off x="5523806" y="62456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29" name="Oval 6928">
                <a:extLst>
                  <a:ext uri="{FF2B5EF4-FFF2-40B4-BE49-F238E27FC236}">
                    <a16:creationId xmlns:a16="http://schemas.microsoft.com/office/drawing/2014/main" id="{AE9A8D4D-F74D-BEA3-6CF5-6C71B7C701EC}"/>
                  </a:ext>
                </a:extLst>
              </p:cNvPr>
              <p:cNvSpPr/>
              <p:nvPr/>
            </p:nvSpPr>
            <p:spPr>
              <a:xfrm>
                <a:off x="5661552" y="619021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0" name="Oval 6929">
                <a:extLst>
                  <a:ext uri="{FF2B5EF4-FFF2-40B4-BE49-F238E27FC236}">
                    <a16:creationId xmlns:a16="http://schemas.microsoft.com/office/drawing/2014/main" id="{1CDB47FA-6FDE-2A56-1869-554175250137}"/>
                  </a:ext>
                </a:extLst>
              </p:cNvPr>
              <p:cNvSpPr/>
              <p:nvPr/>
            </p:nvSpPr>
            <p:spPr>
              <a:xfrm>
                <a:off x="5654458" y="61412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1" name="Oval 6930">
                <a:extLst>
                  <a:ext uri="{FF2B5EF4-FFF2-40B4-BE49-F238E27FC236}">
                    <a16:creationId xmlns:a16="http://schemas.microsoft.com/office/drawing/2014/main" id="{71067AE7-B750-5328-CF33-7079939F368E}"/>
                  </a:ext>
                </a:extLst>
              </p:cNvPr>
              <p:cNvSpPr/>
              <p:nvPr/>
            </p:nvSpPr>
            <p:spPr>
              <a:xfrm>
                <a:off x="5459705" y="610212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2" name="Oval 6931">
                <a:extLst>
                  <a:ext uri="{FF2B5EF4-FFF2-40B4-BE49-F238E27FC236}">
                    <a16:creationId xmlns:a16="http://schemas.microsoft.com/office/drawing/2014/main" id="{3777BF29-513E-76A1-08B1-A50731AF51ED}"/>
                  </a:ext>
                </a:extLst>
              </p:cNvPr>
              <p:cNvSpPr/>
              <p:nvPr/>
            </p:nvSpPr>
            <p:spPr>
              <a:xfrm>
                <a:off x="5470599" y="616039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3" name="Oval 6932">
                <a:extLst>
                  <a:ext uri="{FF2B5EF4-FFF2-40B4-BE49-F238E27FC236}">
                    <a16:creationId xmlns:a16="http://schemas.microsoft.com/office/drawing/2014/main" id="{5D33B8C8-539E-488F-B8B5-1EF5C388DB84}"/>
                  </a:ext>
                </a:extLst>
              </p:cNvPr>
              <p:cNvSpPr/>
              <p:nvPr/>
            </p:nvSpPr>
            <p:spPr>
              <a:xfrm>
                <a:off x="6239478" y="552538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4" name="Oval 6933">
                <a:extLst>
                  <a:ext uri="{FF2B5EF4-FFF2-40B4-BE49-F238E27FC236}">
                    <a16:creationId xmlns:a16="http://schemas.microsoft.com/office/drawing/2014/main" id="{4835A4E8-5903-4C60-CEDD-9FCAEE7C437C}"/>
                  </a:ext>
                </a:extLst>
              </p:cNvPr>
              <p:cNvSpPr/>
              <p:nvPr/>
            </p:nvSpPr>
            <p:spPr>
              <a:xfrm>
                <a:off x="5549227" y="6268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5" name="Oval 6934">
                <a:extLst>
                  <a:ext uri="{FF2B5EF4-FFF2-40B4-BE49-F238E27FC236}">
                    <a16:creationId xmlns:a16="http://schemas.microsoft.com/office/drawing/2014/main" id="{D0ED15EC-24FD-847D-C6D0-4D6CCE3B98A9}"/>
                  </a:ext>
                </a:extLst>
              </p:cNvPr>
              <p:cNvSpPr/>
              <p:nvPr/>
            </p:nvSpPr>
            <p:spPr>
              <a:xfrm>
                <a:off x="5472626" y="599191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6" name="Oval 6935">
                <a:extLst>
                  <a:ext uri="{FF2B5EF4-FFF2-40B4-BE49-F238E27FC236}">
                    <a16:creationId xmlns:a16="http://schemas.microsoft.com/office/drawing/2014/main" id="{4DC53349-25DA-14F2-1117-EF67B91225A5}"/>
                  </a:ext>
                </a:extLst>
              </p:cNvPr>
              <p:cNvSpPr/>
              <p:nvPr/>
            </p:nvSpPr>
            <p:spPr>
              <a:xfrm>
                <a:off x="5390958" y="598506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7" name="Oval 6936">
                <a:extLst>
                  <a:ext uri="{FF2B5EF4-FFF2-40B4-BE49-F238E27FC236}">
                    <a16:creationId xmlns:a16="http://schemas.microsoft.com/office/drawing/2014/main" id="{1606770A-EB4E-67EE-C6AF-53A23AEA910C}"/>
                  </a:ext>
                </a:extLst>
              </p:cNvPr>
              <p:cNvSpPr/>
              <p:nvPr/>
            </p:nvSpPr>
            <p:spPr>
              <a:xfrm>
                <a:off x="5585374" y="619916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8" name="Oval 6937">
                <a:extLst>
                  <a:ext uri="{FF2B5EF4-FFF2-40B4-BE49-F238E27FC236}">
                    <a16:creationId xmlns:a16="http://schemas.microsoft.com/office/drawing/2014/main" id="{097BA581-D6F2-3120-4619-84A11021BE32}"/>
                  </a:ext>
                </a:extLst>
              </p:cNvPr>
              <p:cNvSpPr/>
              <p:nvPr/>
            </p:nvSpPr>
            <p:spPr>
              <a:xfrm>
                <a:off x="5505142" y="617644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39" name="Oval 6938">
                <a:extLst>
                  <a:ext uri="{FF2B5EF4-FFF2-40B4-BE49-F238E27FC236}">
                    <a16:creationId xmlns:a16="http://schemas.microsoft.com/office/drawing/2014/main" id="{2C3038DB-0273-9D89-5FA7-A0200D1CA196}"/>
                  </a:ext>
                </a:extLst>
              </p:cNvPr>
              <p:cNvSpPr/>
              <p:nvPr/>
            </p:nvSpPr>
            <p:spPr>
              <a:xfrm>
                <a:off x="5631064" y="632584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0" name="Oval 6939">
                <a:extLst>
                  <a:ext uri="{FF2B5EF4-FFF2-40B4-BE49-F238E27FC236}">
                    <a16:creationId xmlns:a16="http://schemas.microsoft.com/office/drawing/2014/main" id="{A9FEE1FB-05EF-FB57-E577-EA661ECFC9F2}"/>
                  </a:ext>
                </a:extLst>
              </p:cNvPr>
              <p:cNvSpPr/>
              <p:nvPr/>
            </p:nvSpPr>
            <p:spPr>
              <a:xfrm>
                <a:off x="5618480" y="625481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1" name="Oval 6940">
                <a:extLst>
                  <a:ext uri="{FF2B5EF4-FFF2-40B4-BE49-F238E27FC236}">
                    <a16:creationId xmlns:a16="http://schemas.microsoft.com/office/drawing/2014/main" id="{87DE05E7-AB0B-9610-F753-8BC7C1D29E84}"/>
                  </a:ext>
                </a:extLst>
              </p:cNvPr>
              <p:cNvSpPr/>
              <p:nvPr/>
            </p:nvSpPr>
            <p:spPr>
              <a:xfrm>
                <a:off x="5569919" y="622779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" name="Oval 6941">
                <a:extLst>
                  <a:ext uri="{FF2B5EF4-FFF2-40B4-BE49-F238E27FC236}">
                    <a16:creationId xmlns:a16="http://schemas.microsoft.com/office/drawing/2014/main" id="{71D8AD7C-7183-EC15-6AB4-EC093B674F79}"/>
                  </a:ext>
                </a:extLst>
              </p:cNvPr>
              <p:cNvSpPr/>
              <p:nvPr/>
            </p:nvSpPr>
            <p:spPr>
              <a:xfrm>
                <a:off x="5335303" y="600153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" name="Oval 6942">
                <a:extLst>
                  <a:ext uri="{FF2B5EF4-FFF2-40B4-BE49-F238E27FC236}">
                    <a16:creationId xmlns:a16="http://schemas.microsoft.com/office/drawing/2014/main" id="{4EFC20A4-FF78-B807-1352-FB121684DD1E}"/>
                  </a:ext>
                </a:extLst>
              </p:cNvPr>
              <p:cNvSpPr/>
              <p:nvPr/>
            </p:nvSpPr>
            <p:spPr>
              <a:xfrm>
                <a:off x="5361652" y="59939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" name="Oval 6943">
                <a:extLst>
                  <a:ext uri="{FF2B5EF4-FFF2-40B4-BE49-F238E27FC236}">
                    <a16:creationId xmlns:a16="http://schemas.microsoft.com/office/drawing/2014/main" id="{FFB915E6-1EF8-1B32-941F-CDBA69E3EB4B}"/>
                  </a:ext>
                </a:extLst>
              </p:cNvPr>
              <p:cNvSpPr/>
              <p:nvPr/>
            </p:nvSpPr>
            <p:spPr>
              <a:xfrm>
                <a:off x="5482170" y="61445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" name="Oval 6944">
                <a:extLst>
                  <a:ext uri="{FF2B5EF4-FFF2-40B4-BE49-F238E27FC236}">
                    <a16:creationId xmlns:a16="http://schemas.microsoft.com/office/drawing/2014/main" id="{D0977A43-16A6-221A-2642-B6A39984DEFF}"/>
                  </a:ext>
                </a:extLst>
              </p:cNvPr>
              <p:cNvSpPr/>
              <p:nvPr/>
            </p:nvSpPr>
            <p:spPr>
              <a:xfrm>
                <a:off x="5677007" y="62469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" name="Oval 6945">
                <a:extLst>
                  <a:ext uri="{FF2B5EF4-FFF2-40B4-BE49-F238E27FC236}">
                    <a16:creationId xmlns:a16="http://schemas.microsoft.com/office/drawing/2014/main" id="{0B6239CE-9608-F91B-954B-C6D76E3EB087}"/>
                  </a:ext>
                </a:extLst>
              </p:cNvPr>
              <p:cNvSpPr/>
              <p:nvPr/>
            </p:nvSpPr>
            <p:spPr>
              <a:xfrm>
                <a:off x="5462323" y="617940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7" name="Oval 6946">
                <a:extLst>
                  <a:ext uri="{FF2B5EF4-FFF2-40B4-BE49-F238E27FC236}">
                    <a16:creationId xmlns:a16="http://schemas.microsoft.com/office/drawing/2014/main" id="{A7E21224-A705-F1F5-7213-B6F30126B826}"/>
                  </a:ext>
                </a:extLst>
              </p:cNvPr>
              <p:cNvSpPr/>
              <p:nvPr/>
            </p:nvSpPr>
            <p:spPr>
              <a:xfrm>
                <a:off x="5546440" y="61508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8" name="Oval 6947">
                <a:extLst>
                  <a:ext uri="{FF2B5EF4-FFF2-40B4-BE49-F238E27FC236}">
                    <a16:creationId xmlns:a16="http://schemas.microsoft.com/office/drawing/2014/main" id="{17DCDBB6-5284-53BF-9E58-7241F4C28079}"/>
                  </a:ext>
                </a:extLst>
              </p:cNvPr>
              <p:cNvSpPr/>
              <p:nvPr/>
            </p:nvSpPr>
            <p:spPr>
              <a:xfrm>
                <a:off x="5569074" y="630481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9" name="Oval 6948">
                <a:extLst>
                  <a:ext uri="{FF2B5EF4-FFF2-40B4-BE49-F238E27FC236}">
                    <a16:creationId xmlns:a16="http://schemas.microsoft.com/office/drawing/2014/main" id="{460FED9E-71AD-681C-F5D9-562CF9F0B52B}"/>
                  </a:ext>
                </a:extLst>
              </p:cNvPr>
              <p:cNvSpPr/>
              <p:nvPr/>
            </p:nvSpPr>
            <p:spPr>
              <a:xfrm>
                <a:off x="5494585" y="611943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0" name="Oval 6949">
                <a:extLst>
                  <a:ext uri="{FF2B5EF4-FFF2-40B4-BE49-F238E27FC236}">
                    <a16:creationId xmlns:a16="http://schemas.microsoft.com/office/drawing/2014/main" id="{050831EC-B03F-1257-5BE2-8AE2D7EB01F6}"/>
                  </a:ext>
                </a:extLst>
              </p:cNvPr>
              <p:cNvSpPr/>
              <p:nvPr/>
            </p:nvSpPr>
            <p:spPr>
              <a:xfrm>
                <a:off x="5793049" y="629493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1" name="Oval 6950">
                <a:extLst>
                  <a:ext uri="{FF2B5EF4-FFF2-40B4-BE49-F238E27FC236}">
                    <a16:creationId xmlns:a16="http://schemas.microsoft.com/office/drawing/2014/main" id="{EAD887D3-B7DC-4805-B0BF-E8099ED9027B}"/>
                  </a:ext>
                </a:extLst>
              </p:cNvPr>
              <p:cNvSpPr/>
              <p:nvPr/>
            </p:nvSpPr>
            <p:spPr>
              <a:xfrm>
                <a:off x="6217688" y="549320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2" name="Oval 6951">
                <a:extLst>
                  <a:ext uri="{FF2B5EF4-FFF2-40B4-BE49-F238E27FC236}">
                    <a16:creationId xmlns:a16="http://schemas.microsoft.com/office/drawing/2014/main" id="{E52917A9-3610-03E8-BC4E-852B48D87DAF}"/>
                  </a:ext>
                </a:extLst>
              </p:cNvPr>
              <p:cNvSpPr/>
              <p:nvPr/>
            </p:nvSpPr>
            <p:spPr>
              <a:xfrm>
                <a:off x="5777340" y="627179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3" name="Oval 6952">
                <a:extLst>
                  <a:ext uri="{FF2B5EF4-FFF2-40B4-BE49-F238E27FC236}">
                    <a16:creationId xmlns:a16="http://schemas.microsoft.com/office/drawing/2014/main" id="{549BDED6-61BE-9301-9E61-863C182A6436}"/>
                  </a:ext>
                </a:extLst>
              </p:cNvPr>
              <p:cNvSpPr/>
              <p:nvPr/>
            </p:nvSpPr>
            <p:spPr>
              <a:xfrm>
                <a:off x="5633260" y="61517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4" name="Oval 6953">
                <a:extLst>
                  <a:ext uri="{FF2B5EF4-FFF2-40B4-BE49-F238E27FC236}">
                    <a16:creationId xmlns:a16="http://schemas.microsoft.com/office/drawing/2014/main" id="{BCDB456A-4687-3F10-3785-DA5753095316}"/>
                  </a:ext>
                </a:extLst>
              </p:cNvPr>
              <p:cNvSpPr/>
              <p:nvPr/>
            </p:nvSpPr>
            <p:spPr>
              <a:xfrm>
                <a:off x="5782998" y="629882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5" name="Oval 6954">
                <a:extLst>
                  <a:ext uri="{FF2B5EF4-FFF2-40B4-BE49-F238E27FC236}">
                    <a16:creationId xmlns:a16="http://schemas.microsoft.com/office/drawing/2014/main" id="{E5A9B8B2-0DED-BAD8-1123-D1F6AC2800AA}"/>
                  </a:ext>
                </a:extLst>
              </p:cNvPr>
              <p:cNvSpPr/>
              <p:nvPr/>
            </p:nvSpPr>
            <p:spPr>
              <a:xfrm>
                <a:off x="5759858" y="631942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6" name="Oval 6955">
                <a:extLst>
                  <a:ext uri="{FF2B5EF4-FFF2-40B4-BE49-F238E27FC236}">
                    <a16:creationId xmlns:a16="http://schemas.microsoft.com/office/drawing/2014/main" id="{F1740930-E781-E5A2-B915-AAA407B28B5F}"/>
                  </a:ext>
                </a:extLst>
              </p:cNvPr>
              <p:cNvSpPr/>
              <p:nvPr/>
            </p:nvSpPr>
            <p:spPr>
              <a:xfrm>
                <a:off x="6263970" y="550274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7" name="Oval 6956">
                <a:extLst>
                  <a:ext uri="{FF2B5EF4-FFF2-40B4-BE49-F238E27FC236}">
                    <a16:creationId xmlns:a16="http://schemas.microsoft.com/office/drawing/2014/main" id="{174719AB-8BB8-2E18-23D5-F659C316CD4C}"/>
                  </a:ext>
                </a:extLst>
              </p:cNvPr>
              <p:cNvSpPr/>
              <p:nvPr/>
            </p:nvSpPr>
            <p:spPr>
              <a:xfrm>
                <a:off x="5588414" y="61163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8" name="Oval 6957">
                <a:extLst>
                  <a:ext uri="{FF2B5EF4-FFF2-40B4-BE49-F238E27FC236}">
                    <a16:creationId xmlns:a16="http://schemas.microsoft.com/office/drawing/2014/main" id="{957227A7-F7C7-7BEF-1298-1BF6122EAAA8}"/>
                  </a:ext>
                </a:extLst>
              </p:cNvPr>
              <p:cNvSpPr/>
              <p:nvPr/>
            </p:nvSpPr>
            <p:spPr>
              <a:xfrm>
                <a:off x="5551001" y="6142071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59" name="Oval 6958">
                <a:extLst>
                  <a:ext uri="{FF2B5EF4-FFF2-40B4-BE49-F238E27FC236}">
                    <a16:creationId xmlns:a16="http://schemas.microsoft.com/office/drawing/2014/main" id="{BA6E737E-0C05-4A7A-0564-773D78E69269}"/>
                  </a:ext>
                </a:extLst>
              </p:cNvPr>
              <p:cNvSpPr/>
              <p:nvPr/>
            </p:nvSpPr>
            <p:spPr>
              <a:xfrm>
                <a:off x="5621267" y="636013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0" name="Oval 6959">
                <a:extLst>
                  <a:ext uri="{FF2B5EF4-FFF2-40B4-BE49-F238E27FC236}">
                    <a16:creationId xmlns:a16="http://schemas.microsoft.com/office/drawing/2014/main" id="{7E346B05-F1E6-0D88-0B69-1A6065668B1D}"/>
                  </a:ext>
                </a:extLst>
              </p:cNvPr>
              <p:cNvSpPr/>
              <p:nvPr/>
            </p:nvSpPr>
            <p:spPr>
              <a:xfrm>
                <a:off x="5545427" y="63597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1" name="Oval 6960">
                <a:extLst>
                  <a:ext uri="{FF2B5EF4-FFF2-40B4-BE49-F238E27FC236}">
                    <a16:creationId xmlns:a16="http://schemas.microsoft.com/office/drawing/2014/main" id="{E50DB56B-3841-BCFB-FC00-6418454F7FD0}"/>
                  </a:ext>
                </a:extLst>
              </p:cNvPr>
              <p:cNvSpPr/>
              <p:nvPr/>
            </p:nvSpPr>
            <p:spPr>
              <a:xfrm>
                <a:off x="5437662" y="618902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2" name="Oval 6961">
                <a:extLst>
                  <a:ext uri="{FF2B5EF4-FFF2-40B4-BE49-F238E27FC236}">
                    <a16:creationId xmlns:a16="http://schemas.microsoft.com/office/drawing/2014/main" id="{4BDDC4EC-7EBB-32F6-ED1B-000ABE373C9F}"/>
                  </a:ext>
                </a:extLst>
              </p:cNvPr>
              <p:cNvSpPr/>
              <p:nvPr/>
            </p:nvSpPr>
            <p:spPr>
              <a:xfrm>
                <a:off x="5645590" y="636866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3" name="Oval 6962">
                <a:extLst>
                  <a:ext uri="{FF2B5EF4-FFF2-40B4-BE49-F238E27FC236}">
                    <a16:creationId xmlns:a16="http://schemas.microsoft.com/office/drawing/2014/main" id="{2B59E440-4BA7-B2A0-A181-4D4E0D055D5F}"/>
                  </a:ext>
                </a:extLst>
              </p:cNvPr>
              <p:cNvSpPr/>
              <p:nvPr/>
            </p:nvSpPr>
            <p:spPr>
              <a:xfrm>
                <a:off x="6220391" y="54829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4" name="Oval 6963">
                <a:extLst>
                  <a:ext uri="{FF2B5EF4-FFF2-40B4-BE49-F238E27FC236}">
                    <a16:creationId xmlns:a16="http://schemas.microsoft.com/office/drawing/2014/main" id="{B510CB98-246F-E87E-0032-E518454D5463}"/>
                  </a:ext>
                </a:extLst>
              </p:cNvPr>
              <p:cNvSpPr/>
              <p:nvPr/>
            </p:nvSpPr>
            <p:spPr>
              <a:xfrm>
                <a:off x="5634780" y="636199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5" name="Oval 6964">
                <a:extLst>
                  <a:ext uri="{FF2B5EF4-FFF2-40B4-BE49-F238E27FC236}">
                    <a16:creationId xmlns:a16="http://schemas.microsoft.com/office/drawing/2014/main" id="{59AB47F2-9A24-DEB4-EF47-91B4AFBA2950}"/>
                  </a:ext>
                </a:extLst>
              </p:cNvPr>
              <p:cNvSpPr/>
              <p:nvPr/>
            </p:nvSpPr>
            <p:spPr>
              <a:xfrm>
                <a:off x="5497709" y="616968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6" name="Oval 6965">
                <a:extLst>
                  <a:ext uri="{FF2B5EF4-FFF2-40B4-BE49-F238E27FC236}">
                    <a16:creationId xmlns:a16="http://schemas.microsoft.com/office/drawing/2014/main" id="{B28AD18C-A98B-DDC1-01DD-B958F1C8CDB6}"/>
                  </a:ext>
                </a:extLst>
              </p:cNvPr>
              <p:cNvSpPr/>
              <p:nvPr/>
            </p:nvSpPr>
            <p:spPr>
              <a:xfrm>
                <a:off x="5719066" y="634940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7" name="Oval 6966">
                <a:extLst>
                  <a:ext uri="{FF2B5EF4-FFF2-40B4-BE49-F238E27FC236}">
                    <a16:creationId xmlns:a16="http://schemas.microsoft.com/office/drawing/2014/main" id="{CDE88F21-C00C-9A44-0276-FF3B45603A3C}"/>
                  </a:ext>
                </a:extLst>
              </p:cNvPr>
              <p:cNvSpPr/>
              <p:nvPr/>
            </p:nvSpPr>
            <p:spPr>
              <a:xfrm>
                <a:off x="5748794" y="630608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8" name="Oval 6967">
                <a:extLst>
                  <a:ext uri="{FF2B5EF4-FFF2-40B4-BE49-F238E27FC236}">
                    <a16:creationId xmlns:a16="http://schemas.microsoft.com/office/drawing/2014/main" id="{BB651200-AB24-1B58-0571-A60FA05AABE1}"/>
                  </a:ext>
                </a:extLst>
              </p:cNvPr>
              <p:cNvSpPr/>
              <p:nvPr/>
            </p:nvSpPr>
            <p:spPr>
              <a:xfrm>
                <a:off x="5717377" y="63136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69" name="Oval 6968">
                <a:extLst>
                  <a:ext uri="{FF2B5EF4-FFF2-40B4-BE49-F238E27FC236}">
                    <a16:creationId xmlns:a16="http://schemas.microsoft.com/office/drawing/2014/main" id="{247B7D82-D2B7-CB13-4F6C-AAF8A7248C75}"/>
                  </a:ext>
                </a:extLst>
              </p:cNvPr>
              <p:cNvSpPr/>
              <p:nvPr/>
            </p:nvSpPr>
            <p:spPr>
              <a:xfrm>
                <a:off x="5803521" y="6297384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0" name="Oval 6969">
                <a:extLst>
                  <a:ext uri="{FF2B5EF4-FFF2-40B4-BE49-F238E27FC236}">
                    <a16:creationId xmlns:a16="http://schemas.microsoft.com/office/drawing/2014/main" id="{66F9265E-5713-879B-D753-86B5C6989EEF}"/>
                  </a:ext>
                </a:extLst>
              </p:cNvPr>
              <p:cNvSpPr/>
              <p:nvPr/>
            </p:nvSpPr>
            <p:spPr>
              <a:xfrm>
                <a:off x="5490869" y="613455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1" name="Oval 6970">
                <a:extLst>
                  <a:ext uri="{FF2B5EF4-FFF2-40B4-BE49-F238E27FC236}">
                    <a16:creationId xmlns:a16="http://schemas.microsoft.com/office/drawing/2014/main" id="{79104574-FA70-9A9E-0CD0-CF1D01259FE5}"/>
                  </a:ext>
                </a:extLst>
              </p:cNvPr>
              <p:cNvSpPr/>
              <p:nvPr/>
            </p:nvSpPr>
            <p:spPr>
              <a:xfrm>
                <a:off x="5721009" y="6301353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2" name="Oval 6971">
                <a:extLst>
                  <a:ext uri="{FF2B5EF4-FFF2-40B4-BE49-F238E27FC236}">
                    <a16:creationId xmlns:a16="http://schemas.microsoft.com/office/drawing/2014/main" id="{40EBF0A3-57A3-1284-9A76-7724F6C1CBAD}"/>
                  </a:ext>
                </a:extLst>
              </p:cNvPr>
              <p:cNvSpPr/>
              <p:nvPr/>
            </p:nvSpPr>
            <p:spPr>
              <a:xfrm>
                <a:off x="6078084" y="5646236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3" name="Oval 6972">
                <a:extLst>
                  <a:ext uri="{FF2B5EF4-FFF2-40B4-BE49-F238E27FC236}">
                    <a16:creationId xmlns:a16="http://schemas.microsoft.com/office/drawing/2014/main" id="{1DC351F0-6588-93AF-19D5-2E143D9FC605}"/>
                  </a:ext>
                </a:extLst>
              </p:cNvPr>
              <p:cNvSpPr/>
              <p:nvPr/>
            </p:nvSpPr>
            <p:spPr>
              <a:xfrm>
                <a:off x="5447628" y="6161665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4" name="Oval 6973">
                <a:extLst>
                  <a:ext uri="{FF2B5EF4-FFF2-40B4-BE49-F238E27FC236}">
                    <a16:creationId xmlns:a16="http://schemas.microsoft.com/office/drawing/2014/main" id="{100E5B5D-8BB2-6430-42C7-D313675F848D}"/>
                  </a:ext>
                </a:extLst>
              </p:cNvPr>
              <p:cNvSpPr/>
              <p:nvPr/>
            </p:nvSpPr>
            <p:spPr>
              <a:xfrm>
                <a:off x="5483606" y="617061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5" name="Oval 6974">
                <a:extLst>
                  <a:ext uri="{FF2B5EF4-FFF2-40B4-BE49-F238E27FC236}">
                    <a16:creationId xmlns:a16="http://schemas.microsoft.com/office/drawing/2014/main" id="{D5A9E13D-82AB-5FA1-2BF3-C8161F626082}"/>
                  </a:ext>
                </a:extLst>
              </p:cNvPr>
              <p:cNvSpPr/>
              <p:nvPr/>
            </p:nvSpPr>
            <p:spPr>
              <a:xfrm>
                <a:off x="5762729" y="611023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6" name="Oval 6975">
                <a:extLst>
                  <a:ext uri="{FF2B5EF4-FFF2-40B4-BE49-F238E27FC236}">
                    <a16:creationId xmlns:a16="http://schemas.microsoft.com/office/drawing/2014/main" id="{54F6CEC4-54CA-4758-2256-C18F7F8F23D0}"/>
                  </a:ext>
                </a:extLst>
              </p:cNvPr>
              <p:cNvSpPr/>
              <p:nvPr/>
            </p:nvSpPr>
            <p:spPr>
              <a:xfrm>
                <a:off x="5510124" y="612594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7" name="Oval 6976">
                <a:extLst>
                  <a:ext uri="{FF2B5EF4-FFF2-40B4-BE49-F238E27FC236}">
                    <a16:creationId xmlns:a16="http://schemas.microsoft.com/office/drawing/2014/main" id="{5CA8386A-8BD3-665F-D734-F18DE4775FE7}"/>
                  </a:ext>
                </a:extLst>
              </p:cNvPr>
              <p:cNvSpPr/>
              <p:nvPr/>
            </p:nvSpPr>
            <p:spPr>
              <a:xfrm>
                <a:off x="5550240" y="6273230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8" name="Oval 6977">
                <a:extLst>
                  <a:ext uri="{FF2B5EF4-FFF2-40B4-BE49-F238E27FC236}">
                    <a16:creationId xmlns:a16="http://schemas.microsoft.com/office/drawing/2014/main" id="{A3C4209C-380C-36FE-6D7A-FDAB7075FF94}"/>
                  </a:ext>
                </a:extLst>
              </p:cNvPr>
              <p:cNvSpPr/>
              <p:nvPr/>
            </p:nvSpPr>
            <p:spPr>
              <a:xfrm>
                <a:off x="5689169" y="6286912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79" name="Oval 6978">
                <a:extLst>
                  <a:ext uri="{FF2B5EF4-FFF2-40B4-BE49-F238E27FC236}">
                    <a16:creationId xmlns:a16="http://schemas.microsoft.com/office/drawing/2014/main" id="{040E92E3-F06F-0568-9583-638C42167910}"/>
                  </a:ext>
                </a:extLst>
              </p:cNvPr>
              <p:cNvSpPr/>
              <p:nvPr/>
            </p:nvSpPr>
            <p:spPr>
              <a:xfrm>
                <a:off x="5629966" y="6312839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0" name="Oval 6979">
                <a:extLst>
                  <a:ext uri="{FF2B5EF4-FFF2-40B4-BE49-F238E27FC236}">
                    <a16:creationId xmlns:a16="http://schemas.microsoft.com/office/drawing/2014/main" id="{52C9B0AC-C6B6-ED00-A652-D9880B99359E}"/>
                  </a:ext>
                </a:extLst>
              </p:cNvPr>
              <p:cNvSpPr/>
              <p:nvPr/>
            </p:nvSpPr>
            <p:spPr>
              <a:xfrm>
                <a:off x="5691787" y="63581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1" name="Oval 6980">
                <a:extLst>
                  <a:ext uri="{FF2B5EF4-FFF2-40B4-BE49-F238E27FC236}">
                    <a16:creationId xmlns:a16="http://schemas.microsoft.com/office/drawing/2014/main" id="{1ACB7405-1CC8-B6A4-5AEF-29808B15367E}"/>
                  </a:ext>
                </a:extLst>
              </p:cNvPr>
              <p:cNvSpPr/>
              <p:nvPr/>
            </p:nvSpPr>
            <p:spPr>
              <a:xfrm>
                <a:off x="5448726" y="6193758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2" name="Oval 6981">
                <a:extLst>
                  <a:ext uri="{FF2B5EF4-FFF2-40B4-BE49-F238E27FC236}">
                    <a16:creationId xmlns:a16="http://schemas.microsoft.com/office/drawing/2014/main" id="{324BB78E-CB26-BAAC-B03A-75AD5F21FA6C}"/>
                  </a:ext>
                </a:extLst>
              </p:cNvPr>
              <p:cNvSpPr/>
              <p:nvPr/>
            </p:nvSpPr>
            <p:spPr>
              <a:xfrm>
                <a:off x="6195899" y="5470907"/>
                <a:ext cx="10810" cy="10810"/>
              </a:xfrm>
              <a:prstGeom prst="ellipse">
                <a:avLst/>
              </a:prstGeom>
              <a:solidFill>
                <a:srgbClr val="D9D9D9"/>
              </a:solidFill>
              <a:ln w="5376" cap="rnd">
                <a:solidFill>
                  <a:srgbClr val="D9D9D9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3" name="Oval 6982">
                <a:extLst>
                  <a:ext uri="{FF2B5EF4-FFF2-40B4-BE49-F238E27FC236}">
                    <a16:creationId xmlns:a16="http://schemas.microsoft.com/office/drawing/2014/main" id="{9A3DA60F-5E9E-3699-3F53-82E3FC311A63}"/>
                  </a:ext>
                </a:extLst>
              </p:cNvPr>
              <p:cNvSpPr/>
              <p:nvPr/>
            </p:nvSpPr>
            <p:spPr>
              <a:xfrm>
                <a:off x="5606488" y="637820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4" name="Oval 6983">
                <a:extLst>
                  <a:ext uri="{FF2B5EF4-FFF2-40B4-BE49-F238E27FC236}">
                    <a16:creationId xmlns:a16="http://schemas.microsoft.com/office/drawing/2014/main" id="{A5B42F91-3E34-BBDB-A3DE-16950DC94388}"/>
                  </a:ext>
                </a:extLst>
              </p:cNvPr>
              <p:cNvSpPr/>
              <p:nvPr/>
            </p:nvSpPr>
            <p:spPr>
              <a:xfrm>
                <a:off x="5727596" y="630566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5" name="Oval 6984">
                <a:extLst>
                  <a:ext uri="{FF2B5EF4-FFF2-40B4-BE49-F238E27FC236}">
                    <a16:creationId xmlns:a16="http://schemas.microsoft.com/office/drawing/2014/main" id="{8CC9FB46-EBBF-E080-7A19-CDB70C23D3DA}"/>
                  </a:ext>
                </a:extLst>
              </p:cNvPr>
              <p:cNvSpPr/>
              <p:nvPr/>
            </p:nvSpPr>
            <p:spPr>
              <a:xfrm>
                <a:off x="5578026" y="63665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6" name="Oval 6985">
                <a:extLst>
                  <a:ext uri="{FF2B5EF4-FFF2-40B4-BE49-F238E27FC236}">
                    <a16:creationId xmlns:a16="http://schemas.microsoft.com/office/drawing/2014/main" id="{EDB86130-96C6-E590-6AD4-3E2D39E9B154}"/>
                  </a:ext>
                </a:extLst>
              </p:cNvPr>
              <p:cNvSpPr/>
              <p:nvPr/>
            </p:nvSpPr>
            <p:spPr>
              <a:xfrm>
                <a:off x="5790684" y="61588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7" name="Oval 6986">
                <a:extLst>
                  <a:ext uri="{FF2B5EF4-FFF2-40B4-BE49-F238E27FC236}">
                    <a16:creationId xmlns:a16="http://schemas.microsoft.com/office/drawing/2014/main" id="{CD9CAA7F-3CD2-6676-D855-CF56E74363E5}"/>
                  </a:ext>
                </a:extLst>
              </p:cNvPr>
              <p:cNvSpPr/>
              <p:nvPr/>
            </p:nvSpPr>
            <p:spPr>
              <a:xfrm>
                <a:off x="5332347" y="59790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8" name="Oval 6987">
                <a:extLst>
                  <a:ext uri="{FF2B5EF4-FFF2-40B4-BE49-F238E27FC236}">
                    <a16:creationId xmlns:a16="http://schemas.microsoft.com/office/drawing/2014/main" id="{E1871068-6847-5FED-A1F9-A1BCDB5B1349}"/>
                  </a:ext>
                </a:extLst>
              </p:cNvPr>
              <p:cNvSpPr/>
              <p:nvPr/>
            </p:nvSpPr>
            <p:spPr>
              <a:xfrm>
                <a:off x="5759773" y="63032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89" name="Oval 6988">
                <a:extLst>
                  <a:ext uri="{FF2B5EF4-FFF2-40B4-BE49-F238E27FC236}">
                    <a16:creationId xmlns:a16="http://schemas.microsoft.com/office/drawing/2014/main" id="{A1168F2C-625B-2F36-FF16-1E37E7BE5D48}"/>
                  </a:ext>
                </a:extLst>
              </p:cNvPr>
              <p:cNvSpPr/>
              <p:nvPr/>
            </p:nvSpPr>
            <p:spPr>
              <a:xfrm>
                <a:off x="5556237" y="62851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0" name="Oval 6989">
                <a:extLst>
                  <a:ext uri="{FF2B5EF4-FFF2-40B4-BE49-F238E27FC236}">
                    <a16:creationId xmlns:a16="http://schemas.microsoft.com/office/drawing/2014/main" id="{E7C37864-E3D7-05E1-A075-B04C6E492F5D}"/>
                  </a:ext>
                </a:extLst>
              </p:cNvPr>
              <p:cNvSpPr/>
              <p:nvPr/>
            </p:nvSpPr>
            <p:spPr>
              <a:xfrm>
                <a:off x="6277905" y="55373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1" name="Oval 6990">
                <a:extLst>
                  <a:ext uri="{FF2B5EF4-FFF2-40B4-BE49-F238E27FC236}">
                    <a16:creationId xmlns:a16="http://schemas.microsoft.com/office/drawing/2014/main" id="{9A608C25-6858-EED6-B7C9-4313C49F94C7}"/>
                  </a:ext>
                </a:extLst>
              </p:cNvPr>
              <p:cNvSpPr/>
              <p:nvPr/>
            </p:nvSpPr>
            <p:spPr>
              <a:xfrm>
                <a:off x="5727089" y="631520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2" name="Oval 6991">
                <a:extLst>
                  <a:ext uri="{FF2B5EF4-FFF2-40B4-BE49-F238E27FC236}">
                    <a16:creationId xmlns:a16="http://schemas.microsoft.com/office/drawing/2014/main" id="{574BC816-55D0-7725-3149-3536C2F34DE0}"/>
                  </a:ext>
                </a:extLst>
              </p:cNvPr>
              <p:cNvSpPr/>
              <p:nvPr/>
            </p:nvSpPr>
            <p:spPr>
              <a:xfrm>
                <a:off x="5521864" y="630582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3" name="Oval 6992">
                <a:extLst>
                  <a:ext uri="{FF2B5EF4-FFF2-40B4-BE49-F238E27FC236}">
                    <a16:creationId xmlns:a16="http://schemas.microsoft.com/office/drawing/2014/main" id="{B7014472-B330-EC23-77AA-F3B7CEDF5709}"/>
                  </a:ext>
                </a:extLst>
              </p:cNvPr>
              <p:cNvSpPr/>
              <p:nvPr/>
            </p:nvSpPr>
            <p:spPr>
              <a:xfrm>
                <a:off x="5411228" y="403339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4" name="Oval 6993">
                <a:extLst>
                  <a:ext uri="{FF2B5EF4-FFF2-40B4-BE49-F238E27FC236}">
                    <a16:creationId xmlns:a16="http://schemas.microsoft.com/office/drawing/2014/main" id="{498EB14F-C434-17D3-355C-A74C234634AF}"/>
                  </a:ext>
                </a:extLst>
              </p:cNvPr>
              <p:cNvSpPr/>
              <p:nvPr/>
            </p:nvSpPr>
            <p:spPr>
              <a:xfrm>
                <a:off x="5722360" y="545173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5" name="Oval 6994">
                <a:extLst>
                  <a:ext uri="{FF2B5EF4-FFF2-40B4-BE49-F238E27FC236}">
                    <a16:creationId xmlns:a16="http://schemas.microsoft.com/office/drawing/2014/main" id="{C68668CB-3DA0-838A-A787-8782E8C51DAA}"/>
                  </a:ext>
                </a:extLst>
              </p:cNvPr>
              <p:cNvSpPr/>
              <p:nvPr/>
            </p:nvSpPr>
            <p:spPr>
              <a:xfrm>
                <a:off x="6052072" y="608734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6" name="Oval 6995">
                <a:extLst>
                  <a:ext uri="{FF2B5EF4-FFF2-40B4-BE49-F238E27FC236}">
                    <a16:creationId xmlns:a16="http://schemas.microsoft.com/office/drawing/2014/main" id="{2FC40A91-1FBE-275A-1347-3C4721C0DECA}"/>
                  </a:ext>
                </a:extLst>
              </p:cNvPr>
              <p:cNvSpPr/>
              <p:nvPr/>
            </p:nvSpPr>
            <p:spPr>
              <a:xfrm>
                <a:off x="5793809" y="62607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7" name="Oval 6996">
                <a:extLst>
                  <a:ext uri="{FF2B5EF4-FFF2-40B4-BE49-F238E27FC236}">
                    <a16:creationId xmlns:a16="http://schemas.microsoft.com/office/drawing/2014/main" id="{DD6E22BE-E385-94E3-044F-49B48F31DCFB}"/>
                  </a:ext>
                </a:extLst>
              </p:cNvPr>
              <p:cNvSpPr/>
              <p:nvPr/>
            </p:nvSpPr>
            <p:spPr>
              <a:xfrm>
                <a:off x="5341806" y="59870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8" name="Oval 6997">
                <a:extLst>
                  <a:ext uri="{FF2B5EF4-FFF2-40B4-BE49-F238E27FC236}">
                    <a16:creationId xmlns:a16="http://schemas.microsoft.com/office/drawing/2014/main" id="{FBEEC62C-24AD-101B-8E51-499D753509D3}"/>
                  </a:ext>
                </a:extLst>
              </p:cNvPr>
              <p:cNvSpPr/>
              <p:nvPr/>
            </p:nvSpPr>
            <p:spPr>
              <a:xfrm>
                <a:off x="5581911" y="63711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99" name="Oval 6998">
                <a:extLst>
                  <a:ext uri="{FF2B5EF4-FFF2-40B4-BE49-F238E27FC236}">
                    <a16:creationId xmlns:a16="http://schemas.microsoft.com/office/drawing/2014/main" id="{FA879887-1C96-A336-2188-B1BDC2A3BA49}"/>
                  </a:ext>
                </a:extLst>
              </p:cNvPr>
              <p:cNvSpPr/>
              <p:nvPr/>
            </p:nvSpPr>
            <p:spPr>
              <a:xfrm>
                <a:off x="5476680" y="608092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0" name="Oval 6999">
                <a:extLst>
                  <a:ext uri="{FF2B5EF4-FFF2-40B4-BE49-F238E27FC236}">
                    <a16:creationId xmlns:a16="http://schemas.microsoft.com/office/drawing/2014/main" id="{08B80AF0-B33D-0849-74F1-EA8EC5A2F4C5}"/>
                  </a:ext>
                </a:extLst>
              </p:cNvPr>
              <p:cNvSpPr/>
              <p:nvPr/>
            </p:nvSpPr>
            <p:spPr>
              <a:xfrm>
                <a:off x="5672616" y="63515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1" name="Oval 7000">
                <a:extLst>
                  <a:ext uri="{FF2B5EF4-FFF2-40B4-BE49-F238E27FC236}">
                    <a16:creationId xmlns:a16="http://schemas.microsoft.com/office/drawing/2014/main" id="{1B168368-7BA7-0BDB-5EF9-B085AB923FCE}"/>
                  </a:ext>
                </a:extLst>
              </p:cNvPr>
              <p:cNvSpPr/>
              <p:nvPr/>
            </p:nvSpPr>
            <p:spPr>
              <a:xfrm>
                <a:off x="5811882" y="621014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2" name="Oval 7001">
                <a:extLst>
                  <a:ext uri="{FF2B5EF4-FFF2-40B4-BE49-F238E27FC236}">
                    <a16:creationId xmlns:a16="http://schemas.microsoft.com/office/drawing/2014/main" id="{C0AC68D4-15E3-D170-414D-7C0B7BC9AC67}"/>
                  </a:ext>
                </a:extLst>
              </p:cNvPr>
              <p:cNvSpPr/>
              <p:nvPr/>
            </p:nvSpPr>
            <p:spPr>
              <a:xfrm>
                <a:off x="5616791" y="63696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3" name="Oval 7002">
                <a:extLst>
                  <a:ext uri="{FF2B5EF4-FFF2-40B4-BE49-F238E27FC236}">
                    <a16:creationId xmlns:a16="http://schemas.microsoft.com/office/drawing/2014/main" id="{C9268ADF-C2B9-AE75-A22D-97488463C7A3}"/>
                  </a:ext>
                </a:extLst>
              </p:cNvPr>
              <p:cNvSpPr/>
              <p:nvPr/>
            </p:nvSpPr>
            <p:spPr>
              <a:xfrm>
                <a:off x="5709185" y="63889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4" name="Oval 7003">
                <a:extLst>
                  <a:ext uri="{FF2B5EF4-FFF2-40B4-BE49-F238E27FC236}">
                    <a16:creationId xmlns:a16="http://schemas.microsoft.com/office/drawing/2014/main" id="{21D31019-4A34-D2B3-78B5-1413B69F4656}"/>
                  </a:ext>
                </a:extLst>
              </p:cNvPr>
              <p:cNvSpPr/>
              <p:nvPr/>
            </p:nvSpPr>
            <p:spPr>
              <a:xfrm>
                <a:off x="5337076" y="59759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5" name="Oval 7004">
                <a:extLst>
                  <a:ext uri="{FF2B5EF4-FFF2-40B4-BE49-F238E27FC236}">
                    <a16:creationId xmlns:a16="http://schemas.microsoft.com/office/drawing/2014/main" id="{D8975760-F8FD-94DC-C7E0-4A3A93E8D185}"/>
                  </a:ext>
                </a:extLst>
              </p:cNvPr>
              <p:cNvSpPr/>
              <p:nvPr/>
            </p:nvSpPr>
            <p:spPr>
              <a:xfrm>
                <a:off x="5833840" y="62657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6" name="Oval 7005">
                <a:extLst>
                  <a:ext uri="{FF2B5EF4-FFF2-40B4-BE49-F238E27FC236}">
                    <a16:creationId xmlns:a16="http://schemas.microsoft.com/office/drawing/2014/main" id="{77F496E9-1B59-0645-CAF7-7C158E573B0D}"/>
                  </a:ext>
                </a:extLst>
              </p:cNvPr>
              <p:cNvSpPr/>
              <p:nvPr/>
            </p:nvSpPr>
            <p:spPr>
              <a:xfrm>
                <a:off x="5504381" y="62913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7" name="Oval 7006">
                <a:extLst>
                  <a:ext uri="{FF2B5EF4-FFF2-40B4-BE49-F238E27FC236}">
                    <a16:creationId xmlns:a16="http://schemas.microsoft.com/office/drawing/2014/main" id="{B2586223-F591-3DB6-71B2-7B9E3AFBD00B}"/>
                  </a:ext>
                </a:extLst>
              </p:cNvPr>
              <p:cNvSpPr/>
              <p:nvPr/>
            </p:nvSpPr>
            <p:spPr>
              <a:xfrm>
                <a:off x="5578871" y="637601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8" name="Oval 7007">
                <a:extLst>
                  <a:ext uri="{FF2B5EF4-FFF2-40B4-BE49-F238E27FC236}">
                    <a16:creationId xmlns:a16="http://schemas.microsoft.com/office/drawing/2014/main" id="{FC79AF2B-88E6-8B56-BB4B-F2CF1B04E82E}"/>
                  </a:ext>
                </a:extLst>
              </p:cNvPr>
              <p:cNvSpPr/>
              <p:nvPr/>
            </p:nvSpPr>
            <p:spPr>
              <a:xfrm>
                <a:off x="5718728" y="60534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09" name="Oval 7008">
                <a:extLst>
                  <a:ext uri="{FF2B5EF4-FFF2-40B4-BE49-F238E27FC236}">
                    <a16:creationId xmlns:a16="http://schemas.microsoft.com/office/drawing/2014/main" id="{987EBAC8-5D72-9C58-E933-83AC00BDA655}"/>
                  </a:ext>
                </a:extLst>
              </p:cNvPr>
              <p:cNvSpPr/>
              <p:nvPr/>
            </p:nvSpPr>
            <p:spPr>
              <a:xfrm>
                <a:off x="5630135" y="62901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0" name="Oval 7009">
                <a:extLst>
                  <a:ext uri="{FF2B5EF4-FFF2-40B4-BE49-F238E27FC236}">
                    <a16:creationId xmlns:a16="http://schemas.microsoft.com/office/drawing/2014/main" id="{5978B140-BAA6-4990-36E6-2F4B34CBBD5E}"/>
                  </a:ext>
                </a:extLst>
              </p:cNvPr>
              <p:cNvSpPr/>
              <p:nvPr/>
            </p:nvSpPr>
            <p:spPr>
              <a:xfrm>
                <a:off x="5634780" y="629341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1" name="Oval 7010">
                <a:extLst>
                  <a:ext uri="{FF2B5EF4-FFF2-40B4-BE49-F238E27FC236}">
                    <a16:creationId xmlns:a16="http://schemas.microsoft.com/office/drawing/2014/main" id="{5C467851-89FD-75E8-982D-314E8C9B8202}"/>
                  </a:ext>
                </a:extLst>
              </p:cNvPr>
              <p:cNvSpPr/>
              <p:nvPr/>
            </p:nvSpPr>
            <p:spPr>
              <a:xfrm>
                <a:off x="5713154" y="622846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2" name="Oval 7011">
                <a:extLst>
                  <a:ext uri="{FF2B5EF4-FFF2-40B4-BE49-F238E27FC236}">
                    <a16:creationId xmlns:a16="http://schemas.microsoft.com/office/drawing/2014/main" id="{63F224DC-DCC4-C385-7C34-C5B035735877}"/>
                  </a:ext>
                </a:extLst>
              </p:cNvPr>
              <p:cNvSpPr/>
              <p:nvPr/>
            </p:nvSpPr>
            <p:spPr>
              <a:xfrm>
                <a:off x="5627770" y="636461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3" name="Oval 7012">
                <a:extLst>
                  <a:ext uri="{FF2B5EF4-FFF2-40B4-BE49-F238E27FC236}">
                    <a16:creationId xmlns:a16="http://schemas.microsoft.com/office/drawing/2014/main" id="{1A213EFA-65A2-1E99-87D6-DC4A1DD69618}"/>
                  </a:ext>
                </a:extLst>
              </p:cNvPr>
              <p:cNvSpPr/>
              <p:nvPr/>
            </p:nvSpPr>
            <p:spPr>
              <a:xfrm>
                <a:off x="5629037" y="638411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4" name="Oval 7013">
                <a:extLst>
                  <a:ext uri="{FF2B5EF4-FFF2-40B4-BE49-F238E27FC236}">
                    <a16:creationId xmlns:a16="http://schemas.microsoft.com/office/drawing/2014/main" id="{5EF1F8CE-1147-24EA-BAF6-5BD3A140ADA7}"/>
                  </a:ext>
                </a:extLst>
              </p:cNvPr>
              <p:cNvSpPr/>
              <p:nvPr/>
            </p:nvSpPr>
            <p:spPr>
              <a:xfrm>
                <a:off x="5617804" y="63851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5" name="Oval 7014">
                <a:extLst>
                  <a:ext uri="{FF2B5EF4-FFF2-40B4-BE49-F238E27FC236}">
                    <a16:creationId xmlns:a16="http://schemas.microsoft.com/office/drawing/2014/main" id="{8A025F60-196A-8EE3-A598-0418B2B732D3}"/>
                  </a:ext>
                </a:extLst>
              </p:cNvPr>
              <p:cNvSpPr/>
              <p:nvPr/>
            </p:nvSpPr>
            <p:spPr>
              <a:xfrm>
                <a:off x="5555139" y="62919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6" name="Oval 7015">
                <a:extLst>
                  <a:ext uri="{FF2B5EF4-FFF2-40B4-BE49-F238E27FC236}">
                    <a16:creationId xmlns:a16="http://schemas.microsoft.com/office/drawing/2014/main" id="{2EB9FC38-9FA1-876E-F315-4ADE7D334446}"/>
                  </a:ext>
                </a:extLst>
              </p:cNvPr>
              <p:cNvSpPr/>
              <p:nvPr/>
            </p:nvSpPr>
            <p:spPr>
              <a:xfrm>
                <a:off x="5673714" y="62971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7" name="Oval 7016">
                <a:extLst>
                  <a:ext uri="{FF2B5EF4-FFF2-40B4-BE49-F238E27FC236}">
                    <a16:creationId xmlns:a16="http://schemas.microsoft.com/office/drawing/2014/main" id="{C028CD69-84A2-4A97-79BE-7DFE2C2CEF58}"/>
                  </a:ext>
                </a:extLst>
              </p:cNvPr>
              <p:cNvSpPr/>
              <p:nvPr/>
            </p:nvSpPr>
            <p:spPr>
              <a:xfrm>
                <a:off x="5458100" y="61754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8" name="Oval 7017">
                <a:extLst>
                  <a:ext uri="{FF2B5EF4-FFF2-40B4-BE49-F238E27FC236}">
                    <a16:creationId xmlns:a16="http://schemas.microsoft.com/office/drawing/2014/main" id="{7C8B8EC1-6991-FC0A-6A11-1199AE3DB875}"/>
                  </a:ext>
                </a:extLst>
              </p:cNvPr>
              <p:cNvSpPr/>
              <p:nvPr/>
            </p:nvSpPr>
            <p:spPr>
              <a:xfrm>
                <a:off x="5536137" y="635219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19" name="Oval 7018">
                <a:extLst>
                  <a:ext uri="{FF2B5EF4-FFF2-40B4-BE49-F238E27FC236}">
                    <a16:creationId xmlns:a16="http://schemas.microsoft.com/office/drawing/2014/main" id="{ADD347A5-8F54-2CE2-FD86-98E624C816A1}"/>
                  </a:ext>
                </a:extLst>
              </p:cNvPr>
              <p:cNvSpPr/>
              <p:nvPr/>
            </p:nvSpPr>
            <p:spPr>
              <a:xfrm>
                <a:off x="5685706" y="631359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0" name="Oval 7019">
                <a:extLst>
                  <a:ext uri="{FF2B5EF4-FFF2-40B4-BE49-F238E27FC236}">
                    <a16:creationId xmlns:a16="http://schemas.microsoft.com/office/drawing/2014/main" id="{F3AAA3DF-BEFD-8BE1-A9A1-8F4F5D0E8466}"/>
                  </a:ext>
                </a:extLst>
              </p:cNvPr>
              <p:cNvSpPr/>
              <p:nvPr/>
            </p:nvSpPr>
            <p:spPr>
              <a:xfrm>
                <a:off x="5755720" y="61639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1" name="Oval 7020">
                <a:extLst>
                  <a:ext uri="{FF2B5EF4-FFF2-40B4-BE49-F238E27FC236}">
                    <a16:creationId xmlns:a16="http://schemas.microsoft.com/office/drawing/2014/main" id="{6C0AD6DE-9676-3A11-7AA6-C9E765863927}"/>
                  </a:ext>
                </a:extLst>
              </p:cNvPr>
              <p:cNvSpPr/>
              <p:nvPr/>
            </p:nvSpPr>
            <p:spPr>
              <a:xfrm>
                <a:off x="5832151" y="61952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2" name="Oval 7021">
                <a:extLst>
                  <a:ext uri="{FF2B5EF4-FFF2-40B4-BE49-F238E27FC236}">
                    <a16:creationId xmlns:a16="http://schemas.microsoft.com/office/drawing/2014/main" id="{ABF6AD0C-BEB9-7686-0D1A-2D0672A3CE49}"/>
                  </a:ext>
                </a:extLst>
              </p:cNvPr>
              <p:cNvSpPr/>
              <p:nvPr/>
            </p:nvSpPr>
            <p:spPr>
              <a:xfrm>
                <a:off x="5675572" y="63288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3" name="Oval 7022">
                <a:extLst>
                  <a:ext uri="{FF2B5EF4-FFF2-40B4-BE49-F238E27FC236}">
                    <a16:creationId xmlns:a16="http://schemas.microsoft.com/office/drawing/2014/main" id="{FA8C70DB-7578-B84B-979A-97A812D8FA8A}"/>
                  </a:ext>
                </a:extLst>
              </p:cNvPr>
              <p:cNvSpPr/>
              <p:nvPr/>
            </p:nvSpPr>
            <p:spPr>
              <a:xfrm>
                <a:off x="5708002" y="635456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4" name="Oval 7023">
                <a:extLst>
                  <a:ext uri="{FF2B5EF4-FFF2-40B4-BE49-F238E27FC236}">
                    <a16:creationId xmlns:a16="http://schemas.microsoft.com/office/drawing/2014/main" id="{5BBC7BD6-CE1A-D2A8-7054-25736B0DF777}"/>
                  </a:ext>
                </a:extLst>
              </p:cNvPr>
              <p:cNvSpPr/>
              <p:nvPr/>
            </p:nvSpPr>
            <p:spPr>
              <a:xfrm>
                <a:off x="5589090" y="62668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5" name="Oval 7024">
                <a:extLst>
                  <a:ext uri="{FF2B5EF4-FFF2-40B4-BE49-F238E27FC236}">
                    <a16:creationId xmlns:a16="http://schemas.microsoft.com/office/drawing/2014/main" id="{0BBC65D5-E3BE-C32B-4A4C-1B8F86A5488B}"/>
                  </a:ext>
                </a:extLst>
              </p:cNvPr>
              <p:cNvSpPr/>
              <p:nvPr/>
            </p:nvSpPr>
            <p:spPr>
              <a:xfrm>
                <a:off x="5540528" y="634991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6" name="Oval 7025">
                <a:extLst>
                  <a:ext uri="{FF2B5EF4-FFF2-40B4-BE49-F238E27FC236}">
                    <a16:creationId xmlns:a16="http://schemas.microsoft.com/office/drawing/2014/main" id="{AF3E4CFC-64AA-83E2-7877-83BC9B79A2A2}"/>
                  </a:ext>
                </a:extLst>
              </p:cNvPr>
              <p:cNvSpPr/>
              <p:nvPr/>
            </p:nvSpPr>
            <p:spPr>
              <a:xfrm>
                <a:off x="5797778" y="607053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7" name="Oval 7026">
                <a:extLst>
                  <a:ext uri="{FF2B5EF4-FFF2-40B4-BE49-F238E27FC236}">
                    <a16:creationId xmlns:a16="http://schemas.microsoft.com/office/drawing/2014/main" id="{2024FE0C-E9E2-507F-3EC7-A65DBF2EA9D6}"/>
                  </a:ext>
                </a:extLst>
              </p:cNvPr>
              <p:cNvSpPr/>
              <p:nvPr/>
            </p:nvSpPr>
            <p:spPr>
              <a:xfrm>
                <a:off x="5678274" y="636866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8" name="Oval 7027">
                <a:extLst>
                  <a:ext uri="{FF2B5EF4-FFF2-40B4-BE49-F238E27FC236}">
                    <a16:creationId xmlns:a16="http://schemas.microsoft.com/office/drawing/2014/main" id="{AF1A70D1-17B5-0829-535D-DC26043C8CE0}"/>
                  </a:ext>
                </a:extLst>
              </p:cNvPr>
              <p:cNvSpPr/>
              <p:nvPr/>
            </p:nvSpPr>
            <p:spPr>
              <a:xfrm>
                <a:off x="5740518" y="617281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29" name="Oval 7028">
                <a:extLst>
                  <a:ext uri="{FF2B5EF4-FFF2-40B4-BE49-F238E27FC236}">
                    <a16:creationId xmlns:a16="http://schemas.microsoft.com/office/drawing/2014/main" id="{9E4E9034-AB9C-6C65-EC0D-7308F0A0408D}"/>
                  </a:ext>
                </a:extLst>
              </p:cNvPr>
              <p:cNvSpPr/>
              <p:nvPr/>
            </p:nvSpPr>
            <p:spPr>
              <a:xfrm>
                <a:off x="5609443" y="588186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0" name="Oval 7029">
                <a:extLst>
                  <a:ext uri="{FF2B5EF4-FFF2-40B4-BE49-F238E27FC236}">
                    <a16:creationId xmlns:a16="http://schemas.microsoft.com/office/drawing/2014/main" id="{3A2558CA-5FC4-D2E6-7E22-F3E772DC7565}"/>
                  </a:ext>
                </a:extLst>
              </p:cNvPr>
              <p:cNvSpPr/>
              <p:nvPr/>
            </p:nvSpPr>
            <p:spPr>
              <a:xfrm>
                <a:off x="5585036" y="638918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1" name="Oval 7030">
                <a:extLst>
                  <a:ext uri="{FF2B5EF4-FFF2-40B4-BE49-F238E27FC236}">
                    <a16:creationId xmlns:a16="http://schemas.microsoft.com/office/drawing/2014/main" id="{0D588DDB-193F-0A6D-52D6-FB06396DBB81}"/>
                  </a:ext>
                </a:extLst>
              </p:cNvPr>
              <p:cNvSpPr/>
              <p:nvPr/>
            </p:nvSpPr>
            <p:spPr>
              <a:xfrm>
                <a:off x="5691196" y="63315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2" name="Oval 7031">
                <a:extLst>
                  <a:ext uri="{FF2B5EF4-FFF2-40B4-BE49-F238E27FC236}">
                    <a16:creationId xmlns:a16="http://schemas.microsoft.com/office/drawing/2014/main" id="{F645B9A7-FE2D-50FD-8216-E27E62BE14FF}"/>
                  </a:ext>
                </a:extLst>
              </p:cNvPr>
              <p:cNvSpPr/>
              <p:nvPr/>
            </p:nvSpPr>
            <p:spPr>
              <a:xfrm>
                <a:off x="5685706" y="634999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3" name="Oval 7032">
                <a:extLst>
                  <a:ext uri="{FF2B5EF4-FFF2-40B4-BE49-F238E27FC236}">
                    <a16:creationId xmlns:a16="http://schemas.microsoft.com/office/drawing/2014/main" id="{46D8B6E5-F72D-617C-AA4E-5067C0C57A81}"/>
                  </a:ext>
                </a:extLst>
              </p:cNvPr>
              <p:cNvSpPr/>
              <p:nvPr/>
            </p:nvSpPr>
            <p:spPr>
              <a:xfrm>
                <a:off x="5482254" y="611242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4" name="Oval 7033">
                <a:extLst>
                  <a:ext uri="{FF2B5EF4-FFF2-40B4-BE49-F238E27FC236}">
                    <a16:creationId xmlns:a16="http://schemas.microsoft.com/office/drawing/2014/main" id="{6EBB9057-F1BB-00F8-9572-F730C508D5C7}"/>
                  </a:ext>
                </a:extLst>
              </p:cNvPr>
              <p:cNvSpPr/>
              <p:nvPr/>
            </p:nvSpPr>
            <p:spPr>
              <a:xfrm>
                <a:off x="5558179" y="637989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5" name="Oval 7034">
                <a:extLst>
                  <a:ext uri="{FF2B5EF4-FFF2-40B4-BE49-F238E27FC236}">
                    <a16:creationId xmlns:a16="http://schemas.microsoft.com/office/drawing/2014/main" id="{76D007A2-2F20-AC2E-962B-888C5021ED8F}"/>
                  </a:ext>
                </a:extLst>
              </p:cNvPr>
              <p:cNvSpPr/>
              <p:nvPr/>
            </p:nvSpPr>
            <p:spPr>
              <a:xfrm>
                <a:off x="5695250" y="61903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6" name="Oval 7035">
                <a:extLst>
                  <a:ext uri="{FF2B5EF4-FFF2-40B4-BE49-F238E27FC236}">
                    <a16:creationId xmlns:a16="http://schemas.microsoft.com/office/drawing/2014/main" id="{EC43EB6A-EAED-ADD4-FBDF-8D330D1BBC8F}"/>
                  </a:ext>
                </a:extLst>
              </p:cNvPr>
              <p:cNvSpPr/>
              <p:nvPr/>
            </p:nvSpPr>
            <p:spPr>
              <a:xfrm>
                <a:off x="5738744" y="614713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7" name="Oval 7036">
                <a:extLst>
                  <a:ext uri="{FF2B5EF4-FFF2-40B4-BE49-F238E27FC236}">
                    <a16:creationId xmlns:a16="http://schemas.microsoft.com/office/drawing/2014/main" id="{D838604B-BE83-ABBE-599D-60DF2AB101FB}"/>
                  </a:ext>
                </a:extLst>
              </p:cNvPr>
              <p:cNvSpPr/>
              <p:nvPr/>
            </p:nvSpPr>
            <p:spPr>
              <a:xfrm>
                <a:off x="5611133" y="626909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8" name="Oval 7037">
                <a:extLst>
                  <a:ext uri="{FF2B5EF4-FFF2-40B4-BE49-F238E27FC236}">
                    <a16:creationId xmlns:a16="http://schemas.microsoft.com/office/drawing/2014/main" id="{7E908456-6FE0-0471-F1E5-05DD13C716ED}"/>
                  </a:ext>
                </a:extLst>
              </p:cNvPr>
              <p:cNvSpPr/>
              <p:nvPr/>
            </p:nvSpPr>
            <p:spPr>
              <a:xfrm>
                <a:off x="5578111" y="63968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39" name="Oval 7038">
                <a:extLst>
                  <a:ext uri="{FF2B5EF4-FFF2-40B4-BE49-F238E27FC236}">
                    <a16:creationId xmlns:a16="http://schemas.microsoft.com/office/drawing/2014/main" id="{676EB871-B444-85EE-C62C-8CDCF2EA8D58}"/>
                  </a:ext>
                </a:extLst>
              </p:cNvPr>
              <p:cNvSpPr/>
              <p:nvPr/>
            </p:nvSpPr>
            <p:spPr>
              <a:xfrm>
                <a:off x="6252822" y="55106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0" name="Oval 7039">
                <a:extLst>
                  <a:ext uri="{FF2B5EF4-FFF2-40B4-BE49-F238E27FC236}">
                    <a16:creationId xmlns:a16="http://schemas.microsoft.com/office/drawing/2014/main" id="{AA5C7231-7AB0-8000-71B5-20F007E22713}"/>
                  </a:ext>
                </a:extLst>
              </p:cNvPr>
              <p:cNvSpPr/>
              <p:nvPr/>
            </p:nvSpPr>
            <p:spPr>
              <a:xfrm>
                <a:off x="5660961" y="63377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1" name="Oval 7040">
                <a:extLst>
                  <a:ext uri="{FF2B5EF4-FFF2-40B4-BE49-F238E27FC236}">
                    <a16:creationId xmlns:a16="http://schemas.microsoft.com/office/drawing/2014/main" id="{54AF425B-B7EB-D591-FA2F-1141CD568B4F}"/>
                  </a:ext>
                </a:extLst>
              </p:cNvPr>
              <p:cNvSpPr/>
              <p:nvPr/>
            </p:nvSpPr>
            <p:spPr>
              <a:xfrm>
                <a:off x="5658090" y="630236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2" name="Oval 7041">
                <a:extLst>
                  <a:ext uri="{FF2B5EF4-FFF2-40B4-BE49-F238E27FC236}">
                    <a16:creationId xmlns:a16="http://schemas.microsoft.com/office/drawing/2014/main" id="{77CF0497-5101-440C-019C-80DE371704F8}"/>
                  </a:ext>
                </a:extLst>
              </p:cNvPr>
              <p:cNvSpPr/>
              <p:nvPr/>
            </p:nvSpPr>
            <p:spPr>
              <a:xfrm>
                <a:off x="5541373" y="631098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3" name="Oval 7042">
                <a:extLst>
                  <a:ext uri="{FF2B5EF4-FFF2-40B4-BE49-F238E27FC236}">
                    <a16:creationId xmlns:a16="http://schemas.microsoft.com/office/drawing/2014/main" id="{50701296-0039-1FDA-3149-7E4F48629F51}"/>
                  </a:ext>
                </a:extLst>
              </p:cNvPr>
              <p:cNvSpPr/>
              <p:nvPr/>
            </p:nvSpPr>
            <p:spPr>
              <a:xfrm>
                <a:off x="5677514" y="609452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4" name="Oval 7043">
                <a:extLst>
                  <a:ext uri="{FF2B5EF4-FFF2-40B4-BE49-F238E27FC236}">
                    <a16:creationId xmlns:a16="http://schemas.microsoft.com/office/drawing/2014/main" id="{7D8C2798-0B99-9484-E190-77FF2B32B532}"/>
                  </a:ext>
                </a:extLst>
              </p:cNvPr>
              <p:cNvSpPr/>
              <p:nvPr/>
            </p:nvSpPr>
            <p:spPr>
              <a:xfrm>
                <a:off x="5692716" y="60651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5" name="Oval 7044">
                <a:extLst>
                  <a:ext uri="{FF2B5EF4-FFF2-40B4-BE49-F238E27FC236}">
                    <a16:creationId xmlns:a16="http://schemas.microsoft.com/office/drawing/2014/main" id="{273A8466-1335-A327-8E24-20A6B88ED47D}"/>
                  </a:ext>
                </a:extLst>
              </p:cNvPr>
              <p:cNvSpPr/>
              <p:nvPr/>
            </p:nvSpPr>
            <p:spPr>
              <a:xfrm>
                <a:off x="5550832" y="63323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6" name="Oval 7045">
                <a:extLst>
                  <a:ext uri="{FF2B5EF4-FFF2-40B4-BE49-F238E27FC236}">
                    <a16:creationId xmlns:a16="http://schemas.microsoft.com/office/drawing/2014/main" id="{3FC78237-FB19-AD99-1EFD-1AF98CE0D365}"/>
                  </a:ext>
                </a:extLst>
              </p:cNvPr>
              <p:cNvSpPr/>
              <p:nvPr/>
            </p:nvSpPr>
            <p:spPr>
              <a:xfrm>
                <a:off x="5618311" y="636765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7" name="Oval 7046">
                <a:extLst>
                  <a:ext uri="{FF2B5EF4-FFF2-40B4-BE49-F238E27FC236}">
                    <a16:creationId xmlns:a16="http://schemas.microsoft.com/office/drawing/2014/main" id="{0BD7DE00-3E4C-2EC1-80F7-1ABE2D44516C}"/>
                  </a:ext>
                </a:extLst>
              </p:cNvPr>
              <p:cNvSpPr/>
              <p:nvPr/>
            </p:nvSpPr>
            <p:spPr>
              <a:xfrm>
                <a:off x="5450584" y="61832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8" name="Oval 7047">
                <a:extLst>
                  <a:ext uri="{FF2B5EF4-FFF2-40B4-BE49-F238E27FC236}">
                    <a16:creationId xmlns:a16="http://schemas.microsoft.com/office/drawing/2014/main" id="{8CA0E190-CEEF-B96F-AE1F-48A25EDFB6BA}"/>
                  </a:ext>
                </a:extLst>
              </p:cNvPr>
              <p:cNvSpPr/>
              <p:nvPr/>
            </p:nvSpPr>
            <p:spPr>
              <a:xfrm>
                <a:off x="5899377" y="638893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49" name="Oval 7048">
                <a:extLst>
                  <a:ext uri="{FF2B5EF4-FFF2-40B4-BE49-F238E27FC236}">
                    <a16:creationId xmlns:a16="http://schemas.microsoft.com/office/drawing/2014/main" id="{6B4C2381-036B-29DA-008D-F16B6CD7B08B}"/>
                  </a:ext>
                </a:extLst>
              </p:cNvPr>
              <p:cNvSpPr/>
              <p:nvPr/>
            </p:nvSpPr>
            <p:spPr>
              <a:xfrm>
                <a:off x="5481832" y="617365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0" name="Oval 7049">
                <a:extLst>
                  <a:ext uri="{FF2B5EF4-FFF2-40B4-BE49-F238E27FC236}">
                    <a16:creationId xmlns:a16="http://schemas.microsoft.com/office/drawing/2014/main" id="{65D8D389-A3EC-9471-B16B-E348E766A88C}"/>
                  </a:ext>
                </a:extLst>
              </p:cNvPr>
              <p:cNvSpPr/>
              <p:nvPr/>
            </p:nvSpPr>
            <p:spPr>
              <a:xfrm>
                <a:off x="5576506" y="63371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1" name="Oval 7050">
                <a:extLst>
                  <a:ext uri="{FF2B5EF4-FFF2-40B4-BE49-F238E27FC236}">
                    <a16:creationId xmlns:a16="http://schemas.microsoft.com/office/drawing/2014/main" id="{CAEA14AB-B47A-E269-E5A6-B8A00EDDA5E7}"/>
                  </a:ext>
                </a:extLst>
              </p:cNvPr>
              <p:cNvSpPr/>
              <p:nvPr/>
            </p:nvSpPr>
            <p:spPr>
              <a:xfrm>
                <a:off x="5769570" y="610769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2" name="Oval 7051">
                <a:extLst>
                  <a:ext uri="{FF2B5EF4-FFF2-40B4-BE49-F238E27FC236}">
                    <a16:creationId xmlns:a16="http://schemas.microsoft.com/office/drawing/2014/main" id="{42DA244F-131A-4BB9-90FF-337B5E826108}"/>
                  </a:ext>
                </a:extLst>
              </p:cNvPr>
              <p:cNvSpPr/>
              <p:nvPr/>
            </p:nvSpPr>
            <p:spPr>
              <a:xfrm>
                <a:off x="5703189" y="62435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3" name="Oval 7052">
                <a:extLst>
                  <a:ext uri="{FF2B5EF4-FFF2-40B4-BE49-F238E27FC236}">
                    <a16:creationId xmlns:a16="http://schemas.microsoft.com/office/drawing/2014/main" id="{171CEF81-AEEE-026C-D919-D2A6FD7833D4}"/>
                  </a:ext>
                </a:extLst>
              </p:cNvPr>
              <p:cNvSpPr/>
              <p:nvPr/>
            </p:nvSpPr>
            <p:spPr>
              <a:xfrm>
                <a:off x="5688071" y="628268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4" name="Oval 7053">
                <a:extLst>
                  <a:ext uri="{FF2B5EF4-FFF2-40B4-BE49-F238E27FC236}">
                    <a16:creationId xmlns:a16="http://schemas.microsoft.com/office/drawing/2014/main" id="{4A28F7EE-A606-2636-779F-9A802D84C122}"/>
                  </a:ext>
                </a:extLst>
              </p:cNvPr>
              <p:cNvSpPr/>
              <p:nvPr/>
            </p:nvSpPr>
            <p:spPr>
              <a:xfrm>
                <a:off x="5798623" y="622914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5" name="Oval 7054">
                <a:extLst>
                  <a:ext uri="{FF2B5EF4-FFF2-40B4-BE49-F238E27FC236}">
                    <a16:creationId xmlns:a16="http://schemas.microsoft.com/office/drawing/2014/main" id="{BF74CF39-22B8-B3F3-BBE8-5A669148BF7C}"/>
                  </a:ext>
                </a:extLst>
              </p:cNvPr>
              <p:cNvSpPr/>
              <p:nvPr/>
            </p:nvSpPr>
            <p:spPr>
              <a:xfrm>
                <a:off x="5623716" y="632745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6" name="Oval 7055">
                <a:extLst>
                  <a:ext uri="{FF2B5EF4-FFF2-40B4-BE49-F238E27FC236}">
                    <a16:creationId xmlns:a16="http://schemas.microsoft.com/office/drawing/2014/main" id="{0500A18F-2245-27FF-22D0-8DCE38867CFD}"/>
                  </a:ext>
                </a:extLst>
              </p:cNvPr>
              <p:cNvSpPr/>
              <p:nvPr/>
            </p:nvSpPr>
            <p:spPr>
              <a:xfrm>
                <a:off x="5643394" y="633294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7" name="Oval 7056">
                <a:extLst>
                  <a:ext uri="{FF2B5EF4-FFF2-40B4-BE49-F238E27FC236}">
                    <a16:creationId xmlns:a16="http://schemas.microsoft.com/office/drawing/2014/main" id="{E2EDBE13-1E0B-66D3-2FD7-B75B8A61CABF}"/>
                  </a:ext>
                </a:extLst>
              </p:cNvPr>
              <p:cNvSpPr/>
              <p:nvPr/>
            </p:nvSpPr>
            <p:spPr>
              <a:xfrm>
                <a:off x="5763574" y="62178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8" name="Oval 7057">
                <a:extLst>
                  <a:ext uri="{FF2B5EF4-FFF2-40B4-BE49-F238E27FC236}">
                    <a16:creationId xmlns:a16="http://schemas.microsoft.com/office/drawing/2014/main" id="{CD3FF094-C7C4-1D88-A4AE-8CE8BEC5DB74}"/>
                  </a:ext>
                </a:extLst>
              </p:cNvPr>
              <p:cNvSpPr/>
              <p:nvPr/>
            </p:nvSpPr>
            <p:spPr>
              <a:xfrm>
                <a:off x="5708678" y="61560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59" name="Oval 7058">
                <a:extLst>
                  <a:ext uri="{FF2B5EF4-FFF2-40B4-BE49-F238E27FC236}">
                    <a16:creationId xmlns:a16="http://schemas.microsoft.com/office/drawing/2014/main" id="{AA814166-5DA3-0499-725F-9E6768AB1041}"/>
                  </a:ext>
                </a:extLst>
              </p:cNvPr>
              <p:cNvSpPr/>
              <p:nvPr/>
            </p:nvSpPr>
            <p:spPr>
              <a:xfrm>
                <a:off x="5571692" y="63641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0" name="Oval 7059">
                <a:extLst>
                  <a:ext uri="{FF2B5EF4-FFF2-40B4-BE49-F238E27FC236}">
                    <a16:creationId xmlns:a16="http://schemas.microsoft.com/office/drawing/2014/main" id="{E201DBD3-BD9F-E661-E08C-78B98566D29D}"/>
                  </a:ext>
                </a:extLst>
              </p:cNvPr>
              <p:cNvSpPr/>
              <p:nvPr/>
            </p:nvSpPr>
            <p:spPr>
              <a:xfrm>
                <a:off x="5719742" y="632103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1" name="Oval 7060">
                <a:extLst>
                  <a:ext uri="{FF2B5EF4-FFF2-40B4-BE49-F238E27FC236}">
                    <a16:creationId xmlns:a16="http://schemas.microsoft.com/office/drawing/2014/main" id="{2CB28413-58BC-E5C2-C97E-323B1812303B}"/>
                  </a:ext>
                </a:extLst>
              </p:cNvPr>
              <p:cNvSpPr/>
              <p:nvPr/>
            </p:nvSpPr>
            <p:spPr>
              <a:xfrm>
                <a:off x="5696939" y="63044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2" name="Oval 7061">
                <a:extLst>
                  <a:ext uri="{FF2B5EF4-FFF2-40B4-BE49-F238E27FC236}">
                    <a16:creationId xmlns:a16="http://schemas.microsoft.com/office/drawing/2014/main" id="{747AAACA-7A63-3B2F-3105-41AB32D0FA51}"/>
                  </a:ext>
                </a:extLst>
              </p:cNvPr>
              <p:cNvSpPr/>
              <p:nvPr/>
            </p:nvSpPr>
            <p:spPr>
              <a:xfrm>
                <a:off x="5481494" y="611555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3" name="Oval 7062">
                <a:extLst>
                  <a:ext uri="{FF2B5EF4-FFF2-40B4-BE49-F238E27FC236}">
                    <a16:creationId xmlns:a16="http://schemas.microsoft.com/office/drawing/2014/main" id="{AF24C6DA-3652-4A60-480B-FC41AF3C02DE}"/>
                  </a:ext>
                </a:extLst>
              </p:cNvPr>
              <p:cNvSpPr/>
              <p:nvPr/>
            </p:nvSpPr>
            <p:spPr>
              <a:xfrm>
                <a:off x="5681737" y="62939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4" name="Oval 7063">
                <a:extLst>
                  <a:ext uri="{FF2B5EF4-FFF2-40B4-BE49-F238E27FC236}">
                    <a16:creationId xmlns:a16="http://schemas.microsoft.com/office/drawing/2014/main" id="{029F3F6F-104F-5F77-7147-3DB4E04EAFD4}"/>
                  </a:ext>
                </a:extLst>
              </p:cNvPr>
              <p:cNvSpPr/>
              <p:nvPr/>
            </p:nvSpPr>
            <p:spPr>
              <a:xfrm>
                <a:off x="5663157" y="637111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5" name="Oval 7064">
                <a:extLst>
                  <a:ext uri="{FF2B5EF4-FFF2-40B4-BE49-F238E27FC236}">
                    <a16:creationId xmlns:a16="http://schemas.microsoft.com/office/drawing/2014/main" id="{041A0783-3412-8B59-EE69-698FD6B9C7FC}"/>
                  </a:ext>
                </a:extLst>
              </p:cNvPr>
              <p:cNvSpPr/>
              <p:nvPr/>
            </p:nvSpPr>
            <p:spPr>
              <a:xfrm>
                <a:off x="5647786" y="637069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6" name="Oval 7065">
                <a:extLst>
                  <a:ext uri="{FF2B5EF4-FFF2-40B4-BE49-F238E27FC236}">
                    <a16:creationId xmlns:a16="http://schemas.microsoft.com/office/drawing/2014/main" id="{7D52A078-9602-BC40-9C82-6787A718FE3C}"/>
                  </a:ext>
                </a:extLst>
              </p:cNvPr>
              <p:cNvSpPr/>
              <p:nvPr/>
            </p:nvSpPr>
            <p:spPr>
              <a:xfrm>
                <a:off x="5886878" y="620051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7" name="Oval 7066">
                <a:extLst>
                  <a:ext uri="{FF2B5EF4-FFF2-40B4-BE49-F238E27FC236}">
                    <a16:creationId xmlns:a16="http://schemas.microsoft.com/office/drawing/2014/main" id="{17B14028-BB7A-D828-7815-6A98D4B9A330}"/>
                  </a:ext>
                </a:extLst>
              </p:cNvPr>
              <p:cNvSpPr/>
              <p:nvPr/>
            </p:nvSpPr>
            <p:spPr>
              <a:xfrm>
                <a:off x="5597873" y="640016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8" name="Oval 7067">
                <a:extLst>
                  <a:ext uri="{FF2B5EF4-FFF2-40B4-BE49-F238E27FC236}">
                    <a16:creationId xmlns:a16="http://schemas.microsoft.com/office/drawing/2014/main" id="{82222760-D194-509A-3F6E-7CD09EBDF3A8}"/>
                  </a:ext>
                </a:extLst>
              </p:cNvPr>
              <p:cNvSpPr/>
              <p:nvPr/>
            </p:nvSpPr>
            <p:spPr>
              <a:xfrm>
                <a:off x="5570003" y="627914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69" name="Oval 7068">
                <a:extLst>
                  <a:ext uri="{FF2B5EF4-FFF2-40B4-BE49-F238E27FC236}">
                    <a16:creationId xmlns:a16="http://schemas.microsoft.com/office/drawing/2014/main" id="{4E66A5A0-F2CC-BD93-A4E9-40AE91C4185F}"/>
                  </a:ext>
                </a:extLst>
              </p:cNvPr>
              <p:cNvSpPr/>
              <p:nvPr/>
            </p:nvSpPr>
            <p:spPr>
              <a:xfrm>
                <a:off x="5596944" y="638082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0" name="Oval 7069">
                <a:extLst>
                  <a:ext uri="{FF2B5EF4-FFF2-40B4-BE49-F238E27FC236}">
                    <a16:creationId xmlns:a16="http://schemas.microsoft.com/office/drawing/2014/main" id="{9B33A311-0BB2-A05B-D502-45EEDB240CDF}"/>
                  </a:ext>
                </a:extLst>
              </p:cNvPr>
              <p:cNvSpPr/>
              <p:nvPr/>
            </p:nvSpPr>
            <p:spPr>
              <a:xfrm>
                <a:off x="5751243" y="619536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1" name="Oval 7070">
                <a:extLst>
                  <a:ext uri="{FF2B5EF4-FFF2-40B4-BE49-F238E27FC236}">
                    <a16:creationId xmlns:a16="http://schemas.microsoft.com/office/drawing/2014/main" id="{B1B430C2-00C7-6250-BBD6-8CE9FF6194A1}"/>
                  </a:ext>
                </a:extLst>
              </p:cNvPr>
              <p:cNvSpPr/>
              <p:nvPr/>
            </p:nvSpPr>
            <p:spPr>
              <a:xfrm>
                <a:off x="5630726" y="61745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2" name="Oval 7071">
                <a:extLst>
                  <a:ext uri="{FF2B5EF4-FFF2-40B4-BE49-F238E27FC236}">
                    <a16:creationId xmlns:a16="http://schemas.microsoft.com/office/drawing/2014/main" id="{20237C46-7D50-540B-312E-F9D248D9D165}"/>
                  </a:ext>
                </a:extLst>
              </p:cNvPr>
              <p:cNvSpPr/>
              <p:nvPr/>
            </p:nvSpPr>
            <p:spPr>
              <a:xfrm>
                <a:off x="6245305" y="563728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3" name="Oval 7072">
                <a:extLst>
                  <a:ext uri="{FF2B5EF4-FFF2-40B4-BE49-F238E27FC236}">
                    <a16:creationId xmlns:a16="http://schemas.microsoft.com/office/drawing/2014/main" id="{DBBD3D6D-BA8E-086B-BD97-051820634CB6}"/>
                  </a:ext>
                </a:extLst>
              </p:cNvPr>
              <p:cNvSpPr/>
              <p:nvPr/>
            </p:nvSpPr>
            <p:spPr>
              <a:xfrm>
                <a:off x="5556744" y="637871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4" name="Oval 7073">
                <a:extLst>
                  <a:ext uri="{FF2B5EF4-FFF2-40B4-BE49-F238E27FC236}">
                    <a16:creationId xmlns:a16="http://schemas.microsoft.com/office/drawing/2014/main" id="{B99B1BF0-26D6-4C14-E1AF-6A14ADD6B7BA}"/>
                  </a:ext>
                </a:extLst>
              </p:cNvPr>
              <p:cNvSpPr/>
              <p:nvPr/>
            </p:nvSpPr>
            <p:spPr>
              <a:xfrm>
                <a:off x="5734015" y="623007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5" name="Oval 7074">
                <a:extLst>
                  <a:ext uri="{FF2B5EF4-FFF2-40B4-BE49-F238E27FC236}">
                    <a16:creationId xmlns:a16="http://schemas.microsoft.com/office/drawing/2014/main" id="{DCD7FAD9-26D4-A331-41E0-A61852DBDC67}"/>
                  </a:ext>
                </a:extLst>
              </p:cNvPr>
              <p:cNvSpPr/>
              <p:nvPr/>
            </p:nvSpPr>
            <p:spPr>
              <a:xfrm>
                <a:off x="6177066" y="561321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6" name="Oval 7075">
                <a:extLst>
                  <a:ext uri="{FF2B5EF4-FFF2-40B4-BE49-F238E27FC236}">
                    <a16:creationId xmlns:a16="http://schemas.microsoft.com/office/drawing/2014/main" id="{B9D131F7-B163-7ACE-11F8-4D120E1794F1}"/>
                  </a:ext>
                </a:extLst>
              </p:cNvPr>
              <p:cNvSpPr/>
              <p:nvPr/>
            </p:nvSpPr>
            <p:spPr>
              <a:xfrm>
                <a:off x="5473555" y="611673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7" name="Oval 7076">
                <a:extLst>
                  <a:ext uri="{FF2B5EF4-FFF2-40B4-BE49-F238E27FC236}">
                    <a16:creationId xmlns:a16="http://schemas.microsoft.com/office/drawing/2014/main" id="{AE416303-5C8D-A149-EE42-E5E033659AFD}"/>
                  </a:ext>
                </a:extLst>
              </p:cNvPr>
              <p:cNvSpPr/>
              <p:nvPr/>
            </p:nvSpPr>
            <p:spPr>
              <a:xfrm>
                <a:off x="5783252" y="61951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8" name="Oval 7077">
                <a:extLst>
                  <a:ext uri="{FF2B5EF4-FFF2-40B4-BE49-F238E27FC236}">
                    <a16:creationId xmlns:a16="http://schemas.microsoft.com/office/drawing/2014/main" id="{6C6C9231-975A-26D4-B6DD-D7C587D97F66}"/>
                  </a:ext>
                </a:extLst>
              </p:cNvPr>
              <p:cNvSpPr/>
              <p:nvPr/>
            </p:nvSpPr>
            <p:spPr>
              <a:xfrm>
                <a:off x="6245474" y="551685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79" name="Oval 7078">
                <a:extLst>
                  <a:ext uri="{FF2B5EF4-FFF2-40B4-BE49-F238E27FC236}">
                    <a16:creationId xmlns:a16="http://schemas.microsoft.com/office/drawing/2014/main" id="{9DEB51BE-6061-EC41-CFE0-1E605AF49354}"/>
                  </a:ext>
                </a:extLst>
              </p:cNvPr>
              <p:cNvSpPr/>
              <p:nvPr/>
            </p:nvSpPr>
            <p:spPr>
              <a:xfrm>
                <a:off x="6241167" y="55623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0" name="Oval 7079">
                <a:extLst>
                  <a:ext uri="{FF2B5EF4-FFF2-40B4-BE49-F238E27FC236}">
                    <a16:creationId xmlns:a16="http://schemas.microsoft.com/office/drawing/2014/main" id="{284508FA-AEE0-C649-9870-5FBDDAF45515}"/>
                  </a:ext>
                </a:extLst>
              </p:cNvPr>
              <p:cNvSpPr/>
              <p:nvPr/>
            </p:nvSpPr>
            <p:spPr>
              <a:xfrm>
                <a:off x="5537488" y="62603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1" name="Oval 7080">
                <a:extLst>
                  <a:ext uri="{FF2B5EF4-FFF2-40B4-BE49-F238E27FC236}">
                    <a16:creationId xmlns:a16="http://schemas.microsoft.com/office/drawing/2014/main" id="{A9A1BACE-F60E-5E07-7874-1C8BBA483CFF}"/>
                  </a:ext>
                </a:extLst>
              </p:cNvPr>
              <p:cNvSpPr/>
              <p:nvPr/>
            </p:nvSpPr>
            <p:spPr>
              <a:xfrm>
                <a:off x="5600998" y="633910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2" name="Oval 7081">
                <a:extLst>
                  <a:ext uri="{FF2B5EF4-FFF2-40B4-BE49-F238E27FC236}">
                    <a16:creationId xmlns:a16="http://schemas.microsoft.com/office/drawing/2014/main" id="{78DF943A-1433-9423-F145-FBD78DD7387C}"/>
                  </a:ext>
                </a:extLst>
              </p:cNvPr>
              <p:cNvSpPr/>
              <p:nvPr/>
            </p:nvSpPr>
            <p:spPr>
              <a:xfrm>
                <a:off x="6196237" y="573922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3" name="Oval 7082">
                <a:extLst>
                  <a:ext uri="{FF2B5EF4-FFF2-40B4-BE49-F238E27FC236}">
                    <a16:creationId xmlns:a16="http://schemas.microsoft.com/office/drawing/2014/main" id="{9E3D4074-5404-7296-A456-700B15B6A301}"/>
                  </a:ext>
                </a:extLst>
              </p:cNvPr>
              <p:cNvSpPr/>
              <p:nvPr/>
            </p:nvSpPr>
            <p:spPr>
              <a:xfrm>
                <a:off x="5595255" y="636756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4" name="Oval 7083">
                <a:extLst>
                  <a:ext uri="{FF2B5EF4-FFF2-40B4-BE49-F238E27FC236}">
                    <a16:creationId xmlns:a16="http://schemas.microsoft.com/office/drawing/2014/main" id="{51C03DF4-37E8-63BB-AC5A-A02B2C65ADE5}"/>
                  </a:ext>
                </a:extLst>
              </p:cNvPr>
              <p:cNvSpPr/>
              <p:nvPr/>
            </p:nvSpPr>
            <p:spPr>
              <a:xfrm>
                <a:off x="5599224" y="63758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5" name="Oval 7084">
                <a:extLst>
                  <a:ext uri="{FF2B5EF4-FFF2-40B4-BE49-F238E27FC236}">
                    <a16:creationId xmlns:a16="http://schemas.microsoft.com/office/drawing/2014/main" id="{42A0833E-5C9E-15B9-487E-67E9E6176353}"/>
                  </a:ext>
                </a:extLst>
              </p:cNvPr>
              <p:cNvSpPr/>
              <p:nvPr/>
            </p:nvSpPr>
            <p:spPr>
              <a:xfrm>
                <a:off x="5699219" y="63201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6" name="Oval 7085">
                <a:extLst>
                  <a:ext uri="{FF2B5EF4-FFF2-40B4-BE49-F238E27FC236}">
                    <a16:creationId xmlns:a16="http://schemas.microsoft.com/office/drawing/2014/main" id="{7F3938DB-D93A-911D-1149-CBEA794AE6F2}"/>
                  </a:ext>
                </a:extLst>
              </p:cNvPr>
              <p:cNvSpPr/>
              <p:nvPr/>
            </p:nvSpPr>
            <p:spPr>
              <a:xfrm>
                <a:off x="5694912" y="611006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7" name="Oval 7086">
                <a:extLst>
                  <a:ext uri="{FF2B5EF4-FFF2-40B4-BE49-F238E27FC236}">
                    <a16:creationId xmlns:a16="http://schemas.microsoft.com/office/drawing/2014/main" id="{F9E0C078-5E26-B58B-8BC8-453FE3CA7477}"/>
                  </a:ext>
                </a:extLst>
              </p:cNvPr>
              <p:cNvSpPr/>
              <p:nvPr/>
            </p:nvSpPr>
            <p:spPr>
              <a:xfrm>
                <a:off x="5531914" y="638099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8" name="Oval 7087">
                <a:extLst>
                  <a:ext uri="{FF2B5EF4-FFF2-40B4-BE49-F238E27FC236}">
                    <a16:creationId xmlns:a16="http://schemas.microsoft.com/office/drawing/2014/main" id="{361133E5-067B-393C-ACA1-8A5C7FE5ECCB}"/>
                  </a:ext>
                </a:extLst>
              </p:cNvPr>
              <p:cNvSpPr/>
              <p:nvPr/>
            </p:nvSpPr>
            <p:spPr>
              <a:xfrm>
                <a:off x="5608852" y="59441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89" name="Oval 7088">
                <a:extLst>
                  <a:ext uri="{FF2B5EF4-FFF2-40B4-BE49-F238E27FC236}">
                    <a16:creationId xmlns:a16="http://schemas.microsoft.com/office/drawing/2014/main" id="{33AA629D-11FD-52A5-DFE9-70E6E970FEEA}"/>
                  </a:ext>
                </a:extLst>
              </p:cNvPr>
              <p:cNvSpPr/>
              <p:nvPr/>
            </p:nvSpPr>
            <p:spPr>
              <a:xfrm>
                <a:off x="5628530" y="611859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0" name="Oval 7089">
                <a:extLst>
                  <a:ext uri="{FF2B5EF4-FFF2-40B4-BE49-F238E27FC236}">
                    <a16:creationId xmlns:a16="http://schemas.microsoft.com/office/drawing/2014/main" id="{697B2B07-D58B-3077-0BBE-01532DC421F7}"/>
                  </a:ext>
                </a:extLst>
              </p:cNvPr>
              <p:cNvSpPr/>
              <p:nvPr/>
            </p:nvSpPr>
            <p:spPr>
              <a:xfrm>
                <a:off x="5639425" y="632837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1" name="Oval 7090">
                <a:extLst>
                  <a:ext uri="{FF2B5EF4-FFF2-40B4-BE49-F238E27FC236}">
                    <a16:creationId xmlns:a16="http://schemas.microsoft.com/office/drawing/2014/main" id="{74CD9B19-F627-0339-08C3-2A41CBCA65A8}"/>
                  </a:ext>
                </a:extLst>
              </p:cNvPr>
              <p:cNvSpPr/>
              <p:nvPr/>
            </p:nvSpPr>
            <p:spPr>
              <a:xfrm>
                <a:off x="6246403" y="557647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2" name="Oval 7091">
                <a:extLst>
                  <a:ext uri="{FF2B5EF4-FFF2-40B4-BE49-F238E27FC236}">
                    <a16:creationId xmlns:a16="http://schemas.microsoft.com/office/drawing/2014/main" id="{7F154296-EA9C-2A86-7B85-91834B555F3A}"/>
                  </a:ext>
                </a:extLst>
              </p:cNvPr>
              <p:cNvSpPr/>
              <p:nvPr/>
            </p:nvSpPr>
            <p:spPr>
              <a:xfrm>
                <a:off x="5795329" y="625304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3" name="Oval 7092">
                <a:extLst>
                  <a:ext uri="{FF2B5EF4-FFF2-40B4-BE49-F238E27FC236}">
                    <a16:creationId xmlns:a16="http://schemas.microsoft.com/office/drawing/2014/main" id="{B33C9AEA-B435-F456-2880-F506689CEAD7}"/>
                  </a:ext>
                </a:extLst>
              </p:cNvPr>
              <p:cNvSpPr/>
              <p:nvPr/>
            </p:nvSpPr>
            <p:spPr>
              <a:xfrm>
                <a:off x="5736210" y="631385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4" name="Oval 7093">
                <a:extLst>
                  <a:ext uri="{FF2B5EF4-FFF2-40B4-BE49-F238E27FC236}">
                    <a16:creationId xmlns:a16="http://schemas.microsoft.com/office/drawing/2014/main" id="{A6B2FF31-E58D-07EE-5DDA-662EBD5F87AA}"/>
                  </a:ext>
                </a:extLst>
              </p:cNvPr>
              <p:cNvSpPr/>
              <p:nvPr/>
            </p:nvSpPr>
            <p:spPr>
              <a:xfrm>
                <a:off x="5744065" y="630050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5" name="Oval 7094">
                <a:extLst>
                  <a:ext uri="{FF2B5EF4-FFF2-40B4-BE49-F238E27FC236}">
                    <a16:creationId xmlns:a16="http://schemas.microsoft.com/office/drawing/2014/main" id="{75DA8DBC-9925-F212-05EF-730370D4B9A4}"/>
                  </a:ext>
                </a:extLst>
              </p:cNvPr>
              <p:cNvSpPr/>
              <p:nvPr/>
            </p:nvSpPr>
            <p:spPr>
              <a:xfrm>
                <a:off x="5677261" y="634358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6" name="Oval 7095">
                <a:extLst>
                  <a:ext uri="{FF2B5EF4-FFF2-40B4-BE49-F238E27FC236}">
                    <a16:creationId xmlns:a16="http://schemas.microsoft.com/office/drawing/2014/main" id="{C962539D-DD85-102A-0F93-B0092944AF45}"/>
                  </a:ext>
                </a:extLst>
              </p:cNvPr>
              <p:cNvSpPr/>
              <p:nvPr/>
            </p:nvSpPr>
            <p:spPr>
              <a:xfrm>
                <a:off x="5488673" y="611234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7" name="Oval 7096">
                <a:extLst>
                  <a:ext uri="{FF2B5EF4-FFF2-40B4-BE49-F238E27FC236}">
                    <a16:creationId xmlns:a16="http://schemas.microsoft.com/office/drawing/2014/main" id="{3D63415C-77D6-F90F-AB40-8A91BAC1560A}"/>
                  </a:ext>
                </a:extLst>
              </p:cNvPr>
              <p:cNvSpPr/>
              <p:nvPr/>
            </p:nvSpPr>
            <p:spPr>
              <a:xfrm>
                <a:off x="5758844" y="623598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8" name="Oval 7097">
                <a:extLst>
                  <a:ext uri="{FF2B5EF4-FFF2-40B4-BE49-F238E27FC236}">
                    <a16:creationId xmlns:a16="http://schemas.microsoft.com/office/drawing/2014/main" id="{35738E7F-8D0A-F87E-DB25-A02D9875B059}"/>
                  </a:ext>
                </a:extLst>
              </p:cNvPr>
              <p:cNvSpPr/>
              <p:nvPr/>
            </p:nvSpPr>
            <p:spPr>
              <a:xfrm>
                <a:off x="5563415" y="630591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99" name="Oval 7098">
                <a:extLst>
                  <a:ext uri="{FF2B5EF4-FFF2-40B4-BE49-F238E27FC236}">
                    <a16:creationId xmlns:a16="http://schemas.microsoft.com/office/drawing/2014/main" id="{5865630E-AA47-F6C9-8529-85972F5F31A1}"/>
                  </a:ext>
                </a:extLst>
              </p:cNvPr>
              <p:cNvSpPr/>
              <p:nvPr/>
            </p:nvSpPr>
            <p:spPr>
              <a:xfrm>
                <a:off x="6279341" y="555806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0" name="Oval 7099">
                <a:extLst>
                  <a:ext uri="{FF2B5EF4-FFF2-40B4-BE49-F238E27FC236}">
                    <a16:creationId xmlns:a16="http://schemas.microsoft.com/office/drawing/2014/main" id="{C13B2495-BD92-F5F6-05DD-8C07FC66238B}"/>
                  </a:ext>
                </a:extLst>
              </p:cNvPr>
              <p:cNvSpPr/>
              <p:nvPr/>
            </p:nvSpPr>
            <p:spPr>
              <a:xfrm>
                <a:off x="5440618" y="616673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1" name="Oval 7100">
                <a:extLst>
                  <a:ext uri="{FF2B5EF4-FFF2-40B4-BE49-F238E27FC236}">
                    <a16:creationId xmlns:a16="http://schemas.microsoft.com/office/drawing/2014/main" id="{F6AEC120-9957-1777-A86E-92C4CF1B0173}"/>
                  </a:ext>
                </a:extLst>
              </p:cNvPr>
              <p:cNvSpPr/>
              <p:nvPr/>
            </p:nvSpPr>
            <p:spPr>
              <a:xfrm>
                <a:off x="5683088" y="633750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2" name="Oval 7101">
                <a:extLst>
                  <a:ext uri="{FF2B5EF4-FFF2-40B4-BE49-F238E27FC236}">
                    <a16:creationId xmlns:a16="http://schemas.microsoft.com/office/drawing/2014/main" id="{B62FBA31-6F3E-C7A4-A755-3A1A38382DED}"/>
                  </a:ext>
                </a:extLst>
              </p:cNvPr>
              <p:cNvSpPr/>
              <p:nvPr/>
            </p:nvSpPr>
            <p:spPr>
              <a:xfrm>
                <a:off x="5689085" y="622145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3" name="Oval 7102">
                <a:extLst>
                  <a:ext uri="{FF2B5EF4-FFF2-40B4-BE49-F238E27FC236}">
                    <a16:creationId xmlns:a16="http://schemas.microsoft.com/office/drawing/2014/main" id="{25CAE64A-3D27-FE23-1885-475A597ED30E}"/>
                  </a:ext>
                </a:extLst>
              </p:cNvPr>
              <p:cNvSpPr/>
              <p:nvPr/>
            </p:nvSpPr>
            <p:spPr>
              <a:xfrm>
                <a:off x="5805379" y="625127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4" name="Oval 7103">
                <a:extLst>
                  <a:ext uri="{FF2B5EF4-FFF2-40B4-BE49-F238E27FC236}">
                    <a16:creationId xmlns:a16="http://schemas.microsoft.com/office/drawing/2014/main" id="{70650F94-A45E-987D-FF86-DB054ADAABC6}"/>
                  </a:ext>
                </a:extLst>
              </p:cNvPr>
              <p:cNvSpPr/>
              <p:nvPr/>
            </p:nvSpPr>
            <p:spPr>
              <a:xfrm>
                <a:off x="5639678" y="633268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5" name="Oval 7104">
                <a:extLst>
                  <a:ext uri="{FF2B5EF4-FFF2-40B4-BE49-F238E27FC236}">
                    <a16:creationId xmlns:a16="http://schemas.microsoft.com/office/drawing/2014/main" id="{B35EF301-ECAA-6DBA-1549-2FBB7579C129}"/>
                  </a:ext>
                </a:extLst>
              </p:cNvPr>
              <p:cNvSpPr/>
              <p:nvPr/>
            </p:nvSpPr>
            <p:spPr>
              <a:xfrm>
                <a:off x="6213297" y="548450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6" name="Oval 7105">
                <a:extLst>
                  <a:ext uri="{FF2B5EF4-FFF2-40B4-BE49-F238E27FC236}">
                    <a16:creationId xmlns:a16="http://schemas.microsoft.com/office/drawing/2014/main" id="{9850F331-0AC7-364B-F6ED-BA91DB235ABB}"/>
                  </a:ext>
                </a:extLst>
              </p:cNvPr>
              <p:cNvSpPr/>
              <p:nvPr/>
            </p:nvSpPr>
            <p:spPr>
              <a:xfrm>
                <a:off x="5546440" y="630844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7" name="Oval 7106">
                <a:extLst>
                  <a:ext uri="{FF2B5EF4-FFF2-40B4-BE49-F238E27FC236}">
                    <a16:creationId xmlns:a16="http://schemas.microsoft.com/office/drawing/2014/main" id="{0370D4D5-324E-48B3-0DD0-45510165D404}"/>
                  </a:ext>
                </a:extLst>
              </p:cNvPr>
              <p:cNvSpPr/>
              <p:nvPr/>
            </p:nvSpPr>
            <p:spPr>
              <a:xfrm>
                <a:off x="5659019" y="6347635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8" name="Oval 7107">
                <a:extLst>
                  <a:ext uri="{FF2B5EF4-FFF2-40B4-BE49-F238E27FC236}">
                    <a16:creationId xmlns:a16="http://schemas.microsoft.com/office/drawing/2014/main" id="{9CA80773-02CB-DA29-EFE7-CC36F1F7932D}"/>
                  </a:ext>
                </a:extLst>
              </p:cNvPr>
              <p:cNvSpPr/>
              <p:nvPr/>
            </p:nvSpPr>
            <p:spPr>
              <a:xfrm>
                <a:off x="5782323" y="605972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09" name="Oval 7108">
                <a:extLst>
                  <a:ext uri="{FF2B5EF4-FFF2-40B4-BE49-F238E27FC236}">
                    <a16:creationId xmlns:a16="http://schemas.microsoft.com/office/drawing/2014/main" id="{E8647064-EC31-EFC3-4F05-6DC0C6894736}"/>
                  </a:ext>
                </a:extLst>
              </p:cNvPr>
              <p:cNvSpPr/>
              <p:nvPr/>
            </p:nvSpPr>
            <p:spPr>
              <a:xfrm>
                <a:off x="5764503" y="63028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0" name="Oval 7109">
                <a:extLst>
                  <a:ext uri="{FF2B5EF4-FFF2-40B4-BE49-F238E27FC236}">
                    <a16:creationId xmlns:a16="http://schemas.microsoft.com/office/drawing/2014/main" id="{379C2CA7-0235-1D72-05F9-6E835EEF775F}"/>
                  </a:ext>
                </a:extLst>
              </p:cNvPr>
              <p:cNvSpPr/>
              <p:nvPr/>
            </p:nvSpPr>
            <p:spPr>
              <a:xfrm>
                <a:off x="5728947" y="6285983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1" name="Oval 7110">
                <a:extLst>
                  <a:ext uri="{FF2B5EF4-FFF2-40B4-BE49-F238E27FC236}">
                    <a16:creationId xmlns:a16="http://schemas.microsoft.com/office/drawing/2014/main" id="{B3AC49FB-4242-EDC7-DC7A-3DE9318AAA36}"/>
                  </a:ext>
                </a:extLst>
              </p:cNvPr>
              <p:cNvSpPr/>
              <p:nvPr/>
            </p:nvSpPr>
            <p:spPr>
              <a:xfrm>
                <a:off x="5600069" y="637449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2" name="Oval 7111">
                <a:extLst>
                  <a:ext uri="{FF2B5EF4-FFF2-40B4-BE49-F238E27FC236}">
                    <a16:creationId xmlns:a16="http://schemas.microsoft.com/office/drawing/2014/main" id="{00A0788B-7170-F6F5-8ABA-F13278380F5E}"/>
                  </a:ext>
                </a:extLst>
              </p:cNvPr>
              <p:cNvSpPr/>
              <p:nvPr/>
            </p:nvSpPr>
            <p:spPr>
              <a:xfrm>
                <a:off x="5696348" y="622618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3" name="Oval 7112">
                <a:extLst>
                  <a:ext uri="{FF2B5EF4-FFF2-40B4-BE49-F238E27FC236}">
                    <a16:creationId xmlns:a16="http://schemas.microsoft.com/office/drawing/2014/main" id="{46328564-3AF7-3C73-84AD-5AD33EE10DC0}"/>
                  </a:ext>
                </a:extLst>
              </p:cNvPr>
              <p:cNvSpPr/>
              <p:nvPr/>
            </p:nvSpPr>
            <p:spPr>
              <a:xfrm>
                <a:off x="6151645" y="564319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4" name="Oval 7113">
                <a:extLst>
                  <a:ext uri="{FF2B5EF4-FFF2-40B4-BE49-F238E27FC236}">
                    <a16:creationId xmlns:a16="http://schemas.microsoft.com/office/drawing/2014/main" id="{BC0E5BCE-A71B-404A-B010-B97FC3B1D4DA}"/>
                  </a:ext>
                </a:extLst>
              </p:cNvPr>
              <p:cNvSpPr/>
              <p:nvPr/>
            </p:nvSpPr>
            <p:spPr>
              <a:xfrm>
                <a:off x="5456073" y="6181174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5" name="Oval 7114">
                <a:extLst>
                  <a:ext uri="{FF2B5EF4-FFF2-40B4-BE49-F238E27FC236}">
                    <a16:creationId xmlns:a16="http://schemas.microsoft.com/office/drawing/2014/main" id="{0D8AB070-310B-735C-64F2-910FDE44ECA5}"/>
                  </a:ext>
                </a:extLst>
              </p:cNvPr>
              <p:cNvSpPr/>
              <p:nvPr/>
            </p:nvSpPr>
            <p:spPr>
              <a:xfrm>
                <a:off x="5604123" y="628953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6" name="Oval 7115">
                <a:extLst>
                  <a:ext uri="{FF2B5EF4-FFF2-40B4-BE49-F238E27FC236}">
                    <a16:creationId xmlns:a16="http://schemas.microsoft.com/office/drawing/2014/main" id="{D252833D-6D5C-F62E-2F55-78EA4C558AE5}"/>
                  </a:ext>
                </a:extLst>
              </p:cNvPr>
              <p:cNvSpPr/>
              <p:nvPr/>
            </p:nvSpPr>
            <p:spPr>
              <a:xfrm>
                <a:off x="5724809" y="616310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7" name="Oval 7116">
                <a:extLst>
                  <a:ext uri="{FF2B5EF4-FFF2-40B4-BE49-F238E27FC236}">
                    <a16:creationId xmlns:a16="http://schemas.microsoft.com/office/drawing/2014/main" id="{87CD63C3-064B-A618-8930-A5D6C2AC6C8E}"/>
                  </a:ext>
                </a:extLst>
              </p:cNvPr>
              <p:cNvSpPr/>
              <p:nvPr/>
            </p:nvSpPr>
            <p:spPr>
              <a:xfrm>
                <a:off x="5457678" y="6160651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8" name="Oval 7117">
                <a:extLst>
                  <a:ext uri="{FF2B5EF4-FFF2-40B4-BE49-F238E27FC236}">
                    <a16:creationId xmlns:a16="http://schemas.microsoft.com/office/drawing/2014/main" id="{906134D0-C832-73B4-E524-5C4991C0E0CB}"/>
                  </a:ext>
                </a:extLst>
              </p:cNvPr>
              <p:cNvSpPr/>
              <p:nvPr/>
            </p:nvSpPr>
            <p:spPr>
              <a:xfrm>
                <a:off x="5468657" y="610710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19" name="Oval 7118">
                <a:extLst>
                  <a:ext uri="{FF2B5EF4-FFF2-40B4-BE49-F238E27FC236}">
                    <a16:creationId xmlns:a16="http://schemas.microsoft.com/office/drawing/2014/main" id="{B2C8DDD4-2C56-42AB-54C2-40114ECFE217}"/>
                  </a:ext>
                </a:extLst>
              </p:cNvPr>
              <p:cNvSpPr/>
              <p:nvPr/>
            </p:nvSpPr>
            <p:spPr>
              <a:xfrm>
                <a:off x="5551845" y="628116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0" name="Oval 7119">
                <a:extLst>
                  <a:ext uri="{FF2B5EF4-FFF2-40B4-BE49-F238E27FC236}">
                    <a16:creationId xmlns:a16="http://schemas.microsoft.com/office/drawing/2014/main" id="{2A0249CA-F381-DA8A-FFC4-E734640201B4}"/>
                  </a:ext>
                </a:extLst>
              </p:cNvPr>
              <p:cNvSpPr/>
              <p:nvPr/>
            </p:nvSpPr>
            <p:spPr>
              <a:xfrm>
                <a:off x="5576337" y="616158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1" name="Oval 7120">
                <a:extLst>
                  <a:ext uri="{FF2B5EF4-FFF2-40B4-BE49-F238E27FC236}">
                    <a16:creationId xmlns:a16="http://schemas.microsoft.com/office/drawing/2014/main" id="{C3919E6E-BA67-9570-CC8A-9B8BF694EA8A}"/>
                  </a:ext>
                </a:extLst>
              </p:cNvPr>
              <p:cNvSpPr/>
              <p:nvPr/>
            </p:nvSpPr>
            <p:spPr>
              <a:xfrm>
                <a:off x="5823368" y="62310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2" name="Oval 7121">
                <a:extLst>
                  <a:ext uri="{FF2B5EF4-FFF2-40B4-BE49-F238E27FC236}">
                    <a16:creationId xmlns:a16="http://schemas.microsoft.com/office/drawing/2014/main" id="{5772D538-75F0-522A-4A00-85F1621720D4}"/>
                  </a:ext>
                </a:extLst>
              </p:cNvPr>
              <p:cNvSpPr/>
              <p:nvPr/>
            </p:nvSpPr>
            <p:spPr>
              <a:xfrm>
                <a:off x="5763658" y="6148659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3" name="Oval 7122">
                <a:extLst>
                  <a:ext uri="{FF2B5EF4-FFF2-40B4-BE49-F238E27FC236}">
                    <a16:creationId xmlns:a16="http://schemas.microsoft.com/office/drawing/2014/main" id="{AAFE0CFC-CDDF-CA79-FA27-DC83631B654E}"/>
                  </a:ext>
                </a:extLst>
              </p:cNvPr>
              <p:cNvSpPr/>
              <p:nvPr/>
            </p:nvSpPr>
            <p:spPr>
              <a:xfrm>
                <a:off x="5630473" y="61023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4" name="Oval 7123">
                <a:extLst>
                  <a:ext uri="{FF2B5EF4-FFF2-40B4-BE49-F238E27FC236}">
                    <a16:creationId xmlns:a16="http://schemas.microsoft.com/office/drawing/2014/main" id="{1E15630E-AFAC-E483-AA10-8B3C33BA3544}"/>
                  </a:ext>
                </a:extLst>
              </p:cNvPr>
              <p:cNvSpPr/>
              <p:nvPr/>
            </p:nvSpPr>
            <p:spPr>
              <a:xfrm>
                <a:off x="5729116" y="621537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5" name="Oval 7124">
                <a:extLst>
                  <a:ext uri="{FF2B5EF4-FFF2-40B4-BE49-F238E27FC236}">
                    <a16:creationId xmlns:a16="http://schemas.microsoft.com/office/drawing/2014/main" id="{83C2A144-3B94-1BEC-4CCF-19D35B6C0990}"/>
                  </a:ext>
                </a:extLst>
              </p:cNvPr>
              <p:cNvSpPr/>
              <p:nvPr/>
            </p:nvSpPr>
            <p:spPr>
              <a:xfrm>
                <a:off x="5526086" y="616048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6" name="Oval 7125">
                <a:extLst>
                  <a:ext uri="{FF2B5EF4-FFF2-40B4-BE49-F238E27FC236}">
                    <a16:creationId xmlns:a16="http://schemas.microsoft.com/office/drawing/2014/main" id="{B033604D-FD2F-FE06-09AA-33050D2308F3}"/>
                  </a:ext>
                </a:extLst>
              </p:cNvPr>
              <p:cNvSpPr/>
              <p:nvPr/>
            </p:nvSpPr>
            <p:spPr>
              <a:xfrm>
                <a:off x="6260760" y="5659158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7" name="Oval 7126">
                <a:extLst>
                  <a:ext uri="{FF2B5EF4-FFF2-40B4-BE49-F238E27FC236}">
                    <a16:creationId xmlns:a16="http://schemas.microsoft.com/office/drawing/2014/main" id="{85F4D8FD-F8C1-BDD0-78C7-156B5DF5CDD0}"/>
                  </a:ext>
                </a:extLst>
              </p:cNvPr>
              <p:cNvSpPr/>
              <p:nvPr/>
            </p:nvSpPr>
            <p:spPr>
              <a:xfrm>
                <a:off x="5499990" y="6055420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8" name="Oval 7127">
                <a:extLst>
                  <a:ext uri="{FF2B5EF4-FFF2-40B4-BE49-F238E27FC236}">
                    <a16:creationId xmlns:a16="http://schemas.microsoft.com/office/drawing/2014/main" id="{16D06042-9318-8A31-1005-66CDD28D000A}"/>
                  </a:ext>
                </a:extLst>
              </p:cNvPr>
              <p:cNvSpPr/>
              <p:nvPr/>
            </p:nvSpPr>
            <p:spPr>
              <a:xfrm>
                <a:off x="5779029" y="6263602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29" name="Oval 7128">
                <a:extLst>
                  <a:ext uri="{FF2B5EF4-FFF2-40B4-BE49-F238E27FC236}">
                    <a16:creationId xmlns:a16="http://schemas.microsoft.com/office/drawing/2014/main" id="{EB46E40A-80B0-8C37-7670-A081423B2B9B}"/>
                  </a:ext>
                </a:extLst>
              </p:cNvPr>
              <p:cNvSpPr/>
              <p:nvPr/>
            </p:nvSpPr>
            <p:spPr>
              <a:xfrm>
                <a:off x="5588836" y="599942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30" name="Oval 7129">
                <a:extLst>
                  <a:ext uri="{FF2B5EF4-FFF2-40B4-BE49-F238E27FC236}">
                    <a16:creationId xmlns:a16="http://schemas.microsoft.com/office/drawing/2014/main" id="{3B516EBB-86C8-024A-B89F-E3FB988DA7CB}"/>
                  </a:ext>
                </a:extLst>
              </p:cNvPr>
              <p:cNvSpPr/>
              <p:nvPr/>
            </p:nvSpPr>
            <p:spPr>
              <a:xfrm>
                <a:off x="5835529" y="6240377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31" name="Oval 7130">
                <a:extLst>
                  <a:ext uri="{FF2B5EF4-FFF2-40B4-BE49-F238E27FC236}">
                    <a16:creationId xmlns:a16="http://schemas.microsoft.com/office/drawing/2014/main" id="{958E9219-C2B9-4C81-ADD7-225E7F09C1BF}"/>
                  </a:ext>
                </a:extLst>
              </p:cNvPr>
              <p:cNvSpPr/>
              <p:nvPr/>
            </p:nvSpPr>
            <p:spPr>
              <a:xfrm>
                <a:off x="5557335" y="6334206"/>
                <a:ext cx="23478" cy="23478"/>
              </a:xfrm>
              <a:prstGeom prst="ellipse">
                <a:avLst/>
              </a:prstGeom>
              <a:solidFill>
                <a:srgbClr val="DC050C"/>
              </a:solidFill>
              <a:ln w="5376" cap="rnd">
                <a:solidFill>
                  <a:srgbClr val="DC050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132" name="TextBox 7131">
              <a:extLst>
                <a:ext uri="{FF2B5EF4-FFF2-40B4-BE49-F238E27FC236}">
                  <a16:creationId xmlns:a16="http://schemas.microsoft.com/office/drawing/2014/main" id="{F7C703F0-2DCB-DA84-E28B-1BA994855B58}"/>
                </a:ext>
              </a:extLst>
            </p:cNvPr>
            <p:cNvSpPr txBox="1"/>
            <p:nvPr/>
          </p:nvSpPr>
          <p:spPr>
            <a:xfrm>
              <a:off x="5669172" y="5245528"/>
              <a:ext cx="405852" cy="1857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750" i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cckb+</a:t>
              </a:r>
            </a:p>
          </p:txBody>
        </p:sp>
      </p:grpSp>
      <p:sp>
        <p:nvSpPr>
          <p:cNvPr id="1429" name="TextBox 1428">
            <a:extLst>
              <a:ext uri="{FF2B5EF4-FFF2-40B4-BE49-F238E27FC236}">
                <a16:creationId xmlns:a16="http://schemas.microsoft.com/office/drawing/2014/main" id="{F188CD8D-77A2-E6A9-A91B-7A0582EAC687}"/>
              </a:ext>
            </a:extLst>
          </p:cNvPr>
          <p:cNvSpPr txBox="1"/>
          <p:nvPr/>
        </p:nvSpPr>
        <p:spPr>
          <a:xfrm>
            <a:off x="2093976" y="6824"/>
            <a:ext cx="6575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750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Percent</a:t>
            </a:r>
          </a:p>
          <a:p>
            <a:pPr algn="l"/>
            <a:r>
              <a:rPr lang="en-US" sz="75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rPr>
              <a:t>Expressing</a:t>
            </a:r>
            <a:endParaRPr lang="en-US" sz="750" spc="0" baseline="0" dirty="0">
              <a:ln/>
              <a:solidFill>
                <a:srgbClr val="000000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1434" name="TextBox 1433">
            <a:extLst>
              <a:ext uri="{FF2B5EF4-FFF2-40B4-BE49-F238E27FC236}">
                <a16:creationId xmlns:a16="http://schemas.microsoft.com/office/drawing/2014/main" id="{622E60C0-68E5-DD20-C85A-6DEEDBC50007}"/>
              </a:ext>
            </a:extLst>
          </p:cNvPr>
          <p:cNvSpPr txBox="1"/>
          <p:nvPr/>
        </p:nvSpPr>
        <p:spPr>
          <a:xfrm>
            <a:off x="16763" y="-26382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5" name="TextBox 1434">
            <a:extLst>
              <a:ext uri="{FF2B5EF4-FFF2-40B4-BE49-F238E27FC236}">
                <a16:creationId xmlns:a16="http://schemas.microsoft.com/office/drawing/2014/main" id="{6EB0B82D-A454-16CF-7CC6-13AB18F98893}"/>
              </a:ext>
            </a:extLst>
          </p:cNvPr>
          <p:cNvSpPr txBox="1"/>
          <p:nvPr/>
        </p:nvSpPr>
        <p:spPr>
          <a:xfrm>
            <a:off x="2705618" y="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6" name="TextBox 1435">
            <a:extLst>
              <a:ext uri="{FF2B5EF4-FFF2-40B4-BE49-F238E27FC236}">
                <a16:creationId xmlns:a16="http://schemas.microsoft.com/office/drawing/2014/main" id="{89135E9F-7CA0-F2BA-DD32-8A9B61CFB58E}"/>
              </a:ext>
            </a:extLst>
          </p:cNvPr>
          <p:cNvSpPr txBox="1"/>
          <p:nvPr/>
        </p:nvSpPr>
        <p:spPr>
          <a:xfrm>
            <a:off x="-68355" y="2734747"/>
            <a:ext cx="314510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7" name="TextBox 1436">
            <a:extLst>
              <a:ext uri="{FF2B5EF4-FFF2-40B4-BE49-F238E27FC236}">
                <a16:creationId xmlns:a16="http://schemas.microsoft.com/office/drawing/2014/main" id="{C61E1E50-7BB3-2582-95CB-DCD9F7D44699}"/>
              </a:ext>
            </a:extLst>
          </p:cNvPr>
          <p:cNvSpPr txBox="1"/>
          <p:nvPr/>
        </p:nvSpPr>
        <p:spPr>
          <a:xfrm>
            <a:off x="3176742" y="2734746"/>
            <a:ext cx="314510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8" name="TextBox 1437">
            <a:extLst>
              <a:ext uri="{FF2B5EF4-FFF2-40B4-BE49-F238E27FC236}">
                <a16:creationId xmlns:a16="http://schemas.microsoft.com/office/drawing/2014/main" id="{D5734B6F-BDA9-3F6A-CFE6-2D305720E09B}"/>
              </a:ext>
            </a:extLst>
          </p:cNvPr>
          <p:cNvSpPr txBox="1"/>
          <p:nvPr/>
        </p:nvSpPr>
        <p:spPr>
          <a:xfrm>
            <a:off x="-19860" y="5142803"/>
            <a:ext cx="314510" cy="325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43" name="Group 1442">
            <a:extLst>
              <a:ext uri="{FF2B5EF4-FFF2-40B4-BE49-F238E27FC236}">
                <a16:creationId xmlns:a16="http://schemas.microsoft.com/office/drawing/2014/main" id="{FF29E59D-0D61-EF93-F8C3-033BBDFB7D46}"/>
              </a:ext>
            </a:extLst>
          </p:cNvPr>
          <p:cNvGrpSpPr/>
          <p:nvPr/>
        </p:nvGrpSpPr>
        <p:grpSpPr>
          <a:xfrm>
            <a:off x="0" y="4611573"/>
            <a:ext cx="638207" cy="632599"/>
            <a:chOff x="430936" y="2071615"/>
            <a:chExt cx="715944" cy="762125"/>
          </a:xfrm>
        </p:grpSpPr>
        <p:cxnSp>
          <p:nvCxnSpPr>
            <p:cNvPr id="1444" name="Straight Arrow Connector 1443">
              <a:extLst>
                <a:ext uri="{FF2B5EF4-FFF2-40B4-BE49-F238E27FC236}">
                  <a16:creationId xmlns:a16="http://schemas.microsoft.com/office/drawing/2014/main" id="{9E6E2D18-FAC0-EE72-CFE3-6F0CB7D4637F}"/>
                </a:ext>
              </a:extLst>
            </p:cNvPr>
            <p:cNvCxnSpPr/>
            <p:nvPr/>
          </p:nvCxnSpPr>
          <p:spPr>
            <a:xfrm>
              <a:off x="640422" y="2616185"/>
              <a:ext cx="48254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5" name="Straight Arrow Connector 1444">
              <a:extLst>
                <a:ext uri="{FF2B5EF4-FFF2-40B4-BE49-F238E27FC236}">
                  <a16:creationId xmlns:a16="http://schemas.microsoft.com/office/drawing/2014/main" id="{293DBD2A-DC50-CBCA-A036-FEB4B0E375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2" y="2138120"/>
              <a:ext cx="0" cy="48463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6" name="Rectangle 1445">
              <a:extLst>
                <a:ext uri="{FF2B5EF4-FFF2-40B4-BE49-F238E27FC236}">
                  <a16:creationId xmlns:a16="http://schemas.microsoft.com/office/drawing/2014/main" id="{5CFEF7B6-DEE2-339B-44FA-3CCCCA2F2846}"/>
                </a:ext>
              </a:extLst>
            </p:cNvPr>
            <p:cNvSpPr/>
            <p:nvPr/>
          </p:nvSpPr>
          <p:spPr>
            <a:xfrm>
              <a:off x="515958" y="2588658"/>
              <a:ext cx="630922" cy="2450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 dirty="0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UMAP_1</a:t>
              </a:r>
              <a:endParaRPr lang="en-US" sz="1039" dirty="0">
                <a:ln w="0">
                  <a:noFill/>
                </a:ln>
              </a:endParaRPr>
            </a:p>
          </p:txBody>
        </p:sp>
        <p:sp>
          <p:nvSpPr>
            <p:cNvPr id="1447" name="Rectangle 1446">
              <a:extLst>
                <a:ext uri="{FF2B5EF4-FFF2-40B4-BE49-F238E27FC236}">
                  <a16:creationId xmlns:a16="http://schemas.microsoft.com/office/drawing/2014/main" id="{E686C9AE-7C88-A072-29EA-4AFE5C900AE9}"/>
                </a:ext>
              </a:extLst>
            </p:cNvPr>
            <p:cNvSpPr/>
            <p:nvPr/>
          </p:nvSpPr>
          <p:spPr>
            <a:xfrm rot="16200000">
              <a:off x="206253" y="2296298"/>
              <a:ext cx="677574" cy="228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6401" tIns="43200" rIns="86401" bIns="43200">
              <a:spAutoFit/>
            </a:bodyPr>
            <a:lstStyle/>
            <a:p>
              <a:pPr algn="ctr"/>
              <a:r>
                <a:rPr lang="en-US" sz="755" dirty="0">
                  <a:ln w="0">
                    <a:noFill/>
                  </a:ln>
                  <a:latin typeface="Arial" panose="020B0604020202020204" pitchFamily="34" charset="0"/>
                  <a:cs typeface="Arial" panose="020B0604020202020204" pitchFamily="34" charset="0"/>
                </a:rPr>
                <a:t>UMAP_2</a:t>
              </a:r>
              <a:endParaRPr lang="en-US" sz="1039" dirty="0">
                <a:ln w="0">
                  <a:noFill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0703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BA779F6-B459-CB26-60CD-517349525A28}"/>
              </a:ext>
            </a:extLst>
          </p:cNvPr>
          <p:cNvGrpSpPr/>
          <p:nvPr/>
        </p:nvGrpSpPr>
        <p:grpSpPr>
          <a:xfrm>
            <a:off x="1748265" y="4172515"/>
            <a:ext cx="2983645" cy="2214445"/>
            <a:chOff x="3315166" y="207868"/>
            <a:chExt cx="2983645" cy="221444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1A54A65-C3D7-9129-968D-008EDF5868FE}"/>
                </a:ext>
              </a:extLst>
            </p:cNvPr>
            <p:cNvGrpSpPr/>
            <p:nvPr/>
          </p:nvGrpSpPr>
          <p:grpSpPr>
            <a:xfrm>
              <a:off x="3315166" y="1324299"/>
              <a:ext cx="1049951" cy="926978"/>
              <a:chOff x="3767037" y="207868"/>
              <a:chExt cx="1049951" cy="92697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990A4BF6-26C2-1E80-5C34-299F3025629F}"/>
                  </a:ext>
                </a:extLst>
              </p:cNvPr>
              <p:cNvGrpSpPr/>
              <p:nvPr/>
            </p:nvGrpSpPr>
            <p:grpSpPr>
              <a:xfrm>
                <a:off x="3767037" y="426751"/>
                <a:ext cx="1049951" cy="708095"/>
                <a:chOff x="418195" y="6629362"/>
                <a:chExt cx="1049951" cy="708095"/>
              </a:xfrm>
            </p:grpSpPr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7427CC1C-F28C-DDC9-4377-E9D71570492B}"/>
                    </a:ext>
                  </a:extLst>
                </p:cNvPr>
                <p:cNvSpPr/>
                <p:nvPr/>
              </p:nvSpPr>
              <p:spPr>
                <a:xfrm>
                  <a:off x="442031" y="6676085"/>
                  <a:ext cx="202646" cy="139831"/>
                </a:xfrm>
                <a:custGeom>
                  <a:avLst/>
                  <a:gdLst>
                    <a:gd name="csX0" fmla="*/ 0 w 202646"/>
                    <a:gd name="csY0" fmla="*/ 139832 h 139831"/>
                    <a:gd name="csX1" fmla="*/ 202646 w 202646"/>
                    <a:gd name="csY1" fmla="*/ 139832 h 139831"/>
                    <a:gd name="csX2" fmla="*/ 202646 w 202646"/>
                    <a:gd name="csY2" fmla="*/ 0 h 139831"/>
                    <a:gd name="csX3" fmla="*/ 0 w 202646"/>
                    <a:gd name="csY3" fmla="*/ 0 h 1398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202646" h="139831">
                      <a:moveTo>
                        <a:pt x="0" y="139832"/>
                      </a:moveTo>
                      <a:lnTo>
                        <a:pt x="202646" y="139832"/>
                      </a:lnTo>
                      <a:lnTo>
                        <a:pt x="20264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6297" cap="rnd">
                  <a:solidFill>
                    <a:srgbClr val="4B3A68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EA3F055-21D3-4B39-15B7-623A92CCDC58}"/>
                    </a:ext>
                  </a:extLst>
                </p:cNvPr>
                <p:cNvSpPr/>
                <p:nvPr/>
              </p:nvSpPr>
              <p:spPr>
                <a:xfrm>
                  <a:off x="430125" y="6931644"/>
                  <a:ext cx="226459" cy="133620"/>
                </a:xfrm>
                <a:custGeom>
                  <a:avLst/>
                  <a:gdLst>
                    <a:gd name="csX0" fmla="*/ 226459 w 226459"/>
                    <a:gd name="csY0" fmla="*/ 66799 h 133620"/>
                    <a:gd name="csX1" fmla="*/ 226389 w 226459"/>
                    <a:gd name="csY1" fmla="*/ 64455 h 133620"/>
                    <a:gd name="csX2" fmla="*/ 226201 w 226459"/>
                    <a:gd name="csY2" fmla="*/ 62111 h 133620"/>
                    <a:gd name="csX3" fmla="*/ 225850 w 226459"/>
                    <a:gd name="csY3" fmla="*/ 59791 h 133620"/>
                    <a:gd name="csX4" fmla="*/ 225358 w 226459"/>
                    <a:gd name="csY4" fmla="*/ 57447 h 133620"/>
                    <a:gd name="csX5" fmla="*/ 224725 w 226459"/>
                    <a:gd name="csY5" fmla="*/ 55150 h 133620"/>
                    <a:gd name="csX6" fmla="*/ 223975 w 226459"/>
                    <a:gd name="csY6" fmla="*/ 52830 h 133620"/>
                    <a:gd name="csX7" fmla="*/ 223061 w 226459"/>
                    <a:gd name="csY7" fmla="*/ 50556 h 133620"/>
                    <a:gd name="csX8" fmla="*/ 222029 w 226459"/>
                    <a:gd name="csY8" fmla="*/ 48283 h 133620"/>
                    <a:gd name="csX9" fmla="*/ 220858 w 226459"/>
                    <a:gd name="csY9" fmla="*/ 46056 h 133620"/>
                    <a:gd name="csX10" fmla="*/ 219568 w 226459"/>
                    <a:gd name="csY10" fmla="*/ 43829 h 133620"/>
                    <a:gd name="csX11" fmla="*/ 218139 w 226459"/>
                    <a:gd name="csY11" fmla="*/ 41650 h 133620"/>
                    <a:gd name="csX12" fmla="*/ 216568 w 226459"/>
                    <a:gd name="csY12" fmla="*/ 39493 h 133620"/>
                    <a:gd name="csX13" fmla="*/ 214881 w 226459"/>
                    <a:gd name="csY13" fmla="*/ 37360 h 133620"/>
                    <a:gd name="csX14" fmla="*/ 213076 w 226459"/>
                    <a:gd name="csY14" fmla="*/ 35274 h 133620"/>
                    <a:gd name="csX15" fmla="*/ 211131 w 226459"/>
                    <a:gd name="csY15" fmla="*/ 33235 h 133620"/>
                    <a:gd name="csX16" fmla="*/ 209068 w 226459"/>
                    <a:gd name="csY16" fmla="*/ 31220 h 133620"/>
                    <a:gd name="csX17" fmla="*/ 206888 w 226459"/>
                    <a:gd name="csY17" fmla="*/ 29274 h 133620"/>
                    <a:gd name="csX18" fmla="*/ 204615 w 226459"/>
                    <a:gd name="csY18" fmla="*/ 27352 h 133620"/>
                    <a:gd name="csX19" fmla="*/ 202201 w 226459"/>
                    <a:gd name="csY19" fmla="*/ 25477 h 133620"/>
                    <a:gd name="csX20" fmla="*/ 199693 w 226459"/>
                    <a:gd name="csY20" fmla="*/ 23673 h 133620"/>
                    <a:gd name="csX21" fmla="*/ 197068 w 226459"/>
                    <a:gd name="csY21" fmla="*/ 21891 h 133620"/>
                    <a:gd name="csX22" fmla="*/ 194349 w 226459"/>
                    <a:gd name="csY22" fmla="*/ 20204 h 133620"/>
                    <a:gd name="csX23" fmla="*/ 191536 w 226459"/>
                    <a:gd name="csY23" fmla="*/ 18540 h 133620"/>
                    <a:gd name="csX24" fmla="*/ 188607 w 226459"/>
                    <a:gd name="csY24" fmla="*/ 16946 h 133620"/>
                    <a:gd name="csX25" fmla="*/ 185583 w 226459"/>
                    <a:gd name="csY25" fmla="*/ 15422 h 133620"/>
                    <a:gd name="csX26" fmla="*/ 182489 w 226459"/>
                    <a:gd name="csY26" fmla="*/ 13946 h 133620"/>
                    <a:gd name="csX27" fmla="*/ 179302 w 226459"/>
                    <a:gd name="csY27" fmla="*/ 12563 h 133620"/>
                    <a:gd name="csX28" fmla="*/ 176044 w 226459"/>
                    <a:gd name="csY28" fmla="*/ 11227 h 133620"/>
                    <a:gd name="csX29" fmla="*/ 172692 w 226459"/>
                    <a:gd name="csY29" fmla="*/ 9961 h 133620"/>
                    <a:gd name="csX30" fmla="*/ 169270 w 226459"/>
                    <a:gd name="csY30" fmla="*/ 8766 h 133620"/>
                    <a:gd name="csX31" fmla="*/ 165778 w 226459"/>
                    <a:gd name="csY31" fmla="*/ 7641 h 133620"/>
                    <a:gd name="csX32" fmla="*/ 162239 w 226459"/>
                    <a:gd name="csY32" fmla="*/ 6586 h 133620"/>
                    <a:gd name="csX33" fmla="*/ 158629 w 226459"/>
                    <a:gd name="csY33" fmla="*/ 5602 h 133620"/>
                    <a:gd name="csX34" fmla="*/ 154950 w 226459"/>
                    <a:gd name="csY34" fmla="*/ 4711 h 133620"/>
                    <a:gd name="csX35" fmla="*/ 151223 w 226459"/>
                    <a:gd name="csY35" fmla="*/ 3867 h 133620"/>
                    <a:gd name="csX36" fmla="*/ 147473 w 226459"/>
                    <a:gd name="csY36" fmla="*/ 3117 h 133620"/>
                    <a:gd name="csX37" fmla="*/ 143652 w 226459"/>
                    <a:gd name="csY37" fmla="*/ 2461 h 133620"/>
                    <a:gd name="csX38" fmla="*/ 139808 w 226459"/>
                    <a:gd name="csY38" fmla="*/ 1875 h 133620"/>
                    <a:gd name="csX39" fmla="*/ 135918 w 226459"/>
                    <a:gd name="csY39" fmla="*/ 1359 h 133620"/>
                    <a:gd name="csX40" fmla="*/ 132027 w 226459"/>
                    <a:gd name="csY40" fmla="*/ 938 h 133620"/>
                    <a:gd name="csX41" fmla="*/ 128089 w 226459"/>
                    <a:gd name="csY41" fmla="*/ 586 h 133620"/>
                    <a:gd name="csX42" fmla="*/ 124152 w 226459"/>
                    <a:gd name="csY42" fmla="*/ 305 h 133620"/>
                    <a:gd name="csX43" fmla="*/ 120167 w 226459"/>
                    <a:gd name="csY43" fmla="*/ 117 h 133620"/>
                    <a:gd name="csX44" fmla="*/ 116206 w 226459"/>
                    <a:gd name="csY44" fmla="*/ 23 h 133620"/>
                    <a:gd name="csX45" fmla="*/ 112222 w 226459"/>
                    <a:gd name="csY45" fmla="*/ 0 h 133620"/>
                    <a:gd name="csX46" fmla="*/ 108261 w 226459"/>
                    <a:gd name="csY46" fmla="*/ 70 h 133620"/>
                    <a:gd name="csX47" fmla="*/ 104300 w 226459"/>
                    <a:gd name="csY47" fmla="*/ 211 h 133620"/>
                    <a:gd name="csX48" fmla="*/ 100339 w 226459"/>
                    <a:gd name="csY48" fmla="*/ 445 h 133620"/>
                    <a:gd name="csX49" fmla="*/ 96401 w 226459"/>
                    <a:gd name="csY49" fmla="*/ 750 h 133620"/>
                    <a:gd name="csX50" fmla="*/ 92487 w 226459"/>
                    <a:gd name="csY50" fmla="*/ 1125 h 133620"/>
                    <a:gd name="csX51" fmla="*/ 88573 w 226459"/>
                    <a:gd name="csY51" fmla="*/ 1594 h 133620"/>
                    <a:gd name="csX52" fmla="*/ 84729 w 226459"/>
                    <a:gd name="csY52" fmla="*/ 2156 h 133620"/>
                    <a:gd name="csX53" fmla="*/ 80885 w 226459"/>
                    <a:gd name="csY53" fmla="*/ 2789 h 133620"/>
                    <a:gd name="csX54" fmla="*/ 77111 w 226459"/>
                    <a:gd name="csY54" fmla="*/ 3492 h 133620"/>
                    <a:gd name="csX55" fmla="*/ 73361 w 226459"/>
                    <a:gd name="csY55" fmla="*/ 4266 h 133620"/>
                    <a:gd name="csX56" fmla="*/ 69658 w 226459"/>
                    <a:gd name="csY56" fmla="*/ 5133 h 133620"/>
                    <a:gd name="csX57" fmla="*/ 66025 w 226459"/>
                    <a:gd name="csY57" fmla="*/ 6070 h 133620"/>
                    <a:gd name="csX58" fmla="*/ 62439 w 226459"/>
                    <a:gd name="csY58" fmla="*/ 7102 h 133620"/>
                    <a:gd name="csX59" fmla="*/ 58923 w 226459"/>
                    <a:gd name="csY59" fmla="*/ 8180 h 133620"/>
                    <a:gd name="csX60" fmla="*/ 55455 w 226459"/>
                    <a:gd name="csY60" fmla="*/ 9352 h 133620"/>
                    <a:gd name="csX61" fmla="*/ 52080 w 226459"/>
                    <a:gd name="csY61" fmla="*/ 10571 h 133620"/>
                    <a:gd name="csX62" fmla="*/ 48775 w 226459"/>
                    <a:gd name="csY62" fmla="*/ 11883 h 133620"/>
                    <a:gd name="csX63" fmla="*/ 45540 w 226459"/>
                    <a:gd name="csY63" fmla="*/ 13243 h 133620"/>
                    <a:gd name="csX64" fmla="*/ 42400 w 226459"/>
                    <a:gd name="csY64" fmla="*/ 14672 h 133620"/>
                    <a:gd name="csX65" fmla="*/ 39353 w 226459"/>
                    <a:gd name="csY65" fmla="*/ 16172 h 133620"/>
                    <a:gd name="csX66" fmla="*/ 36376 w 226459"/>
                    <a:gd name="csY66" fmla="*/ 17743 h 133620"/>
                    <a:gd name="csX67" fmla="*/ 33493 w 226459"/>
                    <a:gd name="csY67" fmla="*/ 19360 h 133620"/>
                    <a:gd name="csX68" fmla="*/ 30727 w 226459"/>
                    <a:gd name="csY68" fmla="*/ 21047 h 133620"/>
                    <a:gd name="csX69" fmla="*/ 28055 w 226459"/>
                    <a:gd name="csY69" fmla="*/ 22782 h 133620"/>
                    <a:gd name="csX70" fmla="*/ 25501 w 226459"/>
                    <a:gd name="csY70" fmla="*/ 24563 h 133620"/>
                    <a:gd name="csX71" fmla="*/ 23040 w 226459"/>
                    <a:gd name="csY71" fmla="*/ 26415 h 133620"/>
                    <a:gd name="csX72" fmla="*/ 20696 w 226459"/>
                    <a:gd name="csY72" fmla="*/ 28290 h 133620"/>
                    <a:gd name="csX73" fmla="*/ 18446 w 226459"/>
                    <a:gd name="csY73" fmla="*/ 30235 h 133620"/>
                    <a:gd name="csX74" fmla="*/ 16336 w 226459"/>
                    <a:gd name="csY74" fmla="*/ 32227 h 133620"/>
                    <a:gd name="csX75" fmla="*/ 14344 w 226459"/>
                    <a:gd name="csY75" fmla="*/ 34243 h 133620"/>
                    <a:gd name="csX76" fmla="*/ 12469 w 226459"/>
                    <a:gd name="csY76" fmla="*/ 36329 h 133620"/>
                    <a:gd name="csX77" fmla="*/ 10711 w 226459"/>
                    <a:gd name="csY77" fmla="*/ 38415 h 133620"/>
                    <a:gd name="csX78" fmla="*/ 9094 w 226459"/>
                    <a:gd name="csY78" fmla="*/ 40571 h 133620"/>
                    <a:gd name="csX79" fmla="*/ 7594 w 226459"/>
                    <a:gd name="csY79" fmla="*/ 42728 h 133620"/>
                    <a:gd name="csX80" fmla="*/ 6211 w 226459"/>
                    <a:gd name="csY80" fmla="*/ 44931 h 133620"/>
                    <a:gd name="csX81" fmla="*/ 4992 w 226459"/>
                    <a:gd name="csY81" fmla="*/ 47158 h 133620"/>
                    <a:gd name="csX82" fmla="*/ 3891 w 226459"/>
                    <a:gd name="csY82" fmla="*/ 49431 h 133620"/>
                    <a:gd name="csX83" fmla="*/ 2930 w 226459"/>
                    <a:gd name="csY83" fmla="*/ 51705 h 133620"/>
                    <a:gd name="csX84" fmla="*/ 2086 w 226459"/>
                    <a:gd name="csY84" fmla="*/ 53978 h 133620"/>
                    <a:gd name="csX85" fmla="*/ 1383 w 226459"/>
                    <a:gd name="csY85" fmla="*/ 56298 h 133620"/>
                    <a:gd name="csX86" fmla="*/ 844 w 226459"/>
                    <a:gd name="csY86" fmla="*/ 58619 h 133620"/>
                    <a:gd name="csX87" fmla="*/ 422 w 226459"/>
                    <a:gd name="csY87" fmla="*/ 60963 h 133620"/>
                    <a:gd name="csX88" fmla="*/ 141 w 226459"/>
                    <a:gd name="csY88" fmla="*/ 63283 h 133620"/>
                    <a:gd name="csX89" fmla="*/ 0 w 226459"/>
                    <a:gd name="csY89" fmla="*/ 65627 h 133620"/>
                    <a:gd name="csX90" fmla="*/ 0 w 226459"/>
                    <a:gd name="csY90" fmla="*/ 67971 h 133620"/>
                    <a:gd name="csX91" fmla="*/ 141 w 226459"/>
                    <a:gd name="csY91" fmla="*/ 70314 h 133620"/>
                    <a:gd name="csX92" fmla="*/ 422 w 226459"/>
                    <a:gd name="csY92" fmla="*/ 72658 h 133620"/>
                    <a:gd name="csX93" fmla="*/ 844 w 226459"/>
                    <a:gd name="csY93" fmla="*/ 75002 h 133620"/>
                    <a:gd name="csX94" fmla="*/ 1383 w 226459"/>
                    <a:gd name="csY94" fmla="*/ 77322 h 133620"/>
                    <a:gd name="csX95" fmla="*/ 2086 w 226459"/>
                    <a:gd name="csY95" fmla="*/ 79619 h 133620"/>
                    <a:gd name="csX96" fmla="*/ 2930 w 226459"/>
                    <a:gd name="csY96" fmla="*/ 81916 h 133620"/>
                    <a:gd name="csX97" fmla="*/ 3891 w 226459"/>
                    <a:gd name="csY97" fmla="*/ 84190 h 133620"/>
                    <a:gd name="csX98" fmla="*/ 4992 w 226459"/>
                    <a:gd name="csY98" fmla="*/ 86440 h 133620"/>
                    <a:gd name="csX99" fmla="*/ 6211 w 226459"/>
                    <a:gd name="csY99" fmla="*/ 88666 h 133620"/>
                    <a:gd name="csX100" fmla="*/ 7594 w 226459"/>
                    <a:gd name="csY100" fmla="*/ 90870 h 133620"/>
                    <a:gd name="csX101" fmla="*/ 9094 w 226459"/>
                    <a:gd name="csY101" fmla="*/ 93049 h 133620"/>
                    <a:gd name="csX102" fmla="*/ 10711 w 226459"/>
                    <a:gd name="csY102" fmla="*/ 95182 h 133620"/>
                    <a:gd name="csX103" fmla="*/ 12469 w 226459"/>
                    <a:gd name="csY103" fmla="*/ 97292 h 133620"/>
                    <a:gd name="csX104" fmla="*/ 14344 w 226459"/>
                    <a:gd name="csY104" fmla="*/ 99354 h 133620"/>
                    <a:gd name="csX105" fmla="*/ 16336 w 226459"/>
                    <a:gd name="csY105" fmla="*/ 101393 h 133620"/>
                    <a:gd name="csX106" fmla="*/ 18446 w 226459"/>
                    <a:gd name="csY106" fmla="*/ 103362 h 133620"/>
                    <a:gd name="csX107" fmla="*/ 20696 w 226459"/>
                    <a:gd name="csY107" fmla="*/ 105308 h 133620"/>
                    <a:gd name="csX108" fmla="*/ 23040 w 226459"/>
                    <a:gd name="csY108" fmla="*/ 107206 h 133620"/>
                    <a:gd name="csX109" fmla="*/ 25501 w 226459"/>
                    <a:gd name="csY109" fmla="*/ 109058 h 133620"/>
                    <a:gd name="csX110" fmla="*/ 28055 w 226459"/>
                    <a:gd name="csY110" fmla="*/ 110839 h 133620"/>
                    <a:gd name="csX111" fmla="*/ 30727 w 226459"/>
                    <a:gd name="csY111" fmla="*/ 112573 h 133620"/>
                    <a:gd name="csX112" fmla="*/ 33493 w 226459"/>
                    <a:gd name="csY112" fmla="*/ 114261 h 133620"/>
                    <a:gd name="csX113" fmla="*/ 36376 w 226459"/>
                    <a:gd name="csY113" fmla="*/ 115878 h 133620"/>
                    <a:gd name="csX114" fmla="*/ 39353 w 226459"/>
                    <a:gd name="csY114" fmla="*/ 117425 h 133620"/>
                    <a:gd name="csX115" fmla="*/ 42400 w 226459"/>
                    <a:gd name="csY115" fmla="*/ 118925 h 133620"/>
                    <a:gd name="csX116" fmla="*/ 45540 w 226459"/>
                    <a:gd name="csY116" fmla="*/ 120378 h 133620"/>
                    <a:gd name="csX117" fmla="*/ 48775 w 226459"/>
                    <a:gd name="csY117" fmla="*/ 121738 h 133620"/>
                    <a:gd name="csX118" fmla="*/ 52080 w 226459"/>
                    <a:gd name="csY118" fmla="*/ 123027 h 133620"/>
                    <a:gd name="csX119" fmla="*/ 55455 w 226459"/>
                    <a:gd name="csY119" fmla="*/ 124269 h 133620"/>
                    <a:gd name="csX120" fmla="*/ 58923 w 226459"/>
                    <a:gd name="csY120" fmla="*/ 125417 h 133620"/>
                    <a:gd name="csX121" fmla="*/ 62439 w 226459"/>
                    <a:gd name="csY121" fmla="*/ 126519 h 133620"/>
                    <a:gd name="csX122" fmla="*/ 66025 w 226459"/>
                    <a:gd name="csY122" fmla="*/ 127527 h 133620"/>
                    <a:gd name="csX123" fmla="*/ 69658 w 226459"/>
                    <a:gd name="csY123" fmla="*/ 128464 h 133620"/>
                    <a:gd name="csX124" fmla="*/ 73361 w 226459"/>
                    <a:gd name="csY124" fmla="*/ 129332 h 133620"/>
                    <a:gd name="csX125" fmla="*/ 77111 w 226459"/>
                    <a:gd name="csY125" fmla="*/ 130129 h 133620"/>
                    <a:gd name="csX126" fmla="*/ 80885 w 226459"/>
                    <a:gd name="csY126" fmla="*/ 130832 h 133620"/>
                    <a:gd name="csX127" fmla="*/ 84729 w 226459"/>
                    <a:gd name="csY127" fmla="*/ 131464 h 133620"/>
                    <a:gd name="csX128" fmla="*/ 88573 w 226459"/>
                    <a:gd name="csY128" fmla="*/ 132004 h 133620"/>
                    <a:gd name="csX129" fmla="*/ 92487 w 226459"/>
                    <a:gd name="csY129" fmla="*/ 132472 h 133620"/>
                    <a:gd name="csX130" fmla="*/ 96401 w 226459"/>
                    <a:gd name="csY130" fmla="*/ 132871 h 133620"/>
                    <a:gd name="csX131" fmla="*/ 100339 w 226459"/>
                    <a:gd name="csY131" fmla="*/ 133175 h 133620"/>
                    <a:gd name="csX132" fmla="*/ 104300 w 226459"/>
                    <a:gd name="csY132" fmla="*/ 133410 h 133620"/>
                    <a:gd name="csX133" fmla="*/ 108261 w 226459"/>
                    <a:gd name="csY133" fmla="*/ 133550 h 133620"/>
                    <a:gd name="csX134" fmla="*/ 112222 w 226459"/>
                    <a:gd name="csY134" fmla="*/ 133621 h 133620"/>
                    <a:gd name="csX135" fmla="*/ 116206 w 226459"/>
                    <a:gd name="csY135" fmla="*/ 133597 h 133620"/>
                    <a:gd name="csX136" fmla="*/ 120167 w 226459"/>
                    <a:gd name="csY136" fmla="*/ 133480 h 133620"/>
                    <a:gd name="csX137" fmla="*/ 124152 w 226459"/>
                    <a:gd name="csY137" fmla="*/ 133293 h 133620"/>
                    <a:gd name="csX138" fmla="*/ 128089 w 226459"/>
                    <a:gd name="csY138" fmla="*/ 133035 h 133620"/>
                    <a:gd name="csX139" fmla="*/ 132027 w 226459"/>
                    <a:gd name="csY139" fmla="*/ 132683 h 133620"/>
                    <a:gd name="csX140" fmla="*/ 135918 w 226459"/>
                    <a:gd name="csY140" fmla="*/ 132261 h 133620"/>
                    <a:gd name="csX141" fmla="*/ 139808 w 226459"/>
                    <a:gd name="csY141" fmla="*/ 131746 h 133620"/>
                    <a:gd name="csX142" fmla="*/ 143652 w 226459"/>
                    <a:gd name="csY142" fmla="*/ 131160 h 133620"/>
                    <a:gd name="csX143" fmla="*/ 147473 w 226459"/>
                    <a:gd name="csY143" fmla="*/ 130480 h 133620"/>
                    <a:gd name="csX144" fmla="*/ 151223 w 226459"/>
                    <a:gd name="csY144" fmla="*/ 129730 h 133620"/>
                    <a:gd name="csX145" fmla="*/ 154950 w 226459"/>
                    <a:gd name="csY145" fmla="*/ 128910 h 133620"/>
                    <a:gd name="csX146" fmla="*/ 158629 w 226459"/>
                    <a:gd name="csY146" fmla="*/ 128019 h 133620"/>
                    <a:gd name="csX147" fmla="*/ 162239 w 226459"/>
                    <a:gd name="csY147" fmla="*/ 127035 h 133620"/>
                    <a:gd name="csX148" fmla="*/ 165778 w 226459"/>
                    <a:gd name="csY148" fmla="*/ 125980 h 133620"/>
                    <a:gd name="csX149" fmla="*/ 169270 w 226459"/>
                    <a:gd name="csY149" fmla="*/ 124855 h 133620"/>
                    <a:gd name="csX150" fmla="*/ 172692 w 226459"/>
                    <a:gd name="csY150" fmla="*/ 123660 h 133620"/>
                    <a:gd name="csX151" fmla="*/ 176044 w 226459"/>
                    <a:gd name="csY151" fmla="*/ 122394 h 133620"/>
                    <a:gd name="csX152" fmla="*/ 179302 w 226459"/>
                    <a:gd name="csY152" fmla="*/ 121058 h 133620"/>
                    <a:gd name="csX153" fmla="*/ 182489 w 226459"/>
                    <a:gd name="csY153" fmla="*/ 119652 h 133620"/>
                    <a:gd name="csX154" fmla="*/ 185583 w 226459"/>
                    <a:gd name="csY154" fmla="*/ 118199 h 133620"/>
                    <a:gd name="csX155" fmla="*/ 188607 w 226459"/>
                    <a:gd name="csY155" fmla="*/ 116652 h 133620"/>
                    <a:gd name="csX156" fmla="*/ 191536 w 226459"/>
                    <a:gd name="csY156" fmla="*/ 115081 h 133620"/>
                    <a:gd name="csX157" fmla="*/ 194349 w 226459"/>
                    <a:gd name="csY157" fmla="*/ 113417 h 133620"/>
                    <a:gd name="csX158" fmla="*/ 197068 w 226459"/>
                    <a:gd name="csY158" fmla="*/ 111706 h 133620"/>
                    <a:gd name="csX159" fmla="*/ 199693 w 226459"/>
                    <a:gd name="csY159" fmla="*/ 109948 h 133620"/>
                    <a:gd name="csX160" fmla="*/ 202201 w 226459"/>
                    <a:gd name="csY160" fmla="*/ 108120 h 133620"/>
                    <a:gd name="csX161" fmla="*/ 204615 w 226459"/>
                    <a:gd name="csY161" fmla="*/ 106268 h 133620"/>
                    <a:gd name="csX162" fmla="*/ 206888 w 226459"/>
                    <a:gd name="csY162" fmla="*/ 104347 h 133620"/>
                    <a:gd name="csX163" fmla="*/ 209068 w 226459"/>
                    <a:gd name="csY163" fmla="*/ 102378 h 133620"/>
                    <a:gd name="csX164" fmla="*/ 211131 w 226459"/>
                    <a:gd name="csY164" fmla="*/ 100386 h 133620"/>
                    <a:gd name="csX165" fmla="*/ 213076 w 226459"/>
                    <a:gd name="csY165" fmla="*/ 98323 h 133620"/>
                    <a:gd name="csX166" fmla="*/ 214881 w 226459"/>
                    <a:gd name="csY166" fmla="*/ 96237 h 133620"/>
                    <a:gd name="csX167" fmla="*/ 216568 w 226459"/>
                    <a:gd name="csY167" fmla="*/ 94128 h 133620"/>
                    <a:gd name="csX168" fmla="*/ 218139 w 226459"/>
                    <a:gd name="csY168" fmla="*/ 91971 h 133620"/>
                    <a:gd name="csX169" fmla="*/ 219568 w 226459"/>
                    <a:gd name="csY169" fmla="*/ 89768 h 133620"/>
                    <a:gd name="csX170" fmla="*/ 220858 w 226459"/>
                    <a:gd name="csY170" fmla="*/ 87565 h 133620"/>
                    <a:gd name="csX171" fmla="*/ 222029 w 226459"/>
                    <a:gd name="csY171" fmla="*/ 85315 h 133620"/>
                    <a:gd name="csX172" fmla="*/ 223061 w 226459"/>
                    <a:gd name="csY172" fmla="*/ 83065 h 133620"/>
                    <a:gd name="csX173" fmla="*/ 223975 w 226459"/>
                    <a:gd name="csY173" fmla="*/ 80768 h 133620"/>
                    <a:gd name="csX174" fmla="*/ 224725 w 226459"/>
                    <a:gd name="csY174" fmla="*/ 78471 h 133620"/>
                    <a:gd name="csX175" fmla="*/ 225358 w 226459"/>
                    <a:gd name="csY175" fmla="*/ 76150 h 133620"/>
                    <a:gd name="csX176" fmla="*/ 225850 w 226459"/>
                    <a:gd name="csY176" fmla="*/ 73830 h 133620"/>
                    <a:gd name="csX177" fmla="*/ 226201 w 226459"/>
                    <a:gd name="csY177" fmla="*/ 71486 h 133620"/>
                    <a:gd name="csX178" fmla="*/ 226389 w 226459"/>
                    <a:gd name="csY178" fmla="*/ 69142 h 1336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  <a:cxn ang="0">
                      <a:pos x="csX71" y="csY71"/>
                    </a:cxn>
                    <a:cxn ang="0">
                      <a:pos x="csX72" y="csY72"/>
                    </a:cxn>
                    <a:cxn ang="0">
                      <a:pos x="csX73" y="csY73"/>
                    </a:cxn>
                    <a:cxn ang="0">
                      <a:pos x="csX74" y="csY74"/>
                    </a:cxn>
                    <a:cxn ang="0">
                      <a:pos x="csX75" y="csY75"/>
                    </a:cxn>
                    <a:cxn ang="0">
                      <a:pos x="csX76" y="csY76"/>
                    </a:cxn>
                    <a:cxn ang="0">
                      <a:pos x="csX77" y="csY77"/>
                    </a:cxn>
                    <a:cxn ang="0">
                      <a:pos x="csX78" y="csY78"/>
                    </a:cxn>
                    <a:cxn ang="0">
                      <a:pos x="csX79" y="csY79"/>
                    </a:cxn>
                    <a:cxn ang="0">
                      <a:pos x="csX80" y="csY80"/>
                    </a:cxn>
                    <a:cxn ang="0">
                      <a:pos x="csX81" y="csY81"/>
                    </a:cxn>
                    <a:cxn ang="0">
                      <a:pos x="csX82" y="csY82"/>
                    </a:cxn>
                    <a:cxn ang="0">
                      <a:pos x="csX83" y="csY83"/>
                    </a:cxn>
                    <a:cxn ang="0">
                      <a:pos x="csX84" y="csY84"/>
                    </a:cxn>
                    <a:cxn ang="0">
                      <a:pos x="csX85" y="csY85"/>
                    </a:cxn>
                    <a:cxn ang="0">
                      <a:pos x="csX86" y="csY86"/>
                    </a:cxn>
                    <a:cxn ang="0">
                      <a:pos x="csX87" y="csY87"/>
                    </a:cxn>
                    <a:cxn ang="0">
                      <a:pos x="csX88" y="csY88"/>
                    </a:cxn>
                    <a:cxn ang="0">
                      <a:pos x="csX89" y="csY89"/>
                    </a:cxn>
                    <a:cxn ang="0">
                      <a:pos x="csX90" y="csY90"/>
                    </a:cxn>
                    <a:cxn ang="0">
                      <a:pos x="csX91" y="csY91"/>
                    </a:cxn>
                    <a:cxn ang="0">
                      <a:pos x="csX92" y="csY92"/>
                    </a:cxn>
                    <a:cxn ang="0">
                      <a:pos x="csX93" y="csY93"/>
                    </a:cxn>
                    <a:cxn ang="0">
                      <a:pos x="csX94" y="csY94"/>
                    </a:cxn>
                    <a:cxn ang="0">
                      <a:pos x="csX95" y="csY95"/>
                    </a:cxn>
                    <a:cxn ang="0">
                      <a:pos x="csX96" y="csY96"/>
                    </a:cxn>
                    <a:cxn ang="0">
                      <a:pos x="csX97" y="csY97"/>
                    </a:cxn>
                    <a:cxn ang="0">
                      <a:pos x="csX98" y="csY98"/>
                    </a:cxn>
                    <a:cxn ang="0">
                      <a:pos x="csX99" y="csY99"/>
                    </a:cxn>
                    <a:cxn ang="0">
                      <a:pos x="csX100" y="csY100"/>
                    </a:cxn>
                    <a:cxn ang="0">
                      <a:pos x="csX101" y="csY101"/>
                    </a:cxn>
                    <a:cxn ang="0">
                      <a:pos x="csX102" y="csY102"/>
                    </a:cxn>
                    <a:cxn ang="0">
                      <a:pos x="csX103" y="csY103"/>
                    </a:cxn>
                    <a:cxn ang="0">
                      <a:pos x="csX104" y="csY104"/>
                    </a:cxn>
                    <a:cxn ang="0">
                      <a:pos x="csX105" y="csY105"/>
                    </a:cxn>
                    <a:cxn ang="0">
                      <a:pos x="csX106" y="csY106"/>
                    </a:cxn>
                    <a:cxn ang="0">
                      <a:pos x="csX107" y="csY107"/>
                    </a:cxn>
                    <a:cxn ang="0">
                      <a:pos x="csX108" y="csY108"/>
                    </a:cxn>
                    <a:cxn ang="0">
                      <a:pos x="csX109" y="csY109"/>
                    </a:cxn>
                    <a:cxn ang="0">
                      <a:pos x="csX110" y="csY110"/>
                    </a:cxn>
                    <a:cxn ang="0">
                      <a:pos x="csX111" y="csY111"/>
                    </a:cxn>
                    <a:cxn ang="0">
                      <a:pos x="csX112" y="csY112"/>
                    </a:cxn>
                    <a:cxn ang="0">
                      <a:pos x="csX113" y="csY113"/>
                    </a:cxn>
                    <a:cxn ang="0">
                      <a:pos x="csX114" y="csY114"/>
                    </a:cxn>
                    <a:cxn ang="0">
                      <a:pos x="csX115" y="csY115"/>
                    </a:cxn>
                    <a:cxn ang="0">
                      <a:pos x="csX116" y="csY116"/>
                    </a:cxn>
                    <a:cxn ang="0">
                      <a:pos x="csX117" y="csY117"/>
                    </a:cxn>
                    <a:cxn ang="0">
                      <a:pos x="csX118" y="csY118"/>
                    </a:cxn>
                    <a:cxn ang="0">
                      <a:pos x="csX119" y="csY119"/>
                    </a:cxn>
                    <a:cxn ang="0">
                      <a:pos x="csX120" y="csY120"/>
                    </a:cxn>
                    <a:cxn ang="0">
                      <a:pos x="csX121" y="csY121"/>
                    </a:cxn>
                    <a:cxn ang="0">
                      <a:pos x="csX122" y="csY122"/>
                    </a:cxn>
                    <a:cxn ang="0">
                      <a:pos x="csX123" y="csY123"/>
                    </a:cxn>
                    <a:cxn ang="0">
                      <a:pos x="csX124" y="csY124"/>
                    </a:cxn>
                    <a:cxn ang="0">
                      <a:pos x="csX125" y="csY125"/>
                    </a:cxn>
                    <a:cxn ang="0">
                      <a:pos x="csX126" y="csY126"/>
                    </a:cxn>
                    <a:cxn ang="0">
                      <a:pos x="csX127" y="csY127"/>
                    </a:cxn>
                    <a:cxn ang="0">
                      <a:pos x="csX128" y="csY128"/>
                    </a:cxn>
                    <a:cxn ang="0">
                      <a:pos x="csX129" y="csY129"/>
                    </a:cxn>
                    <a:cxn ang="0">
                      <a:pos x="csX130" y="csY130"/>
                    </a:cxn>
                    <a:cxn ang="0">
                      <a:pos x="csX131" y="csY131"/>
                    </a:cxn>
                    <a:cxn ang="0">
                      <a:pos x="csX132" y="csY132"/>
                    </a:cxn>
                    <a:cxn ang="0">
                      <a:pos x="csX133" y="csY133"/>
                    </a:cxn>
                    <a:cxn ang="0">
                      <a:pos x="csX134" y="csY134"/>
                    </a:cxn>
                    <a:cxn ang="0">
                      <a:pos x="csX135" y="csY135"/>
                    </a:cxn>
                    <a:cxn ang="0">
                      <a:pos x="csX136" y="csY136"/>
                    </a:cxn>
                    <a:cxn ang="0">
                      <a:pos x="csX137" y="csY137"/>
                    </a:cxn>
                    <a:cxn ang="0">
                      <a:pos x="csX138" y="csY138"/>
                    </a:cxn>
                    <a:cxn ang="0">
                      <a:pos x="csX139" y="csY139"/>
                    </a:cxn>
                    <a:cxn ang="0">
                      <a:pos x="csX140" y="csY140"/>
                    </a:cxn>
                    <a:cxn ang="0">
                      <a:pos x="csX141" y="csY141"/>
                    </a:cxn>
                    <a:cxn ang="0">
                      <a:pos x="csX142" y="csY142"/>
                    </a:cxn>
                    <a:cxn ang="0">
                      <a:pos x="csX143" y="csY143"/>
                    </a:cxn>
                    <a:cxn ang="0">
                      <a:pos x="csX144" y="csY144"/>
                    </a:cxn>
                    <a:cxn ang="0">
                      <a:pos x="csX145" y="csY145"/>
                    </a:cxn>
                    <a:cxn ang="0">
                      <a:pos x="csX146" y="csY146"/>
                    </a:cxn>
                    <a:cxn ang="0">
                      <a:pos x="csX147" y="csY147"/>
                    </a:cxn>
                    <a:cxn ang="0">
                      <a:pos x="csX148" y="csY148"/>
                    </a:cxn>
                    <a:cxn ang="0">
                      <a:pos x="csX149" y="csY149"/>
                    </a:cxn>
                    <a:cxn ang="0">
                      <a:pos x="csX150" y="csY150"/>
                    </a:cxn>
                    <a:cxn ang="0">
                      <a:pos x="csX151" y="csY151"/>
                    </a:cxn>
                    <a:cxn ang="0">
                      <a:pos x="csX152" y="csY152"/>
                    </a:cxn>
                    <a:cxn ang="0">
                      <a:pos x="csX153" y="csY153"/>
                    </a:cxn>
                    <a:cxn ang="0">
                      <a:pos x="csX154" y="csY154"/>
                    </a:cxn>
                    <a:cxn ang="0">
                      <a:pos x="csX155" y="csY155"/>
                    </a:cxn>
                    <a:cxn ang="0">
                      <a:pos x="csX156" y="csY156"/>
                    </a:cxn>
                    <a:cxn ang="0">
                      <a:pos x="csX157" y="csY157"/>
                    </a:cxn>
                    <a:cxn ang="0">
                      <a:pos x="csX158" y="csY158"/>
                    </a:cxn>
                    <a:cxn ang="0">
                      <a:pos x="csX159" y="csY159"/>
                    </a:cxn>
                    <a:cxn ang="0">
                      <a:pos x="csX160" y="csY160"/>
                    </a:cxn>
                    <a:cxn ang="0">
                      <a:pos x="csX161" y="csY161"/>
                    </a:cxn>
                    <a:cxn ang="0">
                      <a:pos x="csX162" y="csY162"/>
                    </a:cxn>
                    <a:cxn ang="0">
                      <a:pos x="csX163" y="csY163"/>
                    </a:cxn>
                    <a:cxn ang="0">
                      <a:pos x="csX164" y="csY164"/>
                    </a:cxn>
                    <a:cxn ang="0">
                      <a:pos x="csX165" y="csY165"/>
                    </a:cxn>
                    <a:cxn ang="0">
                      <a:pos x="csX166" y="csY166"/>
                    </a:cxn>
                    <a:cxn ang="0">
                      <a:pos x="csX167" y="csY167"/>
                    </a:cxn>
                    <a:cxn ang="0">
                      <a:pos x="csX168" y="csY168"/>
                    </a:cxn>
                    <a:cxn ang="0">
                      <a:pos x="csX169" y="csY169"/>
                    </a:cxn>
                    <a:cxn ang="0">
                      <a:pos x="csX170" y="csY170"/>
                    </a:cxn>
                    <a:cxn ang="0">
                      <a:pos x="csX171" y="csY171"/>
                    </a:cxn>
                    <a:cxn ang="0">
                      <a:pos x="csX172" y="csY172"/>
                    </a:cxn>
                    <a:cxn ang="0">
                      <a:pos x="csX173" y="csY173"/>
                    </a:cxn>
                    <a:cxn ang="0">
                      <a:pos x="csX174" y="csY174"/>
                    </a:cxn>
                    <a:cxn ang="0">
                      <a:pos x="csX175" y="csY175"/>
                    </a:cxn>
                    <a:cxn ang="0">
                      <a:pos x="csX176" y="csY176"/>
                    </a:cxn>
                    <a:cxn ang="0">
                      <a:pos x="csX177" y="csY177"/>
                    </a:cxn>
                    <a:cxn ang="0">
                      <a:pos x="csX178" y="csY178"/>
                    </a:cxn>
                  </a:cxnLst>
                  <a:rect l="l" t="t" r="r" b="b"/>
                  <a:pathLst>
                    <a:path w="226459" h="133620">
                      <a:moveTo>
                        <a:pt x="226459" y="66799"/>
                      </a:moveTo>
                      <a:lnTo>
                        <a:pt x="226389" y="64455"/>
                      </a:lnTo>
                      <a:lnTo>
                        <a:pt x="226201" y="62111"/>
                      </a:lnTo>
                      <a:lnTo>
                        <a:pt x="225850" y="59791"/>
                      </a:lnTo>
                      <a:lnTo>
                        <a:pt x="225358" y="57447"/>
                      </a:lnTo>
                      <a:lnTo>
                        <a:pt x="224725" y="55150"/>
                      </a:lnTo>
                      <a:lnTo>
                        <a:pt x="223975" y="52830"/>
                      </a:lnTo>
                      <a:lnTo>
                        <a:pt x="223061" y="50556"/>
                      </a:lnTo>
                      <a:lnTo>
                        <a:pt x="222029" y="48283"/>
                      </a:lnTo>
                      <a:lnTo>
                        <a:pt x="220858" y="46056"/>
                      </a:lnTo>
                      <a:lnTo>
                        <a:pt x="219568" y="43829"/>
                      </a:lnTo>
                      <a:lnTo>
                        <a:pt x="218139" y="41650"/>
                      </a:lnTo>
                      <a:lnTo>
                        <a:pt x="216568" y="39493"/>
                      </a:lnTo>
                      <a:lnTo>
                        <a:pt x="214881" y="37360"/>
                      </a:lnTo>
                      <a:lnTo>
                        <a:pt x="213076" y="35274"/>
                      </a:lnTo>
                      <a:lnTo>
                        <a:pt x="211131" y="33235"/>
                      </a:lnTo>
                      <a:lnTo>
                        <a:pt x="209068" y="31220"/>
                      </a:lnTo>
                      <a:lnTo>
                        <a:pt x="206888" y="29274"/>
                      </a:lnTo>
                      <a:lnTo>
                        <a:pt x="204615" y="27352"/>
                      </a:lnTo>
                      <a:lnTo>
                        <a:pt x="202201" y="25477"/>
                      </a:lnTo>
                      <a:lnTo>
                        <a:pt x="199693" y="23673"/>
                      </a:lnTo>
                      <a:lnTo>
                        <a:pt x="197068" y="21891"/>
                      </a:lnTo>
                      <a:lnTo>
                        <a:pt x="194349" y="20204"/>
                      </a:lnTo>
                      <a:lnTo>
                        <a:pt x="191536" y="18540"/>
                      </a:lnTo>
                      <a:lnTo>
                        <a:pt x="188607" y="16946"/>
                      </a:lnTo>
                      <a:lnTo>
                        <a:pt x="185583" y="15422"/>
                      </a:lnTo>
                      <a:lnTo>
                        <a:pt x="182489" y="13946"/>
                      </a:lnTo>
                      <a:lnTo>
                        <a:pt x="179302" y="12563"/>
                      </a:lnTo>
                      <a:lnTo>
                        <a:pt x="176044" y="11227"/>
                      </a:lnTo>
                      <a:lnTo>
                        <a:pt x="172692" y="9961"/>
                      </a:lnTo>
                      <a:lnTo>
                        <a:pt x="169270" y="8766"/>
                      </a:lnTo>
                      <a:lnTo>
                        <a:pt x="165778" y="7641"/>
                      </a:lnTo>
                      <a:lnTo>
                        <a:pt x="162239" y="6586"/>
                      </a:lnTo>
                      <a:lnTo>
                        <a:pt x="158629" y="5602"/>
                      </a:lnTo>
                      <a:lnTo>
                        <a:pt x="154950" y="4711"/>
                      </a:lnTo>
                      <a:lnTo>
                        <a:pt x="151223" y="3867"/>
                      </a:lnTo>
                      <a:lnTo>
                        <a:pt x="147473" y="3117"/>
                      </a:lnTo>
                      <a:lnTo>
                        <a:pt x="143652" y="2461"/>
                      </a:lnTo>
                      <a:lnTo>
                        <a:pt x="139808" y="1875"/>
                      </a:lnTo>
                      <a:lnTo>
                        <a:pt x="135918" y="1359"/>
                      </a:lnTo>
                      <a:lnTo>
                        <a:pt x="132027" y="938"/>
                      </a:lnTo>
                      <a:lnTo>
                        <a:pt x="128089" y="586"/>
                      </a:lnTo>
                      <a:lnTo>
                        <a:pt x="124152" y="305"/>
                      </a:lnTo>
                      <a:lnTo>
                        <a:pt x="120167" y="117"/>
                      </a:lnTo>
                      <a:lnTo>
                        <a:pt x="116206" y="23"/>
                      </a:lnTo>
                      <a:lnTo>
                        <a:pt x="112222" y="0"/>
                      </a:lnTo>
                      <a:lnTo>
                        <a:pt x="108261" y="70"/>
                      </a:lnTo>
                      <a:lnTo>
                        <a:pt x="104300" y="211"/>
                      </a:lnTo>
                      <a:lnTo>
                        <a:pt x="100339" y="445"/>
                      </a:lnTo>
                      <a:lnTo>
                        <a:pt x="96401" y="750"/>
                      </a:lnTo>
                      <a:lnTo>
                        <a:pt x="92487" y="1125"/>
                      </a:lnTo>
                      <a:lnTo>
                        <a:pt x="88573" y="1594"/>
                      </a:lnTo>
                      <a:lnTo>
                        <a:pt x="84729" y="2156"/>
                      </a:lnTo>
                      <a:lnTo>
                        <a:pt x="80885" y="2789"/>
                      </a:lnTo>
                      <a:lnTo>
                        <a:pt x="77111" y="3492"/>
                      </a:lnTo>
                      <a:lnTo>
                        <a:pt x="73361" y="4266"/>
                      </a:lnTo>
                      <a:lnTo>
                        <a:pt x="69658" y="5133"/>
                      </a:lnTo>
                      <a:lnTo>
                        <a:pt x="66025" y="6070"/>
                      </a:lnTo>
                      <a:lnTo>
                        <a:pt x="62439" y="7102"/>
                      </a:lnTo>
                      <a:lnTo>
                        <a:pt x="58923" y="8180"/>
                      </a:lnTo>
                      <a:lnTo>
                        <a:pt x="55455" y="9352"/>
                      </a:lnTo>
                      <a:lnTo>
                        <a:pt x="52080" y="10571"/>
                      </a:lnTo>
                      <a:lnTo>
                        <a:pt x="48775" y="11883"/>
                      </a:lnTo>
                      <a:lnTo>
                        <a:pt x="45540" y="13243"/>
                      </a:lnTo>
                      <a:lnTo>
                        <a:pt x="42400" y="14672"/>
                      </a:lnTo>
                      <a:lnTo>
                        <a:pt x="39353" y="16172"/>
                      </a:lnTo>
                      <a:lnTo>
                        <a:pt x="36376" y="17743"/>
                      </a:lnTo>
                      <a:lnTo>
                        <a:pt x="33493" y="19360"/>
                      </a:lnTo>
                      <a:lnTo>
                        <a:pt x="30727" y="21047"/>
                      </a:lnTo>
                      <a:lnTo>
                        <a:pt x="28055" y="22782"/>
                      </a:lnTo>
                      <a:lnTo>
                        <a:pt x="25501" y="24563"/>
                      </a:lnTo>
                      <a:lnTo>
                        <a:pt x="23040" y="26415"/>
                      </a:lnTo>
                      <a:lnTo>
                        <a:pt x="20696" y="28290"/>
                      </a:lnTo>
                      <a:lnTo>
                        <a:pt x="18446" y="30235"/>
                      </a:lnTo>
                      <a:lnTo>
                        <a:pt x="16336" y="32227"/>
                      </a:lnTo>
                      <a:lnTo>
                        <a:pt x="14344" y="34243"/>
                      </a:lnTo>
                      <a:lnTo>
                        <a:pt x="12469" y="36329"/>
                      </a:lnTo>
                      <a:lnTo>
                        <a:pt x="10711" y="38415"/>
                      </a:lnTo>
                      <a:lnTo>
                        <a:pt x="9094" y="40571"/>
                      </a:lnTo>
                      <a:lnTo>
                        <a:pt x="7594" y="42728"/>
                      </a:lnTo>
                      <a:lnTo>
                        <a:pt x="6211" y="44931"/>
                      </a:lnTo>
                      <a:lnTo>
                        <a:pt x="4992" y="47158"/>
                      </a:lnTo>
                      <a:lnTo>
                        <a:pt x="3891" y="49431"/>
                      </a:lnTo>
                      <a:lnTo>
                        <a:pt x="2930" y="51705"/>
                      </a:lnTo>
                      <a:lnTo>
                        <a:pt x="2086" y="53978"/>
                      </a:lnTo>
                      <a:lnTo>
                        <a:pt x="1383" y="56298"/>
                      </a:lnTo>
                      <a:lnTo>
                        <a:pt x="844" y="58619"/>
                      </a:lnTo>
                      <a:lnTo>
                        <a:pt x="422" y="60963"/>
                      </a:lnTo>
                      <a:lnTo>
                        <a:pt x="141" y="63283"/>
                      </a:lnTo>
                      <a:lnTo>
                        <a:pt x="0" y="65627"/>
                      </a:lnTo>
                      <a:lnTo>
                        <a:pt x="0" y="67971"/>
                      </a:lnTo>
                      <a:lnTo>
                        <a:pt x="141" y="70314"/>
                      </a:lnTo>
                      <a:lnTo>
                        <a:pt x="422" y="72658"/>
                      </a:lnTo>
                      <a:lnTo>
                        <a:pt x="844" y="75002"/>
                      </a:lnTo>
                      <a:lnTo>
                        <a:pt x="1383" y="77322"/>
                      </a:lnTo>
                      <a:lnTo>
                        <a:pt x="2086" y="79619"/>
                      </a:lnTo>
                      <a:lnTo>
                        <a:pt x="2930" y="81916"/>
                      </a:lnTo>
                      <a:lnTo>
                        <a:pt x="3891" y="84190"/>
                      </a:lnTo>
                      <a:lnTo>
                        <a:pt x="4992" y="86440"/>
                      </a:lnTo>
                      <a:lnTo>
                        <a:pt x="6211" y="88666"/>
                      </a:lnTo>
                      <a:lnTo>
                        <a:pt x="7594" y="90870"/>
                      </a:lnTo>
                      <a:lnTo>
                        <a:pt x="9094" y="93049"/>
                      </a:lnTo>
                      <a:lnTo>
                        <a:pt x="10711" y="95182"/>
                      </a:lnTo>
                      <a:lnTo>
                        <a:pt x="12469" y="97292"/>
                      </a:lnTo>
                      <a:lnTo>
                        <a:pt x="14344" y="99354"/>
                      </a:lnTo>
                      <a:lnTo>
                        <a:pt x="16336" y="101393"/>
                      </a:lnTo>
                      <a:lnTo>
                        <a:pt x="18446" y="103362"/>
                      </a:lnTo>
                      <a:lnTo>
                        <a:pt x="20696" y="105308"/>
                      </a:lnTo>
                      <a:lnTo>
                        <a:pt x="23040" y="107206"/>
                      </a:lnTo>
                      <a:lnTo>
                        <a:pt x="25501" y="109058"/>
                      </a:lnTo>
                      <a:lnTo>
                        <a:pt x="28055" y="110839"/>
                      </a:lnTo>
                      <a:lnTo>
                        <a:pt x="30727" y="112573"/>
                      </a:lnTo>
                      <a:lnTo>
                        <a:pt x="33493" y="114261"/>
                      </a:lnTo>
                      <a:lnTo>
                        <a:pt x="36376" y="115878"/>
                      </a:lnTo>
                      <a:lnTo>
                        <a:pt x="39353" y="117425"/>
                      </a:lnTo>
                      <a:lnTo>
                        <a:pt x="42400" y="118925"/>
                      </a:lnTo>
                      <a:lnTo>
                        <a:pt x="45540" y="120378"/>
                      </a:lnTo>
                      <a:lnTo>
                        <a:pt x="48775" y="121738"/>
                      </a:lnTo>
                      <a:lnTo>
                        <a:pt x="52080" y="123027"/>
                      </a:lnTo>
                      <a:lnTo>
                        <a:pt x="55455" y="124269"/>
                      </a:lnTo>
                      <a:lnTo>
                        <a:pt x="58923" y="125417"/>
                      </a:lnTo>
                      <a:lnTo>
                        <a:pt x="62439" y="126519"/>
                      </a:lnTo>
                      <a:lnTo>
                        <a:pt x="66025" y="127527"/>
                      </a:lnTo>
                      <a:lnTo>
                        <a:pt x="69658" y="128464"/>
                      </a:lnTo>
                      <a:lnTo>
                        <a:pt x="73361" y="129332"/>
                      </a:lnTo>
                      <a:lnTo>
                        <a:pt x="77111" y="130129"/>
                      </a:lnTo>
                      <a:lnTo>
                        <a:pt x="80885" y="130832"/>
                      </a:lnTo>
                      <a:lnTo>
                        <a:pt x="84729" y="131464"/>
                      </a:lnTo>
                      <a:lnTo>
                        <a:pt x="88573" y="132004"/>
                      </a:lnTo>
                      <a:lnTo>
                        <a:pt x="92487" y="132472"/>
                      </a:lnTo>
                      <a:lnTo>
                        <a:pt x="96401" y="132871"/>
                      </a:lnTo>
                      <a:lnTo>
                        <a:pt x="100339" y="133175"/>
                      </a:lnTo>
                      <a:lnTo>
                        <a:pt x="104300" y="133410"/>
                      </a:lnTo>
                      <a:lnTo>
                        <a:pt x="108261" y="133550"/>
                      </a:lnTo>
                      <a:lnTo>
                        <a:pt x="112222" y="133621"/>
                      </a:lnTo>
                      <a:lnTo>
                        <a:pt x="116206" y="133597"/>
                      </a:lnTo>
                      <a:lnTo>
                        <a:pt x="120167" y="133480"/>
                      </a:lnTo>
                      <a:lnTo>
                        <a:pt x="124152" y="133293"/>
                      </a:lnTo>
                      <a:lnTo>
                        <a:pt x="128089" y="133035"/>
                      </a:lnTo>
                      <a:lnTo>
                        <a:pt x="132027" y="132683"/>
                      </a:lnTo>
                      <a:lnTo>
                        <a:pt x="135918" y="132261"/>
                      </a:lnTo>
                      <a:lnTo>
                        <a:pt x="139808" y="131746"/>
                      </a:lnTo>
                      <a:lnTo>
                        <a:pt x="143652" y="131160"/>
                      </a:lnTo>
                      <a:lnTo>
                        <a:pt x="147473" y="130480"/>
                      </a:lnTo>
                      <a:lnTo>
                        <a:pt x="151223" y="129730"/>
                      </a:lnTo>
                      <a:lnTo>
                        <a:pt x="154950" y="128910"/>
                      </a:lnTo>
                      <a:lnTo>
                        <a:pt x="158629" y="128019"/>
                      </a:lnTo>
                      <a:lnTo>
                        <a:pt x="162239" y="127035"/>
                      </a:lnTo>
                      <a:lnTo>
                        <a:pt x="165778" y="125980"/>
                      </a:lnTo>
                      <a:lnTo>
                        <a:pt x="169270" y="124855"/>
                      </a:lnTo>
                      <a:lnTo>
                        <a:pt x="172692" y="123660"/>
                      </a:lnTo>
                      <a:lnTo>
                        <a:pt x="176044" y="122394"/>
                      </a:lnTo>
                      <a:lnTo>
                        <a:pt x="179302" y="121058"/>
                      </a:lnTo>
                      <a:lnTo>
                        <a:pt x="182489" y="119652"/>
                      </a:lnTo>
                      <a:lnTo>
                        <a:pt x="185583" y="118199"/>
                      </a:lnTo>
                      <a:lnTo>
                        <a:pt x="188607" y="116652"/>
                      </a:lnTo>
                      <a:lnTo>
                        <a:pt x="191536" y="115081"/>
                      </a:lnTo>
                      <a:lnTo>
                        <a:pt x="194349" y="113417"/>
                      </a:lnTo>
                      <a:lnTo>
                        <a:pt x="197068" y="111706"/>
                      </a:lnTo>
                      <a:lnTo>
                        <a:pt x="199693" y="109948"/>
                      </a:lnTo>
                      <a:lnTo>
                        <a:pt x="202201" y="108120"/>
                      </a:lnTo>
                      <a:lnTo>
                        <a:pt x="204615" y="106268"/>
                      </a:lnTo>
                      <a:lnTo>
                        <a:pt x="206888" y="104347"/>
                      </a:lnTo>
                      <a:lnTo>
                        <a:pt x="209068" y="102378"/>
                      </a:lnTo>
                      <a:lnTo>
                        <a:pt x="211131" y="100386"/>
                      </a:lnTo>
                      <a:lnTo>
                        <a:pt x="213076" y="98323"/>
                      </a:lnTo>
                      <a:lnTo>
                        <a:pt x="214881" y="96237"/>
                      </a:lnTo>
                      <a:lnTo>
                        <a:pt x="216568" y="94128"/>
                      </a:lnTo>
                      <a:lnTo>
                        <a:pt x="218139" y="91971"/>
                      </a:lnTo>
                      <a:lnTo>
                        <a:pt x="219568" y="89768"/>
                      </a:lnTo>
                      <a:lnTo>
                        <a:pt x="220858" y="87565"/>
                      </a:lnTo>
                      <a:lnTo>
                        <a:pt x="222029" y="85315"/>
                      </a:lnTo>
                      <a:lnTo>
                        <a:pt x="223061" y="83065"/>
                      </a:lnTo>
                      <a:lnTo>
                        <a:pt x="223975" y="80768"/>
                      </a:lnTo>
                      <a:lnTo>
                        <a:pt x="224725" y="78471"/>
                      </a:lnTo>
                      <a:lnTo>
                        <a:pt x="225358" y="76150"/>
                      </a:lnTo>
                      <a:lnTo>
                        <a:pt x="225850" y="73830"/>
                      </a:lnTo>
                      <a:lnTo>
                        <a:pt x="226201" y="71486"/>
                      </a:lnTo>
                      <a:lnTo>
                        <a:pt x="226389" y="69142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5398" cap="rnd">
                  <a:solidFill>
                    <a:srgbClr val="4D4D4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E4E8B21C-8AEC-F52A-79D5-B8FA91C83500}"/>
                    </a:ext>
                  </a:extLst>
                </p:cNvPr>
                <p:cNvSpPr/>
                <p:nvPr/>
              </p:nvSpPr>
              <p:spPr>
                <a:xfrm>
                  <a:off x="418195" y="7138606"/>
                  <a:ext cx="250319" cy="146043"/>
                </a:xfrm>
                <a:custGeom>
                  <a:avLst/>
                  <a:gdLst>
                    <a:gd name="csX0" fmla="*/ 250319 w 250319"/>
                    <a:gd name="csY0" fmla="*/ 73010 h 146043"/>
                    <a:gd name="csX1" fmla="*/ 250249 w 250319"/>
                    <a:gd name="csY1" fmla="*/ 70455 h 146043"/>
                    <a:gd name="csX2" fmla="*/ 250015 w 250319"/>
                    <a:gd name="csY2" fmla="*/ 67900 h 146043"/>
                    <a:gd name="csX3" fmla="*/ 249616 w 250319"/>
                    <a:gd name="csY3" fmla="*/ 65346 h 146043"/>
                    <a:gd name="csX4" fmla="*/ 249077 w 250319"/>
                    <a:gd name="csY4" fmla="*/ 62791 h 146043"/>
                    <a:gd name="csX5" fmla="*/ 248397 w 250319"/>
                    <a:gd name="csY5" fmla="*/ 60259 h 146043"/>
                    <a:gd name="csX6" fmla="*/ 247554 w 250319"/>
                    <a:gd name="csY6" fmla="*/ 57752 h 146043"/>
                    <a:gd name="csX7" fmla="*/ 246546 w 250319"/>
                    <a:gd name="csY7" fmla="*/ 55244 h 146043"/>
                    <a:gd name="csX8" fmla="*/ 245421 w 250319"/>
                    <a:gd name="csY8" fmla="*/ 52783 h 146043"/>
                    <a:gd name="csX9" fmla="*/ 244132 w 250319"/>
                    <a:gd name="csY9" fmla="*/ 50322 h 146043"/>
                    <a:gd name="csX10" fmla="*/ 242678 w 250319"/>
                    <a:gd name="csY10" fmla="*/ 47908 h 146043"/>
                    <a:gd name="csX11" fmla="*/ 241108 w 250319"/>
                    <a:gd name="csY11" fmla="*/ 45517 h 146043"/>
                    <a:gd name="csX12" fmla="*/ 239374 w 250319"/>
                    <a:gd name="csY12" fmla="*/ 43150 h 146043"/>
                    <a:gd name="csX13" fmla="*/ 237499 w 250319"/>
                    <a:gd name="csY13" fmla="*/ 40829 h 146043"/>
                    <a:gd name="csX14" fmla="*/ 235506 w 250319"/>
                    <a:gd name="csY14" fmla="*/ 38556 h 146043"/>
                    <a:gd name="csX15" fmla="*/ 233373 w 250319"/>
                    <a:gd name="csY15" fmla="*/ 36329 h 146043"/>
                    <a:gd name="csX16" fmla="*/ 231100 w 250319"/>
                    <a:gd name="csY16" fmla="*/ 34126 h 146043"/>
                    <a:gd name="csX17" fmla="*/ 228686 w 250319"/>
                    <a:gd name="csY17" fmla="*/ 31993 h 146043"/>
                    <a:gd name="csX18" fmla="*/ 226155 w 250319"/>
                    <a:gd name="csY18" fmla="*/ 29884 h 146043"/>
                    <a:gd name="csX19" fmla="*/ 223506 w 250319"/>
                    <a:gd name="csY19" fmla="*/ 27845 h 146043"/>
                    <a:gd name="csX20" fmla="*/ 220717 w 250319"/>
                    <a:gd name="csY20" fmla="*/ 25852 h 146043"/>
                    <a:gd name="csX21" fmla="*/ 217834 w 250319"/>
                    <a:gd name="csY21" fmla="*/ 23930 h 146043"/>
                    <a:gd name="csX22" fmla="*/ 214810 w 250319"/>
                    <a:gd name="csY22" fmla="*/ 22079 h 146043"/>
                    <a:gd name="csX23" fmla="*/ 211693 w 250319"/>
                    <a:gd name="csY23" fmla="*/ 20274 h 146043"/>
                    <a:gd name="csX24" fmla="*/ 208459 w 250319"/>
                    <a:gd name="csY24" fmla="*/ 18516 h 146043"/>
                    <a:gd name="csX25" fmla="*/ 205131 w 250319"/>
                    <a:gd name="csY25" fmla="*/ 16852 h 146043"/>
                    <a:gd name="csX26" fmla="*/ 201709 w 250319"/>
                    <a:gd name="csY26" fmla="*/ 15258 h 146043"/>
                    <a:gd name="csX27" fmla="*/ 198193 w 250319"/>
                    <a:gd name="csY27" fmla="*/ 13711 h 146043"/>
                    <a:gd name="csX28" fmla="*/ 194583 w 250319"/>
                    <a:gd name="csY28" fmla="*/ 12258 h 146043"/>
                    <a:gd name="csX29" fmla="*/ 190880 w 250319"/>
                    <a:gd name="csY29" fmla="*/ 10875 h 146043"/>
                    <a:gd name="csX30" fmla="*/ 187107 w 250319"/>
                    <a:gd name="csY30" fmla="*/ 9563 h 146043"/>
                    <a:gd name="csX31" fmla="*/ 183239 w 250319"/>
                    <a:gd name="csY31" fmla="*/ 8344 h 146043"/>
                    <a:gd name="csX32" fmla="*/ 179325 w 250319"/>
                    <a:gd name="csY32" fmla="*/ 7196 h 146043"/>
                    <a:gd name="csX33" fmla="*/ 175317 w 250319"/>
                    <a:gd name="csY33" fmla="*/ 6117 h 146043"/>
                    <a:gd name="csX34" fmla="*/ 171262 w 250319"/>
                    <a:gd name="csY34" fmla="*/ 5133 h 146043"/>
                    <a:gd name="csX35" fmla="*/ 167161 w 250319"/>
                    <a:gd name="csY35" fmla="*/ 4242 h 146043"/>
                    <a:gd name="csX36" fmla="*/ 162989 w 250319"/>
                    <a:gd name="csY36" fmla="*/ 3422 h 146043"/>
                    <a:gd name="csX37" fmla="*/ 158793 w 250319"/>
                    <a:gd name="csY37" fmla="*/ 2672 h 146043"/>
                    <a:gd name="csX38" fmla="*/ 154528 w 250319"/>
                    <a:gd name="csY38" fmla="*/ 2039 h 146043"/>
                    <a:gd name="csX39" fmla="*/ 150238 w 250319"/>
                    <a:gd name="csY39" fmla="*/ 1477 h 146043"/>
                    <a:gd name="csX40" fmla="*/ 145926 w 250319"/>
                    <a:gd name="csY40" fmla="*/ 1008 h 146043"/>
                    <a:gd name="csX41" fmla="*/ 141590 w 250319"/>
                    <a:gd name="csY41" fmla="*/ 633 h 146043"/>
                    <a:gd name="csX42" fmla="*/ 137207 w 250319"/>
                    <a:gd name="csY42" fmla="*/ 328 h 146043"/>
                    <a:gd name="csX43" fmla="*/ 132824 w 250319"/>
                    <a:gd name="csY43" fmla="*/ 141 h 146043"/>
                    <a:gd name="csX44" fmla="*/ 128441 w 250319"/>
                    <a:gd name="csY44" fmla="*/ 23 h 146043"/>
                    <a:gd name="csX45" fmla="*/ 124058 w 250319"/>
                    <a:gd name="csY45" fmla="*/ 0 h 146043"/>
                    <a:gd name="csX46" fmla="*/ 119652 w 250319"/>
                    <a:gd name="csY46" fmla="*/ 70 h 146043"/>
                    <a:gd name="csX47" fmla="*/ 115269 w 250319"/>
                    <a:gd name="csY47" fmla="*/ 234 h 146043"/>
                    <a:gd name="csX48" fmla="*/ 110909 w 250319"/>
                    <a:gd name="csY48" fmla="*/ 469 h 146043"/>
                    <a:gd name="csX49" fmla="*/ 106550 w 250319"/>
                    <a:gd name="csY49" fmla="*/ 797 h 146043"/>
                    <a:gd name="csX50" fmla="*/ 102214 w 250319"/>
                    <a:gd name="csY50" fmla="*/ 1242 h 146043"/>
                    <a:gd name="csX51" fmla="*/ 97901 w 250319"/>
                    <a:gd name="csY51" fmla="*/ 1758 h 146043"/>
                    <a:gd name="csX52" fmla="*/ 93635 w 250319"/>
                    <a:gd name="csY52" fmla="*/ 2344 h 146043"/>
                    <a:gd name="csX53" fmla="*/ 89416 w 250319"/>
                    <a:gd name="csY53" fmla="*/ 3047 h 146043"/>
                    <a:gd name="csX54" fmla="*/ 85221 w 250319"/>
                    <a:gd name="csY54" fmla="*/ 3820 h 146043"/>
                    <a:gd name="csX55" fmla="*/ 81096 w 250319"/>
                    <a:gd name="csY55" fmla="*/ 4664 h 146043"/>
                    <a:gd name="csX56" fmla="*/ 76994 w 250319"/>
                    <a:gd name="csY56" fmla="*/ 5625 h 146043"/>
                    <a:gd name="csX57" fmla="*/ 72986 w 250319"/>
                    <a:gd name="csY57" fmla="*/ 6633 h 146043"/>
                    <a:gd name="csX58" fmla="*/ 69025 w 250319"/>
                    <a:gd name="csY58" fmla="*/ 7758 h 146043"/>
                    <a:gd name="csX59" fmla="*/ 65135 w 250319"/>
                    <a:gd name="csY59" fmla="*/ 8953 h 146043"/>
                    <a:gd name="csX60" fmla="*/ 61314 w 250319"/>
                    <a:gd name="csY60" fmla="*/ 10219 h 146043"/>
                    <a:gd name="csX61" fmla="*/ 57564 w 250319"/>
                    <a:gd name="csY61" fmla="*/ 11555 h 146043"/>
                    <a:gd name="csX62" fmla="*/ 53908 w 250319"/>
                    <a:gd name="csY62" fmla="*/ 12985 h 146043"/>
                    <a:gd name="csX63" fmla="*/ 50345 w 250319"/>
                    <a:gd name="csY63" fmla="*/ 14485 h 146043"/>
                    <a:gd name="csX64" fmla="*/ 46876 w 250319"/>
                    <a:gd name="csY64" fmla="*/ 16032 h 146043"/>
                    <a:gd name="csX65" fmla="*/ 43501 w 250319"/>
                    <a:gd name="csY65" fmla="*/ 17672 h 146043"/>
                    <a:gd name="csX66" fmla="*/ 40220 w 250319"/>
                    <a:gd name="csY66" fmla="*/ 19383 h 146043"/>
                    <a:gd name="csX67" fmla="*/ 37032 w 250319"/>
                    <a:gd name="csY67" fmla="*/ 21165 h 146043"/>
                    <a:gd name="csX68" fmla="*/ 33962 w 250319"/>
                    <a:gd name="csY68" fmla="*/ 22993 h 146043"/>
                    <a:gd name="csX69" fmla="*/ 31009 w 250319"/>
                    <a:gd name="csY69" fmla="*/ 24891 h 146043"/>
                    <a:gd name="csX70" fmla="*/ 28173 w 250319"/>
                    <a:gd name="csY70" fmla="*/ 26837 h 146043"/>
                    <a:gd name="csX71" fmla="*/ 25454 w 250319"/>
                    <a:gd name="csY71" fmla="*/ 28852 h 146043"/>
                    <a:gd name="csX72" fmla="*/ 22876 w 250319"/>
                    <a:gd name="csY72" fmla="*/ 30938 h 146043"/>
                    <a:gd name="csX73" fmla="*/ 20391 w 250319"/>
                    <a:gd name="csY73" fmla="*/ 33048 h 146043"/>
                    <a:gd name="csX74" fmla="*/ 18071 w 250319"/>
                    <a:gd name="csY74" fmla="*/ 35228 h 146043"/>
                    <a:gd name="csX75" fmla="*/ 15844 w 250319"/>
                    <a:gd name="csY75" fmla="*/ 37431 h 146043"/>
                    <a:gd name="csX76" fmla="*/ 13782 w 250319"/>
                    <a:gd name="csY76" fmla="*/ 39704 h 146043"/>
                    <a:gd name="csX77" fmla="*/ 11836 w 250319"/>
                    <a:gd name="csY77" fmla="*/ 42001 h 146043"/>
                    <a:gd name="csX78" fmla="*/ 10055 w 250319"/>
                    <a:gd name="csY78" fmla="*/ 44345 h 146043"/>
                    <a:gd name="csX79" fmla="*/ 8391 w 250319"/>
                    <a:gd name="csY79" fmla="*/ 46712 h 146043"/>
                    <a:gd name="csX80" fmla="*/ 6891 w 250319"/>
                    <a:gd name="csY80" fmla="*/ 49126 h 146043"/>
                    <a:gd name="csX81" fmla="*/ 5508 w 250319"/>
                    <a:gd name="csY81" fmla="*/ 51564 h 146043"/>
                    <a:gd name="csX82" fmla="*/ 4289 w 250319"/>
                    <a:gd name="csY82" fmla="*/ 54025 h 146043"/>
                    <a:gd name="csX83" fmla="*/ 3234 w 250319"/>
                    <a:gd name="csY83" fmla="*/ 56509 h 146043"/>
                    <a:gd name="csX84" fmla="*/ 2320 w 250319"/>
                    <a:gd name="csY84" fmla="*/ 59017 h 146043"/>
                    <a:gd name="csX85" fmla="*/ 1547 w 250319"/>
                    <a:gd name="csY85" fmla="*/ 61525 h 146043"/>
                    <a:gd name="csX86" fmla="*/ 938 w 250319"/>
                    <a:gd name="csY86" fmla="*/ 64080 h 146043"/>
                    <a:gd name="csX87" fmla="*/ 469 w 250319"/>
                    <a:gd name="csY87" fmla="*/ 66611 h 146043"/>
                    <a:gd name="csX88" fmla="*/ 164 w 250319"/>
                    <a:gd name="csY88" fmla="*/ 69166 h 146043"/>
                    <a:gd name="csX89" fmla="*/ 0 w 250319"/>
                    <a:gd name="csY89" fmla="*/ 71744 h 146043"/>
                    <a:gd name="csX90" fmla="*/ 0 w 250319"/>
                    <a:gd name="csY90" fmla="*/ 74299 h 146043"/>
                    <a:gd name="csX91" fmla="*/ 164 w 250319"/>
                    <a:gd name="csY91" fmla="*/ 76854 h 146043"/>
                    <a:gd name="csX92" fmla="*/ 469 w 250319"/>
                    <a:gd name="csY92" fmla="*/ 79408 h 146043"/>
                    <a:gd name="csX93" fmla="*/ 938 w 250319"/>
                    <a:gd name="csY93" fmla="*/ 81963 h 146043"/>
                    <a:gd name="csX94" fmla="*/ 1547 w 250319"/>
                    <a:gd name="csY94" fmla="*/ 84494 h 146043"/>
                    <a:gd name="csX95" fmla="*/ 2320 w 250319"/>
                    <a:gd name="csY95" fmla="*/ 87026 h 146043"/>
                    <a:gd name="csX96" fmla="*/ 3234 w 250319"/>
                    <a:gd name="csY96" fmla="*/ 89534 h 146043"/>
                    <a:gd name="csX97" fmla="*/ 4289 w 250319"/>
                    <a:gd name="csY97" fmla="*/ 92018 h 146043"/>
                    <a:gd name="csX98" fmla="*/ 5508 w 250319"/>
                    <a:gd name="csY98" fmla="*/ 94479 h 146043"/>
                    <a:gd name="csX99" fmla="*/ 6891 w 250319"/>
                    <a:gd name="csY99" fmla="*/ 96917 h 146043"/>
                    <a:gd name="csX100" fmla="*/ 8391 w 250319"/>
                    <a:gd name="csY100" fmla="*/ 99331 h 146043"/>
                    <a:gd name="csX101" fmla="*/ 10055 w 250319"/>
                    <a:gd name="csY101" fmla="*/ 101698 h 146043"/>
                    <a:gd name="csX102" fmla="*/ 11836 w 250319"/>
                    <a:gd name="csY102" fmla="*/ 104042 h 146043"/>
                    <a:gd name="csX103" fmla="*/ 13782 w 250319"/>
                    <a:gd name="csY103" fmla="*/ 106339 h 146043"/>
                    <a:gd name="csX104" fmla="*/ 15844 w 250319"/>
                    <a:gd name="csY104" fmla="*/ 108589 h 146043"/>
                    <a:gd name="csX105" fmla="*/ 18071 w 250319"/>
                    <a:gd name="csY105" fmla="*/ 110815 h 146043"/>
                    <a:gd name="csX106" fmla="*/ 20391 w 250319"/>
                    <a:gd name="csY106" fmla="*/ 112995 h 146043"/>
                    <a:gd name="csX107" fmla="*/ 22876 w 250319"/>
                    <a:gd name="csY107" fmla="*/ 115105 h 146043"/>
                    <a:gd name="csX108" fmla="*/ 25454 w 250319"/>
                    <a:gd name="csY108" fmla="*/ 117167 h 146043"/>
                    <a:gd name="csX109" fmla="*/ 28173 w 250319"/>
                    <a:gd name="csY109" fmla="*/ 119183 h 146043"/>
                    <a:gd name="csX110" fmla="*/ 31009 w 250319"/>
                    <a:gd name="csY110" fmla="*/ 121152 h 146043"/>
                    <a:gd name="csX111" fmla="*/ 33962 w 250319"/>
                    <a:gd name="csY111" fmla="*/ 123050 h 146043"/>
                    <a:gd name="csX112" fmla="*/ 37032 w 250319"/>
                    <a:gd name="csY112" fmla="*/ 124878 h 146043"/>
                    <a:gd name="csX113" fmla="*/ 40220 w 250319"/>
                    <a:gd name="csY113" fmla="*/ 126660 h 146043"/>
                    <a:gd name="csX114" fmla="*/ 43501 w 250319"/>
                    <a:gd name="csY114" fmla="*/ 128347 h 146043"/>
                    <a:gd name="csX115" fmla="*/ 46876 w 250319"/>
                    <a:gd name="csY115" fmla="*/ 129988 h 146043"/>
                    <a:gd name="csX116" fmla="*/ 50345 w 250319"/>
                    <a:gd name="csY116" fmla="*/ 131558 h 146043"/>
                    <a:gd name="csX117" fmla="*/ 53908 w 250319"/>
                    <a:gd name="csY117" fmla="*/ 133058 h 146043"/>
                    <a:gd name="csX118" fmla="*/ 57564 w 250319"/>
                    <a:gd name="csY118" fmla="*/ 134488 h 146043"/>
                    <a:gd name="csX119" fmla="*/ 61314 w 250319"/>
                    <a:gd name="csY119" fmla="*/ 135824 h 146043"/>
                    <a:gd name="csX120" fmla="*/ 65135 w 250319"/>
                    <a:gd name="csY120" fmla="*/ 137090 h 146043"/>
                    <a:gd name="csX121" fmla="*/ 69025 w 250319"/>
                    <a:gd name="csY121" fmla="*/ 138285 h 146043"/>
                    <a:gd name="csX122" fmla="*/ 72986 w 250319"/>
                    <a:gd name="csY122" fmla="*/ 139387 h 146043"/>
                    <a:gd name="csX123" fmla="*/ 76994 w 250319"/>
                    <a:gd name="csY123" fmla="*/ 140418 h 146043"/>
                    <a:gd name="csX124" fmla="*/ 81096 w 250319"/>
                    <a:gd name="csY124" fmla="*/ 141355 h 146043"/>
                    <a:gd name="csX125" fmla="*/ 85221 w 250319"/>
                    <a:gd name="csY125" fmla="*/ 142223 h 146043"/>
                    <a:gd name="csX126" fmla="*/ 89416 w 250319"/>
                    <a:gd name="csY126" fmla="*/ 142996 h 146043"/>
                    <a:gd name="csX127" fmla="*/ 93635 w 250319"/>
                    <a:gd name="csY127" fmla="*/ 143676 h 146043"/>
                    <a:gd name="csX128" fmla="*/ 97901 w 250319"/>
                    <a:gd name="csY128" fmla="*/ 144285 h 146043"/>
                    <a:gd name="csX129" fmla="*/ 102214 w 250319"/>
                    <a:gd name="csY129" fmla="*/ 144801 h 146043"/>
                    <a:gd name="csX130" fmla="*/ 106550 w 250319"/>
                    <a:gd name="csY130" fmla="*/ 145223 h 146043"/>
                    <a:gd name="csX131" fmla="*/ 110909 w 250319"/>
                    <a:gd name="csY131" fmla="*/ 145574 h 146043"/>
                    <a:gd name="csX132" fmla="*/ 115269 w 250319"/>
                    <a:gd name="csY132" fmla="*/ 145809 h 146043"/>
                    <a:gd name="csX133" fmla="*/ 119652 w 250319"/>
                    <a:gd name="csY133" fmla="*/ 145973 h 146043"/>
                    <a:gd name="csX134" fmla="*/ 124058 w 250319"/>
                    <a:gd name="csY134" fmla="*/ 146043 h 146043"/>
                    <a:gd name="csX135" fmla="*/ 128441 w 250319"/>
                    <a:gd name="csY135" fmla="*/ 146020 h 146043"/>
                    <a:gd name="csX136" fmla="*/ 132824 w 250319"/>
                    <a:gd name="csY136" fmla="*/ 145902 h 146043"/>
                    <a:gd name="csX137" fmla="*/ 137207 w 250319"/>
                    <a:gd name="csY137" fmla="*/ 145691 h 146043"/>
                    <a:gd name="csX138" fmla="*/ 141590 w 250319"/>
                    <a:gd name="csY138" fmla="*/ 145410 h 146043"/>
                    <a:gd name="csX139" fmla="*/ 145926 w 250319"/>
                    <a:gd name="csY139" fmla="*/ 145035 h 146043"/>
                    <a:gd name="csX140" fmla="*/ 150238 w 250319"/>
                    <a:gd name="csY140" fmla="*/ 144566 h 146043"/>
                    <a:gd name="csX141" fmla="*/ 154528 w 250319"/>
                    <a:gd name="csY141" fmla="*/ 144004 h 146043"/>
                    <a:gd name="csX142" fmla="*/ 158793 w 250319"/>
                    <a:gd name="csY142" fmla="*/ 143348 h 146043"/>
                    <a:gd name="csX143" fmla="*/ 162989 w 250319"/>
                    <a:gd name="csY143" fmla="*/ 142621 h 146043"/>
                    <a:gd name="csX144" fmla="*/ 167161 w 250319"/>
                    <a:gd name="csY144" fmla="*/ 141801 h 146043"/>
                    <a:gd name="csX145" fmla="*/ 171262 w 250319"/>
                    <a:gd name="csY145" fmla="*/ 140910 h 146043"/>
                    <a:gd name="csX146" fmla="*/ 175317 w 250319"/>
                    <a:gd name="csY146" fmla="*/ 139926 h 146043"/>
                    <a:gd name="csX147" fmla="*/ 179325 w 250319"/>
                    <a:gd name="csY147" fmla="*/ 138848 h 146043"/>
                    <a:gd name="csX148" fmla="*/ 183239 w 250319"/>
                    <a:gd name="csY148" fmla="*/ 137699 h 146043"/>
                    <a:gd name="csX149" fmla="*/ 187107 w 250319"/>
                    <a:gd name="csY149" fmla="*/ 136457 h 146043"/>
                    <a:gd name="csX150" fmla="*/ 190880 w 250319"/>
                    <a:gd name="csY150" fmla="*/ 135168 h 146043"/>
                    <a:gd name="csX151" fmla="*/ 194583 w 250319"/>
                    <a:gd name="csY151" fmla="*/ 133785 h 146043"/>
                    <a:gd name="csX152" fmla="*/ 198193 w 250319"/>
                    <a:gd name="csY152" fmla="*/ 132308 h 146043"/>
                    <a:gd name="csX153" fmla="*/ 201709 w 250319"/>
                    <a:gd name="csY153" fmla="*/ 130785 h 146043"/>
                    <a:gd name="csX154" fmla="*/ 205131 w 250319"/>
                    <a:gd name="csY154" fmla="*/ 129191 h 146043"/>
                    <a:gd name="csX155" fmla="*/ 208459 w 250319"/>
                    <a:gd name="csY155" fmla="*/ 127503 h 146043"/>
                    <a:gd name="csX156" fmla="*/ 211693 w 250319"/>
                    <a:gd name="csY156" fmla="*/ 125769 h 146043"/>
                    <a:gd name="csX157" fmla="*/ 214810 w 250319"/>
                    <a:gd name="csY157" fmla="*/ 123964 h 146043"/>
                    <a:gd name="csX158" fmla="*/ 217834 w 250319"/>
                    <a:gd name="csY158" fmla="*/ 122089 h 146043"/>
                    <a:gd name="csX159" fmla="*/ 220717 w 250319"/>
                    <a:gd name="csY159" fmla="*/ 120167 h 146043"/>
                    <a:gd name="csX160" fmla="*/ 223506 w 250319"/>
                    <a:gd name="csY160" fmla="*/ 118175 h 146043"/>
                    <a:gd name="csX161" fmla="*/ 226155 w 250319"/>
                    <a:gd name="csY161" fmla="*/ 116136 h 146043"/>
                    <a:gd name="csX162" fmla="*/ 228686 w 250319"/>
                    <a:gd name="csY162" fmla="*/ 114050 h 146043"/>
                    <a:gd name="csX163" fmla="*/ 231100 w 250319"/>
                    <a:gd name="csY163" fmla="*/ 111917 h 146043"/>
                    <a:gd name="csX164" fmla="*/ 233373 w 250319"/>
                    <a:gd name="csY164" fmla="*/ 109714 h 146043"/>
                    <a:gd name="csX165" fmla="*/ 235506 w 250319"/>
                    <a:gd name="csY165" fmla="*/ 107464 h 146043"/>
                    <a:gd name="csX166" fmla="*/ 237499 w 250319"/>
                    <a:gd name="csY166" fmla="*/ 105190 h 146043"/>
                    <a:gd name="csX167" fmla="*/ 239374 w 250319"/>
                    <a:gd name="csY167" fmla="*/ 102870 h 146043"/>
                    <a:gd name="csX168" fmla="*/ 241108 w 250319"/>
                    <a:gd name="csY168" fmla="*/ 100526 h 146043"/>
                    <a:gd name="csX169" fmla="*/ 242678 w 250319"/>
                    <a:gd name="csY169" fmla="*/ 98135 h 146043"/>
                    <a:gd name="csX170" fmla="*/ 244132 w 250319"/>
                    <a:gd name="csY170" fmla="*/ 95698 h 146043"/>
                    <a:gd name="csX171" fmla="*/ 245421 w 250319"/>
                    <a:gd name="csY171" fmla="*/ 93260 h 146043"/>
                    <a:gd name="csX172" fmla="*/ 246546 w 250319"/>
                    <a:gd name="csY172" fmla="*/ 90776 h 146043"/>
                    <a:gd name="csX173" fmla="*/ 247554 w 250319"/>
                    <a:gd name="csY173" fmla="*/ 88291 h 146043"/>
                    <a:gd name="csX174" fmla="*/ 248397 w 250319"/>
                    <a:gd name="csY174" fmla="*/ 85760 h 146043"/>
                    <a:gd name="csX175" fmla="*/ 249077 w 250319"/>
                    <a:gd name="csY175" fmla="*/ 83229 h 146043"/>
                    <a:gd name="csX176" fmla="*/ 249616 w 250319"/>
                    <a:gd name="csY176" fmla="*/ 80697 h 146043"/>
                    <a:gd name="csX177" fmla="*/ 250015 w 250319"/>
                    <a:gd name="csY177" fmla="*/ 78143 h 146043"/>
                    <a:gd name="csX178" fmla="*/ 250249 w 250319"/>
                    <a:gd name="csY178" fmla="*/ 75588 h 14604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  <a:cxn ang="0">
                      <a:pos x="csX71" y="csY71"/>
                    </a:cxn>
                    <a:cxn ang="0">
                      <a:pos x="csX72" y="csY72"/>
                    </a:cxn>
                    <a:cxn ang="0">
                      <a:pos x="csX73" y="csY73"/>
                    </a:cxn>
                    <a:cxn ang="0">
                      <a:pos x="csX74" y="csY74"/>
                    </a:cxn>
                    <a:cxn ang="0">
                      <a:pos x="csX75" y="csY75"/>
                    </a:cxn>
                    <a:cxn ang="0">
                      <a:pos x="csX76" y="csY76"/>
                    </a:cxn>
                    <a:cxn ang="0">
                      <a:pos x="csX77" y="csY77"/>
                    </a:cxn>
                    <a:cxn ang="0">
                      <a:pos x="csX78" y="csY78"/>
                    </a:cxn>
                    <a:cxn ang="0">
                      <a:pos x="csX79" y="csY79"/>
                    </a:cxn>
                    <a:cxn ang="0">
                      <a:pos x="csX80" y="csY80"/>
                    </a:cxn>
                    <a:cxn ang="0">
                      <a:pos x="csX81" y="csY81"/>
                    </a:cxn>
                    <a:cxn ang="0">
                      <a:pos x="csX82" y="csY82"/>
                    </a:cxn>
                    <a:cxn ang="0">
                      <a:pos x="csX83" y="csY83"/>
                    </a:cxn>
                    <a:cxn ang="0">
                      <a:pos x="csX84" y="csY84"/>
                    </a:cxn>
                    <a:cxn ang="0">
                      <a:pos x="csX85" y="csY85"/>
                    </a:cxn>
                    <a:cxn ang="0">
                      <a:pos x="csX86" y="csY86"/>
                    </a:cxn>
                    <a:cxn ang="0">
                      <a:pos x="csX87" y="csY87"/>
                    </a:cxn>
                    <a:cxn ang="0">
                      <a:pos x="csX88" y="csY88"/>
                    </a:cxn>
                    <a:cxn ang="0">
                      <a:pos x="csX89" y="csY89"/>
                    </a:cxn>
                    <a:cxn ang="0">
                      <a:pos x="csX90" y="csY90"/>
                    </a:cxn>
                    <a:cxn ang="0">
                      <a:pos x="csX91" y="csY91"/>
                    </a:cxn>
                    <a:cxn ang="0">
                      <a:pos x="csX92" y="csY92"/>
                    </a:cxn>
                    <a:cxn ang="0">
                      <a:pos x="csX93" y="csY93"/>
                    </a:cxn>
                    <a:cxn ang="0">
                      <a:pos x="csX94" y="csY94"/>
                    </a:cxn>
                    <a:cxn ang="0">
                      <a:pos x="csX95" y="csY95"/>
                    </a:cxn>
                    <a:cxn ang="0">
                      <a:pos x="csX96" y="csY96"/>
                    </a:cxn>
                    <a:cxn ang="0">
                      <a:pos x="csX97" y="csY97"/>
                    </a:cxn>
                    <a:cxn ang="0">
                      <a:pos x="csX98" y="csY98"/>
                    </a:cxn>
                    <a:cxn ang="0">
                      <a:pos x="csX99" y="csY99"/>
                    </a:cxn>
                    <a:cxn ang="0">
                      <a:pos x="csX100" y="csY100"/>
                    </a:cxn>
                    <a:cxn ang="0">
                      <a:pos x="csX101" y="csY101"/>
                    </a:cxn>
                    <a:cxn ang="0">
                      <a:pos x="csX102" y="csY102"/>
                    </a:cxn>
                    <a:cxn ang="0">
                      <a:pos x="csX103" y="csY103"/>
                    </a:cxn>
                    <a:cxn ang="0">
                      <a:pos x="csX104" y="csY104"/>
                    </a:cxn>
                    <a:cxn ang="0">
                      <a:pos x="csX105" y="csY105"/>
                    </a:cxn>
                    <a:cxn ang="0">
                      <a:pos x="csX106" y="csY106"/>
                    </a:cxn>
                    <a:cxn ang="0">
                      <a:pos x="csX107" y="csY107"/>
                    </a:cxn>
                    <a:cxn ang="0">
                      <a:pos x="csX108" y="csY108"/>
                    </a:cxn>
                    <a:cxn ang="0">
                      <a:pos x="csX109" y="csY109"/>
                    </a:cxn>
                    <a:cxn ang="0">
                      <a:pos x="csX110" y="csY110"/>
                    </a:cxn>
                    <a:cxn ang="0">
                      <a:pos x="csX111" y="csY111"/>
                    </a:cxn>
                    <a:cxn ang="0">
                      <a:pos x="csX112" y="csY112"/>
                    </a:cxn>
                    <a:cxn ang="0">
                      <a:pos x="csX113" y="csY113"/>
                    </a:cxn>
                    <a:cxn ang="0">
                      <a:pos x="csX114" y="csY114"/>
                    </a:cxn>
                    <a:cxn ang="0">
                      <a:pos x="csX115" y="csY115"/>
                    </a:cxn>
                    <a:cxn ang="0">
                      <a:pos x="csX116" y="csY116"/>
                    </a:cxn>
                    <a:cxn ang="0">
                      <a:pos x="csX117" y="csY117"/>
                    </a:cxn>
                    <a:cxn ang="0">
                      <a:pos x="csX118" y="csY118"/>
                    </a:cxn>
                    <a:cxn ang="0">
                      <a:pos x="csX119" y="csY119"/>
                    </a:cxn>
                    <a:cxn ang="0">
                      <a:pos x="csX120" y="csY120"/>
                    </a:cxn>
                    <a:cxn ang="0">
                      <a:pos x="csX121" y="csY121"/>
                    </a:cxn>
                    <a:cxn ang="0">
                      <a:pos x="csX122" y="csY122"/>
                    </a:cxn>
                    <a:cxn ang="0">
                      <a:pos x="csX123" y="csY123"/>
                    </a:cxn>
                    <a:cxn ang="0">
                      <a:pos x="csX124" y="csY124"/>
                    </a:cxn>
                    <a:cxn ang="0">
                      <a:pos x="csX125" y="csY125"/>
                    </a:cxn>
                    <a:cxn ang="0">
                      <a:pos x="csX126" y="csY126"/>
                    </a:cxn>
                    <a:cxn ang="0">
                      <a:pos x="csX127" y="csY127"/>
                    </a:cxn>
                    <a:cxn ang="0">
                      <a:pos x="csX128" y="csY128"/>
                    </a:cxn>
                    <a:cxn ang="0">
                      <a:pos x="csX129" y="csY129"/>
                    </a:cxn>
                    <a:cxn ang="0">
                      <a:pos x="csX130" y="csY130"/>
                    </a:cxn>
                    <a:cxn ang="0">
                      <a:pos x="csX131" y="csY131"/>
                    </a:cxn>
                    <a:cxn ang="0">
                      <a:pos x="csX132" y="csY132"/>
                    </a:cxn>
                    <a:cxn ang="0">
                      <a:pos x="csX133" y="csY133"/>
                    </a:cxn>
                    <a:cxn ang="0">
                      <a:pos x="csX134" y="csY134"/>
                    </a:cxn>
                    <a:cxn ang="0">
                      <a:pos x="csX135" y="csY135"/>
                    </a:cxn>
                    <a:cxn ang="0">
                      <a:pos x="csX136" y="csY136"/>
                    </a:cxn>
                    <a:cxn ang="0">
                      <a:pos x="csX137" y="csY137"/>
                    </a:cxn>
                    <a:cxn ang="0">
                      <a:pos x="csX138" y="csY138"/>
                    </a:cxn>
                    <a:cxn ang="0">
                      <a:pos x="csX139" y="csY139"/>
                    </a:cxn>
                    <a:cxn ang="0">
                      <a:pos x="csX140" y="csY140"/>
                    </a:cxn>
                    <a:cxn ang="0">
                      <a:pos x="csX141" y="csY141"/>
                    </a:cxn>
                    <a:cxn ang="0">
                      <a:pos x="csX142" y="csY142"/>
                    </a:cxn>
                    <a:cxn ang="0">
                      <a:pos x="csX143" y="csY143"/>
                    </a:cxn>
                    <a:cxn ang="0">
                      <a:pos x="csX144" y="csY144"/>
                    </a:cxn>
                    <a:cxn ang="0">
                      <a:pos x="csX145" y="csY145"/>
                    </a:cxn>
                    <a:cxn ang="0">
                      <a:pos x="csX146" y="csY146"/>
                    </a:cxn>
                    <a:cxn ang="0">
                      <a:pos x="csX147" y="csY147"/>
                    </a:cxn>
                    <a:cxn ang="0">
                      <a:pos x="csX148" y="csY148"/>
                    </a:cxn>
                    <a:cxn ang="0">
                      <a:pos x="csX149" y="csY149"/>
                    </a:cxn>
                    <a:cxn ang="0">
                      <a:pos x="csX150" y="csY150"/>
                    </a:cxn>
                    <a:cxn ang="0">
                      <a:pos x="csX151" y="csY151"/>
                    </a:cxn>
                    <a:cxn ang="0">
                      <a:pos x="csX152" y="csY152"/>
                    </a:cxn>
                    <a:cxn ang="0">
                      <a:pos x="csX153" y="csY153"/>
                    </a:cxn>
                    <a:cxn ang="0">
                      <a:pos x="csX154" y="csY154"/>
                    </a:cxn>
                    <a:cxn ang="0">
                      <a:pos x="csX155" y="csY155"/>
                    </a:cxn>
                    <a:cxn ang="0">
                      <a:pos x="csX156" y="csY156"/>
                    </a:cxn>
                    <a:cxn ang="0">
                      <a:pos x="csX157" y="csY157"/>
                    </a:cxn>
                    <a:cxn ang="0">
                      <a:pos x="csX158" y="csY158"/>
                    </a:cxn>
                    <a:cxn ang="0">
                      <a:pos x="csX159" y="csY159"/>
                    </a:cxn>
                    <a:cxn ang="0">
                      <a:pos x="csX160" y="csY160"/>
                    </a:cxn>
                    <a:cxn ang="0">
                      <a:pos x="csX161" y="csY161"/>
                    </a:cxn>
                    <a:cxn ang="0">
                      <a:pos x="csX162" y="csY162"/>
                    </a:cxn>
                    <a:cxn ang="0">
                      <a:pos x="csX163" y="csY163"/>
                    </a:cxn>
                    <a:cxn ang="0">
                      <a:pos x="csX164" y="csY164"/>
                    </a:cxn>
                    <a:cxn ang="0">
                      <a:pos x="csX165" y="csY165"/>
                    </a:cxn>
                    <a:cxn ang="0">
                      <a:pos x="csX166" y="csY166"/>
                    </a:cxn>
                    <a:cxn ang="0">
                      <a:pos x="csX167" y="csY167"/>
                    </a:cxn>
                    <a:cxn ang="0">
                      <a:pos x="csX168" y="csY168"/>
                    </a:cxn>
                    <a:cxn ang="0">
                      <a:pos x="csX169" y="csY169"/>
                    </a:cxn>
                    <a:cxn ang="0">
                      <a:pos x="csX170" y="csY170"/>
                    </a:cxn>
                    <a:cxn ang="0">
                      <a:pos x="csX171" y="csY171"/>
                    </a:cxn>
                    <a:cxn ang="0">
                      <a:pos x="csX172" y="csY172"/>
                    </a:cxn>
                    <a:cxn ang="0">
                      <a:pos x="csX173" y="csY173"/>
                    </a:cxn>
                    <a:cxn ang="0">
                      <a:pos x="csX174" y="csY174"/>
                    </a:cxn>
                    <a:cxn ang="0">
                      <a:pos x="csX175" y="csY175"/>
                    </a:cxn>
                    <a:cxn ang="0">
                      <a:pos x="csX176" y="csY176"/>
                    </a:cxn>
                    <a:cxn ang="0">
                      <a:pos x="csX177" y="csY177"/>
                    </a:cxn>
                    <a:cxn ang="0">
                      <a:pos x="csX178" y="csY178"/>
                    </a:cxn>
                  </a:cxnLst>
                  <a:rect l="l" t="t" r="r" b="b"/>
                  <a:pathLst>
                    <a:path w="250319" h="146043">
                      <a:moveTo>
                        <a:pt x="250319" y="73010"/>
                      </a:moveTo>
                      <a:lnTo>
                        <a:pt x="250249" y="70455"/>
                      </a:lnTo>
                      <a:lnTo>
                        <a:pt x="250015" y="67900"/>
                      </a:lnTo>
                      <a:lnTo>
                        <a:pt x="249616" y="65346"/>
                      </a:lnTo>
                      <a:lnTo>
                        <a:pt x="249077" y="62791"/>
                      </a:lnTo>
                      <a:lnTo>
                        <a:pt x="248397" y="60259"/>
                      </a:lnTo>
                      <a:lnTo>
                        <a:pt x="247554" y="57752"/>
                      </a:lnTo>
                      <a:lnTo>
                        <a:pt x="246546" y="55244"/>
                      </a:lnTo>
                      <a:lnTo>
                        <a:pt x="245421" y="52783"/>
                      </a:lnTo>
                      <a:lnTo>
                        <a:pt x="244132" y="50322"/>
                      </a:lnTo>
                      <a:lnTo>
                        <a:pt x="242678" y="47908"/>
                      </a:lnTo>
                      <a:lnTo>
                        <a:pt x="241108" y="45517"/>
                      </a:lnTo>
                      <a:lnTo>
                        <a:pt x="239374" y="43150"/>
                      </a:lnTo>
                      <a:lnTo>
                        <a:pt x="237499" y="40829"/>
                      </a:lnTo>
                      <a:lnTo>
                        <a:pt x="235506" y="38556"/>
                      </a:lnTo>
                      <a:lnTo>
                        <a:pt x="233373" y="36329"/>
                      </a:lnTo>
                      <a:lnTo>
                        <a:pt x="231100" y="34126"/>
                      </a:lnTo>
                      <a:lnTo>
                        <a:pt x="228686" y="31993"/>
                      </a:lnTo>
                      <a:lnTo>
                        <a:pt x="226155" y="29884"/>
                      </a:lnTo>
                      <a:lnTo>
                        <a:pt x="223506" y="27845"/>
                      </a:lnTo>
                      <a:lnTo>
                        <a:pt x="220717" y="25852"/>
                      </a:lnTo>
                      <a:lnTo>
                        <a:pt x="217834" y="23930"/>
                      </a:lnTo>
                      <a:lnTo>
                        <a:pt x="214810" y="22079"/>
                      </a:lnTo>
                      <a:lnTo>
                        <a:pt x="211693" y="20274"/>
                      </a:lnTo>
                      <a:lnTo>
                        <a:pt x="208459" y="18516"/>
                      </a:lnTo>
                      <a:lnTo>
                        <a:pt x="205131" y="16852"/>
                      </a:lnTo>
                      <a:lnTo>
                        <a:pt x="201709" y="15258"/>
                      </a:lnTo>
                      <a:lnTo>
                        <a:pt x="198193" y="13711"/>
                      </a:lnTo>
                      <a:lnTo>
                        <a:pt x="194583" y="12258"/>
                      </a:lnTo>
                      <a:lnTo>
                        <a:pt x="190880" y="10875"/>
                      </a:lnTo>
                      <a:lnTo>
                        <a:pt x="187107" y="9563"/>
                      </a:lnTo>
                      <a:lnTo>
                        <a:pt x="183239" y="8344"/>
                      </a:lnTo>
                      <a:lnTo>
                        <a:pt x="179325" y="7196"/>
                      </a:lnTo>
                      <a:lnTo>
                        <a:pt x="175317" y="6117"/>
                      </a:lnTo>
                      <a:lnTo>
                        <a:pt x="171262" y="5133"/>
                      </a:lnTo>
                      <a:lnTo>
                        <a:pt x="167161" y="4242"/>
                      </a:lnTo>
                      <a:lnTo>
                        <a:pt x="162989" y="3422"/>
                      </a:lnTo>
                      <a:lnTo>
                        <a:pt x="158793" y="2672"/>
                      </a:lnTo>
                      <a:lnTo>
                        <a:pt x="154528" y="2039"/>
                      </a:lnTo>
                      <a:lnTo>
                        <a:pt x="150238" y="1477"/>
                      </a:lnTo>
                      <a:lnTo>
                        <a:pt x="145926" y="1008"/>
                      </a:lnTo>
                      <a:lnTo>
                        <a:pt x="141590" y="633"/>
                      </a:lnTo>
                      <a:lnTo>
                        <a:pt x="137207" y="328"/>
                      </a:lnTo>
                      <a:lnTo>
                        <a:pt x="132824" y="141"/>
                      </a:lnTo>
                      <a:lnTo>
                        <a:pt x="128441" y="23"/>
                      </a:lnTo>
                      <a:lnTo>
                        <a:pt x="124058" y="0"/>
                      </a:lnTo>
                      <a:lnTo>
                        <a:pt x="119652" y="70"/>
                      </a:lnTo>
                      <a:lnTo>
                        <a:pt x="115269" y="234"/>
                      </a:lnTo>
                      <a:lnTo>
                        <a:pt x="110909" y="469"/>
                      </a:lnTo>
                      <a:lnTo>
                        <a:pt x="106550" y="797"/>
                      </a:lnTo>
                      <a:lnTo>
                        <a:pt x="102214" y="1242"/>
                      </a:lnTo>
                      <a:lnTo>
                        <a:pt x="97901" y="1758"/>
                      </a:lnTo>
                      <a:lnTo>
                        <a:pt x="93635" y="2344"/>
                      </a:lnTo>
                      <a:lnTo>
                        <a:pt x="89416" y="3047"/>
                      </a:lnTo>
                      <a:lnTo>
                        <a:pt x="85221" y="3820"/>
                      </a:lnTo>
                      <a:lnTo>
                        <a:pt x="81096" y="4664"/>
                      </a:lnTo>
                      <a:lnTo>
                        <a:pt x="76994" y="5625"/>
                      </a:lnTo>
                      <a:lnTo>
                        <a:pt x="72986" y="6633"/>
                      </a:lnTo>
                      <a:lnTo>
                        <a:pt x="69025" y="7758"/>
                      </a:lnTo>
                      <a:lnTo>
                        <a:pt x="65135" y="8953"/>
                      </a:lnTo>
                      <a:lnTo>
                        <a:pt x="61314" y="10219"/>
                      </a:lnTo>
                      <a:lnTo>
                        <a:pt x="57564" y="11555"/>
                      </a:lnTo>
                      <a:lnTo>
                        <a:pt x="53908" y="12985"/>
                      </a:lnTo>
                      <a:lnTo>
                        <a:pt x="50345" y="14485"/>
                      </a:lnTo>
                      <a:lnTo>
                        <a:pt x="46876" y="16032"/>
                      </a:lnTo>
                      <a:lnTo>
                        <a:pt x="43501" y="17672"/>
                      </a:lnTo>
                      <a:lnTo>
                        <a:pt x="40220" y="19383"/>
                      </a:lnTo>
                      <a:lnTo>
                        <a:pt x="37032" y="21165"/>
                      </a:lnTo>
                      <a:lnTo>
                        <a:pt x="33962" y="22993"/>
                      </a:lnTo>
                      <a:lnTo>
                        <a:pt x="31009" y="24891"/>
                      </a:lnTo>
                      <a:lnTo>
                        <a:pt x="28173" y="26837"/>
                      </a:lnTo>
                      <a:lnTo>
                        <a:pt x="25454" y="28852"/>
                      </a:lnTo>
                      <a:lnTo>
                        <a:pt x="22876" y="30938"/>
                      </a:lnTo>
                      <a:lnTo>
                        <a:pt x="20391" y="33048"/>
                      </a:lnTo>
                      <a:lnTo>
                        <a:pt x="18071" y="35228"/>
                      </a:lnTo>
                      <a:lnTo>
                        <a:pt x="15844" y="37431"/>
                      </a:lnTo>
                      <a:lnTo>
                        <a:pt x="13782" y="39704"/>
                      </a:lnTo>
                      <a:lnTo>
                        <a:pt x="11836" y="42001"/>
                      </a:lnTo>
                      <a:lnTo>
                        <a:pt x="10055" y="44345"/>
                      </a:lnTo>
                      <a:lnTo>
                        <a:pt x="8391" y="46712"/>
                      </a:lnTo>
                      <a:lnTo>
                        <a:pt x="6891" y="49126"/>
                      </a:lnTo>
                      <a:lnTo>
                        <a:pt x="5508" y="51564"/>
                      </a:lnTo>
                      <a:lnTo>
                        <a:pt x="4289" y="54025"/>
                      </a:lnTo>
                      <a:lnTo>
                        <a:pt x="3234" y="56509"/>
                      </a:lnTo>
                      <a:lnTo>
                        <a:pt x="2320" y="59017"/>
                      </a:lnTo>
                      <a:lnTo>
                        <a:pt x="1547" y="61525"/>
                      </a:lnTo>
                      <a:lnTo>
                        <a:pt x="938" y="64080"/>
                      </a:lnTo>
                      <a:lnTo>
                        <a:pt x="469" y="66611"/>
                      </a:lnTo>
                      <a:lnTo>
                        <a:pt x="164" y="69166"/>
                      </a:lnTo>
                      <a:lnTo>
                        <a:pt x="0" y="71744"/>
                      </a:lnTo>
                      <a:lnTo>
                        <a:pt x="0" y="74299"/>
                      </a:lnTo>
                      <a:lnTo>
                        <a:pt x="164" y="76854"/>
                      </a:lnTo>
                      <a:lnTo>
                        <a:pt x="469" y="79408"/>
                      </a:lnTo>
                      <a:lnTo>
                        <a:pt x="938" y="81963"/>
                      </a:lnTo>
                      <a:lnTo>
                        <a:pt x="1547" y="84494"/>
                      </a:lnTo>
                      <a:lnTo>
                        <a:pt x="2320" y="87026"/>
                      </a:lnTo>
                      <a:lnTo>
                        <a:pt x="3234" y="89534"/>
                      </a:lnTo>
                      <a:lnTo>
                        <a:pt x="4289" y="92018"/>
                      </a:lnTo>
                      <a:lnTo>
                        <a:pt x="5508" y="94479"/>
                      </a:lnTo>
                      <a:lnTo>
                        <a:pt x="6891" y="96917"/>
                      </a:lnTo>
                      <a:lnTo>
                        <a:pt x="8391" y="99331"/>
                      </a:lnTo>
                      <a:lnTo>
                        <a:pt x="10055" y="101698"/>
                      </a:lnTo>
                      <a:lnTo>
                        <a:pt x="11836" y="104042"/>
                      </a:lnTo>
                      <a:lnTo>
                        <a:pt x="13782" y="106339"/>
                      </a:lnTo>
                      <a:lnTo>
                        <a:pt x="15844" y="108589"/>
                      </a:lnTo>
                      <a:lnTo>
                        <a:pt x="18071" y="110815"/>
                      </a:lnTo>
                      <a:lnTo>
                        <a:pt x="20391" y="112995"/>
                      </a:lnTo>
                      <a:lnTo>
                        <a:pt x="22876" y="115105"/>
                      </a:lnTo>
                      <a:lnTo>
                        <a:pt x="25454" y="117167"/>
                      </a:lnTo>
                      <a:lnTo>
                        <a:pt x="28173" y="119183"/>
                      </a:lnTo>
                      <a:lnTo>
                        <a:pt x="31009" y="121152"/>
                      </a:lnTo>
                      <a:lnTo>
                        <a:pt x="33962" y="123050"/>
                      </a:lnTo>
                      <a:lnTo>
                        <a:pt x="37032" y="124878"/>
                      </a:lnTo>
                      <a:lnTo>
                        <a:pt x="40220" y="126660"/>
                      </a:lnTo>
                      <a:lnTo>
                        <a:pt x="43501" y="128347"/>
                      </a:lnTo>
                      <a:lnTo>
                        <a:pt x="46876" y="129988"/>
                      </a:lnTo>
                      <a:lnTo>
                        <a:pt x="50345" y="131558"/>
                      </a:lnTo>
                      <a:lnTo>
                        <a:pt x="53908" y="133058"/>
                      </a:lnTo>
                      <a:lnTo>
                        <a:pt x="57564" y="134488"/>
                      </a:lnTo>
                      <a:lnTo>
                        <a:pt x="61314" y="135824"/>
                      </a:lnTo>
                      <a:lnTo>
                        <a:pt x="65135" y="137090"/>
                      </a:lnTo>
                      <a:lnTo>
                        <a:pt x="69025" y="138285"/>
                      </a:lnTo>
                      <a:lnTo>
                        <a:pt x="72986" y="139387"/>
                      </a:lnTo>
                      <a:lnTo>
                        <a:pt x="76994" y="140418"/>
                      </a:lnTo>
                      <a:lnTo>
                        <a:pt x="81096" y="141355"/>
                      </a:lnTo>
                      <a:lnTo>
                        <a:pt x="85221" y="142223"/>
                      </a:lnTo>
                      <a:lnTo>
                        <a:pt x="89416" y="142996"/>
                      </a:lnTo>
                      <a:lnTo>
                        <a:pt x="93635" y="143676"/>
                      </a:lnTo>
                      <a:lnTo>
                        <a:pt x="97901" y="144285"/>
                      </a:lnTo>
                      <a:lnTo>
                        <a:pt x="102214" y="144801"/>
                      </a:lnTo>
                      <a:lnTo>
                        <a:pt x="106550" y="145223"/>
                      </a:lnTo>
                      <a:lnTo>
                        <a:pt x="110909" y="145574"/>
                      </a:lnTo>
                      <a:lnTo>
                        <a:pt x="115269" y="145809"/>
                      </a:lnTo>
                      <a:lnTo>
                        <a:pt x="119652" y="145973"/>
                      </a:lnTo>
                      <a:lnTo>
                        <a:pt x="124058" y="146043"/>
                      </a:lnTo>
                      <a:lnTo>
                        <a:pt x="128441" y="146020"/>
                      </a:lnTo>
                      <a:lnTo>
                        <a:pt x="132824" y="145902"/>
                      </a:lnTo>
                      <a:lnTo>
                        <a:pt x="137207" y="145691"/>
                      </a:lnTo>
                      <a:lnTo>
                        <a:pt x="141590" y="145410"/>
                      </a:lnTo>
                      <a:lnTo>
                        <a:pt x="145926" y="145035"/>
                      </a:lnTo>
                      <a:lnTo>
                        <a:pt x="150238" y="144566"/>
                      </a:lnTo>
                      <a:lnTo>
                        <a:pt x="154528" y="144004"/>
                      </a:lnTo>
                      <a:lnTo>
                        <a:pt x="158793" y="143348"/>
                      </a:lnTo>
                      <a:lnTo>
                        <a:pt x="162989" y="142621"/>
                      </a:lnTo>
                      <a:lnTo>
                        <a:pt x="167161" y="141801"/>
                      </a:lnTo>
                      <a:lnTo>
                        <a:pt x="171262" y="140910"/>
                      </a:lnTo>
                      <a:lnTo>
                        <a:pt x="175317" y="139926"/>
                      </a:lnTo>
                      <a:lnTo>
                        <a:pt x="179325" y="138848"/>
                      </a:lnTo>
                      <a:lnTo>
                        <a:pt x="183239" y="137699"/>
                      </a:lnTo>
                      <a:lnTo>
                        <a:pt x="187107" y="136457"/>
                      </a:lnTo>
                      <a:lnTo>
                        <a:pt x="190880" y="135168"/>
                      </a:lnTo>
                      <a:lnTo>
                        <a:pt x="194583" y="133785"/>
                      </a:lnTo>
                      <a:lnTo>
                        <a:pt x="198193" y="132308"/>
                      </a:lnTo>
                      <a:lnTo>
                        <a:pt x="201709" y="130785"/>
                      </a:lnTo>
                      <a:lnTo>
                        <a:pt x="205131" y="129191"/>
                      </a:lnTo>
                      <a:lnTo>
                        <a:pt x="208459" y="127503"/>
                      </a:lnTo>
                      <a:lnTo>
                        <a:pt x="211693" y="125769"/>
                      </a:lnTo>
                      <a:lnTo>
                        <a:pt x="214810" y="123964"/>
                      </a:lnTo>
                      <a:lnTo>
                        <a:pt x="217834" y="122089"/>
                      </a:lnTo>
                      <a:lnTo>
                        <a:pt x="220717" y="120167"/>
                      </a:lnTo>
                      <a:lnTo>
                        <a:pt x="223506" y="118175"/>
                      </a:lnTo>
                      <a:lnTo>
                        <a:pt x="226155" y="116136"/>
                      </a:lnTo>
                      <a:lnTo>
                        <a:pt x="228686" y="114050"/>
                      </a:lnTo>
                      <a:lnTo>
                        <a:pt x="231100" y="111917"/>
                      </a:lnTo>
                      <a:lnTo>
                        <a:pt x="233373" y="109714"/>
                      </a:lnTo>
                      <a:lnTo>
                        <a:pt x="235506" y="107464"/>
                      </a:lnTo>
                      <a:lnTo>
                        <a:pt x="237499" y="105190"/>
                      </a:lnTo>
                      <a:lnTo>
                        <a:pt x="239374" y="102870"/>
                      </a:lnTo>
                      <a:lnTo>
                        <a:pt x="241108" y="100526"/>
                      </a:lnTo>
                      <a:lnTo>
                        <a:pt x="242678" y="98135"/>
                      </a:lnTo>
                      <a:lnTo>
                        <a:pt x="244132" y="95698"/>
                      </a:lnTo>
                      <a:lnTo>
                        <a:pt x="245421" y="93260"/>
                      </a:lnTo>
                      <a:lnTo>
                        <a:pt x="246546" y="90776"/>
                      </a:lnTo>
                      <a:lnTo>
                        <a:pt x="247554" y="88291"/>
                      </a:lnTo>
                      <a:lnTo>
                        <a:pt x="248397" y="85760"/>
                      </a:lnTo>
                      <a:lnTo>
                        <a:pt x="249077" y="83229"/>
                      </a:lnTo>
                      <a:lnTo>
                        <a:pt x="249616" y="80697"/>
                      </a:lnTo>
                      <a:lnTo>
                        <a:pt x="250015" y="78143"/>
                      </a:lnTo>
                      <a:lnTo>
                        <a:pt x="250249" y="75588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3494" cap="rnd">
                  <a:solidFill>
                    <a:srgbClr val="111111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0878C363-51EB-979B-6688-E225979C42B3}"/>
                    </a:ext>
                  </a:extLst>
                </p:cNvPr>
                <p:cNvSpPr txBox="1"/>
                <p:nvPr/>
              </p:nvSpPr>
              <p:spPr>
                <a:xfrm>
                  <a:off x="596460" y="6629362"/>
                  <a:ext cx="341760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TF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2386912-A676-EB3D-D1F8-E8244EF9A6A7}"/>
                    </a:ext>
                  </a:extLst>
                </p:cNvPr>
                <p:cNvSpPr txBox="1"/>
                <p:nvPr/>
              </p:nvSpPr>
              <p:spPr>
                <a:xfrm>
                  <a:off x="597395" y="6871518"/>
                  <a:ext cx="870751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Target gene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D0F161A9-5D5E-10EE-1EBE-C3038D71EBFB}"/>
                    </a:ext>
                  </a:extLst>
                </p:cNvPr>
                <p:cNvSpPr txBox="1"/>
                <p:nvPr/>
              </p:nvSpPr>
              <p:spPr>
                <a:xfrm>
                  <a:off x="631989" y="7091236"/>
                  <a:ext cx="814647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Focal gene</a:t>
                  </a: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EEBD045-0B8F-ED67-DD25-F9D3A37466AB}"/>
                  </a:ext>
                </a:extLst>
              </p:cNvPr>
              <p:cNvSpPr txBox="1"/>
              <p:nvPr/>
            </p:nvSpPr>
            <p:spPr>
              <a:xfrm>
                <a:off x="4033191" y="207868"/>
                <a:ext cx="51764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EECD7F3-982C-2D55-92C7-6CC34FB54CF4}"/>
                </a:ext>
              </a:extLst>
            </p:cNvPr>
            <p:cNvGrpSpPr/>
            <p:nvPr/>
          </p:nvGrpSpPr>
          <p:grpSpPr>
            <a:xfrm>
              <a:off x="3840141" y="207868"/>
              <a:ext cx="2005550" cy="1020390"/>
              <a:chOff x="3840141" y="207868"/>
              <a:chExt cx="2005550" cy="102039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F479B2DA-C016-5F5C-16A4-B86295E64432}"/>
                  </a:ext>
                </a:extLst>
              </p:cNvPr>
              <p:cNvGrpSpPr/>
              <p:nvPr/>
            </p:nvGrpSpPr>
            <p:grpSpPr>
              <a:xfrm>
                <a:off x="3840141" y="511240"/>
                <a:ext cx="2005550" cy="717018"/>
                <a:chOff x="3840141" y="511240"/>
                <a:chExt cx="2005550" cy="717018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A939CFA-F9B8-7785-0DAD-74776B548EE2}"/>
                    </a:ext>
                  </a:extLst>
                </p:cNvPr>
                <p:cNvGrpSpPr/>
                <p:nvPr/>
              </p:nvGrpSpPr>
              <p:grpSpPr>
                <a:xfrm>
                  <a:off x="3840141" y="518935"/>
                  <a:ext cx="905646" cy="246221"/>
                  <a:chOff x="4972790" y="946310"/>
                  <a:chExt cx="905646" cy="246221"/>
                </a:xfrm>
              </p:grpSpPr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73EE34EC-8883-0733-6FA9-7877D5B8405D}"/>
                      </a:ext>
                    </a:extLst>
                  </p:cNvPr>
                  <p:cNvSpPr/>
                  <p:nvPr/>
                </p:nvSpPr>
                <p:spPr>
                  <a:xfrm>
                    <a:off x="4972790" y="1014228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FF2A8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A986EF88-992C-BBF4-09F3-011163D002BA}"/>
                      </a:ext>
                    </a:extLst>
                  </p:cNvPr>
                  <p:cNvSpPr txBox="1"/>
                  <p:nvPr/>
                </p:nvSpPr>
                <p:spPr>
                  <a:xfrm>
                    <a:off x="5039745" y="946310"/>
                    <a:ext cx="838691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Early Down</a:t>
                    </a:r>
                  </a:p>
                </p:txBody>
              </p:sp>
            </p:grp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7411EC5-DCB7-45ED-88E2-03FA498159AB}"/>
                    </a:ext>
                  </a:extLst>
                </p:cNvPr>
                <p:cNvGrpSpPr/>
                <p:nvPr/>
              </p:nvGrpSpPr>
              <p:grpSpPr>
                <a:xfrm>
                  <a:off x="4973910" y="982037"/>
                  <a:ext cx="708275" cy="246221"/>
                  <a:chOff x="7097826" y="1316973"/>
                  <a:chExt cx="708275" cy="246221"/>
                </a:xfrm>
              </p:grpSpPr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D5FBBA27-3E68-7514-C326-01EF455700C8}"/>
                      </a:ext>
                    </a:extLst>
                  </p:cNvPr>
                  <p:cNvSpPr/>
                  <p:nvPr/>
                </p:nvSpPr>
                <p:spPr>
                  <a:xfrm>
                    <a:off x="7097826" y="1384891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B8D8F8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ED5C58B4-40EE-77F3-896F-976C98814729}"/>
                      </a:ext>
                    </a:extLst>
                  </p:cNvPr>
                  <p:cNvSpPr txBox="1"/>
                  <p:nvPr/>
                </p:nvSpPr>
                <p:spPr>
                  <a:xfrm>
                    <a:off x="7175800" y="1316973"/>
                    <a:ext cx="630301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Late Up</a:t>
                    </a:r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E7075412-1DAD-BDDE-6411-00FFFABB5E8F}"/>
                    </a:ext>
                  </a:extLst>
                </p:cNvPr>
                <p:cNvGrpSpPr/>
                <p:nvPr/>
              </p:nvGrpSpPr>
              <p:grpSpPr>
                <a:xfrm>
                  <a:off x="4973910" y="750486"/>
                  <a:ext cx="871781" cy="246221"/>
                  <a:chOff x="7097826" y="946310"/>
                  <a:chExt cx="871781" cy="246221"/>
                </a:xfrm>
              </p:grpSpPr>
              <p:sp>
                <p:nvSpPr>
                  <p:cNvPr id="44" name="Freeform 43">
                    <a:extLst>
                      <a:ext uri="{FF2B5EF4-FFF2-40B4-BE49-F238E27FC236}">
                        <a16:creationId xmlns:a16="http://schemas.microsoft.com/office/drawing/2014/main" id="{9F0474E4-94FD-85BA-7FD3-1BA1B6946189}"/>
                      </a:ext>
                    </a:extLst>
                  </p:cNvPr>
                  <p:cNvSpPr/>
                  <p:nvPr/>
                </p:nvSpPr>
                <p:spPr>
                  <a:xfrm>
                    <a:off x="7097826" y="1014228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D7C2F0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6E000442-E6E1-2D7C-4DF8-12ED9D55BBAF}"/>
                      </a:ext>
                    </a:extLst>
                  </p:cNvPr>
                  <p:cNvSpPr txBox="1"/>
                  <p:nvPr/>
                </p:nvSpPr>
                <p:spPr>
                  <a:xfrm>
                    <a:off x="7175800" y="946310"/>
                    <a:ext cx="793807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Late Down</a:t>
                    </a:r>
                  </a:p>
                </p:txBody>
              </p: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CBE7DD55-7EF2-668B-A23D-A3CE3AE142AB}"/>
                    </a:ext>
                  </a:extLst>
                </p:cNvPr>
                <p:cNvGrpSpPr/>
                <p:nvPr/>
              </p:nvGrpSpPr>
              <p:grpSpPr>
                <a:xfrm>
                  <a:off x="3840141" y="982037"/>
                  <a:ext cx="970262" cy="246221"/>
                  <a:chOff x="5889360" y="1316973"/>
                  <a:chExt cx="970262" cy="246221"/>
                </a:xfrm>
              </p:grpSpPr>
              <p:sp>
                <p:nvSpPr>
                  <p:cNvPr id="42" name="Freeform 41">
                    <a:extLst>
                      <a:ext uri="{FF2B5EF4-FFF2-40B4-BE49-F238E27FC236}">
                        <a16:creationId xmlns:a16="http://schemas.microsoft.com/office/drawing/2014/main" id="{F60F8EE6-0B61-0005-9ACC-B12AE447316B}"/>
                      </a:ext>
                    </a:extLst>
                  </p:cNvPr>
                  <p:cNvSpPr/>
                  <p:nvPr/>
                </p:nvSpPr>
                <p:spPr>
                  <a:xfrm>
                    <a:off x="5889360" y="1384891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7C1D9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391FFF2C-8783-6127-5A29-A149402AD47F}"/>
                      </a:ext>
                    </a:extLst>
                  </p:cNvPr>
                  <p:cNvSpPr txBox="1"/>
                  <p:nvPr/>
                </p:nvSpPr>
                <p:spPr>
                  <a:xfrm>
                    <a:off x="5943987" y="1316973"/>
                    <a:ext cx="915635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Transient Up</a:t>
                    </a:r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60950E97-A802-01B8-5A64-C6DF94DC6285}"/>
                    </a:ext>
                  </a:extLst>
                </p:cNvPr>
                <p:cNvGrpSpPr/>
                <p:nvPr/>
              </p:nvGrpSpPr>
              <p:grpSpPr>
                <a:xfrm>
                  <a:off x="3840141" y="759575"/>
                  <a:ext cx="1133769" cy="246221"/>
                  <a:chOff x="5889360" y="946310"/>
                  <a:chExt cx="1133769" cy="246221"/>
                </a:xfrm>
              </p:grpSpPr>
              <p:sp>
                <p:nvSpPr>
                  <p:cNvPr id="40" name="Freeform 39">
                    <a:extLst>
                      <a:ext uri="{FF2B5EF4-FFF2-40B4-BE49-F238E27FC236}">
                        <a16:creationId xmlns:a16="http://schemas.microsoft.com/office/drawing/2014/main" id="{0F0D15F5-DED3-8AC1-4A2C-608065DCDE84}"/>
                      </a:ext>
                    </a:extLst>
                  </p:cNvPr>
                  <p:cNvSpPr/>
                  <p:nvPr/>
                </p:nvSpPr>
                <p:spPr>
                  <a:xfrm>
                    <a:off x="5889360" y="1014228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D8C7A8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47103C2B-168B-902F-914A-856CF1983857}"/>
                      </a:ext>
                    </a:extLst>
                  </p:cNvPr>
                  <p:cNvSpPr txBox="1"/>
                  <p:nvPr/>
                </p:nvSpPr>
                <p:spPr>
                  <a:xfrm>
                    <a:off x="5943987" y="946310"/>
                    <a:ext cx="1079142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Transient Down</a:t>
                    </a:r>
                  </a:p>
                </p:txBody>
              </p:sp>
            </p:grp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7AF3EC6E-261F-A7BE-BBCA-F73AA8048172}"/>
                    </a:ext>
                  </a:extLst>
                </p:cNvPr>
                <p:cNvGrpSpPr/>
                <p:nvPr/>
              </p:nvGrpSpPr>
              <p:grpSpPr>
                <a:xfrm>
                  <a:off x="4973910" y="511240"/>
                  <a:ext cx="434737" cy="253916"/>
                  <a:chOff x="4977226" y="1316973"/>
                  <a:chExt cx="434737" cy="253916"/>
                </a:xfrm>
              </p:grpSpPr>
              <p:sp>
                <p:nvSpPr>
                  <p:cNvPr id="38" name="Freeform 37">
                    <a:extLst>
                      <a:ext uri="{FF2B5EF4-FFF2-40B4-BE49-F238E27FC236}">
                        <a16:creationId xmlns:a16="http://schemas.microsoft.com/office/drawing/2014/main" id="{4829346A-511E-73BD-B33A-698707B4B959}"/>
                      </a:ext>
                    </a:extLst>
                  </p:cNvPr>
                  <p:cNvSpPr/>
                  <p:nvPr/>
                </p:nvSpPr>
                <p:spPr>
                  <a:xfrm>
                    <a:off x="4977226" y="1384891"/>
                    <a:ext cx="119206" cy="118081"/>
                  </a:xfrm>
                  <a:custGeom>
                    <a:avLst/>
                    <a:gdLst>
                      <a:gd name="csX0" fmla="*/ 0 w 119206"/>
                      <a:gd name="csY0" fmla="*/ 118081 h 118081"/>
                      <a:gd name="csX1" fmla="*/ 119206 w 119206"/>
                      <a:gd name="csY1" fmla="*/ 118081 h 118081"/>
                      <a:gd name="csX2" fmla="*/ 119206 w 119206"/>
                      <a:gd name="csY2" fmla="*/ 0 h 118081"/>
                      <a:gd name="csX3" fmla="*/ 0 w 119206"/>
                      <a:gd name="csY3" fmla="*/ 0 h 1180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19206" h="118081">
                        <a:moveTo>
                          <a:pt x="0" y="118081"/>
                        </a:moveTo>
                        <a:lnTo>
                          <a:pt x="119206" y="118081"/>
                        </a:lnTo>
                        <a:lnTo>
                          <a:pt x="119206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D9D9D9"/>
                  </a:solidFill>
                  <a:ln w="4048" cap="rnd">
                    <a:solidFill>
                      <a:srgbClr val="4D4D4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F00F0AF0-7895-F511-FCC9-31312EB8C937}"/>
                      </a:ext>
                    </a:extLst>
                  </p:cNvPr>
                  <p:cNvSpPr txBox="1"/>
                  <p:nvPr/>
                </p:nvSpPr>
                <p:spPr>
                  <a:xfrm>
                    <a:off x="5039745" y="1316973"/>
                    <a:ext cx="37221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NA</a:t>
                    </a:r>
                  </a:p>
                </p:txBody>
              </p:sp>
            </p:grpSp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757A40F-5651-546B-2BAD-3477A7B49B1A}"/>
                  </a:ext>
                </a:extLst>
              </p:cNvPr>
              <p:cNvSpPr txBox="1"/>
              <p:nvPr/>
            </p:nvSpPr>
            <p:spPr>
              <a:xfrm>
                <a:off x="4299338" y="207868"/>
                <a:ext cx="108715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Classification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1B5C02F-9B27-5190-28AC-CFB9CB53E043}"/>
                </a:ext>
              </a:extLst>
            </p:cNvPr>
            <p:cNvGrpSpPr/>
            <p:nvPr/>
          </p:nvGrpSpPr>
          <p:grpSpPr>
            <a:xfrm>
              <a:off x="4481955" y="1324299"/>
              <a:ext cx="1816856" cy="1098014"/>
              <a:chOff x="3790873" y="1657993"/>
              <a:chExt cx="1816856" cy="1098014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DEBD5067-CCBC-F58C-92AE-B6F4FCD3A56C}"/>
                  </a:ext>
                </a:extLst>
              </p:cNvPr>
              <p:cNvGrpSpPr/>
              <p:nvPr/>
            </p:nvGrpSpPr>
            <p:grpSpPr>
              <a:xfrm>
                <a:off x="3790873" y="1855470"/>
                <a:ext cx="1816856" cy="900537"/>
                <a:chOff x="3954303" y="1891878"/>
                <a:chExt cx="1816856" cy="900537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F6870A9B-EDB5-A563-9EF4-66AAEFB6E301}"/>
                    </a:ext>
                  </a:extLst>
                </p:cNvPr>
                <p:cNvGrpSpPr/>
                <p:nvPr/>
              </p:nvGrpSpPr>
              <p:grpSpPr>
                <a:xfrm>
                  <a:off x="3954303" y="1891878"/>
                  <a:ext cx="1816856" cy="714757"/>
                  <a:chOff x="3731278" y="1820856"/>
                  <a:chExt cx="1816856" cy="714757"/>
                </a:xfrm>
              </p:grpSpPr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398E5B65-D75D-4BC7-8AD6-80BAB6E83640}"/>
                      </a:ext>
                    </a:extLst>
                  </p:cNvPr>
                  <p:cNvGrpSpPr/>
                  <p:nvPr/>
                </p:nvGrpSpPr>
                <p:grpSpPr>
                  <a:xfrm>
                    <a:off x="3731278" y="1933822"/>
                    <a:ext cx="268203" cy="27985"/>
                    <a:chOff x="559893" y="7726347"/>
                    <a:chExt cx="268203" cy="27985"/>
                  </a:xfrm>
                </p:grpSpPr>
                <p:sp>
                  <p:nvSpPr>
                    <p:cNvPr id="28" name="Freeform 27">
                      <a:extLst>
                        <a:ext uri="{FF2B5EF4-FFF2-40B4-BE49-F238E27FC236}">
                          <a16:creationId xmlns:a16="http://schemas.microsoft.com/office/drawing/2014/main" id="{CF1FD37C-54D3-7428-D05C-65648E0EF0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9893" y="7740340"/>
                      <a:ext cx="196669" cy="6000"/>
                    </a:xfrm>
                    <a:custGeom>
                      <a:avLst/>
                      <a:gdLst>
                        <a:gd name="csX0" fmla="*/ 0 w 196669"/>
                        <a:gd name="csY0" fmla="*/ 0 h 6000"/>
                        <a:gd name="csX1" fmla="*/ 196669 w 196669"/>
                        <a:gd name="csY1" fmla="*/ 0 h 60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6669" h="6000">
                          <a:moveTo>
                            <a:pt x="0" y="0"/>
                          </a:moveTo>
                          <a:lnTo>
                            <a:pt x="196669" y="0"/>
                          </a:lnTo>
                        </a:path>
                      </a:pathLst>
                    </a:custGeom>
                    <a:noFill/>
                    <a:ln w="13494" cap="flat">
                      <a:solidFill>
                        <a:srgbClr val="1565C0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  <p:sp>
                  <p:nvSpPr>
                    <p:cNvPr id="29" name="Freeform 28">
                      <a:extLst>
                        <a:ext uri="{FF2B5EF4-FFF2-40B4-BE49-F238E27FC236}">
                          <a16:creationId xmlns:a16="http://schemas.microsoft.com/office/drawing/2014/main" id="{DB859BC6-17A6-B822-6E70-7157E31D51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6563" y="7726347"/>
                      <a:ext cx="71533" cy="27985"/>
                    </a:xfrm>
                    <a:custGeom>
                      <a:avLst/>
                      <a:gdLst>
                        <a:gd name="csX0" fmla="*/ 71533 w 71533"/>
                        <a:gd name="csY0" fmla="*/ 13993 h 27985"/>
                        <a:gd name="csX1" fmla="*/ 0 w 71533"/>
                        <a:gd name="csY1" fmla="*/ 0 h 27985"/>
                        <a:gd name="csX2" fmla="*/ 0 w 71533"/>
                        <a:gd name="csY2" fmla="*/ 27985 h 2798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71533" h="27985">
                          <a:moveTo>
                            <a:pt x="71533" y="13993"/>
                          </a:moveTo>
                          <a:lnTo>
                            <a:pt x="0" y="0"/>
                          </a:lnTo>
                          <a:lnTo>
                            <a:pt x="0" y="27985"/>
                          </a:lnTo>
                          <a:close/>
                        </a:path>
                      </a:pathLst>
                    </a:custGeom>
                    <a:solidFill>
                      <a:srgbClr val="1565C0"/>
                    </a:solidFill>
                    <a:ln w="4498" cap="rnd">
                      <a:solidFill>
                        <a:srgbClr val="1565C0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</p:grpSp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55FF1591-B341-5AF3-E83A-92BA3CD6DA4A}"/>
                      </a:ext>
                    </a:extLst>
                  </p:cNvPr>
                  <p:cNvSpPr txBox="1"/>
                  <p:nvPr/>
                </p:nvSpPr>
                <p:spPr>
                  <a:xfrm>
                    <a:off x="3933371" y="1820856"/>
                    <a:ext cx="631904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Positive</a:t>
                    </a:r>
                  </a:p>
                </p:txBody>
              </p: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C8B19CB6-FFC3-AD84-E13D-8B16E5999F79}"/>
                      </a:ext>
                    </a:extLst>
                  </p:cNvPr>
                  <p:cNvGrpSpPr/>
                  <p:nvPr/>
                </p:nvGrpSpPr>
                <p:grpSpPr>
                  <a:xfrm>
                    <a:off x="4608105" y="1933822"/>
                    <a:ext cx="268202" cy="27985"/>
                    <a:chOff x="1424104" y="7726347"/>
                    <a:chExt cx="268202" cy="27985"/>
                  </a:xfrm>
                </p:grpSpPr>
                <p:sp>
                  <p:nvSpPr>
                    <p:cNvPr id="26" name="Freeform 25">
                      <a:extLst>
                        <a:ext uri="{FF2B5EF4-FFF2-40B4-BE49-F238E27FC236}">
                          <a16:creationId xmlns:a16="http://schemas.microsoft.com/office/drawing/2014/main" id="{921778F5-7DD0-C242-74AC-90724E9094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24104" y="7740340"/>
                      <a:ext cx="196692" cy="6000"/>
                    </a:xfrm>
                    <a:custGeom>
                      <a:avLst/>
                      <a:gdLst>
                        <a:gd name="csX0" fmla="*/ 0 w 196692"/>
                        <a:gd name="csY0" fmla="*/ 0 h 6000"/>
                        <a:gd name="csX1" fmla="*/ 196693 w 196692"/>
                        <a:gd name="csY1" fmla="*/ 0 h 60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6692" h="6000">
                          <a:moveTo>
                            <a:pt x="0" y="0"/>
                          </a:moveTo>
                          <a:lnTo>
                            <a:pt x="196693" y="0"/>
                          </a:lnTo>
                        </a:path>
                      </a:pathLst>
                    </a:custGeom>
                    <a:noFill/>
                    <a:ln w="13494" cap="flat">
                      <a:solidFill>
                        <a:srgbClr val="D32F2F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  <p:sp>
                  <p:nvSpPr>
                    <p:cNvPr id="27" name="Freeform 26">
                      <a:extLst>
                        <a:ext uri="{FF2B5EF4-FFF2-40B4-BE49-F238E27FC236}">
                          <a16:creationId xmlns:a16="http://schemas.microsoft.com/office/drawing/2014/main" id="{46D61C13-A4B2-2B27-917B-69071144CC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0797" y="7726347"/>
                      <a:ext cx="71509" cy="27985"/>
                    </a:xfrm>
                    <a:custGeom>
                      <a:avLst/>
                      <a:gdLst>
                        <a:gd name="csX0" fmla="*/ 71510 w 71509"/>
                        <a:gd name="csY0" fmla="*/ 13993 h 27985"/>
                        <a:gd name="csX1" fmla="*/ 0 w 71509"/>
                        <a:gd name="csY1" fmla="*/ 0 h 27985"/>
                        <a:gd name="csX2" fmla="*/ 0 w 71509"/>
                        <a:gd name="csY2" fmla="*/ 27985 h 2798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71509" h="27985">
                          <a:moveTo>
                            <a:pt x="71510" y="13993"/>
                          </a:moveTo>
                          <a:lnTo>
                            <a:pt x="0" y="0"/>
                          </a:lnTo>
                          <a:lnTo>
                            <a:pt x="0" y="27985"/>
                          </a:lnTo>
                          <a:close/>
                        </a:path>
                      </a:pathLst>
                    </a:custGeom>
                    <a:solidFill>
                      <a:srgbClr val="D32F2F"/>
                    </a:solidFill>
                    <a:ln w="4498" cap="rnd">
                      <a:solidFill>
                        <a:srgbClr val="D32F2F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</p:grpSp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E5F728E-5689-6A50-DA66-6D8A2816D92B}"/>
                      </a:ext>
                    </a:extLst>
                  </p:cNvPr>
                  <p:cNvSpPr txBox="1"/>
                  <p:nvPr/>
                </p:nvSpPr>
                <p:spPr>
                  <a:xfrm>
                    <a:off x="4860125" y="1820856"/>
                    <a:ext cx="688009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Negative</a:t>
                    </a:r>
                  </a:p>
                </p:txBody>
              </p:sp>
              <p:grpSp>
                <p:nvGrpSpPr>
                  <p:cNvPr id="18" name="Group 17">
                    <a:extLst>
                      <a:ext uri="{FF2B5EF4-FFF2-40B4-BE49-F238E27FC236}">
                        <a16:creationId xmlns:a16="http://schemas.microsoft.com/office/drawing/2014/main" id="{AFAB98CA-879D-3EB6-AF32-192E47049BFE}"/>
                      </a:ext>
                    </a:extLst>
                  </p:cNvPr>
                  <p:cNvGrpSpPr/>
                  <p:nvPr/>
                </p:nvGrpSpPr>
                <p:grpSpPr>
                  <a:xfrm>
                    <a:off x="3731278" y="2187738"/>
                    <a:ext cx="268201" cy="27985"/>
                    <a:chOff x="2377732" y="7726347"/>
                    <a:chExt cx="268201" cy="27985"/>
                  </a:xfrm>
                </p:grpSpPr>
                <p:sp>
                  <p:nvSpPr>
                    <p:cNvPr id="24" name="Freeform 23">
                      <a:extLst>
                        <a:ext uri="{FF2B5EF4-FFF2-40B4-BE49-F238E27FC236}">
                          <a16:creationId xmlns:a16="http://schemas.microsoft.com/office/drawing/2014/main" id="{EE7CD774-BC84-E14A-9080-3181DCDAA1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7732" y="7740340"/>
                      <a:ext cx="196692" cy="6000"/>
                    </a:xfrm>
                    <a:custGeom>
                      <a:avLst/>
                      <a:gdLst>
                        <a:gd name="csX0" fmla="*/ 0 w 196692"/>
                        <a:gd name="csY0" fmla="*/ 0 h 6000"/>
                        <a:gd name="csX1" fmla="*/ 196693 w 196692"/>
                        <a:gd name="csY1" fmla="*/ 0 h 60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6692" h="6000">
                          <a:moveTo>
                            <a:pt x="0" y="0"/>
                          </a:moveTo>
                          <a:lnTo>
                            <a:pt x="196693" y="0"/>
                          </a:lnTo>
                        </a:path>
                      </a:pathLst>
                    </a:custGeom>
                    <a:noFill/>
                    <a:ln w="13494" cap="flat">
                      <a:solidFill>
                        <a:srgbClr val="1565C0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  <p:sp>
                  <p:nvSpPr>
                    <p:cNvPr id="25" name="Freeform 24">
                      <a:extLst>
                        <a:ext uri="{FF2B5EF4-FFF2-40B4-BE49-F238E27FC236}">
                          <a16:creationId xmlns:a16="http://schemas.microsoft.com/office/drawing/2014/main" id="{BB081D0B-A497-7698-B817-A7C5A8353E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74424" y="7726347"/>
                      <a:ext cx="71509" cy="27985"/>
                    </a:xfrm>
                    <a:custGeom>
                      <a:avLst/>
                      <a:gdLst>
                        <a:gd name="csX0" fmla="*/ 71510 w 71509"/>
                        <a:gd name="csY0" fmla="*/ 13993 h 27985"/>
                        <a:gd name="csX1" fmla="*/ 0 w 71509"/>
                        <a:gd name="csY1" fmla="*/ 0 h 27985"/>
                        <a:gd name="csX2" fmla="*/ 0 w 71509"/>
                        <a:gd name="csY2" fmla="*/ 27985 h 2798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71509" h="27985">
                          <a:moveTo>
                            <a:pt x="71510" y="13993"/>
                          </a:moveTo>
                          <a:lnTo>
                            <a:pt x="0" y="0"/>
                          </a:lnTo>
                          <a:lnTo>
                            <a:pt x="0" y="27985"/>
                          </a:lnTo>
                          <a:close/>
                        </a:path>
                      </a:pathLst>
                    </a:custGeom>
                    <a:solidFill>
                      <a:srgbClr val="1565C0"/>
                    </a:solidFill>
                    <a:ln w="4498" cap="rnd">
                      <a:solidFill>
                        <a:srgbClr val="1565C0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</p:grpSp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2FAD27F-4954-8BB3-CE2E-BF453FF35DCD}"/>
                      </a:ext>
                    </a:extLst>
                  </p:cNvPr>
                  <p:cNvSpPr txBox="1"/>
                  <p:nvPr/>
                </p:nvSpPr>
                <p:spPr>
                  <a:xfrm>
                    <a:off x="3933371" y="2074772"/>
                    <a:ext cx="1449351" cy="25391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Accessibility Coupled</a:t>
                    </a:r>
                  </a:p>
                </p:txBody>
              </p:sp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91B302F4-7797-A198-5C8C-0A210F1871F4}"/>
                      </a:ext>
                    </a:extLst>
                  </p:cNvPr>
                  <p:cNvGrpSpPr/>
                  <p:nvPr/>
                </p:nvGrpSpPr>
                <p:grpSpPr>
                  <a:xfrm>
                    <a:off x="3731278" y="2402358"/>
                    <a:ext cx="268226" cy="27985"/>
                    <a:chOff x="4327231" y="7716345"/>
                    <a:chExt cx="268226" cy="27985"/>
                  </a:xfrm>
                </p:grpSpPr>
                <p:sp>
                  <p:nvSpPr>
                    <p:cNvPr id="22" name="Freeform 21">
                      <a:extLst>
                        <a:ext uri="{FF2B5EF4-FFF2-40B4-BE49-F238E27FC236}">
                          <a16:creationId xmlns:a16="http://schemas.microsoft.com/office/drawing/2014/main" id="{9BF85D2E-8213-F6F6-F85D-85CB1F2E90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7231" y="7730338"/>
                      <a:ext cx="196692" cy="6000"/>
                    </a:xfrm>
                    <a:custGeom>
                      <a:avLst/>
                      <a:gdLst>
                        <a:gd name="csX0" fmla="*/ 0 w 196692"/>
                        <a:gd name="csY0" fmla="*/ 0 h 6000"/>
                        <a:gd name="csX1" fmla="*/ 196693 w 196692"/>
                        <a:gd name="csY1" fmla="*/ 0 h 60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6692" h="6000">
                          <a:moveTo>
                            <a:pt x="0" y="0"/>
                          </a:moveTo>
                          <a:lnTo>
                            <a:pt x="196693" y="0"/>
                          </a:lnTo>
                        </a:path>
                      </a:pathLst>
                    </a:custGeom>
                    <a:noFill/>
                    <a:ln w="13494" cap="flat">
                      <a:solidFill>
                        <a:srgbClr val="1565C0"/>
                      </a:solidFill>
                      <a:custDash>
                        <a:ds d="675000" sp="675000"/>
                      </a:custDash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  <p:sp>
                  <p:nvSpPr>
                    <p:cNvPr id="23" name="Freeform 22">
                      <a:extLst>
                        <a:ext uri="{FF2B5EF4-FFF2-40B4-BE49-F238E27FC236}">
                          <a16:creationId xmlns:a16="http://schemas.microsoft.com/office/drawing/2014/main" id="{50BD3C77-06C5-9FAA-D5E1-5594DE1025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23924" y="7716345"/>
                      <a:ext cx="71533" cy="27985"/>
                    </a:xfrm>
                    <a:custGeom>
                      <a:avLst/>
                      <a:gdLst>
                        <a:gd name="csX0" fmla="*/ 71533 w 71533"/>
                        <a:gd name="csY0" fmla="*/ 13993 h 27985"/>
                        <a:gd name="csX1" fmla="*/ 0 w 71533"/>
                        <a:gd name="csY1" fmla="*/ 0 h 27985"/>
                        <a:gd name="csX2" fmla="*/ 0 w 71533"/>
                        <a:gd name="csY2" fmla="*/ 27985 h 2798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71533" h="27985">
                          <a:moveTo>
                            <a:pt x="71533" y="13993"/>
                          </a:moveTo>
                          <a:lnTo>
                            <a:pt x="0" y="0"/>
                          </a:lnTo>
                          <a:lnTo>
                            <a:pt x="0" y="27985"/>
                          </a:lnTo>
                          <a:close/>
                        </a:path>
                      </a:pathLst>
                    </a:custGeom>
                    <a:solidFill>
                      <a:srgbClr val="1565C0"/>
                    </a:solidFill>
                    <a:ln w="4498" cap="rnd">
                      <a:solidFill>
                        <a:srgbClr val="1565C0"/>
                      </a:solidFill>
                      <a:prstDash val="solid"/>
                      <a:round/>
                    </a:ln>
                  </p:spPr>
                  <p:txBody>
                    <a:bodyPr/>
                    <a:lstStyle/>
                    <a:p>
                      <a:endParaRPr lang="en-US"/>
                    </a:p>
                  </p:txBody>
                </p:sp>
              </p:grpSp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E6E9400-3D00-0F0B-83A4-CB12844F9F6D}"/>
                      </a:ext>
                    </a:extLst>
                  </p:cNvPr>
                  <p:cNvSpPr txBox="1"/>
                  <p:nvPr/>
                </p:nvSpPr>
                <p:spPr>
                  <a:xfrm>
                    <a:off x="3933371" y="2289392"/>
                    <a:ext cx="1311578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TF-associated/open</a:t>
                    </a:r>
                  </a:p>
                </p:txBody>
              </p:sp>
            </p:grp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F5BA842-5CBA-0E9B-BDC0-E4FAD61C648A}"/>
                    </a:ext>
                  </a:extLst>
                </p:cNvPr>
                <p:cNvSpPr txBox="1"/>
                <p:nvPr/>
              </p:nvSpPr>
              <p:spPr>
                <a:xfrm>
                  <a:off x="4177125" y="2546194"/>
                  <a:ext cx="1016625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Thickness = |r|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A662EA-D3F8-8AE3-83FA-62CACB5878D5}"/>
                  </a:ext>
                </a:extLst>
              </p:cNvPr>
              <p:cNvSpPr txBox="1"/>
              <p:nvPr/>
            </p:nvSpPr>
            <p:spPr>
              <a:xfrm>
                <a:off x="4284765" y="1657993"/>
                <a:ext cx="95891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Connection</a:t>
                </a:r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A96DB31-00D7-5956-BF6B-B9821FE07AE6}"/>
              </a:ext>
            </a:extLst>
          </p:cNvPr>
          <p:cNvGrpSpPr/>
          <p:nvPr/>
        </p:nvGrpSpPr>
        <p:grpSpPr>
          <a:xfrm>
            <a:off x="3240087" y="792587"/>
            <a:ext cx="3057970" cy="3261356"/>
            <a:chOff x="1706983" y="57397"/>
            <a:chExt cx="3057970" cy="326135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FBF6866D-078B-E1E6-940C-D6F99FB0F13B}"/>
                </a:ext>
              </a:extLst>
            </p:cNvPr>
            <p:cNvGrpSpPr/>
            <p:nvPr/>
          </p:nvGrpSpPr>
          <p:grpSpPr>
            <a:xfrm>
              <a:off x="1706983" y="583734"/>
              <a:ext cx="3057970" cy="2735019"/>
              <a:chOff x="1706983" y="583734"/>
              <a:chExt cx="3057970" cy="2735019"/>
            </a:xfrm>
          </p:grpSpPr>
          <p:sp>
            <p:nvSpPr>
              <p:cNvPr id="3307" name="Freeform 3306">
                <a:extLst>
                  <a:ext uri="{FF2B5EF4-FFF2-40B4-BE49-F238E27FC236}">
                    <a16:creationId xmlns:a16="http://schemas.microsoft.com/office/drawing/2014/main" id="{DDC04B72-6585-8B2D-3506-BEFE7AD9A988}"/>
                  </a:ext>
                </a:extLst>
              </p:cNvPr>
              <p:cNvSpPr/>
              <p:nvPr/>
            </p:nvSpPr>
            <p:spPr>
              <a:xfrm>
                <a:off x="4138314" y="924290"/>
                <a:ext cx="193880" cy="341751"/>
              </a:xfrm>
              <a:custGeom>
                <a:avLst/>
                <a:gdLst>
                  <a:gd name="csX0" fmla="*/ 0 w 193880"/>
                  <a:gd name="csY0" fmla="*/ 0 h 341751"/>
                  <a:gd name="csX1" fmla="*/ 193880 w 193880"/>
                  <a:gd name="csY1" fmla="*/ 341751 h 3417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93880" h="341751">
                    <a:moveTo>
                      <a:pt x="0" y="0"/>
                    </a:moveTo>
                    <a:lnTo>
                      <a:pt x="193880" y="341751"/>
                    </a:lnTo>
                  </a:path>
                </a:pathLst>
              </a:custGeom>
              <a:noFill/>
              <a:ln w="8311" cap="flat">
                <a:solidFill>
                  <a:srgbClr val="1565C0"/>
                </a:solidFill>
                <a:custDash>
                  <a:ds d="415761" sp="415761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8" name="Freeform 3307">
                <a:extLst>
                  <a:ext uri="{FF2B5EF4-FFF2-40B4-BE49-F238E27FC236}">
                    <a16:creationId xmlns:a16="http://schemas.microsoft.com/office/drawing/2014/main" id="{1CD095F6-9D7B-BD6D-F8B0-2882D5940EDA}"/>
                  </a:ext>
                </a:extLst>
              </p:cNvPr>
              <p:cNvSpPr/>
              <p:nvPr/>
            </p:nvSpPr>
            <p:spPr>
              <a:xfrm>
                <a:off x="4311006" y="1254018"/>
                <a:ext cx="49454" cy="61853"/>
              </a:xfrm>
              <a:custGeom>
                <a:avLst/>
                <a:gdLst>
                  <a:gd name="csX0" fmla="*/ 49454 w 49454"/>
                  <a:gd name="csY0" fmla="*/ 61853 h 61853"/>
                  <a:gd name="csX1" fmla="*/ 42353 w 49454"/>
                  <a:gd name="csY1" fmla="*/ 0 h 61853"/>
                  <a:gd name="csX2" fmla="*/ 0 w 49454"/>
                  <a:gd name="csY2" fmla="*/ 24024 h 618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9454" h="61853">
                    <a:moveTo>
                      <a:pt x="49454" y="61853"/>
                    </a:moveTo>
                    <a:lnTo>
                      <a:pt x="42353" y="0"/>
                    </a:lnTo>
                    <a:lnTo>
                      <a:pt x="0" y="24024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09" name="Freeform 3308">
                <a:extLst>
                  <a:ext uri="{FF2B5EF4-FFF2-40B4-BE49-F238E27FC236}">
                    <a16:creationId xmlns:a16="http://schemas.microsoft.com/office/drawing/2014/main" id="{2CF4AE86-94FA-2429-8876-F27831F83442}"/>
                  </a:ext>
                </a:extLst>
              </p:cNvPr>
              <p:cNvSpPr/>
              <p:nvPr/>
            </p:nvSpPr>
            <p:spPr>
              <a:xfrm>
                <a:off x="3771507" y="924290"/>
                <a:ext cx="260842" cy="380002"/>
              </a:xfrm>
              <a:custGeom>
                <a:avLst/>
                <a:gdLst>
                  <a:gd name="csX0" fmla="*/ 260843 w 260842"/>
                  <a:gd name="csY0" fmla="*/ 0 h 380002"/>
                  <a:gd name="csX1" fmla="*/ 0 w 260842"/>
                  <a:gd name="csY1" fmla="*/ 380002 h 380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60842" h="380002">
                    <a:moveTo>
                      <a:pt x="260843" y="0"/>
                    </a:moveTo>
                    <a:lnTo>
                      <a:pt x="0" y="380002"/>
                    </a:lnTo>
                  </a:path>
                </a:pathLst>
              </a:custGeom>
              <a:noFill/>
              <a:ln w="12503" cap="flat">
                <a:solidFill>
                  <a:srgbClr val="D32F2F"/>
                </a:solidFill>
                <a:custDash>
                  <a:ds d="625461" sp="625461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0" name="Freeform 3309">
                <a:extLst>
                  <a:ext uri="{FF2B5EF4-FFF2-40B4-BE49-F238E27FC236}">
                    <a16:creationId xmlns:a16="http://schemas.microsoft.com/office/drawing/2014/main" id="{6BEC0777-46A6-ECDB-59F4-4C0FDC6E9342}"/>
                  </a:ext>
                </a:extLst>
              </p:cNvPr>
              <p:cNvSpPr/>
              <p:nvPr/>
            </p:nvSpPr>
            <p:spPr>
              <a:xfrm>
                <a:off x="3739069" y="1290511"/>
                <a:ext cx="52501" cy="61032"/>
              </a:xfrm>
              <a:custGeom>
                <a:avLst/>
                <a:gdLst>
                  <a:gd name="csX0" fmla="*/ 0 w 52501"/>
                  <a:gd name="csY0" fmla="*/ 61033 h 61032"/>
                  <a:gd name="csX1" fmla="*/ 52501 w 52501"/>
                  <a:gd name="csY1" fmla="*/ 27563 h 61032"/>
                  <a:gd name="csX2" fmla="*/ 12352 w 52501"/>
                  <a:gd name="csY2" fmla="*/ 0 h 61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2501" h="61032">
                    <a:moveTo>
                      <a:pt x="0" y="61033"/>
                    </a:moveTo>
                    <a:lnTo>
                      <a:pt x="52501" y="27563"/>
                    </a:lnTo>
                    <a:lnTo>
                      <a:pt x="12352" y="0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1" name="Freeform 3310">
                <a:extLst>
                  <a:ext uri="{FF2B5EF4-FFF2-40B4-BE49-F238E27FC236}">
                    <a16:creationId xmlns:a16="http://schemas.microsoft.com/office/drawing/2014/main" id="{72CDD044-22EB-5EAE-4D43-F228F76845E1}"/>
                  </a:ext>
                </a:extLst>
              </p:cNvPr>
              <p:cNvSpPr/>
              <p:nvPr/>
            </p:nvSpPr>
            <p:spPr>
              <a:xfrm>
                <a:off x="2735448" y="2053024"/>
                <a:ext cx="100877" cy="4570"/>
              </a:xfrm>
              <a:custGeom>
                <a:avLst/>
                <a:gdLst>
                  <a:gd name="csX0" fmla="*/ 100878 w 100877"/>
                  <a:gd name="csY0" fmla="*/ 4570 h 4570"/>
                  <a:gd name="csX1" fmla="*/ 0 w 100877"/>
                  <a:gd name="csY1" fmla="*/ 0 h 45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00877" h="4570">
                    <a:moveTo>
                      <a:pt x="100878" y="4570"/>
                    </a:moveTo>
                    <a:lnTo>
                      <a:pt x="0" y="0"/>
                    </a:lnTo>
                  </a:path>
                </a:pathLst>
              </a:custGeom>
              <a:noFill/>
              <a:ln w="11029" cap="flat">
                <a:solidFill>
                  <a:srgbClr val="D32F2F"/>
                </a:solidFill>
                <a:custDash>
                  <a:ds d="551684" sp="551684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2" name="Freeform 3311">
                <a:extLst>
                  <a:ext uri="{FF2B5EF4-FFF2-40B4-BE49-F238E27FC236}">
                    <a16:creationId xmlns:a16="http://schemas.microsoft.com/office/drawing/2014/main" id="{5B9F28F8-35CF-B3C7-FCF6-841E2861EAC2}"/>
                  </a:ext>
                </a:extLst>
              </p:cNvPr>
              <p:cNvSpPr/>
              <p:nvPr/>
            </p:nvSpPr>
            <p:spPr>
              <a:xfrm>
                <a:off x="2678212" y="2028695"/>
                <a:ext cx="58337" cy="48681"/>
              </a:xfrm>
              <a:custGeom>
                <a:avLst/>
                <a:gdLst>
                  <a:gd name="csX0" fmla="*/ 0 w 58337"/>
                  <a:gd name="csY0" fmla="*/ 21751 h 48681"/>
                  <a:gd name="csX1" fmla="*/ 56134 w 58337"/>
                  <a:gd name="csY1" fmla="*/ 48681 h 48681"/>
                  <a:gd name="csX2" fmla="*/ 58338 w 58337"/>
                  <a:gd name="csY2" fmla="*/ 0 h 486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8337" h="48681">
                    <a:moveTo>
                      <a:pt x="0" y="21751"/>
                    </a:moveTo>
                    <a:lnTo>
                      <a:pt x="56134" y="48681"/>
                    </a:lnTo>
                    <a:lnTo>
                      <a:pt x="58338" y="0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3" name="Freeform 3312">
                <a:extLst>
                  <a:ext uri="{FF2B5EF4-FFF2-40B4-BE49-F238E27FC236}">
                    <a16:creationId xmlns:a16="http://schemas.microsoft.com/office/drawing/2014/main" id="{8A6E4B75-4DAA-9061-EBAC-C847C4F88C10}"/>
                  </a:ext>
                </a:extLst>
              </p:cNvPr>
              <p:cNvSpPr/>
              <p:nvPr/>
            </p:nvSpPr>
            <p:spPr>
              <a:xfrm>
                <a:off x="3062293" y="1864019"/>
                <a:ext cx="163176" cy="128019"/>
              </a:xfrm>
              <a:custGeom>
                <a:avLst/>
                <a:gdLst>
                  <a:gd name="csX0" fmla="*/ 0 w 163176"/>
                  <a:gd name="csY0" fmla="*/ 128019 h 128019"/>
                  <a:gd name="csX1" fmla="*/ 163176 w 163176"/>
                  <a:gd name="csY1" fmla="*/ 0 h 128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176" h="128019">
                    <a:moveTo>
                      <a:pt x="0" y="128019"/>
                    </a:moveTo>
                    <a:lnTo>
                      <a:pt x="163176" y="0"/>
                    </a:lnTo>
                  </a:path>
                </a:pathLst>
              </a:custGeom>
              <a:noFill/>
              <a:ln w="10344" cap="flat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4" name="Freeform 3313">
                <a:extLst>
                  <a:ext uri="{FF2B5EF4-FFF2-40B4-BE49-F238E27FC236}">
                    <a16:creationId xmlns:a16="http://schemas.microsoft.com/office/drawing/2014/main" id="{33BA6DD7-1BD4-9883-2A63-A45D968D34A2}"/>
                  </a:ext>
                </a:extLst>
              </p:cNvPr>
              <p:cNvSpPr/>
              <p:nvPr/>
            </p:nvSpPr>
            <p:spPr>
              <a:xfrm>
                <a:off x="3210445" y="1828651"/>
                <a:ext cx="60118" cy="54540"/>
              </a:xfrm>
              <a:custGeom>
                <a:avLst/>
                <a:gdLst>
                  <a:gd name="csX0" fmla="*/ 60119 w 60118"/>
                  <a:gd name="csY0" fmla="*/ 0 h 54540"/>
                  <a:gd name="csX1" fmla="*/ 0 w 60118"/>
                  <a:gd name="csY1" fmla="*/ 16219 h 54540"/>
                  <a:gd name="csX2" fmla="*/ 30048 w 60118"/>
                  <a:gd name="csY2" fmla="*/ 54541 h 54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0118" h="54540">
                    <a:moveTo>
                      <a:pt x="60119" y="0"/>
                    </a:moveTo>
                    <a:lnTo>
                      <a:pt x="0" y="16219"/>
                    </a:lnTo>
                    <a:lnTo>
                      <a:pt x="30048" y="54541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5" name="Freeform 3314">
                <a:extLst>
                  <a:ext uri="{FF2B5EF4-FFF2-40B4-BE49-F238E27FC236}">
                    <a16:creationId xmlns:a16="http://schemas.microsoft.com/office/drawing/2014/main" id="{1F127512-BF03-D9AF-5B92-57C997E3551D}"/>
                  </a:ext>
                </a:extLst>
              </p:cNvPr>
              <p:cNvSpPr/>
              <p:nvPr/>
            </p:nvSpPr>
            <p:spPr>
              <a:xfrm>
                <a:off x="3962551" y="2636938"/>
                <a:ext cx="58829" cy="102776"/>
              </a:xfrm>
              <a:custGeom>
                <a:avLst/>
                <a:gdLst>
                  <a:gd name="csX0" fmla="*/ 0 w 58829"/>
                  <a:gd name="csY0" fmla="*/ 0 h 102776"/>
                  <a:gd name="csX1" fmla="*/ 58830 w 58829"/>
                  <a:gd name="csY1" fmla="*/ 102776 h 1027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8829" h="102776">
                    <a:moveTo>
                      <a:pt x="0" y="0"/>
                    </a:moveTo>
                    <a:lnTo>
                      <a:pt x="58830" y="102776"/>
                    </a:lnTo>
                  </a:path>
                </a:pathLst>
              </a:custGeom>
              <a:noFill/>
              <a:ln w="11199" cap="flat">
                <a:solidFill>
                  <a:srgbClr val="1565C0"/>
                </a:solidFill>
                <a:custDash>
                  <a:ds d="560220" sp="560220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6" name="Freeform 3315">
                <a:extLst>
                  <a:ext uri="{FF2B5EF4-FFF2-40B4-BE49-F238E27FC236}">
                    <a16:creationId xmlns:a16="http://schemas.microsoft.com/office/drawing/2014/main" id="{92E351CF-C11E-770F-8FBC-C582919AA7BF}"/>
                  </a:ext>
                </a:extLst>
              </p:cNvPr>
              <p:cNvSpPr/>
              <p:nvPr/>
            </p:nvSpPr>
            <p:spPr>
              <a:xfrm>
                <a:off x="4000240" y="2727620"/>
                <a:ext cx="49618" cy="61829"/>
              </a:xfrm>
              <a:custGeom>
                <a:avLst/>
                <a:gdLst>
                  <a:gd name="csX0" fmla="*/ 49619 w 49618"/>
                  <a:gd name="csY0" fmla="*/ 61830 h 61829"/>
                  <a:gd name="csX1" fmla="*/ 42282 w 49618"/>
                  <a:gd name="csY1" fmla="*/ 0 h 61829"/>
                  <a:gd name="csX2" fmla="*/ 0 w 49618"/>
                  <a:gd name="csY2" fmla="*/ 24188 h 618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9618" h="61829">
                    <a:moveTo>
                      <a:pt x="49619" y="61830"/>
                    </a:moveTo>
                    <a:lnTo>
                      <a:pt x="42282" y="0"/>
                    </a:lnTo>
                    <a:lnTo>
                      <a:pt x="0" y="24188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7" name="Freeform 3316">
                <a:extLst>
                  <a:ext uri="{FF2B5EF4-FFF2-40B4-BE49-F238E27FC236}">
                    <a16:creationId xmlns:a16="http://schemas.microsoft.com/office/drawing/2014/main" id="{ADDCBB32-6940-76FC-366A-87B746C1939E}"/>
                  </a:ext>
                </a:extLst>
              </p:cNvPr>
              <p:cNvSpPr/>
              <p:nvPr/>
            </p:nvSpPr>
            <p:spPr>
              <a:xfrm>
                <a:off x="4249950" y="2051477"/>
                <a:ext cx="195942" cy="132495"/>
              </a:xfrm>
              <a:custGeom>
                <a:avLst/>
                <a:gdLst>
                  <a:gd name="csX0" fmla="*/ 0 w 195942"/>
                  <a:gd name="csY0" fmla="*/ 0 h 132495"/>
                  <a:gd name="csX1" fmla="*/ 195943 w 195942"/>
                  <a:gd name="csY1" fmla="*/ 132496 h 1324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95942" h="132495">
                    <a:moveTo>
                      <a:pt x="0" y="0"/>
                    </a:moveTo>
                    <a:lnTo>
                      <a:pt x="195943" y="132496"/>
                    </a:lnTo>
                  </a:path>
                </a:pathLst>
              </a:custGeom>
              <a:noFill/>
              <a:ln w="10244" cap="flat">
                <a:solidFill>
                  <a:srgbClr val="1565C0"/>
                </a:solidFill>
                <a:custDash>
                  <a:ds d="512433" sp="512433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8" name="Freeform 3317">
                <a:extLst>
                  <a:ext uri="{FF2B5EF4-FFF2-40B4-BE49-F238E27FC236}">
                    <a16:creationId xmlns:a16="http://schemas.microsoft.com/office/drawing/2014/main" id="{BA196D7E-B20B-70EB-391D-30E28E5EE7AC}"/>
                  </a:ext>
                </a:extLst>
              </p:cNvPr>
              <p:cNvSpPr/>
              <p:nvPr/>
            </p:nvSpPr>
            <p:spPr>
              <a:xfrm>
                <a:off x="4432251" y="2163793"/>
                <a:ext cx="61126" cy="52290"/>
              </a:xfrm>
              <a:custGeom>
                <a:avLst/>
                <a:gdLst>
                  <a:gd name="csX0" fmla="*/ 61127 w 61126"/>
                  <a:gd name="csY0" fmla="*/ 52290 h 52290"/>
                  <a:gd name="csX1" fmla="*/ 27282 w 61126"/>
                  <a:gd name="csY1" fmla="*/ 0 h 52290"/>
                  <a:gd name="csX2" fmla="*/ 0 w 61126"/>
                  <a:gd name="csY2" fmla="*/ 40360 h 52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1126" h="52290">
                    <a:moveTo>
                      <a:pt x="61127" y="52290"/>
                    </a:moveTo>
                    <a:lnTo>
                      <a:pt x="27282" y="0"/>
                    </a:lnTo>
                    <a:lnTo>
                      <a:pt x="0" y="40360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19" name="Freeform 3318">
                <a:extLst>
                  <a:ext uri="{FF2B5EF4-FFF2-40B4-BE49-F238E27FC236}">
                    <a16:creationId xmlns:a16="http://schemas.microsoft.com/office/drawing/2014/main" id="{85528B1D-BC0F-383C-28EE-A2A839328364}"/>
                  </a:ext>
                </a:extLst>
              </p:cNvPr>
              <p:cNvSpPr/>
              <p:nvPr/>
            </p:nvSpPr>
            <p:spPr>
              <a:xfrm>
                <a:off x="2227543" y="1693061"/>
                <a:ext cx="181293" cy="216380"/>
              </a:xfrm>
              <a:custGeom>
                <a:avLst/>
                <a:gdLst>
                  <a:gd name="csX0" fmla="*/ 0 w 181293"/>
                  <a:gd name="csY0" fmla="*/ 0 h 216380"/>
                  <a:gd name="csX1" fmla="*/ 181294 w 181293"/>
                  <a:gd name="csY1" fmla="*/ 216381 h 216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81293" h="216380">
                    <a:moveTo>
                      <a:pt x="0" y="0"/>
                    </a:moveTo>
                    <a:lnTo>
                      <a:pt x="181294" y="216381"/>
                    </a:lnTo>
                  </a:path>
                </a:pathLst>
              </a:custGeom>
              <a:noFill/>
              <a:ln w="9675" cap="flat">
                <a:solidFill>
                  <a:srgbClr val="1565C0"/>
                </a:solidFill>
                <a:custDash>
                  <a:ds d="483952" sp="483952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0" name="Freeform 3319">
                <a:extLst>
                  <a:ext uri="{FF2B5EF4-FFF2-40B4-BE49-F238E27FC236}">
                    <a16:creationId xmlns:a16="http://schemas.microsoft.com/office/drawing/2014/main" id="{389D11B7-9689-9A34-624C-FCF63CA2C398}"/>
                  </a:ext>
                </a:extLst>
              </p:cNvPr>
              <p:cNvSpPr/>
              <p:nvPr/>
            </p:nvSpPr>
            <p:spPr>
              <a:xfrm>
                <a:off x="2390181" y="1893809"/>
                <a:ext cx="55454" cy="59556"/>
              </a:xfrm>
              <a:custGeom>
                <a:avLst/>
                <a:gdLst>
                  <a:gd name="csX0" fmla="*/ 55455 w 55454"/>
                  <a:gd name="csY0" fmla="*/ 59556 h 59556"/>
                  <a:gd name="csX1" fmla="*/ 37337 w 55454"/>
                  <a:gd name="csY1" fmla="*/ 0 h 59556"/>
                  <a:gd name="csX2" fmla="*/ 0 w 55454"/>
                  <a:gd name="csY2" fmla="*/ 31266 h 595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5454" h="59556">
                    <a:moveTo>
                      <a:pt x="55455" y="59556"/>
                    </a:moveTo>
                    <a:lnTo>
                      <a:pt x="37337" y="0"/>
                    </a:lnTo>
                    <a:lnTo>
                      <a:pt x="0" y="31266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1" name="Freeform 3320">
                <a:extLst>
                  <a:ext uri="{FF2B5EF4-FFF2-40B4-BE49-F238E27FC236}">
                    <a16:creationId xmlns:a16="http://schemas.microsoft.com/office/drawing/2014/main" id="{84F77057-A00F-CB72-E760-407B634F27BC}"/>
                  </a:ext>
                </a:extLst>
              </p:cNvPr>
              <p:cNvSpPr/>
              <p:nvPr/>
            </p:nvSpPr>
            <p:spPr>
              <a:xfrm>
                <a:off x="2311429" y="1463953"/>
                <a:ext cx="328063" cy="98252"/>
              </a:xfrm>
              <a:custGeom>
                <a:avLst/>
                <a:gdLst>
                  <a:gd name="csX0" fmla="*/ 0 w 328063"/>
                  <a:gd name="csY0" fmla="*/ 98253 h 98252"/>
                  <a:gd name="csX1" fmla="*/ 328064 w 328063"/>
                  <a:gd name="csY1" fmla="*/ 0 h 98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8063" h="98252">
                    <a:moveTo>
                      <a:pt x="0" y="98253"/>
                    </a:moveTo>
                    <a:lnTo>
                      <a:pt x="328064" y="0"/>
                    </a:lnTo>
                  </a:path>
                </a:pathLst>
              </a:custGeom>
              <a:noFill/>
              <a:ln w="8225" cap="flat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2" name="Freeform 3321">
                <a:extLst>
                  <a:ext uri="{FF2B5EF4-FFF2-40B4-BE49-F238E27FC236}">
                    <a16:creationId xmlns:a16="http://schemas.microsoft.com/office/drawing/2014/main" id="{EE310869-D53E-9DF1-F619-EDBDC0B5AB1A}"/>
                  </a:ext>
                </a:extLst>
              </p:cNvPr>
              <p:cNvSpPr/>
              <p:nvPr/>
            </p:nvSpPr>
            <p:spPr>
              <a:xfrm>
                <a:off x="2632507" y="1440633"/>
                <a:ext cx="61900" cy="46665"/>
              </a:xfrm>
              <a:custGeom>
                <a:avLst/>
                <a:gdLst>
                  <a:gd name="csX0" fmla="*/ 61900 w 61900"/>
                  <a:gd name="csY0" fmla="*/ 6891 h 46665"/>
                  <a:gd name="csX1" fmla="*/ 0 w 61900"/>
                  <a:gd name="csY1" fmla="*/ 0 h 46665"/>
                  <a:gd name="csX2" fmla="*/ 13969 w 61900"/>
                  <a:gd name="csY2" fmla="*/ 46665 h 46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1900" h="46665">
                    <a:moveTo>
                      <a:pt x="61900" y="6891"/>
                    </a:moveTo>
                    <a:lnTo>
                      <a:pt x="0" y="0"/>
                    </a:lnTo>
                    <a:lnTo>
                      <a:pt x="13969" y="46665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3" name="Freeform 3322">
                <a:extLst>
                  <a:ext uri="{FF2B5EF4-FFF2-40B4-BE49-F238E27FC236}">
                    <a16:creationId xmlns:a16="http://schemas.microsoft.com/office/drawing/2014/main" id="{5B5B6929-0B5D-B09E-4898-36643517F7FE}"/>
                  </a:ext>
                </a:extLst>
              </p:cNvPr>
              <p:cNvSpPr/>
              <p:nvPr/>
            </p:nvSpPr>
            <p:spPr>
              <a:xfrm>
                <a:off x="1926504" y="1693061"/>
                <a:ext cx="163340" cy="206443"/>
              </a:xfrm>
              <a:custGeom>
                <a:avLst/>
                <a:gdLst>
                  <a:gd name="csX0" fmla="*/ 163340 w 163340"/>
                  <a:gd name="csY0" fmla="*/ 0 h 206443"/>
                  <a:gd name="csX1" fmla="*/ 0 w 163340"/>
                  <a:gd name="csY1" fmla="*/ 206443 h 206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3340" h="206443">
                    <a:moveTo>
                      <a:pt x="163340" y="0"/>
                    </a:moveTo>
                    <a:lnTo>
                      <a:pt x="0" y="206443"/>
                    </a:lnTo>
                  </a:path>
                </a:pathLst>
              </a:custGeom>
              <a:noFill/>
              <a:ln w="10158" cap="flat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4" name="Freeform 3323">
                <a:extLst>
                  <a:ext uri="{FF2B5EF4-FFF2-40B4-BE49-F238E27FC236}">
                    <a16:creationId xmlns:a16="http://schemas.microsoft.com/office/drawing/2014/main" id="{5EC732C8-82BA-7645-B20E-3B168A4ECD6E}"/>
                  </a:ext>
                </a:extLst>
              </p:cNvPr>
              <p:cNvSpPr/>
              <p:nvPr/>
            </p:nvSpPr>
            <p:spPr>
              <a:xfrm>
                <a:off x="1890948" y="1884387"/>
                <a:ext cx="54657" cy="60071"/>
              </a:xfrm>
              <a:custGeom>
                <a:avLst/>
                <a:gdLst>
                  <a:gd name="csX0" fmla="*/ 0 w 54657"/>
                  <a:gd name="csY0" fmla="*/ 60072 h 60071"/>
                  <a:gd name="csX1" fmla="*/ 54658 w 54657"/>
                  <a:gd name="csY1" fmla="*/ 30235 h 60071"/>
                  <a:gd name="csX2" fmla="*/ 16454 w 54657"/>
                  <a:gd name="csY2" fmla="*/ 0 h 600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4657" h="60071">
                    <a:moveTo>
                      <a:pt x="0" y="60072"/>
                    </a:moveTo>
                    <a:lnTo>
                      <a:pt x="54658" y="30235"/>
                    </a:lnTo>
                    <a:lnTo>
                      <a:pt x="16454" y="0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5" name="Freeform 3324">
                <a:extLst>
                  <a:ext uri="{FF2B5EF4-FFF2-40B4-BE49-F238E27FC236}">
                    <a16:creationId xmlns:a16="http://schemas.microsoft.com/office/drawing/2014/main" id="{8BD08C66-FE19-0AE5-6250-CF27391CC11D}"/>
                  </a:ext>
                </a:extLst>
              </p:cNvPr>
              <p:cNvSpPr/>
              <p:nvPr/>
            </p:nvSpPr>
            <p:spPr>
              <a:xfrm>
                <a:off x="2692720" y="3116271"/>
                <a:ext cx="273944" cy="87728"/>
              </a:xfrm>
              <a:custGeom>
                <a:avLst/>
                <a:gdLst>
                  <a:gd name="csX0" fmla="*/ 273945 w 273944"/>
                  <a:gd name="csY0" fmla="*/ 87729 h 87728"/>
                  <a:gd name="csX1" fmla="*/ 0 w 273944"/>
                  <a:gd name="csY1" fmla="*/ 0 h 877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73944" h="87728">
                    <a:moveTo>
                      <a:pt x="273945" y="87729"/>
                    </a:moveTo>
                    <a:lnTo>
                      <a:pt x="0" y="0"/>
                    </a:lnTo>
                  </a:path>
                </a:pathLst>
              </a:custGeom>
              <a:noFill/>
              <a:ln w="8844" cap="flat">
                <a:solidFill>
                  <a:srgbClr val="1565C0"/>
                </a:solidFill>
                <a:custDash>
                  <a:ds d="442427" sp="442427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6" name="Freeform 3325">
                <a:extLst>
                  <a:ext uri="{FF2B5EF4-FFF2-40B4-BE49-F238E27FC236}">
                    <a16:creationId xmlns:a16="http://schemas.microsoft.com/office/drawing/2014/main" id="{8F32979F-2E21-E440-0895-294C1E199156}"/>
                  </a:ext>
                </a:extLst>
              </p:cNvPr>
              <p:cNvSpPr/>
              <p:nvPr/>
            </p:nvSpPr>
            <p:spPr>
              <a:xfrm>
                <a:off x="2638133" y="3093068"/>
                <a:ext cx="61993" cy="46407"/>
              </a:xfrm>
              <a:custGeom>
                <a:avLst/>
                <a:gdLst>
                  <a:gd name="csX0" fmla="*/ 0 w 61993"/>
                  <a:gd name="csY0" fmla="*/ 5742 h 46407"/>
                  <a:gd name="csX1" fmla="*/ 47158 w 61993"/>
                  <a:gd name="csY1" fmla="*/ 46408 h 46407"/>
                  <a:gd name="csX2" fmla="*/ 61994 w 61993"/>
                  <a:gd name="csY2" fmla="*/ 0 h 464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1993" h="46407">
                    <a:moveTo>
                      <a:pt x="0" y="5742"/>
                    </a:moveTo>
                    <a:lnTo>
                      <a:pt x="47158" y="46408"/>
                    </a:lnTo>
                    <a:lnTo>
                      <a:pt x="61994" y="0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7" name="Freeform 3326">
                <a:extLst>
                  <a:ext uri="{FF2B5EF4-FFF2-40B4-BE49-F238E27FC236}">
                    <a16:creationId xmlns:a16="http://schemas.microsoft.com/office/drawing/2014/main" id="{14C0D936-F553-CF54-36F6-8F1B4A37207C}"/>
                  </a:ext>
                </a:extLst>
              </p:cNvPr>
              <p:cNvSpPr/>
              <p:nvPr/>
            </p:nvSpPr>
            <p:spPr>
              <a:xfrm>
                <a:off x="3037448" y="689229"/>
                <a:ext cx="269327" cy="36469"/>
              </a:xfrm>
              <a:custGeom>
                <a:avLst/>
                <a:gdLst>
                  <a:gd name="csX0" fmla="*/ 0 w 269327"/>
                  <a:gd name="csY0" fmla="*/ 0 h 36469"/>
                  <a:gd name="csX1" fmla="*/ 269328 w 269327"/>
                  <a:gd name="csY1" fmla="*/ 36470 h 364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69327" h="36469">
                    <a:moveTo>
                      <a:pt x="0" y="0"/>
                    </a:moveTo>
                    <a:lnTo>
                      <a:pt x="269328" y="36470"/>
                    </a:lnTo>
                  </a:path>
                </a:pathLst>
              </a:custGeom>
              <a:noFill/>
              <a:ln w="8529" cap="flat">
                <a:solidFill>
                  <a:srgbClr val="D32F2F"/>
                </a:solidFill>
                <a:custDash>
                  <a:ds d="426626" sp="426626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8" name="Freeform 3327">
                <a:extLst>
                  <a:ext uri="{FF2B5EF4-FFF2-40B4-BE49-F238E27FC236}">
                    <a16:creationId xmlns:a16="http://schemas.microsoft.com/office/drawing/2014/main" id="{AC0F0A0E-B99B-0A34-8A52-27CFCBC6BE9A}"/>
                  </a:ext>
                </a:extLst>
              </p:cNvPr>
              <p:cNvSpPr/>
              <p:nvPr/>
            </p:nvSpPr>
            <p:spPr>
              <a:xfrm>
                <a:off x="3303494" y="701558"/>
                <a:ext cx="60071" cy="48282"/>
              </a:xfrm>
              <a:custGeom>
                <a:avLst/>
                <a:gdLst>
                  <a:gd name="csX0" fmla="*/ 60072 w 60071"/>
                  <a:gd name="csY0" fmla="*/ 31829 h 48282"/>
                  <a:gd name="csX1" fmla="*/ 6539 w 60071"/>
                  <a:gd name="csY1" fmla="*/ 0 h 48282"/>
                  <a:gd name="csX2" fmla="*/ 0 w 60071"/>
                  <a:gd name="csY2" fmla="*/ 48283 h 48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0071" h="48282">
                    <a:moveTo>
                      <a:pt x="60072" y="31829"/>
                    </a:moveTo>
                    <a:lnTo>
                      <a:pt x="6539" y="0"/>
                    </a:lnTo>
                    <a:lnTo>
                      <a:pt x="0" y="48283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29" name="Freeform 3328">
                <a:extLst>
                  <a:ext uri="{FF2B5EF4-FFF2-40B4-BE49-F238E27FC236}">
                    <a16:creationId xmlns:a16="http://schemas.microsoft.com/office/drawing/2014/main" id="{F2A031B4-A7F1-1C7D-0F5D-DE190DB43858}"/>
                  </a:ext>
                </a:extLst>
              </p:cNvPr>
              <p:cNvSpPr/>
              <p:nvPr/>
            </p:nvSpPr>
            <p:spPr>
              <a:xfrm>
                <a:off x="2920750" y="752794"/>
                <a:ext cx="380471" cy="845389"/>
              </a:xfrm>
              <a:custGeom>
                <a:avLst/>
                <a:gdLst>
                  <a:gd name="csX0" fmla="*/ 0 w 380471"/>
                  <a:gd name="csY0" fmla="*/ 0 h 845389"/>
                  <a:gd name="csX1" fmla="*/ 380471 w 380471"/>
                  <a:gd name="csY1" fmla="*/ 845390 h 8453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80471" h="845389">
                    <a:moveTo>
                      <a:pt x="0" y="0"/>
                    </a:moveTo>
                    <a:lnTo>
                      <a:pt x="380471" y="845390"/>
                    </a:lnTo>
                  </a:path>
                </a:pathLst>
              </a:custGeom>
              <a:noFill/>
              <a:ln w="8435" cap="flat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0" name="Freeform 3329">
                <a:extLst>
                  <a:ext uri="{FF2B5EF4-FFF2-40B4-BE49-F238E27FC236}">
                    <a16:creationId xmlns:a16="http://schemas.microsoft.com/office/drawing/2014/main" id="{C2B07AFC-5A1A-C807-2447-995D9E73BF13}"/>
                  </a:ext>
                </a:extLst>
              </p:cNvPr>
              <p:cNvSpPr/>
              <p:nvPr/>
            </p:nvSpPr>
            <p:spPr>
              <a:xfrm>
                <a:off x="3279002" y="1588199"/>
                <a:ext cx="45727" cy="62251"/>
              </a:xfrm>
              <a:custGeom>
                <a:avLst/>
                <a:gdLst>
                  <a:gd name="csX0" fmla="*/ 45728 w 45727"/>
                  <a:gd name="csY0" fmla="*/ 62252 h 62251"/>
                  <a:gd name="csX1" fmla="*/ 44415 w 45727"/>
                  <a:gd name="csY1" fmla="*/ 0 h 62251"/>
                  <a:gd name="csX2" fmla="*/ 0 w 45727"/>
                  <a:gd name="csY2" fmla="*/ 19993 h 62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727" h="62251">
                    <a:moveTo>
                      <a:pt x="45728" y="62252"/>
                    </a:moveTo>
                    <a:lnTo>
                      <a:pt x="44415" y="0"/>
                    </a:lnTo>
                    <a:lnTo>
                      <a:pt x="0" y="19993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1" name="Freeform 3330">
                <a:extLst>
                  <a:ext uri="{FF2B5EF4-FFF2-40B4-BE49-F238E27FC236}">
                    <a16:creationId xmlns:a16="http://schemas.microsoft.com/office/drawing/2014/main" id="{1483E9FA-DF04-990E-38EC-4FF20C5877C1}"/>
                  </a:ext>
                </a:extLst>
              </p:cNvPr>
              <p:cNvSpPr/>
              <p:nvPr/>
            </p:nvSpPr>
            <p:spPr>
              <a:xfrm>
                <a:off x="2871858" y="752794"/>
                <a:ext cx="9140" cy="452215"/>
              </a:xfrm>
              <a:custGeom>
                <a:avLst/>
                <a:gdLst>
                  <a:gd name="csX0" fmla="*/ 9141 w 9140"/>
                  <a:gd name="csY0" fmla="*/ 0 h 452215"/>
                  <a:gd name="csX1" fmla="*/ 0 w 9140"/>
                  <a:gd name="csY1" fmla="*/ 452215 h 452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140" h="452215">
                    <a:moveTo>
                      <a:pt x="9141" y="0"/>
                    </a:moveTo>
                    <a:lnTo>
                      <a:pt x="0" y="452215"/>
                    </a:lnTo>
                  </a:path>
                </a:pathLst>
              </a:custGeom>
              <a:noFill/>
              <a:ln w="14375" cap="flat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2" name="Freeform 3331">
                <a:extLst>
                  <a:ext uri="{FF2B5EF4-FFF2-40B4-BE49-F238E27FC236}">
                    <a16:creationId xmlns:a16="http://schemas.microsoft.com/office/drawing/2014/main" id="{67A71FE9-73DB-3AEA-09B9-B43A45BCC9C4}"/>
                  </a:ext>
                </a:extLst>
              </p:cNvPr>
              <p:cNvSpPr/>
              <p:nvPr/>
            </p:nvSpPr>
            <p:spPr>
              <a:xfrm>
                <a:off x="2847505" y="1204517"/>
                <a:ext cx="48704" cy="57798"/>
              </a:xfrm>
              <a:custGeom>
                <a:avLst/>
                <a:gdLst>
                  <a:gd name="csX0" fmla="*/ 23204 w 48704"/>
                  <a:gd name="csY0" fmla="*/ 57798 h 57798"/>
                  <a:gd name="csX1" fmla="*/ 48704 w 48704"/>
                  <a:gd name="csY1" fmla="*/ 984 h 57798"/>
                  <a:gd name="csX2" fmla="*/ 0 w 48704"/>
                  <a:gd name="csY2" fmla="*/ 0 h 577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8704" h="57798">
                    <a:moveTo>
                      <a:pt x="23204" y="57798"/>
                    </a:moveTo>
                    <a:lnTo>
                      <a:pt x="48704" y="9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3" name="Freeform 3332">
                <a:extLst>
                  <a:ext uri="{FF2B5EF4-FFF2-40B4-BE49-F238E27FC236}">
                    <a16:creationId xmlns:a16="http://schemas.microsoft.com/office/drawing/2014/main" id="{78D69731-2EA7-D286-783F-CEDBCEA88663}"/>
                  </a:ext>
                </a:extLst>
              </p:cNvPr>
              <p:cNvSpPr/>
              <p:nvPr/>
            </p:nvSpPr>
            <p:spPr>
              <a:xfrm>
                <a:off x="2968774" y="752794"/>
                <a:ext cx="578289" cy="567929"/>
              </a:xfrm>
              <a:custGeom>
                <a:avLst/>
                <a:gdLst>
                  <a:gd name="csX0" fmla="*/ 0 w 578289"/>
                  <a:gd name="csY0" fmla="*/ 0 h 567929"/>
                  <a:gd name="csX1" fmla="*/ 578289 w 578289"/>
                  <a:gd name="csY1" fmla="*/ 567929 h 5679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78289" h="567929">
                    <a:moveTo>
                      <a:pt x="0" y="0"/>
                    </a:moveTo>
                    <a:lnTo>
                      <a:pt x="578289" y="567929"/>
                    </a:lnTo>
                  </a:path>
                </a:pathLst>
              </a:custGeom>
              <a:noFill/>
              <a:ln w="9504" cap="flat">
                <a:solidFill>
                  <a:srgbClr val="D32F2F"/>
                </a:solidFill>
                <a:custDash>
                  <a:ds d="475445" sp="475445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4" name="Freeform 3333">
                <a:extLst>
                  <a:ext uri="{FF2B5EF4-FFF2-40B4-BE49-F238E27FC236}">
                    <a16:creationId xmlns:a16="http://schemas.microsoft.com/office/drawing/2014/main" id="{6A2E526D-8A30-CC2A-396F-4A55EAFF9742}"/>
                  </a:ext>
                </a:extLst>
              </p:cNvPr>
              <p:cNvSpPr/>
              <p:nvPr/>
            </p:nvSpPr>
            <p:spPr>
              <a:xfrm>
                <a:off x="3530000" y="1303355"/>
                <a:ext cx="57939" cy="57540"/>
              </a:xfrm>
              <a:custGeom>
                <a:avLst/>
                <a:gdLst>
                  <a:gd name="csX0" fmla="*/ 57939 w 57939"/>
                  <a:gd name="csY0" fmla="*/ 57541 h 57540"/>
                  <a:gd name="csX1" fmla="*/ 34126 w 57939"/>
                  <a:gd name="csY1" fmla="*/ 0 h 57540"/>
                  <a:gd name="csX2" fmla="*/ 0 w 57939"/>
                  <a:gd name="csY2" fmla="*/ 34759 h 57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7939" h="57540">
                    <a:moveTo>
                      <a:pt x="57939" y="57541"/>
                    </a:moveTo>
                    <a:lnTo>
                      <a:pt x="34126" y="0"/>
                    </a:lnTo>
                    <a:lnTo>
                      <a:pt x="0" y="34759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5" name="Freeform 3334">
                <a:extLst>
                  <a:ext uri="{FF2B5EF4-FFF2-40B4-BE49-F238E27FC236}">
                    <a16:creationId xmlns:a16="http://schemas.microsoft.com/office/drawing/2014/main" id="{6E00378C-8F3D-A329-4FC0-BEBB1C42410E}"/>
                  </a:ext>
                </a:extLst>
              </p:cNvPr>
              <p:cNvSpPr/>
              <p:nvPr/>
            </p:nvSpPr>
            <p:spPr>
              <a:xfrm>
                <a:off x="2480207" y="1039934"/>
                <a:ext cx="233021" cy="213662"/>
              </a:xfrm>
              <a:custGeom>
                <a:avLst/>
                <a:gdLst>
                  <a:gd name="csX0" fmla="*/ 0 w 233021"/>
                  <a:gd name="csY0" fmla="*/ 0 h 213662"/>
                  <a:gd name="csX1" fmla="*/ 233022 w 233021"/>
                  <a:gd name="csY1" fmla="*/ 213662 h 2136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3021" h="213662">
                    <a:moveTo>
                      <a:pt x="0" y="0"/>
                    </a:moveTo>
                    <a:lnTo>
                      <a:pt x="233022" y="213662"/>
                    </a:lnTo>
                  </a:path>
                </a:pathLst>
              </a:custGeom>
              <a:noFill/>
              <a:ln w="12918" cap="flat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6" name="Freeform 3335">
                <a:extLst>
                  <a:ext uri="{FF2B5EF4-FFF2-40B4-BE49-F238E27FC236}">
                    <a16:creationId xmlns:a16="http://schemas.microsoft.com/office/drawing/2014/main" id="{5497692C-604C-1B54-FD72-0264CF21002F}"/>
                  </a:ext>
                </a:extLst>
              </p:cNvPr>
              <p:cNvSpPr/>
              <p:nvPr/>
            </p:nvSpPr>
            <p:spPr>
              <a:xfrm>
                <a:off x="2696775" y="1235643"/>
                <a:ext cx="58689" cy="56696"/>
              </a:xfrm>
              <a:custGeom>
                <a:avLst/>
                <a:gdLst>
                  <a:gd name="csX0" fmla="*/ 58689 w 58689"/>
                  <a:gd name="csY0" fmla="*/ 56697 h 56696"/>
                  <a:gd name="csX1" fmla="*/ 32907 w 58689"/>
                  <a:gd name="csY1" fmla="*/ 0 h 56696"/>
                  <a:gd name="csX2" fmla="*/ 0 w 58689"/>
                  <a:gd name="csY2" fmla="*/ 35907 h 56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8689" h="56696">
                    <a:moveTo>
                      <a:pt x="58689" y="56697"/>
                    </a:moveTo>
                    <a:lnTo>
                      <a:pt x="32907" y="0"/>
                    </a:lnTo>
                    <a:lnTo>
                      <a:pt x="0" y="35907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7" name="Freeform 3336">
                <a:extLst>
                  <a:ext uri="{FF2B5EF4-FFF2-40B4-BE49-F238E27FC236}">
                    <a16:creationId xmlns:a16="http://schemas.microsoft.com/office/drawing/2014/main" id="{A50C24DF-B0B3-EB33-409F-7C8C2A640084}"/>
                  </a:ext>
                </a:extLst>
              </p:cNvPr>
              <p:cNvSpPr/>
              <p:nvPr/>
            </p:nvSpPr>
            <p:spPr>
              <a:xfrm>
                <a:off x="2303694" y="2688315"/>
                <a:ext cx="81588" cy="177989"/>
              </a:xfrm>
              <a:custGeom>
                <a:avLst/>
                <a:gdLst>
                  <a:gd name="csX0" fmla="*/ 0 w 81588"/>
                  <a:gd name="csY0" fmla="*/ 0 h 177989"/>
                  <a:gd name="csX1" fmla="*/ 81588 w 81588"/>
                  <a:gd name="csY1" fmla="*/ 177989 h 177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1588" h="177989">
                    <a:moveTo>
                      <a:pt x="0" y="0"/>
                    </a:moveTo>
                    <a:lnTo>
                      <a:pt x="81588" y="177989"/>
                    </a:lnTo>
                  </a:path>
                </a:pathLst>
              </a:custGeom>
              <a:noFill/>
              <a:ln w="9653" cap="flat">
                <a:solidFill>
                  <a:srgbClr val="1565C0"/>
                </a:solidFill>
                <a:custDash>
                  <a:ds d="482853" sp="482853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8" name="Freeform 3337">
                <a:extLst>
                  <a:ext uri="{FF2B5EF4-FFF2-40B4-BE49-F238E27FC236}">
                    <a16:creationId xmlns:a16="http://schemas.microsoft.com/office/drawing/2014/main" id="{FB6CA100-35A1-C1E4-C691-25AAEC21E117}"/>
                  </a:ext>
                </a:extLst>
              </p:cNvPr>
              <p:cNvSpPr/>
              <p:nvPr/>
            </p:nvSpPr>
            <p:spPr>
              <a:xfrm>
                <a:off x="2363133" y="2856155"/>
                <a:ext cx="46032" cy="62228"/>
              </a:xfrm>
              <a:custGeom>
                <a:avLst/>
                <a:gdLst>
                  <a:gd name="csX0" fmla="*/ 46032 w 46032"/>
                  <a:gd name="csY0" fmla="*/ 62228 h 62228"/>
                  <a:gd name="csX1" fmla="*/ 44275 w 46032"/>
                  <a:gd name="csY1" fmla="*/ 0 h 62228"/>
                  <a:gd name="csX2" fmla="*/ 0 w 46032"/>
                  <a:gd name="csY2" fmla="*/ 20297 h 622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6032" h="62228">
                    <a:moveTo>
                      <a:pt x="46032" y="62228"/>
                    </a:moveTo>
                    <a:lnTo>
                      <a:pt x="44275" y="0"/>
                    </a:lnTo>
                    <a:lnTo>
                      <a:pt x="0" y="20297"/>
                    </a:lnTo>
                    <a:close/>
                  </a:path>
                </a:pathLst>
              </a:custGeom>
              <a:solidFill>
                <a:srgbClr val="1565C0"/>
              </a:solidFill>
              <a:ln w="44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9" name="Freeform 3338">
                <a:extLst>
                  <a:ext uri="{FF2B5EF4-FFF2-40B4-BE49-F238E27FC236}">
                    <a16:creationId xmlns:a16="http://schemas.microsoft.com/office/drawing/2014/main" id="{B9232D6C-72E5-396E-807F-9951A3CA0C45}"/>
                  </a:ext>
                </a:extLst>
              </p:cNvPr>
              <p:cNvSpPr/>
              <p:nvPr/>
            </p:nvSpPr>
            <p:spPr>
              <a:xfrm>
                <a:off x="3619628" y="2956095"/>
                <a:ext cx="259530" cy="48329"/>
              </a:xfrm>
              <a:custGeom>
                <a:avLst/>
                <a:gdLst>
                  <a:gd name="csX0" fmla="*/ 0 w 259530"/>
                  <a:gd name="csY0" fmla="*/ 48329 h 48329"/>
                  <a:gd name="csX1" fmla="*/ 259530 w 259530"/>
                  <a:gd name="csY1" fmla="*/ 0 h 483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9530" h="48329">
                    <a:moveTo>
                      <a:pt x="0" y="48329"/>
                    </a:moveTo>
                    <a:lnTo>
                      <a:pt x="259530" y="0"/>
                    </a:lnTo>
                  </a:path>
                </a:pathLst>
              </a:custGeom>
              <a:noFill/>
              <a:ln w="8412" cap="flat">
                <a:solidFill>
                  <a:srgbClr val="D32F2F"/>
                </a:solidFill>
                <a:custDash>
                  <a:ds d="420787" sp="420787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0" name="Freeform 3339">
                <a:extLst>
                  <a:ext uri="{FF2B5EF4-FFF2-40B4-BE49-F238E27FC236}">
                    <a16:creationId xmlns:a16="http://schemas.microsoft.com/office/drawing/2014/main" id="{094A3575-2DB9-4573-A2D6-BF610E6C5C41}"/>
                  </a:ext>
                </a:extLst>
              </p:cNvPr>
              <p:cNvSpPr/>
              <p:nvPr/>
            </p:nvSpPr>
            <p:spPr>
              <a:xfrm>
                <a:off x="3874705" y="2932165"/>
                <a:ext cx="60798" cy="47884"/>
              </a:xfrm>
              <a:custGeom>
                <a:avLst/>
                <a:gdLst>
                  <a:gd name="csX0" fmla="*/ 60799 w 60798"/>
                  <a:gd name="csY0" fmla="*/ 13453 h 47884"/>
                  <a:gd name="csX1" fmla="*/ 0 w 60798"/>
                  <a:gd name="csY1" fmla="*/ 0 h 47884"/>
                  <a:gd name="csX2" fmla="*/ 8906 w 60798"/>
                  <a:gd name="csY2" fmla="*/ 47884 h 478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60798" h="47884">
                    <a:moveTo>
                      <a:pt x="60799" y="13453"/>
                    </a:moveTo>
                    <a:lnTo>
                      <a:pt x="0" y="0"/>
                    </a:lnTo>
                    <a:lnTo>
                      <a:pt x="8906" y="47884"/>
                    </a:lnTo>
                    <a:close/>
                  </a:path>
                </a:pathLst>
              </a:custGeom>
              <a:solidFill>
                <a:srgbClr val="D32F2F"/>
              </a:solidFill>
              <a:ln w="449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1" name="Freeform 3340">
                <a:extLst>
                  <a:ext uri="{FF2B5EF4-FFF2-40B4-BE49-F238E27FC236}">
                    <a16:creationId xmlns:a16="http://schemas.microsoft.com/office/drawing/2014/main" id="{8D0B8A95-2195-7702-A2AB-F8F720ED5528}"/>
                  </a:ext>
                </a:extLst>
              </p:cNvPr>
              <p:cNvSpPr/>
              <p:nvPr/>
            </p:nvSpPr>
            <p:spPr>
              <a:xfrm>
                <a:off x="4272247" y="1337263"/>
                <a:ext cx="281949" cy="151812"/>
              </a:xfrm>
              <a:custGeom>
                <a:avLst/>
                <a:gdLst>
                  <a:gd name="csX0" fmla="*/ 223483 w 223482"/>
                  <a:gd name="csY0" fmla="*/ 60166 h 120331"/>
                  <a:gd name="csX1" fmla="*/ 223412 w 223482"/>
                  <a:gd name="csY1" fmla="*/ 58056 h 120331"/>
                  <a:gd name="csX2" fmla="*/ 223201 w 223482"/>
                  <a:gd name="csY2" fmla="*/ 55947 h 120331"/>
                  <a:gd name="csX3" fmla="*/ 222850 w 223482"/>
                  <a:gd name="csY3" fmla="*/ 53837 h 120331"/>
                  <a:gd name="csX4" fmla="*/ 222381 w 223482"/>
                  <a:gd name="csY4" fmla="*/ 51751 h 120331"/>
                  <a:gd name="csX5" fmla="*/ 221772 w 223482"/>
                  <a:gd name="csY5" fmla="*/ 49665 h 120331"/>
                  <a:gd name="csX6" fmla="*/ 220998 w 223482"/>
                  <a:gd name="csY6" fmla="*/ 47579 h 120331"/>
                  <a:gd name="csX7" fmla="*/ 220131 w 223482"/>
                  <a:gd name="csY7" fmla="*/ 45540 h 120331"/>
                  <a:gd name="csX8" fmla="*/ 219100 w 223482"/>
                  <a:gd name="csY8" fmla="*/ 43501 h 120331"/>
                  <a:gd name="csX9" fmla="*/ 217951 w 223482"/>
                  <a:gd name="csY9" fmla="*/ 41462 h 120331"/>
                  <a:gd name="csX10" fmla="*/ 216662 w 223482"/>
                  <a:gd name="csY10" fmla="*/ 39470 h 120331"/>
                  <a:gd name="csX11" fmla="*/ 215256 w 223482"/>
                  <a:gd name="csY11" fmla="*/ 37501 h 120331"/>
                  <a:gd name="csX12" fmla="*/ 213709 w 223482"/>
                  <a:gd name="csY12" fmla="*/ 35556 h 120331"/>
                  <a:gd name="csX13" fmla="*/ 212045 w 223482"/>
                  <a:gd name="csY13" fmla="*/ 33657 h 120331"/>
                  <a:gd name="csX14" fmla="*/ 210263 w 223482"/>
                  <a:gd name="csY14" fmla="*/ 31782 h 120331"/>
                  <a:gd name="csX15" fmla="*/ 208342 w 223482"/>
                  <a:gd name="csY15" fmla="*/ 29930 h 120331"/>
                  <a:gd name="csX16" fmla="*/ 206302 w 223482"/>
                  <a:gd name="csY16" fmla="*/ 28126 h 120331"/>
                  <a:gd name="csX17" fmla="*/ 204170 w 223482"/>
                  <a:gd name="csY17" fmla="*/ 26344 h 120331"/>
                  <a:gd name="csX18" fmla="*/ 201896 w 223482"/>
                  <a:gd name="csY18" fmla="*/ 24633 h 120331"/>
                  <a:gd name="csX19" fmla="*/ 199529 w 223482"/>
                  <a:gd name="csY19" fmla="*/ 22946 h 120331"/>
                  <a:gd name="csX20" fmla="*/ 197044 w 223482"/>
                  <a:gd name="csY20" fmla="*/ 21305 h 120331"/>
                  <a:gd name="csX21" fmla="*/ 194466 w 223482"/>
                  <a:gd name="csY21" fmla="*/ 19711 h 120331"/>
                  <a:gd name="csX22" fmla="*/ 191771 w 223482"/>
                  <a:gd name="csY22" fmla="*/ 18188 h 120331"/>
                  <a:gd name="csX23" fmla="*/ 189005 w 223482"/>
                  <a:gd name="csY23" fmla="*/ 16688 h 120331"/>
                  <a:gd name="csX24" fmla="*/ 186122 w 223482"/>
                  <a:gd name="csY24" fmla="*/ 15258 h 120331"/>
                  <a:gd name="csX25" fmla="*/ 183146 w 223482"/>
                  <a:gd name="csY25" fmla="*/ 13875 h 120331"/>
                  <a:gd name="csX26" fmla="*/ 180075 w 223482"/>
                  <a:gd name="csY26" fmla="*/ 12563 h 120331"/>
                  <a:gd name="csX27" fmla="*/ 176934 w 223482"/>
                  <a:gd name="csY27" fmla="*/ 11297 h 120331"/>
                  <a:gd name="csX28" fmla="*/ 173700 w 223482"/>
                  <a:gd name="csY28" fmla="*/ 10102 h 120331"/>
                  <a:gd name="csX29" fmla="*/ 170419 w 223482"/>
                  <a:gd name="csY29" fmla="*/ 8953 h 120331"/>
                  <a:gd name="csX30" fmla="*/ 167044 w 223482"/>
                  <a:gd name="csY30" fmla="*/ 7875 h 120331"/>
                  <a:gd name="csX31" fmla="*/ 163598 w 223482"/>
                  <a:gd name="csY31" fmla="*/ 6867 h 120331"/>
                  <a:gd name="csX32" fmla="*/ 160082 w 223482"/>
                  <a:gd name="csY32" fmla="*/ 5930 h 120331"/>
                  <a:gd name="csX33" fmla="*/ 156520 w 223482"/>
                  <a:gd name="csY33" fmla="*/ 5039 h 120331"/>
                  <a:gd name="csX34" fmla="*/ 152910 w 223482"/>
                  <a:gd name="csY34" fmla="*/ 4219 h 120331"/>
                  <a:gd name="csX35" fmla="*/ 149231 w 223482"/>
                  <a:gd name="csY35" fmla="*/ 3492 h 120331"/>
                  <a:gd name="csX36" fmla="*/ 145504 w 223482"/>
                  <a:gd name="csY36" fmla="*/ 2813 h 120331"/>
                  <a:gd name="csX37" fmla="*/ 141754 w 223482"/>
                  <a:gd name="csY37" fmla="*/ 2203 h 120331"/>
                  <a:gd name="csX38" fmla="*/ 137957 w 223482"/>
                  <a:gd name="csY38" fmla="*/ 1664 h 120331"/>
                  <a:gd name="csX39" fmla="*/ 134136 w 223482"/>
                  <a:gd name="csY39" fmla="*/ 1219 h 120331"/>
                  <a:gd name="csX40" fmla="*/ 130269 w 223482"/>
                  <a:gd name="csY40" fmla="*/ 820 h 120331"/>
                  <a:gd name="csX41" fmla="*/ 126402 w 223482"/>
                  <a:gd name="csY41" fmla="*/ 516 h 120331"/>
                  <a:gd name="csX42" fmla="*/ 122488 w 223482"/>
                  <a:gd name="csY42" fmla="*/ 281 h 120331"/>
                  <a:gd name="csX43" fmla="*/ 118597 w 223482"/>
                  <a:gd name="csY43" fmla="*/ 117 h 120331"/>
                  <a:gd name="csX44" fmla="*/ 114659 w 223482"/>
                  <a:gd name="csY44" fmla="*/ 23 h 120331"/>
                  <a:gd name="csX45" fmla="*/ 110745 w 223482"/>
                  <a:gd name="csY45" fmla="*/ 0 h 120331"/>
                  <a:gd name="csX46" fmla="*/ 106831 w 223482"/>
                  <a:gd name="csY46" fmla="*/ 47 h 120331"/>
                  <a:gd name="csX47" fmla="*/ 102917 w 223482"/>
                  <a:gd name="csY47" fmla="*/ 188 h 120331"/>
                  <a:gd name="csX48" fmla="*/ 99003 w 223482"/>
                  <a:gd name="csY48" fmla="*/ 375 h 120331"/>
                  <a:gd name="csX49" fmla="*/ 95112 w 223482"/>
                  <a:gd name="csY49" fmla="*/ 656 h 120331"/>
                  <a:gd name="csX50" fmla="*/ 91245 w 223482"/>
                  <a:gd name="csY50" fmla="*/ 1008 h 120331"/>
                  <a:gd name="csX51" fmla="*/ 87401 w 223482"/>
                  <a:gd name="csY51" fmla="*/ 1430 h 120331"/>
                  <a:gd name="csX52" fmla="*/ 83604 w 223482"/>
                  <a:gd name="csY52" fmla="*/ 1922 h 120331"/>
                  <a:gd name="csX53" fmla="*/ 79807 w 223482"/>
                  <a:gd name="csY53" fmla="*/ 2508 h 120331"/>
                  <a:gd name="csX54" fmla="*/ 76080 w 223482"/>
                  <a:gd name="csY54" fmla="*/ 3141 h 120331"/>
                  <a:gd name="csX55" fmla="*/ 72377 w 223482"/>
                  <a:gd name="csY55" fmla="*/ 3844 h 120331"/>
                  <a:gd name="csX56" fmla="*/ 68744 w 223482"/>
                  <a:gd name="csY56" fmla="*/ 4617 h 120331"/>
                  <a:gd name="csX57" fmla="*/ 65135 w 223482"/>
                  <a:gd name="csY57" fmla="*/ 5461 h 120331"/>
                  <a:gd name="csX58" fmla="*/ 61619 w 223482"/>
                  <a:gd name="csY58" fmla="*/ 6375 h 120331"/>
                  <a:gd name="csX59" fmla="*/ 58127 w 223482"/>
                  <a:gd name="csY59" fmla="*/ 7360 h 120331"/>
                  <a:gd name="csX60" fmla="*/ 54728 w 223482"/>
                  <a:gd name="csY60" fmla="*/ 8414 h 120331"/>
                  <a:gd name="csX61" fmla="*/ 51376 w 223482"/>
                  <a:gd name="csY61" fmla="*/ 9516 h 120331"/>
                  <a:gd name="csX62" fmla="*/ 48118 w 223482"/>
                  <a:gd name="csY62" fmla="*/ 10688 h 120331"/>
                  <a:gd name="csX63" fmla="*/ 44931 w 223482"/>
                  <a:gd name="csY63" fmla="*/ 11930 h 120331"/>
                  <a:gd name="csX64" fmla="*/ 41837 w 223482"/>
                  <a:gd name="csY64" fmla="*/ 13219 h 120331"/>
                  <a:gd name="csX65" fmla="*/ 38814 w 223482"/>
                  <a:gd name="csY65" fmla="*/ 14555 h 120331"/>
                  <a:gd name="csX66" fmla="*/ 35884 w 223482"/>
                  <a:gd name="csY66" fmla="*/ 15961 h 120331"/>
                  <a:gd name="csX67" fmla="*/ 33048 w 223482"/>
                  <a:gd name="csY67" fmla="*/ 17438 h 120331"/>
                  <a:gd name="csX68" fmla="*/ 30329 w 223482"/>
                  <a:gd name="csY68" fmla="*/ 18938 h 120331"/>
                  <a:gd name="csX69" fmla="*/ 27680 w 223482"/>
                  <a:gd name="csY69" fmla="*/ 20508 h 120331"/>
                  <a:gd name="csX70" fmla="*/ 25149 w 223482"/>
                  <a:gd name="csY70" fmla="*/ 22126 h 120331"/>
                  <a:gd name="csX71" fmla="*/ 22735 w 223482"/>
                  <a:gd name="csY71" fmla="*/ 23790 h 120331"/>
                  <a:gd name="csX72" fmla="*/ 20415 w 223482"/>
                  <a:gd name="csY72" fmla="*/ 25477 h 120331"/>
                  <a:gd name="csX73" fmla="*/ 18211 w 223482"/>
                  <a:gd name="csY73" fmla="*/ 27235 h 120331"/>
                  <a:gd name="csX74" fmla="*/ 16125 w 223482"/>
                  <a:gd name="csY74" fmla="*/ 29016 h 120331"/>
                  <a:gd name="csX75" fmla="*/ 14133 w 223482"/>
                  <a:gd name="csY75" fmla="*/ 30845 h 120331"/>
                  <a:gd name="csX76" fmla="*/ 12282 w 223482"/>
                  <a:gd name="csY76" fmla="*/ 32720 h 120331"/>
                  <a:gd name="csX77" fmla="*/ 10571 w 223482"/>
                  <a:gd name="csY77" fmla="*/ 34595 h 120331"/>
                  <a:gd name="csX78" fmla="*/ 8953 w 223482"/>
                  <a:gd name="csY78" fmla="*/ 36540 h 120331"/>
                  <a:gd name="csX79" fmla="*/ 7477 w 223482"/>
                  <a:gd name="csY79" fmla="*/ 38485 h 120331"/>
                  <a:gd name="csX80" fmla="*/ 6141 w 223482"/>
                  <a:gd name="csY80" fmla="*/ 40478 h 120331"/>
                  <a:gd name="csX81" fmla="*/ 4922 w 223482"/>
                  <a:gd name="csY81" fmla="*/ 42470 h 120331"/>
                  <a:gd name="csX82" fmla="*/ 3820 w 223482"/>
                  <a:gd name="csY82" fmla="*/ 44509 h 120331"/>
                  <a:gd name="csX83" fmla="*/ 2883 w 223482"/>
                  <a:gd name="csY83" fmla="*/ 46548 h 120331"/>
                  <a:gd name="csX84" fmla="*/ 2063 w 223482"/>
                  <a:gd name="csY84" fmla="*/ 48611 h 120331"/>
                  <a:gd name="csX85" fmla="*/ 1359 w 223482"/>
                  <a:gd name="csY85" fmla="*/ 50697 h 120331"/>
                  <a:gd name="csX86" fmla="*/ 820 w 223482"/>
                  <a:gd name="csY86" fmla="*/ 52783 h 120331"/>
                  <a:gd name="csX87" fmla="*/ 398 w 223482"/>
                  <a:gd name="csY87" fmla="*/ 54892 h 120331"/>
                  <a:gd name="csX88" fmla="*/ 141 w 223482"/>
                  <a:gd name="csY88" fmla="*/ 57002 h 120331"/>
                  <a:gd name="csX89" fmla="*/ 0 w 223482"/>
                  <a:gd name="csY89" fmla="*/ 59111 h 120331"/>
                  <a:gd name="csX90" fmla="*/ 0 w 223482"/>
                  <a:gd name="csY90" fmla="*/ 61220 h 120331"/>
                  <a:gd name="csX91" fmla="*/ 141 w 223482"/>
                  <a:gd name="csY91" fmla="*/ 63330 h 120331"/>
                  <a:gd name="csX92" fmla="*/ 398 w 223482"/>
                  <a:gd name="csY92" fmla="*/ 65439 h 120331"/>
                  <a:gd name="csX93" fmla="*/ 820 w 223482"/>
                  <a:gd name="csY93" fmla="*/ 67549 h 120331"/>
                  <a:gd name="csX94" fmla="*/ 1359 w 223482"/>
                  <a:gd name="csY94" fmla="*/ 69635 h 120331"/>
                  <a:gd name="csX95" fmla="*/ 2063 w 223482"/>
                  <a:gd name="csY95" fmla="*/ 71721 h 120331"/>
                  <a:gd name="csX96" fmla="*/ 2883 w 223482"/>
                  <a:gd name="csY96" fmla="*/ 73783 h 120331"/>
                  <a:gd name="csX97" fmla="*/ 3820 w 223482"/>
                  <a:gd name="csY97" fmla="*/ 75822 h 120331"/>
                  <a:gd name="csX98" fmla="*/ 4922 w 223482"/>
                  <a:gd name="csY98" fmla="*/ 77861 h 120331"/>
                  <a:gd name="csX99" fmla="*/ 6141 w 223482"/>
                  <a:gd name="csY99" fmla="*/ 79854 h 120331"/>
                  <a:gd name="csX100" fmla="*/ 7477 w 223482"/>
                  <a:gd name="csY100" fmla="*/ 81846 h 120331"/>
                  <a:gd name="csX101" fmla="*/ 8953 w 223482"/>
                  <a:gd name="csY101" fmla="*/ 83791 h 120331"/>
                  <a:gd name="csX102" fmla="*/ 10571 w 223482"/>
                  <a:gd name="csY102" fmla="*/ 85737 h 120331"/>
                  <a:gd name="csX103" fmla="*/ 12282 w 223482"/>
                  <a:gd name="csY103" fmla="*/ 87635 h 120331"/>
                  <a:gd name="csX104" fmla="*/ 14133 w 223482"/>
                  <a:gd name="csY104" fmla="*/ 89487 h 120331"/>
                  <a:gd name="csX105" fmla="*/ 16125 w 223482"/>
                  <a:gd name="csY105" fmla="*/ 91315 h 120331"/>
                  <a:gd name="csX106" fmla="*/ 18211 w 223482"/>
                  <a:gd name="csY106" fmla="*/ 93096 h 120331"/>
                  <a:gd name="csX107" fmla="*/ 20415 w 223482"/>
                  <a:gd name="csY107" fmla="*/ 94854 h 120331"/>
                  <a:gd name="csX108" fmla="*/ 22735 w 223482"/>
                  <a:gd name="csY108" fmla="*/ 96565 h 120331"/>
                  <a:gd name="csX109" fmla="*/ 25149 w 223482"/>
                  <a:gd name="csY109" fmla="*/ 98206 h 120331"/>
                  <a:gd name="csX110" fmla="*/ 27680 w 223482"/>
                  <a:gd name="csY110" fmla="*/ 99823 h 120331"/>
                  <a:gd name="csX111" fmla="*/ 30329 w 223482"/>
                  <a:gd name="csY111" fmla="*/ 101393 h 120331"/>
                  <a:gd name="csX112" fmla="*/ 33048 w 223482"/>
                  <a:gd name="csY112" fmla="*/ 102893 h 120331"/>
                  <a:gd name="csX113" fmla="*/ 35884 w 223482"/>
                  <a:gd name="csY113" fmla="*/ 104370 h 120331"/>
                  <a:gd name="csX114" fmla="*/ 38814 w 223482"/>
                  <a:gd name="csY114" fmla="*/ 105776 h 120331"/>
                  <a:gd name="csX115" fmla="*/ 41837 w 223482"/>
                  <a:gd name="csY115" fmla="*/ 107112 h 120331"/>
                  <a:gd name="csX116" fmla="*/ 44931 w 223482"/>
                  <a:gd name="csY116" fmla="*/ 108401 h 120331"/>
                  <a:gd name="csX117" fmla="*/ 48118 w 223482"/>
                  <a:gd name="csY117" fmla="*/ 109644 h 120331"/>
                  <a:gd name="csX118" fmla="*/ 51376 w 223482"/>
                  <a:gd name="csY118" fmla="*/ 110815 h 120331"/>
                  <a:gd name="csX119" fmla="*/ 54728 w 223482"/>
                  <a:gd name="csY119" fmla="*/ 111917 h 120331"/>
                  <a:gd name="csX120" fmla="*/ 58127 w 223482"/>
                  <a:gd name="csY120" fmla="*/ 112972 h 120331"/>
                  <a:gd name="csX121" fmla="*/ 61619 w 223482"/>
                  <a:gd name="csY121" fmla="*/ 113956 h 120331"/>
                  <a:gd name="csX122" fmla="*/ 65135 w 223482"/>
                  <a:gd name="csY122" fmla="*/ 114870 h 120331"/>
                  <a:gd name="csX123" fmla="*/ 68744 w 223482"/>
                  <a:gd name="csY123" fmla="*/ 115714 h 120331"/>
                  <a:gd name="csX124" fmla="*/ 72377 w 223482"/>
                  <a:gd name="csY124" fmla="*/ 116488 h 120331"/>
                  <a:gd name="csX125" fmla="*/ 76080 w 223482"/>
                  <a:gd name="csY125" fmla="*/ 117191 h 120331"/>
                  <a:gd name="csX126" fmla="*/ 79807 w 223482"/>
                  <a:gd name="csY126" fmla="*/ 117823 h 120331"/>
                  <a:gd name="csX127" fmla="*/ 83604 w 223482"/>
                  <a:gd name="csY127" fmla="*/ 118409 h 120331"/>
                  <a:gd name="csX128" fmla="*/ 87401 w 223482"/>
                  <a:gd name="csY128" fmla="*/ 118902 h 120331"/>
                  <a:gd name="csX129" fmla="*/ 91245 w 223482"/>
                  <a:gd name="csY129" fmla="*/ 119324 h 120331"/>
                  <a:gd name="csX130" fmla="*/ 95112 w 223482"/>
                  <a:gd name="csY130" fmla="*/ 119675 h 120331"/>
                  <a:gd name="csX131" fmla="*/ 99003 w 223482"/>
                  <a:gd name="csY131" fmla="*/ 119956 h 120331"/>
                  <a:gd name="csX132" fmla="*/ 102917 w 223482"/>
                  <a:gd name="csY132" fmla="*/ 120144 h 120331"/>
                  <a:gd name="csX133" fmla="*/ 106831 w 223482"/>
                  <a:gd name="csY133" fmla="*/ 120284 h 120331"/>
                  <a:gd name="csX134" fmla="*/ 110745 w 223482"/>
                  <a:gd name="csY134" fmla="*/ 120331 h 120331"/>
                  <a:gd name="csX135" fmla="*/ 114659 w 223482"/>
                  <a:gd name="csY135" fmla="*/ 120308 h 120331"/>
                  <a:gd name="csX136" fmla="*/ 118597 w 223482"/>
                  <a:gd name="csY136" fmla="*/ 120238 h 120331"/>
                  <a:gd name="csX137" fmla="*/ 122488 w 223482"/>
                  <a:gd name="csY137" fmla="*/ 120050 h 120331"/>
                  <a:gd name="csX138" fmla="*/ 126402 w 223482"/>
                  <a:gd name="csY138" fmla="*/ 119816 h 120331"/>
                  <a:gd name="csX139" fmla="*/ 130269 w 223482"/>
                  <a:gd name="csY139" fmla="*/ 119511 h 120331"/>
                  <a:gd name="csX140" fmla="*/ 134136 w 223482"/>
                  <a:gd name="csY140" fmla="*/ 119113 h 120331"/>
                  <a:gd name="csX141" fmla="*/ 137957 w 223482"/>
                  <a:gd name="csY141" fmla="*/ 118667 h 120331"/>
                  <a:gd name="csX142" fmla="*/ 141754 w 223482"/>
                  <a:gd name="csY142" fmla="*/ 118128 h 120331"/>
                  <a:gd name="csX143" fmla="*/ 145504 w 223482"/>
                  <a:gd name="csY143" fmla="*/ 117519 h 120331"/>
                  <a:gd name="csX144" fmla="*/ 149231 w 223482"/>
                  <a:gd name="csY144" fmla="*/ 116839 h 120331"/>
                  <a:gd name="csX145" fmla="*/ 152910 w 223482"/>
                  <a:gd name="csY145" fmla="*/ 116113 h 120331"/>
                  <a:gd name="csX146" fmla="*/ 156520 w 223482"/>
                  <a:gd name="csY146" fmla="*/ 115292 h 120331"/>
                  <a:gd name="csX147" fmla="*/ 160082 w 223482"/>
                  <a:gd name="csY147" fmla="*/ 114425 h 120331"/>
                  <a:gd name="csX148" fmla="*/ 163598 w 223482"/>
                  <a:gd name="csY148" fmla="*/ 113464 h 120331"/>
                  <a:gd name="csX149" fmla="*/ 167044 w 223482"/>
                  <a:gd name="csY149" fmla="*/ 112456 h 120331"/>
                  <a:gd name="csX150" fmla="*/ 170419 w 223482"/>
                  <a:gd name="csY150" fmla="*/ 111378 h 120331"/>
                  <a:gd name="csX151" fmla="*/ 173700 w 223482"/>
                  <a:gd name="csY151" fmla="*/ 110230 h 120331"/>
                  <a:gd name="csX152" fmla="*/ 176934 w 223482"/>
                  <a:gd name="csY152" fmla="*/ 109034 h 120331"/>
                  <a:gd name="csX153" fmla="*/ 180075 w 223482"/>
                  <a:gd name="csY153" fmla="*/ 107769 h 120331"/>
                  <a:gd name="csX154" fmla="*/ 183146 w 223482"/>
                  <a:gd name="csY154" fmla="*/ 106456 h 120331"/>
                  <a:gd name="csX155" fmla="*/ 186122 w 223482"/>
                  <a:gd name="csY155" fmla="*/ 105073 h 120331"/>
                  <a:gd name="csX156" fmla="*/ 189005 w 223482"/>
                  <a:gd name="csY156" fmla="*/ 103643 h 120331"/>
                  <a:gd name="csX157" fmla="*/ 191771 w 223482"/>
                  <a:gd name="csY157" fmla="*/ 102143 h 120331"/>
                  <a:gd name="csX158" fmla="*/ 194466 w 223482"/>
                  <a:gd name="csY158" fmla="*/ 100620 h 120331"/>
                  <a:gd name="csX159" fmla="*/ 197044 w 223482"/>
                  <a:gd name="csY159" fmla="*/ 99026 h 120331"/>
                  <a:gd name="csX160" fmla="*/ 199529 w 223482"/>
                  <a:gd name="csY160" fmla="*/ 97385 h 120331"/>
                  <a:gd name="csX161" fmla="*/ 201896 w 223482"/>
                  <a:gd name="csY161" fmla="*/ 95698 h 120331"/>
                  <a:gd name="csX162" fmla="*/ 204170 w 223482"/>
                  <a:gd name="csY162" fmla="*/ 93987 h 120331"/>
                  <a:gd name="csX163" fmla="*/ 206302 w 223482"/>
                  <a:gd name="csY163" fmla="*/ 92206 h 120331"/>
                  <a:gd name="csX164" fmla="*/ 208342 w 223482"/>
                  <a:gd name="csY164" fmla="*/ 90401 h 120331"/>
                  <a:gd name="csX165" fmla="*/ 210263 w 223482"/>
                  <a:gd name="csY165" fmla="*/ 88573 h 120331"/>
                  <a:gd name="csX166" fmla="*/ 212045 w 223482"/>
                  <a:gd name="csY166" fmla="*/ 86674 h 120331"/>
                  <a:gd name="csX167" fmla="*/ 213709 w 223482"/>
                  <a:gd name="csY167" fmla="*/ 84776 h 120331"/>
                  <a:gd name="csX168" fmla="*/ 215256 w 223482"/>
                  <a:gd name="csY168" fmla="*/ 82830 h 120331"/>
                  <a:gd name="csX169" fmla="*/ 216662 w 223482"/>
                  <a:gd name="csY169" fmla="*/ 80862 h 120331"/>
                  <a:gd name="csX170" fmla="*/ 217951 w 223482"/>
                  <a:gd name="csY170" fmla="*/ 78869 h 120331"/>
                  <a:gd name="csX171" fmla="*/ 219100 w 223482"/>
                  <a:gd name="csY171" fmla="*/ 76854 h 120331"/>
                  <a:gd name="csX172" fmla="*/ 220131 w 223482"/>
                  <a:gd name="csY172" fmla="*/ 74815 h 120331"/>
                  <a:gd name="csX173" fmla="*/ 220998 w 223482"/>
                  <a:gd name="csY173" fmla="*/ 72752 h 120331"/>
                  <a:gd name="csX174" fmla="*/ 221772 w 223482"/>
                  <a:gd name="csY174" fmla="*/ 70666 h 120331"/>
                  <a:gd name="csX175" fmla="*/ 222381 w 223482"/>
                  <a:gd name="csY175" fmla="*/ 68580 h 120331"/>
                  <a:gd name="csX176" fmla="*/ 222850 w 223482"/>
                  <a:gd name="csY176" fmla="*/ 66494 h 120331"/>
                  <a:gd name="csX177" fmla="*/ 223201 w 223482"/>
                  <a:gd name="csY177" fmla="*/ 64385 h 120331"/>
                  <a:gd name="csX178" fmla="*/ 223412 w 223482"/>
                  <a:gd name="csY178" fmla="*/ 62275 h 120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31">
                    <a:moveTo>
                      <a:pt x="223483" y="60166"/>
                    </a:moveTo>
                    <a:lnTo>
                      <a:pt x="223412" y="58056"/>
                    </a:lnTo>
                    <a:lnTo>
                      <a:pt x="223201" y="55947"/>
                    </a:lnTo>
                    <a:lnTo>
                      <a:pt x="222850" y="53837"/>
                    </a:lnTo>
                    <a:lnTo>
                      <a:pt x="222381" y="51751"/>
                    </a:lnTo>
                    <a:lnTo>
                      <a:pt x="221772" y="49665"/>
                    </a:lnTo>
                    <a:lnTo>
                      <a:pt x="220998" y="47579"/>
                    </a:lnTo>
                    <a:lnTo>
                      <a:pt x="220131" y="45540"/>
                    </a:lnTo>
                    <a:lnTo>
                      <a:pt x="219100" y="43501"/>
                    </a:lnTo>
                    <a:lnTo>
                      <a:pt x="217951" y="41462"/>
                    </a:lnTo>
                    <a:lnTo>
                      <a:pt x="216662" y="39470"/>
                    </a:lnTo>
                    <a:lnTo>
                      <a:pt x="215256" y="37501"/>
                    </a:lnTo>
                    <a:lnTo>
                      <a:pt x="213709" y="35556"/>
                    </a:lnTo>
                    <a:lnTo>
                      <a:pt x="212045" y="33657"/>
                    </a:lnTo>
                    <a:lnTo>
                      <a:pt x="210263" y="31782"/>
                    </a:lnTo>
                    <a:lnTo>
                      <a:pt x="208342" y="29930"/>
                    </a:lnTo>
                    <a:lnTo>
                      <a:pt x="206302" y="28126"/>
                    </a:lnTo>
                    <a:lnTo>
                      <a:pt x="204170" y="26344"/>
                    </a:lnTo>
                    <a:lnTo>
                      <a:pt x="201896" y="24633"/>
                    </a:lnTo>
                    <a:lnTo>
                      <a:pt x="199529" y="22946"/>
                    </a:lnTo>
                    <a:lnTo>
                      <a:pt x="197044" y="21305"/>
                    </a:lnTo>
                    <a:lnTo>
                      <a:pt x="194466" y="19711"/>
                    </a:lnTo>
                    <a:lnTo>
                      <a:pt x="191771" y="18188"/>
                    </a:lnTo>
                    <a:lnTo>
                      <a:pt x="189005" y="16688"/>
                    </a:lnTo>
                    <a:lnTo>
                      <a:pt x="186122" y="15258"/>
                    </a:lnTo>
                    <a:lnTo>
                      <a:pt x="183146" y="13875"/>
                    </a:lnTo>
                    <a:lnTo>
                      <a:pt x="180075" y="12563"/>
                    </a:lnTo>
                    <a:lnTo>
                      <a:pt x="176934" y="11297"/>
                    </a:lnTo>
                    <a:lnTo>
                      <a:pt x="173700" y="10102"/>
                    </a:lnTo>
                    <a:lnTo>
                      <a:pt x="170419" y="8953"/>
                    </a:lnTo>
                    <a:lnTo>
                      <a:pt x="167044" y="7875"/>
                    </a:lnTo>
                    <a:lnTo>
                      <a:pt x="163598" y="6867"/>
                    </a:lnTo>
                    <a:lnTo>
                      <a:pt x="160082" y="5930"/>
                    </a:lnTo>
                    <a:lnTo>
                      <a:pt x="156520" y="5039"/>
                    </a:lnTo>
                    <a:lnTo>
                      <a:pt x="152910" y="4219"/>
                    </a:lnTo>
                    <a:lnTo>
                      <a:pt x="149231" y="3492"/>
                    </a:lnTo>
                    <a:lnTo>
                      <a:pt x="145504" y="2813"/>
                    </a:lnTo>
                    <a:lnTo>
                      <a:pt x="141754" y="2203"/>
                    </a:lnTo>
                    <a:lnTo>
                      <a:pt x="137957" y="1664"/>
                    </a:lnTo>
                    <a:lnTo>
                      <a:pt x="134136" y="1219"/>
                    </a:lnTo>
                    <a:lnTo>
                      <a:pt x="130269" y="820"/>
                    </a:lnTo>
                    <a:lnTo>
                      <a:pt x="126402" y="516"/>
                    </a:lnTo>
                    <a:lnTo>
                      <a:pt x="122488" y="281"/>
                    </a:lnTo>
                    <a:lnTo>
                      <a:pt x="118597" y="117"/>
                    </a:lnTo>
                    <a:lnTo>
                      <a:pt x="114659" y="23"/>
                    </a:lnTo>
                    <a:lnTo>
                      <a:pt x="110745" y="0"/>
                    </a:lnTo>
                    <a:lnTo>
                      <a:pt x="106831" y="47"/>
                    </a:lnTo>
                    <a:lnTo>
                      <a:pt x="102917" y="188"/>
                    </a:lnTo>
                    <a:lnTo>
                      <a:pt x="99003" y="375"/>
                    </a:lnTo>
                    <a:lnTo>
                      <a:pt x="95112" y="656"/>
                    </a:lnTo>
                    <a:lnTo>
                      <a:pt x="91245" y="1008"/>
                    </a:lnTo>
                    <a:lnTo>
                      <a:pt x="87401" y="1430"/>
                    </a:lnTo>
                    <a:lnTo>
                      <a:pt x="83604" y="1922"/>
                    </a:lnTo>
                    <a:lnTo>
                      <a:pt x="79807" y="2508"/>
                    </a:lnTo>
                    <a:lnTo>
                      <a:pt x="76080" y="3141"/>
                    </a:lnTo>
                    <a:lnTo>
                      <a:pt x="72377" y="3844"/>
                    </a:lnTo>
                    <a:lnTo>
                      <a:pt x="68744" y="4617"/>
                    </a:lnTo>
                    <a:lnTo>
                      <a:pt x="65135" y="5461"/>
                    </a:lnTo>
                    <a:lnTo>
                      <a:pt x="61619" y="6375"/>
                    </a:lnTo>
                    <a:lnTo>
                      <a:pt x="58127" y="7360"/>
                    </a:lnTo>
                    <a:lnTo>
                      <a:pt x="54728" y="8414"/>
                    </a:lnTo>
                    <a:lnTo>
                      <a:pt x="51376" y="9516"/>
                    </a:lnTo>
                    <a:lnTo>
                      <a:pt x="48118" y="10688"/>
                    </a:lnTo>
                    <a:lnTo>
                      <a:pt x="44931" y="11930"/>
                    </a:lnTo>
                    <a:lnTo>
                      <a:pt x="41837" y="13219"/>
                    </a:lnTo>
                    <a:lnTo>
                      <a:pt x="38814" y="14555"/>
                    </a:lnTo>
                    <a:lnTo>
                      <a:pt x="35884" y="15961"/>
                    </a:lnTo>
                    <a:lnTo>
                      <a:pt x="33048" y="17438"/>
                    </a:lnTo>
                    <a:lnTo>
                      <a:pt x="30329" y="18938"/>
                    </a:lnTo>
                    <a:lnTo>
                      <a:pt x="27680" y="20508"/>
                    </a:lnTo>
                    <a:lnTo>
                      <a:pt x="25149" y="22126"/>
                    </a:lnTo>
                    <a:lnTo>
                      <a:pt x="22735" y="23790"/>
                    </a:lnTo>
                    <a:lnTo>
                      <a:pt x="20415" y="25477"/>
                    </a:lnTo>
                    <a:lnTo>
                      <a:pt x="18211" y="27235"/>
                    </a:lnTo>
                    <a:lnTo>
                      <a:pt x="16125" y="29016"/>
                    </a:lnTo>
                    <a:lnTo>
                      <a:pt x="14133" y="30845"/>
                    </a:lnTo>
                    <a:lnTo>
                      <a:pt x="12282" y="32720"/>
                    </a:lnTo>
                    <a:lnTo>
                      <a:pt x="10571" y="34595"/>
                    </a:lnTo>
                    <a:lnTo>
                      <a:pt x="8953" y="36540"/>
                    </a:lnTo>
                    <a:lnTo>
                      <a:pt x="7477" y="38485"/>
                    </a:lnTo>
                    <a:lnTo>
                      <a:pt x="6141" y="40478"/>
                    </a:lnTo>
                    <a:lnTo>
                      <a:pt x="4922" y="42470"/>
                    </a:lnTo>
                    <a:lnTo>
                      <a:pt x="3820" y="44509"/>
                    </a:lnTo>
                    <a:lnTo>
                      <a:pt x="2883" y="46548"/>
                    </a:lnTo>
                    <a:lnTo>
                      <a:pt x="2063" y="48611"/>
                    </a:lnTo>
                    <a:lnTo>
                      <a:pt x="1359" y="50697"/>
                    </a:lnTo>
                    <a:lnTo>
                      <a:pt x="820" y="52783"/>
                    </a:lnTo>
                    <a:lnTo>
                      <a:pt x="398" y="54892"/>
                    </a:lnTo>
                    <a:lnTo>
                      <a:pt x="141" y="57002"/>
                    </a:lnTo>
                    <a:lnTo>
                      <a:pt x="0" y="59111"/>
                    </a:lnTo>
                    <a:lnTo>
                      <a:pt x="0" y="61220"/>
                    </a:lnTo>
                    <a:lnTo>
                      <a:pt x="141" y="63330"/>
                    </a:lnTo>
                    <a:lnTo>
                      <a:pt x="398" y="65439"/>
                    </a:lnTo>
                    <a:lnTo>
                      <a:pt x="820" y="67549"/>
                    </a:lnTo>
                    <a:lnTo>
                      <a:pt x="1359" y="69635"/>
                    </a:lnTo>
                    <a:lnTo>
                      <a:pt x="2063" y="71721"/>
                    </a:lnTo>
                    <a:lnTo>
                      <a:pt x="2883" y="73783"/>
                    </a:lnTo>
                    <a:lnTo>
                      <a:pt x="3820" y="75822"/>
                    </a:lnTo>
                    <a:lnTo>
                      <a:pt x="4922" y="77861"/>
                    </a:lnTo>
                    <a:lnTo>
                      <a:pt x="6141" y="79854"/>
                    </a:lnTo>
                    <a:lnTo>
                      <a:pt x="7477" y="81846"/>
                    </a:lnTo>
                    <a:lnTo>
                      <a:pt x="8953" y="83791"/>
                    </a:lnTo>
                    <a:lnTo>
                      <a:pt x="10571" y="85737"/>
                    </a:lnTo>
                    <a:lnTo>
                      <a:pt x="12282" y="87635"/>
                    </a:lnTo>
                    <a:lnTo>
                      <a:pt x="14133" y="89487"/>
                    </a:lnTo>
                    <a:lnTo>
                      <a:pt x="16125" y="91315"/>
                    </a:lnTo>
                    <a:lnTo>
                      <a:pt x="18211" y="93096"/>
                    </a:lnTo>
                    <a:lnTo>
                      <a:pt x="20415" y="94854"/>
                    </a:lnTo>
                    <a:lnTo>
                      <a:pt x="22735" y="96565"/>
                    </a:lnTo>
                    <a:lnTo>
                      <a:pt x="25149" y="98206"/>
                    </a:lnTo>
                    <a:lnTo>
                      <a:pt x="27680" y="99823"/>
                    </a:lnTo>
                    <a:lnTo>
                      <a:pt x="30329" y="101393"/>
                    </a:lnTo>
                    <a:lnTo>
                      <a:pt x="33048" y="102893"/>
                    </a:lnTo>
                    <a:lnTo>
                      <a:pt x="35884" y="104370"/>
                    </a:lnTo>
                    <a:lnTo>
                      <a:pt x="38814" y="105776"/>
                    </a:lnTo>
                    <a:lnTo>
                      <a:pt x="41837" y="107112"/>
                    </a:lnTo>
                    <a:lnTo>
                      <a:pt x="44931" y="108401"/>
                    </a:lnTo>
                    <a:lnTo>
                      <a:pt x="48118" y="109644"/>
                    </a:lnTo>
                    <a:lnTo>
                      <a:pt x="51376" y="110815"/>
                    </a:lnTo>
                    <a:lnTo>
                      <a:pt x="54728" y="111917"/>
                    </a:lnTo>
                    <a:lnTo>
                      <a:pt x="58127" y="112972"/>
                    </a:lnTo>
                    <a:lnTo>
                      <a:pt x="61619" y="113956"/>
                    </a:lnTo>
                    <a:lnTo>
                      <a:pt x="65135" y="114870"/>
                    </a:lnTo>
                    <a:lnTo>
                      <a:pt x="68744" y="115714"/>
                    </a:lnTo>
                    <a:lnTo>
                      <a:pt x="72377" y="116488"/>
                    </a:lnTo>
                    <a:lnTo>
                      <a:pt x="76080" y="117191"/>
                    </a:lnTo>
                    <a:lnTo>
                      <a:pt x="79807" y="117823"/>
                    </a:lnTo>
                    <a:lnTo>
                      <a:pt x="83604" y="118409"/>
                    </a:lnTo>
                    <a:lnTo>
                      <a:pt x="87401" y="118902"/>
                    </a:lnTo>
                    <a:lnTo>
                      <a:pt x="91245" y="119324"/>
                    </a:lnTo>
                    <a:lnTo>
                      <a:pt x="95112" y="119675"/>
                    </a:lnTo>
                    <a:lnTo>
                      <a:pt x="99003" y="119956"/>
                    </a:lnTo>
                    <a:lnTo>
                      <a:pt x="102917" y="120144"/>
                    </a:lnTo>
                    <a:lnTo>
                      <a:pt x="106831" y="120284"/>
                    </a:lnTo>
                    <a:lnTo>
                      <a:pt x="110745" y="120331"/>
                    </a:lnTo>
                    <a:lnTo>
                      <a:pt x="114659" y="120308"/>
                    </a:lnTo>
                    <a:lnTo>
                      <a:pt x="118597" y="120238"/>
                    </a:lnTo>
                    <a:lnTo>
                      <a:pt x="122488" y="120050"/>
                    </a:lnTo>
                    <a:lnTo>
                      <a:pt x="126402" y="119816"/>
                    </a:lnTo>
                    <a:lnTo>
                      <a:pt x="130269" y="119511"/>
                    </a:lnTo>
                    <a:lnTo>
                      <a:pt x="134136" y="119113"/>
                    </a:lnTo>
                    <a:lnTo>
                      <a:pt x="137957" y="118667"/>
                    </a:lnTo>
                    <a:lnTo>
                      <a:pt x="141754" y="118128"/>
                    </a:lnTo>
                    <a:lnTo>
                      <a:pt x="145504" y="117519"/>
                    </a:lnTo>
                    <a:lnTo>
                      <a:pt x="149231" y="116839"/>
                    </a:lnTo>
                    <a:lnTo>
                      <a:pt x="152910" y="116113"/>
                    </a:lnTo>
                    <a:lnTo>
                      <a:pt x="156520" y="115292"/>
                    </a:lnTo>
                    <a:lnTo>
                      <a:pt x="160082" y="114425"/>
                    </a:lnTo>
                    <a:lnTo>
                      <a:pt x="163598" y="113464"/>
                    </a:lnTo>
                    <a:lnTo>
                      <a:pt x="167044" y="112456"/>
                    </a:lnTo>
                    <a:lnTo>
                      <a:pt x="170419" y="111378"/>
                    </a:lnTo>
                    <a:lnTo>
                      <a:pt x="173700" y="110230"/>
                    </a:lnTo>
                    <a:lnTo>
                      <a:pt x="176934" y="109034"/>
                    </a:lnTo>
                    <a:lnTo>
                      <a:pt x="180075" y="107769"/>
                    </a:lnTo>
                    <a:lnTo>
                      <a:pt x="183146" y="106456"/>
                    </a:lnTo>
                    <a:lnTo>
                      <a:pt x="186122" y="105073"/>
                    </a:lnTo>
                    <a:lnTo>
                      <a:pt x="189005" y="103643"/>
                    </a:lnTo>
                    <a:lnTo>
                      <a:pt x="191771" y="102143"/>
                    </a:lnTo>
                    <a:lnTo>
                      <a:pt x="194466" y="100620"/>
                    </a:lnTo>
                    <a:lnTo>
                      <a:pt x="197044" y="99026"/>
                    </a:lnTo>
                    <a:lnTo>
                      <a:pt x="199529" y="97385"/>
                    </a:lnTo>
                    <a:lnTo>
                      <a:pt x="201896" y="95698"/>
                    </a:lnTo>
                    <a:lnTo>
                      <a:pt x="204170" y="93987"/>
                    </a:lnTo>
                    <a:lnTo>
                      <a:pt x="206302" y="92206"/>
                    </a:lnTo>
                    <a:lnTo>
                      <a:pt x="208342" y="90401"/>
                    </a:lnTo>
                    <a:lnTo>
                      <a:pt x="210263" y="88573"/>
                    </a:lnTo>
                    <a:lnTo>
                      <a:pt x="212045" y="86674"/>
                    </a:lnTo>
                    <a:lnTo>
                      <a:pt x="213709" y="84776"/>
                    </a:lnTo>
                    <a:lnTo>
                      <a:pt x="215256" y="82830"/>
                    </a:lnTo>
                    <a:lnTo>
                      <a:pt x="216662" y="80862"/>
                    </a:lnTo>
                    <a:lnTo>
                      <a:pt x="217951" y="78869"/>
                    </a:lnTo>
                    <a:lnTo>
                      <a:pt x="219100" y="76854"/>
                    </a:lnTo>
                    <a:lnTo>
                      <a:pt x="220131" y="74815"/>
                    </a:lnTo>
                    <a:lnTo>
                      <a:pt x="220998" y="72752"/>
                    </a:lnTo>
                    <a:lnTo>
                      <a:pt x="221772" y="70666"/>
                    </a:lnTo>
                    <a:lnTo>
                      <a:pt x="222381" y="68580"/>
                    </a:lnTo>
                    <a:lnTo>
                      <a:pt x="222850" y="66494"/>
                    </a:lnTo>
                    <a:lnTo>
                      <a:pt x="223201" y="64385"/>
                    </a:lnTo>
                    <a:lnTo>
                      <a:pt x="223412" y="62275"/>
                    </a:lnTo>
                    <a:close/>
                  </a:path>
                </a:pathLst>
              </a:custGeom>
              <a:solidFill>
                <a:srgbClr val="B8D8F8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42" name="Graphic 6">
                <a:extLst>
                  <a:ext uri="{FF2B5EF4-FFF2-40B4-BE49-F238E27FC236}">
                    <a16:creationId xmlns:a16="http://schemas.microsoft.com/office/drawing/2014/main" id="{45EA1A60-6C0F-9376-762B-35C7B8F1FC59}"/>
                  </a:ext>
                </a:extLst>
              </p:cNvPr>
              <p:cNvGrpSpPr/>
              <p:nvPr/>
            </p:nvGrpSpPr>
            <p:grpSpPr>
              <a:xfrm>
                <a:off x="4294130" y="1383332"/>
                <a:ext cx="243944" cy="50907"/>
                <a:chOff x="-2579987" y="4109917"/>
                <a:chExt cx="243944" cy="50907"/>
              </a:xfrm>
              <a:solidFill>
                <a:srgbClr val="000000"/>
              </a:solidFill>
            </p:grpSpPr>
            <p:sp>
              <p:nvSpPr>
                <p:cNvPr id="3343" name="Freeform 3342">
                  <a:extLst>
                    <a:ext uri="{FF2B5EF4-FFF2-40B4-BE49-F238E27FC236}">
                      <a16:creationId xmlns:a16="http://schemas.microsoft.com/office/drawing/2014/main" id="{253FC2CB-E429-9B9D-05AA-C52E54647D54}"/>
                    </a:ext>
                  </a:extLst>
                </p:cNvPr>
                <p:cNvSpPr/>
                <p:nvPr/>
              </p:nvSpPr>
              <p:spPr>
                <a:xfrm>
                  <a:off x="-2579987" y="4122667"/>
                  <a:ext cx="30282" cy="36563"/>
                </a:xfrm>
                <a:custGeom>
                  <a:avLst/>
                  <a:gdLst>
                    <a:gd name="csX0" fmla="*/ 30344 w 30282"/>
                    <a:gd name="csY0" fmla="*/ 201 h 36563"/>
                    <a:gd name="csX1" fmla="*/ 1937 w 30282"/>
                    <a:gd name="csY1" fmla="*/ 201 h 36563"/>
                    <a:gd name="csX2" fmla="*/ 1937 w 30282"/>
                    <a:gd name="csY2" fmla="*/ 7889 h 36563"/>
                    <a:gd name="csX3" fmla="*/ 18813 w 30282"/>
                    <a:gd name="csY3" fmla="*/ 7889 h 36563"/>
                    <a:gd name="csX4" fmla="*/ 718 w 30282"/>
                    <a:gd name="csY4" fmla="*/ 29077 h 36563"/>
                    <a:gd name="csX5" fmla="*/ 718 w 30282"/>
                    <a:gd name="csY5" fmla="*/ 36765 h 36563"/>
                    <a:gd name="csX6" fmla="*/ 31000 w 30282"/>
                    <a:gd name="csY6" fmla="*/ 36765 h 36563"/>
                    <a:gd name="csX7" fmla="*/ 31000 w 30282"/>
                    <a:gd name="csY7" fmla="*/ 29077 h 36563"/>
                    <a:gd name="csX8" fmla="*/ 12437 w 30282"/>
                    <a:gd name="csY8" fmla="*/ 29077 h 36563"/>
                    <a:gd name="csX9" fmla="*/ 30344 w 30282"/>
                    <a:gd name="csY9" fmla="*/ 7889 h 365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0282" h="36563">
                      <a:moveTo>
                        <a:pt x="30344" y="201"/>
                      </a:moveTo>
                      <a:lnTo>
                        <a:pt x="1937" y="201"/>
                      </a:lnTo>
                      <a:lnTo>
                        <a:pt x="1937" y="7889"/>
                      </a:lnTo>
                      <a:lnTo>
                        <a:pt x="18813" y="7889"/>
                      </a:lnTo>
                      <a:lnTo>
                        <a:pt x="718" y="29077"/>
                      </a:lnTo>
                      <a:lnTo>
                        <a:pt x="718" y="36765"/>
                      </a:lnTo>
                      <a:lnTo>
                        <a:pt x="31000" y="36765"/>
                      </a:lnTo>
                      <a:lnTo>
                        <a:pt x="31000" y="29077"/>
                      </a:lnTo>
                      <a:lnTo>
                        <a:pt x="12437" y="29077"/>
                      </a:lnTo>
                      <a:lnTo>
                        <a:pt x="30344" y="788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4" name="Freeform 3343">
                  <a:extLst>
                    <a:ext uri="{FF2B5EF4-FFF2-40B4-BE49-F238E27FC236}">
                      <a16:creationId xmlns:a16="http://schemas.microsoft.com/office/drawing/2014/main" id="{F6F23A18-E3DC-ADB8-4287-9F9BB75AB39F}"/>
                    </a:ext>
                  </a:extLst>
                </p:cNvPr>
                <p:cNvSpPr/>
                <p:nvPr/>
              </p:nvSpPr>
              <p:spPr>
                <a:xfrm>
                  <a:off x="-2541173" y="4122105"/>
                  <a:ext cx="32719" cy="37126"/>
                </a:xfrm>
                <a:custGeom>
                  <a:avLst/>
                  <a:gdLst>
                    <a:gd name="csX0" fmla="*/ 724 w 32719"/>
                    <a:gd name="csY0" fmla="*/ 764 h 37126"/>
                    <a:gd name="csX1" fmla="*/ 724 w 32719"/>
                    <a:gd name="csY1" fmla="*/ 37327 h 37126"/>
                    <a:gd name="csX2" fmla="*/ 10287 w 32719"/>
                    <a:gd name="csY2" fmla="*/ 37327 h 37126"/>
                    <a:gd name="csX3" fmla="*/ 10287 w 32719"/>
                    <a:gd name="csY3" fmla="*/ 15389 h 37126"/>
                    <a:gd name="csX4" fmla="*/ 17881 w 32719"/>
                    <a:gd name="csY4" fmla="*/ 8264 h 37126"/>
                    <a:gd name="csX5" fmla="*/ 23975 w 32719"/>
                    <a:gd name="csY5" fmla="*/ 14827 h 37126"/>
                    <a:gd name="csX6" fmla="*/ 23975 w 32719"/>
                    <a:gd name="csY6" fmla="*/ 37327 h 37126"/>
                    <a:gd name="csX7" fmla="*/ 33444 w 32719"/>
                    <a:gd name="csY7" fmla="*/ 37327 h 37126"/>
                    <a:gd name="csX8" fmla="*/ 33444 w 32719"/>
                    <a:gd name="csY8" fmla="*/ 12858 h 37126"/>
                    <a:gd name="csX9" fmla="*/ 21256 w 32719"/>
                    <a:gd name="csY9" fmla="*/ 201 h 37126"/>
                    <a:gd name="csX10" fmla="*/ 10287 w 32719"/>
                    <a:gd name="csY10" fmla="*/ 6014 h 37126"/>
                    <a:gd name="csX11" fmla="*/ 10287 w 32719"/>
                    <a:gd name="csY11" fmla="*/ 764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724" y="764"/>
                      </a:moveTo>
                      <a:lnTo>
                        <a:pt x="724" y="37327"/>
                      </a:lnTo>
                      <a:lnTo>
                        <a:pt x="10287" y="37327"/>
                      </a:lnTo>
                      <a:lnTo>
                        <a:pt x="10287" y="15389"/>
                      </a:lnTo>
                      <a:cubicBezTo>
                        <a:pt x="10287" y="11077"/>
                        <a:pt x="13193" y="8264"/>
                        <a:pt x="17881" y="8264"/>
                      </a:cubicBezTo>
                      <a:cubicBezTo>
                        <a:pt x="21912" y="8264"/>
                        <a:pt x="23975" y="10420"/>
                        <a:pt x="23975" y="14827"/>
                      </a:cubicBezTo>
                      <a:lnTo>
                        <a:pt x="23975" y="37327"/>
                      </a:lnTo>
                      <a:lnTo>
                        <a:pt x="33444" y="37327"/>
                      </a:lnTo>
                      <a:lnTo>
                        <a:pt x="33444" y="12858"/>
                      </a:lnTo>
                      <a:cubicBezTo>
                        <a:pt x="33444" y="4701"/>
                        <a:pt x="29038" y="201"/>
                        <a:pt x="21256" y="201"/>
                      </a:cubicBezTo>
                      <a:cubicBezTo>
                        <a:pt x="16287" y="201"/>
                        <a:pt x="12912" y="1889"/>
                        <a:pt x="10287" y="6014"/>
                      </a:cubicBezTo>
                      <a:lnTo>
                        <a:pt x="10287" y="7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5" name="Freeform 3344">
                  <a:extLst>
                    <a:ext uri="{FF2B5EF4-FFF2-40B4-BE49-F238E27FC236}">
                      <a16:creationId xmlns:a16="http://schemas.microsoft.com/office/drawing/2014/main" id="{9CD10E94-E1E3-BAEF-9854-B57A838E02BA}"/>
                    </a:ext>
                  </a:extLst>
                </p:cNvPr>
                <p:cNvSpPr/>
                <p:nvPr/>
              </p:nvSpPr>
              <p:spPr>
                <a:xfrm>
                  <a:off x="-2502453" y="4109917"/>
                  <a:ext cx="20250" cy="49313"/>
                </a:xfrm>
                <a:custGeom>
                  <a:avLst/>
                  <a:gdLst>
                    <a:gd name="csX0" fmla="*/ 20982 w 20250"/>
                    <a:gd name="csY0" fmla="*/ 13702 h 49313"/>
                    <a:gd name="csX1" fmla="*/ 15357 w 20250"/>
                    <a:gd name="csY1" fmla="*/ 13702 h 49313"/>
                    <a:gd name="csX2" fmla="*/ 15357 w 20250"/>
                    <a:gd name="csY2" fmla="*/ 10139 h 49313"/>
                    <a:gd name="csX3" fmla="*/ 17888 w 20250"/>
                    <a:gd name="csY3" fmla="*/ 7233 h 49313"/>
                    <a:gd name="csX4" fmla="*/ 20607 w 20250"/>
                    <a:gd name="csY4" fmla="*/ 7514 h 49313"/>
                    <a:gd name="csX5" fmla="*/ 20607 w 20250"/>
                    <a:gd name="csY5" fmla="*/ 389 h 49313"/>
                    <a:gd name="csX6" fmla="*/ 15263 w 20250"/>
                    <a:gd name="csY6" fmla="*/ 201 h 49313"/>
                    <a:gd name="csX7" fmla="*/ 5888 w 20250"/>
                    <a:gd name="csY7" fmla="*/ 9295 h 49313"/>
                    <a:gd name="csX8" fmla="*/ 5888 w 20250"/>
                    <a:gd name="csY8" fmla="*/ 13702 h 49313"/>
                    <a:gd name="csX9" fmla="*/ 731 w 20250"/>
                    <a:gd name="csY9" fmla="*/ 13702 h 49313"/>
                    <a:gd name="csX10" fmla="*/ 731 w 20250"/>
                    <a:gd name="csY10" fmla="*/ 19983 h 49313"/>
                    <a:gd name="csX11" fmla="*/ 5888 w 20250"/>
                    <a:gd name="csY11" fmla="*/ 19983 h 49313"/>
                    <a:gd name="csX12" fmla="*/ 5888 w 20250"/>
                    <a:gd name="csY12" fmla="*/ 49515 h 49313"/>
                    <a:gd name="csX13" fmla="*/ 15357 w 20250"/>
                    <a:gd name="csY13" fmla="*/ 49515 h 49313"/>
                    <a:gd name="csX14" fmla="*/ 15357 w 20250"/>
                    <a:gd name="csY14" fmla="*/ 19983 h 49313"/>
                    <a:gd name="csX15" fmla="*/ 20982 w 20250"/>
                    <a:gd name="csY15" fmla="*/ 19983 h 49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0250" h="49313">
                      <a:moveTo>
                        <a:pt x="20982" y="13702"/>
                      </a:moveTo>
                      <a:lnTo>
                        <a:pt x="15357" y="13702"/>
                      </a:lnTo>
                      <a:lnTo>
                        <a:pt x="15357" y="10139"/>
                      </a:lnTo>
                      <a:cubicBezTo>
                        <a:pt x="15357" y="8264"/>
                        <a:pt x="16200" y="7233"/>
                        <a:pt x="17888" y="7233"/>
                      </a:cubicBezTo>
                      <a:cubicBezTo>
                        <a:pt x="18826" y="7233"/>
                        <a:pt x="19669" y="7326"/>
                        <a:pt x="20607" y="7514"/>
                      </a:cubicBezTo>
                      <a:lnTo>
                        <a:pt x="20607" y="389"/>
                      </a:lnTo>
                      <a:cubicBezTo>
                        <a:pt x="18638" y="201"/>
                        <a:pt x="16669" y="201"/>
                        <a:pt x="15263" y="201"/>
                      </a:cubicBezTo>
                      <a:cubicBezTo>
                        <a:pt x="8888" y="201"/>
                        <a:pt x="5888" y="3108"/>
                        <a:pt x="5888" y="9295"/>
                      </a:cubicBezTo>
                      <a:lnTo>
                        <a:pt x="5888" y="13702"/>
                      </a:lnTo>
                      <a:lnTo>
                        <a:pt x="731" y="13702"/>
                      </a:lnTo>
                      <a:lnTo>
                        <a:pt x="731" y="19983"/>
                      </a:lnTo>
                      <a:lnTo>
                        <a:pt x="5888" y="19983"/>
                      </a:lnTo>
                      <a:lnTo>
                        <a:pt x="5888" y="49515"/>
                      </a:lnTo>
                      <a:lnTo>
                        <a:pt x="15357" y="49515"/>
                      </a:lnTo>
                      <a:lnTo>
                        <a:pt x="15357" y="19983"/>
                      </a:lnTo>
                      <a:lnTo>
                        <a:pt x="20982" y="199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6" name="Freeform 3345">
                  <a:extLst>
                    <a:ext uri="{FF2B5EF4-FFF2-40B4-BE49-F238E27FC236}">
                      <a16:creationId xmlns:a16="http://schemas.microsoft.com/office/drawing/2014/main" id="{70B14EC1-F4C4-3929-943B-09A9E42B026F}"/>
                    </a:ext>
                  </a:extLst>
                </p:cNvPr>
                <p:cNvSpPr/>
                <p:nvPr/>
              </p:nvSpPr>
              <p:spPr>
                <a:xfrm>
                  <a:off x="-2477421" y="4110198"/>
                  <a:ext cx="33000" cy="50626"/>
                </a:xfrm>
                <a:custGeom>
                  <a:avLst/>
                  <a:gdLst>
                    <a:gd name="csX0" fmla="*/ 13486 w 33000"/>
                    <a:gd name="csY0" fmla="*/ 27764 h 50626"/>
                    <a:gd name="csX1" fmla="*/ 19017 w 33000"/>
                    <a:gd name="csY1" fmla="*/ 28233 h 50626"/>
                    <a:gd name="csX2" fmla="*/ 24173 w 33000"/>
                    <a:gd name="csY2" fmla="*/ 35452 h 50626"/>
                    <a:gd name="csX3" fmla="*/ 17142 w 33000"/>
                    <a:gd name="csY3" fmla="*/ 42671 h 50626"/>
                    <a:gd name="csX4" fmla="*/ 9923 w 33000"/>
                    <a:gd name="csY4" fmla="*/ 35171 h 50626"/>
                    <a:gd name="csX5" fmla="*/ 735 w 33000"/>
                    <a:gd name="csY5" fmla="*/ 35171 h 50626"/>
                    <a:gd name="csX6" fmla="*/ 16861 w 33000"/>
                    <a:gd name="csY6" fmla="*/ 50828 h 50626"/>
                    <a:gd name="csX7" fmla="*/ 33736 w 33000"/>
                    <a:gd name="csY7" fmla="*/ 35452 h 50626"/>
                    <a:gd name="csX8" fmla="*/ 25861 w 33000"/>
                    <a:gd name="csY8" fmla="*/ 23546 h 50626"/>
                    <a:gd name="csX9" fmla="*/ 32142 w 33000"/>
                    <a:gd name="csY9" fmla="*/ 13327 h 50626"/>
                    <a:gd name="csX10" fmla="*/ 16861 w 33000"/>
                    <a:gd name="csY10" fmla="*/ 201 h 50626"/>
                    <a:gd name="csX11" fmla="*/ 2517 w 33000"/>
                    <a:gd name="csY11" fmla="*/ 8451 h 50626"/>
                    <a:gd name="csX12" fmla="*/ 1298 w 33000"/>
                    <a:gd name="csY12" fmla="*/ 16327 h 50626"/>
                    <a:gd name="csX13" fmla="*/ 10111 w 33000"/>
                    <a:gd name="csY13" fmla="*/ 16327 h 50626"/>
                    <a:gd name="csX14" fmla="*/ 10861 w 33000"/>
                    <a:gd name="csY14" fmla="*/ 11264 h 50626"/>
                    <a:gd name="csX15" fmla="*/ 16673 w 33000"/>
                    <a:gd name="csY15" fmla="*/ 7889 h 50626"/>
                    <a:gd name="csX16" fmla="*/ 22673 w 33000"/>
                    <a:gd name="csY16" fmla="*/ 14170 h 50626"/>
                    <a:gd name="csX17" fmla="*/ 14236 w 33000"/>
                    <a:gd name="csY17" fmla="*/ 21389 h 50626"/>
                    <a:gd name="csX18" fmla="*/ 13486 w 33000"/>
                    <a:gd name="csY18" fmla="*/ 21389 h 506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000" h="50626">
                      <a:moveTo>
                        <a:pt x="13486" y="27764"/>
                      </a:moveTo>
                      <a:cubicBezTo>
                        <a:pt x="17142" y="27764"/>
                        <a:pt x="17330" y="27764"/>
                        <a:pt x="19017" y="28233"/>
                      </a:cubicBezTo>
                      <a:cubicBezTo>
                        <a:pt x="22205" y="29171"/>
                        <a:pt x="24173" y="31890"/>
                        <a:pt x="24173" y="35452"/>
                      </a:cubicBezTo>
                      <a:cubicBezTo>
                        <a:pt x="24173" y="39671"/>
                        <a:pt x="21267" y="42671"/>
                        <a:pt x="17142" y="42671"/>
                      </a:cubicBezTo>
                      <a:cubicBezTo>
                        <a:pt x="12642" y="42671"/>
                        <a:pt x="10204" y="40140"/>
                        <a:pt x="9923" y="35171"/>
                      </a:cubicBezTo>
                      <a:lnTo>
                        <a:pt x="735" y="35171"/>
                      </a:lnTo>
                      <a:cubicBezTo>
                        <a:pt x="829" y="44734"/>
                        <a:pt x="7017" y="50828"/>
                        <a:pt x="16861" y="50828"/>
                      </a:cubicBezTo>
                      <a:cubicBezTo>
                        <a:pt x="27174" y="50828"/>
                        <a:pt x="33736" y="44734"/>
                        <a:pt x="33736" y="35452"/>
                      </a:cubicBezTo>
                      <a:cubicBezTo>
                        <a:pt x="33736" y="29827"/>
                        <a:pt x="31299" y="26171"/>
                        <a:pt x="25861" y="23546"/>
                      </a:cubicBezTo>
                      <a:cubicBezTo>
                        <a:pt x="30267" y="20733"/>
                        <a:pt x="32142" y="17733"/>
                        <a:pt x="32142" y="13327"/>
                      </a:cubicBezTo>
                      <a:cubicBezTo>
                        <a:pt x="32142" y="5264"/>
                        <a:pt x="26142" y="201"/>
                        <a:pt x="16861" y="201"/>
                      </a:cubicBezTo>
                      <a:cubicBezTo>
                        <a:pt x="9923" y="201"/>
                        <a:pt x="4579" y="3295"/>
                        <a:pt x="2517" y="8451"/>
                      </a:cubicBezTo>
                      <a:cubicBezTo>
                        <a:pt x="1579" y="10795"/>
                        <a:pt x="1298" y="12389"/>
                        <a:pt x="1298" y="16327"/>
                      </a:cubicBezTo>
                      <a:lnTo>
                        <a:pt x="10111" y="16327"/>
                      </a:lnTo>
                      <a:cubicBezTo>
                        <a:pt x="10204" y="13795"/>
                        <a:pt x="10392" y="12483"/>
                        <a:pt x="10861" y="11264"/>
                      </a:cubicBezTo>
                      <a:cubicBezTo>
                        <a:pt x="11798" y="9201"/>
                        <a:pt x="13954" y="7889"/>
                        <a:pt x="16673" y="7889"/>
                      </a:cubicBezTo>
                      <a:cubicBezTo>
                        <a:pt x="20517" y="7889"/>
                        <a:pt x="22673" y="10139"/>
                        <a:pt x="22673" y="14170"/>
                      </a:cubicBezTo>
                      <a:cubicBezTo>
                        <a:pt x="22673" y="19045"/>
                        <a:pt x="19861" y="21389"/>
                        <a:pt x="14236" y="21389"/>
                      </a:cubicBezTo>
                      <a:lnTo>
                        <a:pt x="13486" y="2138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7" name="Freeform 3346">
                  <a:extLst>
                    <a:ext uri="{FF2B5EF4-FFF2-40B4-BE49-F238E27FC236}">
                      <a16:creationId xmlns:a16="http://schemas.microsoft.com/office/drawing/2014/main" id="{60C9D6B2-E0F9-4870-2C10-51ED7B8460D4}"/>
                    </a:ext>
                  </a:extLst>
                </p:cNvPr>
                <p:cNvSpPr/>
                <p:nvPr/>
              </p:nvSpPr>
              <p:spPr>
                <a:xfrm>
                  <a:off x="-2441889" y="4110198"/>
                  <a:ext cx="34032" cy="50626"/>
                </a:xfrm>
                <a:custGeom>
                  <a:avLst/>
                  <a:gdLst>
                    <a:gd name="csX0" fmla="*/ 26898 w 34032"/>
                    <a:gd name="csY0" fmla="*/ 23077 h 50626"/>
                    <a:gd name="csX1" fmla="*/ 30086 w 34032"/>
                    <a:gd name="csY1" fmla="*/ 21108 h 50626"/>
                    <a:gd name="csX2" fmla="*/ 33180 w 34032"/>
                    <a:gd name="csY2" fmla="*/ 13233 h 50626"/>
                    <a:gd name="csX3" fmla="*/ 17804 w 34032"/>
                    <a:gd name="csY3" fmla="*/ 201 h 50626"/>
                    <a:gd name="csX4" fmla="*/ 2335 w 34032"/>
                    <a:gd name="csY4" fmla="*/ 13327 h 50626"/>
                    <a:gd name="csX5" fmla="*/ 8617 w 34032"/>
                    <a:gd name="csY5" fmla="*/ 23077 h 50626"/>
                    <a:gd name="csX6" fmla="*/ 741 w 34032"/>
                    <a:gd name="csY6" fmla="*/ 35452 h 50626"/>
                    <a:gd name="csX7" fmla="*/ 17804 w 34032"/>
                    <a:gd name="csY7" fmla="*/ 50828 h 50626"/>
                    <a:gd name="csX8" fmla="*/ 34773 w 34032"/>
                    <a:gd name="csY8" fmla="*/ 35452 h 50626"/>
                    <a:gd name="csX9" fmla="*/ 26898 w 34032"/>
                    <a:gd name="csY9" fmla="*/ 23077 h 50626"/>
                    <a:gd name="csX10" fmla="*/ 17898 w 34032"/>
                    <a:gd name="csY10" fmla="*/ 7889 h 50626"/>
                    <a:gd name="csX11" fmla="*/ 24929 w 34032"/>
                    <a:gd name="csY11" fmla="*/ 14170 h 50626"/>
                    <a:gd name="csX12" fmla="*/ 17898 w 34032"/>
                    <a:gd name="csY12" fmla="*/ 20452 h 50626"/>
                    <a:gd name="csX13" fmla="*/ 10679 w 34032"/>
                    <a:gd name="csY13" fmla="*/ 14077 h 50626"/>
                    <a:gd name="csX14" fmla="*/ 17898 w 34032"/>
                    <a:gd name="csY14" fmla="*/ 7889 h 50626"/>
                    <a:gd name="csX15" fmla="*/ 17711 w 34032"/>
                    <a:gd name="csY15" fmla="*/ 26921 h 50626"/>
                    <a:gd name="csX16" fmla="*/ 25304 w 34032"/>
                    <a:gd name="csY16" fmla="*/ 34983 h 50626"/>
                    <a:gd name="csX17" fmla="*/ 17711 w 34032"/>
                    <a:gd name="csY17" fmla="*/ 42671 h 50626"/>
                    <a:gd name="csX18" fmla="*/ 10210 w 34032"/>
                    <a:gd name="csY18" fmla="*/ 34890 h 50626"/>
                    <a:gd name="csX19" fmla="*/ 17711 w 34032"/>
                    <a:gd name="csY19" fmla="*/ 26921 h 506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34032" h="50626">
                      <a:moveTo>
                        <a:pt x="26898" y="23077"/>
                      </a:moveTo>
                      <a:cubicBezTo>
                        <a:pt x="28586" y="22233"/>
                        <a:pt x="29336" y="21764"/>
                        <a:pt x="30086" y="21108"/>
                      </a:cubicBezTo>
                      <a:cubicBezTo>
                        <a:pt x="31961" y="19233"/>
                        <a:pt x="33180" y="16327"/>
                        <a:pt x="33180" y="13233"/>
                      </a:cubicBezTo>
                      <a:cubicBezTo>
                        <a:pt x="33180" y="5733"/>
                        <a:pt x="26617" y="201"/>
                        <a:pt x="17804" y="201"/>
                      </a:cubicBezTo>
                      <a:cubicBezTo>
                        <a:pt x="8898" y="201"/>
                        <a:pt x="2335" y="5733"/>
                        <a:pt x="2335" y="13327"/>
                      </a:cubicBezTo>
                      <a:cubicBezTo>
                        <a:pt x="2335" y="17920"/>
                        <a:pt x="4210" y="20827"/>
                        <a:pt x="8617" y="23077"/>
                      </a:cubicBezTo>
                      <a:cubicBezTo>
                        <a:pt x="2991" y="26171"/>
                        <a:pt x="741" y="29733"/>
                        <a:pt x="741" y="35452"/>
                      </a:cubicBezTo>
                      <a:cubicBezTo>
                        <a:pt x="741" y="44452"/>
                        <a:pt x="7679" y="50828"/>
                        <a:pt x="17804" y="50828"/>
                      </a:cubicBezTo>
                      <a:cubicBezTo>
                        <a:pt x="27836" y="50828"/>
                        <a:pt x="34773" y="44452"/>
                        <a:pt x="34773" y="35452"/>
                      </a:cubicBezTo>
                      <a:cubicBezTo>
                        <a:pt x="34773" y="29733"/>
                        <a:pt x="32523" y="26171"/>
                        <a:pt x="26898" y="23077"/>
                      </a:cubicBezTo>
                      <a:close/>
                      <a:moveTo>
                        <a:pt x="17898" y="7889"/>
                      </a:moveTo>
                      <a:cubicBezTo>
                        <a:pt x="22023" y="7889"/>
                        <a:pt x="24929" y="10420"/>
                        <a:pt x="24929" y="14170"/>
                      </a:cubicBezTo>
                      <a:cubicBezTo>
                        <a:pt x="24929" y="17827"/>
                        <a:pt x="22023" y="20452"/>
                        <a:pt x="17898" y="20452"/>
                      </a:cubicBezTo>
                      <a:cubicBezTo>
                        <a:pt x="13585" y="20452"/>
                        <a:pt x="10679" y="17920"/>
                        <a:pt x="10679" y="14077"/>
                      </a:cubicBezTo>
                      <a:cubicBezTo>
                        <a:pt x="10679" y="10420"/>
                        <a:pt x="13585" y="7889"/>
                        <a:pt x="17898" y="7889"/>
                      </a:cubicBezTo>
                      <a:close/>
                      <a:moveTo>
                        <a:pt x="17711" y="26921"/>
                      </a:moveTo>
                      <a:cubicBezTo>
                        <a:pt x="22398" y="26921"/>
                        <a:pt x="25304" y="30015"/>
                        <a:pt x="25304" y="34983"/>
                      </a:cubicBezTo>
                      <a:cubicBezTo>
                        <a:pt x="25304" y="39577"/>
                        <a:pt x="22304" y="42671"/>
                        <a:pt x="17711" y="42671"/>
                      </a:cubicBezTo>
                      <a:cubicBezTo>
                        <a:pt x="13117" y="42671"/>
                        <a:pt x="10210" y="39577"/>
                        <a:pt x="10210" y="34890"/>
                      </a:cubicBezTo>
                      <a:cubicBezTo>
                        <a:pt x="10210" y="30015"/>
                        <a:pt x="13117" y="26921"/>
                        <a:pt x="17711" y="2692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8" name="Freeform 3347">
                  <a:extLst>
                    <a:ext uri="{FF2B5EF4-FFF2-40B4-BE49-F238E27FC236}">
                      <a16:creationId xmlns:a16="http://schemas.microsoft.com/office/drawing/2014/main" id="{B612C352-5FF6-7D47-0723-96C5A585648B}"/>
                    </a:ext>
                  </a:extLst>
                </p:cNvPr>
                <p:cNvSpPr/>
                <p:nvPr/>
              </p:nvSpPr>
              <p:spPr>
                <a:xfrm>
                  <a:off x="-2405607" y="4111230"/>
                  <a:ext cx="33188" cy="49595"/>
                </a:xfrm>
                <a:custGeom>
                  <a:avLst/>
                  <a:gdLst>
                    <a:gd name="csX0" fmla="*/ 32061 w 33188"/>
                    <a:gd name="csY0" fmla="*/ 201 h 49595"/>
                    <a:gd name="csX1" fmla="*/ 6372 w 33188"/>
                    <a:gd name="csY1" fmla="*/ 201 h 49595"/>
                    <a:gd name="csX2" fmla="*/ 2154 w 33188"/>
                    <a:gd name="csY2" fmla="*/ 26921 h 49595"/>
                    <a:gd name="csX3" fmla="*/ 10685 w 33188"/>
                    <a:gd name="csY3" fmla="*/ 26921 h 49595"/>
                    <a:gd name="csX4" fmla="*/ 16779 w 33188"/>
                    <a:gd name="csY4" fmla="*/ 23264 h 49595"/>
                    <a:gd name="csX5" fmla="*/ 24467 w 33188"/>
                    <a:gd name="csY5" fmla="*/ 32546 h 49595"/>
                    <a:gd name="csX6" fmla="*/ 16779 w 33188"/>
                    <a:gd name="csY6" fmla="*/ 41640 h 49595"/>
                    <a:gd name="csX7" fmla="*/ 10123 w 33188"/>
                    <a:gd name="csY7" fmla="*/ 35640 h 49595"/>
                    <a:gd name="csX8" fmla="*/ 747 w 33188"/>
                    <a:gd name="csY8" fmla="*/ 35640 h 49595"/>
                    <a:gd name="csX9" fmla="*/ 16592 w 33188"/>
                    <a:gd name="csY9" fmla="*/ 49796 h 49595"/>
                    <a:gd name="csX10" fmla="*/ 33936 w 33188"/>
                    <a:gd name="csY10" fmla="*/ 32358 h 49595"/>
                    <a:gd name="csX11" fmla="*/ 19029 w 33188"/>
                    <a:gd name="csY11" fmla="*/ 15764 h 49595"/>
                    <a:gd name="csX12" fmla="*/ 10685 w 33188"/>
                    <a:gd name="csY12" fmla="*/ 18670 h 49595"/>
                    <a:gd name="csX13" fmla="*/ 12279 w 33188"/>
                    <a:gd name="csY13" fmla="*/ 8639 h 49595"/>
                    <a:gd name="csX14" fmla="*/ 32061 w 33188"/>
                    <a:gd name="csY14" fmla="*/ 8639 h 4959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3188" h="49595">
                      <a:moveTo>
                        <a:pt x="32061" y="201"/>
                      </a:moveTo>
                      <a:lnTo>
                        <a:pt x="6372" y="201"/>
                      </a:lnTo>
                      <a:lnTo>
                        <a:pt x="2154" y="26921"/>
                      </a:lnTo>
                      <a:lnTo>
                        <a:pt x="10685" y="26921"/>
                      </a:lnTo>
                      <a:cubicBezTo>
                        <a:pt x="11716" y="24577"/>
                        <a:pt x="13873" y="23264"/>
                        <a:pt x="16779" y="23264"/>
                      </a:cubicBezTo>
                      <a:cubicBezTo>
                        <a:pt x="21560" y="23264"/>
                        <a:pt x="24467" y="26733"/>
                        <a:pt x="24467" y="32546"/>
                      </a:cubicBezTo>
                      <a:cubicBezTo>
                        <a:pt x="24467" y="38171"/>
                        <a:pt x="21560" y="41640"/>
                        <a:pt x="16779" y="41640"/>
                      </a:cubicBezTo>
                      <a:cubicBezTo>
                        <a:pt x="12654" y="41640"/>
                        <a:pt x="10310" y="39577"/>
                        <a:pt x="10123" y="35640"/>
                      </a:cubicBezTo>
                      <a:lnTo>
                        <a:pt x="747" y="35640"/>
                      </a:lnTo>
                      <a:cubicBezTo>
                        <a:pt x="935" y="44077"/>
                        <a:pt x="7310" y="49796"/>
                        <a:pt x="16592" y="49796"/>
                      </a:cubicBezTo>
                      <a:cubicBezTo>
                        <a:pt x="26904" y="49796"/>
                        <a:pt x="33936" y="42765"/>
                        <a:pt x="33936" y="32358"/>
                      </a:cubicBezTo>
                      <a:cubicBezTo>
                        <a:pt x="33936" y="22514"/>
                        <a:pt x="27842" y="15764"/>
                        <a:pt x="19029" y="15764"/>
                      </a:cubicBezTo>
                      <a:cubicBezTo>
                        <a:pt x="15841" y="15764"/>
                        <a:pt x="13498" y="16608"/>
                        <a:pt x="10685" y="18670"/>
                      </a:cubicBezTo>
                      <a:lnTo>
                        <a:pt x="12279" y="8639"/>
                      </a:lnTo>
                      <a:lnTo>
                        <a:pt x="32061" y="86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49" name="Freeform 3348">
                  <a:extLst>
                    <a:ext uri="{FF2B5EF4-FFF2-40B4-BE49-F238E27FC236}">
                      <a16:creationId xmlns:a16="http://schemas.microsoft.com/office/drawing/2014/main" id="{61FF5086-5739-9520-1C5B-D4FD57B71B6B}"/>
                    </a:ext>
                  </a:extLst>
                </p:cNvPr>
                <p:cNvSpPr/>
                <p:nvPr/>
              </p:nvSpPr>
              <p:spPr>
                <a:xfrm>
                  <a:off x="-2369043" y="4122105"/>
                  <a:ext cx="33000" cy="38719"/>
                </a:xfrm>
                <a:custGeom>
                  <a:avLst/>
                  <a:gdLst>
                    <a:gd name="csX0" fmla="*/ 33754 w 33000"/>
                    <a:gd name="csY0" fmla="*/ 14452 h 38719"/>
                    <a:gd name="csX1" fmla="*/ 18004 w 33000"/>
                    <a:gd name="csY1" fmla="*/ 201 h 38719"/>
                    <a:gd name="csX2" fmla="*/ 753 w 33000"/>
                    <a:gd name="csY2" fmla="*/ 19795 h 38719"/>
                    <a:gd name="csX3" fmla="*/ 17816 w 33000"/>
                    <a:gd name="csY3" fmla="*/ 38921 h 38719"/>
                    <a:gd name="csX4" fmla="*/ 33754 w 33000"/>
                    <a:gd name="csY4" fmla="*/ 24671 h 38719"/>
                    <a:gd name="csX5" fmla="*/ 24660 w 33000"/>
                    <a:gd name="csY5" fmla="*/ 24671 h 38719"/>
                    <a:gd name="csX6" fmla="*/ 17816 w 33000"/>
                    <a:gd name="csY6" fmla="*/ 31233 h 38719"/>
                    <a:gd name="csX7" fmla="*/ 10222 w 33000"/>
                    <a:gd name="csY7" fmla="*/ 19795 h 38719"/>
                    <a:gd name="csX8" fmla="*/ 12004 w 33000"/>
                    <a:gd name="csY8" fmla="*/ 10889 h 38719"/>
                    <a:gd name="csX9" fmla="*/ 17910 w 33000"/>
                    <a:gd name="csY9" fmla="*/ 7795 h 38719"/>
                    <a:gd name="csX10" fmla="*/ 24660 w 33000"/>
                    <a:gd name="csY10" fmla="*/ 14452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000" h="38719">
                      <a:moveTo>
                        <a:pt x="33754" y="14452"/>
                      </a:moveTo>
                      <a:cubicBezTo>
                        <a:pt x="33098" y="5545"/>
                        <a:pt x="27192" y="201"/>
                        <a:pt x="18004" y="201"/>
                      </a:cubicBezTo>
                      <a:cubicBezTo>
                        <a:pt x="7035" y="201"/>
                        <a:pt x="753" y="7326"/>
                        <a:pt x="753" y="19795"/>
                      </a:cubicBezTo>
                      <a:cubicBezTo>
                        <a:pt x="753" y="31890"/>
                        <a:pt x="7035" y="38921"/>
                        <a:pt x="17816" y="38921"/>
                      </a:cubicBezTo>
                      <a:cubicBezTo>
                        <a:pt x="26723" y="38921"/>
                        <a:pt x="32817" y="33390"/>
                        <a:pt x="33754" y="24671"/>
                      </a:cubicBezTo>
                      <a:lnTo>
                        <a:pt x="24660" y="24671"/>
                      </a:lnTo>
                      <a:cubicBezTo>
                        <a:pt x="23535" y="29452"/>
                        <a:pt x="21660" y="31233"/>
                        <a:pt x="17816" y="31233"/>
                      </a:cubicBezTo>
                      <a:cubicBezTo>
                        <a:pt x="13035" y="31233"/>
                        <a:pt x="10222" y="27014"/>
                        <a:pt x="10222" y="19795"/>
                      </a:cubicBezTo>
                      <a:cubicBezTo>
                        <a:pt x="10222" y="16233"/>
                        <a:pt x="10879" y="13139"/>
                        <a:pt x="12004" y="10889"/>
                      </a:cubicBezTo>
                      <a:cubicBezTo>
                        <a:pt x="13129" y="8920"/>
                        <a:pt x="15191" y="7795"/>
                        <a:pt x="17910" y="7795"/>
                      </a:cubicBezTo>
                      <a:cubicBezTo>
                        <a:pt x="21754" y="7795"/>
                        <a:pt x="23629" y="9670"/>
                        <a:pt x="24660" y="144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50" name="Freeform 3349">
                <a:extLst>
                  <a:ext uri="{FF2B5EF4-FFF2-40B4-BE49-F238E27FC236}">
                    <a16:creationId xmlns:a16="http://schemas.microsoft.com/office/drawing/2014/main" id="{C4ACA644-3986-65C0-525F-1AF604986D40}"/>
                  </a:ext>
                </a:extLst>
              </p:cNvPr>
              <p:cNvSpPr/>
              <p:nvPr/>
            </p:nvSpPr>
            <p:spPr>
              <a:xfrm>
                <a:off x="3538124" y="1368800"/>
                <a:ext cx="278260" cy="149854"/>
              </a:xfrm>
              <a:custGeom>
                <a:avLst/>
                <a:gdLst>
                  <a:gd name="csX0" fmla="*/ 223483 w 223482"/>
                  <a:gd name="csY0" fmla="*/ 60166 h 120354"/>
                  <a:gd name="csX1" fmla="*/ 223412 w 223482"/>
                  <a:gd name="csY1" fmla="*/ 58056 h 120354"/>
                  <a:gd name="csX2" fmla="*/ 223201 w 223482"/>
                  <a:gd name="csY2" fmla="*/ 55947 h 120354"/>
                  <a:gd name="csX3" fmla="*/ 222850 w 223482"/>
                  <a:gd name="csY3" fmla="*/ 53837 h 120354"/>
                  <a:gd name="csX4" fmla="*/ 222381 w 223482"/>
                  <a:gd name="csY4" fmla="*/ 51751 h 120354"/>
                  <a:gd name="csX5" fmla="*/ 221772 w 223482"/>
                  <a:gd name="csY5" fmla="*/ 49665 h 120354"/>
                  <a:gd name="csX6" fmla="*/ 221022 w 223482"/>
                  <a:gd name="csY6" fmla="*/ 47603 h 120354"/>
                  <a:gd name="csX7" fmla="*/ 220131 w 223482"/>
                  <a:gd name="csY7" fmla="*/ 45540 h 120354"/>
                  <a:gd name="csX8" fmla="*/ 219100 w 223482"/>
                  <a:gd name="csY8" fmla="*/ 43501 h 120354"/>
                  <a:gd name="csX9" fmla="*/ 217951 w 223482"/>
                  <a:gd name="csY9" fmla="*/ 41485 h 120354"/>
                  <a:gd name="csX10" fmla="*/ 216662 w 223482"/>
                  <a:gd name="csY10" fmla="*/ 39493 h 120354"/>
                  <a:gd name="csX11" fmla="*/ 215256 w 223482"/>
                  <a:gd name="csY11" fmla="*/ 37501 h 120354"/>
                  <a:gd name="csX12" fmla="*/ 213709 w 223482"/>
                  <a:gd name="csY12" fmla="*/ 35579 h 120354"/>
                  <a:gd name="csX13" fmla="*/ 212045 w 223482"/>
                  <a:gd name="csY13" fmla="*/ 33657 h 120354"/>
                  <a:gd name="csX14" fmla="*/ 210263 w 223482"/>
                  <a:gd name="csY14" fmla="*/ 31782 h 120354"/>
                  <a:gd name="csX15" fmla="*/ 208342 w 223482"/>
                  <a:gd name="csY15" fmla="*/ 29930 h 120354"/>
                  <a:gd name="csX16" fmla="*/ 206302 w 223482"/>
                  <a:gd name="csY16" fmla="*/ 28126 h 120354"/>
                  <a:gd name="csX17" fmla="*/ 204170 w 223482"/>
                  <a:gd name="csY17" fmla="*/ 26368 h 120354"/>
                  <a:gd name="csX18" fmla="*/ 201896 w 223482"/>
                  <a:gd name="csY18" fmla="*/ 24633 h 120354"/>
                  <a:gd name="csX19" fmla="*/ 199529 w 223482"/>
                  <a:gd name="csY19" fmla="*/ 22946 h 120354"/>
                  <a:gd name="csX20" fmla="*/ 197044 w 223482"/>
                  <a:gd name="csY20" fmla="*/ 21305 h 120354"/>
                  <a:gd name="csX21" fmla="*/ 194466 w 223482"/>
                  <a:gd name="csY21" fmla="*/ 19735 h 120354"/>
                  <a:gd name="csX22" fmla="*/ 191771 w 223482"/>
                  <a:gd name="csY22" fmla="*/ 18188 h 120354"/>
                  <a:gd name="csX23" fmla="*/ 189005 w 223482"/>
                  <a:gd name="csY23" fmla="*/ 16711 h 120354"/>
                  <a:gd name="csX24" fmla="*/ 186122 w 223482"/>
                  <a:gd name="csY24" fmla="*/ 15258 h 120354"/>
                  <a:gd name="csX25" fmla="*/ 183146 w 223482"/>
                  <a:gd name="csY25" fmla="*/ 13899 h 120354"/>
                  <a:gd name="csX26" fmla="*/ 180075 w 223482"/>
                  <a:gd name="csY26" fmla="*/ 12563 h 120354"/>
                  <a:gd name="csX27" fmla="*/ 176934 w 223482"/>
                  <a:gd name="csY27" fmla="*/ 11297 h 120354"/>
                  <a:gd name="csX28" fmla="*/ 173723 w 223482"/>
                  <a:gd name="csY28" fmla="*/ 10102 h 120354"/>
                  <a:gd name="csX29" fmla="*/ 170419 w 223482"/>
                  <a:gd name="csY29" fmla="*/ 8953 h 120354"/>
                  <a:gd name="csX30" fmla="*/ 167044 w 223482"/>
                  <a:gd name="csY30" fmla="*/ 7875 h 120354"/>
                  <a:gd name="csX31" fmla="*/ 163598 w 223482"/>
                  <a:gd name="csY31" fmla="*/ 6867 h 120354"/>
                  <a:gd name="csX32" fmla="*/ 160082 w 223482"/>
                  <a:gd name="csY32" fmla="*/ 5930 h 120354"/>
                  <a:gd name="csX33" fmla="*/ 156520 w 223482"/>
                  <a:gd name="csY33" fmla="*/ 5039 h 120354"/>
                  <a:gd name="csX34" fmla="*/ 152910 w 223482"/>
                  <a:gd name="csY34" fmla="*/ 4242 h 120354"/>
                  <a:gd name="csX35" fmla="*/ 149231 w 223482"/>
                  <a:gd name="csY35" fmla="*/ 3492 h 120354"/>
                  <a:gd name="csX36" fmla="*/ 145504 w 223482"/>
                  <a:gd name="csY36" fmla="*/ 2813 h 120354"/>
                  <a:gd name="csX37" fmla="*/ 141754 w 223482"/>
                  <a:gd name="csY37" fmla="*/ 2203 h 120354"/>
                  <a:gd name="csX38" fmla="*/ 137957 w 223482"/>
                  <a:gd name="csY38" fmla="*/ 1688 h 120354"/>
                  <a:gd name="csX39" fmla="*/ 134136 w 223482"/>
                  <a:gd name="csY39" fmla="*/ 1219 h 120354"/>
                  <a:gd name="csX40" fmla="*/ 130269 w 223482"/>
                  <a:gd name="csY40" fmla="*/ 844 h 120354"/>
                  <a:gd name="csX41" fmla="*/ 126402 w 223482"/>
                  <a:gd name="csY41" fmla="*/ 516 h 120354"/>
                  <a:gd name="csX42" fmla="*/ 122511 w 223482"/>
                  <a:gd name="csY42" fmla="*/ 281 h 120354"/>
                  <a:gd name="csX43" fmla="*/ 118597 w 223482"/>
                  <a:gd name="csY43" fmla="*/ 117 h 120354"/>
                  <a:gd name="csX44" fmla="*/ 114683 w 223482"/>
                  <a:gd name="csY44" fmla="*/ 23 h 120354"/>
                  <a:gd name="csX45" fmla="*/ 110745 w 223482"/>
                  <a:gd name="csY45" fmla="*/ 0 h 120354"/>
                  <a:gd name="csX46" fmla="*/ 106831 w 223482"/>
                  <a:gd name="csY46" fmla="*/ 47 h 120354"/>
                  <a:gd name="csX47" fmla="*/ 102917 w 223482"/>
                  <a:gd name="csY47" fmla="*/ 188 h 120354"/>
                  <a:gd name="csX48" fmla="*/ 99003 w 223482"/>
                  <a:gd name="csY48" fmla="*/ 398 h 120354"/>
                  <a:gd name="csX49" fmla="*/ 95112 w 223482"/>
                  <a:gd name="csY49" fmla="*/ 656 h 120354"/>
                  <a:gd name="csX50" fmla="*/ 91245 w 223482"/>
                  <a:gd name="csY50" fmla="*/ 1008 h 120354"/>
                  <a:gd name="csX51" fmla="*/ 87401 w 223482"/>
                  <a:gd name="csY51" fmla="*/ 1453 h 120354"/>
                  <a:gd name="csX52" fmla="*/ 83604 w 223482"/>
                  <a:gd name="csY52" fmla="*/ 1945 h 120354"/>
                  <a:gd name="csX53" fmla="*/ 79830 w 223482"/>
                  <a:gd name="csY53" fmla="*/ 2508 h 120354"/>
                  <a:gd name="csX54" fmla="*/ 76080 w 223482"/>
                  <a:gd name="csY54" fmla="*/ 3141 h 120354"/>
                  <a:gd name="csX55" fmla="*/ 72377 w 223482"/>
                  <a:gd name="csY55" fmla="*/ 3844 h 120354"/>
                  <a:gd name="csX56" fmla="*/ 68744 w 223482"/>
                  <a:gd name="csY56" fmla="*/ 4641 h 120354"/>
                  <a:gd name="csX57" fmla="*/ 65135 w 223482"/>
                  <a:gd name="csY57" fmla="*/ 5485 h 120354"/>
                  <a:gd name="csX58" fmla="*/ 61619 w 223482"/>
                  <a:gd name="csY58" fmla="*/ 6399 h 120354"/>
                  <a:gd name="csX59" fmla="*/ 58127 w 223482"/>
                  <a:gd name="csY59" fmla="*/ 7383 h 120354"/>
                  <a:gd name="csX60" fmla="*/ 54728 w 223482"/>
                  <a:gd name="csY60" fmla="*/ 8414 h 120354"/>
                  <a:gd name="csX61" fmla="*/ 51400 w 223482"/>
                  <a:gd name="csY61" fmla="*/ 9516 h 120354"/>
                  <a:gd name="csX62" fmla="*/ 48118 w 223482"/>
                  <a:gd name="csY62" fmla="*/ 10688 h 120354"/>
                  <a:gd name="csX63" fmla="*/ 44931 w 223482"/>
                  <a:gd name="csY63" fmla="*/ 11930 h 120354"/>
                  <a:gd name="csX64" fmla="*/ 41837 w 223482"/>
                  <a:gd name="csY64" fmla="*/ 13219 h 120354"/>
                  <a:gd name="csX65" fmla="*/ 38814 w 223482"/>
                  <a:gd name="csY65" fmla="*/ 14579 h 120354"/>
                  <a:gd name="csX66" fmla="*/ 35884 w 223482"/>
                  <a:gd name="csY66" fmla="*/ 15985 h 120354"/>
                  <a:gd name="csX67" fmla="*/ 33048 w 223482"/>
                  <a:gd name="csY67" fmla="*/ 17438 h 120354"/>
                  <a:gd name="csX68" fmla="*/ 30329 w 223482"/>
                  <a:gd name="csY68" fmla="*/ 18961 h 120354"/>
                  <a:gd name="csX69" fmla="*/ 27680 w 223482"/>
                  <a:gd name="csY69" fmla="*/ 20508 h 120354"/>
                  <a:gd name="csX70" fmla="*/ 25149 w 223482"/>
                  <a:gd name="csY70" fmla="*/ 22126 h 120354"/>
                  <a:gd name="csX71" fmla="*/ 22735 w 223482"/>
                  <a:gd name="csY71" fmla="*/ 23790 h 120354"/>
                  <a:gd name="csX72" fmla="*/ 20415 w 223482"/>
                  <a:gd name="csY72" fmla="*/ 25501 h 120354"/>
                  <a:gd name="csX73" fmla="*/ 18211 w 223482"/>
                  <a:gd name="csY73" fmla="*/ 27235 h 120354"/>
                  <a:gd name="csX74" fmla="*/ 16125 w 223482"/>
                  <a:gd name="csY74" fmla="*/ 29016 h 120354"/>
                  <a:gd name="csX75" fmla="*/ 14133 w 223482"/>
                  <a:gd name="csY75" fmla="*/ 30845 h 120354"/>
                  <a:gd name="csX76" fmla="*/ 12305 w 223482"/>
                  <a:gd name="csY76" fmla="*/ 32720 h 120354"/>
                  <a:gd name="csX77" fmla="*/ 10571 w 223482"/>
                  <a:gd name="csY77" fmla="*/ 34618 h 120354"/>
                  <a:gd name="csX78" fmla="*/ 8953 w 223482"/>
                  <a:gd name="csY78" fmla="*/ 36540 h 120354"/>
                  <a:gd name="csX79" fmla="*/ 7477 w 223482"/>
                  <a:gd name="csY79" fmla="*/ 38485 h 120354"/>
                  <a:gd name="csX80" fmla="*/ 6141 w 223482"/>
                  <a:gd name="csY80" fmla="*/ 40478 h 120354"/>
                  <a:gd name="csX81" fmla="*/ 4922 w 223482"/>
                  <a:gd name="csY81" fmla="*/ 42493 h 120354"/>
                  <a:gd name="csX82" fmla="*/ 3820 w 223482"/>
                  <a:gd name="csY82" fmla="*/ 44509 h 120354"/>
                  <a:gd name="csX83" fmla="*/ 2883 w 223482"/>
                  <a:gd name="csY83" fmla="*/ 46572 h 120354"/>
                  <a:gd name="csX84" fmla="*/ 2063 w 223482"/>
                  <a:gd name="csY84" fmla="*/ 48634 h 120354"/>
                  <a:gd name="csX85" fmla="*/ 1359 w 223482"/>
                  <a:gd name="csY85" fmla="*/ 50697 h 120354"/>
                  <a:gd name="csX86" fmla="*/ 820 w 223482"/>
                  <a:gd name="csY86" fmla="*/ 52806 h 120354"/>
                  <a:gd name="csX87" fmla="*/ 398 w 223482"/>
                  <a:gd name="csY87" fmla="*/ 54892 h 120354"/>
                  <a:gd name="csX88" fmla="*/ 141 w 223482"/>
                  <a:gd name="csY88" fmla="*/ 57002 h 120354"/>
                  <a:gd name="csX89" fmla="*/ 0 w 223482"/>
                  <a:gd name="csY89" fmla="*/ 59111 h 120354"/>
                  <a:gd name="csX90" fmla="*/ 0 w 223482"/>
                  <a:gd name="csY90" fmla="*/ 61220 h 120354"/>
                  <a:gd name="csX91" fmla="*/ 141 w 223482"/>
                  <a:gd name="csY91" fmla="*/ 63330 h 120354"/>
                  <a:gd name="csX92" fmla="*/ 398 w 223482"/>
                  <a:gd name="csY92" fmla="*/ 65439 h 120354"/>
                  <a:gd name="csX93" fmla="*/ 820 w 223482"/>
                  <a:gd name="csY93" fmla="*/ 67549 h 120354"/>
                  <a:gd name="csX94" fmla="*/ 1359 w 223482"/>
                  <a:gd name="csY94" fmla="*/ 69635 h 120354"/>
                  <a:gd name="csX95" fmla="*/ 2063 w 223482"/>
                  <a:gd name="csY95" fmla="*/ 71721 h 120354"/>
                  <a:gd name="csX96" fmla="*/ 2883 w 223482"/>
                  <a:gd name="csY96" fmla="*/ 73783 h 120354"/>
                  <a:gd name="csX97" fmla="*/ 3820 w 223482"/>
                  <a:gd name="csY97" fmla="*/ 75822 h 120354"/>
                  <a:gd name="csX98" fmla="*/ 4922 w 223482"/>
                  <a:gd name="csY98" fmla="*/ 77861 h 120354"/>
                  <a:gd name="csX99" fmla="*/ 6141 w 223482"/>
                  <a:gd name="csY99" fmla="*/ 79877 h 120354"/>
                  <a:gd name="csX100" fmla="*/ 7477 w 223482"/>
                  <a:gd name="csY100" fmla="*/ 81846 h 120354"/>
                  <a:gd name="csX101" fmla="*/ 8953 w 223482"/>
                  <a:gd name="csY101" fmla="*/ 83815 h 120354"/>
                  <a:gd name="csX102" fmla="*/ 10571 w 223482"/>
                  <a:gd name="csY102" fmla="*/ 85737 h 120354"/>
                  <a:gd name="csX103" fmla="*/ 12305 w 223482"/>
                  <a:gd name="csY103" fmla="*/ 87635 h 120354"/>
                  <a:gd name="csX104" fmla="*/ 14133 w 223482"/>
                  <a:gd name="csY104" fmla="*/ 89487 h 120354"/>
                  <a:gd name="csX105" fmla="*/ 16125 w 223482"/>
                  <a:gd name="csY105" fmla="*/ 91315 h 120354"/>
                  <a:gd name="csX106" fmla="*/ 18211 w 223482"/>
                  <a:gd name="csY106" fmla="*/ 93096 h 120354"/>
                  <a:gd name="csX107" fmla="*/ 20415 w 223482"/>
                  <a:gd name="csY107" fmla="*/ 94854 h 120354"/>
                  <a:gd name="csX108" fmla="*/ 22735 w 223482"/>
                  <a:gd name="csY108" fmla="*/ 96565 h 120354"/>
                  <a:gd name="csX109" fmla="*/ 25149 w 223482"/>
                  <a:gd name="csY109" fmla="*/ 98229 h 120354"/>
                  <a:gd name="csX110" fmla="*/ 27680 w 223482"/>
                  <a:gd name="csY110" fmla="*/ 99823 h 120354"/>
                  <a:gd name="csX111" fmla="*/ 30329 w 223482"/>
                  <a:gd name="csY111" fmla="*/ 101393 h 120354"/>
                  <a:gd name="csX112" fmla="*/ 33048 w 223482"/>
                  <a:gd name="csY112" fmla="*/ 102917 h 120354"/>
                  <a:gd name="csX113" fmla="*/ 35884 w 223482"/>
                  <a:gd name="csY113" fmla="*/ 104370 h 120354"/>
                  <a:gd name="csX114" fmla="*/ 38814 w 223482"/>
                  <a:gd name="csY114" fmla="*/ 105776 h 120354"/>
                  <a:gd name="csX115" fmla="*/ 41837 w 223482"/>
                  <a:gd name="csY115" fmla="*/ 107112 h 120354"/>
                  <a:gd name="csX116" fmla="*/ 44931 w 223482"/>
                  <a:gd name="csY116" fmla="*/ 108425 h 120354"/>
                  <a:gd name="csX117" fmla="*/ 48118 w 223482"/>
                  <a:gd name="csY117" fmla="*/ 109644 h 120354"/>
                  <a:gd name="csX118" fmla="*/ 51400 w 223482"/>
                  <a:gd name="csY118" fmla="*/ 110815 h 120354"/>
                  <a:gd name="csX119" fmla="*/ 54728 w 223482"/>
                  <a:gd name="csY119" fmla="*/ 111917 h 120354"/>
                  <a:gd name="csX120" fmla="*/ 58127 w 223482"/>
                  <a:gd name="csY120" fmla="*/ 112972 h 120354"/>
                  <a:gd name="csX121" fmla="*/ 61619 w 223482"/>
                  <a:gd name="csY121" fmla="*/ 113956 h 120354"/>
                  <a:gd name="csX122" fmla="*/ 65135 w 223482"/>
                  <a:gd name="csY122" fmla="*/ 114870 h 120354"/>
                  <a:gd name="csX123" fmla="*/ 68744 w 223482"/>
                  <a:gd name="csY123" fmla="*/ 115714 h 120354"/>
                  <a:gd name="csX124" fmla="*/ 72377 w 223482"/>
                  <a:gd name="csY124" fmla="*/ 116488 h 120354"/>
                  <a:gd name="csX125" fmla="*/ 76080 w 223482"/>
                  <a:gd name="csY125" fmla="*/ 117191 h 120354"/>
                  <a:gd name="csX126" fmla="*/ 79830 w 223482"/>
                  <a:gd name="csY126" fmla="*/ 117847 h 120354"/>
                  <a:gd name="csX127" fmla="*/ 83604 w 223482"/>
                  <a:gd name="csY127" fmla="*/ 118409 h 120354"/>
                  <a:gd name="csX128" fmla="*/ 87401 w 223482"/>
                  <a:gd name="csY128" fmla="*/ 118902 h 120354"/>
                  <a:gd name="csX129" fmla="*/ 91245 w 223482"/>
                  <a:gd name="csY129" fmla="*/ 119324 h 120354"/>
                  <a:gd name="csX130" fmla="*/ 95112 w 223482"/>
                  <a:gd name="csY130" fmla="*/ 119675 h 120354"/>
                  <a:gd name="csX131" fmla="*/ 99003 w 223482"/>
                  <a:gd name="csY131" fmla="*/ 119956 h 120354"/>
                  <a:gd name="csX132" fmla="*/ 102917 w 223482"/>
                  <a:gd name="csY132" fmla="*/ 120167 h 120354"/>
                  <a:gd name="csX133" fmla="*/ 106831 w 223482"/>
                  <a:gd name="csY133" fmla="*/ 120284 h 120354"/>
                  <a:gd name="csX134" fmla="*/ 110745 w 223482"/>
                  <a:gd name="csY134" fmla="*/ 120355 h 120354"/>
                  <a:gd name="csX135" fmla="*/ 114683 w 223482"/>
                  <a:gd name="csY135" fmla="*/ 120331 h 120354"/>
                  <a:gd name="csX136" fmla="*/ 118597 w 223482"/>
                  <a:gd name="csY136" fmla="*/ 120238 h 120354"/>
                  <a:gd name="csX137" fmla="*/ 122511 w 223482"/>
                  <a:gd name="csY137" fmla="*/ 120074 h 120354"/>
                  <a:gd name="csX138" fmla="*/ 126402 w 223482"/>
                  <a:gd name="csY138" fmla="*/ 119816 h 120354"/>
                  <a:gd name="csX139" fmla="*/ 130269 w 223482"/>
                  <a:gd name="csY139" fmla="*/ 119511 h 120354"/>
                  <a:gd name="csX140" fmla="*/ 134136 w 223482"/>
                  <a:gd name="csY140" fmla="*/ 119113 h 120354"/>
                  <a:gd name="csX141" fmla="*/ 137957 w 223482"/>
                  <a:gd name="csY141" fmla="*/ 118667 h 120354"/>
                  <a:gd name="csX142" fmla="*/ 141754 w 223482"/>
                  <a:gd name="csY142" fmla="*/ 118128 h 120354"/>
                  <a:gd name="csX143" fmla="*/ 145504 w 223482"/>
                  <a:gd name="csY143" fmla="*/ 117519 h 120354"/>
                  <a:gd name="csX144" fmla="*/ 149231 w 223482"/>
                  <a:gd name="csY144" fmla="*/ 116863 h 120354"/>
                  <a:gd name="csX145" fmla="*/ 152910 w 223482"/>
                  <a:gd name="csY145" fmla="*/ 116113 h 120354"/>
                  <a:gd name="csX146" fmla="*/ 156520 w 223482"/>
                  <a:gd name="csY146" fmla="*/ 115292 h 120354"/>
                  <a:gd name="csX147" fmla="*/ 160082 w 223482"/>
                  <a:gd name="csY147" fmla="*/ 114425 h 120354"/>
                  <a:gd name="csX148" fmla="*/ 163598 w 223482"/>
                  <a:gd name="csY148" fmla="*/ 113464 h 120354"/>
                  <a:gd name="csX149" fmla="*/ 167044 w 223482"/>
                  <a:gd name="csY149" fmla="*/ 112456 h 120354"/>
                  <a:gd name="csX150" fmla="*/ 170419 w 223482"/>
                  <a:gd name="csY150" fmla="*/ 111378 h 120354"/>
                  <a:gd name="csX151" fmla="*/ 173723 w 223482"/>
                  <a:gd name="csY151" fmla="*/ 110230 h 120354"/>
                  <a:gd name="csX152" fmla="*/ 176934 w 223482"/>
                  <a:gd name="csY152" fmla="*/ 109034 h 120354"/>
                  <a:gd name="csX153" fmla="*/ 180075 w 223482"/>
                  <a:gd name="csY153" fmla="*/ 107769 h 120354"/>
                  <a:gd name="csX154" fmla="*/ 183146 w 223482"/>
                  <a:gd name="csY154" fmla="*/ 106456 h 120354"/>
                  <a:gd name="csX155" fmla="*/ 186122 w 223482"/>
                  <a:gd name="csY155" fmla="*/ 105073 h 120354"/>
                  <a:gd name="csX156" fmla="*/ 189005 w 223482"/>
                  <a:gd name="csY156" fmla="*/ 103643 h 120354"/>
                  <a:gd name="csX157" fmla="*/ 191771 w 223482"/>
                  <a:gd name="csY157" fmla="*/ 102167 h 120354"/>
                  <a:gd name="csX158" fmla="*/ 194466 w 223482"/>
                  <a:gd name="csY158" fmla="*/ 100620 h 120354"/>
                  <a:gd name="csX159" fmla="*/ 197044 w 223482"/>
                  <a:gd name="csY159" fmla="*/ 99026 h 120354"/>
                  <a:gd name="csX160" fmla="*/ 199529 w 223482"/>
                  <a:gd name="csY160" fmla="*/ 97385 h 120354"/>
                  <a:gd name="csX161" fmla="*/ 201896 w 223482"/>
                  <a:gd name="csY161" fmla="*/ 95721 h 120354"/>
                  <a:gd name="csX162" fmla="*/ 204170 w 223482"/>
                  <a:gd name="csY162" fmla="*/ 93987 h 120354"/>
                  <a:gd name="csX163" fmla="*/ 206302 w 223482"/>
                  <a:gd name="csY163" fmla="*/ 92229 h 120354"/>
                  <a:gd name="csX164" fmla="*/ 208342 w 223482"/>
                  <a:gd name="csY164" fmla="*/ 90401 h 120354"/>
                  <a:gd name="csX165" fmla="*/ 210263 w 223482"/>
                  <a:gd name="csY165" fmla="*/ 88573 h 120354"/>
                  <a:gd name="csX166" fmla="*/ 212045 w 223482"/>
                  <a:gd name="csY166" fmla="*/ 86698 h 120354"/>
                  <a:gd name="csX167" fmla="*/ 213709 w 223482"/>
                  <a:gd name="csY167" fmla="*/ 84776 h 120354"/>
                  <a:gd name="csX168" fmla="*/ 215256 w 223482"/>
                  <a:gd name="csY168" fmla="*/ 82830 h 120354"/>
                  <a:gd name="csX169" fmla="*/ 216662 w 223482"/>
                  <a:gd name="csY169" fmla="*/ 80862 h 120354"/>
                  <a:gd name="csX170" fmla="*/ 217951 w 223482"/>
                  <a:gd name="csY170" fmla="*/ 78869 h 120354"/>
                  <a:gd name="csX171" fmla="*/ 219100 w 223482"/>
                  <a:gd name="csY171" fmla="*/ 76854 h 120354"/>
                  <a:gd name="csX172" fmla="*/ 220131 w 223482"/>
                  <a:gd name="csY172" fmla="*/ 74815 h 120354"/>
                  <a:gd name="csX173" fmla="*/ 221022 w 223482"/>
                  <a:gd name="csY173" fmla="*/ 72752 h 120354"/>
                  <a:gd name="csX174" fmla="*/ 221772 w 223482"/>
                  <a:gd name="csY174" fmla="*/ 70689 h 120354"/>
                  <a:gd name="csX175" fmla="*/ 222381 w 223482"/>
                  <a:gd name="csY175" fmla="*/ 68603 h 120354"/>
                  <a:gd name="csX176" fmla="*/ 222850 w 223482"/>
                  <a:gd name="csY176" fmla="*/ 66494 h 120354"/>
                  <a:gd name="csX177" fmla="*/ 223201 w 223482"/>
                  <a:gd name="csY177" fmla="*/ 64385 h 120354"/>
                  <a:gd name="csX178" fmla="*/ 223412 w 223482"/>
                  <a:gd name="csY178" fmla="*/ 62275 h 120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54">
                    <a:moveTo>
                      <a:pt x="223483" y="60166"/>
                    </a:moveTo>
                    <a:lnTo>
                      <a:pt x="223412" y="58056"/>
                    </a:lnTo>
                    <a:lnTo>
                      <a:pt x="223201" y="55947"/>
                    </a:lnTo>
                    <a:lnTo>
                      <a:pt x="222850" y="53837"/>
                    </a:lnTo>
                    <a:lnTo>
                      <a:pt x="222381" y="51751"/>
                    </a:lnTo>
                    <a:lnTo>
                      <a:pt x="221772" y="49665"/>
                    </a:lnTo>
                    <a:lnTo>
                      <a:pt x="221022" y="47603"/>
                    </a:lnTo>
                    <a:lnTo>
                      <a:pt x="220131" y="45540"/>
                    </a:lnTo>
                    <a:lnTo>
                      <a:pt x="219100" y="43501"/>
                    </a:lnTo>
                    <a:lnTo>
                      <a:pt x="217951" y="41485"/>
                    </a:lnTo>
                    <a:lnTo>
                      <a:pt x="216662" y="39493"/>
                    </a:lnTo>
                    <a:lnTo>
                      <a:pt x="215256" y="37501"/>
                    </a:lnTo>
                    <a:lnTo>
                      <a:pt x="213709" y="35579"/>
                    </a:lnTo>
                    <a:lnTo>
                      <a:pt x="212045" y="33657"/>
                    </a:lnTo>
                    <a:lnTo>
                      <a:pt x="210263" y="31782"/>
                    </a:lnTo>
                    <a:lnTo>
                      <a:pt x="208342" y="29930"/>
                    </a:lnTo>
                    <a:lnTo>
                      <a:pt x="206302" y="28126"/>
                    </a:lnTo>
                    <a:lnTo>
                      <a:pt x="204170" y="26368"/>
                    </a:lnTo>
                    <a:lnTo>
                      <a:pt x="201896" y="24633"/>
                    </a:lnTo>
                    <a:lnTo>
                      <a:pt x="199529" y="22946"/>
                    </a:lnTo>
                    <a:lnTo>
                      <a:pt x="197044" y="21305"/>
                    </a:lnTo>
                    <a:lnTo>
                      <a:pt x="194466" y="19735"/>
                    </a:lnTo>
                    <a:lnTo>
                      <a:pt x="191771" y="18188"/>
                    </a:lnTo>
                    <a:lnTo>
                      <a:pt x="189005" y="16711"/>
                    </a:lnTo>
                    <a:lnTo>
                      <a:pt x="186122" y="15258"/>
                    </a:lnTo>
                    <a:lnTo>
                      <a:pt x="183146" y="13899"/>
                    </a:lnTo>
                    <a:lnTo>
                      <a:pt x="180075" y="12563"/>
                    </a:lnTo>
                    <a:lnTo>
                      <a:pt x="176934" y="11297"/>
                    </a:lnTo>
                    <a:lnTo>
                      <a:pt x="173723" y="10102"/>
                    </a:lnTo>
                    <a:lnTo>
                      <a:pt x="170419" y="8953"/>
                    </a:lnTo>
                    <a:lnTo>
                      <a:pt x="167044" y="7875"/>
                    </a:lnTo>
                    <a:lnTo>
                      <a:pt x="163598" y="6867"/>
                    </a:lnTo>
                    <a:lnTo>
                      <a:pt x="160082" y="5930"/>
                    </a:lnTo>
                    <a:lnTo>
                      <a:pt x="156520" y="5039"/>
                    </a:lnTo>
                    <a:lnTo>
                      <a:pt x="152910" y="4242"/>
                    </a:lnTo>
                    <a:lnTo>
                      <a:pt x="149231" y="3492"/>
                    </a:lnTo>
                    <a:lnTo>
                      <a:pt x="145504" y="2813"/>
                    </a:lnTo>
                    <a:lnTo>
                      <a:pt x="141754" y="2203"/>
                    </a:lnTo>
                    <a:lnTo>
                      <a:pt x="137957" y="1688"/>
                    </a:lnTo>
                    <a:lnTo>
                      <a:pt x="134136" y="1219"/>
                    </a:lnTo>
                    <a:lnTo>
                      <a:pt x="130269" y="844"/>
                    </a:lnTo>
                    <a:lnTo>
                      <a:pt x="126402" y="516"/>
                    </a:lnTo>
                    <a:lnTo>
                      <a:pt x="122511" y="281"/>
                    </a:lnTo>
                    <a:lnTo>
                      <a:pt x="118597" y="117"/>
                    </a:lnTo>
                    <a:lnTo>
                      <a:pt x="114683" y="23"/>
                    </a:lnTo>
                    <a:lnTo>
                      <a:pt x="110745" y="0"/>
                    </a:lnTo>
                    <a:lnTo>
                      <a:pt x="106831" y="47"/>
                    </a:lnTo>
                    <a:lnTo>
                      <a:pt x="102917" y="188"/>
                    </a:lnTo>
                    <a:lnTo>
                      <a:pt x="99003" y="398"/>
                    </a:lnTo>
                    <a:lnTo>
                      <a:pt x="95112" y="656"/>
                    </a:lnTo>
                    <a:lnTo>
                      <a:pt x="91245" y="1008"/>
                    </a:lnTo>
                    <a:lnTo>
                      <a:pt x="87401" y="1453"/>
                    </a:lnTo>
                    <a:lnTo>
                      <a:pt x="83604" y="1945"/>
                    </a:lnTo>
                    <a:lnTo>
                      <a:pt x="79830" y="2508"/>
                    </a:lnTo>
                    <a:lnTo>
                      <a:pt x="76080" y="3141"/>
                    </a:lnTo>
                    <a:lnTo>
                      <a:pt x="72377" y="3844"/>
                    </a:lnTo>
                    <a:lnTo>
                      <a:pt x="68744" y="4641"/>
                    </a:lnTo>
                    <a:lnTo>
                      <a:pt x="65135" y="5485"/>
                    </a:lnTo>
                    <a:lnTo>
                      <a:pt x="61619" y="6399"/>
                    </a:lnTo>
                    <a:lnTo>
                      <a:pt x="58127" y="7383"/>
                    </a:lnTo>
                    <a:lnTo>
                      <a:pt x="54728" y="8414"/>
                    </a:lnTo>
                    <a:lnTo>
                      <a:pt x="51400" y="9516"/>
                    </a:lnTo>
                    <a:lnTo>
                      <a:pt x="48118" y="10688"/>
                    </a:lnTo>
                    <a:lnTo>
                      <a:pt x="44931" y="11930"/>
                    </a:lnTo>
                    <a:lnTo>
                      <a:pt x="41837" y="13219"/>
                    </a:lnTo>
                    <a:lnTo>
                      <a:pt x="38814" y="14579"/>
                    </a:lnTo>
                    <a:lnTo>
                      <a:pt x="35884" y="15985"/>
                    </a:lnTo>
                    <a:lnTo>
                      <a:pt x="33048" y="17438"/>
                    </a:lnTo>
                    <a:lnTo>
                      <a:pt x="30329" y="18961"/>
                    </a:lnTo>
                    <a:lnTo>
                      <a:pt x="27680" y="20508"/>
                    </a:lnTo>
                    <a:lnTo>
                      <a:pt x="25149" y="22126"/>
                    </a:lnTo>
                    <a:lnTo>
                      <a:pt x="22735" y="23790"/>
                    </a:lnTo>
                    <a:lnTo>
                      <a:pt x="20415" y="25501"/>
                    </a:lnTo>
                    <a:lnTo>
                      <a:pt x="18211" y="27235"/>
                    </a:lnTo>
                    <a:lnTo>
                      <a:pt x="16125" y="29016"/>
                    </a:lnTo>
                    <a:lnTo>
                      <a:pt x="14133" y="30845"/>
                    </a:lnTo>
                    <a:lnTo>
                      <a:pt x="12305" y="32720"/>
                    </a:lnTo>
                    <a:lnTo>
                      <a:pt x="10571" y="34618"/>
                    </a:lnTo>
                    <a:lnTo>
                      <a:pt x="8953" y="36540"/>
                    </a:lnTo>
                    <a:lnTo>
                      <a:pt x="7477" y="38485"/>
                    </a:lnTo>
                    <a:lnTo>
                      <a:pt x="6141" y="40478"/>
                    </a:lnTo>
                    <a:lnTo>
                      <a:pt x="4922" y="42493"/>
                    </a:lnTo>
                    <a:lnTo>
                      <a:pt x="3820" y="44509"/>
                    </a:lnTo>
                    <a:lnTo>
                      <a:pt x="2883" y="46572"/>
                    </a:lnTo>
                    <a:lnTo>
                      <a:pt x="2063" y="48634"/>
                    </a:lnTo>
                    <a:lnTo>
                      <a:pt x="1359" y="50697"/>
                    </a:lnTo>
                    <a:lnTo>
                      <a:pt x="820" y="52806"/>
                    </a:lnTo>
                    <a:lnTo>
                      <a:pt x="398" y="54892"/>
                    </a:lnTo>
                    <a:lnTo>
                      <a:pt x="141" y="57002"/>
                    </a:lnTo>
                    <a:lnTo>
                      <a:pt x="0" y="59111"/>
                    </a:lnTo>
                    <a:lnTo>
                      <a:pt x="0" y="61220"/>
                    </a:lnTo>
                    <a:lnTo>
                      <a:pt x="141" y="63330"/>
                    </a:lnTo>
                    <a:lnTo>
                      <a:pt x="398" y="65439"/>
                    </a:lnTo>
                    <a:lnTo>
                      <a:pt x="820" y="67549"/>
                    </a:lnTo>
                    <a:lnTo>
                      <a:pt x="1359" y="69635"/>
                    </a:lnTo>
                    <a:lnTo>
                      <a:pt x="2063" y="71721"/>
                    </a:lnTo>
                    <a:lnTo>
                      <a:pt x="2883" y="73783"/>
                    </a:lnTo>
                    <a:lnTo>
                      <a:pt x="3820" y="75822"/>
                    </a:lnTo>
                    <a:lnTo>
                      <a:pt x="4922" y="77861"/>
                    </a:lnTo>
                    <a:lnTo>
                      <a:pt x="6141" y="79877"/>
                    </a:lnTo>
                    <a:lnTo>
                      <a:pt x="7477" y="81846"/>
                    </a:lnTo>
                    <a:lnTo>
                      <a:pt x="8953" y="83815"/>
                    </a:lnTo>
                    <a:lnTo>
                      <a:pt x="10571" y="85737"/>
                    </a:lnTo>
                    <a:lnTo>
                      <a:pt x="12305" y="87635"/>
                    </a:lnTo>
                    <a:lnTo>
                      <a:pt x="14133" y="89487"/>
                    </a:lnTo>
                    <a:lnTo>
                      <a:pt x="16125" y="91315"/>
                    </a:lnTo>
                    <a:lnTo>
                      <a:pt x="18211" y="93096"/>
                    </a:lnTo>
                    <a:lnTo>
                      <a:pt x="20415" y="94854"/>
                    </a:lnTo>
                    <a:lnTo>
                      <a:pt x="22735" y="96565"/>
                    </a:lnTo>
                    <a:lnTo>
                      <a:pt x="25149" y="98229"/>
                    </a:lnTo>
                    <a:lnTo>
                      <a:pt x="27680" y="99823"/>
                    </a:lnTo>
                    <a:lnTo>
                      <a:pt x="30329" y="101393"/>
                    </a:lnTo>
                    <a:lnTo>
                      <a:pt x="33048" y="102917"/>
                    </a:lnTo>
                    <a:lnTo>
                      <a:pt x="35884" y="104370"/>
                    </a:lnTo>
                    <a:lnTo>
                      <a:pt x="38814" y="105776"/>
                    </a:lnTo>
                    <a:lnTo>
                      <a:pt x="41837" y="107112"/>
                    </a:lnTo>
                    <a:lnTo>
                      <a:pt x="44931" y="108425"/>
                    </a:lnTo>
                    <a:lnTo>
                      <a:pt x="48118" y="109644"/>
                    </a:lnTo>
                    <a:lnTo>
                      <a:pt x="51400" y="110815"/>
                    </a:lnTo>
                    <a:lnTo>
                      <a:pt x="54728" y="111917"/>
                    </a:lnTo>
                    <a:lnTo>
                      <a:pt x="58127" y="112972"/>
                    </a:lnTo>
                    <a:lnTo>
                      <a:pt x="61619" y="113956"/>
                    </a:lnTo>
                    <a:lnTo>
                      <a:pt x="65135" y="114870"/>
                    </a:lnTo>
                    <a:lnTo>
                      <a:pt x="68744" y="115714"/>
                    </a:lnTo>
                    <a:lnTo>
                      <a:pt x="72377" y="116488"/>
                    </a:lnTo>
                    <a:lnTo>
                      <a:pt x="76080" y="117191"/>
                    </a:lnTo>
                    <a:lnTo>
                      <a:pt x="79830" y="117847"/>
                    </a:lnTo>
                    <a:lnTo>
                      <a:pt x="83604" y="118409"/>
                    </a:lnTo>
                    <a:lnTo>
                      <a:pt x="87401" y="118902"/>
                    </a:lnTo>
                    <a:lnTo>
                      <a:pt x="91245" y="119324"/>
                    </a:lnTo>
                    <a:lnTo>
                      <a:pt x="95112" y="119675"/>
                    </a:lnTo>
                    <a:lnTo>
                      <a:pt x="99003" y="119956"/>
                    </a:lnTo>
                    <a:lnTo>
                      <a:pt x="102917" y="120167"/>
                    </a:lnTo>
                    <a:lnTo>
                      <a:pt x="106831" y="120284"/>
                    </a:lnTo>
                    <a:lnTo>
                      <a:pt x="110745" y="120355"/>
                    </a:lnTo>
                    <a:lnTo>
                      <a:pt x="114683" y="120331"/>
                    </a:lnTo>
                    <a:lnTo>
                      <a:pt x="118597" y="120238"/>
                    </a:lnTo>
                    <a:lnTo>
                      <a:pt x="122511" y="120074"/>
                    </a:lnTo>
                    <a:lnTo>
                      <a:pt x="126402" y="119816"/>
                    </a:lnTo>
                    <a:lnTo>
                      <a:pt x="130269" y="119511"/>
                    </a:lnTo>
                    <a:lnTo>
                      <a:pt x="134136" y="119113"/>
                    </a:lnTo>
                    <a:lnTo>
                      <a:pt x="137957" y="118667"/>
                    </a:lnTo>
                    <a:lnTo>
                      <a:pt x="141754" y="118128"/>
                    </a:lnTo>
                    <a:lnTo>
                      <a:pt x="145504" y="117519"/>
                    </a:lnTo>
                    <a:lnTo>
                      <a:pt x="149231" y="116863"/>
                    </a:lnTo>
                    <a:lnTo>
                      <a:pt x="152910" y="116113"/>
                    </a:lnTo>
                    <a:lnTo>
                      <a:pt x="156520" y="115292"/>
                    </a:lnTo>
                    <a:lnTo>
                      <a:pt x="160082" y="114425"/>
                    </a:lnTo>
                    <a:lnTo>
                      <a:pt x="163598" y="113464"/>
                    </a:lnTo>
                    <a:lnTo>
                      <a:pt x="167044" y="112456"/>
                    </a:lnTo>
                    <a:lnTo>
                      <a:pt x="170419" y="111378"/>
                    </a:lnTo>
                    <a:lnTo>
                      <a:pt x="173723" y="110230"/>
                    </a:lnTo>
                    <a:lnTo>
                      <a:pt x="176934" y="109034"/>
                    </a:lnTo>
                    <a:lnTo>
                      <a:pt x="180075" y="107769"/>
                    </a:lnTo>
                    <a:lnTo>
                      <a:pt x="183146" y="106456"/>
                    </a:lnTo>
                    <a:lnTo>
                      <a:pt x="186122" y="105073"/>
                    </a:lnTo>
                    <a:lnTo>
                      <a:pt x="189005" y="103643"/>
                    </a:lnTo>
                    <a:lnTo>
                      <a:pt x="191771" y="102167"/>
                    </a:lnTo>
                    <a:lnTo>
                      <a:pt x="194466" y="100620"/>
                    </a:lnTo>
                    <a:lnTo>
                      <a:pt x="197044" y="99026"/>
                    </a:lnTo>
                    <a:lnTo>
                      <a:pt x="199529" y="97385"/>
                    </a:lnTo>
                    <a:lnTo>
                      <a:pt x="201896" y="95721"/>
                    </a:lnTo>
                    <a:lnTo>
                      <a:pt x="204170" y="93987"/>
                    </a:lnTo>
                    <a:lnTo>
                      <a:pt x="206302" y="92229"/>
                    </a:lnTo>
                    <a:lnTo>
                      <a:pt x="208342" y="90401"/>
                    </a:lnTo>
                    <a:lnTo>
                      <a:pt x="210263" y="88573"/>
                    </a:lnTo>
                    <a:lnTo>
                      <a:pt x="212045" y="86698"/>
                    </a:lnTo>
                    <a:lnTo>
                      <a:pt x="213709" y="84776"/>
                    </a:lnTo>
                    <a:lnTo>
                      <a:pt x="215256" y="82830"/>
                    </a:lnTo>
                    <a:lnTo>
                      <a:pt x="216662" y="80862"/>
                    </a:lnTo>
                    <a:lnTo>
                      <a:pt x="217951" y="78869"/>
                    </a:lnTo>
                    <a:lnTo>
                      <a:pt x="219100" y="76854"/>
                    </a:lnTo>
                    <a:lnTo>
                      <a:pt x="220131" y="74815"/>
                    </a:lnTo>
                    <a:lnTo>
                      <a:pt x="221022" y="72752"/>
                    </a:lnTo>
                    <a:lnTo>
                      <a:pt x="221772" y="70689"/>
                    </a:lnTo>
                    <a:lnTo>
                      <a:pt x="222381" y="68603"/>
                    </a:lnTo>
                    <a:lnTo>
                      <a:pt x="222850" y="66494"/>
                    </a:lnTo>
                    <a:lnTo>
                      <a:pt x="223201" y="64385"/>
                    </a:lnTo>
                    <a:lnTo>
                      <a:pt x="223412" y="62275"/>
                    </a:lnTo>
                    <a:close/>
                  </a:path>
                </a:pathLst>
              </a:custGeom>
              <a:solidFill>
                <a:srgbClr val="D7C2F0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51" name="Graphic 6">
                <a:extLst>
                  <a:ext uri="{FF2B5EF4-FFF2-40B4-BE49-F238E27FC236}">
                    <a16:creationId xmlns:a16="http://schemas.microsoft.com/office/drawing/2014/main" id="{2B6F200B-17DE-11AC-BC11-443ECAC8AA29}"/>
                  </a:ext>
                </a:extLst>
              </p:cNvPr>
              <p:cNvGrpSpPr/>
              <p:nvPr/>
            </p:nvGrpSpPr>
            <p:grpSpPr>
              <a:xfrm>
                <a:off x="3568345" y="1409794"/>
                <a:ext cx="213193" cy="64032"/>
                <a:chOff x="-3305772" y="4136379"/>
                <a:chExt cx="213193" cy="64032"/>
              </a:xfrm>
              <a:solidFill>
                <a:srgbClr val="000000"/>
              </a:solidFill>
            </p:grpSpPr>
            <p:sp>
              <p:nvSpPr>
                <p:cNvPr id="3352" name="Freeform 3351">
                  <a:extLst>
                    <a:ext uri="{FF2B5EF4-FFF2-40B4-BE49-F238E27FC236}">
                      <a16:creationId xmlns:a16="http://schemas.microsoft.com/office/drawing/2014/main" id="{93B35329-28AB-7B58-B87E-A9EEC3C06912}"/>
                    </a:ext>
                  </a:extLst>
                </p:cNvPr>
                <p:cNvSpPr/>
                <p:nvPr/>
              </p:nvSpPr>
              <p:spPr>
                <a:xfrm>
                  <a:off x="-3305772" y="4148567"/>
                  <a:ext cx="33188" cy="38719"/>
                </a:xfrm>
                <a:custGeom>
                  <a:avLst/>
                  <a:gdLst>
                    <a:gd name="csX0" fmla="*/ 32848 w 33188"/>
                    <a:gd name="csY0" fmla="*/ 12581 h 38719"/>
                    <a:gd name="csX1" fmla="*/ 16910 w 33188"/>
                    <a:gd name="csY1" fmla="*/ 206 h 38719"/>
                    <a:gd name="csX2" fmla="*/ 1910 w 33188"/>
                    <a:gd name="csY2" fmla="*/ 12393 h 38719"/>
                    <a:gd name="csX3" fmla="*/ 3879 w 33188"/>
                    <a:gd name="csY3" fmla="*/ 18300 h 38719"/>
                    <a:gd name="csX4" fmla="*/ 9879 w 33188"/>
                    <a:gd name="csY4" fmla="*/ 21394 h 38719"/>
                    <a:gd name="csX5" fmla="*/ 21129 w 33188"/>
                    <a:gd name="csY5" fmla="*/ 24863 h 38719"/>
                    <a:gd name="csX6" fmla="*/ 24317 w 33188"/>
                    <a:gd name="csY6" fmla="*/ 27863 h 38719"/>
                    <a:gd name="csX7" fmla="*/ 17285 w 33188"/>
                    <a:gd name="csY7" fmla="*/ 31425 h 38719"/>
                    <a:gd name="csX8" fmla="*/ 11660 w 33188"/>
                    <a:gd name="csY8" fmla="*/ 30113 h 38719"/>
                    <a:gd name="csX9" fmla="*/ 9879 w 33188"/>
                    <a:gd name="csY9" fmla="*/ 26738 h 38719"/>
                    <a:gd name="csX10" fmla="*/ 597 w 33188"/>
                    <a:gd name="csY10" fmla="*/ 26738 h 38719"/>
                    <a:gd name="csX11" fmla="*/ 17848 w 33188"/>
                    <a:gd name="csY11" fmla="*/ 38925 h 38719"/>
                    <a:gd name="csX12" fmla="*/ 29473 w 33188"/>
                    <a:gd name="csY12" fmla="*/ 35644 h 38719"/>
                    <a:gd name="csX13" fmla="*/ 33786 w 33188"/>
                    <a:gd name="csY13" fmla="*/ 26456 h 38719"/>
                    <a:gd name="csX14" fmla="*/ 26660 w 33188"/>
                    <a:gd name="csY14" fmla="*/ 17269 h 38719"/>
                    <a:gd name="csX15" fmla="*/ 14660 w 33188"/>
                    <a:gd name="csY15" fmla="*/ 13800 h 38719"/>
                    <a:gd name="csX16" fmla="*/ 11379 w 33188"/>
                    <a:gd name="csY16" fmla="*/ 10987 h 38719"/>
                    <a:gd name="csX17" fmla="*/ 16816 w 33188"/>
                    <a:gd name="csY17" fmla="*/ 7612 h 38719"/>
                    <a:gd name="csX18" fmla="*/ 23660 w 33188"/>
                    <a:gd name="csY18" fmla="*/ 12581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188" h="38719">
                      <a:moveTo>
                        <a:pt x="32848" y="12581"/>
                      </a:moveTo>
                      <a:cubicBezTo>
                        <a:pt x="32661" y="4800"/>
                        <a:pt x="26754" y="206"/>
                        <a:pt x="16910" y="206"/>
                      </a:cubicBezTo>
                      <a:cubicBezTo>
                        <a:pt x="7629" y="206"/>
                        <a:pt x="1910" y="4800"/>
                        <a:pt x="1910" y="12393"/>
                      </a:cubicBezTo>
                      <a:cubicBezTo>
                        <a:pt x="1910" y="14831"/>
                        <a:pt x="2660" y="16894"/>
                        <a:pt x="3879" y="18300"/>
                      </a:cubicBezTo>
                      <a:cubicBezTo>
                        <a:pt x="5191" y="19612"/>
                        <a:pt x="6316" y="20175"/>
                        <a:pt x="9879" y="21394"/>
                      </a:cubicBezTo>
                      <a:lnTo>
                        <a:pt x="21129" y="24863"/>
                      </a:lnTo>
                      <a:cubicBezTo>
                        <a:pt x="23567" y="25613"/>
                        <a:pt x="24317" y="26363"/>
                        <a:pt x="24317" y="27863"/>
                      </a:cubicBezTo>
                      <a:cubicBezTo>
                        <a:pt x="24317" y="30113"/>
                        <a:pt x="21692" y="31425"/>
                        <a:pt x="17285" y="31425"/>
                      </a:cubicBezTo>
                      <a:cubicBezTo>
                        <a:pt x="14848" y="31425"/>
                        <a:pt x="12879" y="31050"/>
                        <a:pt x="11660" y="30113"/>
                      </a:cubicBezTo>
                      <a:cubicBezTo>
                        <a:pt x="10723" y="29456"/>
                        <a:pt x="10254" y="28706"/>
                        <a:pt x="9879" y="26738"/>
                      </a:cubicBezTo>
                      <a:lnTo>
                        <a:pt x="597" y="26738"/>
                      </a:lnTo>
                      <a:cubicBezTo>
                        <a:pt x="879" y="34800"/>
                        <a:pt x="6785" y="38925"/>
                        <a:pt x="17848" y="38925"/>
                      </a:cubicBezTo>
                      <a:cubicBezTo>
                        <a:pt x="22910" y="38925"/>
                        <a:pt x="26754" y="37800"/>
                        <a:pt x="29473" y="35644"/>
                      </a:cubicBezTo>
                      <a:cubicBezTo>
                        <a:pt x="32192" y="33488"/>
                        <a:pt x="33786" y="30113"/>
                        <a:pt x="33786" y="26456"/>
                      </a:cubicBezTo>
                      <a:cubicBezTo>
                        <a:pt x="33786" y="21769"/>
                        <a:pt x="31442" y="18675"/>
                        <a:pt x="26660" y="17269"/>
                      </a:cubicBezTo>
                      <a:lnTo>
                        <a:pt x="14660" y="13800"/>
                      </a:lnTo>
                      <a:cubicBezTo>
                        <a:pt x="12035" y="13050"/>
                        <a:pt x="11379" y="12487"/>
                        <a:pt x="11379" y="10987"/>
                      </a:cubicBezTo>
                      <a:cubicBezTo>
                        <a:pt x="11379" y="8925"/>
                        <a:pt x="13535" y="7612"/>
                        <a:pt x="16816" y="7612"/>
                      </a:cubicBezTo>
                      <a:cubicBezTo>
                        <a:pt x="21410" y="7612"/>
                        <a:pt x="23567" y="9206"/>
                        <a:pt x="23660" y="1258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53" name="Freeform 3352">
                  <a:extLst>
                    <a:ext uri="{FF2B5EF4-FFF2-40B4-BE49-F238E27FC236}">
                      <a16:creationId xmlns:a16="http://schemas.microsoft.com/office/drawing/2014/main" id="{FA678994-72DF-0139-6777-D06DC5414CCE}"/>
                    </a:ext>
                  </a:extLst>
                </p:cNvPr>
                <p:cNvSpPr/>
                <p:nvPr/>
              </p:nvSpPr>
              <p:spPr>
                <a:xfrm>
                  <a:off x="-3270802" y="4140035"/>
                  <a:ext cx="19406" cy="47251"/>
                </a:xfrm>
                <a:custGeom>
                  <a:avLst/>
                  <a:gdLst>
                    <a:gd name="csX0" fmla="*/ 20010 w 19406"/>
                    <a:gd name="csY0" fmla="*/ 10050 h 47251"/>
                    <a:gd name="csX1" fmla="*/ 14760 w 19406"/>
                    <a:gd name="csY1" fmla="*/ 10050 h 47251"/>
                    <a:gd name="csX2" fmla="*/ 14760 w 19406"/>
                    <a:gd name="csY2" fmla="*/ 206 h 47251"/>
                    <a:gd name="csX3" fmla="*/ 5291 w 19406"/>
                    <a:gd name="csY3" fmla="*/ 206 h 47251"/>
                    <a:gd name="csX4" fmla="*/ 5291 w 19406"/>
                    <a:gd name="csY4" fmla="*/ 10050 h 47251"/>
                    <a:gd name="csX5" fmla="*/ 603 w 19406"/>
                    <a:gd name="csY5" fmla="*/ 10050 h 47251"/>
                    <a:gd name="csX6" fmla="*/ 603 w 19406"/>
                    <a:gd name="csY6" fmla="*/ 16331 h 47251"/>
                    <a:gd name="csX7" fmla="*/ 5291 w 19406"/>
                    <a:gd name="csY7" fmla="*/ 16331 h 47251"/>
                    <a:gd name="csX8" fmla="*/ 5291 w 19406"/>
                    <a:gd name="csY8" fmla="*/ 38832 h 47251"/>
                    <a:gd name="csX9" fmla="*/ 14572 w 19406"/>
                    <a:gd name="csY9" fmla="*/ 47457 h 47251"/>
                    <a:gd name="csX10" fmla="*/ 20010 w 19406"/>
                    <a:gd name="csY10" fmla="*/ 46707 h 47251"/>
                    <a:gd name="csX11" fmla="*/ 20010 w 19406"/>
                    <a:gd name="csY11" fmla="*/ 40050 h 47251"/>
                    <a:gd name="csX12" fmla="*/ 17854 w 19406"/>
                    <a:gd name="csY12" fmla="*/ 40238 h 47251"/>
                    <a:gd name="csX13" fmla="*/ 14760 w 19406"/>
                    <a:gd name="csY13" fmla="*/ 36207 h 47251"/>
                    <a:gd name="csX14" fmla="*/ 14760 w 19406"/>
                    <a:gd name="csY14" fmla="*/ 16331 h 47251"/>
                    <a:gd name="csX15" fmla="*/ 20010 w 19406"/>
                    <a:gd name="csY15" fmla="*/ 16331 h 472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19406" h="47251">
                      <a:moveTo>
                        <a:pt x="20010" y="10050"/>
                      </a:moveTo>
                      <a:lnTo>
                        <a:pt x="14760" y="10050"/>
                      </a:lnTo>
                      <a:lnTo>
                        <a:pt x="14760" y="206"/>
                      </a:lnTo>
                      <a:lnTo>
                        <a:pt x="5291" y="206"/>
                      </a:lnTo>
                      <a:lnTo>
                        <a:pt x="5291" y="10050"/>
                      </a:lnTo>
                      <a:lnTo>
                        <a:pt x="603" y="10050"/>
                      </a:lnTo>
                      <a:lnTo>
                        <a:pt x="603" y="16331"/>
                      </a:lnTo>
                      <a:lnTo>
                        <a:pt x="5291" y="16331"/>
                      </a:lnTo>
                      <a:lnTo>
                        <a:pt x="5291" y="38832"/>
                      </a:lnTo>
                      <a:cubicBezTo>
                        <a:pt x="5291" y="44551"/>
                        <a:pt x="8291" y="47457"/>
                        <a:pt x="14572" y="47457"/>
                      </a:cubicBezTo>
                      <a:cubicBezTo>
                        <a:pt x="16729" y="47457"/>
                        <a:pt x="18322" y="47176"/>
                        <a:pt x="20010" y="46707"/>
                      </a:cubicBezTo>
                      <a:lnTo>
                        <a:pt x="20010" y="40050"/>
                      </a:lnTo>
                      <a:cubicBezTo>
                        <a:pt x="19073" y="40144"/>
                        <a:pt x="18604" y="40238"/>
                        <a:pt x="17854" y="40238"/>
                      </a:cubicBezTo>
                      <a:cubicBezTo>
                        <a:pt x="15416" y="40238"/>
                        <a:pt x="14760" y="39488"/>
                        <a:pt x="14760" y="36207"/>
                      </a:cubicBezTo>
                      <a:lnTo>
                        <a:pt x="14760" y="16331"/>
                      </a:lnTo>
                      <a:lnTo>
                        <a:pt x="20010" y="1633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54" name="Freeform 3353">
                  <a:extLst>
                    <a:ext uri="{FF2B5EF4-FFF2-40B4-BE49-F238E27FC236}">
                      <a16:creationId xmlns:a16="http://schemas.microsoft.com/office/drawing/2014/main" id="{F021322C-5E00-BFF4-ACCC-F1E4C07E21DE}"/>
                    </a:ext>
                  </a:extLst>
                </p:cNvPr>
                <p:cNvSpPr/>
                <p:nvPr/>
              </p:nvSpPr>
              <p:spPr>
                <a:xfrm>
                  <a:off x="-3246614" y="4149129"/>
                  <a:ext cx="35063" cy="36563"/>
                </a:xfrm>
                <a:custGeom>
                  <a:avLst/>
                  <a:gdLst>
                    <a:gd name="csX0" fmla="*/ 23483 w 35063"/>
                    <a:gd name="csY0" fmla="*/ 18394 h 36563"/>
                    <a:gd name="csX1" fmla="*/ 35389 w 35063"/>
                    <a:gd name="csY1" fmla="*/ 206 h 36563"/>
                    <a:gd name="csX2" fmla="*/ 24045 w 35063"/>
                    <a:gd name="csY2" fmla="*/ 206 h 36563"/>
                    <a:gd name="csX3" fmla="*/ 18139 w 35063"/>
                    <a:gd name="csY3" fmla="*/ 11268 h 36563"/>
                    <a:gd name="csX4" fmla="*/ 12233 w 35063"/>
                    <a:gd name="csY4" fmla="*/ 206 h 36563"/>
                    <a:gd name="csX5" fmla="*/ 795 w 35063"/>
                    <a:gd name="csY5" fmla="*/ 206 h 36563"/>
                    <a:gd name="csX6" fmla="*/ 12795 w 35063"/>
                    <a:gd name="csY6" fmla="*/ 18394 h 36563"/>
                    <a:gd name="csX7" fmla="*/ 607 w 35063"/>
                    <a:gd name="csY7" fmla="*/ 36769 h 36563"/>
                    <a:gd name="csX8" fmla="*/ 11951 w 35063"/>
                    <a:gd name="csY8" fmla="*/ 36769 h 36563"/>
                    <a:gd name="csX9" fmla="*/ 18139 w 35063"/>
                    <a:gd name="csY9" fmla="*/ 25425 h 36563"/>
                    <a:gd name="csX10" fmla="*/ 24327 w 35063"/>
                    <a:gd name="csY10" fmla="*/ 36769 h 36563"/>
                    <a:gd name="csX11" fmla="*/ 35671 w 35063"/>
                    <a:gd name="csY11" fmla="*/ 36769 h 365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5063" h="36563">
                      <a:moveTo>
                        <a:pt x="23483" y="18394"/>
                      </a:moveTo>
                      <a:lnTo>
                        <a:pt x="35389" y="206"/>
                      </a:lnTo>
                      <a:lnTo>
                        <a:pt x="24045" y="206"/>
                      </a:lnTo>
                      <a:lnTo>
                        <a:pt x="18139" y="11268"/>
                      </a:lnTo>
                      <a:lnTo>
                        <a:pt x="12233" y="206"/>
                      </a:lnTo>
                      <a:lnTo>
                        <a:pt x="795" y="206"/>
                      </a:lnTo>
                      <a:lnTo>
                        <a:pt x="12795" y="18394"/>
                      </a:lnTo>
                      <a:lnTo>
                        <a:pt x="607" y="36769"/>
                      </a:lnTo>
                      <a:lnTo>
                        <a:pt x="11951" y="36769"/>
                      </a:lnTo>
                      <a:lnTo>
                        <a:pt x="18139" y="25425"/>
                      </a:lnTo>
                      <a:lnTo>
                        <a:pt x="24327" y="36769"/>
                      </a:lnTo>
                      <a:lnTo>
                        <a:pt x="35671" y="367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55" name="Freeform 3354">
                  <a:extLst>
                    <a:ext uri="{FF2B5EF4-FFF2-40B4-BE49-F238E27FC236}">
                      <a16:creationId xmlns:a16="http://schemas.microsoft.com/office/drawing/2014/main" id="{018A4301-E56D-EE8A-1902-75A96B4BB7D1}"/>
                    </a:ext>
                  </a:extLst>
                </p:cNvPr>
                <p:cNvSpPr/>
                <p:nvPr/>
              </p:nvSpPr>
              <p:spPr>
                <a:xfrm>
                  <a:off x="-3207707" y="4136379"/>
                  <a:ext cx="34875" cy="50907"/>
                </a:xfrm>
                <a:custGeom>
                  <a:avLst/>
                  <a:gdLst>
                    <a:gd name="csX0" fmla="*/ 613 w 34875"/>
                    <a:gd name="csY0" fmla="*/ 206 h 50907"/>
                    <a:gd name="csX1" fmla="*/ 613 w 34875"/>
                    <a:gd name="csY1" fmla="*/ 49519 h 50907"/>
                    <a:gd name="csX2" fmla="*/ 10082 w 34875"/>
                    <a:gd name="csY2" fmla="*/ 49519 h 50907"/>
                    <a:gd name="csX3" fmla="*/ 10082 w 34875"/>
                    <a:gd name="csY3" fmla="*/ 45769 h 50907"/>
                    <a:gd name="csX4" fmla="*/ 20114 w 34875"/>
                    <a:gd name="csY4" fmla="*/ 51113 h 50907"/>
                    <a:gd name="csX5" fmla="*/ 35489 w 34875"/>
                    <a:gd name="csY5" fmla="*/ 31706 h 50907"/>
                    <a:gd name="csX6" fmla="*/ 31552 w 34875"/>
                    <a:gd name="csY6" fmla="*/ 18206 h 50907"/>
                    <a:gd name="csX7" fmla="*/ 20114 w 34875"/>
                    <a:gd name="csY7" fmla="*/ 12393 h 50907"/>
                    <a:gd name="csX8" fmla="*/ 10082 w 34875"/>
                    <a:gd name="csY8" fmla="*/ 17737 h 50907"/>
                    <a:gd name="csX9" fmla="*/ 10082 w 34875"/>
                    <a:gd name="csY9" fmla="*/ 206 h 50907"/>
                    <a:gd name="csX10" fmla="*/ 18051 w 34875"/>
                    <a:gd name="csY10" fmla="*/ 20269 h 50907"/>
                    <a:gd name="csX11" fmla="*/ 26020 w 34875"/>
                    <a:gd name="csY11" fmla="*/ 31800 h 50907"/>
                    <a:gd name="csX12" fmla="*/ 18051 w 34875"/>
                    <a:gd name="csY12" fmla="*/ 43144 h 50907"/>
                    <a:gd name="csX13" fmla="*/ 10082 w 34875"/>
                    <a:gd name="csY13" fmla="*/ 31613 h 50907"/>
                    <a:gd name="csX14" fmla="*/ 18051 w 34875"/>
                    <a:gd name="csY14" fmla="*/ 20269 h 509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4875" h="50907">
                      <a:moveTo>
                        <a:pt x="613" y="206"/>
                      </a:moveTo>
                      <a:lnTo>
                        <a:pt x="613" y="49519"/>
                      </a:lnTo>
                      <a:lnTo>
                        <a:pt x="10082" y="49519"/>
                      </a:lnTo>
                      <a:lnTo>
                        <a:pt x="10082" y="45769"/>
                      </a:lnTo>
                      <a:cubicBezTo>
                        <a:pt x="12332" y="49426"/>
                        <a:pt x="15520" y="51113"/>
                        <a:pt x="20114" y="51113"/>
                      </a:cubicBezTo>
                      <a:cubicBezTo>
                        <a:pt x="28833" y="51113"/>
                        <a:pt x="35489" y="42769"/>
                        <a:pt x="35489" y="31706"/>
                      </a:cubicBezTo>
                      <a:cubicBezTo>
                        <a:pt x="35489" y="26738"/>
                        <a:pt x="33989" y="21769"/>
                        <a:pt x="31552" y="18206"/>
                      </a:cubicBezTo>
                      <a:cubicBezTo>
                        <a:pt x="29114" y="14644"/>
                        <a:pt x="24614" y="12393"/>
                        <a:pt x="20114" y="12393"/>
                      </a:cubicBezTo>
                      <a:cubicBezTo>
                        <a:pt x="15520" y="12393"/>
                        <a:pt x="12332" y="14081"/>
                        <a:pt x="10082" y="17737"/>
                      </a:cubicBezTo>
                      <a:lnTo>
                        <a:pt x="10082" y="206"/>
                      </a:lnTo>
                      <a:close/>
                      <a:moveTo>
                        <a:pt x="18051" y="20269"/>
                      </a:moveTo>
                      <a:cubicBezTo>
                        <a:pt x="22739" y="20269"/>
                        <a:pt x="26020" y="25050"/>
                        <a:pt x="26020" y="31800"/>
                      </a:cubicBezTo>
                      <a:cubicBezTo>
                        <a:pt x="26020" y="38457"/>
                        <a:pt x="22739" y="43144"/>
                        <a:pt x="18051" y="43144"/>
                      </a:cubicBezTo>
                      <a:cubicBezTo>
                        <a:pt x="13270" y="43144"/>
                        <a:pt x="10082" y="38644"/>
                        <a:pt x="10082" y="31613"/>
                      </a:cubicBezTo>
                      <a:cubicBezTo>
                        <a:pt x="10082" y="24863"/>
                        <a:pt x="13270" y="20269"/>
                        <a:pt x="18051" y="2026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56" name="Freeform 3355">
                  <a:extLst>
                    <a:ext uri="{FF2B5EF4-FFF2-40B4-BE49-F238E27FC236}">
                      <a16:creationId xmlns:a16="http://schemas.microsoft.com/office/drawing/2014/main" id="{006C09DB-E39C-F6CB-9914-84BA45C29EA4}"/>
                    </a:ext>
                  </a:extLst>
                </p:cNvPr>
                <p:cNvSpPr/>
                <p:nvPr/>
              </p:nvSpPr>
              <p:spPr>
                <a:xfrm>
                  <a:off x="-3165799" y="4148567"/>
                  <a:ext cx="34875" cy="51845"/>
                </a:xfrm>
                <a:custGeom>
                  <a:avLst/>
                  <a:gdLst>
                    <a:gd name="csX0" fmla="*/ 10089 w 34875"/>
                    <a:gd name="csY0" fmla="*/ 768 h 51845"/>
                    <a:gd name="csX1" fmla="*/ 620 w 34875"/>
                    <a:gd name="csY1" fmla="*/ 768 h 51845"/>
                    <a:gd name="csX2" fmla="*/ 620 w 34875"/>
                    <a:gd name="csY2" fmla="*/ 52051 h 51845"/>
                    <a:gd name="csX3" fmla="*/ 10089 w 34875"/>
                    <a:gd name="csY3" fmla="*/ 52051 h 51845"/>
                    <a:gd name="csX4" fmla="*/ 10089 w 34875"/>
                    <a:gd name="csY4" fmla="*/ 33019 h 51845"/>
                    <a:gd name="csX5" fmla="*/ 20215 w 34875"/>
                    <a:gd name="csY5" fmla="*/ 38925 h 51845"/>
                    <a:gd name="csX6" fmla="*/ 35496 w 34875"/>
                    <a:gd name="csY6" fmla="*/ 19612 h 51845"/>
                    <a:gd name="csX7" fmla="*/ 31652 w 34875"/>
                    <a:gd name="csY7" fmla="*/ 5925 h 51845"/>
                    <a:gd name="csX8" fmla="*/ 20215 w 34875"/>
                    <a:gd name="csY8" fmla="*/ 206 h 51845"/>
                    <a:gd name="csX9" fmla="*/ 10089 w 34875"/>
                    <a:gd name="csY9" fmla="*/ 6206 h 51845"/>
                    <a:gd name="csX10" fmla="*/ 18058 w 34875"/>
                    <a:gd name="csY10" fmla="*/ 8081 h 51845"/>
                    <a:gd name="csX11" fmla="*/ 26027 w 34875"/>
                    <a:gd name="csY11" fmla="*/ 19706 h 51845"/>
                    <a:gd name="csX12" fmla="*/ 18058 w 34875"/>
                    <a:gd name="csY12" fmla="*/ 31050 h 51845"/>
                    <a:gd name="csX13" fmla="*/ 10089 w 34875"/>
                    <a:gd name="csY13" fmla="*/ 19612 h 51845"/>
                    <a:gd name="csX14" fmla="*/ 18058 w 34875"/>
                    <a:gd name="csY14" fmla="*/ 8081 h 518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4875" h="51845">
                      <a:moveTo>
                        <a:pt x="10089" y="768"/>
                      </a:moveTo>
                      <a:lnTo>
                        <a:pt x="620" y="768"/>
                      </a:lnTo>
                      <a:lnTo>
                        <a:pt x="620" y="52051"/>
                      </a:lnTo>
                      <a:lnTo>
                        <a:pt x="10089" y="52051"/>
                      </a:lnTo>
                      <a:lnTo>
                        <a:pt x="10089" y="33019"/>
                      </a:lnTo>
                      <a:cubicBezTo>
                        <a:pt x="12433" y="37050"/>
                        <a:pt x="15621" y="38925"/>
                        <a:pt x="20215" y="38925"/>
                      </a:cubicBezTo>
                      <a:cubicBezTo>
                        <a:pt x="29027" y="38925"/>
                        <a:pt x="35496" y="30675"/>
                        <a:pt x="35496" y="19612"/>
                      </a:cubicBezTo>
                      <a:cubicBezTo>
                        <a:pt x="35496" y="14456"/>
                        <a:pt x="34090" y="9300"/>
                        <a:pt x="31652" y="5925"/>
                      </a:cubicBezTo>
                      <a:cubicBezTo>
                        <a:pt x="29215" y="2456"/>
                        <a:pt x="24621" y="206"/>
                        <a:pt x="20215" y="206"/>
                      </a:cubicBezTo>
                      <a:cubicBezTo>
                        <a:pt x="15621" y="206"/>
                        <a:pt x="12433" y="2174"/>
                        <a:pt x="10089" y="6206"/>
                      </a:cubicBezTo>
                      <a:close/>
                      <a:moveTo>
                        <a:pt x="18058" y="8081"/>
                      </a:moveTo>
                      <a:cubicBezTo>
                        <a:pt x="22840" y="8081"/>
                        <a:pt x="26027" y="12675"/>
                        <a:pt x="26027" y="19706"/>
                      </a:cubicBezTo>
                      <a:cubicBezTo>
                        <a:pt x="26027" y="26456"/>
                        <a:pt x="22840" y="31050"/>
                        <a:pt x="18058" y="31050"/>
                      </a:cubicBezTo>
                      <a:cubicBezTo>
                        <a:pt x="13277" y="31050"/>
                        <a:pt x="10089" y="26456"/>
                        <a:pt x="10089" y="19612"/>
                      </a:cubicBezTo>
                      <a:cubicBezTo>
                        <a:pt x="10089" y="12675"/>
                        <a:pt x="13277" y="8081"/>
                        <a:pt x="18058" y="808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57" name="Freeform 3356">
                  <a:extLst>
                    <a:ext uri="{FF2B5EF4-FFF2-40B4-BE49-F238E27FC236}">
                      <a16:creationId xmlns:a16="http://schemas.microsoft.com/office/drawing/2014/main" id="{6EC98769-CE08-49E2-71B1-1F3D73F4631A}"/>
                    </a:ext>
                  </a:extLst>
                </p:cNvPr>
                <p:cNvSpPr/>
                <p:nvPr/>
              </p:nvSpPr>
              <p:spPr>
                <a:xfrm>
                  <a:off x="-3125579" y="4136660"/>
                  <a:ext cx="33000" cy="50626"/>
                </a:xfrm>
                <a:custGeom>
                  <a:avLst/>
                  <a:gdLst>
                    <a:gd name="csX0" fmla="*/ 32784 w 33000"/>
                    <a:gd name="csY0" fmla="*/ 12112 h 50626"/>
                    <a:gd name="csX1" fmla="*/ 30534 w 33000"/>
                    <a:gd name="csY1" fmla="*/ 5737 h 50626"/>
                    <a:gd name="csX2" fmla="*/ 18346 w 33000"/>
                    <a:gd name="csY2" fmla="*/ 206 h 50626"/>
                    <a:gd name="csX3" fmla="*/ 4659 w 33000"/>
                    <a:gd name="csY3" fmla="*/ 7706 h 50626"/>
                    <a:gd name="csX4" fmla="*/ 627 w 33000"/>
                    <a:gd name="csY4" fmla="*/ 26456 h 50626"/>
                    <a:gd name="csX5" fmla="*/ 4096 w 33000"/>
                    <a:gd name="csY5" fmla="*/ 43707 h 50626"/>
                    <a:gd name="csX6" fmla="*/ 17596 w 33000"/>
                    <a:gd name="csY6" fmla="*/ 50832 h 50626"/>
                    <a:gd name="csX7" fmla="*/ 33628 w 33000"/>
                    <a:gd name="csY7" fmla="*/ 33207 h 50626"/>
                    <a:gd name="csX8" fmla="*/ 19659 w 33000"/>
                    <a:gd name="csY8" fmla="*/ 17644 h 50626"/>
                    <a:gd name="csX9" fmla="*/ 10096 w 33000"/>
                    <a:gd name="csY9" fmla="*/ 21862 h 50626"/>
                    <a:gd name="csX10" fmla="*/ 10190 w 33000"/>
                    <a:gd name="csY10" fmla="*/ 20831 h 50626"/>
                    <a:gd name="csX11" fmla="*/ 11221 w 33000"/>
                    <a:gd name="csY11" fmla="*/ 13143 h 50626"/>
                    <a:gd name="csX12" fmla="*/ 18065 w 33000"/>
                    <a:gd name="csY12" fmla="*/ 7893 h 50626"/>
                    <a:gd name="csX13" fmla="*/ 23972 w 33000"/>
                    <a:gd name="csY13" fmla="*/ 12112 h 50626"/>
                    <a:gd name="csX14" fmla="*/ 17315 w 33000"/>
                    <a:gd name="csY14" fmla="*/ 25144 h 50626"/>
                    <a:gd name="csX15" fmla="*/ 24628 w 33000"/>
                    <a:gd name="csY15" fmla="*/ 33863 h 50626"/>
                    <a:gd name="csX16" fmla="*/ 17315 w 33000"/>
                    <a:gd name="csY16" fmla="*/ 42676 h 50626"/>
                    <a:gd name="csX17" fmla="*/ 10003 w 33000"/>
                    <a:gd name="csY17" fmla="*/ 34050 h 50626"/>
                    <a:gd name="csX18" fmla="*/ 17315 w 33000"/>
                    <a:gd name="csY18" fmla="*/ 25144 h 506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000" h="50626">
                      <a:moveTo>
                        <a:pt x="32784" y="12112"/>
                      </a:moveTo>
                      <a:cubicBezTo>
                        <a:pt x="32316" y="9018"/>
                        <a:pt x="31753" y="7518"/>
                        <a:pt x="30534" y="5737"/>
                      </a:cubicBezTo>
                      <a:cubicBezTo>
                        <a:pt x="28003" y="2268"/>
                        <a:pt x="23597" y="206"/>
                        <a:pt x="18346" y="206"/>
                      </a:cubicBezTo>
                      <a:cubicBezTo>
                        <a:pt x="12440" y="206"/>
                        <a:pt x="7565" y="2831"/>
                        <a:pt x="4659" y="7706"/>
                      </a:cubicBezTo>
                      <a:cubicBezTo>
                        <a:pt x="1752" y="12393"/>
                        <a:pt x="627" y="17737"/>
                        <a:pt x="627" y="26456"/>
                      </a:cubicBezTo>
                      <a:cubicBezTo>
                        <a:pt x="627" y="34707"/>
                        <a:pt x="1659" y="39863"/>
                        <a:pt x="4096" y="43707"/>
                      </a:cubicBezTo>
                      <a:cubicBezTo>
                        <a:pt x="6909" y="48113"/>
                        <a:pt x="11878" y="50832"/>
                        <a:pt x="17596" y="50832"/>
                      </a:cubicBezTo>
                      <a:cubicBezTo>
                        <a:pt x="27065" y="50832"/>
                        <a:pt x="33628" y="43707"/>
                        <a:pt x="33628" y="33207"/>
                      </a:cubicBezTo>
                      <a:cubicBezTo>
                        <a:pt x="33628" y="24019"/>
                        <a:pt x="27909" y="17644"/>
                        <a:pt x="19659" y="17644"/>
                      </a:cubicBezTo>
                      <a:cubicBezTo>
                        <a:pt x="15721" y="17644"/>
                        <a:pt x="13096" y="18769"/>
                        <a:pt x="10096" y="21862"/>
                      </a:cubicBezTo>
                      <a:lnTo>
                        <a:pt x="10190" y="20831"/>
                      </a:lnTo>
                      <a:cubicBezTo>
                        <a:pt x="10284" y="16425"/>
                        <a:pt x="10565" y="15019"/>
                        <a:pt x="11221" y="13143"/>
                      </a:cubicBezTo>
                      <a:cubicBezTo>
                        <a:pt x="12440" y="9675"/>
                        <a:pt x="14784" y="7893"/>
                        <a:pt x="18065" y="7893"/>
                      </a:cubicBezTo>
                      <a:cubicBezTo>
                        <a:pt x="21159" y="7893"/>
                        <a:pt x="22753" y="9112"/>
                        <a:pt x="23972" y="12112"/>
                      </a:cubicBezTo>
                      <a:close/>
                      <a:moveTo>
                        <a:pt x="17315" y="25144"/>
                      </a:moveTo>
                      <a:cubicBezTo>
                        <a:pt x="21722" y="25144"/>
                        <a:pt x="24628" y="28519"/>
                        <a:pt x="24628" y="33863"/>
                      </a:cubicBezTo>
                      <a:cubicBezTo>
                        <a:pt x="24628" y="38925"/>
                        <a:pt x="21440" y="42676"/>
                        <a:pt x="17315" y="42676"/>
                      </a:cubicBezTo>
                      <a:cubicBezTo>
                        <a:pt x="13003" y="42676"/>
                        <a:pt x="10003" y="39113"/>
                        <a:pt x="10003" y="34050"/>
                      </a:cubicBezTo>
                      <a:cubicBezTo>
                        <a:pt x="10003" y="28800"/>
                        <a:pt x="13003" y="25144"/>
                        <a:pt x="17315" y="25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58" name="Freeform 3357">
                <a:extLst>
                  <a:ext uri="{FF2B5EF4-FFF2-40B4-BE49-F238E27FC236}">
                    <a16:creationId xmlns:a16="http://schemas.microsoft.com/office/drawing/2014/main" id="{5AFCF277-E3B1-6A79-8010-53D91FFB74C9}"/>
                  </a:ext>
                </a:extLst>
              </p:cNvPr>
              <p:cNvSpPr/>
              <p:nvPr/>
            </p:nvSpPr>
            <p:spPr>
              <a:xfrm>
                <a:off x="2409306" y="1983178"/>
                <a:ext cx="223482" cy="120354"/>
              </a:xfrm>
              <a:custGeom>
                <a:avLst/>
                <a:gdLst>
                  <a:gd name="csX0" fmla="*/ 223483 w 223482"/>
                  <a:gd name="csY0" fmla="*/ 60189 h 120354"/>
                  <a:gd name="csX1" fmla="*/ 223412 w 223482"/>
                  <a:gd name="csY1" fmla="*/ 58080 h 120354"/>
                  <a:gd name="csX2" fmla="*/ 223225 w 223482"/>
                  <a:gd name="csY2" fmla="*/ 55970 h 120354"/>
                  <a:gd name="csX3" fmla="*/ 222873 w 223482"/>
                  <a:gd name="csY3" fmla="*/ 53861 h 120354"/>
                  <a:gd name="csX4" fmla="*/ 222381 w 223482"/>
                  <a:gd name="csY4" fmla="*/ 51751 h 120354"/>
                  <a:gd name="csX5" fmla="*/ 221772 w 223482"/>
                  <a:gd name="csY5" fmla="*/ 49665 h 120354"/>
                  <a:gd name="csX6" fmla="*/ 221022 w 223482"/>
                  <a:gd name="csY6" fmla="*/ 47603 h 120354"/>
                  <a:gd name="csX7" fmla="*/ 220131 w 223482"/>
                  <a:gd name="csY7" fmla="*/ 45540 h 120354"/>
                  <a:gd name="csX8" fmla="*/ 219123 w 223482"/>
                  <a:gd name="csY8" fmla="*/ 43501 h 120354"/>
                  <a:gd name="csX9" fmla="*/ 217951 w 223482"/>
                  <a:gd name="csY9" fmla="*/ 41485 h 120354"/>
                  <a:gd name="csX10" fmla="*/ 216686 w 223482"/>
                  <a:gd name="csY10" fmla="*/ 39493 h 120354"/>
                  <a:gd name="csX11" fmla="*/ 215256 w 223482"/>
                  <a:gd name="csY11" fmla="*/ 37524 h 120354"/>
                  <a:gd name="csX12" fmla="*/ 213732 w 223482"/>
                  <a:gd name="csY12" fmla="*/ 35579 h 120354"/>
                  <a:gd name="csX13" fmla="*/ 212045 w 223482"/>
                  <a:gd name="csY13" fmla="*/ 33657 h 120354"/>
                  <a:gd name="csX14" fmla="*/ 210263 w 223482"/>
                  <a:gd name="csY14" fmla="*/ 31782 h 120354"/>
                  <a:gd name="csX15" fmla="*/ 208365 w 223482"/>
                  <a:gd name="csY15" fmla="*/ 29930 h 120354"/>
                  <a:gd name="csX16" fmla="*/ 206326 w 223482"/>
                  <a:gd name="csY16" fmla="*/ 28126 h 120354"/>
                  <a:gd name="csX17" fmla="*/ 204170 w 223482"/>
                  <a:gd name="csY17" fmla="*/ 26368 h 120354"/>
                  <a:gd name="csX18" fmla="*/ 201920 w 223482"/>
                  <a:gd name="csY18" fmla="*/ 24633 h 120354"/>
                  <a:gd name="csX19" fmla="*/ 199552 w 223482"/>
                  <a:gd name="csY19" fmla="*/ 22969 h 120354"/>
                  <a:gd name="csX20" fmla="*/ 197068 w 223482"/>
                  <a:gd name="csY20" fmla="*/ 21329 h 120354"/>
                  <a:gd name="csX21" fmla="*/ 194490 w 223482"/>
                  <a:gd name="csY21" fmla="*/ 19735 h 120354"/>
                  <a:gd name="csX22" fmla="*/ 191794 w 223482"/>
                  <a:gd name="csY22" fmla="*/ 18188 h 120354"/>
                  <a:gd name="csX23" fmla="*/ 189005 w 223482"/>
                  <a:gd name="csY23" fmla="*/ 16711 h 120354"/>
                  <a:gd name="csX24" fmla="*/ 186122 w 223482"/>
                  <a:gd name="csY24" fmla="*/ 15282 h 120354"/>
                  <a:gd name="csX25" fmla="*/ 183146 w 223482"/>
                  <a:gd name="csY25" fmla="*/ 13899 h 120354"/>
                  <a:gd name="csX26" fmla="*/ 180099 w 223482"/>
                  <a:gd name="csY26" fmla="*/ 12586 h 120354"/>
                  <a:gd name="csX27" fmla="*/ 176958 w 223482"/>
                  <a:gd name="csY27" fmla="*/ 11321 h 120354"/>
                  <a:gd name="csX28" fmla="*/ 173723 w 223482"/>
                  <a:gd name="csY28" fmla="*/ 10102 h 120354"/>
                  <a:gd name="csX29" fmla="*/ 170419 w 223482"/>
                  <a:gd name="csY29" fmla="*/ 8977 h 120354"/>
                  <a:gd name="csX30" fmla="*/ 167044 w 223482"/>
                  <a:gd name="csY30" fmla="*/ 7899 h 120354"/>
                  <a:gd name="csX31" fmla="*/ 163598 w 223482"/>
                  <a:gd name="csY31" fmla="*/ 6891 h 120354"/>
                  <a:gd name="csX32" fmla="*/ 160106 w 223482"/>
                  <a:gd name="csY32" fmla="*/ 5930 h 120354"/>
                  <a:gd name="csX33" fmla="*/ 156543 w 223482"/>
                  <a:gd name="csY33" fmla="*/ 5063 h 120354"/>
                  <a:gd name="csX34" fmla="*/ 152910 w 223482"/>
                  <a:gd name="csY34" fmla="*/ 4242 h 120354"/>
                  <a:gd name="csX35" fmla="*/ 149231 w 223482"/>
                  <a:gd name="csY35" fmla="*/ 3492 h 120354"/>
                  <a:gd name="csX36" fmla="*/ 145527 w 223482"/>
                  <a:gd name="csY36" fmla="*/ 2813 h 120354"/>
                  <a:gd name="csX37" fmla="*/ 141754 w 223482"/>
                  <a:gd name="csY37" fmla="*/ 2227 h 120354"/>
                  <a:gd name="csX38" fmla="*/ 137980 w 223482"/>
                  <a:gd name="csY38" fmla="*/ 1688 h 120354"/>
                  <a:gd name="csX39" fmla="*/ 134136 w 223482"/>
                  <a:gd name="csY39" fmla="*/ 1219 h 120354"/>
                  <a:gd name="csX40" fmla="*/ 130293 w 223482"/>
                  <a:gd name="csY40" fmla="*/ 844 h 120354"/>
                  <a:gd name="csX41" fmla="*/ 126402 w 223482"/>
                  <a:gd name="csY41" fmla="*/ 539 h 120354"/>
                  <a:gd name="csX42" fmla="*/ 122511 w 223482"/>
                  <a:gd name="csY42" fmla="*/ 281 h 120354"/>
                  <a:gd name="csX43" fmla="*/ 118597 w 223482"/>
                  <a:gd name="csY43" fmla="*/ 117 h 120354"/>
                  <a:gd name="csX44" fmla="*/ 114683 w 223482"/>
                  <a:gd name="csY44" fmla="*/ 23 h 120354"/>
                  <a:gd name="csX45" fmla="*/ 110769 w 223482"/>
                  <a:gd name="csY45" fmla="*/ 0 h 120354"/>
                  <a:gd name="csX46" fmla="*/ 106831 w 223482"/>
                  <a:gd name="csY46" fmla="*/ 70 h 120354"/>
                  <a:gd name="csX47" fmla="*/ 102917 w 223482"/>
                  <a:gd name="csY47" fmla="*/ 188 h 120354"/>
                  <a:gd name="csX48" fmla="*/ 99026 w 223482"/>
                  <a:gd name="csY48" fmla="*/ 398 h 120354"/>
                  <a:gd name="csX49" fmla="*/ 95135 w 223482"/>
                  <a:gd name="csY49" fmla="*/ 680 h 120354"/>
                  <a:gd name="csX50" fmla="*/ 91268 w 223482"/>
                  <a:gd name="csY50" fmla="*/ 1031 h 120354"/>
                  <a:gd name="csX51" fmla="*/ 87424 w 223482"/>
                  <a:gd name="csY51" fmla="*/ 1453 h 120354"/>
                  <a:gd name="csX52" fmla="*/ 83604 w 223482"/>
                  <a:gd name="csY52" fmla="*/ 1945 h 120354"/>
                  <a:gd name="csX53" fmla="*/ 79830 w 223482"/>
                  <a:gd name="csY53" fmla="*/ 2508 h 120354"/>
                  <a:gd name="csX54" fmla="*/ 76080 w 223482"/>
                  <a:gd name="csY54" fmla="*/ 3141 h 120354"/>
                  <a:gd name="csX55" fmla="*/ 72400 w 223482"/>
                  <a:gd name="csY55" fmla="*/ 3867 h 120354"/>
                  <a:gd name="csX56" fmla="*/ 68744 w 223482"/>
                  <a:gd name="csY56" fmla="*/ 4641 h 120354"/>
                  <a:gd name="csX57" fmla="*/ 65158 w 223482"/>
                  <a:gd name="csY57" fmla="*/ 5485 h 120354"/>
                  <a:gd name="csX58" fmla="*/ 61619 w 223482"/>
                  <a:gd name="csY58" fmla="*/ 6399 h 120354"/>
                  <a:gd name="csX59" fmla="*/ 58150 w 223482"/>
                  <a:gd name="csY59" fmla="*/ 7383 h 120354"/>
                  <a:gd name="csX60" fmla="*/ 54728 w 223482"/>
                  <a:gd name="csY60" fmla="*/ 8414 h 120354"/>
                  <a:gd name="csX61" fmla="*/ 51400 w 223482"/>
                  <a:gd name="csY61" fmla="*/ 9539 h 120354"/>
                  <a:gd name="csX62" fmla="*/ 48142 w 223482"/>
                  <a:gd name="csY62" fmla="*/ 10711 h 120354"/>
                  <a:gd name="csX63" fmla="*/ 44954 w 223482"/>
                  <a:gd name="csY63" fmla="*/ 11930 h 120354"/>
                  <a:gd name="csX64" fmla="*/ 41837 w 223482"/>
                  <a:gd name="csY64" fmla="*/ 13219 h 120354"/>
                  <a:gd name="csX65" fmla="*/ 38837 w 223482"/>
                  <a:gd name="csY65" fmla="*/ 14579 h 120354"/>
                  <a:gd name="csX66" fmla="*/ 35907 w 223482"/>
                  <a:gd name="csY66" fmla="*/ 15985 h 120354"/>
                  <a:gd name="csX67" fmla="*/ 33071 w 223482"/>
                  <a:gd name="csY67" fmla="*/ 17438 h 120354"/>
                  <a:gd name="csX68" fmla="*/ 30329 w 223482"/>
                  <a:gd name="csY68" fmla="*/ 18961 h 120354"/>
                  <a:gd name="csX69" fmla="*/ 27704 w 223482"/>
                  <a:gd name="csY69" fmla="*/ 20532 h 120354"/>
                  <a:gd name="csX70" fmla="*/ 25173 w 223482"/>
                  <a:gd name="csY70" fmla="*/ 22126 h 120354"/>
                  <a:gd name="csX71" fmla="*/ 22735 w 223482"/>
                  <a:gd name="csY71" fmla="*/ 23790 h 120354"/>
                  <a:gd name="csX72" fmla="*/ 20415 w 223482"/>
                  <a:gd name="csY72" fmla="*/ 25501 h 120354"/>
                  <a:gd name="csX73" fmla="*/ 18211 w 223482"/>
                  <a:gd name="csY73" fmla="*/ 27235 h 120354"/>
                  <a:gd name="csX74" fmla="*/ 16125 w 223482"/>
                  <a:gd name="csY74" fmla="*/ 29040 h 120354"/>
                  <a:gd name="csX75" fmla="*/ 14157 w 223482"/>
                  <a:gd name="csY75" fmla="*/ 30868 h 120354"/>
                  <a:gd name="csX76" fmla="*/ 12305 w 223482"/>
                  <a:gd name="csY76" fmla="*/ 32720 h 120354"/>
                  <a:gd name="csX77" fmla="*/ 10571 w 223482"/>
                  <a:gd name="csY77" fmla="*/ 34618 h 120354"/>
                  <a:gd name="csX78" fmla="*/ 8977 w 223482"/>
                  <a:gd name="csY78" fmla="*/ 36540 h 120354"/>
                  <a:gd name="csX79" fmla="*/ 7500 w 223482"/>
                  <a:gd name="csY79" fmla="*/ 38509 h 120354"/>
                  <a:gd name="csX80" fmla="*/ 6141 w 223482"/>
                  <a:gd name="csY80" fmla="*/ 40478 h 120354"/>
                  <a:gd name="csX81" fmla="*/ 4922 w 223482"/>
                  <a:gd name="csY81" fmla="*/ 42493 h 120354"/>
                  <a:gd name="csX82" fmla="*/ 3844 w 223482"/>
                  <a:gd name="csY82" fmla="*/ 44532 h 120354"/>
                  <a:gd name="csX83" fmla="*/ 2883 w 223482"/>
                  <a:gd name="csY83" fmla="*/ 46572 h 120354"/>
                  <a:gd name="csX84" fmla="*/ 2063 w 223482"/>
                  <a:gd name="csY84" fmla="*/ 48634 h 120354"/>
                  <a:gd name="csX85" fmla="*/ 1383 w 223482"/>
                  <a:gd name="csY85" fmla="*/ 50720 h 120354"/>
                  <a:gd name="csX86" fmla="*/ 820 w 223482"/>
                  <a:gd name="csY86" fmla="*/ 52806 h 120354"/>
                  <a:gd name="csX87" fmla="*/ 422 w 223482"/>
                  <a:gd name="csY87" fmla="*/ 54916 h 120354"/>
                  <a:gd name="csX88" fmla="*/ 141 w 223482"/>
                  <a:gd name="csY88" fmla="*/ 57025 h 120354"/>
                  <a:gd name="csX89" fmla="*/ 0 w 223482"/>
                  <a:gd name="csY89" fmla="*/ 59134 h 120354"/>
                  <a:gd name="csX90" fmla="*/ 0 w 223482"/>
                  <a:gd name="csY90" fmla="*/ 61244 h 120354"/>
                  <a:gd name="csX91" fmla="*/ 141 w 223482"/>
                  <a:gd name="csY91" fmla="*/ 63353 h 120354"/>
                  <a:gd name="csX92" fmla="*/ 422 w 223482"/>
                  <a:gd name="csY92" fmla="*/ 65463 h 120354"/>
                  <a:gd name="csX93" fmla="*/ 820 w 223482"/>
                  <a:gd name="csY93" fmla="*/ 67549 h 120354"/>
                  <a:gd name="csX94" fmla="*/ 1383 w 223482"/>
                  <a:gd name="csY94" fmla="*/ 69635 h 120354"/>
                  <a:gd name="csX95" fmla="*/ 2063 w 223482"/>
                  <a:gd name="csY95" fmla="*/ 71721 h 120354"/>
                  <a:gd name="csX96" fmla="*/ 2883 w 223482"/>
                  <a:gd name="csY96" fmla="*/ 73783 h 120354"/>
                  <a:gd name="csX97" fmla="*/ 3844 w 223482"/>
                  <a:gd name="csY97" fmla="*/ 75846 h 120354"/>
                  <a:gd name="csX98" fmla="*/ 4922 w 223482"/>
                  <a:gd name="csY98" fmla="*/ 77861 h 120354"/>
                  <a:gd name="csX99" fmla="*/ 6141 w 223482"/>
                  <a:gd name="csY99" fmla="*/ 79877 h 120354"/>
                  <a:gd name="csX100" fmla="*/ 7500 w 223482"/>
                  <a:gd name="csY100" fmla="*/ 81869 h 120354"/>
                  <a:gd name="csX101" fmla="*/ 8977 w 223482"/>
                  <a:gd name="csY101" fmla="*/ 83815 h 120354"/>
                  <a:gd name="csX102" fmla="*/ 10571 w 223482"/>
                  <a:gd name="csY102" fmla="*/ 85737 h 120354"/>
                  <a:gd name="csX103" fmla="*/ 12305 w 223482"/>
                  <a:gd name="csY103" fmla="*/ 87635 h 120354"/>
                  <a:gd name="csX104" fmla="*/ 14157 w 223482"/>
                  <a:gd name="csY104" fmla="*/ 89510 h 120354"/>
                  <a:gd name="csX105" fmla="*/ 16125 w 223482"/>
                  <a:gd name="csY105" fmla="*/ 91338 h 120354"/>
                  <a:gd name="csX106" fmla="*/ 18211 w 223482"/>
                  <a:gd name="csY106" fmla="*/ 93120 h 120354"/>
                  <a:gd name="csX107" fmla="*/ 20415 w 223482"/>
                  <a:gd name="csY107" fmla="*/ 94854 h 120354"/>
                  <a:gd name="csX108" fmla="*/ 22735 w 223482"/>
                  <a:gd name="csY108" fmla="*/ 96565 h 120354"/>
                  <a:gd name="csX109" fmla="*/ 25173 w 223482"/>
                  <a:gd name="csY109" fmla="*/ 98229 h 120354"/>
                  <a:gd name="csX110" fmla="*/ 27704 w 223482"/>
                  <a:gd name="csY110" fmla="*/ 99846 h 120354"/>
                  <a:gd name="csX111" fmla="*/ 30329 w 223482"/>
                  <a:gd name="csY111" fmla="*/ 101393 h 120354"/>
                  <a:gd name="csX112" fmla="*/ 33071 w 223482"/>
                  <a:gd name="csY112" fmla="*/ 102917 h 120354"/>
                  <a:gd name="csX113" fmla="*/ 35907 w 223482"/>
                  <a:gd name="csY113" fmla="*/ 104370 h 120354"/>
                  <a:gd name="csX114" fmla="*/ 38837 w 223482"/>
                  <a:gd name="csY114" fmla="*/ 105776 h 120354"/>
                  <a:gd name="csX115" fmla="*/ 41837 w 223482"/>
                  <a:gd name="csY115" fmla="*/ 107136 h 120354"/>
                  <a:gd name="csX116" fmla="*/ 44954 w 223482"/>
                  <a:gd name="csY116" fmla="*/ 108425 h 120354"/>
                  <a:gd name="csX117" fmla="*/ 48142 w 223482"/>
                  <a:gd name="csY117" fmla="*/ 109667 h 120354"/>
                  <a:gd name="csX118" fmla="*/ 51400 w 223482"/>
                  <a:gd name="csY118" fmla="*/ 110839 h 120354"/>
                  <a:gd name="csX119" fmla="*/ 54728 w 223482"/>
                  <a:gd name="csY119" fmla="*/ 111941 h 120354"/>
                  <a:gd name="csX120" fmla="*/ 58150 w 223482"/>
                  <a:gd name="csY120" fmla="*/ 112972 h 120354"/>
                  <a:gd name="csX121" fmla="*/ 61619 w 223482"/>
                  <a:gd name="csY121" fmla="*/ 113956 h 120354"/>
                  <a:gd name="csX122" fmla="*/ 65158 w 223482"/>
                  <a:gd name="csY122" fmla="*/ 114870 h 120354"/>
                  <a:gd name="csX123" fmla="*/ 68744 w 223482"/>
                  <a:gd name="csY123" fmla="*/ 115714 h 120354"/>
                  <a:gd name="csX124" fmla="*/ 72400 w 223482"/>
                  <a:gd name="csY124" fmla="*/ 116511 h 120354"/>
                  <a:gd name="csX125" fmla="*/ 76080 w 223482"/>
                  <a:gd name="csY125" fmla="*/ 117214 h 120354"/>
                  <a:gd name="csX126" fmla="*/ 79830 w 223482"/>
                  <a:gd name="csY126" fmla="*/ 117847 h 120354"/>
                  <a:gd name="csX127" fmla="*/ 83604 w 223482"/>
                  <a:gd name="csY127" fmla="*/ 118409 h 120354"/>
                  <a:gd name="csX128" fmla="*/ 87424 w 223482"/>
                  <a:gd name="csY128" fmla="*/ 118902 h 120354"/>
                  <a:gd name="csX129" fmla="*/ 91268 w 223482"/>
                  <a:gd name="csY129" fmla="*/ 119324 h 120354"/>
                  <a:gd name="csX130" fmla="*/ 95135 w 223482"/>
                  <a:gd name="csY130" fmla="*/ 119675 h 120354"/>
                  <a:gd name="csX131" fmla="*/ 99026 w 223482"/>
                  <a:gd name="csY131" fmla="*/ 119956 h 120354"/>
                  <a:gd name="csX132" fmla="*/ 102917 w 223482"/>
                  <a:gd name="csY132" fmla="*/ 120167 h 120354"/>
                  <a:gd name="csX133" fmla="*/ 106831 w 223482"/>
                  <a:gd name="csY133" fmla="*/ 120284 h 120354"/>
                  <a:gd name="csX134" fmla="*/ 110769 w 223482"/>
                  <a:gd name="csY134" fmla="*/ 120355 h 120354"/>
                  <a:gd name="csX135" fmla="*/ 114683 w 223482"/>
                  <a:gd name="csY135" fmla="*/ 120331 h 120354"/>
                  <a:gd name="csX136" fmla="*/ 118597 w 223482"/>
                  <a:gd name="csY136" fmla="*/ 120238 h 120354"/>
                  <a:gd name="csX137" fmla="*/ 122511 w 223482"/>
                  <a:gd name="csY137" fmla="*/ 120074 h 120354"/>
                  <a:gd name="csX138" fmla="*/ 126402 w 223482"/>
                  <a:gd name="csY138" fmla="*/ 119839 h 120354"/>
                  <a:gd name="csX139" fmla="*/ 130293 w 223482"/>
                  <a:gd name="csY139" fmla="*/ 119511 h 120354"/>
                  <a:gd name="csX140" fmla="*/ 134136 w 223482"/>
                  <a:gd name="csY140" fmla="*/ 119136 h 120354"/>
                  <a:gd name="csX141" fmla="*/ 137980 w 223482"/>
                  <a:gd name="csY141" fmla="*/ 118667 h 120354"/>
                  <a:gd name="csX142" fmla="*/ 141754 w 223482"/>
                  <a:gd name="csY142" fmla="*/ 118152 h 120354"/>
                  <a:gd name="csX143" fmla="*/ 145527 w 223482"/>
                  <a:gd name="csY143" fmla="*/ 117542 h 120354"/>
                  <a:gd name="csX144" fmla="*/ 149231 w 223482"/>
                  <a:gd name="csY144" fmla="*/ 116863 h 120354"/>
                  <a:gd name="csX145" fmla="*/ 152910 w 223482"/>
                  <a:gd name="csY145" fmla="*/ 116113 h 120354"/>
                  <a:gd name="csX146" fmla="*/ 156543 w 223482"/>
                  <a:gd name="csY146" fmla="*/ 115316 h 120354"/>
                  <a:gd name="csX147" fmla="*/ 160106 w 223482"/>
                  <a:gd name="csY147" fmla="*/ 114425 h 120354"/>
                  <a:gd name="csX148" fmla="*/ 163598 w 223482"/>
                  <a:gd name="csY148" fmla="*/ 113487 h 120354"/>
                  <a:gd name="csX149" fmla="*/ 167044 w 223482"/>
                  <a:gd name="csY149" fmla="*/ 112456 h 120354"/>
                  <a:gd name="csX150" fmla="*/ 170419 w 223482"/>
                  <a:gd name="csY150" fmla="*/ 111401 h 120354"/>
                  <a:gd name="csX151" fmla="*/ 173723 w 223482"/>
                  <a:gd name="csY151" fmla="*/ 110253 h 120354"/>
                  <a:gd name="csX152" fmla="*/ 176958 w 223482"/>
                  <a:gd name="csY152" fmla="*/ 109058 h 120354"/>
                  <a:gd name="csX153" fmla="*/ 180099 w 223482"/>
                  <a:gd name="csY153" fmla="*/ 107792 h 120354"/>
                  <a:gd name="csX154" fmla="*/ 183146 w 223482"/>
                  <a:gd name="csY154" fmla="*/ 106456 h 120354"/>
                  <a:gd name="csX155" fmla="*/ 186122 w 223482"/>
                  <a:gd name="csY155" fmla="*/ 105097 h 120354"/>
                  <a:gd name="csX156" fmla="*/ 189005 w 223482"/>
                  <a:gd name="csY156" fmla="*/ 103643 h 120354"/>
                  <a:gd name="csX157" fmla="*/ 191794 w 223482"/>
                  <a:gd name="csY157" fmla="*/ 102167 h 120354"/>
                  <a:gd name="csX158" fmla="*/ 194490 w 223482"/>
                  <a:gd name="csY158" fmla="*/ 100620 h 120354"/>
                  <a:gd name="csX159" fmla="*/ 197068 w 223482"/>
                  <a:gd name="csY159" fmla="*/ 99050 h 120354"/>
                  <a:gd name="csX160" fmla="*/ 199552 w 223482"/>
                  <a:gd name="csY160" fmla="*/ 97409 h 120354"/>
                  <a:gd name="csX161" fmla="*/ 201920 w 223482"/>
                  <a:gd name="csY161" fmla="*/ 95721 h 120354"/>
                  <a:gd name="csX162" fmla="*/ 204170 w 223482"/>
                  <a:gd name="csY162" fmla="*/ 93987 h 120354"/>
                  <a:gd name="csX163" fmla="*/ 206326 w 223482"/>
                  <a:gd name="csY163" fmla="*/ 92229 h 120354"/>
                  <a:gd name="csX164" fmla="*/ 208365 w 223482"/>
                  <a:gd name="csY164" fmla="*/ 90424 h 120354"/>
                  <a:gd name="csX165" fmla="*/ 210263 w 223482"/>
                  <a:gd name="csY165" fmla="*/ 88573 h 120354"/>
                  <a:gd name="csX166" fmla="*/ 212045 w 223482"/>
                  <a:gd name="csY166" fmla="*/ 86698 h 120354"/>
                  <a:gd name="csX167" fmla="*/ 213732 w 223482"/>
                  <a:gd name="csY167" fmla="*/ 84776 h 120354"/>
                  <a:gd name="csX168" fmla="*/ 215256 w 223482"/>
                  <a:gd name="csY168" fmla="*/ 82830 h 120354"/>
                  <a:gd name="csX169" fmla="*/ 216686 w 223482"/>
                  <a:gd name="csY169" fmla="*/ 80862 h 120354"/>
                  <a:gd name="csX170" fmla="*/ 217951 w 223482"/>
                  <a:gd name="csY170" fmla="*/ 78869 h 120354"/>
                  <a:gd name="csX171" fmla="*/ 219123 w 223482"/>
                  <a:gd name="csY171" fmla="*/ 76854 h 120354"/>
                  <a:gd name="csX172" fmla="*/ 220131 w 223482"/>
                  <a:gd name="csY172" fmla="*/ 74815 h 120354"/>
                  <a:gd name="csX173" fmla="*/ 221022 w 223482"/>
                  <a:gd name="csY173" fmla="*/ 72752 h 120354"/>
                  <a:gd name="csX174" fmla="*/ 221772 w 223482"/>
                  <a:gd name="csY174" fmla="*/ 70689 h 120354"/>
                  <a:gd name="csX175" fmla="*/ 222381 w 223482"/>
                  <a:gd name="csY175" fmla="*/ 68603 h 120354"/>
                  <a:gd name="csX176" fmla="*/ 222873 w 223482"/>
                  <a:gd name="csY176" fmla="*/ 66517 h 120354"/>
                  <a:gd name="csX177" fmla="*/ 223225 w 223482"/>
                  <a:gd name="csY177" fmla="*/ 64408 h 120354"/>
                  <a:gd name="csX178" fmla="*/ 223412 w 223482"/>
                  <a:gd name="csY178" fmla="*/ 62299 h 120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54">
                    <a:moveTo>
                      <a:pt x="223483" y="60189"/>
                    </a:moveTo>
                    <a:lnTo>
                      <a:pt x="223412" y="58080"/>
                    </a:lnTo>
                    <a:lnTo>
                      <a:pt x="223225" y="55970"/>
                    </a:lnTo>
                    <a:lnTo>
                      <a:pt x="222873" y="53861"/>
                    </a:lnTo>
                    <a:lnTo>
                      <a:pt x="222381" y="51751"/>
                    </a:lnTo>
                    <a:lnTo>
                      <a:pt x="221772" y="49665"/>
                    </a:lnTo>
                    <a:lnTo>
                      <a:pt x="221022" y="47603"/>
                    </a:lnTo>
                    <a:lnTo>
                      <a:pt x="220131" y="45540"/>
                    </a:lnTo>
                    <a:lnTo>
                      <a:pt x="219123" y="43501"/>
                    </a:lnTo>
                    <a:lnTo>
                      <a:pt x="217951" y="41485"/>
                    </a:lnTo>
                    <a:lnTo>
                      <a:pt x="216686" y="39493"/>
                    </a:lnTo>
                    <a:lnTo>
                      <a:pt x="215256" y="37524"/>
                    </a:lnTo>
                    <a:lnTo>
                      <a:pt x="213732" y="35579"/>
                    </a:lnTo>
                    <a:lnTo>
                      <a:pt x="212045" y="33657"/>
                    </a:lnTo>
                    <a:lnTo>
                      <a:pt x="210263" y="31782"/>
                    </a:lnTo>
                    <a:lnTo>
                      <a:pt x="208365" y="29930"/>
                    </a:lnTo>
                    <a:lnTo>
                      <a:pt x="206326" y="28126"/>
                    </a:lnTo>
                    <a:lnTo>
                      <a:pt x="204170" y="26368"/>
                    </a:lnTo>
                    <a:lnTo>
                      <a:pt x="201920" y="24633"/>
                    </a:lnTo>
                    <a:lnTo>
                      <a:pt x="199552" y="22969"/>
                    </a:lnTo>
                    <a:lnTo>
                      <a:pt x="197068" y="21329"/>
                    </a:lnTo>
                    <a:lnTo>
                      <a:pt x="194490" y="19735"/>
                    </a:lnTo>
                    <a:lnTo>
                      <a:pt x="191794" y="18188"/>
                    </a:lnTo>
                    <a:lnTo>
                      <a:pt x="189005" y="16711"/>
                    </a:lnTo>
                    <a:lnTo>
                      <a:pt x="186122" y="15282"/>
                    </a:lnTo>
                    <a:lnTo>
                      <a:pt x="183146" y="13899"/>
                    </a:lnTo>
                    <a:lnTo>
                      <a:pt x="180099" y="12586"/>
                    </a:lnTo>
                    <a:lnTo>
                      <a:pt x="176958" y="11321"/>
                    </a:lnTo>
                    <a:lnTo>
                      <a:pt x="173723" y="10102"/>
                    </a:lnTo>
                    <a:lnTo>
                      <a:pt x="170419" y="8977"/>
                    </a:lnTo>
                    <a:lnTo>
                      <a:pt x="167044" y="7899"/>
                    </a:lnTo>
                    <a:lnTo>
                      <a:pt x="163598" y="6891"/>
                    </a:lnTo>
                    <a:lnTo>
                      <a:pt x="160106" y="5930"/>
                    </a:lnTo>
                    <a:lnTo>
                      <a:pt x="156543" y="5063"/>
                    </a:lnTo>
                    <a:lnTo>
                      <a:pt x="152910" y="4242"/>
                    </a:lnTo>
                    <a:lnTo>
                      <a:pt x="149231" y="3492"/>
                    </a:lnTo>
                    <a:lnTo>
                      <a:pt x="145527" y="2813"/>
                    </a:lnTo>
                    <a:lnTo>
                      <a:pt x="141754" y="2227"/>
                    </a:lnTo>
                    <a:lnTo>
                      <a:pt x="137980" y="1688"/>
                    </a:lnTo>
                    <a:lnTo>
                      <a:pt x="134136" y="1219"/>
                    </a:lnTo>
                    <a:lnTo>
                      <a:pt x="130293" y="844"/>
                    </a:lnTo>
                    <a:lnTo>
                      <a:pt x="126402" y="539"/>
                    </a:lnTo>
                    <a:lnTo>
                      <a:pt x="122511" y="281"/>
                    </a:lnTo>
                    <a:lnTo>
                      <a:pt x="118597" y="117"/>
                    </a:lnTo>
                    <a:lnTo>
                      <a:pt x="114683" y="23"/>
                    </a:lnTo>
                    <a:lnTo>
                      <a:pt x="110769" y="0"/>
                    </a:lnTo>
                    <a:lnTo>
                      <a:pt x="106831" y="70"/>
                    </a:lnTo>
                    <a:lnTo>
                      <a:pt x="102917" y="188"/>
                    </a:lnTo>
                    <a:lnTo>
                      <a:pt x="99026" y="398"/>
                    </a:lnTo>
                    <a:lnTo>
                      <a:pt x="95135" y="680"/>
                    </a:lnTo>
                    <a:lnTo>
                      <a:pt x="91268" y="1031"/>
                    </a:lnTo>
                    <a:lnTo>
                      <a:pt x="87424" y="1453"/>
                    </a:lnTo>
                    <a:lnTo>
                      <a:pt x="83604" y="1945"/>
                    </a:lnTo>
                    <a:lnTo>
                      <a:pt x="79830" y="2508"/>
                    </a:lnTo>
                    <a:lnTo>
                      <a:pt x="76080" y="3141"/>
                    </a:lnTo>
                    <a:lnTo>
                      <a:pt x="72400" y="3867"/>
                    </a:lnTo>
                    <a:lnTo>
                      <a:pt x="68744" y="4641"/>
                    </a:lnTo>
                    <a:lnTo>
                      <a:pt x="65158" y="5485"/>
                    </a:lnTo>
                    <a:lnTo>
                      <a:pt x="61619" y="6399"/>
                    </a:lnTo>
                    <a:lnTo>
                      <a:pt x="58150" y="7383"/>
                    </a:lnTo>
                    <a:lnTo>
                      <a:pt x="54728" y="8414"/>
                    </a:lnTo>
                    <a:lnTo>
                      <a:pt x="51400" y="9539"/>
                    </a:lnTo>
                    <a:lnTo>
                      <a:pt x="48142" y="10711"/>
                    </a:lnTo>
                    <a:lnTo>
                      <a:pt x="44954" y="11930"/>
                    </a:lnTo>
                    <a:lnTo>
                      <a:pt x="41837" y="13219"/>
                    </a:lnTo>
                    <a:lnTo>
                      <a:pt x="38837" y="14579"/>
                    </a:lnTo>
                    <a:lnTo>
                      <a:pt x="35907" y="15985"/>
                    </a:lnTo>
                    <a:lnTo>
                      <a:pt x="33071" y="17438"/>
                    </a:lnTo>
                    <a:lnTo>
                      <a:pt x="30329" y="18961"/>
                    </a:lnTo>
                    <a:lnTo>
                      <a:pt x="27704" y="20532"/>
                    </a:lnTo>
                    <a:lnTo>
                      <a:pt x="25173" y="22126"/>
                    </a:lnTo>
                    <a:lnTo>
                      <a:pt x="22735" y="23790"/>
                    </a:lnTo>
                    <a:lnTo>
                      <a:pt x="20415" y="25501"/>
                    </a:lnTo>
                    <a:lnTo>
                      <a:pt x="18211" y="27235"/>
                    </a:lnTo>
                    <a:lnTo>
                      <a:pt x="16125" y="29040"/>
                    </a:lnTo>
                    <a:lnTo>
                      <a:pt x="14157" y="30868"/>
                    </a:lnTo>
                    <a:lnTo>
                      <a:pt x="12305" y="32720"/>
                    </a:lnTo>
                    <a:lnTo>
                      <a:pt x="10571" y="34618"/>
                    </a:lnTo>
                    <a:lnTo>
                      <a:pt x="8977" y="36540"/>
                    </a:lnTo>
                    <a:lnTo>
                      <a:pt x="7500" y="38509"/>
                    </a:lnTo>
                    <a:lnTo>
                      <a:pt x="6141" y="40478"/>
                    </a:lnTo>
                    <a:lnTo>
                      <a:pt x="4922" y="42493"/>
                    </a:lnTo>
                    <a:lnTo>
                      <a:pt x="3844" y="44532"/>
                    </a:lnTo>
                    <a:lnTo>
                      <a:pt x="2883" y="46572"/>
                    </a:lnTo>
                    <a:lnTo>
                      <a:pt x="2063" y="48634"/>
                    </a:lnTo>
                    <a:lnTo>
                      <a:pt x="1383" y="50720"/>
                    </a:lnTo>
                    <a:lnTo>
                      <a:pt x="820" y="52806"/>
                    </a:lnTo>
                    <a:lnTo>
                      <a:pt x="422" y="54916"/>
                    </a:lnTo>
                    <a:lnTo>
                      <a:pt x="141" y="57025"/>
                    </a:lnTo>
                    <a:lnTo>
                      <a:pt x="0" y="59134"/>
                    </a:lnTo>
                    <a:lnTo>
                      <a:pt x="0" y="61244"/>
                    </a:lnTo>
                    <a:lnTo>
                      <a:pt x="141" y="63353"/>
                    </a:lnTo>
                    <a:lnTo>
                      <a:pt x="422" y="65463"/>
                    </a:lnTo>
                    <a:lnTo>
                      <a:pt x="820" y="67549"/>
                    </a:lnTo>
                    <a:lnTo>
                      <a:pt x="1383" y="69635"/>
                    </a:lnTo>
                    <a:lnTo>
                      <a:pt x="2063" y="71721"/>
                    </a:lnTo>
                    <a:lnTo>
                      <a:pt x="2883" y="73783"/>
                    </a:lnTo>
                    <a:lnTo>
                      <a:pt x="3844" y="75846"/>
                    </a:lnTo>
                    <a:lnTo>
                      <a:pt x="4922" y="77861"/>
                    </a:lnTo>
                    <a:lnTo>
                      <a:pt x="6141" y="79877"/>
                    </a:lnTo>
                    <a:lnTo>
                      <a:pt x="7500" y="81869"/>
                    </a:lnTo>
                    <a:lnTo>
                      <a:pt x="8977" y="83815"/>
                    </a:lnTo>
                    <a:lnTo>
                      <a:pt x="10571" y="85737"/>
                    </a:lnTo>
                    <a:lnTo>
                      <a:pt x="12305" y="87635"/>
                    </a:lnTo>
                    <a:lnTo>
                      <a:pt x="14157" y="89510"/>
                    </a:lnTo>
                    <a:lnTo>
                      <a:pt x="16125" y="91338"/>
                    </a:lnTo>
                    <a:lnTo>
                      <a:pt x="18211" y="93120"/>
                    </a:lnTo>
                    <a:lnTo>
                      <a:pt x="20415" y="94854"/>
                    </a:lnTo>
                    <a:lnTo>
                      <a:pt x="22735" y="96565"/>
                    </a:lnTo>
                    <a:lnTo>
                      <a:pt x="25173" y="98229"/>
                    </a:lnTo>
                    <a:lnTo>
                      <a:pt x="27704" y="99846"/>
                    </a:lnTo>
                    <a:lnTo>
                      <a:pt x="30329" y="101393"/>
                    </a:lnTo>
                    <a:lnTo>
                      <a:pt x="33071" y="102917"/>
                    </a:lnTo>
                    <a:lnTo>
                      <a:pt x="35907" y="104370"/>
                    </a:lnTo>
                    <a:lnTo>
                      <a:pt x="38837" y="105776"/>
                    </a:lnTo>
                    <a:lnTo>
                      <a:pt x="41837" y="107136"/>
                    </a:lnTo>
                    <a:lnTo>
                      <a:pt x="44954" y="108425"/>
                    </a:lnTo>
                    <a:lnTo>
                      <a:pt x="48142" y="109667"/>
                    </a:lnTo>
                    <a:lnTo>
                      <a:pt x="51400" y="110839"/>
                    </a:lnTo>
                    <a:lnTo>
                      <a:pt x="54728" y="111941"/>
                    </a:lnTo>
                    <a:lnTo>
                      <a:pt x="58150" y="112972"/>
                    </a:lnTo>
                    <a:lnTo>
                      <a:pt x="61619" y="113956"/>
                    </a:lnTo>
                    <a:lnTo>
                      <a:pt x="65158" y="114870"/>
                    </a:lnTo>
                    <a:lnTo>
                      <a:pt x="68744" y="115714"/>
                    </a:lnTo>
                    <a:lnTo>
                      <a:pt x="72400" y="116511"/>
                    </a:lnTo>
                    <a:lnTo>
                      <a:pt x="76080" y="117214"/>
                    </a:lnTo>
                    <a:lnTo>
                      <a:pt x="79830" y="117847"/>
                    </a:lnTo>
                    <a:lnTo>
                      <a:pt x="83604" y="118409"/>
                    </a:lnTo>
                    <a:lnTo>
                      <a:pt x="87424" y="118902"/>
                    </a:lnTo>
                    <a:lnTo>
                      <a:pt x="91268" y="119324"/>
                    </a:lnTo>
                    <a:lnTo>
                      <a:pt x="95135" y="119675"/>
                    </a:lnTo>
                    <a:lnTo>
                      <a:pt x="99026" y="119956"/>
                    </a:lnTo>
                    <a:lnTo>
                      <a:pt x="102917" y="120167"/>
                    </a:lnTo>
                    <a:lnTo>
                      <a:pt x="106831" y="120284"/>
                    </a:lnTo>
                    <a:lnTo>
                      <a:pt x="110769" y="120355"/>
                    </a:lnTo>
                    <a:lnTo>
                      <a:pt x="114683" y="120331"/>
                    </a:lnTo>
                    <a:lnTo>
                      <a:pt x="118597" y="120238"/>
                    </a:lnTo>
                    <a:lnTo>
                      <a:pt x="122511" y="120074"/>
                    </a:lnTo>
                    <a:lnTo>
                      <a:pt x="126402" y="119839"/>
                    </a:lnTo>
                    <a:lnTo>
                      <a:pt x="130293" y="119511"/>
                    </a:lnTo>
                    <a:lnTo>
                      <a:pt x="134136" y="119136"/>
                    </a:lnTo>
                    <a:lnTo>
                      <a:pt x="137980" y="118667"/>
                    </a:lnTo>
                    <a:lnTo>
                      <a:pt x="141754" y="118152"/>
                    </a:lnTo>
                    <a:lnTo>
                      <a:pt x="145527" y="117542"/>
                    </a:lnTo>
                    <a:lnTo>
                      <a:pt x="149231" y="116863"/>
                    </a:lnTo>
                    <a:lnTo>
                      <a:pt x="152910" y="116113"/>
                    </a:lnTo>
                    <a:lnTo>
                      <a:pt x="156543" y="115316"/>
                    </a:lnTo>
                    <a:lnTo>
                      <a:pt x="160106" y="114425"/>
                    </a:lnTo>
                    <a:lnTo>
                      <a:pt x="163598" y="113487"/>
                    </a:lnTo>
                    <a:lnTo>
                      <a:pt x="167044" y="112456"/>
                    </a:lnTo>
                    <a:lnTo>
                      <a:pt x="170419" y="111401"/>
                    </a:lnTo>
                    <a:lnTo>
                      <a:pt x="173723" y="110253"/>
                    </a:lnTo>
                    <a:lnTo>
                      <a:pt x="176958" y="109058"/>
                    </a:lnTo>
                    <a:lnTo>
                      <a:pt x="180099" y="107792"/>
                    </a:lnTo>
                    <a:lnTo>
                      <a:pt x="183146" y="106456"/>
                    </a:lnTo>
                    <a:lnTo>
                      <a:pt x="186122" y="105097"/>
                    </a:lnTo>
                    <a:lnTo>
                      <a:pt x="189005" y="103643"/>
                    </a:lnTo>
                    <a:lnTo>
                      <a:pt x="191794" y="102167"/>
                    </a:lnTo>
                    <a:lnTo>
                      <a:pt x="194490" y="100620"/>
                    </a:lnTo>
                    <a:lnTo>
                      <a:pt x="197068" y="99050"/>
                    </a:lnTo>
                    <a:lnTo>
                      <a:pt x="199552" y="97409"/>
                    </a:lnTo>
                    <a:lnTo>
                      <a:pt x="201920" y="95721"/>
                    </a:lnTo>
                    <a:lnTo>
                      <a:pt x="204170" y="93987"/>
                    </a:lnTo>
                    <a:lnTo>
                      <a:pt x="206326" y="92229"/>
                    </a:lnTo>
                    <a:lnTo>
                      <a:pt x="208365" y="90424"/>
                    </a:lnTo>
                    <a:lnTo>
                      <a:pt x="210263" y="88573"/>
                    </a:lnTo>
                    <a:lnTo>
                      <a:pt x="212045" y="86698"/>
                    </a:lnTo>
                    <a:lnTo>
                      <a:pt x="213732" y="84776"/>
                    </a:lnTo>
                    <a:lnTo>
                      <a:pt x="215256" y="82830"/>
                    </a:lnTo>
                    <a:lnTo>
                      <a:pt x="216686" y="80862"/>
                    </a:lnTo>
                    <a:lnTo>
                      <a:pt x="217951" y="78869"/>
                    </a:lnTo>
                    <a:lnTo>
                      <a:pt x="219123" y="76854"/>
                    </a:lnTo>
                    <a:lnTo>
                      <a:pt x="220131" y="74815"/>
                    </a:lnTo>
                    <a:lnTo>
                      <a:pt x="221022" y="72752"/>
                    </a:lnTo>
                    <a:lnTo>
                      <a:pt x="221772" y="70689"/>
                    </a:lnTo>
                    <a:lnTo>
                      <a:pt x="222381" y="68603"/>
                    </a:lnTo>
                    <a:lnTo>
                      <a:pt x="222873" y="66517"/>
                    </a:lnTo>
                    <a:lnTo>
                      <a:pt x="223225" y="64408"/>
                    </a:lnTo>
                    <a:lnTo>
                      <a:pt x="223412" y="62299"/>
                    </a:lnTo>
                    <a:close/>
                  </a:path>
                </a:pathLst>
              </a:custGeom>
              <a:solidFill>
                <a:srgbClr val="B8D8F8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59" name="Graphic 6">
                <a:extLst>
                  <a:ext uri="{FF2B5EF4-FFF2-40B4-BE49-F238E27FC236}">
                    <a16:creationId xmlns:a16="http://schemas.microsoft.com/office/drawing/2014/main" id="{B85E6D97-A3E3-4BAD-5318-950B0D362780}"/>
                  </a:ext>
                </a:extLst>
              </p:cNvPr>
              <p:cNvGrpSpPr/>
              <p:nvPr/>
            </p:nvGrpSpPr>
            <p:grpSpPr>
              <a:xfrm>
                <a:off x="2429065" y="2013396"/>
                <a:ext cx="187317" cy="50907"/>
                <a:chOff x="-4445052" y="4739981"/>
                <a:chExt cx="187317" cy="50907"/>
              </a:xfrm>
              <a:solidFill>
                <a:srgbClr val="000000"/>
              </a:solidFill>
            </p:grpSpPr>
            <p:sp>
              <p:nvSpPr>
                <p:cNvPr id="3360" name="Freeform 3359">
                  <a:extLst>
                    <a:ext uri="{FF2B5EF4-FFF2-40B4-BE49-F238E27FC236}">
                      <a16:creationId xmlns:a16="http://schemas.microsoft.com/office/drawing/2014/main" id="{F8A8D273-76ED-6747-8A3D-8716EA16C1C6}"/>
                    </a:ext>
                  </a:extLst>
                </p:cNvPr>
                <p:cNvSpPr/>
                <p:nvPr/>
              </p:nvSpPr>
              <p:spPr>
                <a:xfrm>
                  <a:off x="-4445052" y="4739981"/>
                  <a:ext cx="33094" cy="49313"/>
                </a:xfrm>
                <a:custGeom>
                  <a:avLst/>
                  <a:gdLst>
                    <a:gd name="csX0" fmla="*/ 9876 w 33094"/>
                    <a:gd name="csY0" fmla="*/ 27307 h 49313"/>
                    <a:gd name="csX1" fmla="*/ 9876 w 33094"/>
                    <a:gd name="csY1" fmla="*/ 306 h 49313"/>
                    <a:gd name="csX2" fmla="*/ 407 w 33094"/>
                    <a:gd name="csY2" fmla="*/ 306 h 49313"/>
                    <a:gd name="csX3" fmla="*/ 407 w 33094"/>
                    <a:gd name="csY3" fmla="*/ 49620 h 49313"/>
                    <a:gd name="csX4" fmla="*/ 9876 w 33094"/>
                    <a:gd name="csY4" fmla="*/ 49620 h 49313"/>
                    <a:gd name="csX5" fmla="*/ 9876 w 33094"/>
                    <a:gd name="csY5" fmla="*/ 37620 h 49313"/>
                    <a:gd name="csX6" fmla="*/ 13626 w 33094"/>
                    <a:gd name="csY6" fmla="*/ 33495 h 49313"/>
                    <a:gd name="csX7" fmla="*/ 22345 w 33094"/>
                    <a:gd name="csY7" fmla="*/ 49620 h 49313"/>
                    <a:gd name="csX8" fmla="*/ 33502 w 33094"/>
                    <a:gd name="csY8" fmla="*/ 49620 h 49313"/>
                    <a:gd name="csX9" fmla="*/ 20095 w 33094"/>
                    <a:gd name="csY9" fmla="*/ 26838 h 49313"/>
                    <a:gd name="csX10" fmla="*/ 32564 w 33094"/>
                    <a:gd name="csY10" fmla="*/ 13057 h 49313"/>
                    <a:gd name="csX11" fmla="*/ 21783 w 33094"/>
                    <a:gd name="csY11" fmla="*/ 13057 h 49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094" h="49313">
                      <a:moveTo>
                        <a:pt x="9876" y="27307"/>
                      </a:moveTo>
                      <a:lnTo>
                        <a:pt x="9876" y="306"/>
                      </a:lnTo>
                      <a:lnTo>
                        <a:pt x="407" y="306"/>
                      </a:lnTo>
                      <a:lnTo>
                        <a:pt x="407" y="49620"/>
                      </a:lnTo>
                      <a:lnTo>
                        <a:pt x="9876" y="49620"/>
                      </a:lnTo>
                      <a:lnTo>
                        <a:pt x="9876" y="37620"/>
                      </a:lnTo>
                      <a:lnTo>
                        <a:pt x="13626" y="33495"/>
                      </a:lnTo>
                      <a:lnTo>
                        <a:pt x="22345" y="49620"/>
                      </a:lnTo>
                      <a:lnTo>
                        <a:pt x="33502" y="49620"/>
                      </a:lnTo>
                      <a:lnTo>
                        <a:pt x="20095" y="26838"/>
                      </a:lnTo>
                      <a:lnTo>
                        <a:pt x="32564" y="13057"/>
                      </a:lnTo>
                      <a:lnTo>
                        <a:pt x="21783" y="130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1" name="Freeform 3360">
                  <a:extLst>
                    <a:ext uri="{FF2B5EF4-FFF2-40B4-BE49-F238E27FC236}">
                      <a16:creationId xmlns:a16="http://schemas.microsoft.com/office/drawing/2014/main" id="{9F72402E-99AA-5805-51E0-3883CCC245B8}"/>
                    </a:ext>
                  </a:extLst>
                </p:cNvPr>
                <p:cNvSpPr/>
                <p:nvPr/>
              </p:nvSpPr>
              <p:spPr>
                <a:xfrm>
                  <a:off x="-4410739" y="4752169"/>
                  <a:ext cx="33000" cy="38719"/>
                </a:xfrm>
                <a:custGeom>
                  <a:avLst/>
                  <a:gdLst>
                    <a:gd name="csX0" fmla="*/ 33414 w 33000"/>
                    <a:gd name="csY0" fmla="*/ 14557 h 38719"/>
                    <a:gd name="csX1" fmla="*/ 17664 w 33000"/>
                    <a:gd name="csY1" fmla="*/ 306 h 38719"/>
                    <a:gd name="csX2" fmla="*/ 413 w 33000"/>
                    <a:gd name="csY2" fmla="*/ 19901 h 38719"/>
                    <a:gd name="csX3" fmla="*/ 17476 w 33000"/>
                    <a:gd name="csY3" fmla="*/ 39026 h 38719"/>
                    <a:gd name="csX4" fmla="*/ 33414 w 33000"/>
                    <a:gd name="csY4" fmla="*/ 24776 h 38719"/>
                    <a:gd name="csX5" fmla="*/ 24320 w 33000"/>
                    <a:gd name="csY5" fmla="*/ 24776 h 38719"/>
                    <a:gd name="csX6" fmla="*/ 17476 w 33000"/>
                    <a:gd name="csY6" fmla="*/ 31338 h 38719"/>
                    <a:gd name="csX7" fmla="*/ 9882 w 33000"/>
                    <a:gd name="csY7" fmla="*/ 19901 h 38719"/>
                    <a:gd name="csX8" fmla="*/ 11663 w 33000"/>
                    <a:gd name="csY8" fmla="*/ 10994 h 38719"/>
                    <a:gd name="csX9" fmla="*/ 17570 w 33000"/>
                    <a:gd name="csY9" fmla="*/ 7900 h 38719"/>
                    <a:gd name="csX10" fmla="*/ 24320 w 33000"/>
                    <a:gd name="csY10" fmla="*/ 14557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000" h="38719">
                      <a:moveTo>
                        <a:pt x="33414" y="14557"/>
                      </a:moveTo>
                      <a:cubicBezTo>
                        <a:pt x="32758" y="5650"/>
                        <a:pt x="26851" y="306"/>
                        <a:pt x="17664" y="306"/>
                      </a:cubicBezTo>
                      <a:cubicBezTo>
                        <a:pt x="6694" y="306"/>
                        <a:pt x="413" y="7431"/>
                        <a:pt x="413" y="19901"/>
                      </a:cubicBezTo>
                      <a:cubicBezTo>
                        <a:pt x="413" y="31995"/>
                        <a:pt x="6694" y="39026"/>
                        <a:pt x="17476" y="39026"/>
                      </a:cubicBezTo>
                      <a:cubicBezTo>
                        <a:pt x="26383" y="39026"/>
                        <a:pt x="32476" y="33495"/>
                        <a:pt x="33414" y="24776"/>
                      </a:cubicBezTo>
                      <a:lnTo>
                        <a:pt x="24320" y="24776"/>
                      </a:lnTo>
                      <a:cubicBezTo>
                        <a:pt x="23195" y="29557"/>
                        <a:pt x="21320" y="31338"/>
                        <a:pt x="17476" y="31338"/>
                      </a:cubicBezTo>
                      <a:cubicBezTo>
                        <a:pt x="12695" y="31338"/>
                        <a:pt x="9882" y="27119"/>
                        <a:pt x="9882" y="19901"/>
                      </a:cubicBezTo>
                      <a:cubicBezTo>
                        <a:pt x="9882" y="16338"/>
                        <a:pt x="10538" y="13244"/>
                        <a:pt x="11663" y="10994"/>
                      </a:cubicBezTo>
                      <a:cubicBezTo>
                        <a:pt x="12788" y="9025"/>
                        <a:pt x="14851" y="7900"/>
                        <a:pt x="17570" y="7900"/>
                      </a:cubicBezTo>
                      <a:cubicBezTo>
                        <a:pt x="21414" y="7900"/>
                        <a:pt x="23289" y="9775"/>
                        <a:pt x="24320" y="1455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2" name="Freeform 3361">
                  <a:extLst>
                    <a:ext uri="{FF2B5EF4-FFF2-40B4-BE49-F238E27FC236}">
                      <a16:creationId xmlns:a16="http://schemas.microsoft.com/office/drawing/2014/main" id="{B1D87826-7255-A641-1C4E-D06CE8111D31}"/>
                    </a:ext>
                  </a:extLst>
                </p:cNvPr>
                <p:cNvSpPr/>
                <p:nvPr/>
              </p:nvSpPr>
              <p:spPr>
                <a:xfrm>
                  <a:off x="-4372863" y="4752169"/>
                  <a:ext cx="32719" cy="37126"/>
                </a:xfrm>
                <a:custGeom>
                  <a:avLst/>
                  <a:gdLst>
                    <a:gd name="csX0" fmla="*/ 419 w 32719"/>
                    <a:gd name="csY0" fmla="*/ 869 h 37126"/>
                    <a:gd name="csX1" fmla="*/ 419 w 32719"/>
                    <a:gd name="csY1" fmla="*/ 37432 h 37126"/>
                    <a:gd name="csX2" fmla="*/ 9982 w 32719"/>
                    <a:gd name="csY2" fmla="*/ 37432 h 37126"/>
                    <a:gd name="csX3" fmla="*/ 9982 w 32719"/>
                    <a:gd name="csY3" fmla="*/ 15494 h 37126"/>
                    <a:gd name="csX4" fmla="*/ 17576 w 32719"/>
                    <a:gd name="csY4" fmla="*/ 8369 h 37126"/>
                    <a:gd name="csX5" fmla="*/ 23670 w 32719"/>
                    <a:gd name="csY5" fmla="*/ 14932 h 37126"/>
                    <a:gd name="csX6" fmla="*/ 23670 w 32719"/>
                    <a:gd name="csY6" fmla="*/ 37432 h 37126"/>
                    <a:gd name="csX7" fmla="*/ 33139 w 32719"/>
                    <a:gd name="csY7" fmla="*/ 37432 h 37126"/>
                    <a:gd name="csX8" fmla="*/ 33139 w 32719"/>
                    <a:gd name="csY8" fmla="*/ 12963 h 37126"/>
                    <a:gd name="csX9" fmla="*/ 20951 w 32719"/>
                    <a:gd name="csY9" fmla="*/ 306 h 37126"/>
                    <a:gd name="csX10" fmla="*/ 9982 w 32719"/>
                    <a:gd name="csY10" fmla="*/ 6119 h 37126"/>
                    <a:gd name="csX11" fmla="*/ 9982 w 32719"/>
                    <a:gd name="csY11" fmla="*/ 869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419" y="869"/>
                      </a:moveTo>
                      <a:lnTo>
                        <a:pt x="419" y="37432"/>
                      </a:lnTo>
                      <a:lnTo>
                        <a:pt x="9982" y="37432"/>
                      </a:lnTo>
                      <a:lnTo>
                        <a:pt x="9982" y="15494"/>
                      </a:lnTo>
                      <a:cubicBezTo>
                        <a:pt x="9982" y="11182"/>
                        <a:pt x="12888" y="8369"/>
                        <a:pt x="17576" y="8369"/>
                      </a:cubicBezTo>
                      <a:cubicBezTo>
                        <a:pt x="21607" y="8369"/>
                        <a:pt x="23670" y="10525"/>
                        <a:pt x="23670" y="14932"/>
                      </a:cubicBezTo>
                      <a:lnTo>
                        <a:pt x="23670" y="37432"/>
                      </a:lnTo>
                      <a:lnTo>
                        <a:pt x="33139" y="37432"/>
                      </a:lnTo>
                      <a:lnTo>
                        <a:pt x="33139" y="12963"/>
                      </a:lnTo>
                      <a:cubicBezTo>
                        <a:pt x="33139" y="4806"/>
                        <a:pt x="28732" y="306"/>
                        <a:pt x="20951" y="306"/>
                      </a:cubicBezTo>
                      <a:cubicBezTo>
                        <a:pt x="15982" y="306"/>
                        <a:pt x="12607" y="1994"/>
                        <a:pt x="9982" y="6119"/>
                      </a:cubicBezTo>
                      <a:lnTo>
                        <a:pt x="9982" y="8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3" name="Freeform 3362">
                  <a:extLst>
                    <a:ext uri="{FF2B5EF4-FFF2-40B4-BE49-F238E27FC236}">
                      <a16:creationId xmlns:a16="http://schemas.microsoft.com/office/drawing/2014/main" id="{B19B011B-C5F7-A893-8CCB-ED9000A7CE91}"/>
                    </a:ext>
                  </a:extLst>
                </p:cNvPr>
                <p:cNvSpPr/>
                <p:nvPr/>
              </p:nvSpPr>
              <p:spPr>
                <a:xfrm>
                  <a:off x="-4330581" y="4739981"/>
                  <a:ext cx="32157" cy="49313"/>
                </a:xfrm>
                <a:custGeom>
                  <a:avLst/>
                  <a:gdLst>
                    <a:gd name="csX0" fmla="*/ 426 w 32157"/>
                    <a:gd name="csY0" fmla="*/ 306 h 49313"/>
                    <a:gd name="csX1" fmla="*/ 426 w 32157"/>
                    <a:gd name="csY1" fmla="*/ 49620 h 49313"/>
                    <a:gd name="csX2" fmla="*/ 9895 w 32157"/>
                    <a:gd name="csY2" fmla="*/ 49620 h 49313"/>
                    <a:gd name="csX3" fmla="*/ 9895 w 32157"/>
                    <a:gd name="csY3" fmla="*/ 27682 h 49313"/>
                    <a:gd name="csX4" fmla="*/ 17208 w 32157"/>
                    <a:gd name="csY4" fmla="*/ 20557 h 49313"/>
                    <a:gd name="csX5" fmla="*/ 21989 w 32157"/>
                    <a:gd name="csY5" fmla="*/ 22713 h 49313"/>
                    <a:gd name="csX6" fmla="*/ 23114 w 32157"/>
                    <a:gd name="csY6" fmla="*/ 27307 h 49313"/>
                    <a:gd name="csX7" fmla="*/ 23114 w 32157"/>
                    <a:gd name="csY7" fmla="*/ 49620 h 49313"/>
                    <a:gd name="csX8" fmla="*/ 32583 w 32157"/>
                    <a:gd name="csY8" fmla="*/ 49620 h 49313"/>
                    <a:gd name="csX9" fmla="*/ 32583 w 32157"/>
                    <a:gd name="csY9" fmla="*/ 25151 h 49313"/>
                    <a:gd name="csX10" fmla="*/ 28833 w 32157"/>
                    <a:gd name="csY10" fmla="*/ 15213 h 49313"/>
                    <a:gd name="csX11" fmla="*/ 20677 w 32157"/>
                    <a:gd name="csY11" fmla="*/ 12494 h 49313"/>
                    <a:gd name="csX12" fmla="*/ 9895 w 32157"/>
                    <a:gd name="csY12" fmla="*/ 18307 h 49313"/>
                    <a:gd name="csX13" fmla="*/ 9895 w 32157"/>
                    <a:gd name="csY13" fmla="*/ 306 h 49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2157" h="49313">
                      <a:moveTo>
                        <a:pt x="426" y="306"/>
                      </a:moveTo>
                      <a:lnTo>
                        <a:pt x="426" y="49620"/>
                      </a:lnTo>
                      <a:lnTo>
                        <a:pt x="9895" y="49620"/>
                      </a:lnTo>
                      <a:lnTo>
                        <a:pt x="9895" y="27682"/>
                      </a:lnTo>
                      <a:cubicBezTo>
                        <a:pt x="9895" y="23463"/>
                        <a:pt x="12989" y="20557"/>
                        <a:pt x="17208" y="20557"/>
                      </a:cubicBezTo>
                      <a:cubicBezTo>
                        <a:pt x="19364" y="20557"/>
                        <a:pt x="20864" y="21213"/>
                        <a:pt x="21989" y="22713"/>
                      </a:cubicBezTo>
                      <a:cubicBezTo>
                        <a:pt x="22833" y="23932"/>
                        <a:pt x="23114" y="24963"/>
                        <a:pt x="23114" y="27307"/>
                      </a:cubicBezTo>
                      <a:lnTo>
                        <a:pt x="23114" y="49620"/>
                      </a:lnTo>
                      <a:lnTo>
                        <a:pt x="32583" y="49620"/>
                      </a:lnTo>
                      <a:lnTo>
                        <a:pt x="32583" y="25151"/>
                      </a:lnTo>
                      <a:cubicBezTo>
                        <a:pt x="32583" y="20557"/>
                        <a:pt x="31364" y="17369"/>
                        <a:pt x="28833" y="15213"/>
                      </a:cubicBezTo>
                      <a:cubicBezTo>
                        <a:pt x="26771" y="13432"/>
                        <a:pt x="23677" y="12494"/>
                        <a:pt x="20677" y="12494"/>
                      </a:cubicBezTo>
                      <a:cubicBezTo>
                        <a:pt x="15989" y="12494"/>
                        <a:pt x="12614" y="14275"/>
                        <a:pt x="9895" y="18307"/>
                      </a:cubicBezTo>
                      <a:lnTo>
                        <a:pt x="9895" y="3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4" name="Freeform 3363">
                  <a:extLst>
                    <a:ext uri="{FF2B5EF4-FFF2-40B4-BE49-F238E27FC236}">
                      <a16:creationId xmlns:a16="http://schemas.microsoft.com/office/drawing/2014/main" id="{6ECE02ED-8C75-3201-DE9C-07C896A7525D}"/>
                    </a:ext>
                  </a:extLst>
                </p:cNvPr>
                <p:cNvSpPr/>
                <p:nvPr/>
              </p:nvSpPr>
              <p:spPr>
                <a:xfrm>
                  <a:off x="-4291486" y="4741294"/>
                  <a:ext cx="33750" cy="48001"/>
                </a:xfrm>
                <a:custGeom>
                  <a:avLst/>
                  <a:gdLst>
                    <a:gd name="csX0" fmla="*/ 34184 w 33750"/>
                    <a:gd name="csY0" fmla="*/ 29838 h 48001"/>
                    <a:gd name="csX1" fmla="*/ 29121 w 33750"/>
                    <a:gd name="csY1" fmla="*/ 29838 h 48001"/>
                    <a:gd name="csX2" fmla="*/ 29121 w 33750"/>
                    <a:gd name="csY2" fmla="*/ 306 h 48001"/>
                    <a:gd name="csX3" fmla="*/ 17965 w 33750"/>
                    <a:gd name="csY3" fmla="*/ 306 h 48001"/>
                    <a:gd name="csX4" fmla="*/ 433 w 33750"/>
                    <a:gd name="csY4" fmla="*/ 29651 h 48001"/>
                    <a:gd name="csX5" fmla="*/ 433 w 33750"/>
                    <a:gd name="csY5" fmla="*/ 37713 h 48001"/>
                    <a:gd name="csX6" fmla="*/ 19652 w 33750"/>
                    <a:gd name="csY6" fmla="*/ 37713 h 48001"/>
                    <a:gd name="csX7" fmla="*/ 19652 w 33750"/>
                    <a:gd name="csY7" fmla="*/ 48308 h 48001"/>
                    <a:gd name="csX8" fmla="*/ 29121 w 33750"/>
                    <a:gd name="csY8" fmla="*/ 48308 h 48001"/>
                    <a:gd name="csX9" fmla="*/ 29121 w 33750"/>
                    <a:gd name="csY9" fmla="*/ 37713 h 48001"/>
                    <a:gd name="csX10" fmla="*/ 34184 w 33750"/>
                    <a:gd name="csY10" fmla="*/ 37713 h 48001"/>
                    <a:gd name="csX11" fmla="*/ 19652 w 33750"/>
                    <a:gd name="csY11" fmla="*/ 29838 h 48001"/>
                    <a:gd name="csX12" fmla="*/ 7183 w 33750"/>
                    <a:gd name="csY12" fmla="*/ 29838 h 48001"/>
                    <a:gd name="csX13" fmla="*/ 19652 w 33750"/>
                    <a:gd name="csY13" fmla="*/ 9306 h 48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3750" h="48001">
                      <a:moveTo>
                        <a:pt x="34184" y="29838"/>
                      </a:moveTo>
                      <a:lnTo>
                        <a:pt x="29121" y="29838"/>
                      </a:lnTo>
                      <a:lnTo>
                        <a:pt x="29121" y="306"/>
                      </a:lnTo>
                      <a:lnTo>
                        <a:pt x="17965" y="306"/>
                      </a:lnTo>
                      <a:lnTo>
                        <a:pt x="433" y="29651"/>
                      </a:lnTo>
                      <a:lnTo>
                        <a:pt x="433" y="37713"/>
                      </a:lnTo>
                      <a:lnTo>
                        <a:pt x="19652" y="37713"/>
                      </a:lnTo>
                      <a:lnTo>
                        <a:pt x="19652" y="48308"/>
                      </a:lnTo>
                      <a:lnTo>
                        <a:pt x="29121" y="48308"/>
                      </a:lnTo>
                      <a:lnTo>
                        <a:pt x="29121" y="37713"/>
                      </a:lnTo>
                      <a:lnTo>
                        <a:pt x="34184" y="37713"/>
                      </a:lnTo>
                      <a:close/>
                      <a:moveTo>
                        <a:pt x="19652" y="29838"/>
                      </a:moveTo>
                      <a:lnTo>
                        <a:pt x="7183" y="29838"/>
                      </a:lnTo>
                      <a:lnTo>
                        <a:pt x="19652" y="93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65" name="Freeform 3364">
                <a:extLst>
                  <a:ext uri="{FF2B5EF4-FFF2-40B4-BE49-F238E27FC236}">
                    <a16:creationId xmlns:a16="http://schemas.microsoft.com/office/drawing/2014/main" id="{1A22C59C-DE8E-C01D-E35C-0D89CEAEC547}"/>
                  </a:ext>
                </a:extLst>
              </p:cNvPr>
              <p:cNvSpPr/>
              <p:nvPr/>
            </p:nvSpPr>
            <p:spPr>
              <a:xfrm>
                <a:off x="3258142" y="1690577"/>
                <a:ext cx="223482" cy="120331"/>
              </a:xfrm>
              <a:custGeom>
                <a:avLst/>
                <a:gdLst>
                  <a:gd name="csX0" fmla="*/ 223483 w 223482"/>
                  <a:gd name="csY0" fmla="*/ 60166 h 120331"/>
                  <a:gd name="csX1" fmla="*/ 223412 w 223482"/>
                  <a:gd name="csY1" fmla="*/ 58056 h 120331"/>
                  <a:gd name="csX2" fmla="*/ 223201 w 223482"/>
                  <a:gd name="csY2" fmla="*/ 55947 h 120331"/>
                  <a:gd name="csX3" fmla="*/ 222850 w 223482"/>
                  <a:gd name="csY3" fmla="*/ 53837 h 120331"/>
                  <a:gd name="csX4" fmla="*/ 222381 w 223482"/>
                  <a:gd name="csY4" fmla="*/ 51751 h 120331"/>
                  <a:gd name="csX5" fmla="*/ 221748 w 223482"/>
                  <a:gd name="csY5" fmla="*/ 49665 h 120331"/>
                  <a:gd name="csX6" fmla="*/ 220998 w 223482"/>
                  <a:gd name="csY6" fmla="*/ 47579 h 120331"/>
                  <a:gd name="csX7" fmla="*/ 220108 w 223482"/>
                  <a:gd name="csY7" fmla="*/ 45517 h 120331"/>
                  <a:gd name="csX8" fmla="*/ 219100 w 223482"/>
                  <a:gd name="csY8" fmla="*/ 43478 h 120331"/>
                  <a:gd name="csX9" fmla="*/ 217951 w 223482"/>
                  <a:gd name="csY9" fmla="*/ 41462 h 120331"/>
                  <a:gd name="csX10" fmla="*/ 216662 w 223482"/>
                  <a:gd name="csY10" fmla="*/ 39470 h 120331"/>
                  <a:gd name="csX11" fmla="*/ 215256 w 223482"/>
                  <a:gd name="csY11" fmla="*/ 37501 h 120331"/>
                  <a:gd name="csX12" fmla="*/ 213709 w 223482"/>
                  <a:gd name="csY12" fmla="*/ 35556 h 120331"/>
                  <a:gd name="csX13" fmla="*/ 212045 w 223482"/>
                  <a:gd name="csY13" fmla="*/ 33657 h 120331"/>
                  <a:gd name="csX14" fmla="*/ 210240 w 223482"/>
                  <a:gd name="csY14" fmla="*/ 31759 h 120331"/>
                  <a:gd name="csX15" fmla="*/ 208342 w 223482"/>
                  <a:gd name="csY15" fmla="*/ 29930 h 120331"/>
                  <a:gd name="csX16" fmla="*/ 206302 w 223482"/>
                  <a:gd name="csY16" fmla="*/ 28126 h 120331"/>
                  <a:gd name="csX17" fmla="*/ 204170 w 223482"/>
                  <a:gd name="csY17" fmla="*/ 26344 h 120331"/>
                  <a:gd name="csX18" fmla="*/ 201896 w 223482"/>
                  <a:gd name="csY18" fmla="*/ 24633 h 120331"/>
                  <a:gd name="csX19" fmla="*/ 199529 w 223482"/>
                  <a:gd name="csY19" fmla="*/ 22946 h 120331"/>
                  <a:gd name="csX20" fmla="*/ 197044 w 223482"/>
                  <a:gd name="csY20" fmla="*/ 21305 h 120331"/>
                  <a:gd name="csX21" fmla="*/ 194466 w 223482"/>
                  <a:gd name="csY21" fmla="*/ 19711 h 120331"/>
                  <a:gd name="csX22" fmla="*/ 191771 w 223482"/>
                  <a:gd name="csY22" fmla="*/ 18188 h 120331"/>
                  <a:gd name="csX23" fmla="*/ 188982 w 223482"/>
                  <a:gd name="csY23" fmla="*/ 16688 h 120331"/>
                  <a:gd name="csX24" fmla="*/ 186099 w 223482"/>
                  <a:gd name="csY24" fmla="*/ 15258 h 120331"/>
                  <a:gd name="csX25" fmla="*/ 183146 w 223482"/>
                  <a:gd name="csY25" fmla="*/ 13875 h 120331"/>
                  <a:gd name="csX26" fmla="*/ 180075 w 223482"/>
                  <a:gd name="csY26" fmla="*/ 12563 h 120331"/>
                  <a:gd name="csX27" fmla="*/ 176934 w 223482"/>
                  <a:gd name="csY27" fmla="*/ 11297 h 120331"/>
                  <a:gd name="csX28" fmla="*/ 173700 w 223482"/>
                  <a:gd name="csY28" fmla="*/ 10102 h 120331"/>
                  <a:gd name="csX29" fmla="*/ 170395 w 223482"/>
                  <a:gd name="csY29" fmla="*/ 8953 h 120331"/>
                  <a:gd name="csX30" fmla="*/ 167044 w 223482"/>
                  <a:gd name="csY30" fmla="*/ 7875 h 120331"/>
                  <a:gd name="csX31" fmla="*/ 163598 w 223482"/>
                  <a:gd name="csY31" fmla="*/ 6867 h 120331"/>
                  <a:gd name="csX32" fmla="*/ 160082 w 223482"/>
                  <a:gd name="csY32" fmla="*/ 5906 h 120331"/>
                  <a:gd name="csX33" fmla="*/ 156520 w 223482"/>
                  <a:gd name="csY33" fmla="*/ 5039 h 120331"/>
                  <a:gd name="csX34" fmla="*/ 152910 w 223482"/>
                  <a:gd name="csY34" fmla="*/ 4219 h 120331"/>
                  <a:gd name="csX35" fmla="*/ 149231 w 223482"/>
                  <a:gd name="csY35" fmla="*/ 3492 h 120331"/>
                  <a:gd name="csX36" fmla="*/ 145504 w 223482"/>
                  <a:gd name="csY36" fmla="*/ 2813 h 120331"/>
                  <a:gd name="csX37" fmla="*/ 141754 w 223482"/>
                  <a:gd name="csY37" fmla="*/ 2203 h 120331"/>
                  <a:gd name="csX38" fmla="*/ 137957 w 223482"/>
                  <a:gd name="csY38" fmla="*/ 1664 h 120331"/>
                  <a:gd name="csX39" fmla="*/ 134136 w 223482"/>
                  <a:gd name="csY39" fmla="*/ 1219 h 120331"/>
                  <a:gd name="csX40" fmla="*/ 130269 w 223482"/>
                  <a:gd name="csY40" fmla="*/ 820 h 120331"/>
                  <a:gd name="csX41" fmla="*/ 126402 w 223482"/>
                  <a:gd name="csY41" fmla="*/ 516 h 120331"/>
                  <a:gd name="csX42" fmla="*/ 122488 w 223482"/>
                  <a:gd name="csY42" fmla="*/ 281 h 120331"/>
                  <a:gd name="csX43" fmla="*/ 118574 w 223482"/>
                  <a:gd name="csY43" fmla="*/ 94 h 120331"/>
                  <a:gd name="csX44" fmla="*/ 114659 w 223482"/>
                  <a:gd name="csY44" fmla="*/ 23 h 120331"/>
                  <a:gd name="csX45" fmla="*/ 110745 w 223482"/>
                  <a:gd name="csY45" fmla="*/ 0 h 120331"/>
                  <a:gd name="csX46" fmla="*/ 106831 w 223482"/>
                  <a:gd name="csY46" fmla="*/ 47 h 120331"/>
                  <a:gd name="csX47" fmla="*/ 102917 w 223482"/>
                  <a:gd name="csY47" fmla="*/ 188 h 120331"/>
                  <a:gd name="csX48" fmla="*/ 99003 w 223482"/>
                  <a:gd name="csY48" fmla="*/ 375 h 120331"/>
                  <a:gd name="csX49" fmla="*/ 95112 w 223482"/>
                  <a:gd name="csY49" fmla="*/ 656 h 120331"/>
                  <a:gd name="csX50" fmla="*/ 91245 w 223482"/>
                  <a:gd name="csY50" fmla="*/ 1008 h 120331"/>
                  <a:gd name="csX51" fmla="*/ 87401 w 223482"/>
                  <a:gd name="csY51" fmla="*/ 1430 h 120331"/>
                  <a:gd name="csX52" fmla="*/ 83580 w 223482"/>
                  <a:gd name="csY52" fmla="*/ 1922 h 120331"/>
                  <a:gd name="csX53" fmla="*/ 79807 w 223482"/>
                  <a:gd name="csY53" fmla="*/ 2508 h 120331"/>
                  <a:gd name="csX54" fmla="*/ 76080 w 223482"/>
                  <a:gd name="csY54" fmla="*/ 3141 h 120331"/>
                  <a:gd name="csX55" fmla="*/ 72377 w 223482"/>
                  <a:gd name="csY55" fmla="*/ 3844 h 120331"/>
                  <a:gd name="csX56" fmla="*/ 68744 w 223482"/>
                  <a:gd name="csY56" fmla="*/ 4617 h 120331"/>
                  <a:gd name="csX57" fmla="*/ 65135 w 223482"/>
                  <a:gd name="csY57" fmla="*/ 5461 h 120331"/>
                  <a:gd name="csX58" fmla="*/ 61595 w 223482"/>
                  <a:gd name="csY58" fmla="*/ 6375 h 120331"/>
                  <a:gd name="csX59" fmla="*/ 58127 w 223482"/>
                  <a:gd name="csY59" fmla="*/ 7360 h 120331"/>
                  <a:gd name="csX60" fmla="*/ 54728 w 223482"/>
                  <a:gd name="csY60" fmla="*/ 8414 h 120331"/>
                  <a:gd name="csX61" fmla="*/ 51376 w 223482"/>
                  <a:gd name="csY61" fmla="*/ 9516 h 120331"/>
                  <a:gd name="csX62" fmla="*/ 48118 w 223482"/>
                  <a:gd name="csY62" fmla="*/ 10688 h 120331"/>
                  <a:gd name="csX63" fmla="*/ 44931 w 223482"/>
                  <a:gd name="csY63" fmla="*/ 11930 h 120331"/>
                  <a:gd name="csX64" fmla="*/ 41837 w 223482"/>
                  <a:gd name="csY64" fmla="*/ 13219 h 120331"/>
                  <a:gd name="csX65" fmla="*/ 38814 w 223482"/>
                  <a:gd name="csY65" fmla="*/ 14555 h 120331"/>
                  <a:gd name="csX66" fmla="*/ 35884 w 223482"/>
                  <a:gd name="csY66" fmla="*/ 15961 h 120331"/>
                  <a:gd name="csX67" fmla="*/ 33048 w 223482"/>
                  <a:gd name="csY67" fmla="*/ 17438 h 120331"/>
                  <a:gd name="csX68" fmla="*/ 30306 w 223482"/>
                  <a:gd name="csY68" fmla="*/ 18938 h 120331"/>
                  <a:gd name="csX69" fmla="*/ 27680 w 223482"/>
                  <a:gd name="csY69" fmla="*/ 20508 h 120331"/>
                  <a:gd name="csX70" fmla="*/ 25149 w 223482"/>
                  <a:gd name="csY70" fmla="*/ 22126 h 120331"/>
                  <a:gd name="csX71" fmla="*/ 22712 w 223482"/>
                  <a:gd name="csY71" fmla="*/ 23790 h 120331"/>
                  <a:gd name="csX72" fmla="*/ 20415 w 223482"/>
                  <a:gd name="csY72" fmla="*/ 25477 h 120331"/>
                  <a:gd name="csX73" fmla="*/ 18188 w 223482"/>
                  <a:gd name="csY73" fmla="*/ 27235 h 120331"/>
                  <a:gd name="csX74" fmla="*/ 16102 w 223482"/>
                  <a:gd name="csY74" fmla="*/ 29016 h 120331"/>
                  <a:gd name="csX75" fmla="*/ 14133 w 223482"/>
                  <a:gd name="csY75" fmla="*/ 30845 h 120331"/>
                  <a:gd name="csX76" fmla="*/ 12282 w 223482"/>
                  <a:gd name="csY76" fmla="*/ 32696 h 120331"/>
                  <a:gd name="csX77" fmla="*/ 10571 w 223482"/>
                  <a:gd name="csY77" fmla="*/ 34595 h 120331"/>
                  <a:gd name="csX78" fmla="*/ 8953 w 223482"/>
                  <a:gd name="csY78" fmla="*/ 36540 h 120331"/>
                  <a:gd name="csX79" fmla="*/ 7477 w 223482"/>
                  <a:gd name="csY79" fmla="*/ 38485 h 120331"/>
                  <a:gd name="csX80" fmla="*/ 6141 w 223482"/>
                  <a:gd name="csY80" fmla="*/ 40478 h 120331"/>
                  <a:gd name="csX81" fmla="*/ 4922 w 223482"/>
                  <a:gd name="csY81" fmla="*/ 42470 h 120331"/>
                  <a:gd name="csX82" fmla="*/ 3820 w 223482"/>
                  <a:gd name="csY82" fmla="*/ 44509 h 120331"/>
                  <a:gd name="csX83" fmla="*/ 2859 w 223482"/>
                  <a:gd name="csY83" fmla="*/ 46548 h 120331"/>
                  <a:gd name="csX84" fmla="*/ 2039 w 223482"/>
                  <a:gd name="csY84" fmla="*/ 48611 h 120331"/>
                  <a:gd name="csX85" fmla="*/ 1359 w 223482"/>
                  <a:gd name="csY85" fmla="*/ 50697 h 120331"/>
                  <a:gd name="csX86" fmla="*/ 820 w 223482"/>
                  <a:gd name="csY86" fmla="*/ 52783 h 120331"/>
                  <a:gd name="csX87" fmla="*/ 398 w 223482"/>
                  <a:gd name="csY87" fmla="*/ 54892 h 120331"/>
                  <a:gd name="csX88" fmla="*/ 141 w 223482"/>
                  <a:gd name="csY88" fmla="*/ 57002 h 120331"/>
                  <a:gd name="csX89" fmla="*/ 0 w 223482"/>
                  <a:gd name="csY89" fmla="*/ 59111 h 120331"/>
                  <a:gd name="csX90" fmla="*/ 0 w 223482"/>
                  <a:gd name="csY90" fmla="*/ 61220 h 120331"/>
                  <a:gd name="csX91" fmla="*/ 141 w 223482"/>
                  <a:gd name="csY91" fmla="*/ 63330 h 120331"/>
                  <a:gd name="csX92" fmla="*/ 398 w 223482"/>
                  <a:gd name="csY92" fmla="*/ 65439 h 120331"/>
                  <a:gd name="csX93" fmla="*/ 820 w 223482"/>
                  <a:gd name="csY93" fmla="*/ 67549 h 120331"/>
                  <a:gd name="csX94" fmla="*/ 1359 w 223482"/>
                  <a:gd name="csY94" fmla="*/ 69635 h 120331"/>
                  <a:gd name="csX95" fmla="*/ 2039 w 223482"/>
                  <a:gd name="csY95" fmla="*/ 71721 h 120331"/>
                  <a:gd name="csX96" fmla="*/ 2859 w 223482"/>
                  <a:gd name="csY96" fmla="*/ 73783 h 120331"/>
                  <a:gd name="csX97" fmla="*/ 3820 w 223482"/>
                  <a:gd name="csY97" fmla="*/ 75822 h 120331"/>
                  <a:gd name="csX98" fmla="*/ 4922 w 223482"/>
                  <a:gd name="csY98" fmla="*/ 77861 h 120331"/>
                  <a:gd name="csX99" fmla="*/ 6141 w 223482"/>
                  <a:gd name="csY99" fmla="*/ 79854 h 120331"/>
                  <a:gd name="csX100" fmla="*/ 7477 w 223482"/>
                  <a:gd name="csY100" fmla="*/ 81846 h 120331"/>
                  <a:gd name="csX101" fmla="*/ 8953 w 223482"/>
                  <a:gd name="csY101" fmla="*/ 83791 h 120331"/>
                  <a:gd name="csX102" fmla="*/ 10571 w 223482"/>
                  <a:gd name="csY102" fmla="*/ 85737 h 120331"/>
                  <a:gd name="csX103" fmla="*/ 12282 w 223482"/>
                  <a:gd name="csY103" fmla="*/ 87635 h 120331"/>
                  <a:gd name="csX104" fmla="*/ 14133 w 223482"/>
                  <a:gd name="csY104" fmla="*/ 89487 h 120331"/>
                  <a:gd name="csX105" fmla="*/ 16102 w 223482"/>
                  <a:gd name="csY105" fmla="*/ 91315 h 120331"/>
                  <a:gd name="csX106" fmla="*/ 18188 w 223482"/>
                  <a:gd name="csY106" fmla="*/ 93096 h 120331"/>
                  <a:gd name="csX107" fmla="*/ 20415 w 223482"/>
                  <a:gd name="csY107" fmla="*/ 94854 h 120331"/>
                  <a:gd name="csX108" fmla="*/ 22712 w 223482"/>
                  <a:gd name="csY108" fmla="*/ 96542 h 120331"/>
                  <a:gd name="csX109" fmla="*/ 25149 w 223482"/>
                  <a:gd name="csY109" fmla="*/ 98206 h 120331"/>
                  <a:gd name="csX110" fmla="*/ 27680 w 223482"/>
                  <a:gd name="csY110" fmla="*/ 99823 h 120331"/>
                  <a:gd name="csX111" fmla="*/ 30306 w 223482"/>
                  <a:gd name="csY111" fmla="*/ 101393 h 120331"/>
                  <a:gd name="csX112" fmla="*/ 33048 w 223482"/>
                  <a:gd name="csY112" fmla="*/ 102893 h 120331"/>
                  <a:gd name="csX113" fmla="*/ 35884 w 223482"/>
                  <a:gd name="csY113" fmla="*/ 104370 h 120331"/>
                  <a:gd name="csX114" fmla="*/ 38814 w 223482"/>
                  <a:gd name="csY114" fmla="*/ 105776 h 120331"/>
                  <a:gd name="csX115" fmla="*/ 41837 w 223482"/>
                  <a:gd name="csY115" fmla="*/ 107112 h 120331"/>
                  <a:gd name="csX116" fmla="*/ 44931 w 223482"/>
                  <a:gd name="csY116" fmla="*/ 108401 h 120331"/>
                  <a:gd name="csX117" fmla="*/ 48118 w 223482"/>
                  <a:gd name="csY117" fmla="*/ 109644 h 120331"/>
                  <a:gd name="csX118" fmla="*/ 51376 w 223482"/>
                  <a:gd name="csY118" fmla="*/ 110815 h 120331"/>
                  <a:gd name="csX119" fmla="*/ 54728 w 223482"/>
                  <a:gd name="csY119" fmla="*/ 111917 h 120331"/>
                  <a:gd name="csX120" fmla="*/ 58127 w 223482"/>
                  <a:gd name="csY120" fmla="*/ 112972 h 120331"/>
                  <a:gd name="csX121" fmla="*/ 61595 w 223482"/>
                  <a:gd name="csY121" fmla="*/ 113956 h 120331"/>
                  <a:gd name="csX122" fmla="*/ 65135 w 223482"/>
                  <a:gd name="csY122" fmla="*/ 114870 h 120331"/>
                  <a:gd name="csX123" fmla="*/ 68744 w 223482"/>
                  <a:gd name="csY123" fmla="*/ 115714 h 120331"/>
                  <a:gd name="csX124" fmla="*/ 72377 w 223482"/>
                  <a:gd name="csY124" fmla="*/ 116488 h 120331"/>
                  <a:gd name="csX125" fmla="*/ 76080 w 223482"/>
                  <a:gd name="csY125" fmla="*/ 117191 h 120331"/>
                  <a:gd name="csX126" fmla="*/ 79807 w 223482"/>
                  <a:gd name="csY126" fmla="*/ 117823 h 120331"/>
                  <a:gd name="csX127" fmla="*/ 83580 w 223482"/>
                  <a:gd name="csY127" fmla="*/ 118409 h 120331"/>
                  <a:gd name="csX128" fmla="*/ 87401 w 223482"/>
                  <a:gd name="csY128" fmla="*/ 118902 h 120331"/>
                  <a:gd name="csX129" fmla="*/ 91245 w 223482"/>
                  <a:gd name="csY129" fmla="*/ 119324 h 120331"/>
                  <a:gd name="csX130" fmla="*/ 95112 w 223482"/>
                  <a:gd name="csY130" fmla="*/ 119675 h 120331"/>
                  <a:gd name="csX131" fmla="*/ 99003 w 223482"/>
                  <a:gd name="csY131" fmla="*/ 119956 h 120331"/>
                  <a:gd name="csX132" fmla="*/ 102917 w 223482"/>
                  <a:gd name="csY132" fmla="*/ 120144 h 120331"/>
                  <a:gd name="csX133" fmla="*/ 106831 w 223482"/>
                  <a:gd name="csY133" fmla="*/ 120284 h 120331"/>
                  <a:gd name="csX134" fmla="*/ 110745 w 223482"/>
                  <a:gd name="csY134" fmla="*/ 120331 h 120331"/>
                  <a:gd name="csX135" fmla="*/ 114659 w 223482"/>
                  <a:gd name="csY135" fmla="*/ 120308 h 120331"/>
                  <a:gd name="csX136" fmla="*/ 118574 w 223482"/>
                  <a:gd name="csY136" fmla="*/ 120214 h 120331"/>
                  <a:gd name="csX137" fmla="*/ 122488 w 223482"/>
                  <a:gd name="csY137" fmla="*/ 120050 h 120331"/>
                  <a:gd name="csX138" fmla="*/ 126402 w 223482"/>
                  <a:gd name="csY138" fmla="*/ 119816 h 120331"/>
                  <a:gd name="csX139" fmla="*/ 130269 w 223482"/>
                  <a:gd name="csY139" fmla="*/ 119511 h 120331"/>
                  <a:gd name="csX140" fmla="*/ 134136 w 223482"/>
                  <a:gd name="csY140" fmla="*/ 119113 h 120331"/>
                  <a:gd name="csX141" fmla="*/ 137957 w 223482"/>
                  <a:gd name="csY141" fmla="*/ 118667 h 120331"/>
                  <a:gd name="csX142" fmla="*/ 141754 w 223482"/>
                  <a:gd name="csY142" fmla="*/ 118128 h 120331"/>
                  <a:gd name="csX143" fmla="*/ 145504 w 223482"/>
                  <a:gd name="csY143" fmla="*/ 117519 h 120331"/>
                  <a:gd name="csX144" fmla="*/ 149231 w 223482"/>
                  <a:gd name="csY144" fmla="*/ 116839 h 120331"/>
                  <a:gd name="csX145" fmla="*/ 152910 w 223482"/>
                  <a:gd name="csY145" fmla="*/ 116113 h 120331"/>
                  <a:gd name="csX146" fmla="*/ 156520 w 223482"/>
                  <a:gd name="csY146" fmla="*/ 115292 h 120331"/>
                  <a:gd name="csX147" fmla="*/ 160082 w 223482"/>
                  <a:gd name="csY147" fmla="*/ 114402 h 120331"/>
                  <a:gd name="csX148" fmla="*/ 163598 w 223482"/>
                  <a:gd name="csY148" fmla="*/ 113464 h 120331"/>
                  <a:gd name="csX149" fmla="*/ 167044 w 223482"/>
                  <a:gd name="csY149" fmla="*/ 112456 h 120331"/>
                  <a:gd name="csX150" fmla="*/ 170395 w 223482"/>
                  <a:gd name="csY150" fmla="*/ 111378 h 120331"/>
                  <a:gd name="csX151" fmla="*/ 173700 w 223482"/>
                  <a:gd name="csY151" fmla="*/ 110230 h 120331"/>
                  <a:gd name="csX152" fmla="*/ 176934 w 223482"/>
                  <a:gd name="csY152" fmla="*/ 109034 h 120331"/>
                  <a:gd name="csX153" fmla="*/ 180075 w 223482"/>
                  <a:gd name="csY153" fmla="*/ 107769 h 120331"/>
                  <a:gd name="csX154" fmla="*/ 183146 w 223482"/>
                  <a:gd name="csY154" fmla="*/ 106456 h 120331"/>
                  <a:gd name="csX155" fmla="*/ 186099 w 223482"/>
                  <a:gd name="csY155" fmla="*/ 105073 h 120331"/>
                  <a:gd name="csX156" fmla="*/ 188982 w 223482"/>
                  <a:gd name="csY156" fmla="*/ 103643 h 120331"/>
                  <a:gd name="csX157" fmla="*/ 191771 w 223482"/>
                  <a:gd name="csY157" fmla="*/ 102143 h 120331"/>
                  <a:gd name="csX158" fmla="*/ 194466 w 223482"/>
                  <a:gd name="csY158" fmla="*/ 100620 h 120331"/>
                  <a:gd name="csX159" fmla="*/ 197044 w 223482"/>
                  <a:gd name="csY159" fmla="*/ 99026 h 120331"/>
                  <a:gd name="csX160" fmla="*/ 199529 w 223482"/>
                  <a:gd name="csY160" fmla="*/ 97385 h 120331"/>
                  <a:gd name="csX161" fmla="*/ 201896 w 223482"/>
                  <a:gd name="csY161" fmla="*/ 95698 h 120331"/>
                  <a:gd name="csX162" fmla="*/ 204170 w 223482"/>
                  <a:gd name="csY162" fmla="*/ 93987 h 120331"/>
                  <a:gd name="csX163" fmla="*/ 206302 w 223482"/>
                  <a:gd name="csY163" fmla="*/ 92206 h 120331"/>
                  <a:gd name="csX164" fmla="*/ 208342 w 223482"/>
                  <a:gd name="csY164" fmla="*/ 90401 h 120331"/>
                  <a:gd name="csX165" fmla="*/ 210240 w 223482"/>
                  <a:gd name="csY165" fmla="*/ 88549 h 120331"/>
                  <a:gd name="csX166" fmla="*/ 212045 w 223482"/>
                  <a:gd name="csY166" fmla="*/ 86674 h 120331"/>
                  <a:gd name="csX167" fmla="*/ 213709 w 223482"/>
                  <a:gd name="csY167" fmla="*/ 84776 h 120331"/>
                  <a:gd name="csX168" fmla="*/ 215256 w 223482"/>
                  <a:gd name="csY168" fmla="*/ 82830 h 120331"/>
                  <a:gd name="csX169" fmla="*/ 216662 w 223482"/>
                  <a:gd name="csY169" fmla="*/ 80862 h 120331"/>
                  <a:gd name="csX170" fmla="*/ 217951 w 223482"/>
                  <a:gd name="csY170" fmla="*/ 78869 h 120331"/>
                  <a:gd name="csX171" fmla="*/ 219100 w 223482"/>
                  <a:gd name="csY171" fmla="*/ 76830 h 120331"/>
                  <a:gd name="csX172" fmla="*/ 220108 w 223482"/>
                  <a:gd name="csY172" fmla="*/ 74791 h 120331"/>
                  <a:gd name="csX173" fmla="*/ 220998 w 223482"/>
                  <a:gd name="csY173" fmla="*/ 72752 h 120331"/>
                  <a:gd name="csX174" fmla="*/ 221748 w 223482"/>
                  <a:gd name="csY174" fmla="*/ 70666 h 120331"/>
                  <a:gd name="csX175" fmla="*/ 222381 w 223482"/>
                  <a:gd name="csY175" fmla="*/ 68580 h 120331"/>
                  <a:gd name="csX176" fmla="*/ 222850 w 223482"/>
                  <a:gd name="csY176" fmla="*/ 66494 h 120331"/>
                  <a:gd name="csX177" fmla="*/ 223201 w 223482"/>
                  <a:gd name="csY177" fmla="*/ 64385 h 120331"/>
                  <a:gd name="csX178" fmla="*/ 223412 w 223482"/>
                  <a:gd name="csY178" fmla="*/ 62275 h 120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31">
                    <a:moveTo>
                      <a:pt x="223483" y="60166"/>
                    </a:moveTo>
                    <a:lnTo>
                      <a:pt x="223412" y="58056"/>
                    </a:lnTo>
                    <a:lnTo>
                      <a:pt x="223201" y="55947"/>
                    </a:lnTo>
                    <a:lnTo>
                      <a:pt x="222850" y="53837"/>
                    </a:lnTo>
                    <a:lnTo>
                      <a:pt x="222381" y="51751"/>
                    </a:lnTo>
                    <a:lnTo>
                      <a:pt x="221748" y="49665"/>
                    </a:lnTo>
                    <a:lnTo>
                      <a:pt x="220998" y="47579"/>
                    </a:lnTo>
                    <a:lnTo>
                      <a:pt x="220108" y="45517"/>
                    </a:lnTo>
                    <a:lnTo>
                      <a:pt x="219100" y="43478"/>
                    </a:lnTo>
                    <a:lnTo>
                      <a:pt x="217951" y="41462"/>
                    </a:lnTo>
                    <a:lnTo>
                      <a:pt x="216662" y="39470"/>
                    </a:lnTo>
                    <a:lnTo>
                      <a:pt x="215256" y="37501"/>
                    </a:lnTo>
                    <a:lnTo>
                      <a:pt x="213709" y="35556"/>
                    </a:lnTo>
                    <a:lnTo>
                      <a:pt x="212045" y="33657"/>
                    </a:lnTo>
                    <a:lnTo>
                      <a:pt x="210240" y="31759"/>
                    </a:lnTo>
                    <a:lnTo>
                      <a:pt x="208342" y="29930"/>
                    </a:lnTo>
                    <a:lnTo>
                      <a:pt x="206302" y="28126"/>
                    </a:lnTo>
                    <a:lnTo>
                      <a:pt x="204170" y="26344"/>
                    </a:lnTo>
                    <a:lnTo>
                      <a:pt x="201896" y="24633"/>
                    </a:lnTo>
                    <a:lnTo>
                      <a:pt x="199529" y="22946"/>
                    </a:lnTo>
                    <a:lnTo>
                      <a:pt x="197044" y="21305"/>
                    </a:lnTo>
                    <a:lnTo>
                      <a:pt x="194466" y="19711"/>
                    </a:lnTo>
                    <a:lnTo>
                      <a:pt x="191771" y="18188"/>
                    </a:lnTo>
                    <a:lnTo>
                      <a:pt x="188982" y="16688"/>
                    </a:lnTo>
                    <a:lnTo>
                      <a:pt x="186099" y="15258"/>
                    </a:lnTo>
                    <a:lnTo>
                      <a:pt x="183146" y="13875"/>
                    </a:lnTo>
                    <a:lnTo>
                      <a:pt x="180075" y="12563"/>
                    </a:lnTo>
                    <a:lnTo>
                      <a:pt x="176934" y="11297"/>
                    </a:lnTo>
                    <a:lnTo>
                      <a:pt x="173700" y="10102"/>
                    </a:lnTo>
                    <a:lnTo>
                      <a:pt x="170395" y="8953"/>
                    </a:lnTo>
                    <a:lnTo>
                      <a:pt x="167044" y="7875"/>
                    </a:lnTo>
                    <a:lnTo>
                      <a:pt x="163598" y="6867"/>
                    </a:lnTo>
                    <a:lnTo>
                      <a:pt x="160082" y="5906"/>
                    </a:lnTo>
                    <a:lnTo>
                      <a:pt x="156520" y="5039"/>
                    </a:lnTo>
                    <a:lnTo>
                      <a:pt x="152910" y="4219"/>
                    </a:lnTo>
                    <a:lnTo>
                      <a:pt x="149231" y="3492"/>
                    </a:lnTo>
                    <a:lnTo>
                      <a:pt x="145504" y="2813"/>
                    </a:lnTo>
                    <a:lnTo>
                      <a:pt x="141754" y="2203"/>
                    </a:lnTo>
                    <a:lnTo>
                      <a:pt x="137957" y="1664"/>
                    </a:lnTo>
                    <a:lnTo>
                      <a:pt x="134136" y="1219"/>
                    </a:lnTo>
                    <a:lnTo>
                      <a:pt x="130269" y="820"/>
                    </a:lnTo>
                    <a:lnTo>
                      <a:pt x="126402" y="516"/>
                    </a:lnTo>
                    <a:lnTo>
                      <a:pt x="122488" y="281"/>
                    </a:lnTo>
                    <a:lnTo>
                      <a:pt x="118574" y="94"/>
                    </a:lnTo>
                    <a:lnTo>
                      <a:pt x="114659" y="23"/>
                    </a:lnTo>
                    <a:lnTo>
                      <a:pt x="110745" y="0"/>
                    </a:lnTo>
                    <a:lnTo>
                      <a:pt x="106831" y="47"/>
                    </a:lnTo>
                    <a:lnTo>
                      <a:pt x="102917" y="188"/>
                    </a:lnTo>
                    <a:lnTo>
                      <a:pt x="99003" y="375"/>
                    </a:lnTo>
                    <a:lnTo>
                      <a:pt x="95112" y="656"/>
                    </a:lnTo>
                    <a:lnTo>
                      <a:pt x="91245" y="1008"/>
                    </a:lnTo>
                    <a:lnTo>
                      <a:pt x="87401" y="1430"/>
                    </a:lnTo>
                    <a:lnTo>
                      <a:pt x="83580" y="1922"/>
                    </a:lnTo>
                    <a:lnTo>
                      <a:pt x="79807" y="2508"/>
                    </a:lnTo>
                    <a:lnTo>
                      <a:pt x="76080" y="3141"/>
                    </a:lnTo>
                    <a:lnTo>
                      <a:pt x="72377" y="3844"/>
                    </a:lnTo>
                    <a:lnTo>
                      <a:pt x="68744" y="4617"/>
                    </a:lnTo>
                    <a:lnTo>
                      <a:pt x="65135" y="5461"/>
                    </a:lnTo>
                    <a:lnTo>
                      <a:pt x="61595" y="6375"/>
                    </a:lnTo>
                    <a:lnTo>
                      <a:pt x="58127" y="7360"/>
                    </a:lnTo>
                    <a:lnTo>
                      <a:pt x="54728" y="8414"/>
                    </a:lnTo>
                    <a:lnTo>
                      <a:pt x="51376" y="9516"/>
                    </a:lnTo>
                    <a:lnTo>
                      <a:pt x="48118" y="10688"/>
                    </a:lnTo>
                    <a:lnTo>
                      <a:pt x="44931" y="11930"/>
                    </a:lnTo>
                    <a:lnTo>
                      <a:pt x="41837" y="13219"/>
                    </a:lnTo>
                    <a:lnTo>
                      <a:pt x="38814" y="14555"/>
                    </a:lnTo>
                    <a:lnTo>
                      <a:pt x="35884" y="15961"/>
                    </a:lnTo>
                    <a:lnTo>
                      <a:pt x="33048" y="17438"/>
                    </a:lnTo>
                    <a:lnTo>
                      <a:pt x="30306" y="18938"/>
                    </a:lnTo>
                    <a:lnTo>
                      <a:pt x="27680" y="20508"/>
                    </a:lnTo>
                    <a:lnTo>
                      <a:pt x="25149" y="22126"/>
                    </a:lnTo>
                    <a:lnTo>
                      <a:pt x="22712" y="23790"/>
                    </a:lnTo>
                    <a:lnTo>
                      <a:pt x="20415" y="25477"/>
                    </a:lnTo>
                    <a:lnTo>
                      <a:pt x="18188" y="27235"/>
                    </a:lnTo>
                    <a:lnTo>
                      <a:pt x="16102" y="29016"/>
                    </a:lnTo>
                    <a:lnTo>
                      <a:pt x="14133" y="30845"/>
                    </a:lnTo>
                    <a:lnTo>
                      <a:pt x="12282" y="32696"/>
                    </a:lnTo>
                    <a:lnTo>
                      <a:pt x="10571" y="34595"/>
                    </a:lnTo>
                    <a:lnTo>
                      <a:pt x="8953" y="36540"/>
                    </a:lnTo>
                    <a:lnTo>
                      <a:pt x="7477" y="38485"/>
                    </a:lnTo>
                    <a:lnTo>
                      <a:pt x="6141" y="40478"/>
                    </a:lnTo>
                    <a:lnTo>
                      <a:pt x="4922" y="42470"/>
                    </a:lnTo>
                    <a:lnTo>
                      <a:pt x="3820" y="44509"/>
                    </a:lnTo>
                    <a:lnTo>
                      <a:pt x="2859" y="46548"/>
                    </a:lnTo>
                    <a:lnTo>
                      <a:pt x="2039" y="48611"/>
                    </a:lnTo>
                    <a:lnTo>
                      <a:pt x="1359" y="50697"/>
                    </a:lnTo>
                    <a:lnTo>
                      <a:pt x="820" y="52783"/>
                    </a:lnTo>
                    <a:lnTo>
                      <a:pt x="398" y="54892"/>
                    </a:lnTo>
                    <a:lnTo>
                      <a:pt x="141" y="57002"/>
                    </a:lnTo>
                    <a:lnTo>
                      <a:pt x="0" y="59111"/>
                    </a:lnTo>
                    <a:lnTo>
                      <a:pt x="0" y="61220"/>
                    </a:lnTo>
                    <a:lnTo>
                      <a:pt x="141" y="63330"/>
                    </a:lnTo>
                    <a:lnTo>
                      <a:pt x="398" y="65439"/>
                    </a:lnTo>
                    <a:lnTo>
                      <a:pt x="820" y="67549"/>
                    </a:lnTo>
                    <a:lnTo>
                      <a:pt x="1359" y="69635"/>
                    </a:lnTo>
                    <a:lnTo>
                      <a:pt x="2039" y="71721"/>
                    </a:lnTo>
                    <a:lnTo>
                      <a:pt x="2859" y="73783"/>
                    </a:lnTo>
                    <a:lnTo>
                      <a:pt x="3820" y="75822"/>
                    </a:lnTo>
                    <a:lnTo>
                      <a:pt x="4922" y="77861"/>
                    </a:lnTo>
                    <a:lnTo>
                      <a:pt x="6141" y="79854"/>
                    </a:lnTo>
                    <a:lnTo>
                      <a:pt x="7477" y="81846"/>
                    </a:lnTo>
                    <a:lnTo>
                      <a:pt x="8953" y="83791"/>
                    </a:lnTo>
                    <a:lnTo>
                      <a:pt x="10571" y="85737"/>
                    </a:lnTo>
                    <a:lnTo>
                      <a:pt x="12282" y="87635"/>
                    </a:lnTo>
                    <a:lnTo>
                      <a:pt x="14133" y="89487"/>
                    </a:lnTo>
                    <a:lnTo>
                      <a:pt x="16102" y="91315"/>
                    </a:lnTo>
                    <a:lnTo>
                      <a:pt x="18188" y="93096"/>
                    </a:lnTo>
                    <a:lnTo>
                      <a:pt x="20415" y="94854"/>
                    </a:lnTo>
                    <a:lnTo>
                      <a:pt x="22712" y="96542"/>
                    </a:lnTo>
                    <a:lnTo>
                      <a:pt x="25149" y="98206"/>
                    </a:lnTo>
                    <a:lnTo>
                      <a:pt x="27680" y="99823"/>
                    </a:lnTo>
                    <a:lnTo>
                      <a:pt x="30306" y="101393"/>
                    </a:lnTo>
                    <a:lnTo>
                      <a:pt x="33048" y="102893"/>
                    </a:lnTo>
                    <a:lnTo>
                      <a:pt x="35884" y="104370"/>
                    </a:lnTo>
                    <a:lnTo>
                      <a:pt x="38814" y="105776"/>
                    </a:lnTo>
                    <a:lnTo>
                      <a:pt x="41837" y="107112"/>
                    </a:lnTo>
                    <a:lnTo>
                      <a:pt x="44931" y="108401"/>
                    </a:lnTo>
                    <a:lnTo>
                      <a:pt x="48118" y="109644"/>
                    </a:lnTo>
                    <a:lnTo>
                      <a:pt x="51376" y="110815"/>
                    </a:lnTo>
                    <a:lnTo>
                      <a:pt x="54728" y="111917"/>
                    </a:lnTo>
                    <a:lnTo>
                      <a:pt x="58127" y="112972"/>
                    </a:lnTo>
                    <a:lnTo>
                      <a:pt x="61595" y="113956"/>
                    </a:lnTo>
                    <a:lnTo>
                      <a:pt x="65135" y="114870"/>
                    </a:lnTo>
                    <a:lnTo>
                      <a:pt x="68744" y="115714"/>
                    </a:lnTo>
                    <a:lnTo>
                      <a:pt x="72377" y="116488"/>
                    </a:lnTo>
                    <a:lnTo>
                      <a:pt x="76080" y="117191"/>
                    </a:lnTo>
                    <a:lnTo>
                      <a:pt x="79807" y="117823"/>
                    </a:lnTo>
                    <a:lnTo>
                      <a:pt x="83580" y="118409"/>
                    </a:lnTo>
                    <a:lnTo>
                      <a:pt x="87401" y="118902"/>
                    </a:lnTo>
                    <a:lnTo>
                      <a:pt x="91245" y="119324"/>
                    </a:lnTo>
                    <a:lnTo>
                      <a:pt x="95112" y="119675"/>
                    </a:lnTo>
                    <a:lnTo>
                      <a:pt x="99003" y="119956"/>
                    </a:lnTo>
                    <a:lnTo>
                      <a:pt x="102917" y="120144"/>
                    </a:lnTo>
                    <a:lnTo>
                      <a:pt x="106831" y="120284"/>
                    </a:lnTo>
                    <a:lnTo>
                      <a:pt x="110745" y="120331"/>
                    </a:lnTo>
                    <a:lnTo>
                      <a:pt x="114659" y="120308"/>
                    </a:lnTo>
                    <a:lnTo>
                      <a:pt x="118574" y="120214"/>
                    </a:lnTo>
                    <a:lnTo>
                      <a:pt x="122488" y="120050"/>
                    </a:lnTo>
                    <a:lnTo>
                      <a:pt x="126402" y="119816"/>
                    </a:lnTo>
                    <a:lnTo>
                      <a:pt x="130269" y="119511"/>
                    </a:lnTo>
                    <a:lnTo>
                      <a:pt x="134136" y="119113"/>
                    </a:lnTo>
                    <a:lnTo>
                      <a:pt x="137957" y="118667"/>
                    </a:lnTo>
                    <a:lnTo>
                      <a:pt x="141754" y="118128"/>
                    </a:lnTo>
                    <a:lnTo>
                      <a:pt x="145504" y="117519"/>
                    </a:lnTo>
                    <a:lnTo>
                      <a:pt x="149231" y="116839"/>
                    </a:lnTo>
                    <a:lnTo>
                      <a:pt x="152910" y="116113"/>
                    </a:lnTo>
                    <a:lnTo>
                      <a:pt x="156520" y="115292"/>
                    </a:lnTo>
                    <a:lnTo>
                      <a:pt x="160082" y="114402"/>
                    </a:lnTo>
                    <a:lnTo>
                      <a:pt x="163598" y="113464"/>
                    </a:lnTo>
                    <a:lnTo>
                      <a:pt x="167044" y="112456"/>
                    </a:lnTo>
                    <a:lnTo>
                      <a:pt x="170395" y="111378"/>
                    </a:lnTo>
                    <a:lnTo>
                      <a:pt x="173700" y="110230"/>
                    </a:lnTo>
                    <a:lnTo>
                      <a:pt x="176934" y="109034"/>
                    </a:lnTo>
                    <a:lnTo>
                      <a:pt x="180075" y="107769"/>
                    </a:lnTo>
                    <a:lnTo>
                      <a:pt x="183146" y="106456"/>
                    </a:lnTo>
                    <a:lnTo>
                      <a:pt x="186099" y="105073"/>
                    </a:lnTo>
                    <a:lnTo>
                      <a:pt x="188982" y="103643"/>
                    </a:lnTo>
                    <a:lnTo>
                      <a:pt x="191771" y="102143"/>
                    </a:lnTo>
                    <a:lnTo>
                      <a:pt x="194466" y="100620"/>
                    </a:lnTo>
                    <a:lnTo>
                      <a:pt x="197044" y="99026"/>
                    </a:lnTo>
                    <a:lnTo>
                      <a:pt x="199529" y="97385"/>
                    </a:lnTo>
                    <a:lnTo>
                      <a:pt x="201896" y="95698"/>
                    </a:lnTo>
                    <a:lnTo>
                      <a:pt x="204170" y="93987"/>
                    </a:lnTo>
                    <a:lnTo>
                      <a:pt x="206302" y="92206"/>
                    </a:lnTo>
                    <a:lnTo>
                      <a:pt x="208342" y="90401"/>
                    </a:lnTo>
                    <a:lnTo>
                      <a:pt x="210240" y="88549"/>
                    </a:lnTo>
                    <a:lnTo>
                      <a:pt x="212045" y="86674"/>
                    </a:lnTo>
                    <a:lnTo>
                      <a:pt x="213709" y="84776"/>
                    </a:lnTo>
                    <a:lnTo>
                      <a:pt x="215256" y="82830"/>
                    </a:lnTo>
                    <a:lnTo>
                      <a:pt x="216662" y="80862"/>
                    </a:lnTo>
                    <a:lnTo>
                      <a:pt x="217951" y="78869"/>
                    </a:lnTo>
                    <a:lnTo>
                      <a:pt x="219100" y="76830"/>
                    </a:lnTo>
                    <a:lnTo>
                      <a:pt x="220108" y="74791"/>
                    </a:lnTo>
                    <a:lnTo>
                      <a:pt x="220998" y="72752"/>
                    </a:lnTo>
                    <a:lnTo>
                      <a:pt x="221748" y="70666"/>
                    </a:lnTo>
                    <a:lnTo>
                      <a:pt x="222381" y="68580"/>
                    </a:lnTo>
                    <a:lnTo>
                      <a:pt x="222850" y="66494"/>
                    </a:lnTo>
                    <a:lnTo>
                      <a:pt x="223201" y="64385"/>
                    </a:lnTo>
                    <a:lnTo>
                      <a:pt x="223412" y="62275"/>
                    </a:lnTo>
                    <a:close/>
                  </a:path>
                </a:pathLst>
              </a:custGeom>
              <a:solidFill>
                <a:srgbClr val="D7C2F0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66" name="Graphic 6">
                <a:extLst>
                  <a:ext uri="{FF2B5EF4-FFF2-40B4-BE49-F238E27FC236}">
                    <a16:creationId xmlns:a16="http://schemas.microsoft.com/office/drawing/2014/main" id="{4C804863-E2CD-CFB9-D705-03FED33C1229}"/>
                  </a:ext>
                </a:extLst>
              </p:cNvPr>
              <p:cNvGrpSpPr/>
              <p:nvPr/>
            </p:nvGrpSpPr>
            <p:grpSpPr>
              <a:xfrm>
                <a:off x="3277900" y="1720771"/>
                <a:ext cx="186942" cy="50907"/>
                <a:chOff x="-3596217" y="4447356"/>
                <a:chExt cx="186942" cy="50907"/>
              </a:xfrm>
              <a:solidFill>
                <a:srgbClr val="000000"/>
              </a:solidFill>
            </p:grpSpPr>
            <p:sp>
              <p:nvSpPr>
                <p:cNvPr id="3367" name="Freeform 3366">
                  <a:extLst>
                    <a:ext uri="{FF2B5EF4-FFF2-40B4-BE49-F238E27FC236}">
                      <a16:creationId xmlns:a16="http://schemas.microsoft.com/office/drawing/2014/main" id="{054D3745-38AC-E398-57DE-79AE3513DDD9}"/>
                    </a:ext>
                  </a:extLst>
                </p:cNvPr>
                <p:cNvSpPr/>
                <p:nvPr/>
              </p:nvSpPr>
              <p:spPr>
                <a:xfrm>
                  <a:off x="-3596217" y="4447356"/>
                  <a:ext cx="33094" cy="49313"/>
                </a:xfrm>
                <a:custGeom>
                  <a:avLst/>
                  <a:gdLst>
                    <a:gd name="csX0" fmla="*/ 10018 w 33094"/>
                    <a:gd name="csY0" fmla="*/ 27258 h 49313"/>
                    <a:gd name="csX1" fmla="*/ 10018 w 33094"/>
                    <a:gd name="csY1" fmla="*/ 257 h 49313"/>
                    <a:gd name="csX2" fmla="*/ 549 w 33094"/>
                    <a:gd name="csY2" fmla="*/ 257 h 49313"/>
                    <a:gd name="csX3" fmla="*/ 549 w 33094"/>
                    <a:gd name="csY3" fmla="*/ 49571 h 49313"/>
                    <a:gd name="csX4" fmla="*/ 10018 w 33094"/>
                    <a:gd name="csY4" fmla="*/ 49571 h 49313"/>
                    <a:gd name="csX5" fmla="*/ 10018 w 33094"/>
                    <a:gd name="csY5" fmla="*/ 37571 h 49313"/>
                    <a:gd name="csX6" fmla="*/ 13768 w 33094"/>
                    <a:gd name="csY6" fmla="*/ 33446 h 49313"/>
                    <a:gd name="csX7" fmla="*/ 22487 w 33094"/>
                    <a:gd name="csY7" fmla="*/ 49571 h 49313"/>
                    <a:gd name="csX8" fmla="*/ 33643 w 33094"/>
                    <a:gd name="csY8" fmla="*/ 49571 h 49313"/>
                    <a:gd name="csX9" fmla="*/ 20237 w 33094"/>
                    <a:gd name="csY9" fmla="*/ 26789 h 49313"/>
                    <a:gd name="csX10" fmla="*/ 32706 w 33094"/>
                    <a:gd name="csY10" fmla="*/ 13008 h 49313"/>
                    <a:gd name="csX11" fmla="*/ 21924 w 33094"/>
                    <a:gd name="csY11" fmla="*/ 13008 h 49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094" h="49313">
                      <a:moveTo>
                        <a:pt x="10018" y="27258"/>
                      </a:moveTo>
                      <a:lnTo>
                        <a:pt x="10018" y="257"/>
                      </a:lnTo>
                      <a:lnTo>
                        <a:pt x="549" y="257"/>
                      </a:lnTo>
                      <a:lnTo>
                        <a:pt x="549" y="49571"/>
                      </a:lnTo>
                      <a:lnTo>
                        <a:pt x="10018" y="49571"/>
                      </a:lnTo>
                      <a:lnTo>
                        <a:pt x="10018" y="37571"/>
                      </a:lnTo>
                      <a:lnTo>
                        <a:pt x="13768" y="33446"/>
                      </a:lnTo>
                      <a:lnTo>
                        <a:pt x="22487" y="49571"/>
                      </a:lnTo>
                      <a:lnTo>
                        <a:pt x="33643" y="49571"/>
                      </a:lnTo>
                      <a:lnTo>
                        <a:pt x="20237" y="26789"/>
                      </a:lnTo>
                      <a:lnTo>
                        <a:pt x="32706" y="13008"/>
                      </a:lnTo>
                      <a:lnTo>
                        <a:pt x="21924" y="130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8" name="Freeform 3367">
                  <a:extLst>
                    <a:ext uri="{FF2B5EF4-FFF2-40B4-BE49-F238E27FC236}">
                      <a16:creationId xmlns:a16="http://schemas.microsoft.com/office/drawing/2014/main" id="{AF55EA2C-91A7-CA2B-E5E2-1358152ADF6F}"/>
                    </a:ext>
                  </a:extLst>
                </p:cNvPr>
                <p:cNvSpPr/>
                <p:nvPr/>
              </p:nvSpPr>
              <p:spPr>
                <a:xfrm>
                  <a:off x="-3561904" y="4459544"/>
                  <a:ext cx="33000" cy="38719"/>
                </a:xfrm>
                <a:custGeom>
                  <a:avLst/>
                  <a:gdLst>
                    <a:gd name="csX0" fmla="*/ 33555 w 33000"/>
                    <a:gd name="csY0" fmla="*/ 14508 h 38719"/>
                    <a:gd name="csX1" fmla="*/ 17805 w 33000"/>
                    <a:gd name="csY1" fmla="*/ 257 h 38719"/>
                    <a:gd name="csX2" fmla="*/ 555 w 33000"/>
                    <a:gd name="csY2" fmla="*/ 19852 h 38719"/>
                    <a:gd name="csX3" fmla="*/ 17617 w 33000"/>
                    <a:gd name="csY3" fmla="*/ 38977 h 38719"/>
                    <a:gd name="csX4" fmla="*/ 33555 w 33000"/>
                    <a:gd name="csY4" fmla="*/ 24727 h 38719"/>
                    <a:gd name="csX5" fmla="*/ 24461 w 33000"/>
                    <a:gd name="csY5" fmla="*/ 24727 h 38719"/>
                    <a:gd name="csX6" fmla="*/ 17617 w 33000"/>
                    <a:gd name="csY6" fmla="*/ 31290 h 38719"/>
                    <a:gd name="csX7" fmla="*/ 10024 w 33000"/>
                    <a:gd name="csY7" fmla="*/ 19852 h 38719"/>
                    <a:gd name="csX8" fmla="*/ 11805 w 33000"/>
                    <a:gd name="csY8" fmla="*/ 10945 h 38719"/>
                    <a:gd name="csX9" fmla="*/ 17711 w 33000"/>
                    <a:gd name="csY9" fmla="*/ 7851 h 38719"/>
                    <a:gd name="csX10" fmla="*/ 24461 w 33000"/>
                    <a:gd name="csY10" fmla="*/ 14508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000" h="38719">
                      <a:moveTo>
                        <a:pt x="33555" y="14508"/>
                      </a:moveTo>
                      <a:cubicBezTo>
                        <a:pt x="32899" y="5601"/>
                        <a:pt x="26993" y="257"/>
                        <a:pt x="17805" y="257"/>
                      </a:cubicBezTo>
                      <a:cubicBezTo>
                        <a:pt x="6836" y="257"/>
                        <a:pt x="555" y="7383"/>
                        <a:pt x="555" y="19852"/>
                      </a:cubicBezTo>
                      <a:cubicBezTo>
                        <a:pt x="555" y="31946"/>
                        <a:pt x="6836" y="38977"/>
                        <a:pt x="17617" y="38977"/>
                      </a:cubicBezTo>
                      <a:cubicBezTo>
                        <a:pt x="26524" y="38977"/>
                        <a:pt x="32618" y="33446"/>
                        <a:pt x="33555" y="24727"/>
                      </a:cubicBezTo>
                      <a:lnTo>
                        <a:pt x="24461" y="24727"/>
                      </a:lnTo>
                      <a:cubicBezTo>
                        <a:pt x="23336" y="29508"/>
                        <a:pt x="21461" y="31290"/>
                        <a:pt x="17617" y="31290"/>
                      </a:cubicBezTo>
                      <a:cubicBezTo>
                        <a:pt x="12836" y="31290"/>
                        <a:pt x="10024" y="27071"/>
                        <a:pt x="10024" y="19852"/>
                      </a:cubicBezTo>
                      <a:cubicBezTo>
                        <a:pt x="10024" y="16289"/>
                        <a:pt x="10680" y="13195"/>
                        <a:pt x="11805" y="10945"/>
                      </a:cubicBezTo>
                      <a:cubicBezTo>
                        <a:pt x="12930" y="8976"/>
                        <a:pt x="14992" y="7851"/>
                        <a:pt x="17711" y="7851"/>
                      </a:cubicBezTo>
                      <a:cubicBezTo>
                        <a:pt x="21555" y="7851"/>
                        <a:pt x="23430" y="9726"/>
                        <a:pt x="24461" y="1450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69" name="Freeform 3368">
                  <a:extLst>
                    <a:ext uri="{FF2B5EF4-FFF2-40B4-BE49-F238E27FC236}">
                      <a16:creationId xmlns:a16="http://schemas.microsoft.com/office/drawing/2014/main" id="{4590C9DF-46ED-2CF2-0A3A-2FC8B9DBEF44}"/>
                    </a:ext>
                  </a:extLst>
                </p:cNvPr>
                <p:cNvSpPr/>
                <p:nvPr/>
              </p:nvSpPr>
              <p:spPr>
                <a:xfrm>
                  <a:off x="-3524028" y="4459544"/>
                  <a:ext cx="32719" cy="37126"/>
                </a:xfrm>
                <a:custGeom>
                  <a:avLst/>
                  <a:gdLst>
                    <a:gd name="csX0" fmla="*/ 561 w 32719"/>
                    <a:gd name="csY0" fmla="*/ 820 h 37126"/>
                    <a:gd name="csX1" fmla="*/ 561 w 32719"/>
                    <a:gd name="csY1" fmla="*/ 37383 h 37126"/>
                    <a:gd name="csX2" fmla="*/ 10123 w 32719"/>
                    <a:gd name="csY2" fmla="*/ 37383 h 37126"/>
                    <a:gd name="csX3" fmla="*/ 10123 w 32719"/>
                    <a:gd name="csY3" fmla="*/ 15445 h 37126"/>
                    <a:gd name="csX4" fmla="*/ 17717 w 32719"/>
                    <a:gd name="csY4" fmla="*/ 8320 h 37126"/>
                    <a:gd name="csX5" fmla="*/ 23811 w 32719"/>
                    <a:gd name="csY5" fmla="*/ 14883 h 37126"/>
                    <a:gd name="csX6" fmla="*/ 23811 w 32719"/>
                    <a:gd name="csY6" fmla="*/ 37383 h 37126"/>
                    <a:gd name="csX7" fmla="*/ 33280 w 32719"/>
                    <a:gd name="csY7" fmla="*/ 37383 h 37126"/>
                    <a:gd name="csX8" fmla="*/ 33280 w 32719"/>
                    <a:gd name="csY8" fmla="*/ 12914 h 37126"/>
                    <a:gd name="csX9" fmla="*/ 21092 w 32719"/>
                    <a:gd name="csY9" fmla="*/ 257 h 37126"/>
                    <a:gd name="csX10" fmla="*/ 10123 w 32719"/>
                    <a:gd name="csY10" fmla="*/ 6070 h 37126"/>
                    <a:gd name="csX11" fmla="*/ 10123 w 32719"/>
                    <a:gd name="csY11" fmla="*/ 820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561" y="820"/>
                      </a:moveTo>
                      <a:lnTo>
                        <a:pt x="561" y="37383"/>
                      </a:lnTo>
                      <a:lnTo>
                        <a:pt x="10123" y="37383"/>
                      </a:lnTo>
                      <a:lnTo>
                        <a:pt x="10123" y="15445"/>
                      </a:lnTo>
                      <a:cubicBezTo>
                        <a:pt x="10123" y="11133"/>
                        <a:pt x="13030" y="8320"/>
                        <a:pt x="17717" y="8320"/>
                      </a:cubicBezTo>
                      <a:cubicBezTo>
                        <a:pt x="21749" y="8320"/>
                        <a:pt x="23811" y="10476"/>
                        <a:pt x="23811" y="14883"/>
                      </a:cubicBezTo>
                      <a:lnTo>
                        <a:pt x="23811" y="37383"/>
                      </a:lnTo>
                      <a:lnTo>
                        <a:pt x="33280" y="37383"/>
                      </a:lnTo>
                      <a:lnTo>
                        <a:pt x="33280" y="12914"/>
                      </a:lnTo>
                      <a:cubicBezTo>
                        <a:pt x="33280" y="4758"/>
                        <a:pt x="28874" y="257"/>
                        <a:pt x="21092" y="257"/>
                      </a:cubicBezTo>
                      <a:cubicBezTo>
                        <a:pt x="16123" y="257"/>
                        <a:pt x="12748" y="1945"/>
                        <a:pt x="10123" y="6070"/>
                      </a:cubicBezTo>
                      <a:lnTo>
                        <a:pt x="10123" y="8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0" name="Freeform 3369">
                  <a:extLst>
                    <a:ext uri="{FF2B5EF4-FFF2-40B4-BE49-F238E27FC236}">
                      <a16:creationId xmlns:a16="http://schemas.microsoft.com/office/drawing/2014/main" id="{0D93DBB1-1883-6A1A-729E-12FFE376A649}"/>
                    </a:ext>
                  </a:extLst>
                </p:cNvPr>
                <p:cNvSpPr/>
                <p:nvPr/>
              </p:nvSpPr>
              <p:spPr>
                <a:xfrm>
                  <a:off x="-3484277" y="4447356"/>
                  <a:ext cx="34875" cy="50907"/>
                </a:xfrm>
                <a:custGeom>
                  <a:avLst/>
                  <a:gdLst>
                    <a:gd name="csX0" fmla="*/ 25974 w 34875"/>
                    <a:gd name="csY0" fmla="*/ 49571 h 50907"/>
                    <a:gd name="csX1" fmla="*/ 35443 w 34875"/>
                    <a:gd name="csY1" fmla="*/ 49571 h 50907"/>
                    <a:gd name="csX2" fmla="*/ 35443 w 34875"/>
                    <a:gd name="csY2" fmla="*/ 257 h 50907"/>
                    <a:gd name="csX3" fmla="*/ 25974 w 34875"/>
                    <a:gd name="csY3" fmla="*/ 257 h 50907"/>
                    <a:gd name="csX4" fmla="*/ 25974 w 34875"/>
                    <a:gd name="csY4" fmla="*/ 17789 h 50907"/>
                    <a:gd name="csX5" fmla="*/ 15943 w 34875"/>
                    <a:gd name="csY5" fmla="*/ 12445 h 50907"/>
                    <a:gd name="csX6" fmla="*/ 568 w 34875"/>
                    <a:gd name="csY6" fmla="*/ 31852 h 50907"/>
                    <a:gd name="csX7" fmla="*/ 4505 w 34875"/>
                    <a:gd name="csY7" fmla="*/ 45352 h 50907"/>
                    <a:gd name="csX8" fmla="*/ 15943 w 34875"/>
                    <a:gd name="csY8" fmla="*/ 51165 h 50907"/>
                    <a:gd name="csX9" fmla="*/ 25974 w 34875"/>
                    <a:gd name="csY9" fmla="*/ 45821 h 50907"/>
                    <a:gd name="csX10" fmla="*/ 18005 w 34875"/>
                    <a:gd name="csY10" fmla="*/ 20320 h 50907"/>
                    <a:gd name="csX11" fmla="*/ 25974 w 34875"/>
                    <a:gd name="csY11" fmla="*/ 31946 h 50907"/>
                    <a:gd name="csX12" fmla="*/ 18005 w 34875"/>
                    <a:gd name="csY12" fmla="*/ 43196 h 50907"/>
                    <a:gd name="csX13" fmla="*/ 10037 w 34875"/>
                    <a:gd name="csY13" fmla="*/ 31852 h 50907"/>
                    <a:gd name="csX14" fmla="*/ 18005 w 34875"/>
                    <a:gd name="csY14" fmla="*/ 20320 h 509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4875" h="50907">
                      <a:moveTo>
                        <a:pt x="25974" y="49571"/>
                      </a:moveTo>
                      <a:lnTo>
                        <a:pt x="35443" y="49571"/>
                      </a:lnTo>
                      <a:lnTo>
                        <a:pt x="35443" y="257"/>
                      </a:lnTo>
                      <a:lnTo>
                        <a:pt x="25974" y="257"/>
                      </a:lnTo>
                      <a:lnTo>
                        <a:pt x="25974" y="17789"/>
                      </a:lnTo>
                      <a:cubicBezTo>
                        <a:pt x="23631" y="14133"/>
                        <a:pt x="20537" y="12445"/>
                        <a:pt x="15943" y="12445"/>
                      </a:cubicBezTo>
                      <a:cubicBezTo>
                        <a:pt x="7224" y="12445"/>
                        <a:pt x="568" y="20789"/>
                        <a:pt x="568" y="31852"/>
                      </a:cubicBezTo>
                      <a:cubicBezTo>
                        <a:pt x="568" y="36821"/>
                        <a:pt x="2068" y="41790"/>
                        <a:pt x="4505" y="45352"/>
                      </a:cubicBezTo>
                      <a:cubicBezTo>
                        <a:pt x="7036" y="48915"/>
                        <a:pt x="11443" y="51165"/>
                        <a:pt x="15943" y="51165"/>
                      </a:cubicBezTo>
                      <a:cubicBezTo>
                        <a:pt x="20537" y="51165"/>
                        <a:pt x="23631" y="49478"/>
                        <a:pt x="25974" y="45821"/>
                      </a:cubicBezTo>
                      <a:close/>
                      <a:moveTo>
                        <a:pt x="18005" y="20320"/>
                      </a:moveTo>
                      <a:cubicBezTo>
                        <a:pt x="22787" y="20320"/>
                        <a:pt x="25974" y="24914"/>
                        <a:pt x="25974" y="31946"/>
                      </a:cubicBezTo>
                      <a:cubicBezTo>
                        <a:pt x="25974" y="38602"/>
                        <a:pt x="22787" y="43196"/>
                        <a:pt x="18005" y="43196"/>
                      </a:cubicBezTo>
                      <a:cubicBezTo>
                        <a:pt x="13318" y="43196"/>
                        <a:pt x="10037" y="38508"/>
                        <a:pt x="10037" y="31852"/>
                      </a:cubicBezTo>
                      <a:cubicBezTo>
                        <a:pt x="10037" y="25008"/>
                        <a:pt x="13318" y="20320"/>
                        <a:pt x="18005" y="2032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1" name="Freeform 3370">
                  <a:extLst>
                    <a:ext uri="{FF2B5EF4-FFF2-40B4-BE49-F238E27FC236}">
                      <a16:creationId xmlns:a16="http://schemas.microsoft.com/office/drawing/2014/main" id="{75D075A6-5D43-E1B8-9621-87D402882411}"/>
                    </a:ext>
                  </a:extLst>
                </p:cNvPr>
                <p:cNvSpPr/>
                <p:nvPr/>
              </p:nvSpPr>
              <p:spPr>
                <a:xfrm>
                  <a:off x="-3442275" y="4447637"/>
                  <a:ext cx="33000" cy="50626"/>
                </a:xfrm>
                <a:custGeom>
                  <a:avLst/>
                  <a:gdLst>
                    <a:gd name="csX0" fmla="*/ 13325 w 33000"/>
                    <a:gd name="csY0" fmla="*/ 27821 h 50626"/>
                    <a:gd name="csX1" fmla="*/ 18856 w 33000"/>
                    <a:gd name="csY1" fmla="*/ 28289 h 50626"/>
                    <a:gd name="csX2" fmla="*/ 24013 w 33000"/>
                    <a:gd name="csY2" fmla="*/ 35508 h 50626"/>
                    <a:gd name="csX3" fmla="*/ 16981 w 33000"/>
                    <a:gd name="csY3" fmla="*/ 42727 h 50626"/>
                    <a:gd name="csX4" fmla="*/ 9762 w 33000"/>
                    <a:gd name="csY4" fmla="*/ 35227 h 50626"/>
                    <a:gd name="csX5" fmla="*/ 575 w 33000"/>
                    <a:gd name="csY5" fmla="*/ 35227 h 50626"/>
                    <a:gd name="csX6" fmla="*/ 16700 w 33000"/>
                    <a:gd name="csY6" fmla="*/ 50884 h 50626"/>
                    <a:gd name="csX7" fmla="*/ 33575 w 33000"/>
                    <a:gd name="csY7" fmla="*/ 35508 h 50626"/>
                    <a:gd name="csX8" fmla="*/ 25700 w 33000"/>
                    <a:gd name="csY8" fmla="*/ 23602 h 50626"/>
                    <a:gd name="csX9" fmla="*/ 31982 w 33000"/>
                    <a:gd name="csY9" fmla="*/ 13383 h 50626"/>
                    <a:gd name="csX10" fmla="*/ 16700 w 33000"/>
                    <a:gd name="csY10" fmla="*/ 257 h 50626"/>
                    <a:gd name="csX11" fmla="*/ 2356 w 33000"/>
                    <a:gd name="csY11" fmla="*/ 8508 h 50626"/>
                    <a:gd name="csX12" fmla="*/ 1137 w 33000"/>
                    <a:gd name="csY12" fmla="*/ 16383 h 50626"/>
                    <a:gd name="csX13" fmla="*/ 9950 w 33000"/>
                    <a:gd name="csY13" fmla="*/ 16383 h 50626"/>
                    <a:gd name="csX14" fmla="*/ 10700 w 33000"/>
                    <a:gd name="csY14" fmla="*/ 11320 h 50626"/>
                    <a:gd name="csX15" fmla="*/ 16512 w 33000"/>
                    <a:gd name="csY15" fmla="*/ 7945 h 50626"/>
                    <a:gd name="csX16" fmla="*/ 22513 w 33000"/>
                    <a:gd name="csY16" fmla="*/ 14227 h 50626"/>
                    <a:gd name="csX17" fmla="*/ 14075 w 33000"/>
                    <a:gd name="csY17" fmla="*/ 21446 h 50626"/>
                    <a:gd name="csX18" fmla="*/ 13325 w 33000"/>
                    <a:gd name="csY18" fmla="*/ 21446 h 506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000" h="50626">
                      <a:moveTo>
                        <a:pt x="13325" y="27821"/>
                      </a:moveTo>
                      <a:cubicBezTo>
                        <a:pt x="16981" y="27821"/>
                        <a:pt x="17169" y="27821"/>
                        <a:pt x="18856" y="28289"/>
                      </a:cubicBezTo>
                      <a:cubicBezTo>
                        <a:pt x="22044" y="29227"/>
                        <a:pt x="24013" y="31946"/>
                        <a:pt x="24013" y="35508"/>
                      </a:cubicBezTo>
                      <a:cubicBezTo>
                        <a:pt x="24013" y="39727"/>
                        <a:pt x="21106" y="42727"/>
                        <a:pt x="16981" y="42727"/>
                      </a:cubicBezTo>
                      <a:cubicBezTo>
                        <a:pt x="12481" y="42727"/>
                        <a:pt x="10044" y="40196"/>
                        <a:pt x="9762" y="35227"/>
                      </a:cubicBezTo>
                      <a:lnTo>
                        <a:pt x="575" y="35227"/>
                      </a:lnTo>
                      <a:cubicBezTo>
                        <a:pt x="668" y="44790"/>
                        <a:pt x="6856" y="50884"/>
                        <a:pt x="16700" y="50884"/>
                      </a:cubicBezTo>
                      <a:cubicBezTo>
                        <a:pt x="27013" y="50884"/>
                        <a:pt x="33575" y="44790"/>
                        <a:pt x="33575" y="35508"/>
                      </a:cubicBezTo>
                      <a:cubicBezTo>
                        <a:pt x="33575" y="29883"/>
                        <a:pt x="31138" y="26227"/>
                        <a:pt x="25700" y="23602"/>
                      </a:cubicBezTo>
                      <a:cubicBezTo>
                        <a:pt x="30107" y="20789"/>
                        <a:pt x="31982" y="17789"/>
                        <a:pt x="31982" y="13383"/>
                      </a:cubicBezTo>
                      <a:cubicBezTo>
                        <a:pt x="31982" y="5320"/>
                        <a:pt x="25981" y="257"/>
                        <a:pt x="16700" y="257"/>
                      </a:cubicBezTo>
                      <a:cubicBezTo>
                        <a:pt x="9762" y="257"/>
                        <a:pt x="4418" y="3351"/>
                        <a:pt x="2356" y="8508"/>
                      </a:cubicBezTo>
                      <a:cubicBezTo>
                        <a:pt x="1418" y="10851"/>
                        <a:pt x="1137" y="12445"/>
                        <a:pt x="1137" y="16383"/>
                      </a:cubicBezTo>
                      <a:lnTo>
                        <a:pt x="9950" y="16383"/>
                      </a:lnTo>
                      <a:cubicBezTo>
                        <a:pt x="10044" y="13852"/>
                        <a:pt x="10231" y="12539"/>
                        <a:pt x="10700" y="11320"/>
                      </a:cubicBezTo>
                      <a:cubicBezTo>
                        <a:pt x="11637" y="9258"/>
                        <a:pt x="13794" y="7945"/>
                        <a:pt x="16512" y="7945"/>
                      </a:cubicBezTo>
                      <a:cubicBezTo>
                        <a:pt x="20356" y="7945"/>
                        <a:pt x="22513" y="10195"/>
                        <a:pt x="22513" y="14227"/>
                      </a:cubicBezTo>
                      <a:cubicBezTo>
                        <a:pt x="22513" y="19102"/>
                        <a:pt x="19700" y="21446"/>
                        <a:pt x="14075" y="21446"/>
                      </a:cubicBezTo>
                      <a:lnTo>
                        <a:pt x="13325" y="2144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72" name="Freeform 3371">
                <a:extLst>
                  <a:ext uri="{FF2B5EF4-FFF2-40B4-BE49-F238E27FC236}">
                    <a16:creationId xmlns:a16="http://schemas.microsoft.com/office/drawing/2014/main" id="{22834680-BFA8-9212-09FE-6231914084CA}"/>
                  </a:ext>
                </a:extLst>
              </p:cNvPr>
              <p:cNvSpPr/>
              <p:nvPr/>
            </p:nvSpPr>
            <p:spPr>
              <a:xfrm>
                <a:off x="3987818" y="2829480"/>
                <a:ext cx="279445" cy="154905"/>
              </a:xfrm>
              <a:custGeom>
                <a:avLst/>
                <a:gdLst>
                  <a:gd name="csX0" fmla="*/ 263585 w 263585"/>
                  <a:gd name="csY0" fmla="*/ 73057 h 146113"/>
                  <a:gd name="csX1" fmla="*/ 263515 w 263585"/>
                  <a:gd name="csY1" fmla="*/ 70502 h 146113"/>
                  <a:gd name="csX2" fmla="*/ 263257 w 263585"/>
                  <a:gd name="csY2" fmla="*/ 67924 h 146113"/>
                  <a:gd name="csX3" fmla="*/ 262859 w 263585"/>
                  <a:gd name="csY3" fmla="*/ 65369 h 146113"/>
                  <a:gd name="csX4" fmla="*/ 262296 w 263585"/>
                  <a:gd name="csY4" fmla="*/ 62838 h 146113"/>
                  <a:gd name="csX5" fmla="*/ 261570 w 263585"/>
                  <a:gd name="csY5" fmla="*/ 60306 h 146113"/>
                  <a:gd name="csX6" fmla="*/ 260679 w 263585"/>
                  <a:gd name="csY6" fmla="*/ 57775 h 146113"/>
                  <a:gd name="csX7" fmla="*/ 259624 w 263585"/>
                  <a:gd name="csY7" fmla="*/ 55291 h 146113"/>
                  <a:gd name="csX8" fmla="*/ 258429 w 263585"/>
                  <a:gd name="csY8" fmla="*/ 52806 h 146113"/>
                  <a:gd name="csX9" fmla="*/ 257069 w 263585"/>
                  <a:gd name="csY9" fmla="*/ 50369 h 146113"/>
                  <a:gd name="csX10" fmla="*/ 255546 w 263585"/>
                  <a:gd name="csY10" fmla="*/ 47931 h 146113"/>
                  <a:gd name="csX11" fmla="*/ 253882 w 263585"/>
                  <a:gd name="csY11" fmla="*/ 45540 h 146113"/>
                  <a:gd name="csX12" fmla="*/ 252077 w 263585"/>
                  <a:gd name="csY12" fmla="*/ 43173 h 146113"/>
                  <a:gd name="csX13" fmla="*/ 250108 w 263585"/>
                  <a:gd name="csY13" fmla="*/ 40853 h 146113"/>
                  <a:gd name="csX14" fmla="*/ 247999 w 263585"/>
                  <a:gd name="csY14" fmla="*/ 38579 h 146113"/>
                  <a:gd name="csX15" fmla="*/ 245749 w 263585"/>
                  <a:gd name="csY15" fmla="*/ 36329 h 146113"/>
                  <a:gd name="csX16" fmla="*/ 243335 w 263585"/>
                  <a:gd name="csY16" fmla="*/ 34149 h 146113"/>
                  <a:gd name="csX17" fmla="*/ 240803 w 263585"/>
                  <a:gd name="csY17" fmla="*/ 31993 h 146113"/>
                  <a:gd name="csX18" fmla="*/ 238155 w 263585"/>
                  <a:gd name="csY18" fmla="*/ 29907 h 146113"/>
                  <a:gd name="csX19" fmla="*/ 235342 w 263585"/>
                  <a:gd name="csY19" fmla="*/ 27868 h 146113"/>
                  <a:gd name="csX20" fmla="*/ 232413 w 263585"/>
                  <a:gd name="csY20" fmla="*/ 25876 h 146113"/>
                  <a:gd name="csX21" fmla="*/ 229366 w 263585"/>
                  <a:gd name="csY21" fmla="*/ 23954 h 146113"/>
                  <a:gd name="csX22" fmla="*/ 226201 w 263585"/>
                  <a:gd name="csY22" fmla="*/ 22079 h 146113"/>
                  <a:gd name="csX23" fmla="*/ 222920 w 263585"/>
                  <a:gd name="csY23" fmla="*/ 20274 h 146113"/>
                  <a:gd name="csX24" fmla="*/ 219522 w 263585"/>
                  <a:gd name="csY24" fmla="*/ 18540 h 146113"/>
                  <a:gd name="csX25" fmla="*/ 216006 w 263585"/>
                  <a:gd name="csY25" fmla="*/ 16852 h 146113"/>
                  <a:gd name="csX26" fmla="*/ 212396 w 263585"/>
                  <a:gd name="csY26" fmla="*/ 15258 h 146113"/>
                  <a:gd name="csX27" fmla="*/ 208693 w 263585"/>
                  <a:gd name="csY27" fmla="*/ 13711 h 146113"/>
                  <a:gd name="csX28" fmla="*/ 204896 w 263585"/>
                  <a:gd name="csY28" fmla="*/ 12258 h 146113"/>
                  <a:gd name="csX29" fmla="*/ 201005 w 263585"/>
                  <a:gd name="csY29" fmla="*/ 10875 h 146113"/>
                  <a:gd name="csX30" fmla="*/ 197021 w 263585"/>
                  <a:gd name="csY30" fmla="*/ 9563 h 146113"/>
                  <a:gd name="csX31" fmla="*/ 192966 w 263585"/>
                  <a:gd name="csY31" fmla="*/ 8344 h 146113"/>
                  <a:gd name="csX32" fmla="*/ 188818 w 263585"/>
                  <a:gd name="csY32" fmla="*/ 7196 h 146113"/>
                  <a:gd name="csX33" fmla="*/ 184622 w 263585"/>
                  <a:gd name="csY33" fmla="*/ 6117 h 146113"/>
                  <a:gd name="csX34" fmla="*/ 180356 w 263585"/>
                  <a:gd name="csY34" fmla="*/ 5133 h 146113"/>
                  <a:gd name="csX35" fmla="*/ 176020 w 263585"/>
                  <a:gd name="csY35" fmla="*/ 4219 h 146113"/>
                  <a:gd name="csX36" fmla="*/ 171637 w 263585"/>
                  <a:gd name="csY36" fmla="*/ 3399 h 146113"/>
                  <a:gd name="csX37" fmla="*/ 167208 w 263585"/>
                  <a:gd name="csY37" fmla="*/ 2672 h 146113"/>
                  <a:gd name="csX38" fmla="*/ 162731 w 263585"/>
                  <a:gd name="csY38" fmla="*/ 2039 h 146113"/>
                  <a:gd name="csX39" fmla="*/ 158207 w 263585"/>
                  <a:gd name="csY39" fmla="*/ 1477 h 146113"/>
                  <a:gd name="csX40" fmla="*/ 153660 w 263585"/>
                  <a:gd name="csY40" fmla="*/ 1008 h 146113"/>
                  <a:gd name="csX41" fmla="*/ 149090 w 263585"/>
                  <a:gd name="csY41" fmla="*/ 633 h 146113"/>
                  <a:gd name="csX42" fmla="*/ 144496 w 263585"/>
                  <a:gd name="csY42" fmla="*/ 328 h 146113"/>
                  <a:gd name="csX43" fmla="*/ 139879 w 263585"/>
                  <a:gd name="csY43" fmla="*/ 117 h 146113"/>
                  <a:gd name="csX44" fmla="*/ 135261 w 263585"/>
                  <a:gd name="csY44" fmla="*/ 23 h 146113"/>
                  <a:gd name="csX45" fmla="*/ 130621 w 263585"/>
                  <a:gd name="csY45" fmla="*/ 0 h 146113"/>
                  <a:gd name="csX46" fmla="*/ 126003 w 263585"/>
                  <a:gd name="csY46" fmla="*/ 70 h 146113"/>
                  <a:gd name="csX47" fmla="*/ 121386 w 263585"/>
                  <a:gd name="csY47" fmla="*/ 211 h 146113"/>
                  <a:gd name="csX48" fmla="*/ 116769 w 263585"/>
                  <a:gd name="csY48" fmla="*/ 469 h 146113"/>
                  <a:gd name="csX49" fmla="*/ 112198 w 263585"/>
                  <a:gd name="csY49" fmla="*/ 797 h 146113"/>
                  <a:gd name="csX50" fmla="*/ 107628 w 263585"/>
                  <a:gd name="csY50" fmla="*/ 1219 h 146113"/>
                  <a:gd name="csX51" fmla="*/ 103104 w 263585"/>
                  <a:gd name="csY51" fmla="*/ 1734 h 146113"/>
                  <a:gd name="csX52" fmla="*/ 98604 w 263585"/>
                  <a:gd name="csY52" fmla="*/ 2344 h 146113"/>
                  <a:gd name="csX53" fmla="*/ 94151 w 263585"/>
                  <a:gd name="csY53" fmla="*/ 3024 h 146113"/>
                  <a:gd name="csX54" fmla="*/ 89745 w 263585"/>
                  <a:gd name="csY54" fmla="*/ 3797 h 146113"/>
                  <a:gd name="csX55" fmla="*/ 85385 w 263585"/>
                  <a:gd name="csY55" fmla="*/ 4664 h 146113"/>
                  <a:gd name="csX56" fmla="*/ 81073 w 263585"/>
                  <a:gd name="csY56" fmla="*/ 5625 h 146113"/>
                  <a:gd name="csX57" fmla="*/ 76830 w 263585"/>
                  <a:gd name="csY57" fmla="*/ 6633 h 146113"/>
                  <a:gd name="csX58" fmla="*/ 72658 w 263585"/>
                  <a:gd name="csY58" fmla="*/ 7758 h 146113"/>
                  <a:gd name="csX59" fmla="*/ 68557 w 263585"/>
                  <a:gd name="csY59" fmla="*/ 8953 h 146113"/>
                  <a:gd name="csX60" fmla="*/ 64549 w 263585"/>
                  <a:gd name="csY60" fmla="*/ 10219 h 146113"/>
                  <a:gd name="csX61" fmla="*/ 60611 w 263585"/>
                  <a:gd name="csY61" fmla="*/ 11555 h 146113"/>
                  <a:gd name="csX62" fmla="*/ 56767 w 263585"/>
                  <a:gd name="csY62" fmla="*/ 12985 h 146113"/>
                  <a:gd name="csX63" fmla="*/ 52994 w 263585"/>
                  <a:gd name="csY63" fmla="*/ 14485 h 146113"/>
                  <a:gd name="csX64" fmla="*/ 49337 w 263585"/>
                  <a:gd name="csY64" fmla="*/ 16055 h 146113"/>
                  <a:gd name="csX65" fmla="*/ 45775 w 263585"/>
                  <a:gd name="csY65" fmla="*/ 17696 h 146113"/>
                  <a:gd name="csX66" fmla="*/ 42329 w 263585"/>
                  <a:gd name="csY66" fmla="*/ 19383 h 146113"/>
                  <a:gd name="csX67" fmla="*/ 39001 w 263585"/>
                  <a:gd name="csY67" fmla="*/ 21165 h 146113"/>
                  <a:gd name="csX68" fmla="*/ 35767 w 263585"/>
                  <a:gd name="csY68" fmla="*/ 22993 h 146113"/>
                  <a:gd name="csX69" fmla="*/ 32649 w 263585"/>
                  <a:gd name="csY69" fmla="*/ 24891 h 146113"/>
                  <a:gd name="csX70" fmla="*/ 29673 w 263585"/>
                  <a:gd name="csY70" fmla="*/ 26860 h 146113"/>
                  <a:gd name="csX71" fmla="*/ 26813 w 263585"/>
                  <a:gd name="csY71" fmla="*/ 28876 h 146113"/>
                  <a:gd name="csX72" fmla="*/ 24071 w 263585"/>
                  <a:gd name="csY72" fmla="*/ 30938 h 146113"/>
                  <a:gd name="csX73" fmla="*/ 21469 w 263585"/>
                  <a:gd name="csY73" fmla="*/ 33071 h 146113"/>
                  <a:gd name="csX74" fmla="*/ 19008 w 263585"/>
                  <a:gd name="csY74" fmla="*/ 35228 h 146113"/>
                  <a:gd name="csX75" fmla="*/ 16688 w 263585"/>
                  <a:gd name="csY75" fmla="*/ 37454 h 146113"/>
                  <a:gd name="csX76" fmla="*/ 14508 w 263585"/>
                  <a:gd name="csY76" fmla="*/ 39704 h 146113"/>
                  <a:gd name="csX77" fmla="*/ 12469 w 263585"/>
                  <a:gd name="csY77" fmla="*/ 42025 h 146113"/>
                  <a:gd name="csX78" fmla="*/ 10571 w 263585"/>
                  <a:gd name="csY78" fmla="*/ 44368 h 146113"/>
                  <a:gd name="csX79" fmla="*/ 8836 w 263585"/>
                  <a:gd name="csY79" fmla="*/ 46736 h 146113"/>
                  <a:gd name="csX80" fmla="*/ 7242 w 263585"/>
                  <a:gd name="csY80" fmla="*/ 49150 h 146113"/>
                  <a:gd name="csX81" fmla="*/ 5789 w 263585"/>
                  <a:gd name="csY81" fmla="*/ 51587 h 146113"/>
                  <a:gd name="csX82" fmla="*/ 4524 w 263585"/>
                  <a:gd name="csY82" fmla="*/ 54048 h 146113"/>
                  <a:gd name="csX83" fmla="*/ 3399 w 263585"/>
                  <a:gd name="csY83" fmla="*/ 56533 h 146113"/>
                  <a:gd name="csX84" fmla="*/ 2414 w 263585"/>
                  <a:gd name="csY84" fmla="*/ 59041 h 146113"/>
                  <a:gd name="csX85" fmla="*/ 1617 w 263585"/>
                  <a:gd name="csY85" fmla="*/ 61572 h 146113"/>
                  <a:gd name="csX86" fmla="*/ 961 w 263585"/>
                  <a:gd name="csY86" fmla="*/ 64103 h 146113"/>
                  <a:gd name="csX87" fmla="*/ 492 w 263585"/>
                  <a:gd name="csY87" fmla="*/ 66658 h 146113"/>
                  <a:gd name="csX88" fmla="*/ 164 w 263585"/>
                  <a:gd name="csY88" fmla="*/ 69213 h 146113"/>
                  <a:gd name="csX89" fmla="*/ 0 w 263585"/>
                  <a:gd name="csY89" fmla="*/ 71768 h 146113"/>
                  <a:gd name="csX90" fmla="*/ 0 w 263585"/>
                  <a:gd name="csY90" fmla="*/ 74346 h 146113"/>
                  <a:gd name="csX91" fmla="*/ 164 w 263585"/>
                  <a:gd name="csY91" fmla="*/ 76901 h 146113"/>
                  <a:gd name="csX92" fmla="*/ 492 w 263585"/>
                  <a:gd name="csY92" fmla="*/ 79455 h 146113"/>
                  <a:gd name="csX93" fmla="*/ 961 w 263585"/>
                  <a:gd name="csY93" fmla="*/ 82010 h 146113"/>
                  <a:gd name="csX94" fmla="*/ 1617 w 263585"/>
                  <a:gd name="csY94" fmla="*/ 84541 h 146113"/>
                  <a:gd name="csX95" fmla="*/ 2414 w 263585"/>
                  <a:gd name="csY95" fmla="*/ 87073 h 146113"/>
                  <a:gd name="csX96" fmla="*/ 3399 w 263585"/>
                  <a:gd name="csY96" fmla="*/ 89581 h 146113"/>
                  <a:gd name="csX97" fmla="*/ 4524 w 263585"/>
                  <a:gd name="csY97" fmla="*/ 92065 h 146113"/>
                  <a:gd name="csX98" fmla="*/ 5789 w 263585"/>
                  <a:gd name="csY98" fmla="*/ 94526 h 146113"/>
                  <a:gd name="csX99" fmla="*/ 7242 w 263585"/>
                  <a:gd name="csY99" fmla="*/ 96964 h 146113"/>
                  <a:gd name="csX100" fmla="*/ 8836 w 263585"/>
                  <a:gd name="csY100" fmla="*/ 99378 h 146113"/>
                  <a:gd name="csX101" fmla="*/ 10571 w 263585"/>
                  <a:gd name="csY101" fmla="*/ 101768 h 146113"/>
                  <a:gd name="csX102" fmla="*/ 12469 w 263585"/>
                  <a:gd name="csY102" fmla="*/ 104089 h 146113"/>
                  <a:gd name="csX103" fmla="*/ 14508 w 263585"/>
                  <a:gd name="csY103" fmla="*/ 106409 h 146113"/>
                  <a:gd name="csX104" fmla="*/ 16688 w 263585"/>
                  <a:gd name="csY104" fmla="*/ 108659 h 146113"/>
                  <a:gd name="csX105" fmla="*/ 19008 w 263585"/>
                  <a:gd name="csY105" fmla="*/ 110886 h 146113"/>
                  <a:gd name="csX106" fmla="*/ 21469 w 263585"/>
                  <a:gd name="csY106" fmla="*/ 113042 h 146113"/>
                  <a:gd name="csX107" fmla="*/ 24071 w 263585"/>
                  <a:gd name="csY107" fmla="*/ 115175 h 146113"/>
                  <a:gd name="csX108" fmla="*/ 26813 w 263585"/>
                  <a:gd name="csY108" fmla="*/ 117238 h 146113"/>
                  <a:gd name="csX109" fmla="*/ 29673 w 263585"/>
                  <a:gd name="csY109" fmla="*/ 119253 h 146113"/>
                  <a:gd name="csX110" fmla="*/ 32649 w 263585"/>
                  <a:gd name="csY110" fmla="*/ 121222 h 146113"/>
                  <a:gd name="csX111" fmla="*/ 35767 w 263585"/>
                  <a:gd name="csY111" fmla="*/ 123121 h 146113"/>
                  <a:gd name="csX112" fmla="*/ 39001 w 263585"/>
                  <a:gd name="csY112" fmla="*/ 124949 h 146113"/>
                  <a:gd name="csX113" fmla="*/ 42329 w 263585"/>
                  <a:gd name="csY113" fmla="*/ 126730 h 146113"/>
                  <a:gd name="csX114" fmla="*/ 45775 w 263585"/>
                  <a:gd name="csY114" fmla="*/ 128441 h 146113"/>
                  <a:gd name="csX115" fmla="*/ 49337 w 263585"/>
                  <a:gd name="csY115" fmla="*/ 130058 h 146113"/>
                  <a:gd name="csX116" fmla="*/ 52994 w 263585"/>
                  <a:gd name="csY116" fmla="*/ 131629 h 146113"/>
                  <a:gd name="csX117" fmla="*/ 56767 w 263585"/>
                  <a:gd name="csY117" fmla="*/ 133129 h 146113"/>
                  <a:gd name="csX118" fmla="*/ 60611 w 263585"/>
                  <a:gd name="csY118" fmla="*/ 134558 h 146113"/>
                  <a:gd name="csX119" fmla="*/ 64549 w 263585"/>
                  <a:gd name="csY119" fmla="*/ 135894 h 146113"/>
                  <a:gd name="csX120" fmla="*/ 68557 w 263585"/>
                  <a:gd name="csY120" fmla="*/ 137183 h 146113"/>
                  <a:gd name="csX121" fmla="*/ 72658 w 263585"/>
                  <a:gd name="csY121" fmla="*/ 138355 h 146113"/>
                  <a:gd name="csX122" fmla="*/ 76830 w 263585"/>
                  <a:gd name="csY122" fmla="*/ 139480 h 146113"/>
                  <a:gd name="csX123" fmla="*/ 81073 w 263585"/>
                  <a:gd name="csY123" fmla="*/ 140512 h 146113"/>
                  <a:gd name="csX124" fmla="*/ 85385 w 263585"/>
                  <a:gd name="csY124" fmla="*/ 141449 h 146113"/>
                  <a:gd name="csX125" fmla="*/ 89745 w 263585"/>
                  <a:gd name="csY125" fmla="*/ 142316 h 146113"/>
                  <a:gd name="csX126" fmla="*/ 94151 w 263585"/>
                  <a:gd name="csY126" fmla="*/ 143090 h 146113"/>
                  <a:gd name="csX127" fmla="*/ 98604 w 263585"/>
                  <a:gd name="csY127" fmla="*/ 143770 h 146113"/>
                  <a:gd name="csX128" fmla="*/ 103104 w 263585"/>
                  <a:gd name="csY128" fmla="*/ 144379 h 146113"/>
                  <a:gd name="csX129" fmla="*/ 107628 w 263585"/>
                  <a:gd name="csY129" fmla="*/ 144895 h 146113"/>
                  <a:gd name="csX130" fmla="*/ 112198 w 263585"/>
                  <a:gd name="csY130" fmla="*/ 145316 h 146113"/>
                  <a:gd name="csX131" fmla="*/ 116769 w 263585"/>
                  <a:gd name="csY131" fmla="*/ 145645 h 146113"/>
                  <a:gd name="csX132" fmla="*/ 121386 w 263585"/>
                  <a:gd name="csY132" fmla="*/ 145902 h 146113"/>
                  <a:gd name="csX133" fmla="*/ 126003 w 263585"/>
                  <a:gd name="csY133" fmla="*/ 146066 h 146113"/>
                  <a:gd name="csX134" fmla="*/ 130621 w 263585"/>
                  <a:gd name="csY134" fmla="*/ 146113 h 146113"/>
                  <a:gd name="csX135" fmla="*/ 135261 w 263585"/>
                  <a:gd name="csY135" fmla="*/ 146090 h 146113"/>
                  <a:gd name="csX136" fmla="*/ 139879 w 263585"/>
                  <a:gd name="csY136" fmla="*/ 145996 h 146113"/>
                  <a:gd name="csX137" fmla="*/ 144496 w 263585"/>
                  <a:gd name="csY137" fmla="*/ 145785 h 146113"/>
                  <a:gd name="csX138" fmla="*/ 149090 w 263585"/>
                  <a:gd name="csY138" fmla="*/ 145504 h 146113"/>
                  <a:gd name="csX139" fmla="*/ 153660 w 263585"/>
                  <a:gd name="csY139" fmla="*/ 145105 h 146113"/>
                  <a:gd name="csX140" fmla="*/ 158207 w 263585"/>
                  <a:gd name="csY140" fmla="*/ 144637 h 146113"/>
                  <a:gd name="csX141" fmla="*/ 162731 w 263585"/>
                  <a:gd name="csY141" fmla="*/ 144074 h 146113"/>
                  <a:gd name="csX142" fmla="*/ 167208 w 263585"/>
                  <a:gd name="csY142" fmla="*/ 143441 h 146113"/>
                  <a:gd name="csX143" fmla="*/ 171637 w 263585"/>
                  <a:gd name="csY143" fmla="*/ 142715 h 146113"/>
                  <a:gd name="csX144" fmla="*/ 176020 w 263585"/>
                  <a:gd name="csY144" fmla="*/ 141894 h 146113"/>
                  <a:gd name="csX145" fmla="*/ 180356 w 263585"/>
                  <a:gd name="csY145" fmla="*/ 140980 h 146113"/>
                  <a:gd name="csX146" fmla="*/ 184622 w 263585"/>
                  <a:gd name="csY146" fmla="*/ 139996 h 146113"/>
                  <a:gd name="csX147" fmla="*/ 188818 w 263585"/>
                  <a:gd name="csY147" fmla="*/ 138918 h 146113"/>
                  <a:gd name="csX148" fmla="*/ 192966 w 263585"/>
                  <a:gd name="csY148" fmla="*/ 137769 h 146113"/>
                  <a:gd name="csX149" fmla="*/ 197021 w 263585"/>
                  <a:gd name="csY149" fmla="*/ 136551 h 146113"/>
                  <a:gd name="csX150" fmla="*/ 201005 w 263585"/>
                  <a:gd name="csY150" fmla="*/ 135238 h 146113"/>
                  <a:gd name="csX151" fmla="*/ 204896 w 263585"/>
                  <a:gd name="csY151" fmla="*/ 133855 h 146113"/>
                  <a:gd name="csX152" fmla="*/ 208693 w 263585"/>
                  <a:gd name="csY152" fmla="*/ 132402 h 146113"/>
                  <a:gd name="csX153" fmla="*/ 212396 w 263585"/>
                  <a:gd name="csY153" fmla="*/ 130855 h 146113"/>
                  <a:gd name="csX154" fmla="*/ 216006 w 263585"/>
                  <a:gd name="csY154" fmla="*/ 129261 h 146113"/>
                  <a:gd name="csX155" fmla="*/ 219522 w 263585"/>
                  <a:gd name="csY155" fmla="*/ 127597 h 146113"/>
                  <a:gd name="csX156" fmla="*/ 222920 w 263585"/>
                  <a:gd name="csY156" fmla="*/ 125839 h 146113"/>
                  <a:gd name="csX157" fmla="*/ 226201 w 263585"/>
                  <a:gd name="csY157" fmla="*/ 124035 h 146113"/>
                  <a:gd name="csX158" fmla="*/ 229366 w 263585"/>
                  <a:gd name="csY158" fmla="*/ 122183 h 146113"/>
                  <a:gd name="csX159" fmla="*/ 232413 w 263585"/>
                  <a:gd name="csY159" fmla="*/ 120238 h 146113"/>
                  <a:gd name="csX160" fmla="*/ 235342 w 263585"/>
                  <a:gd name="csY160" fmla="*/ 118245 h 146113"/>
                  <a:gd name="csX161" fmla="*/ 238155 w 263585"/>
                  <a:gd name="csY161" fmla="*/ 116206 h 146113"/>
                  <a:gd name="csX162" fmla="*/ 240803 w 263585"/>
                  <a:gd name="csY162" fmla="*/ 114120 h 146113"/>
                  <a:gd name="csX163" fmla="*/ 243335 w 263585"/>
                  <a:gd name="csY163" fmla="*/ 111964 h 146113"/>
                  <a:gd name="csX164" fmla="*/ 245749 w 263585"/>
                  <a:gd name="csY164" fmla="*/ 109784 h 146113"/>
                  <a:gd name="csX165" fmla="*/ 247999 w 263585"/>
                  <a:gd name="csY165" fmla="*/ 107534 h 146113"/>
                  <a:gd name="csX166" fmla="*/ 250108 w 263585"/>
                  <a:gd name="csY166" fmla="*/ 105261 h 146113"/>
                  <a:gd name="csX167" fmla="*/ 252077 w 263585"/>
                  <a:gd name="csY167" fmla="*/ 102940 h 146113"/>
                  <a:gd name="csX168" fmla="*/ 253882 w 263585"/>
                  <a:gd name="csY168" fmla="*/ 100573 h 146113"/>
                  <a:gd name="csX169" fmla="*/ 255546 w 263585"/>
                  <a:gd name="csY169" fmla="*/ 98182 h 146113"/>
                  <a:gd name="csX170" fmla="*/ 257069 w 263585"/>
                  <a:gd name="csY170" fmla="*/ 95768 h 146113"/>
                  <a:gd name="csX171" fmla="*/ 258429 w 263585"/>
                  <a:gd name="csY171" fmla="*/ 93307 h 146113"/>
                  <a:gd name="csX172" fmla="*/ 259624 w 263585"/>
                  <a:gd name="csY172" fmla="*/ 90823 h 146113"/>
                  <a:gd name="csX173" fmla="*/ 260679 w 263585"/>
                  <a:gd name="csY173" fmla="*/ 88338 h 146113"/>
                  <a:gd name="csX174" fmla="*/ 261570 w 263585"/>
                  <a:gd name="csY174" fmla="*/ 85807 h 146113"/>
                  <a:gd name="csX175" fmla="*/ 262296 w 263585"/>
                  <a:gd name="csY175" fmla="*/ 83276 h 146113"/>
                  <a:gd name="csX176" fmla="*/ 262859 w 263585"/>
                  <a:gd name="csY176" fmla="*/ 80744 h 146113"/>
                  <a:gd name="csX177" fmla="*/ 263257 w 263585"/>
                  <a:gd name="csY177" fmla="*/ 78190 h 146113"/>
                  <a:gd name="csX178" fmla="*/ 263515 w 263585"/>
                  <a:gd name="csY178" fmla="*/ 75611 h 1461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63585" h="146113">
                    <a:moveTo>
                      <a:pt x="263585" y="73057"/>
                    </a:moveTo>
                    <a:lnTo>
                      <a:pt x="263515" y="70502"/>
                    </a:lnTo>
                    <a:lnTo>
                      <a:pt x="263257" y="67924"/>
                    </a:lnTo>
                    <a:lnTo>
                      <a:pt x="262859" y="65369"/>
                    </a:lnTo>
                    <a:lnTo>
                      <a:pt x="262296" y="62838"/>
                    </a:lnTo>
                    <a:lnTo>
                      <a:pt x="261570" y="60306"/>
                    </a:lnTo>
                    <a:lnTo>
                      <a:pt x="260679" y="57775"/>
                    </a:lnTo>
                    <a:lnTo>
                      <a:pt x="259624" y="55291"/>
                    </a:lnTo>
                    <a:lnTo>
                      <a:pt x="258429" y="52806"/>
                    </a:lnTo>
                    <a:lnTo>
                      <a:pt x="257069" y="50369"/>
                    </a:lnTo>
                    <a:lnTo>
                      <a:pt x="255546" y="47931"/>
                    </a:lnTo>
                    <a:lnTo>
                      <a:pt x="253882" y="45540"/>
                    </a:lnTo>
                    <a:lnTo>
                      <a:pt x="252077" y="43173"/>
                    </a:lnTo>
                    <a:lnTo>
                      <a:pt x="250108" y="40853"/>
                    </a:lnTo>
                    <a:lnTo>
                      <a:pt x="247999" y="38579"/>
                    </a:lnTo>
                    <a:lnTo>
                      <a:pt x="245749" y="36329"/>
                    </a:lnTo>
                    <a:lnTo>
                      <a:pt x="243335" y="34149"/>
                    </a:lnTo>
                    <a:lnTo>
                      <a:pt x="240803" y="31993"/>
                    </a:lnTo>
                    <a:lnTo>
                      <a:pt x="238155" y="29907"/>
                    </a:lnTo>
                    <a:lnTo>
                      <a:pt x="235342" y="27868"/>
                    </a:lnTo>
                    <a:lnTo>
                      <a:pt x="232413" y="25876"/>
                    </a:lnTo>
                    <a:lnTo>
                      <a:pt x="229366" y="23954"/>
                    </a:lnTo>
                    <a:lnTo>
                      <a:pt x="226201" y="22079"/>
                    </a:lnTo>
                    <a:lnTo>
                      <a:pt x="222920" y="20274"/>
                    </a:lnTo>
                    <a:lnTo>
                      <a:pt x="219522" y="18540"/>
                    </a:lnTo>
                    <a:lnTo>
                      <a:pt x="216006" y="16852"/>
                    </a:lnTo>
                    <a:lnTo>
                      <a:pt x="212396" y="15258"/>
                    </a:lnTo>
                    <a:lnTo>
                      <a:pt x="208693" y="13711"/>
                    </a:lnTo>
                    <a:lnTo>
                      <a:pt x="204896" y="12258"/>
                    </a:lnTo>
                    <a:lnTo>
                      <a:pt x="201005" y="10875"/>
                    </a:lnTo>
                    <a:lnTo>
                      <a:pt x="197021" y="9563"/>
                    </a:lnTo>
                    <a:lnTo>
                      <a:pt x="192966" y="8344"/>
                    </a:lnTo>
                    <a:lnTo>
                      <a:pt x="188818" y="7196"/>
                    </a:lnTo>
                    <a:lnTo>
                      <a:pt x="184622" y="6117"/>
                    </a:lnTo>
                    <a:lnTo>
                      <a:pt x="180356" y="5133"/>
                    </a:lnTo>
                    <a:lnTo>
                      <a:pt x="176020" y="4219"/>
                    </a:lnTo>
                    <a:lnTo>
                      <a:pt x="171637" y="3399"/>
                    </a:lnTo>
                    <a:lnTo>
                      <a:pt x="167208" y="2672"/>
                    </a:lnTo>
                    <a:lnTo>
                      <a:pt x="162731" y="2039"/>
                    </a:lnTo>
                    <a:lnTo>
                      <a:pt x="158207" y="1477"/>
                    </a:lnTo>
                    <a:lnTo>
                      <a:pt x="153660" y="1008"/>
                    </a:lnTo>
                    <a:lnTo>
                      <a:pt x="149090" y="633"/>
                    </a:lnTo>
                    <a:lnTo>
                      <a:pt x="144496" y="328"/>
                    </a:lnTo>
                    <a:lnTo>
                      <a:pt x="139879" y="117"/>
                    </a:lnTo>
                    <a:lnTo>
                      <a:pt x="135261" y="23"/>
                    </a:lnTo>
                    <a:lnTo>
                      <a:pt x="130621" y="0"/>
                    </a:lnTo>
                    <a:lnTo>
                      <a:pt x="126003" y="70"/>
                    </a:lnTo>
                    <a:lnTo>
                      <a:pt x="121386" y="211"/>
                    </a:lnTo>
                    <a:lnTo>
                      <a:pt x="116769" y="469"/>
                    </a:lnTo>
                    <a:lnTo>
                      <a:pt x="112198" y="797"/>
                    </a:lnTo>
                    <a:lnTo>
                      <a:pt x="107628" y="1219"/>
                    </a:lnTo>
                    <a:lnTo>
                      <a:pt x="103104" y="1734"/>
                    </a:lnTo>
                    <a:lnTo>
                      <a:pt x="98604" y="2344"/>
                    </a:lnTo>
                    <a:lnTo>
                      <a:pt x="94151" y="3024"/>
                    </a:lnTo>
                    <a:lnTo>
                      <a:pt x="89745" y="3797"/>
                    </a:lnTo>
                    <a:lnTo>
                      <a:pt x="85385" y="4664"/>
                    </a:lnTo>
                    <a:lnTo>
                      <a:pt x="81073" y="5625"/>
                    </a:lnTo>
                    <a:lnTo>
                      <a:pt x="76830" y="6633"/>
                    </a:lnTo>
                    <a:lnTo>
                      <a:pt x="72658" y="7758"/>
                    </a:lnTo>
                    <a:lnTo>
                      <a:pt x="68557" y="8953"/>
                    </a:lnTo>
                    <a:lnTo>
                      <a:pt x="64549" y="10219"/>
                    </a:lnTo>
                    <a:lnTo>
                      <a:pt x="60611" y="11555"/>
                    </a:lnTo>
                    <a:lnTo>
                      <a:pt x="56767" y="12985"/>
                    </a:lnTo>
                    <a:lnTo>
                      <a:pt x="52994" y="14485"/>
                    </a:lnTo>
                    <a:lnTo>
                      <a:pt x="49337" y="16055"/>
                    </a:lnTo>
                    <a:lnTo>
                      <a:pt x="45775" y="17696"/>
                    </a:lnTo>
                    <a:lnTo>
                      <a:pt x="42329" y="19383"/>
                    </a:lnTo>
                    <a:lnTo>
                      <a:pt x="39001" y="21165"/>
                    </a:lnTo>
                    <a:lnTo>
                      <a:pt x="35767" y="22993"/>
                    </a:lnTo>
                    <a:lnTo>
                      <a:pt x="32649" y="24891"/>
                    </a:lnTo>
                    <a:lnTo>
                      <a:pt x="29673" y="26860"/>
                    </a:lnTo>
                    <a:lnTo>
                      <a:pt x="26813" y="28876"/>
                    </a:lnTo>
                    <a:lnTo>
                      <a:pt x="24071" y="30938"/>
                    </a:lnTo>
                    <a:lnTo>
                      <a:pt x="21469" y="33071"/>
                    </a:lnTo>
                    <a:lnTo>
                      <a:pt x="19008" y="35228"/>
                    </a:lnTo>
                    <a:lnTo>
                      <a:pt x="16688" y="37454"/>
                    </a:lnTo>
                    <a:lnTo>
                      <a:pt x="14508" y="39704"/>
                    </a:lnTo>
                    <a:lnTo>
                      <a:pt x="12469" y="42025"/>
                    </a:lnTo>
                    <a:lnTo>
                      <a:pt x="10571" y="44368"/>
                    </a:lnTo>
                    <a:lnTo>
                      <a:pt x="8836" y="46736"/>
                    </a:lnTo>
                    <a:lnTo>
                      <a:pt x="7242" y="49150"/>
                    </a:lnTo>
                    <a:lnTo>
                      <a:pt x="5789" y="51587"/>
                    </a:lnTo>
                    <a:lnTo>
                      <a:pt x="4524" y="54048"/>
                    </a:lnTo>
                    <a:lnTo>
                      <a:pt x="3399" y="56533"/>
                    </a:lnTo>
                    <a:lnTo>
                      <a:pt x="2414" y="59041"/>
                    </a:lnTo>
                    <a:lnTo>
                      <a:pt x="1617" y="61572"/>
                    </a:lnTo>
                    <a:lnTo>
                      <a:pt x="961" y="64103"/>
                    </a:lnTo>
                    <a:lnTo>
                      <a:pt x="492" y="66658"/>
                    </a:lnTo>
                    <a:lnTo>
                      <a:pt x="164" y="69213"/>
                    </a:lnTo>
                    <a:lnTo>
                      <a:pt x="0" y="71768"/>
                    </a:lnTo>
                    <a:lnTo>
                      <a:pt x="0" y="74346"/>
                    </a:lnTo>
                    <a:lnTo>
                      <a:pt x="164" y="76901"/>
                    </a:lnTo>
                    <a:lnTo>
                      <a:pt x="492" y="79455"/>
                    </a:lnTo>
                    <a:lnTo>
                      <a:pt x="961" y="82010"/>
                    </a:lnTo>
                    <a:lnTo>
                      <a:pt x="1617" y="84541"/>
                    </a:lnTo>
                    <a:lnTo>
                      <a:pt x="2414" y="87073"/>
                    </a:lnTo>
                    <a:lnTo>
                      <a:pt x="3399" y="89581"/>
                    </a:lnTo>
                    <a:lnTo>
                      <a:pt x="4524" y="92065"/>
                    </a:lnTo>
                    <a:lnTo>
                      <a:pt x="5789" y="94526"/>
                    </a:lnTo>
                    <a:lnTo>
                      <a:pt x="7242" y="96964"/>
                    </a:lnTo>
                    <a:lnTo>
                      <a:pt x="8836" y="99378"/>
                    </a:lnTo>
                    <a:lnTo>
                      <a:pt x="10571" y="101768"/>
                    </a:lnTo>
                    <a:lnTo>
                      <a:pt x="12469" y="104089"/>
                    </a:lnTo>
                    <a:lnTo>
                      <a:pt x="14508" y="106409"/>
                    </a:lnTo>
                    <a:lnTo>
                      <a:pt x="16688" y="108659"/>
                    </a:lnTo>
                    <a:lnTo>
                      <a:pt x="19008" y="110886"/>
                    </a:lnTo>
                    <a:lnTo>
                      <a:pt x="21469" y="113042"/>
                    </a:lnTo>
                    <a:lnTo>
                      <a:pt x="24071" y="115175"/>
                    </a:lnTo>
                    <a:lnTo>
                      <a:pt x="26813" y="117238"/>
                    </a:lnTo>
                    <a:lnTo>
                      <a:pt x="29673" y="119253"/>
                    </a:lnTo>
                    <a:lnTo>
                      <a:pt x="32649" y="121222"/>
                    </a:lnTo>
                    <a:lnTo>
                      <a:pt x="35767" y="123121"/>
                    </a:lnTo>
                    <a:lnTo>
                      <a:pt x="39001" y="124949"/>
                    </a:lnTo>
                    <a:lnTo>
                      <a:pt x="42329" y="126730"/>
                    </a:lnTo>
                    <a:lnTo>
                      <a:pt x="45775" y="128441"/>
                    </a:lnTo>
                    <a:lnTo>
                      <a:pt x="49337" y="130058"/>
                    </a:lnTo>
                    <a:lnTo>
                      <a:pt x="52994" y="131629"/>
                    </a:lnTo>
                    <a:lnTo>
                      <a:pt x="56767" y="133129"/>
                    </a:lnTo>
                    <a:lnTo>
                      <a:pt x="60611" y="134558"/>
                    </a:lnTo>
                    <a:lnTo>
                      <a:pt x="64549" y="135894"/>
                    </a:lnTo>
                    <a:lnTo>
                      <a:pt x="68557" y="137183"/>
                    </a:lnTo>
                    <a:lnTo>
                      <a:pt x="72658" y="138355"/>
                    </a:lnTo>
                    <a:lnTo>
                      <a:pt x="76830" y="139480"/>
                    </a:lnTo>
                    <a:lnTo>
                      <a:pt x="81073" y="140512"/>
                    </a:lnTo>
                    <a:lnTo>
                      <a:pt x="85385" y="141449"/>
                    </a:lnTo>
                    <a:lnTo>
                      <a:pt x="89745" y="142316"/>
                    </a:lnTo>
                    <a:lnTo>
                      <a:pt x="94151" y="143090"/>
                    </a:lnTo>
                    <a:lnTo>
                      <a:pt x="98604" y="143770"/>
                    </a:lnTo>
                    <a:lnTo>
                      <a:pt x="103104" y="144379"/>
                    </a:lnTo>
                    <a:lnTo>
                      <a:pt x="107628" y="144895"/>
                    </a:lnTo>
                    <a:lnTo>
                      <a:pt x="112198" y="145316"/>
                    </a:lnTo>
                    <a:lnTo>
                      <a:pt x="116769" y="145645"/>
                    </a:lnTo>
                    <a:lnTo>
                      <a:pt x="121386" y="145902"/>
                    </a:lnTo>
                    <a:lnTo>
                      <a:pt x="126003" y="146066"/>
                    </a:lnTo>
                    <a:lnTo>
                      <a:pt x="130621" y="146113"/>
                    </a:lnTo>
                    <a:lnTo>
                      <a:pt x="135261" y="146090"/>
                    </a:lnTo>
                    <a:lnTo>
                      <a:pt x="139879" y="145996"/>
                    </a:lnTo>
                    <a:lnTo>
                      <a:pt x="144496" y="145785"/>
                    </a:lnTo>
                    <a:lnTo>
                      <a:pt x="149090" y="145504"/>
                    </a:lnTo>
                    <a:lnTo>
                      <a:pt x="153660" y="145105"/>
                    </a:lnTo>
                    <a:lnTo>
                      <a:pt x="158207" y="144637"/>
                    </a:lnTo>
                    <a:lnTo>
                      <a:pt x="162731" y="144074"/>
                    </a:lnTo>
                    <a:lnTo>
                      <a:pt x="167208" y="143441"/>
                    </a:lnTo>
                    <a:lnTo>
                      <a:pt x="171637" y="142715"/>
                    </a:lnTo>
                    <a:lnTo>
                      <a:pt x="176020" y="141894"/>
                    </a:lnTo>
                    <a:lnTo>
                      <a:pt x="180356" y="140980"/>
                    </a:lnTo>
                    <a:lnTo>
                      <a:pt x="184622" y="139996"/>
                    </a:lnTo>
                    <a:lnTo>
                      <a:pt x="188818" y="138918"/>
                    </a:lnTo>
                    <a:lnTo>
                      <a:pt x="192966" y="137769"/>
                    </a:lnTo>
                    <a:lnTo>
                      <a:pt x="197021" y="136551"/>
                    </a:lnTo>
                    <a:lnTo>
                      <a:pt x="201005" y="135238"/>
                    </a:lnTo>
                    <a:lnTo>
                      <a:pt x="204896" y="133855"/>
                    </a:lnTo>
                    <a:lnTo>
                      <a:pt x="208693" y="132402"/>
                    </a:lnTo>
                    <a:lnTo>
                      <a:pt x="212396" y="130855"/>
                    </a:lnTo>
                    <a:lnTo>
                      <a:pt x="216006" y="129261"/>
                    </a:lnTo>
                    <a:lnTo>
                      <a:pt x="219522" y="127597"/>
                    </a:lnTo>
                    <a:lnTo>
                      <a:pt x="222920" y="125839"/>
                    </a:lnTo>
                    <a:lnTo>
                      <a:pt x="226201" y="124035"/>
                    </a:lnTo>
                    <a:lnTo>
                      <a:pt x="229366" y="122183"/>
                    </a:lnTo>
                    <a:lnTo>
                      <a:pt x="232413" y="120238"/>
                    </a:lnTo>
                    <a:lnTo>
                      <a:pt x="235342" y="118245"/>
                    </a:lnTo>
                    <a:lnTo>
                      <a:pt x="238155" y="116206"/>
                    </a:lnTo>
                    <a:lnTo>
                      <a:pt x="240803" y="114120"/>
                    </a:lnTo>
                    <a:lnTo>
                      <a:pt x="243335" y="111964"/>
                    </a:lnTo>
                    <a:lnTo>
                      <a:pt x="245749" y="109784"/>
                    </a:lnTo>
                    <a:lnTo>
                      <a:pt x="247999" y="107534"/>
                    </a:lnTo>
                    <a:lnTo>
                      <a:pt x="250108" y="105261"/>
                    </a:lnTo>
                    <a:lnTo>
                      <a:pt x="252077" y="102940"/>
                    </a:lnTo>
                    <a:lnTo>
                      <a:pt x="253882" y="100573"/>
                    </a:lnTo>
                    <a:lnTo>
                      <a:pt x="255546" y="98182"/>
                    </a:lnTo>
                    <a:lnTo>
                      <a:pt x="257069" y="95768"/>
                    </a:lnTo>
                    <a:lnTo>
                      <a:pt x="258429" y="93307"/>
                    </a:lnTo>
                    <a:lnTo>
                      <a:pt x="259624" y="90823"/>
                    </a:lnTo>
                    <a:lnTo>
                      <a:pt x="260679" y="88338"/>
                    </a:lnTo>
                    <a:lnTo>
                      <a:pt x="261570" y="85807"/>
                    </a:lnTo>
                    <a:lnTo>
                      <a:pt x="262296" y="83276"/>
                    </a:lnTo>
                    <a:lnTo>
                      <a:pt x="262859" y="80744"/>
                    </a:lnTo>
                    <a:lnTo>
                      <a:pt x="263257" y="78190"/>
                    </a:lnTo>
                    <a:lnTo>
                      <a:pt x="263515" y="75611"/>
                    </a:lnTo>
                    <a:close/>
                  </a:path>
                </a:pathLst>
              </a:custGeom>
              <a:solidFill>
                <a:srgbClr val="FFF2A8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73" name="Graphic 6">
                <a:extLst>
                  <a:ext uri="{FF2B5EF4-FFF2-40B4-BE49-F238E27FC236}">
                    <a16:creationId xmlns:a16="http://schemas.microsoft.com/office/drawing/2014/main" id="{2E49642D-235D-5F6B-FA30-F5F898F0B7CC}"/>
                  </a:ext>
                </a:extLst>
              </p:cNvPr>
              <p:cNvGrpSpPr/>
              <p:nvPr/>
            </p:nvGrpSpPr>
            <p:grpSpPr>
              <a:xfrm>
                <a:off x="4010857" y="2864956"/>
                <a:ext cx="223693" cy="77533"/>
                <a:chOff x="-2863260" y="5591541"/>
                <a:chExt cx="223693" cy="77533"/>
              </a:xfrm>
              <a:solidFill>
                <a:srgbClr val="000000"/>
              </a:solidFill>
            </p:grpSpPr>
            <p:sp>
              <p:nvSpPr>
                <p:cNvPr id="3374" name="Freeform 3373">
                  <a:extLst>
                    <a:ext uri="{FF2B5EF4-FFF2-40B4-BE49-F238E27FC236}">
                      <a16:creationId xmlns:a16="http://schemas.microsoft.com/office/drawing/2014/main" id="{416E557B-23BF-C301-6014-24EDF3D04192}"/>
                    </a:ext>
                  </a:extLst>
                </p:cNvPr>
                <p:cNvSpPr/>
                <p:nvPr/>
              </p:nvSpPr>
              <p:spPr>
                <a:xfrm>
                  <a:off x="-2863260" y="5604948"/>
                  <a:ext cx="40313" cy="45844"/>
                </a:xfrm>
                <a:custGeom>
                  <a:avLst/>
                  <a:gdLst>
                    <a:gd name="csX0" fmla="*/ 670 w 40313"/>
                    <a:gd name="csY0" fmla="*/ 1200 h 45844"/>
                    <a:gd name="csX1" fmla="*/ 670 w 40313"/>
                    <a:gd name="csY1" fmla="*/ 46295 h 45844"/>
                    <a:gd name="csX2" fmla="*/ 12390 w 40313"/>
                    <a:gd name="csY2" fmla="*/ 46295 h 45844"/>
                    <a:gd name="csX3" fmla="*/ 12390 w 40313"/>
                    <a:gd name="csY3" fmla="*/ 19200 h 45844"/>
                    <a:gd name="csX4" fmla="*/ 21859 w 40313"/>
                    <a:gd name="csY4" fmla="*/ 10388 h 45844"/>
                    <a:gd name="csX5" fmla="*/ 29359 w 40313"/>
                    <a:gd name="csY5" fmla="*/ 18450 h 45844"/>
                    <a:gd name="csX6" fmla="*/ 29359 w 40313"/>
                    <a:gd name="csY6" fmla="*/ 46295 h 45844"/>
                    <a:gd name="csX7" fmla="*/ 40984 w 40313"/>
                    <a:gd name="csY7" fmla="*/ 46295 h 45844"/>
                    <a:gd name="csX8" fmla="*/ 40984 w 40313"/>
                    <a:gd name="csY8" fmla="*/ 16013 h 45844"/>
                    <a:gd name="csX9" fmla="*/ 25890 w 40313"/>
                    <a:gd name="csY9" fmla="*/ 450 h 45844"/>
                    <a:gd name="csX10" fmla="*/ 12390 w 40313"/>
                    <a:gd name="csY10" fmla="*/ 7669 h 45844"/>
                    <a:gd name="csX11" fmla="*/ 12390 w 40313"/>
                    <a:gd name="csY11" fmla="*/ 1200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0313" h="45844">
                      <a:moveTo>
                        <a:pt x="670" y="1200"/>
                      </a:moveTo>
                      <a:lnTo>
                        <a:pt x="670" y="46295"/>
                      </a:lnTo>
                      <a:lnTo>
                        <a:pt x="12390" y="46295"/>
                      </a:lnTo>
                      <a:lnTo>
                        <a:pt x="12390" y="19200"/>
                      </a:lnTo>
                      <a:cubicBezTo>
                        <a:pt x="12390" y="13856"/>
                        <a:pt x="16046" y="10388"/>
                        <a:pt x="21859" y="10388"/>
                      </a:cubicBezTo>
                      <a:cubicBezTo>
                        <a:pt x="26827" y="10388"/>
                        <a:pt x="29359" y="13106"/>
                        <a:pt x="29359" y="18450"/>
                      </a:cubicBezTo>
                      <a:lnTo>
                        <a:pt x="29359" y="46295"/>
                      </a:lnTo>
                      <a:lnTo>
                        <a:pt x="40984" y="46295"/>
                      </a:lnTo>
                      <a:lnTo>
                        <a:pt x="40984" y="16013"/>
                      </a:lnTo>
                      <a:cubicBezTo>
                        <a:pt x="40984" y="6075"/>
                        <a:pt x="35640" y="450"/>
                        <a:pt x="25890" y="450"/>
                      </a:cubicBezTo>
                      <a:cubicBezTo>
                        <a:pt x="19796" y="450"/>
                        <a:pt x="15765" y="2606"/>
                        <a:pt x="12390" y="7669"/>
                      </a:cubicBezTo>
                      <a:lnTo>
                        <a:pt x="12390" y="12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5" name="Freeform 3374">
                  <a:extLst>
                    <a:ext uri="{FF2B5EF4-FFF2-40B4-BE49-F238E27FC236}">
                      <a16:creationId xmlns:a16="http://schemas.microsoft.com/office/drawing/2014/main" id="{0D8334BC-CCF1-6DAF-33AD-6D8B9EB4915A}"/>
                    </a:ext>
                  </a:extLst>
                </p:cNvPr>
                <p:cNvSpPr/>
                <p:nvPr/>
              </p:nvSpPr>
              <p:spPr>
                <a:xfrm>
                  <a:off x="-2809633" y="5604948"/>
                  <a:ext cx="43032" cy="64032"/>
                </a:xfrm>
                <a:custGeom>
                  <a:avLst/>
                  <a:gdLst>
                    <a:gd name="csX0" fmla="*/ 12305 w 43032"/>
                    <a:gd name="csY0" fmla="*/ 1200 h 64032"/>
                    <a:gd name="csX1" fmla="*/ 679 w 43032"/>
                    <a:gd name="csY1" fmla="*/ 1200 h 64032"/>
                    <a:gd name="csX2" fmla="*/ 679 w 43032"/>
                    <a:gd name="csY2" fmla="*/ 64483 h 64032"/>
                    <a:gd name="csX3" fmla="*/ 12305 w 43032"/>
                    <a:gd name="csY3" fmla="*/ 64483 h 64032"/>
                    <a:gd name="csX4" fmla="*/ 12305 w 43032"/>
                    <a:gd name="csY4" fmla="*/ 40951 h 64032"/>
                    <a:gd name="csX5" fmla="*/ 24868 w 43032"/>
                    <a:gd name="csY5" fmla="*/ 48264 h 64032"/>
                    <a:gd name="csX6" fmla="*/ 43712 w 43032"/>
                    <a:gd name="csY6" fmla="*/ 24450 h 64032"/>
                    <a:gd name="csX7" fmla="*/ 38931 w 43032"/>
                    <a:gd name="csY7" fmla="*/ 7575 h 64032"/>
                    <a:gd name="csX8" fmla="*/ 24868 w 43032"/>
                    <a:gd name="csY8" fmla="*/ 450 h 64032"/>
                    <a:gd name="csX9" fmla="*/ 12305 w 43032"/>
                    <a:gd name="csY9" fmla="*/ 7856 h 64032"/>
                    <a:gd name="csX10" fmla="*/ 22243 w 43032"/>
                    <a:gd name="csY10" fmla="*/ 10200 h 64032"/>
                    <a:gd name="csX11" fmla="*/ 32087 w 43032"/>
                    <a:gd name="csY11" fmla="*/ 24544 h 64032"/>
                    <a:gd name="csX12" fmla="*/ 22243 w 43032"/>
                    <a:gd name="csY12" fmla="*/ 38513 h 64032"/>
                    <a:gd name="csX13" fmla="*/ 12305 w 43032"/>
                    <a:gd name="csY13" fmla="*/ 24450 h 64032"/>
                    <a:gd name="csX14" fmla="*/ 22243 w 43032"/>
                    <a:gd name="csY14" fmla="*/ 10200 h 6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032" h="64032">
                      <a:moveTo>
                        <a:pt x="12305" y="1200"/>
                      </a:moveTo>
                      <a:lnTo>
                        <a:pt x="679" y="1200"/>
                      </a:lnTo>
                      <a:lnTo>
                        <a:pt x="679" y="64483"/>
                      </a:lnTo>
                      <a:lnTo>
                        <a:pt x="12305" y="64483"/>
                      </a:lnTo>
                      <a:lnTo>
                        <a:pt x="12305" y="40951"/>
                      </a:lnTo>
                      <a:cubicBezTo>
                        <a:pt x="15211" y="45920"/>
                        <a:pt x="19149" y="48264"/>
                        <a:pt x="24868" y="48264"/>
                      </a:cubicBezTo>
                      <a:cubicBezTo>
                        <a:pt x="35743" y="48264"/>
                        <a:pt x="43712" y="38138"/>
                        <a:pt x="43712" y="24450"/>
                      </a:cubicBezTo>
                      <a:cubicBezTo>
                        <a:pt x="43712" y="18075"/>
                        <a:pt x="41931" y="11700"/>
                        <a:pt x="38931" y="7575"/>
                      </a:cubicBezTo>
                      <a:cubicBezTo>
                        <a:pt x="35930" y="3262"/>
                        <a:pt x="30305" y="450"/>
                        <a:pt x="24868" y="450"/>
                      </a:cubicBezTo>
                      <a:cubicBezTo>
                        <a:pt x="19149" y="450"/>
                        <a:pt x="15211" y="2887"/>
                        <a:pt x="12305" y="7856"/>
                      </a:cubicBezTo>
                      <a:close/>
                      <a:moveTo>
                        <a:pt x="22243" y="10200"/>
                      </a:moveTo>
                      <a:cubicBezTo>
                        <a:pt x="28149" y="10200"/>
                        <a:pt x="32087" y="15919"/>
                        <a:pt x="32087" y="24544"/>
                      </a:cubicBezTo>
                      <a:cubicBezTo>
                        <a:pt x="32087" y="32888"/>
                        <a:pt x="28055" y="38513"/>
                        <a:pt x="22243" y="38513"/>
                      </a:cubicBezTo>
                      <a:cubicBezTo>
                        <a:pt x="16242" y="38513"/>
                        <a:pt x="12305" y="32888"/>
                        <a:pt x="12305" y="24450"/>
                      </a:cubicBezTo>
                      <a:cubicBezTo>
                        <a:pt x="12305" y="15919"/>
                        <a:pt x="16242" y="10200"/>
                        <a:pt x="22243" y="1020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6" name="Freeform 3375">
                  <a:extLst>
                    <a:ext uri="{FF2B5EF4-FFF2-40B4-BE49-F238E27FC236}">
                      <a16:creationId xmlns:a16="http://schemas.microsoft.com/office/drawing/2014/main" id="{2FEBF21E-AC9F-F192-6107-89F1D4C3707E}"/>
                    </a:ext>
                  </a:extLst>
                </p:cNvPr>
                <p:cNvSpPr/>
                <p:nvPr/>
              </p:nvSpPr>
              <p:spPr>
                <a:xfrm>
                  <a:off x="-2765757" y="5605698"/>
                  <a:ext cx="44157" cy="63376"/>
                </a:xfrm>
                <a:custGeom>
                  <a:avLst/>
                  <a:gdLst>
                    <a:gd name="csX0" fmla="*/ 32845 w 44157"/>
                    <a:gd name="csY0" fmla="*/ 450 h 63376"/>
                    <a:gd name="csX1" fmla="*/ 23469 w 44157"/>
                    <a:gd name="csY1" fmla="*/ 33263 h 63376"/>
                    <a:gd name="csX2" fmla="*/ 13532 w 44157"/>
                    <a:gd name="csY2" fmla="*/ 450 h 63376"/>
                    <a:gd name="csX3" fmla="*/ 687 w 44157"/>
                    <a:gd name="csY3" fmla="*/ 450 h 63376"/>
                    <a:gd name="csX4" fmla="*/ 17469 w 44157"/>
                    <a:gd name="csY4" fmla="*/ 47420 h 63376"/>
                    <a:gd name="csX5" fmla="*/ 10250 w 44157"/>
                    <a:gd name="csY5" fmla="*/ 55201 h 63376"/>
                    <a:gd name="csX6" fmla="*/ 7156 w 44157"/>
                    <a:gd name="csY6" fmla="*/ 54733 h 63376"/>
                    <a:gd name="csX7" fmla="*/ 7156 w 44157"/>
                    <a:gd name="csY7" fmla="*/ 63545 h 63376"/>
                    <a:gd name="csX8" fmla="*/ 11282 w 44157"/>
                    <a:gd name="csY8" fmla="*/ 63827 h 63376"/>
                    <a:gd name="csX9" fmla="*/ 19719 w 44157"/>
                    <a:gd name="csY9" fmla="*/ 62420 h 63376"/>
                    <a:gd name="csX10" fmla="*/ 26376 w 44157"/>
                    <a:gd name="csY10" fmla="*/ 53795 h 63376"/>
                    <a:gd name="csX11" fmla="*/ 44845 w 44157"/>
                    <a:gd name="csY11" fmla="*/ 450 h 633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157" h="63376">
                      <a:moveTo>
                        <a:pt x="32845" y="450"/>
                      </a:moveTo>
                      <a:lnTo>
                        <a:pt x="23469" y="33263"/>
                      </a:lnTo>
                      <a:lnTo>
                        <a:pt x="13532" y="450"/>
                      </a:lnTo>
                      <a:lnTo>
                        <a:pt x="687" y="450"/>
                      </a:lnTo>
                      <a:lnTo>
                        <a:pt x="17469" y="47420"/>
                      </a:lnTo>
                      <a:cubicBezTo>
                        <a:pt x="17469" y="52014"/>
                        <a:pt x="14563" y="55201"/>
                        <a:pt x="10250" y="55201"/>
                      </a:cubicBezTo>
                      <a:cubicBezTo>
                        <a:pt x="9313" y="55201"/>
                        <a:pt x="8563" y="55108"/>
                        <a:pt x="7156" y="54733"/>
                      </a:cubicBezTo>
                      <a:lnTo>
                        <a:pt x="7156" y="63545"/>
                      </a:lnTo>
                      <a:cubicBezTo>
                        <a:pt x="8844" y="63733"/>
                        <a:pt x="9875" y="63827"/>
                        <a:pt x="11282" y="63827"/>
                      </a:cubicBezTo>
                      <a:cubicBezTo>
                        <a:pt x="14282" y="63827"/>
                        <a:pt x="17657" y="63264"/>
                        <a:pt x="19719" y="62420"/>
                      </a:cubicBezTo>
                      <a:cubicBezTo>
                        <a:pt x="23001" y="61108"/>
                        <a:pt x="24407" y="59233"/>
                        <a:pt x="26376" y="53795"/>
                      </a:cubicBezTo>
                      <a:lnTo>
                        <a:pt x="44845" y="4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7" name="Freeform 3376">
                  <a:extLst>
                    <a:ext uri="{FF2B5EF4-FFF2-40B4-BE49-F238E27FC236}">
                      <a16:creationId xmlns:a16="http://schemas.microsoft.com/office/drawing/2014/main" id="{31FDBCD6-B106-B9BF-25AD-C2263850C2AE}"/>
                    </a:ext>
                  </a:extLst>
                </p:cNvPr>
                <p:cNvSpPr/>
                <p:nvPr/>
              </p:nvSpPr>
              <p:spPr>
                <a:xfrm>
                  <a:off x="-2716068" y="5591541"/>
                  <a:ext cx="41626" cy="59251"/>
                </a:xfrm>
                <a:custGeom>
                  <a:avLst/>
                  <a:gdLst>
                    <a:gd name="csX0" fmla="*/ 42322 w 41626"/>
                    <a:gd name="csY0" fmla="*/ 450 h 59251"/>
                    <a:gd name="csX1" fmla="*/ 695 w 41626"/>
                    <a:gd name="csY1" fmla="*/ 450 h 59251"/>
                    <a:gd name="csX2" fmla="*/ 695 w 41626"/>
                    <a:gd name="csY2" fmla="*/ 10950 h 59251"/>
                    <a:gd name="csX3" fmla="*/ 30134 w 41626"/>
                    <a:gd name="csY3" fmla="*/ 10950 h 59251"/>
                    <a:gd name="csX4" fmla="*/ 17102 w 41626"/>
                    <a:gd name="csY4" fmla="*/ 30732 h 59251"/>
                    <a:gd name="csX5" fmla="*/ 9414 w 41626"/>
                    <a:gd name="csY5" fmla="*/ 59701 h 59251"/>
                    <a:gd name="csX6" fmla="*/ 21134 w 41626"/>
                    <a:gd name="csY6" fmla="*/ 59701 h 59251"/>
                    <a:gd name="csX7" fmla="*/ 42322 w 41626"/>
                    <a:gd name="csY7" fmla="*/ 9638 h 592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1626" h="59251">
                      <a:moveTo>
                        <a:pt x="42322" y="450"/>
                      </a:moveTo>
                      <a:lnTo>
                        <a:pt x="695" y="450"/>
                      </a:lnTo>
                      <a:lnTo>
                        <a:pt x="695" y="10950"/>
                      </a:lnTo>
                      <a:lnTo>
                        <a:pt x="30134" y="10950"/>
                      </a:lnTo>
                      <a:cubicBezTo>
                        <a:pt x="26571" y="14794"/>
                        <a:pt x="19446" y="25575"/>
                        <a:pt x="17102" y="30732"/>
                      </a:cubicBezTo>
                      <a:cubicBezTo>
                        <a:pt x="13071" y="39357"/>
                        <a:pt x="10914" y="47045"/>
                        <a:pt x="9414" y="59701"/>
                      </a:cubicBezTo>
                      <a:lnTo>
                        <a:pt x="21134" y="59701"/>
                      </a:lnTo>
                      <a:cubicBezTo>
                        <a:pt x="22259" y="40951"/>
                        <a:pt x="28352" y="26607"/>
                        <a:pt x="42322" y="963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78" name="Freeform 3377">
                  <a:extLst>
                    <a:ext uri="{FF2B5EF4-FFF2-40B4-BE49-F238E27FC236}">
                      <a16:creationId xmlns:a16="http://schemas.microsoft.com/office/drawing/2014/main" id="{344EABAC-D129-B3F2-17F0-114BFC4EC37B}"/>
                    </a:ext>
                  </a:extLst>
                </p:cNvPr>
                <p:cNvSpPr/>
                <p:nvPr/>
              </p:nvSpPr>
              <p:spPr>
                <a:xfrm>
                  <a:off x="-2665254" y="5604948"/>
                  <a:ext cx="25688" cy="45844"/>
                </a:xfrm>
                <a:custGeom>
                  <a:avLst/>
                  <a:gdLst>
                    <a:gd name="csX0" fmla="*/ 703 w 25688"/>
                    <a:gd name="csY0" fmla="*/ 1200 h 45844"/>
                    <a:gd name="csX1" fmla="*/ 703 w 25688"/>
                    <a:gd name="csY1" fmla="*/ 46295 h 45844"/>
                    <a:gd name="csX2" fmla="*/ 12423 w 25688"/>
                    <a:gd name="csY2" fmla="*/ 46295 h 45844"/>
                    <a:gd name="csX3" fmla="*/ 12423 w 25688"/>
                    <a:gd name="csY3" fmla="*/ 22294 h 45844"/>
                    <a:gd name="csX4" fmla="*/ 22642 w 25688"/>
                    <a:gd name="csY4" fmla="*/ 12075 h 45844"/>
                    <a:gd name="csX5" fmla="*/ 26392 w 25688"/>
                    <a:gd name="csY5" fmla="*/ 12356 h 45844"/>
                    <a:gd name="csX6" fmla="*/ 26392 w 25688"/>
                    <a:gd name="csY6" fmla="*/ 544 h 45844"/>
                    <a:gd name="csX7" fmla="*/ 24985 w 25688"/>
                    <a:gd name="csY7" fmla="*/ 450 h 45844"/>
                    <a:gd name="csX8" fmla="*/ 12423 w 25688"/>
                    <a:gd name="csY8" fmla="*/ 10013 h 45844"/>
                    <a:gd name="csX9" fmla="*/ 12423 w 25688"/>
                    <a:gd name="csY9" fmla="*/ 1200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703" y="1200"/>
                      </a:moveTo>
                      <a:lnTo>
                        <a:pt x="703" y="46295"/>
                      </a:lnTo>
                      <a:lnTo>
                        <a:pt x="12423" y="46295"/>
                      </a:lnTo>
                      <a:lnTo>
                        <a:pt x="12423" y="22294"/>
                      </a:lnTo>
                      <a:cubicBezTo>
                        <a:pt x="12423" y="15450"/>
                        <a:pt x="15798" y="12075"/>
                        <a:pt x="22642" y="12075"/>
                      </a:cubicBezTo>
                      <a:cubicBezTo>
                        <a:pt x="23954" y="12075"/>
                        <a:pt x="24798" y="12169"/>
                        <a:pt x="26392" y="12356"/>
                      </a:cubicBezTo>
                      <a:lnTo>
                        <a:pt x="26392" y="544"/>
                      </a:lnTo>
                      <a:cubicBezTo>
                        <a:pt x="25735" y="450"/>
                        <a:pt x="25454" y="450"/>
                        <a:pt x="24985" y="450"/>
                      </a:cubicBezTo>
                      <a:cubicBezTo>
                        <a:pt x="19641" y="450"/>
                        <a:pt x="14954" y="3919"/>
                        <a:pt x="12423" y="10013"/>
                      </a:cubicBezTo>
                      <a:lnTo>
                        <a:pt x="12423" y="12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79" name="Freeform 3378">
                <a:extLst>
                  <a:ext uri="{FF2B5EF4-FFF2-40B4-BE49-F238E27FC236}">
                    <a16:creationId xmlns:a16="http://schemas.microsoft.com/office/drawing/2014/main" id="{A9D78DE8-9DFE-313F-4E3E-64B1F4CEC425}"/>
                  </a:ext>
                </a:extLst>
              </p:cNvPr>
              <p:cNvSpPr/>
              <p:nvPr/>
            </p:nvSpPr>
            <p:spPr>
              <a:xfrm>
                <a:off x="4469285" y="2223690"/>
                <a:ext cx="295668" cy="163909"/>
              </a:xfrm>
              <a:custGeom>
                <a:avLst/>
                <a:gdLst>
                  <a:gd name="csX0" fmla="*/ 263609 w 263608"/>
                  <a:gd name="csY0" fmla="*/ 73080 h 146136"/>
                  <a:gd name="csX1" fmla="*/ 263515 w 263608"/>
                  <a:gd name="csY1" fmla="*/ 70502 h 146136"/>
                  <a:gd name="csX2" fmla="*/ 263281 w 263608"/>
                  <a:gd name="csY2" fmla="*/ 67947 h 146136"/>
                  <a:gd name="csX3" fmla="*/ 262859 w 263608"/>
                  <a:gd name="csY3" fmla="*/ 65392 h 146136"/>
                  <a:gd name="csX4" fmla="*/ 262296 w 263608"/>
                  <a:gd name="csY4" fmla="*/ 62838 h 146136"/>
                  <a:gd name="csX5" fmla="*/ 261570 w 263608"/>
                  <a:gd name="csY5" fmla="*/ 60306 h 146136"/>
                  <a:gd name="csX6" fmla="*/ 260679 w 263608"/>
                  <a:gd name="csY6" fmla="*/ 57798 h 146136"/>
                  <a:gd name="csX7" fmla="*/ 259648 w 263608"/>
                  <a:gd name="csY7" fmla="*/ 55291 h 146136"/>
                  <a:gd name="csX8" fmla="*/ 258429 w 263608"/>
                  <a:gd name="csY8" fmla="*/ 52830 h 146136"/>
                  <a:gd name="csX9" fmla="*/ 257069 w 263608"/>
                  <a:gd name="csY9" fmla="*/ 50369 h 146136"/>
                  <a:gd name="csX10" fmla="*/ 255569 w 263608"/>
                  <a:gd name="csY10" fmla="*/ 47954 h 146136"/>
                  <a:gd name="csX11" fmla="*/ 253905 w 263608"/>
                  <a:gd name="csY11" fmla="*/ 45564 h 146136"/>
                  <a:gd name="csX12" fmla="*/ 252077 w 263608"/>
                  <a:gd name="csY12" fmla="*/ 43196 h 146136"/>
                  <a:gd name="csX13" fmla="*/ 250108 w 263608"/>
                  <a:gd name="csY13" fmla="*/ 40876 h 146136"/>
                  <a:gd name="csX14" fmla="*/ 247999 w 263608"/>
                  <a:gd name="csY14" fmla="*/ 38603 h 146136"/>
                  <a:gd name="csX15" fmla="*/ 245749 w 263608"/>
                  <a:gd name="csY15" fmla="*/ 36353 h 146136"/>
                  <a:gd name="csX16" fmla="*/ 243358 w 263608"/>
                  <a:gd name="csY16" fmla="*/ 34149 h 146136"/>
                  <a:gd name="csX17" fmla="*/ 240827 w 263608"/>
                  <a:gd name="csY17" fmla="*/ 32016 h 146136"/>
                  <a:gd name="csX18" fmla="*/ 238155 w 263608"/>
                  <a:gd name="csY18" fmla="*/ 29907 h 146136"/>
                  <a:gd name="csX19" fmla="*/ 235366 w 263608"/>
                  <a:gd name="csY19" fmla="*/ 27868 h 146136"/>
                  <a:gd name="csX20" fmla="*/ 232436 w 263608"/>
                  <a:gd name="csY20" fmla="*/ 25899 h 146136"/>
                  <a:gd name="csX21" fmla="*/ 229389 w 263608"/>
                  <a:gd name="csY21" fmla="*/ 23954 h 146136"/>
                  <a:gd name="csX22" fmla="*/ 226225 w 263608"/>
                  <a:gd name="csY22" fmla="*/ 22102 h 146136"/>
                  <a:gd name="csX23" fmla="*/ 222920 w 263608"/>
                  <a:gd name="csY23" fmla="*/ 20274 h 146136"/>
                  <a:gd name="csX24" fmla="*/ 219522 w 263608"/>
                  <a:gd name="csY24" fmla="*/ 18540 h 146136"/>
                  <a:gd name="csX25" fmla="*/ 216029 w 263608"/>
                  <a:gd name="csY25" fmla="*/ 16875 h 146136"/>
                  <a:gd name="csX26" fmla="*/ 212420 w 263608"/>
                  <a:gd name="csY26" fmla="*/ 15258 h 146136"/>
                  <a:gd name="csX27" fmla="*/ 208693 w 263608"/>
                  <a:gd name="csY27" fmla="*/ 13735 h 146136"/>
                  <a:gd name="csX28" fmla="*/ 204896 w 263608"/>
                  <a:gd name="csY28" fmla="*/ 12282 h 146136"/>
                  <a:gd name="csX29" fmla="*/ 201005 w 263608"/>
                  <a:gd name="csY29" fmla="*/ 10899 h 146136"/>
                  <a:gd name="csX30" fmla="*/ 197021 w 263608"/>
                  <a:gd name="csY30" fmla="*/ 9586 h 146136"/>
                  <a:gd name="csX31" fmla="*/ 192966 w 263608"/>
                  <a:gd name="csY31" fmla="*/ 8344 h 146136"/>
                  <a:gd name="csX32" fmla="*/ 188841 w 263608"/>
                  <a:gd name="csY32" fmla="*/ 7196 h 146136"/>
                  <a:gd name="csX33" fmla="*/ 184622 w 263608"/>
                  <a:gd name="csY33" fmla="*/ 6141 h 146136"/>
                  <a:gd name="csX34" fmla="*/ 180356 w 263608"/>
                  <a:gd name="csY34" fmla="*/ 5156 h 146136"/>
                  <a:gd name="csX35" fmla="*/ 176020 w 263608"/>
                  <a:gd name="csY35" fmla="*/ 4242 h 146136"/>
                  <a:gd name="csX36" fmla="*/ 171637 w 263608"/>
                  <a:gd name="csY36" fmla="*/ 3422 h 146136"/>
                  <a:gd name="csX37" fmla="*/ 167208 w 263608"/>
                  <a:gd name="csY37" fmla="*/ 2695 h 146136"/>
                  <a:gd name="csX38" fmla="*/ 162731 w 263608"/>
                  <a:gd name="csY38" fmla="*/ 2039 h 146136"/>
                  <a:gd name="csX39" fmla="*/ 158207 w 263608"/>
                  <a:gd name="csY39" fmla="*/ 1477 h 146136"/>
                  <a:gd name="csX40" fmla="*/ 153660 w 263608"/>
                  <a:gd name="csY40" fmla="*/ 1008 h 146136"/>
                  <a:gd name="csX41" fmla="*/ 149090 w 263608"/>
                  <a:gd name="csY41" fmla="*/ 633 h 146136"/>
                  <a:gd name="csX42" fmla="*/ 144496 w 263608"/>
                  <a:gd name="csY42" fmla="*/ 352 h 146136"/>
                  <a:gd name="csX43" fmla="*/ 139879 w 263608"/>
                  <a:gd name="csY43" fmla="*/ 141 h 146136"/>
                  <a:gd name="csX44" fmla="*/ 135261 w 263608"/>
                  <a:gd name="csY44" fmla="*/ 23 h 146136"/>
                  <a:gd name="csX45" fmla="*/ 130644 w 263608"/>
                  <a:gd name="csY45" fmla="*/ 0 h 146136"/>
                  <a:gd name="csX46" fmla="*/ 126003 w 263608"/>
                  <a:gd name="csY46" fmla="*/ 70 h 146136"/>
                  <a:gd name="csX47" fmla="*/ 121386 w 263608"/>
                  <a:gd name="csY47" fmla="*/ 234 h 146136"/>
                  <a:gd name="csX48" fmla="*/ 116792 w 263608"/>
                  <a:gd name="csY48" fmla="*/ 469 h 146136"/>
                  <a:gd name="csX49" fmla="*/ 112198 w 263608"/>
                  <a:gd name="csY49" fmla="*/ 820 h 146136"/>
                  <a:gd name="csX50" fmla="*/ 107651 w 263608"/>
                  <a:gd name="csY50" fmla="*/ 1242 h 146136"/>
                  <a:gd name="csX51" fmla="*/ 103104 w 263608"/>
                  <a:gd name="csY51" fmla="*/ 1758 h 146136"/>
                  <a:gd name="csX52" fmla="*/ 98604 w 263608"/>
                  <a:gd name="csY52" fmla="*/ 2367 h 146136"/>
                  <a:gd name="csX53" fmla="*/ 94151 w 263608"/>
                  <a:gd name="csY53" fmla="*/ 3047 h 146136"/>
                  <a:gd name="csX54" fmla="*/ 89745 w 263608"/>
                  <a:gd name="csY54" fmla="*/ 3820 h 146136"/>
                  <a:gd name="csX55" fmla="*/ 85385 w 263608"/>
                  <a:gd name="csY55" fmla="*/ 4688 h 146136"/>
                  <a:gd name="csX56" fmla="*/ 81096 w 263608"/>
                  <a:gd name="csY56" fmla="*/ 5625 h 146136"/>
                  <a:gd name="csX57" fmla="*/ 76854 w 263608"/>
                  <a:gd name="csY57" fmla="*/ 6656 h 146136"/>
                  <a:gd name="csX58" fmla="*/ 72682 w 263608"/>
                  <a:gd name="csY58" fmla="*/ 7758 h 146136"/>
                  <a:gd name="csX59" fmla="*/ 68580 w 263608"/>
                  <a:gd name="csY59" fmla="*/ 8953 h 146136"/>
                  <a:gd name="csX60" fmla="*/ 64549 w 263608"/>
                  <a:gd name="csY60" fmla="*/ 10219 h 146136"/>
                  <a:gd name="csX61" fmla="*/ 60611 w 263608"/>
                  <a:gd name="csY61" fmla="*/ 11578 h 146136"/>
                  <a:gd name="csX62" fmla="*/ 56767 w 263608"/>
                  <a:gd name="csY62" fmla="*/ 12985 h 146136"/>
                  <a:gd name="csX63" fmla="*/ 53017 w 263608"/>
                  <a:gd name="csY63" fmla="*/ 14485 h 146136"/>
                  <a:gd name="csX64" fmla="*/ 49361 w 263608"/>
                  <a:gd name="csY64" fmla="*/ 16055 h 146136"/>
                  <a:gd name="csX65" fmla="*/ 45798 w 263608"/>
                  <a:gd name="csY65" fmla="*/ 17696 h 146136"/>
                  <a:gd name="csX66" fmla="*/ 42353 w 263608"/>
                  <a:gd name="csY66" fmla="*/ 19407 h 146136"/>
                  <a:gd name="csX67" fmla="*/ 39001 w 263608"/>
                  <a:gd name="csY67" fmla="*/ 21188 h 146136"/>
                  <a:gd name="csX68" fmla="*/ 35767 w 263608"/>
                  <a:gd name="csY68" fmla="*/ 23016 h 146136"/>
                  <a:gd name="csX69" fmla="*/ 32673 w 263608"/>
                  <a:gd name="csY69" fmla="*/ 24915 h 146136"/>
                  <a:gd name="csX70" fmla="*/ 29673 w 263608"/>
                  <a:gd name="csY70" fmla="*/ 26884 h 146136"/>
                  <a:gd name="csX71" fmla="*/ 26813 w 263608"/>
                  <a:gd name="csY71" fmla="*/ 28899 h 146136"/>
                  <a:gd name="csX72" fmla="*/ 24071 w 263608"/>
                  <a:gd name="csY72" fmla="*/ 30962 h 146136"/>
                  <a:gd name="csX73" fmla="*/ 21469 w 263608"/>
                  <a:gd name="csY73" fmla="*/ 33071 h 146136"/>
                  <a:gd name="csX74" fmla="*/ 19008 w 263608"/>
                  <a:gd name="csY74" fmla="*/ 35251 h 146136"/>
                  <a:gd name="csX75" fmla="*/ 16688 w 263608"/>
                  <a:gd name="csY75" fmla="*/ 37478 h 146136"/>
                  <a:gd name="csX76" fmla="*/ 14508 w 263608"/>
                  <a:gd name="csY76" fmla="*/ 39728 h 146136"/>
                  <a:gd name="csX77" fmla="*/ 12469 w 263608"/>
                  <a:gd name="csY77" fmla="*/ 42025 h 146136"/>
                  <a:gd name="csX78" fmla="*/ 10571 w 263608"/>
                  <a:gd name="csY78" fmla="*/ 44368 h 146136"/>
                  <a:gd name="csX79" fmla="*/ 8836 w 263608"/>
                  <a:gd name="csY79" fmla="*/ 46759 h 146136"/>
                  <a:gd name="csX80" fmla="*/ 7242 w 263608"/>
                  <a:gd name="csY80" fmla="*/ 49150 h 146136"/>
                  <a:gd name="csX81" fmla="*/ 5813 w 263608"/>
                  <a:gd name="csY81" fmla="*/ 51587 h 146136"/>
                  <a:gd name="csX82" fmla="*/ 4524 w 263608"/>
                  <a:gd name="csY82" fmla="*/ 54048 h 146136"/>
                  <a:gd name="csX83" fmla="*/ 3399 w 263608"/>
                  <a:gd name="csY83" fmla="*/ 56556 h 146136"/>
                  <a:gd name="csX84" fmla="*/ 2438 w 263608"/>
                  <a:gd name="csY84" fmla="*/ 59064 h 146136"/>
                  <a:gd name="csX85" fmla="*/ 1617 w 263608"/>
                  <a:gd name="csY85" fmla="*/ 61572 h 146136"/>
                  <a:gd name="csX86" fmla="*/ 984 w 263608"/>
                  <a:gd name="csY86" fmla="*/ 64127 h 146136"/>
                  <a:gd name="csX87" fmla="*/ 492 w 263608"/>
                  <a:gd name="csY87" fmla="*/ 66658 h 146136"/>
                  <a:gd name="csX88" fmla="*/ 164 w 263608"/>
                  <a:gd name="csY88" fmla="*/ 69236 h 146136"/>
                  <a:gd name="csX89" fmla="*/ 0 w 263608"/>
                  <a:gd name="csY89" fmla="*/ 71791 h 146136"/>
                  <a:gd name="csX90" fmla="*/ 0 w 263608"/>
                  <a:gd name="csY90" fmla="*/ 74346 h 146136"/>
                  <a:gd name="csX91" fmla="*/ 164 w 263608"/>
                  <a:gd name="csY91" fmla="*/ 76924 h 146136"/>
                  <a:gd name="csX92" fmla="*/ 492 w 263608"/>
                  <a:gd name="csY92" fmla="*/ 79479 h 146136"/>
                  <a:gd name="csX93" fmla="*/ 984 w 263608"/>
                  <a:gd name="csY93" fmla="*/ 82033 h 146136"/>
                  <a:gd name="csX94" fmla="*/ 1617 w 263608"/>
                  <a:gd name="csY94" fmla="*/ 84565 h 146136"/>
                  <a:gd name="csX95" fmla="*/ 2438 w 263608"/>
                  <a:gd name="csY95" fmla="*/ 87096 h 146136"/>
                  <a:gd name="csX96" fmla="*/ 3399 w 263608"/>
                  <a:gd name="csY96" fmla="*/ 89604 h 146136"/>
                  <a:gd name="csX97" fmla="*/ 4524 w 263608"/>
                  <a:gd name="csY97" fmla="*/ 92088 h 146136"/>
                  <a:gd name="csX98" fmla="*/ 5813 w 263608"/>
                  <a:gd name="csY98" fmla="*/ 94549 h 146136"/>
                  <a:gd name="csX99" fmla="*/ 7242 w 263608"/>
                  <a:gd name="csY99" fmla="*/ 96987 h 146136"/>
                  <a:gd name="csX100" fmla="*/ 8836 w 263608"/>
                  <a:gd name="csY100" fmla="*/ 99401 h 146136"/>
                  <a:gd name="csX101" fmla="*/ 10571 w 263608"/>
                  <a:gd name="csY101" fmla="*/ 101768 h 146136"/>
                  <a:gd name="csX102" fmla="*/ 12469 w 263608"/>
                  <a:gd name="csY102" fmla="*/ 104112 h 146136"/>
                  <a:gd name="csX103" fmla="*/ 14508 w 263608"/>
                  <a:gd name="csY103" fmla="*/ 106409 h 146136"/>
                  <a:gd name="csX104" fmla="*/ 16688 w 263608"/>
                  <a:gd name="csY104" fmla="*/ 108683 h 146136"/>
                  <a:gd name="csX105" fmla="*/ 19008 w 263608"/>
                  <a:gd name="csY105" fmla="*/ 110886 h 146136"/>
                  <a:gd name="csX106" fmla="*/ 21469 w 263608"/>
                  <a:gd name="csY106" fmla="*/ 113066 h 146136"/>
                  <a:gd name="csX107" fmla="*/ 24071 w 263608"/>
                  <a:gd name="csY107" fmla="*/ 115175 h 146136"/>
                  <a:gd name="csX108" fmla="*/ 26813 w 263608"/>
                  <a:gd name="csY108" fmla="*/ 117261 h 146136"/>
                  <a:gd name="csX109" fmla="*/ 29673 w 263608"/>
                  <a:gd name="csY109" fmla="*/ 119277 h 146136"/>
                  <a:gd name="csX110" fmla="*/ 32673 w 263608"/>
                  <a:gd name="csY110" fmla="*/ 121222 h 146136"/>
                  <a:gd name="csX111" fmla="*/ 35767 w 263608"/>
                  <a:gd name="csY111" fmla="*/ 123121 h 146136"/>
                  <a:gd name="csX112" fmla="*/ 39001 w 263608"/>
                  <a:gd name="csY112" fmla="*/ 124972 h 146136"/>
                  <a:gd name="csX113" fmla="*/ 42353 w 263608"/>
                  <a:gd name="csY113" fmla="*/ 126730 h 146136"/>
                  <a:gd name="csX114" fmla="*/ 45798 w 263608"/>
                  <a:gd name="csY114" fmla="*/ 128441 h 146136"/>
                  <a:gd name="csX115" fmla="*/ 49361 w 263608"/>
                  <a:gd name="csY115" fmla="*/ 130082 h 146136"/>
                  <a:gd name="csX116" fmla="*/ 53017 w 263608"/>
                  <a:gd name="csY116" fmla="*/ 131652 h 146136"/>
                  <a:gd name="csX117" fmla="*/ 56767 w 263608"/>
                  <a:gd name="csY117" fmla="*/ 133152 h 146136"/>
                  <a:gd name="csX118" fmla="*/ 60611 w 263608"/>
                  <a:gd name="csY118" fmla="*/ 134582 h 146136"/>
                  <a:gd name="csX119" fmla="*/ 64549 w 263608"/>
                  <a:gd name="csY119" fmla="*/ 135918 h 146136"/>
                  <a:gd name="csX120" fmla="*/ 68580 w 263608"/>
                  <a:gd name="csY120" fmla="*/ 137183 h 146136"/>
                  <a:gd name="csX121" fmla="*/ 72682 w 263608"/>
                  <a:gd name="csY121" fmla="*/ 138379 h 146136"/>
                  <a:gd name="csX122" fmla="*/ 76854 w 263608"/>
                  <a:gd name="csY122" fmla="*/ 139480 h 146136"/>
                  <a:gd name="csX123" fmla="*/ 81096 w 263608"/>
                  <a:gd name="csY123" fmla="*/ 140512 h 146136"/>
                  <a:gd name="csX124" fmla="*/ 85385 w 263608"/>
                  <a:gd name="csY124" fmla="*/ 141473 h 146136"/>
                  <a:gd name="csX125" fmla="*/ 89745 w 263608"/>
                  <a:gd name="csY125" fmla="*/ 142316 h 146136"/>
                  <a:gd name="csX126" fmla="*/ 94151 w 263608"/>
                  <a:gd name="csY126" fmla="*/ 143090 h 146136"/>
                  <a:gd name="csX127" fmla="*/ 98604 w 263608"/>
                  <a:gd name="csY127" fmla="*/ 143793 h 146136"/>
                  <a:gd name="csX128" fmla="*/ 103104 w 263608"/>
                  <a:gd name="csY128" fmla="*/ 144379 h 146136"/>
                  <a:gd name="csX129" fmla="*/ 107651 w 263608"/>
                  <a:gd name="csY129" fmla="*/ 144895 h 146136"/>
                  <a:gd name="csX130" fmla="*/ 112198 w 263608"/>
                  <a:gd name="csY130" fmla="*/ 145316 h 146136"/>
                  <a:gd name="csX131" fmla="*/ 116792 w 263608"/>
                  <a:gd name="csY131" fmla="*/ 145668 h 146136"/>
                  <a:gd name="csX132" fmla="*/ 121386 w 263608"/>
                  <a:gd name="csY132" fmla="*/ 145902 h 146136"/>
                  <a:gd name="csX133" fmla="*/ 126003 w 263608"/>
                  <a:gd name="csY133" fmla="*/ 146066 h 146136"/>
                  <a:gd name="csX134" fmla="*/ 130644 w 263608"/>
                  <a:gd name="csY134" fmla="*/ 146137 h 146136"/>
                  <a:gd name="csX135" fmla="*/ 135261 w 263608"/>
                  <a:gd name="csY135" fmla="*/ 146113 h 146136"/>
                  <a:gd name="csX136" fmla="*/ 139879 w 263608"/>
                  <a:gd name="csY136" fmla="*/ 145996 h 146136"/>
                  <a:gd name="csX137" fmla="*/ 144496 w 263608"/>
                  <a:gd name="csY137" fmla="*/ 145809 h 146136"/>
                  <a:gd name="csX138" fmla="*/ 149090 w 263608"/>
                  <a:gd name="csY138" fmla="*/ 145504 h 146136"/>
                  <a:gd name="csX139" fmla="*/ 153660 w 263608"/>
                  <a:gd name="csY139" fmla="*/ 145129 h 146136"/>
                  <a:gd name="csX140" fmla="*/ 158207 w 263608"/>
                  <a:gd name="csY140" fmla="*/ 144660 h 146136"/>
                  <a:gd name="csX141" fmla="*/ 162731 w 263608"/>
                  <a:gd name="csY141" fmla="*/ 144098 h 146136"/>
                  <a:gd name="csX142" fmla="*/ 167208 w 263608"/>
                  <a:gd name="csY142" fmla="*/ 143441 h 146136"/>
                  <a:gd name="csX143" fmla="*/ 171637 w 263608"/>
                  <a:gd name="csY143" fmla="*/ 142715 h 146136"/>
                  <a:gd name="csX144" fmla="*/ 176020 w 263608"/>
                  <a:gd name="csY144" fmla="*/ 141894 h 146136"/>
                  <a:gd name="csX145" fmla="*/ 180356 w 263608"/>
                  <a:gd name="csY145" fmla="*/ 141004 h 146136"/>
                  <a:gd name="csX146" fmla="*/ 184622 w 263608"/>
                  <a:gd name="csY146" fmla="*/ 140019 h 146136"/>
                  <a:gd name="csX147" fmla="*/ 188841 w 263608"/>
                  <a:gd name="csY147" fmla="*/ 138941 h 146136"/>
                  <a:gd name="csX148" fmla="*/ 192966 w 263608"/>
                  <a:gd name="csY148" fmla="*/ 137793 h 146136"/>
                  <a:gd name="csX149" fmla="*/ 197021 w 263608"/>
                  <a:gd name="csY149" fmla="*/ 136574 h 146136"/>
                  <a:gd name="csX150" fmla="*/ 201005 w 263608"/>
                  <a:gd name="csY150" fmla="*/ 135261 h 146136"/>
                  <a:gd name="csX151" fmla="*/ 204896 w 263608"/>
                  <a:gd name="csY151" fmla="*/ 133879 h 146136"/>
                  <a:gd name="csX152" fmla="*/ 208693 w 263608"/>
                  <a:gd name="csY152" fmla="*/ 132402 h 146136"/>
                  <a:gd name="csX153" fmla="*/ 212420 w 263608"/>
                  <a:gd name="csY153" fmla="*/ 130879 h 146136"/>
                  <a:gd name="csX154" fmla="*/ 216029 w 263608"/>
                  <a:gd name="csY154" fmla="*/ 129285 h 146136"/>
                  <a:gd name="csX155" fmla="*/ 219522 w 263608"/>
                  <a:gd name="csY155" fmla="*/ 127597 h 146136"/>
                  <a:gd name="csX156" fmla="*/ 222920 w 263608"/>
                  <a:gd name="csY156" fmla="*/ 125863 h 146136"/>
                  <a:gd name="csX157" fmla="*/ 226225 w 263608"/>
                  <a:gd name="csY157" fmla="*/ 124058 h 146136"/>
                  <a:gd name="csX158" fmla="*/ 229389 w 263608"/>
                  <a:gd name="csY158" fmla="*/ 122183 h 146136"/>
                  <a:gd name="csX159" fmla="*/ 232436 w 263608"/>
                  <a:gd name="csY159" fmla="*/ 120261 h 146136"/>
                  <a:gd name="csX160" fmla="*/ 235366 w 263608"/>
                  <a:gd name="csY160" fmla="*/ 118269 h 146136"/>
                  <a:gd name="csX161" fmla="*/ 238155 w 263608"/>
                  <a:gd name="csY161" fmla="*/ 116230 h 146136"/>
                  <a:gd name="csX162" fmla="*/ 240827 w 263608"/>
                  <a:gd name="csY162" fmla="*/ 114120 h 146136"/>
                  <a:gd name="csX163" fmla="*/ 243358 w 263608"/>
                  <a:gd name="csY163" fmla="*/ 111987 h 146136"/>
                  <a:gd name="csX164" fmla="*/ 245749 w 263608"/>
                  <a:gd name="csY164" fmla="*/ 109784 h 146136"/>
                  <a:gd name="csX165" fmla="*/ 247999 w 263608"/>
                  <a:gd name="csY165" fmla="*/ 107558 h 146136"/>
                  <a:gd name="csX166" fmla="*/ 250108 w 263608"/>
                  <a:gd name="csY166" fmla="*/ 105261 h 146136"/>
                  <a:gd name="csX167" fmla="*/ 252077 w 263608"/>
                  <a:gd name="csY167" fmla="*/ 102940 h 146136"/>
                  <a:gd name="csX168" fmla="*/ 253905 w 263608"/>
                  <a:gd name="csY168" fmla="*/ 100596 h 146136"/>
                  <a:gd name="csX169" fmla="*/ 255569 w 263608"/>
                  <a:gd name="csY169" fmla="*/ 98206 h 146136"/>
                  <a:gd name="csX170" fmla="*/ 257069 w 263608"/>
                  <a:gd name="csY170" fmla="*/ 95768 h 146136"/>
                  <a:gd name="csX171" fmla="*/ 258429 w 263608"/>
                  <a:gd name="csY171" fmla="*/ 93331 h 146136"/>
                  <a:gd name="csX172" fmla="*/ 259648 w 263608"/>
                  <a:gd name="csY172" fmla="*/ 90846 h 146136"/>
                  <a:gd name="csX173" fmla="*/ 260679 w 263608"/>
                  <a:gd name="csY173" fmla="*/ 88338 h 146136"/>
                  <a:gd name="csX174" fmla="*/ 261570 w 263608"/>
                  <a:gd name="csY174" fmla="*/ 85830 h 146136"/>
                  <a:gd name="csX175" fmla="*/ 262296 w 263608"/>
                  <a:gd name="csY175" fmla="*/ 83299 h 146136"/>
                  <a:gd name="csX176" fmla="*/ 262859 w 263608"/>
                  <a:gd name="csY176" fmla="*/ 80744 h 146136"/>
                  <a:gd name="csX177" fmla="*/ 263281 w 263608"/>
                  <a:gd name="csY177" fmla="*/ 78190 h 146136"/>
                  <a:gd name="csX178" fmla="*/ 263515 w 263608"/>
                  <a:gd name="csY178" fmla="*/ 75635 h 1461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63608" h="146136">
                    <a:moveTo>
                      <a:pt x="263609" y="73080"/>
                    </a:moveTo>
                    <a:lnTo>
                      <a:pt x="263515" y="70502"/>
                    </a:lnTo>
                    <a:lnTo>
                      <a:pt x="263281" y="67947"/>
                    </a:lnTo>
                    <a:lnTo>
                      <a:pt x="262859" y="65392"/>
                    </a:lnTo>
                    <a:lnTo>
                      <a:pt x="262296" y="62838"/>
                    </a:lnTo>
                    <a:lnTo>
                      <a:pt x="261570" y="60306"/>
                    </a:lnTo>
                    <a:lnTo>
                      <a:pt x="260679" y="57798"/>
                    </a:lnTo>
                    <a:lnTo>
                      <a:pt x="259648" y="55291"/>
                    </a:lnTo>
                    <a:lnTo>
                      <a:pt x="258429" y="52830"/>
                    </a:lnTo>
                    <a:lnTo>
                      <a:pt x="257069" y="50369"/>
                    </a:lnTo>
                    <a:lnTo>
                      <a:pt x="255569" y="47954"/>
                    </a:lnTo>
                    <a:lnTo>
                      <a:pt x="253905" y="45564"/>
                    </a:lnTo>
                    <a:lnTo>
                      <a:pt x="252077" y="43196"/>
                    </a:lnTo>
                    <a:lnTo>
                      <a:pt x="250108" y="40876"/>
                    </a:lnTo>
                    <a:lnTo>
                      <a:pt x="247999" y="38603"/>
                    </a:lnTo>
                    <a:lnTo>
                      <a:pt x="245749" y="36353"/>
                    </a:lnTo>
                    <a:lnTo>
                      <a:pt x="243358" y="34149"/>
                    </a:lnTo>
                    <a:lnTo>
                      <a:pt x="240827" y="32016"/>
                    </a:lnTo>
                    <a:lnTo>
                      <a:pt x="238155" y="29907"/>
                    </a:lnTo>
                    <a:lnTo>
                      <a:pt x="235366" y="27868"/>
                    </a:lnTo>
                    <a:lnTo>
                      <a:pt x="232436" y="25899"/>
                    </a:lnTo>
                    <a:lnTo>
                      <a:pt x="229389" y="23954"/>
                    </a:lnTo>
                    <a:lnTo>
                      <a:pt x="226225" y="22102"/>
                    </a:lnTo>
                    <a:lnTo>
                      <a:pt x="222920" y="20274"/>
                    </a:lnTo>
                    <a:lnTo>
                      <a:pt x="219522" y="18540"/>
                    </a:lnTo>
                    <a:lnTo>
                      <a:pt x="216029" y="16875"/>
                    </a:lnTo>
                    <a:lnTo>
                      <a:pt x="212420" y="15258"/>
                    </a:lnTo>
                    <a:lnTo>
                      <a:pt x="208693" y="13735"/>
                    </a:lnTo>
                    <a:lnTo>
                      <a:pt x="204896" y="12282"/>
                    </a:lnTo>
                    <a:lnTo>
                      <a:pt x="201005" y="10899"/>
                    </a:lnTo>
                    <a:lnTo>
                      <a:pt x="197021" y="9586"/>
                    </a:lnTo>
                    <a:lnTo>
                      <a:pt x="192966" y="8344"/>
                    </a:lnTo>
                    <a:lnTo>
                      <a:pt x="188841" y="7196"/>
                    </a:lnTo>
                    <a:lnTo>
                      <a:pt x="184622" y="6141"/>
                    </a:lnTo>
                    <a:lnTo>
                      <a:pt x="180356" y="5156"/>
                    </a:lnTo>
                    <a:lnTo>
                      <a:pt x="176020" y="4242"/>
                    </a:lnTo>
                    <a:lnTo>
                      <a:pt x="171637" y="3422"/>
                    </a:lnTo>
                    <a:lnTo>
                      <a:pt x="167208" y="2695"/>
                    </a:lnTo>
                    <a:lnTo>
                      <a:pt x="162731" y="2039"/>
                    </a:lnTo>
                    <a:lnTo>
                      <a:pt x="158207" y="1477"/>
                    </a:lnTo>
                    <a:lnTo>
                      <a:pt x="153660" y="1008"/>
                    </a:lnTo>
                    <a:lnTo>
                      <a:pt x="149090" y="633"/>
                    </a:lnTo>
                    <a:lnTo>
                      <a:pt x="144496" y="352"/>
                    </a:lnTo>
                    <a:lnTo>
                      <a:pt x="139879" y="141"/>
                    </a:lnTo>
                    <a:lnTo>
                      <a:pt x="135261" y="23"/>
                    </a:lnTo>
                    <a:lnTo>
                      <a:pt x="130644" y="0"/>
                    </a:lnTo>
                    <a:lnTo>
                      <a:pt x="126003" y="70"/>
                    </a:lnTo>
                    <a:lnTo>
                      <a:pt x="121386" y="234"/>
                    </a:lnTo>
                    <a:lnTo>
                      <a:pt x="116792" y="469"/>
                    </a:lnTo>
                    <a:lnTo>
                      <a:pt x="112198" y="820"/>
                    </a:lnTo>
                    <a:lnTo>
                      <a:pt x="107651" y="1242"/>
                    </a:lnTo>
                    <a:lnTo>
                      <a:pt x="103104" y="1758"/>
                    </a:lnTo>
                    <a:lnTo>
                      <a:pt x="98604" y="2367"/>
                    </a:lnTo>
                    <a:lnTo>
                      <a:pt x="94151" y="3047"/>
                    </a:lnTo>
                    <a:lnTo>
                      <a:pt x="89745" y="3820"/>
                    </a:lnTo>
                    <a:lnTo>
                      <a:pt x="85385" y="4688"/>
                    </a:lnTo>
                    <a:lnTo>
                      <a:pt x="81096" y="5625"/>
                    </a:lnTo>
                    <a:lnTo>
                      <a:pt x="76854" y="6656"/>
                    </a:lnTo>
                    <a:lnTo>
                      <a:pt x="72682" y="7758"/>
                    </a:lnTo>
                    <a:lnTo>
                      <a:pt x="68580" y="8953"/>
                    </a:lnTo>
                    <a:lnTo>
                      <a:pt x="64549" y="10219"/>
                    </a:lnTo>
                    <a:lnTo>
                      <a:pt x="60611" y="11578"/>
                    </a:lnTo>
                    <a:lnTo>
                      <a:pt x="56767" y="12985"/>
                    </a:lnTo>
                    <a:lnTo>
                      <a:pt x="53017" y="14485"/>
                    </a:lnTo>
                    <a:lnTo>
                      <a:pt x="49361" y="16055"/>
                    </a:lnTo>
                    <a:lnTo>
                      <a:pt x="45798" y="17696"/>
                    </a:lnTo>
                    <a:lnTo>
                      <a:pt x="42353" y="19407"/>
                    </a:lnTo>
                    <a:lnTo>
                      <a:pt x="39001" y="21188"/>
                    </a:lnTo>
                    <a:lnTo>
                      <a:pt x="35767" y="23016"/>
                    </a:lnTo>
                    <a:lnTo>
                      <a:pt x="32673" y="24915"/>
                    </a:lnTo>
                    <a:lnTo>
                      <a:pt x="29673" y="26884"/>
                    </a:lnTo>
                    <a:lnTo>
                      <a:pt x="26813" y="28899"/>
                    </a:lnTo>
                    <a:lnTo>
                      <a:pt x="24071" y="30962"/>
                    </a:lnTo>
                    <a:lnTo>
                      <a:pt x="21469" y="33071"/>
                    </a:lnTo>
                    <a:lnTo>
                      <a:pt x="19008" y="35251"/>
                    </a:lnTo>
                    <a:lnTo>
                      <a:pt x="16688" y="37478"/>
                    </a:lnTo>
                    <a:lnTo>
                      <a:pt x="14508" y="39728"/>
                    </a:lnTo>
                    <a:lnTo>
                      <a:pt x="12469" y="42025"/>
                    </a:lnTo>
                    <a:lnTo>
                      <a:pt x="10571" y="44368"/>
                    </a:lnTo>
                    <a:lnTo>
                      <a:pt x="8836" y="46759"/>
                    </a:lnTo>
                    <a:lnTo>
                      <a:pt x="7242" y="49150"/>
                    </a:lnTo>
                    <a:lnTo>
                      <a:pt x="5813" y="51587"/>
                    </a:lnTo>
                    <a:lnTo>
                      <a:pt x="4524" y="54048"/>
                    </a:lnTo>
                    <a:lnTo>
                      <a:pt x="3399" y="56556"/>
                    </a:lnTo>
                    <a:lnTo>
                      <a:pt x="2438" y="59064"/>
                    </a:lnTo>
                    <a:lnTo>
                      <a:pt x="1617" y="61572"/>
                    </a:lnTo>
                    <a:lnTo>
                      <a:pt x="984" y="64127"/>
                    </a:lnTo>
                    <a:lnTo>
                      <a:pt x="492" y="66658"/>
                    </a:lnTo>
                    <a:lnTo>
                      <a:pt x="164" y="69236"/>
                    </a:lnTo>
                    <a:lnTo>
                      <a:pt x="0" y="71791"/>
                    </a:lnTo>
                    <a:lnTo>
                      <a:pt x="0" y="74346"/>
                    </a:lnTo>
                    <a:lnTo>
                      <a:pt x="164" y="76924"/>
                    </a:lnTo>
                    <a:lnTo>
                      <a:pt x="492" y="79479"/>
                    </a:lnTo>
                    <a:lnTo>
                      <a:pt x="984" y="82033"/>
                    </a:lnTo>
                    <a:lnTo>
                      <a:pt x="1617" y="84565"/>
                    </a:lnTo>
                    <a:lnTo>
                      <a:pt x="2438" y="87096"/>
                    </a:lnTo>
                    <a:lnTo>
                      <a:pt x="3399" y="89604"/>
                    </a:lnTo>
                    <a:lnTo>
                      <a:pt x="4524" y="92088"/>
                    </a:lnTo>
                    <a:lnTo>
                      <a:pt x="5813" y="94549"/>
                    </a:lnTo>
                    <a:lnTo>
                      <a:pt x="7242" y="96987"/>
                    </a:lnTo>
                    <a:lnTo>
                      <a:pt x="8836" y="99401"/>
                    </a:lnTo>
                    <a:lnTo>
                      <a:pt x="10571" y="101768"/>
                    </a:lnTo>
                    <a:lnTo>
                      <a:pt x="12469" y="104112"/>
                    </a:lnTo>
                    <a:lnTo>
                      <a:pt x="14508" y="106409"/>
                    </a:lnTo>
                    <a:lnTo>
                      <a:pt x="16688" y="108683"/>
                    </a:lnTo>
                    <a:lnTo>
                      <a:pt x="19008" y="110886"/>
                    </a:lnTo>
                    <a:lnTo>
                      <a:pt x="21469" y="113066"/>
                    </a:lnTo>
                    <a:lnTo>
                      <a:pt x="24071" y="115175"/>
                    </a:lnTo>
                    <a:lnTo>
                      <a:pt x="26813" y="117261"/>
                    </a:lnTo>
                    <a:lnTo>
                      <a:pt x="29673" y="119277"/>
                    </a:lnTo>
                    <a:lnTo>
                      <a:pt x="32673" y="121222"/>
                    </a:lnTo>
                    <a:lnTo>
                      <a:pt x="35767" y="123121"/>
                    </a:lnTo>
                    <a:lnTo>
                      <a:pt x="39001" y="124972"/>
                    </a:lnTo>
                    <a:lnTo>
                      <a:pt x="42353" y="126730"/>
                    </a:lnTo>
                    <a:lnTo>
                      <a:pt x="45798" y="128441"/>
                    </a:lnTo>
                    <a:lnTo>
                      <a:pt x="49361" y="130082"/>
                    </a:lnTo>
                    <a:lnTo>
                      <a:pt x="53017" y="131652"/>
                    </a:lnTo>
                    <a:lnTo>
                      <a:pt x="56767" y="133152"/>
                    </a:lnTo>
                    <a:lnTo>
                      <a:pt x="60611" y="134582"/>
                    </a:lnTo>
                    <a:lnTo>
                      <a:pt x="64549" y="135918"/>
                    </a:lnTo>
                    <a:lnTo>
                      <a:pt x="68580" y="137183"/>
                    </a:lnTo>
                    <a:lnTo>
                      <a:pt x="72682" y="138379"/>
                    </a:lnTo>
                    <a:lnTo>
                      <a:pt x="76854" y="139480"/>
                    </a:lnTo>
                    <a:lnTo>
                      <a:pt x="81096" y="140512"/>
                    </a:lnTo>
                    <a:lnTo>
                      <a:pt x="85385" y="141473"/>
                    </a:lnTo>
                    <a:lnTo>
                      <a:pt x="89745" y="142316"/>
                    </a:lnTo>
                    <a:lnTo>
                      <a:pt x="94151" y="143090"/>
                    </a:lnTo>
                    <a:lnTo>
                      <a:pt x="98604" y="143793"/>
                    </a:lnTo>
                    <a:lnTo>
                      <a:pt x="103104" y="144379"/>
                    </a:lnTo>
                    <a:lnTo>
                      <a:pt x="107651" y="144895"/>
                    </a:lnTo>
                    <a:lnTo>
                      <a:pt x="112198" y="145316"/>
                    </a:lnTo>
                    <a:lnTo>
                      <a:pt x="116792" y="145668"/>
                    </a:lnTo>
                    <a:lnTo>
                      <a:pt x="121386" y="145902"/>
                    </a:lnTo>
                    <a:lnTo>
                      <a:pt x="126003" y="146066"/>
                    </a:lnTo>
                    <a:lnTo>
                      <a:pt x="130644" y="146137"/>
                    </a:lnTo>
                    <a:lnTo>
                      <a:pt x="135261" y="146113"/>
                    </a:lnTo>
                    <a:lnTo>
                      <a:pt x="139879" y="145996"/>
                    </a:lnTo>
                    <a:lnTo>
                      <a:pt x="144496" y="145809"/>
                    </a:lnTo>
                    <a:lnTo>
                      <a:pt x="149090" y="145504"/>
                    </a:lnTo>
                    <a:lnTo>
                      <a:pt x="153660" y="145129"/>
                    </a:lnTo>
                    <a:lnTo>
                      <a:pt x="158207" y="144660"/>
                    </a:lnTo>
                    <a:lnTo>
                      <a:pt x="162731" y="144098"/>
                    </a:lnTo>
                    <a:lnTo>
                      <a:pt x="167208" y="143441"/>
                    </a:lnTo>
                    <a:lnTo>
                      <a:pt x="171637" y="142715"/>
                    </a:lnTo>
                    <a:lnTo>
                      <a:pt x="176020" y="141894"/>
                    </a:lnTo>
                    <a:lnTo>
                      <a:pt x="180356" y="141004"/>
                    </a:lnTo>
                    <a:lnTo>
                      <a:pt x="184622" y="140019"/>
                    </a:lnTo>
                    <a:lnTo>
                      <a:pt x="188841" y="138941"/>
                    </a:lnTo>
                    <a:lnTo>
                      <a:pt x="192966" y="137793"/>
                    </a:lnTo>
                    <a:lnTo>
                      <a:pt x="197021" y="136574"/>
                    </a:lnTo>
                    <a:lnTo>
                      <a:pt x="201005" y="135261"/>
                    </a:lnTo>
                    <a:lnTo>
                      <a:pt x="204896" y="133879"/>
                    </a:lnTo>
                    <a:lnTo>
                      <a:pt x="208693" y="132402"/>
                    </a:lnTo>
                    <a:lnTo>
                      <a:pt x="212420" y="130879"/>
                    </a:lnTo>
                    <a:lnTo>
                      <a:pt x="216029" y="129285"/>
                    </a:lnTo>
                    <a:lnTo>
                      <a:pt x="219522" y="127597"/>
                    </a:lnTo>
                    <a:lnTo>
                      <a:pt x="222920" y="125863"/>
                    </a:lnTo>
                    <a:lnTo>
                      <a:pt x="226225" y="124058"/>
                    </a:lnTo>
                    <a:lnTo>
                      <a:pt x="229389" y="122183"/>
                    </a:lnTo>
                    <a:lnTo>
                      <a:pt x="232436" y="120261"/>
                    </a:lnTo>
                    <a:lnTo>
                      <a:pt x="235366" y="118269"/>
                    </a:lnTo>
                    <a:lnTo>
                      <a:pt x="238155" y="116230"/>
                    </a:lnTo>
                    <a:lnTo>
                      <a:pt x="240827" y="114120"/>
                    </a:lnTo>
                    <a:lnTo>
                      <a:pt x="243358" y="111987"/>
                    </a:lnTo>
                    <a:lnTo>
                      <a:pt x="245749" y="109784"/>
                    </a:lnTo>
                    <a:lnTo>
                      <a:pt x="247999" y="107558"/>
                    </a:lnTo>
                    <a:lnTo>
                      <a:pt x="250108" y="105261"/>
                    </a:lnTo>
                    <a:lnTo>
                      <a:pt x="252077" y="102940"/>
                    </a:lnTo>
                    <a:lnTo>
                      <a:pt x="253905" y="100596"/>
                    </a:lnTo>
                    <a:lnTo>
                      <a:pt x="255569" y="98206"/>
                    </a:lnTo>
                    <a:lnTo>
                      <a:pt x="257069" y="95768"/>
                    </a:lnTo>
                    <a:lnTo>
                      <a:pt x="258429" y="93331"/>
                    </a:lnTo>
                    <a:lnTo>
                      <a:pt x="259648" y="90846"/>
                    </a:lnTo>
                    <a:lnTo>
                      <a:pt x="260679" y="88338"/>
                    </a:lnTo>
                    <a:lnTo>
                      <a:pt x="261570" y="85830"/>
                    </a:lnTo>
                    <a:lnTo>
                      <a:pt x="262296" y="83299"/>
                    </a:lnTo>
                    <a:lnTo>
                      <a:pt x="262859" y="80744"/>
                    </a:lnTo>
                    <a:lnTo>
                      <a:pt x="263281" y="78190"/>
                    </a:lnTo>
                    <a:lnTo>
                      <a:pt x="263515" y="75635"/>
                    </a:lnTo>
                    <a:close/>
                  </a:path>
                </a:pathLst>
              </a:custGeom>
              <a:solidFill>
                <a:srgbClr val="D7C2F0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80" name="Graphic 6">
                <a:extLst>
                  <a:ext uri="{FF2B5EF4-FFF2-40B4-BE49-F238E27FC236}">
                    <a16:creationId xmlns:a16="http://schemas.microsoft.com/office/drawing/2014/main" id="{DA1D6549-7469-460D-0807-BF1914AA6572}"/>
                  </a:ext>
                </a:extLst>
              </p:cNvPr>
              <p:cNvGrpSpPr/>
              <p:nvPr/>
            </p:nvGrpSpPr>
            <p:grpSpPr>
              <a:xfrm>
                <a:off x="4501910" y="2270706"/>
                <a:ext cx="246662" cy="62345"/>
                <a:chOff x="-2372207" y="4997291"/>
                <a:chExt cx="246662" cy="62345"/>
              </a:xfrm>
              <a:solidFill>
                <a:srgbClr val="000000"/>
              </a:solidFill>
            </p:grpSpPr>
            <p:sp>
              <p:nvSpPr>
                <p:cNvPr id="3381" name="Freeform 3380">
                  <a:extLst>
                    <a:ext uri="{FF2B5EF4-FFF2-40B4-BE49-F238E27FC236}">
                      <a16:creationId xmlns:a16="http://schemas.microsoft.com/office/drawing/2014/main" id="{80C9A4A6-9D4C-05FF-5B0A-0CE6327A563C}"/>
                    </a:ext>
                  </a:extLst>
                </p:cNvPr>
                <p:cNvSpPr/>
                <p:nvPr/>
              </p:nvSpPr>
              <p:spPr>
                <a:xfrm>
                  <a:off x="-2372207" y="5001416"/>
                  <a:ext cx="24000" cy="58220"/>
                </a:xfrm>
                <a:custGeom>
                  <a:avLst/>
                  <a:gdLst>
                    <a:gd name="csX0" fmla="*/ 24754 w 24000"/>
                    <a:gd name="csY0" fmla="*/ 12539 h 58220"/>
                    <a:gd name="csX1" fmla="*/ 18285 w 24000"/>
                    <a:gd name="csY1" fmla="*/ 12539 h 58220"/>
                    <a:gd name="csX2" fmla="*/ 18285 w 24000"/>
                    <a:gd name="csY2" fmla="*/ 351 h 58220"/>
                    <a:gd name="csX3" fmla="*/ 6566 w 24000"/>
                    <a:gd name="csY3" fmla="*/ 351 h 58220"/>
                    <a:gd name="csX4" fmla="*/ 6566 w 24000"/>
                    <a:gd name="csY4" fmla="*/ 12539 h 58220"/>
                    <a:gd name="csX5" fmla="*/ 753 w 24000"/>
                    <a:gd name="csY5" fmla="*/ 12539 h 58220"/>
                    <a:gd name="csX6" fmla="*/ 753 w 24000"/>
                    <a:gd name="csY6" fmla="*/ 20320 h 58220"/>
                    <a:gd name="csX7" fmla="*/ 6566 w 24000"/>
                    <a:gd name="csY7" fmla="*/ 20320 h 58220"/>
                    <a:gd name="csX8" fmla="*/ 6566 w 24000"/>
                    <a:gd name="csY8" fmla="*/ 47977 h 58220"/>
                    <a:gd name="csX9" fmla="*/ 18003 w 24000"/>
                    <a:gd name="csY9" fmla="*/ 58571 h 58220"/>
                    <a:gd name="csX10" fmla="*/ 24754 w 24000"/>
                    <a:gd name="csY10" fmla="*/ 57728 h 58220"/>
                    <a:gd name="csX11" fmla="*/ 24754 w 24000"/>
                    <a:gd name="csY11" fmla="*/ 49477 h 58220"/>
                    <a:gd name="csX12" fmla="*/ 22129 w 24000"/>
                    <a:gd name="csY12" fmla="*/ 49759 h 58220"/>
                    <a:gd name="csX13" fmla="*/ 18285 w 24000"/>
                    <a:gd name="csY13" fmla="*/ 44790 h 58220"/>
                    <a:gd name="csX14" fmla="*/ 18285 w 24000"/>
                    <a:gd name="csY14" fmla="*/ 20320 h 58220"/>
                    <a:gd name="csX15" fmla="*/ 24754 w 24000"/>
                    <a:gd name="csY15" fmla="*/ 20320 h 582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4000" h="58220">
                      <a:moveTo>
                        <a:pt x="24754" y="12539"/>
                      </a:moveTo>
                      <a:lnTo>
                        <a:pt x="18285" y="12539"/>
                      </a:lnTo>
                      <a:lnTo>
                        <a:pt x="18285" y="351"/>
                      </a:lnTo>
                      <a:lnTo>
                        <a:pt x="6566" y="351"/>
                      </a:lnTo>
                      <a:lnTo>
                        <a:pt x="6566" y="12539"/>
                      </a:lnTo>
                      <a:lnTo>
                        <a:pt x="753" y="12539"/>
                      </a:lnTo>
                      <a:lnTo>
                        <a:pt x="753" y="20320"/>
                      </a:lnTo>
                      <a:lnTo>
                        <a:pt x="6566" y="20320"/>
                      </a:lnTo>
                      <a:lnTo>
                        <a:pt x="6566" y="47977"/>
                      </a:lnTo>
                      <a:cubicBezTo>
                        <a:pt x="6566" y="55102"/>
                        <a:pt x="10316" y="58571"/>
                        <a:pt x="18003" y="58571"/>
                      </a:cubicBezTo>
                      <a:cubicBezTo>
                        <a:pt x="20722" y="58571"/>
                        <a:pt x="22597" y="58384"/>
                        <a:pt x="24754" y="57728"/>
                      </a:cubicBezTo>
                      <a:lnTo>
                        <a:pt x="24754" y="49477"/>
                      </a:lnTo>
                      <a:cubicBezTo>
                        <a:pt x="23629" y="49665"/>
                        <a:pt x="22972" y="49759"/>
                        <a:pt x="22129" y="49759"/>
                      </a:cubicBezTo>
                      <a:cubicBezTo>
                        <a:pt x="19035" y="49759"/>
                        <a:pt x="18285" y="48821"/>
                        <a:pt x="18285" y="44790"/>
                      </a:cubicBezTo>
                      <a:lnTo>
                        <a:pt x="18285" y="20320"/>
                      </a:lnTo>
                      <a:lnTo>
                        <a:pt x="24754" y="203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82" name="Freeform 3381">
                  <a:extLst>
                    <a:ext uri="{FF2B5EF4-FFF2-40B4-BE49-F238E27FC236}">
                      <a16:creationId xmlns:a16="http://schemas.microsoft.com/office/drawing/2014/main" id="{ED79F447-9357-9994-612C-B0BC46876135}"/>
                    </a:ext>
                  </a:extLst>
                </p:cNvPr>
                <p:cNvSpPr/>
                <p:nvPr/>
              </p:nvSpPr>
              <p:spPr>
                <a:xfrm>
                  <a:off x="-2340988" y="5011916"/>
                  <a:ext cx="41438" cy="47720"/>
                </a:xfrm>
                <a:custGeom>
                  <a:avLst/>
                  <a:gdLst>
                    <a:gd name="csX0" fmla="*/ 42197 w 41438"/>
                    <a:gd name="csY0" fmla="*/ 44790 h 47720"/>
                    <a:gd name="csX1" fmla="*/ 39478 w 41438"/>
                    <a:gd name="csY1" fmla="*/ 39258 h 47720"/>
                    <a:gd name="csX2" fmla="*/ 39478 w 41438"/>
                    <a:gd name="csY2" fmla="*/ 14226 h 47720"/>
                    <a:gd name="csX3" fmla="*/ 21009 w 41438"/>
                    <a:gd name="csY3" fmla="*/ 351 h 47720"/>
                    <a:gd name="csX4" fmla="*/ 1789 w 41438"/>
                    <a:gd name="csY4" fmla="*/ 15914 h 47720"/>
                    <a:gd name="csX5" fmla="*/ 13040 w 41438"/>
                    <a:gd name="csY5" fmla="*/ 15914 h 47720"/>
                    <a:gd name="csX6" fmla="*/ 21290 w 41438"/>
                    <a:gd name="csY6" fmla="*/ 9820 h 47720"/>
                    <a:gd name="csX7" fmla="*/ 28040 w 41438"/>
                    <a:gd name="csY7" fmla="*/ 14320 h 47720"/>
                    <a:gd name="csX8" fmla="*/ 26071 w 41438"/>
                    <a:gd name="csY8" fmla="*/ 17789 h 47720"/>
                    <a:gd name="csX9" fmla="*/ 18758 w 41438"/>
                    <a:gd name="csY9" fmla="*/ 19570 h 47720"/>
                    <a:gd name="csX10" fmla="*/ 14071 w 41438"/>
                    <a:gd name="csY10" fmla="*/ 20414 h 47720"/>
                    <a:gd name="csX11" fmla="*/ 758 w 41438"/>
                    <a:gd name="csY11" fmla="*/ 34571 h 47720"/>
                    <a:gd name="csX12" fmla="*/ 14446 w 41438"/>
                    <a:gd name="csY12" fmla="*/ 48071 h 47720"/>
                    <a:gd name="csX13" fmla="*/ 28134 w 41438"/>
                    <a:gd name="csY13" fmla="*/ 41696 h 47720"/>
                    <a:gd name="csX14" fmla="*/ 29446 w 41438"/>
                    <a:gd name="csY14" fmla="*/ 46196 h 47720"/>
                    <a:gd name="csX15" fmla="*/ 42197 w 41438"/>
                    <a:gd name="csY15" fmla="*/ 46196 h 47720"/>
                    <a:gd name="csX16" fmla="*/ 28040 w 41438"/>
                    <a:gd name="csY16" fmla="*/ 28102 h 47720"/>
                    <a:gd name="csX17" fmla="*/ 18758 w 41438"/>
                    <a:gd name="csY17" fmla="*/ 38696 h 47720"/>
                    <a:gd name="csX18" fmla="*/ 12477 w 41438"/>
                    <a:gd name="csY18" fmla="*/ 33258 h 47720"/>
                    <a:gd name="csX19" fmla="*/ 19133 w 41438"/>
                    <a:gd name="csY19" fmla="*/ 27070 h 47720"/>
                    <a:gd name="csX20" fmla="*/ 23165 w 41438"/>
                    <a:gd name="csY20" fmla="*/ 26320 h 47720"/>
                    <a:gd name="csX21" fmla="*/ 28040 w 41438"/>
                    <a:gd name="csY21" fmla="*/ 24914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1438" h="47720">
                      <a:moveTo>
                        <a:pt x="42197" y="44790"/>
                      </a:moveTo>
                      <a:cubicBezTo>
                        <a:pt x="40228" y="42821"/>
                        <a:pt x="39478" y="41508"/>
                        <a:pt x="39478" y="39258"/>
                      </a:cubicBezTo>
                      <a:lnTo>
                        <a:pt x="39478" y="14226"/>
                      </a:lnTo>
                      <a:cubicBezTo>
                        <a:pt x="39478" y="5039"/>
                        <a:pt x="33290" y="351"/>
                        <a:pt x="21009" y="351"/>
                      </a:cubicBezTo>
                      <a:cubicBezTo>
                        <a:pt x="8821" y="351"/>
                        <a:pt x="2539" y="5507"/>
                        <a:pt x="1789" y="15914"/>
                      </a:cubicBezTo>
                      <a:lnTo>
                        <a:pt x="13040" y="15914"/>
                      </a:lnTo>
                      <a:cubicBezTo>
                        <a:pt x="13602" y="11320"/>
                        <a:pt x="15571" y="9820"/>
                        <a:pt x="21290" y="9820"/>
                      </a:cubicBezTo>
                      <a:cubicBezTo>
                        <a:pt x="25790" y="9820"/>
                        <a:pt x="28040" y="11320"/>
                        <a:pt x="28040" y="14320"/>
                      </a:cubicBezTo>
                      <a:cubicBezTo>
                        <a:pt x="28040" y="15820"/>
                        <a:pt x="27290" y="17039"/>
                        <a:pt x="26071" y="17789"/>
                      </a:cubicBezTo>
                      <a:cubicBezTo>
                        <a:pt x="24477" y="18633"/>
                        <a:pt x="24477" y="18633"/>
                        <a:pt x="18758" y="19570"/>
                      </a:cubicBezTo>
                      <a:lnTo>
                        <a:pt x="14071" y="20414"/>
                      </a:lnTo>
                      <a:cubicBezTo>
                        <a:pt x="5071" y="21914"/>
                        <a:pt x="758" y="26508"/>
                        <a:pt x="758" y="34571"/>
                      </a:cubicBezTo>
                      <a:cubicBezTo>
                        <a:pt x="758" y="42727"/>
                        <a:pt x="6196" y="48071"/>
                        <a:pt x="14446" y="48071"/>
                      </a:cubicBezTo>
                      <a:cubicBezTo>
                        <a:pt x="19509" y="48071"/>
                        <a:pt x="24009" y="46008"/>
                        <a:pt x="28134" y="41696"/>
                      </a:cubicBezTo>
                      <a:cubicBezTo>
                        <a:pt x="28134" y="44040"/>
                        <a:pt x="28415" y="44883"/>
                        <a:pt x="29446" y="46196"/>
                      </a:cubicBezTo>
                      <a:lnTo>
                        <a:pt x="42197" y="46196"/>
                      </a:lnTo>
                      <a:close/>
                      <a:moveTo>
                        <a:pt x="28040" y="28102"/>
                      </a:moveTo>
                      <a:cubicBezTo>
                        <a:pt x="28040" y="34852"/>
                        <a:pt x="24759" y="38696"/>
                        <a:pt x="18758" y="38696"/>
                      </a:cubicBezTo>
                      <a:cubicBezTo>
                        <a:pt x="14915" y="38696"/>
                        <a:pt x="12477" y="36633"/>
                        <a:pt x="12477" y="33258"/>
                      </a:cubicBezTo>
                      <a:cubicBezTo>
                        <a:pt x="12477" y="29696"/>
                        <a:pt x="14258" y="28102"/>
                        <a:pt x="19133" y="27070"/>
                      </a:cubicBezTo>
                      <a:lnTo>
                        <a:pt x="23165" y="26320"/>
                      </a:lnTo>
                      <a:cubicBezTo>
                        <a:pt x="26259" y="25758"/>
                        <a:pt x="26727" y="25570"/>
                        <a:pt x="28040" y="2491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83" name="Freeform 3382">
                  <a:extLst>
                    <a:ext uri="{FF2B5EF4-FFF2-40B4-BE49-F238E27FC236}">
                      <a16:creationId xmlns:a16="http://schemas.microsoft.com/office/drawing/2014/main" id="{61169F85-F3A1-D2DC-5A48-AFD21F48580D}"/>
                    </a:ext>
                  </a:extLst>
                </p:cNvPr>
                <p:cNvSpPr/>
                <p:nvPr/>
              </p:nvSpPr>
              <p:spPr>
                <a:xfrm>
                  <a:off x="-2292518" y="5011916"/>
                  <a:ext cx="40782" cy="47720"/>
                </a:xfrm>
                <a:custGeom>
                  <a:avLst/>
                  <a:gdLst>
                    <a:gd name="csX0" fmla="*/ 41548 w 40782"/>
                    <a:gd name="csY0" fmla="*/ 17976 h 47720"/>
                    <a:gd name="csX1" fmla="*/ 22142 w 40782"/>
                    <a:gd name="csY1" fmla="*/ 351 h 47720"/>
                    <a:gd name="csX2" fmla="*/ 766 w 40782"/>
                    <a:gd name="csY2" fmla="*/ 24539 h 47720"/>
                    <a:gd name="csX3" fmla="*/ 21954 w 40782"/>
                    <a:gd name="csY3" fmla="*/ 48071 h 47720"/>
                    <a:gd name="csX4" fmla="*/ 41548 w 40782"/>
                    <a:gd name="csY4" fmla="*/ 30539 h 47720"/>
                    <a:gd name="csX5" fmla="*/ 30392 w 40782"/>
                    <a:gd name="csY5" fmla="*/ 30539 h 47720"/>
                    <a:gd name="csX6" fmla="*/ 21954 w 40782"/>
                    <a:gd name="csY6" fmla="*/ 38696 h 47720"/>
                    <a:gd name="csX7" fmla="*/ 12485 w 40782"/>
                    <a:gd name="csY7" fmla="*/ 24539 h 47720"/>
                    <a:gd name="csX8" fmla="*/ 14735 w 40782"/>
                    <a:gd name="csY8" fmla="*/ 13664 h 47720"/>
                    <a:gd name="csX9" fmla="*/ 22048 w 40782"/>
                    <a:gd name="csY9" fmla="*/ 9820 h 47720"/>
                    <a:gd name="csX10" fmla="*/ 30392 w 40782"/>
                    <a:gd name="csY10" fmla="*/ 17976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0782" h="47720">
                      <a:moveTo>
                        <a:pt x="41548" y="17976"/>
                      </a:moveTo>
                      <a:cubicBezTo>
                        <a:pt x="40705" y="6914"/>
                        <a:pt x="33486" y="351"/>
                        <a:pt x="22142" y="351"/>
                      </a:cubicBezTo>
                      <a:cubicBezTo>
                        <a:pt x="8547" y="351"/>
                        <a:pt x="766" y="9164"/>
                        <a:pt x="766" y="24539"/>
                      </a:cubicBezTo>
                      <a:cubicBezTo>
                        <a:pt x="766" y="39446"/>
                        <a:pt x="8547" y="48071"/>
                        <a:pt x="21954" y="48071"/>
                      </a:cubicBezTo>
                      <a:cubicBezTo>
                        <a:pt x="32829" y="48071"/>
                        <a:pt x="40517" y="41321"/>
                        <a:pt x="41548" y="30539"/>
                      </a:cubicBezTo>
                      <a:lnTo>
                        <a:pt x="30392" y="30539"/>
                      </a:lnTo>
                      <a:cubicBezTo>
                        <a:pt x="28986" y="36446"/>
                        <a:pt x="26642" y="38696"/>
                        <a:pt x="21954" y="38696"/>
                      </a:cubicBezTo>
                      <a:cubicBezTo>
                        <a:pt x="15954" y="38696"/>
                        <a:pt x="12485" y="33446"/>
                        <a:pt x="12485" y="24539"/>
                      </a:cubicBezTo>
                      <a:cubicBezTo>
                        <a:pt x="12485" y="20227"/>
                        <a:pt x="13329" y="16289"/>
                        <a:pt x="14735" y="13664"/>
                      </a:cubicBezTo>
                      <a:cubicBezTo>
                        <a:pt x="16048" y="11133"/>
                        <a:pt x="18673" y="9820"/>
                        <a:pt x="22048" y="9820"/>
                      </a:cubicBezTo>
                      <a:cubicBezTo>
                        <a:pt x="26735" y="9820"/>
                        <a:pt x="28986" y="12070"/>
                        <a:pt x="30392" y="179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84" name="Freeform 3383">
                  <a:extLst>
                    <a:ext uri="{FF2B5EF4-FFF2-40B4-BE49-F238E27FC236}">
                      <a16:creationId xmlns:a16="http://schemas.microsoft.com/office/drawing/2014/main" id="{61B539E0-B9B0-13B8-0BAE-B377D80D1148}"/>
                    </a:ext>
                  </a:extLst>
                </p:cNvPr>
                <p:cNvSpPr/>
                <p:nvPr/>
              </p:nvSpPr>
              <p:spPr>
                <a:xfrm>
                  <a:off x="-2242079" y="5011916"/>
                  <a:ext cx="25688" cy="45844"/>
                </a:xfrm>
                <a:custGeom>
                  <a:avLst/>
                  <a:gdLst>
                    <a:gd name="csX0" fmla="*/ 774 w 25688"/>
                    <a:gd name="csY0" fmla="*/ 1101 h 45844"/>
                    <a:gd name="csX1" fmla="*/ 774 w 25688"/>
                    <a:gd name="csY1" fmla="*/ 46196 h 45844"/>
                    <a:gd name="csX2" fmla="*/ 12493 w 25688"/>
                    <a:gd name="csY2" fmla="*/ 46196 h 45844"/>
                    <a:gd name="csX3" fmla="*/ 12493 w 25688"/>
                    <a:gd name="csY3" fmla="*/ 22195 h 45844"/>
                    <a:gd name="csX4" fmla="*/ 22712 w 25688"/>
                    <a:gd name="csY4" fmla="*/ 11976 h 45844"/>
                    <a:gd name="csX5" fmla="*/ 26462 w 25688"/>
                    <a:gd name="csY5" fmla="*/ 12258 h 45844"/>
                    <a:gd name="csX6" fmla="*/ 26462 w 25688"/>
                    <a:gd name="csY6" fmla="*/ 445 h 45844"/>
                    <a:gd name="csX7" fmla="*/ 25056 w 25688"/>
                    <a:gd name="csY7" fmla="*/ 351 h 45844"/>
                    <a:gd name="csX8" fmla="*/ 12493 w 25688"/>
                    <a:gd name="csY8" fmla="*/ 9914 h 45844"/>
                    <a:gd name="csX9" fmla="*/ 12493 w 25688"/>
                    <a:gd name="csY9" fmla="*/ 1101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774" y="1101"/>
                      </a:moveTo>
                      <a:lnTo>
                        <a:pt x="774" y="46196"/>
                      </a:lnTo>
                      <a:lnTo>
                        <a:pt x="12493" y="46196"/>
                      </a:lnTo>
                      <a:lnTo>
                        <a:pt x="12493" y="22195"/>
                      </a:lnTo>
                      <a:cubicBezTo>
                        <a:pt x="12493" y="15351"/>
                        <a:pt x="15868" y="11976"/>
                        <a:pt x="22712" y="11976"/>
                      </a:cubicBezTo>
                      <a:cubicBezTo>
                        <a:pt x="24025" y="11976"/>
                        <a:pt x="24868" y="12070"/>
                        <a:pt x="26462" y="12258"/>
                      </a:cubicBezTo>
                      <a:lnTo>
                        <a:pt x="26462" y="445"/>
                      </a:lnTo>
                      <a:cubicBezTo>
                        <a:pt x="25806" y="351"/>
                        <a:pt x="25525" y="351"/>
                        <a:pt x="25056" y="351"/>
                      </a:cubicBezTo>
                      <a:cubicBezTo>
                        <a:pt x="19712" y="351"/>
                        <a:pt x="15024" y="3820"/>
                        <a:pt x="12493" y="9914"/>
                      </a:cubicBezTo>
                      <a:lnTo>
                        <a:pt x="12493" y="110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85" name="Freeform 3384">
                  <a:extLst>
                    <a:ext uri="{FF2B5EF4-FFF2-40B4-BE49-F238E27FC236}">
                      <a16:creationId xmlns:a16="http://schemas.microsoft.com/office/drawing/2014/main" id="{D1124C68-F556-AD90-4849-C5164B41DF31}"/>
                    </a:ext>
                  </a:extLst>
                </p:cNvPr>
                <p:cNvSpPr/>
                <p:nvPr/>
              </p:nvSpPr>
              <p:spPr>
                <a:xfrm>
                  <a:off x="-2214891" y="4997291"/>
                  <a:ext cx="40688" cy="62345"/>
                </a:xfrm>
                <a:custGeom>
                  <a:avLst/>
                  <a:gdLst>
                    <a:gd name="csX0" fmla="*/ 16436 w 40688"/>
                    <a:gd name="csY0" fmla="*/ 34383 h 62345"/>
                    <a:gd name="csX1" fmla="*/ 23280 w 40688"/>
                    <a:gd name="csY1" fmla="*/ 34946 h 62345"/>
                    <a:gd name="csX2" fmla="*/ 29749 w 40688"/>
                    <a:gd name="csY2" fmla="*/ 43758 h 62345"/>
                    <a:gd name="csX3" fmla="*/ 20936 w 40688"/>
                    <a:gd name="csY3" fmla="*/ 52759 h 62345"/>
                    <a:gd name="csX4" fmla="*/ 12123 w 40688"/>
                    <a:gd name="csY4" fmla="*/ 43477 h 62345"/>
                    <a:gd name="csX5" fmla="*/ 779 w 40688"/>
                    <a:gd name="csY5" fmla="*/ 43477 h 62345"/>
                    <a:gd name="csX6" fmla="*/ 20748 w 40688"/>
                    <a:gd name="csY6" fmla="*/ 62696 h 62345"/>
                    <a:gd name="csX7" fmla="*/ 41468 w 40688"/>
                    <a:gd name="csY7" fmla="*/ 43758 h 62345"/>
                    <a:gd name="csX8" fmla="*/ 31717 w 40688"/>
                    <a:gd name="csY8" fmla="*/ 29039 h 62345"/>
                    <a:gd name="csX9" fmla="*/ 39499 w 40688"/>
                    <a:gd name="csY9" fmla="*/ 16476 h 62345"/>
                    <a:gd name="csX10" fmla="*/ 20748 w 40688"/>
                    <a:gd name="csY10" fmla="*/ 351 h 62345"/>
                    <a:gd name="csX11" fmla="*/ 2935 w 40688"/>
                    <a:gd name="csY11" fmla="*/ 10570 h 62345"/>
                    <a:gd name="csX12" fmla="*/ 1529 w 40688"/>
                    <a:gd name="csY12" fmla="*/ 20227 h 62345"/>
                    <a:gd name="csX13" fmla="*/ 12404 w 40688"/>
                    <a:gd name="csY13" fmla="*/ 20227 h 62345"/>
                    <a:gd name="csX14" fmla="*/ 13248 w 40688"/>
                    <a:gd name="csY14" fmla="*/ 13945 h 62345"/>
                    <a:gd name="csX15" fmla="*/ 20467 w 40688"/>
                    <a:gd name="csY15" fmla="*/ 9820 h 62345"/>
                    <a:gd name="csX16" fmla="*/ 27873 w 40688"/>
                    <a:gd name="csY16" fmla="*/ 17508 h 62345"/>
                    <a:gd name="csX17" fmla="*/ 17467 w 40688"/>
                    <a:gd name="csY17" fmla="*/ 26508 h 62345"/>
                    <a:gd name="csX18" fmla="*/ 16436 w 40688"/>
                    <a:gd name="csY18" fmla="*/ 26508 h 623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0688" h="62345">
                      <a:moveTo>
                        <a:pt x="16436" y="34383"/>
                      </a:moveTo>
                      <a:cubicBezTo>
                        <a:pt x="20936" y="34383"/>
                        <a:pt x="21217" y="34383"/>
                        <a:pt x="23280" y="34946"/>
                      </a:cubicBezTo>
                      <a:cubicBezTo>
                        <a:pt x="27217" y="35977"/>
                        <a:pt x="29749" y="39446"/>
                        <a:pt x="29749" y="43758"/>
                      </a:cubicBezTo>
                      <a:cubicBezTo>
                        <a:pt x="29749" y="49009"/>
                        <a:pt x="26092" y="52759"/>
                        <a:pt x="20936" y="52759"/>
                      </a:cubicBezTo>
                      <a:cubicBezTo>
                        <a:pt x="15498" y="52759"/>
                        <a:pt x="12498" y="49571"/>
                        <a:pt x="12123" y="43477"/>
                      </a:cubicBezTo>
                      <a:lnTo>
                        <a:pt x="779" y="43477"/>
                      </a:lnTo>
                      <a:cubicBezTo>
                        <a:pt x="873" y="55290"/>
                        <a:pt x="8560" y="62696"/>
                        <a:pt x="20748" y="62696"/>
                      </a:cubicBezTo>
                      <a:cubicBezTo>
                        <a:pt x="33311" y="62696"/>
                        <a:pt x="41468" y="55290"/>
                        <a:pt x="41468" y="43758"/>
                      </a:cubicBezTo>
                      <a:cubicBezTo>
                        <a:pt x="41468" y="36821"/>
                        <a:pt x="38468" y="32321"/>
                        <a:pt x="31717" y="29039"/>
                      </a:cubicBezTo>
                      <a:cubicBezTo>
                        <a:pt x="37155" y="25664"/>
                        <a:pt x="39499" y="21914"/>
                        <a:pt x="39499" y="16476"/>
                      </a:cubicBezTo>
                      <a:cubicBezTo>
                        <a:pt x="39499" y="6632"/>
                        <a:pt x="32186" y="351"/>
                        <a:pt x="20748" y="351"/>
                      </a:cubicBezTo>
                      <a:cubicBezTo>
                        <a:pt x="12123" y="351"/>
                        <a:pt x="5560" y="4101"/>
                        <a:pt x="2935" y="10570"/>
                      </a:cubicBezTo>
                      <a:cubicBezTo>
                        <a:pt x="1810" y="13383"/>
                        <a:pt x="1529" y="15258"/>
                        <a:pt x="1529" y="20227"/>
                      </a:cubicBezTo>
                      <a:lnTo>
                        <a:pt x="12404" y="20227"/>
                      </a:lnTo>
                      <a:cubicBezTo>
                        <a:pt x="12498" y="17039"/>
                        <a:pt x="12686" y="15445"/>
                        <a:pt x="13248" y="13945"/>
                      </a:cubicBezTo>
                      <a:cubicBezTo>
                        <a:pt x="14373" y="11414"/>
                        <a:pt x="17092" y="9820"/>
                        <a:pt x="20467" y="9820"/>
                      </a:cubicBezTo>
                      <a:cubicBezTo>
                        <a:pt x="25155" y="9820"/>
                        <a:pt x="27873" y="12633"/>
                        <a:pt x="27873" y="17508"/>
                      </a:cubicBezTo>
                      <a:cubicBezTo>
                        <a:pt x="27873" y="23602"/>
                        <a:pt x="24405" y="26508"/>
                        <a:pt x="17467" y="26508"/>
                      </a:cubicBezTo>
                      <a:lnTo>
                        <a:pt x="16436" y="26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86" name="Freeform 3385">
                  <a:extLst>
                    <a:ext uri="{FF2B5EF4-FFF2-40B4-BE49-F238E27FC236}">
                      <a16:creationId xmlns:a16="http://schemas.microsoft.com/office/drawing/2014/main" id="{DEB0E3ED-F1DF-D36E-838D-870E73AD08A5}"/>
                    </a:ext>
                  </a:extLst>
                </p:cNvPr>
                <p:cNvSpPr/>
                <p:nvPr/>
              </p:nvSpPr>
              <p:spPr>
                <a:xfrm>
                  <a:off x="-2166983" y="5011916"/>
                  <a:ext cx="41438" cy="47720"/>
                </a:xfrm>
                <a:custGeom>
                  <a:avLst/>
                  <a:gdLst>
                    <a:gd name="csX0" fmla="*/ 42226 w 41438"/>
                    <a:gd name="csY0" fmla="*/ 44790 h 47720"/>
                    <a:gd name="csX1" fmla="*/ 39507 w 41438"/>
                    <a:gd name="csY1" fmla="*/ 39258 h 47720"/>
                    <a:gd name="csX2" fmla="*/ 39507 w 41438"/>
                    <a:gd name="csY2" fmla="*/ 14226 h 47720"/>
                    <a:gd name="csX3" fmla="*/ 21038 w 41438"/>
                    <a:gd name="csY3" fmla="*/ 351 h 47720"/>
                    <a:gd name="csX4" fmla="*/ 1818 w 41438"/>
                    <a:gd name="csY4" fmla="*/ 15914 h 47720"/>
                    <a:gd name="csX5" fmla="*/ 13069 w 41438"/>
                    <a:gd name="csY5" fmla="*/ 15914 h 47720"/>
                    <a:gd name="csX6" fmla="*/ 21319 w 41438"/>
                    <a:gd name="csY6" fmla="*/ 9820 h 47720"/>
                    <a:gd name="csX7" fmla="*/ 28069 w 41438"/>
                    <a:gd name="csY7" fmla="*/ 14320 h 47720"/>
                    <a:gd name="csX8" fmla="*/ 26100 w 41438"/>
                    <a:gd name="csY8" fmla="*/ 17789 h 47720"/>
                    <a:gd name="csX9" fmla="*/ 18787 w 41438"/>
                    <a:gd name="csY9" fmla="*/ 19570 h 47720"/>
                    <a:gd name="csX10" fmla="*/ 14100 w 41438"/>
                    <a:gd name="csY10" fmla="*/ 20414 h 47720"/>
                    <a:gd name="csX11" fmla="*/ 787 w 41438"/>
                    <a:gd name="csY11" fmla="*/ 34571 h 47720"/>
                    <a:gd name="csX12" fmla="*/ 14475 w 41438"/>
                    <a:gd name="csY12" fmla="*/ 48071 h 47720"/>
                    <a:gd name="csX13" fmla="*/ 28163 w 41438"/>
                    <a:gd name="csY13" fmla="*/ 41696 h 47720"/>
                    <a:gd name="csX14" fmla="*/ 29475 w 41438"/>
                    <a:gd name="csY14" fmla="*/ 46196 h 47720"/>
                    <a:gd name="csX15" fmla="*/ 42226 w 41438"/>
                    <a:gd name="csY15" fmla="*/ 46196 h 47720"/>
                    <a:gd name="csX16" fmla="*/ 28069 w 41438"/>
                    <a:gd name="csY16" fmla="*/ 28102 h 47720"/>
                    <a:gd name="csX17" fmla="*/ 18787 w 41438"/>
                    <a:gd name="csY17" fmla="*/ 38696 h 47720"/>
                    <a:gd name="csX18" fmla="*/ 12506 w 41438"/>
                    <a:gd name="csY18" fmla="*/ 33258 h 47720"/>
                    <a:gd name="csX19" fmla="*/ 19162 w 41438"/>
                    <a:gd name="csY19" fmla="*/ 27070 h 47720"/>
                    <a:gd name="csX20" fmla="*/ 23194 w 41438"/>
                    <a:gd name="csY20" fmla="*/ 26320 h 47720"/>
                    <a:gd name="csX21" fmla="*/ 28069 w 41438"/>
                    <a:gd name="csY21" fmla="*/ 24914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1438" h="47720">
                      <a:moveTo>
                        <a:pt x="42226" y="44790"/>
                      </a:moveTo>
                      <a:cubicBezTo>
                        <a:pt x="40257" y="42821"/>
                        <a:pt x="39507" y="41508"/>
                        <a:pt x="39507" y="39258"/>
                      </a:cubicBezTo>
                      <a:lnTo>
                        <a:pt x="39507" y="14226"/>
                      </a:lnTo>
                      <a:cubicBezTo>
                        <a:pt x="39507" y="5039"/>
                        <a:pt x="33319" y="351"/>
                        <a:pt x="21038" y="351"/>
                      </a:cubicBezTo>
                      <a:cubicBezTo>
                        <a:pt x="8850" y="351"/>
                        <a:pt x="2568" y="5507"/>
                        <a:pt x="1818" y="15914"/>
                      </a:cubicBezTo>
                      <a:lnTo>
                        <a:pt x="13069" y="15914"/>
                      </a:lnTo>
                      <a:cubicBezTo>
                        <a:pt x="13631" y="11320"/>
                        <a:pt x="15600" y="9820"/>
                        <a:pt x="21319" y="9820"/>
                      </a:cubicBezTo>
                      <a:cubicBezTo>
                        <a:pt x="25819" y="9820"/>
                        <a:pt x="28069" y="11320"/>
                        <a:pt x="28069" y="14320"/>
                      </a:cubicBezTo>
                      <a:cubicBezTo>
                        <a:pt x="28069" y="15820"/>
                        <a:pt x="27319" y="17039"/>
                        <a:pt x="26100" y="17789"/>
                      </a:cubicBezTo>
                      <a:cubicBezTo>
                        <a:pt x="24506" y="18633"/>
                        <a:pt x="24506" y="18633"/>
                        <a:pt x="18787" y="19570"/>
                      </a:cubicBezTo>
                      <a:lnTo>
                        <a:pt x="14100" y="20414"/>
                      </a:lnTo>
                      <a:cubicBezTo>
                        <a:pt x="5100" y="21914"/>
                        <a:pt x="787" y="26508"/>
                        <a:pt x="787" y="34571"/>
                      </a:cubicBezTo>
                      <a:cubicBezTo>
                        <a:pt x="787" y="42727"/>
                        <a:pt x="6225" y="48071"/>
                        <a:pt x="14475" y="48071"/>
                      </a:cubicBezTo>
                      <a:cubicBezTo>
                        <a:pt x="19538" y="48071"/>
                        <a:pt x="24038" y="46008"/>
                        <a:pt x="28163" y="41696"/>
                      </a:cubicBezTo>
                      <a:cubicBezTo>
                        <a:pt x="28163" y="44040"/>
                        <a:pt x="28444" y="44883"/>
                        <a:pt x="29475" y="46196"/>
                      </a:cubicBezTo>
                      <a:lnTo>
                        <a:pt x="42226" y="46196"/>
                      </a:lnTo>
                      <a:close/>
                      <a:moveTo>
                        <a:pt x="28069" y="28102"/>
                      </a:moveTo>
                      <a:cubicBezTo>
                        <a:pt x="28069" y="34852"/>
                        <a:pt x="24788" y="38696"/>
                        <a:pt x="18787" y="38696"/>
                      </a:cubicBezTo>
                      <a:cubicBezTo>
                        <a:pt x="14944" y="38696"/>
                        <a:pt x="12506" y="36633"/>
                        <a:pt x="12506" y="33258"/>
                      </a:cubicBezTo>
                      <a:cubicBezTo>
                        <a:pt x="12506" y="29696"/>
                        <a:pt x="14287" y="28102"/>
                        <a:pt x="19162" y="27070"/>
                      </a:cubicBezTo>
                      <a:lnTo>
                        <a:pt x="23194" y="26320"/>
                      </a:lnTo>
                      <a:cubicBezTo>
                        <a:pt x="26288" y="25758"/>
                        <a:pt x="26756" y="25570"/>
                        <a:pt x="28069" y="2491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87" name="Freeform 3386">
                <a:extLst>
                  <a:ext uri="{FF2B5EF4-FFF2-40B4-BE49-F238E27FC236}">
                    <a16:creationId xmlns:a16="http://schemas.microsoft.com/office/drawing/2014/main" id="{2D83D1E2-3B9A-4B24-FD1E-CB1937E6C0B1}"/>
                  </a:ext>
                </a:extLst>
              </p:cNvPr>
              <p:cNvSpPr/>
              <p:nvPr/>
            </p:nvSpPr>
            <p:spPr>
              <a:xfrm>
                <a:off x="2731197" y="1317433"/>
                <a:ext cx="263608" cy="146136"/>
              </a:xfrm>
              <a:custGeom>
                <a:avLst/>
                <a:gdLst>
                  <a:gd name="csX0" fmla="*/ 263609 w 263608"/>
                  <a:gd name="csY0" fmla="*/ 73080 h 146136"/>
                  <a:gd name="csX1" fmla="*/ 263515 w 263608"/>
                  <a:gd name="csY1" fmla="*/ 70502 h 146136"/>
                  <a:gd name="csX2" fmla="*/ 263281 w 263608"/>
                  <a:gd name="csY2" fmla="*/ 67947 h 146136"/>
                  <a:gd name="csX3" fmla="*/ 262859 w 263608"/>
                  <a:gd name="csY3" fmla="*/ 65392 h 146136"/>
                  <a:gd name="csX4" fmla="*/ 262296 w 263608"/>
                  <a:gd name="csY4" fmla="*/ 62838 h 146136"/>
                  <a:gd name="csX5" fmla="*/ 261570 w 263608"/>
                  <a:gd name="csY5" fmla="*/ 60306 h 146136"/>
                  <a:gd name="csX6" fmla="*/ 260679 w 263608"/>
                  <a:gd name="csY6" fmla="*/ 57798 h 146136"/>
                  <a:gd name="csX7" fmla="*/ 259648 w 263608"/>
                  <a:gd name="csY7" fmla="*/ 55291 h 146136"/>
                  <a:gd name="csX8" fmla="*/ 258429 w 263608"/>
                  <a:gd name="csY8" fmla="*/ 52830 h 146136"/>
                  <a:gd name="csX9" fmla="*/ 257069 w 263608"/>
                  <a:gd name="csY9" fmla="*/ 50369 h 146136"/>
                  <a:gd name="csX10" fmla="*/ 255569 w 263608"/>
                  <a:gd name="csY10" fmla="*/ 47954 h 146136"/>
                  <a:gd name="csX11" fmla="*/ 253905 w 263608"/>
                  <a:gd name="csY11" fmla="*/ 45564 h 146136"/>
                  <a:gd name="csX12" fmla="*/ 252077 w 263608"/>
                  <a:gd name="csY12" fmla="*/ 43196 h 146136"/>
                  <a:gd name="csX13" fmla="*/ 250108 w 263608"/>
                  <a:gd name="csY13" fmla="*/ 40876 h 146136"/>
                  <a:gd name="csX14" fmla="*/ 247999 w 263608"/>
                  <a:gd name="csY14" fmla="*/ 38603 h 146136"/>
                  <a:gd name="csX15" fmla="*/ 245749 w 263608"/>
                  <a:gd name="csY15" fmla="*/ 36353 h 146136"/>
                  <a:gd name="csX16" fmla="*/ 243358 w 263608"/>
                  <a:gd name="csY16" fmla="*/ 34149 h 146136"/>
                  <a:gd name="csX17" fmla="*/ 240827 w 263608"/>
                  <a:gd name="csY17" fmla="*/ 32016 h 146136"/>
                  <a:gd name="csX18" fmla="*/ 238155 w 263608"/>
                  <a:gd name="csY18" fmla="*/ 29907 h 146136"/>
                  <a:gd name="csX19" fmla="*/ 235366 w 263608"/>
                  <a:gd name="csY19" fmla="*/ 27868 h 146136"/>
                  <a:gd name="csX20" fmla="*/ 232436 w 263608"/>
                  <a:gd name="csY20" fmla="*/ 25899 h 146136"/>
                  <a:gd name="csX21" fmla="*/ 229389 w 263608"/>
                  <a:gd name="csY21" fmla="*/ 23954 h 146136"/>
                  <a:gd name="csX22" fmla="*/ 226201 w 263608"/>
                  <a:gd name="csY22" fmla="*/ 22102 h 146136"/>
                  <a:gd name="csX23" fmla="*/ 222920 w 263608"/>
                  <a:gd name="csY23" fmla="*/ 20274 h 146136"/>
                  <a:gd name="csX24" fmla="*/ 219522 w 263608"/>
                  <a:gd name="csY24" fmla="*/ 18540 h 146136"/>
                  <a:gd name="csX25" fmla="*/ 216029 w 263608"/>
                  <a:gd name="csY25" fmla="*/ 16875 h 146136"/>
                  <a:gd name="csX26" fmla="*/ 212420 w 263608"/>
                  <a:gd name="csY26" fmla="*/ 15258 h 146136"/>
                  <a:gd name="csX27" fmla="*/ 208693 w 263608"/>
                  <a:gd name="csY27" fmla="*/ 13735 h 146136"/>
                  <a:gd name="csX28" fmla="*/ 204896 w 263608"/>
                  <a:gd name="csY28" fmla="*/ 12282 h 146136"/>
                  <a:gd name="csX29" fmla="*/ 201005 w 263608"/>
                  <a:gd name="csY29" fmla="*/ 10899 h 146136"/>
                  <a:gd name="csX30" fmla="*/ 197021 w 263608"/>
                  <a:gd name="csY30" fmla="*/ 9586 h 146136"/>
                  <a:gd name="csX31" fmla="*/ 192966 w 263608"/>
                  <a:gd name="csY31" fmla="*/ 8344 h 146136"/>
                  <a:gd name="csX32" fmla="*/ 188841 w 263608"/>
                  <a:gd name="csY32" fmla="*/ 7196 h 146136"/>
                  <a:gd name="csX33" fmla="*/ 184622 w 263608"/>
                  <a:gd name="csY33" fmla="*/ 6141 h 146136"/>
                  <a:gd name="csX34" fmla="*/ 180356 w 263608"/>
                  <a:gd name="csY34" fmla="*/ 5156 h 146136"/>
                  <a:gd name="csX35" fmla="*/ 176020 w 263608"/>
                  <a:gd name="csY35" fmla="*/ 4242 h 146136"/>
                  <a:gd name="csX36" fmla="*/ 171637 w 263608"/>
                  <a:gd name="csY36" fmla="*/ 3422 h 146136"/>
                  <a:gd name="csX37" fmla="*/ 167208 w 263608"/>
                  <a:gd name="csY37" fmla="*/ 2695 h 146136"/>
                  <a:gd name="csX38" fmla="*/ 162731 w 263608"/>
                  <a:gd name="csY38" fmla="*/ 2039 h 146136"/>
                  <a:gd name="csX39" fmla="*/ 158207 w 263608"/>
                  <a:gd name="csY39" fmla="*/ 1500 h 146136"/>
                  <a:gd name="csX40" fmla="*/ 153660 w 263608"/>
                  <a:gd name="csY40" fmla="*/ 1008 h 146136"/>
                  <a:gd name="csX41" fmla="*/ 149090 w 263608"/>
                  <a:gd name="csY41" fmla="*/ 633 h 146136"/>
                  <a:gd name="csX42" fmla="*/ 144496 w 263608"/>
                  <a:gd name="csY42" fmla="*/ 352 h 146136"/>
                  <a:gd name="csX43" fmla="*/ 139879 w 263608"/>
                  <a:gd name="csY43" fmla="*/ 141 h 146136"/>
                  <a:gd name="csX44" fmla="*/ 135261 w 263608"/>
                  <a:gd name="csY44" fmla="*/ 23 h 146136"/>
                  <a:gd name="csX45" fmla="*/ 130644 w 263608"/>
                  <a:gd name="csY45" fmla="*/ 0 h 146136"/>
                  <a:gd name="csX46" fmla="*/ 126003 w 263608"/>
                  <a:gd name="csY46" fmla="*/ 70 h 146136"/>
                  <a:gd name="csX47" fmla="*/ 121386 w 263608"/>
                  <a:gd name="csY47" fmla="*/ 234 h 146136"/>
                  <a:gd name="csX48" fmla="*/ 116792 w 263608"/>
                  <a:gd name="csY48" fmla="*/ 469 h 146136"/>
                  <a:gd name="csX49" fmla="*/ 112198 w 263608"/>
                  <a:gd name="csY49" fmla="*/ 820 h 146136"/>
                  <a:gd name="csX50" fmla="*/ 107628 w 263608"/>
                  <a:gd name="csY50" fmla="*/ 1242 h 146136"/>
                  <a:gd name="csX51" fmla="*/ 103104 w 263608"/>
                  <a:gd name="csY51" fmla="*/ 1758 h 146136"/>
                  <a:gd name="csX52" fmla="*/ 98604 w 263608"/>
                  <a:gd name="csY52" fmla="*/ 2367 h 146136"/>
                  <a:gd name="csX53" fmla="*/ 94151 w 263608"/>
                  <a:gd name="csY53" fmla="*/ 3047 h 146136"/>
                  <a:gd name="csX54" fmla="*/ 89745 w 263608"/>
                  <a:gd name="csY54" fmla="*/ 3820 h 146136"/>
                  <a:gd name="csX55" fmla="*/ 85385 w 263608"/>
                  <a:gd name="csY55" fmla="*/ 4688 h 146136"/>
                  <a:gd name="csX56" fmla="*/ 81073 w 263608"/>
                  <a:gd name="csY56" fmla="*/ 5625 h 146136"/>
                  <a:gd name="csX57" fmla="*/ 76854 w 263608"/>
                  <a:gd name="csY57" fmla="*/ 6656 h 146136"/>
                  <a:gd name="csX58" fmla="*/ 72682 w 263608"/>
                  <a:gd name="csY58" fmla="*/ 7758 h 146136"/>
                  <a:gd name="csX59" fmla="*/ 68580 w 263608"/>
                  <a:gd name="csY59" fmla="*/ 8953 h 146136"/>
                  <a:gd name="csX60" fmla="*/ 64549 w 263608"/>
                  <a:gd name="csY60" fmla="*/ 10219 h 146136"/>
                  <a:gd name="csX61" fmla="*/ 60611 w 263608"/>
                  <a:gd name="csY61" fmla="*/ 11578 h 146136"/>
                  <a:gd name="csX62" fmla="*/ 56767 w 263608"/>
                  <a:gd name="csY62" fmla="*/ 12985 h 146136"/>
                  <a:gd name="csX63" fmla="*/ 53017 w 263608"/>
                  <a:gd name="csY63" fmla="*/ 14485 h 146136"/>
                  <a:gd name="csX64" fmla="*/ 49361 w 263608"/>
                  <a:gd name="csY64" fmla="*/ 16055 h 146136"/>
                  <a:gd name="csX65" fmla="*/ 45798 w 263608"/>
                  <a:gd name="csY65" fmla="*/ 17696 h 146136"/>
                  <a:gd name="csX66" fmla="*/ 42353 w 263608"/>
                  <a:gd name="csY66" fmla="*/ 19407 h 146136"/>
                  <a:gd name="csX67" fmla="*/ 39001 w 263608"/>
                  <a:gd name="csY67" fmla="*/ 21188 h 146136"/>
                  <a:gd name="csX68" fmla="*/ 35767 w 263608"/>
                  <a:gd name="csY68" fmla="*/ 23016 h 146136"/>
                  <a:gd name="csX69" fmla="*/ 32673 w 263608"/>
                  <a:gd name="csY69" fmla="*/ 24915 h 146136"/>
                  <a:gd name="csX70" fmla="*/ 29673 w 263608"/>
                  <a:gd name="csY70" fmla="*/ 26884 h 146136"/>
                  <a:gd name="csX71" fmla="*/ 26813 w 263608"/>
                  <a:gd name="csY71" fmla="*/ 28899 h 146136"/>
                  <a:gd name="csX72" fmla="*/ 24071 w 263608"/>
                  <a:gd name="csY72" fmla="*/ 30962 h 146136"/>
                  <a:gd name="csX73" fmla="*/ 21469 w 263608"/>
                  <a:gd name="csY73" fmla="*/ 33071 h 146136"/>
                  <a:gd name="csX74" fmla="*/ 19008 w 263608"/>
                  <a:gd name="csY74" fmla="*/ 35251 h 146136"/>
                  <a:gd name="csX75" fmla="*/ 16688 w 263608"/>
                  <a:gd name="csY75" fmla="*/ 37478 h 146136"/>
                  <a:gd name="csX76" fmla="*/ 14508 w 263608"/>
                  <a:gd name="csY76" fmla="*/ 39728 h 146136"/>
                  <a:gd name="csX77" fmla="*/ 12469 w 263608"/>
                  <a:gd name="csY77" fmla="*/ 42025 h 146136"/>
                  <a:gd name="csX78" fmla="*/ 10571 w 263608"/>
                  <a:gd name="csY78" fmla="*/ 44368 h 146136"/>
                  <a:gd name="csX79" fmla="*/ 8836 w 263608"/>
                  <a:gd name="csY79" fmla="*/ 46759 h 146136"/>
                  <a:gd name="csX80" fmla="*/ 7242 w 263608"/>
                  <a:gd name="csY80" fmla="*/ 49150 h 146136"/>
                  <a:gd name="csX81" fmla="*/ 5813 w 263608"/>
                  <a:gd name="csY81" fmla="*/ 51587 h 146136"/>
                  <a:gd name="csX82" fmla="*/ 4524 w 263608"/>
                  <a:gd name="csY82" fmla="*/ 54048 h 146136"/>
                  <a:gd name="csX83" fmla="*/ 3399 w 263608"/>
                  <a:gd name="csY83" fmla="*/ 56556 h 146136"/>
                  <a:gd name="csX84" fmla="*/ 2438 w 263608"/>
                  <a:gd name="csY84" fmla="*/ 59064 h 146136"/>
                  <a:gd name="csX85" fmla="*/ 1617 w 263608"/>
                  <a:gd name="csY85" fmla="*/ 61572 h 146136"/>
                  <a:gd name="csX86" fmla="*/ 984 w 263608"/>
                  <a:gd name="csY86" fmla="*/ 64127 h 146136"/>
                  <a:gd name="csX87" fmla="*/ 492 w 263608"/>
                  <a:gd name="csY87" fmla="*/ 66658 h 146136"/>
                  <a:gd name="csX88" fmla="*/ 164 w 263608"/>
                  <a:gd name="csY88" fmla="*/ 69236 h 146136"/>
                  <a:gd name="csX89" fmla="*/ 0 w 263608"/>
                  <a:gd name="csY89" fmla="*/ 71791 h 146136"/>
                  <a:gd name="csX90" fmla="*/ 0 w 263608"/>
                  <a:gd name="csY90" fmla="*/ 74346 h 146136"/>
                  <a:gd name="csX91" fmla="*/ 164 w 263608"/>
                  <a:gd name="csY91" fmla="*/ 76924 h 146136"/>
                  <a:gd name="csX92" fmla="*/ 492 w 263608"/>
                  <a:gd name="csY92" fmla="*/ 79479 h 146136"/>
                  <a:gd name="csX93" fmla="*/ 984 w 263608"/>
                  <a:gd name="csY93" fmla="*/ 82033 h 146136"/>
                  <a:gd name="csX94" fmla="*/ 1617 w 263608"/>
                  <a:gd name="csY94" fmla="*/ 84565 h 146136"/>
                  <a:gd name="csX95" fmla="*/ 2438 w 263608"/>
                  <a:gd name="csY95" fmla="*/ 87096 h 146136"/>
                  <a:gd name="csX96" fmla="*/ 3399 w 263608"/>
                  <a:gd name="csY96" fmla="*/ 89604 h 146136"/>
                  <a:gd name="csX97" fmla="*/ 4524 w 263608"/>
                  <a:gd name="csY97" fmla="*/ 92088 h 146136"/>
                  <a:gd name="csX98" fmla="*/ 5813 w 263608"/>
                  <a:gd name="csY98" fmla="*/ 94549 h 146136"/>
                  <a:gd name="csX99" fmla="*/ 7242 w 263608"/>
                  <a:gd name="csY99" fmla="*/ 96987 h 146136"/>
                  <a:gd name="csX100" fmla="*/ 8836 w 263608"/>
                  <a:gd name="csY100" fmla="*/ 99401 h 146136"/>
                  <a:gd name="csX101" fmla="*/ 10571 w 263608"/>
                  <a:gd name="csY101" fmla="*/ 101768 h 146136"/>
                  <a:gd name="csX102" fmla="*/ 12469 w 263608"/>
                  <a:gd name="csY102" fmla="*/ 104112 h 146136"/>
                  <a:gd name="csX103" fmla="*/ 14508 w 263608"/>
                  <a:gd name="csY103" fmla="*/ 106409 h 146136"/>
                  <a:gd name="csX104" fmla="*/ 16688 w 263608"/>
                  <a:gd name="csY104" fmla="*/ 108683 h 146136"/>
                  <a:gd name="csX105" fmla="*/ 19008 w 263608"/>
                  <a:gd name="csY105" fmla="*/ 110886 h 146136"/>
                  <a:gd name="csX106" fmla="*/ 21469 w 263608"/>
                  <a:gd name="csY106" fmla="*/ 113066 h 146136"/>
                  <a:gd name="csX107" fmla="*/ 24071 w 263608"/>
                  <a:gd name="csY107" fmla="*/ 115175 h 146136"/>
                  <a:gd name="csX108" fmla="*/ 26813 w 263608"/>
                  <a:gd name="csY108" fmla="*/ 117261 h 146136"/>
                  <a:gd name="csX109" fmla="*/ 29673 w 263608"/>
                  <a:gd name="csY109" fmla="*/ 119277 h 146136"/>
                  <a:gd name="csX110" fmla="*/ 32673 w 263608"/>
                  <a:gd name="csY110" fmla="*/ 121222 h 146136"/>
                  <a:gd name="csX111" fmla="*/ 35767 w 263608"/>
                  <a:gd name="csY111" fmla="*/ 123121 h 146136"/>
                  <a:gd name="csX112" fmla="*/ 39001 w 263608"/>
                  <a:gd name="csY112" fmla="*/ 124972 h 146136"/>
                  <a:gd name="csX113" fmla="*/ 42353 w 263608"/>
                  <a:gd name="csY113" fmla="*/ 126730 h 146136"/>
                  <a:gd name="csX114" fmla="*/ 45798 w 263608"/>
                  <a:gd name="csY114" fmla="*/ 128441 h 146136"/>
                  <a:gd name="csX115" fmla="*/ 49361 w 263608"/>
                  <a:gd name="csY115" fmla="*/ 130082 h 146136"/>
                  <a:gd name="csX116" fmla="*/ 53017 w 263608"/>
                  <a:gd name="csY116" fmla="*/ 131652 h 146136"/>
                  <a:gd name="csX117" fmla="*/ 56767 w 263608"/>
                  <a:gd name="csY117" fmla="*/ 133152 h 146136"/>
                  <a:gd name="csX118" fmla="*/ 60611 w 263608"/>
                  <a:gd name="csY118" fmla="*/ 134582 h 146136"/>
                  <a:gd name="csX119" fmla="*/ 64549 w 263608"/>
                  <a:gd name="csY119" fmla="*/ 135918 h 146136"/>
                  <a:gd name="csX120" fmla="*/ 68580 w 263608"/>
                  <a:gd name="csY120" fmla="*/ 137183 h 146136"/>
                  <a:gd name="csX121" fmla="*/ 72682 w 263608"/>
                  <a:gd name="csY121" fmla="*/ 138379 h 146136"/>
                  <a:gd name="csX122" fmla="*/ 76854 w 263608"/>
                  <a:gd name="csY122" fmla="*/ 139480 h 146136"/>
                  <a:gd name="csX123" fmla="*/ 81073 w 263608"/>
                  <a:gd name="csY123" fmla="*/ 140512 h 146136"/>
                  <a:gd name="csX124" fmla="*/ 85385 w 263608"/>
                  <a:gd name="csY124" fmla="*/ 141473 h 146136"/>
                  <a:gd name="csX125" fmla="*/ 89745 w 263608"/>
                  <a:gd name="csY125" fmla="*/ 142316 h 146136"/>
                  <a:gd name="csX126" fmla="*/ 94151 w 263608"/>
                  <a:gd name="csY126" fmla="*/ 143090 h 146136"/>
                  <a:gd name="csX127" fmla="*/ 98604 w 263608"/>
                  <a:gd name="csY127" fmla="*/ 143793 h 146136"/>
                  <a:gd name="csX128" fmla="*/ 103104 w 263608"/>
                  <a:gd name="csY128" fmla="*/ 144379 h 146136"/>
                  <a:gd name="csX129" fmla="*/ 107628 w 263608"/>
                  <a:gd name="csY129" fmla="*/ 144895 h 146136"/>
                  <a:gd name="csX130" fmla="*/ 112198 w 263608"/>
                  <a:gd name="csY130" fmla="*/ 145340 h 146136"/>
                  <a:gd name="csX131" fmla="*/ 116792 w 263608"/>
                  <a:gd name="csY131" fmla="*/ 145668 h 146136"/>
                  <a:gd name="csX132" fmla="*/ 121386 w 263608"/>
                  <a:gd name="csY132" fmla="*/ 145902 h 146136"/>
                  <a:gd name="csX133" fmla="*/ 126003 w 263608"/>
                  <a:gd name="csY133" fmla="*/ 146066 h 146136"/>
                  <a:gd name="csX134" fmla="*/ 130644 w 263608"/>
                  <a:gd name="csY134" fmla="*/ 146137 h 146136"/>
                  <a:gd name="csX135" fmla="*/ 135261 w 263608"/>
                  <a:gd name="csY135" fmla="*/ 146113 h 146136"/>
                  <a:gd name="csX136" fmla="*/ 139879 w 263608"/>
                  <a:gd name="csY136" fmla="*/ 145996 h 146136"/>
                  <a:gd name="csX137" fmla="*/ 144496 w 263608"/>
                  <a:gd name="csY137" fmla="*/ 145809 h 146136"/>
                  <a:gd name="csX138" fmla="*/ 149090 w 263608"/>
                  <a:gd name="csY138" fmla="*/ 145504 h 146136"/>
                  <a:gd name="csX139" fmla="*/ 153660 w 263608"/>
                  <a:gd name="csY139" fmla="*/ 145129 h 146136"/>
                  <a:gd name="csX140" fmla="*/ 158207 w 263608"/>
                  <a:gd name="csY140" fmla="*/ 144660 h 146136"/>
                  <a:gd name="csX141" fmla="*/ 162731 w 263608"/>
                  <a:gd name="csY141" fmla="*/ 144098 h 146136"/>
                  <a:gd name="csX142" fmla="*/ 167208 w 263608"/>
                  <a:gd name="csY142" fmla="*/ 143441 h 146136"/>
                  <a:gd name="csX143" fmla="*/ 171637 w 263608"/>
                  <a:gd name="csY143" fmla="*/ 142715 h 146136"/>
                  <a:gd name="csX144" fmla="*/ 176020 w 263608"/>
                  <a:gd name="csY144" fmla="*/ 141894 h 146136"/>
                  <a:gd name="csX145" fmla="*/ 180356 w 263608"/>
                  <a:gd name="csY145" fmla="*/ 141004 h 146136"/>
                  <a:gd name="csX146" fmla="*/ 184622 w 263608"/>
                  <a:gd name="csY146" fmla="*/ 140019 h 146136"/>
                  <a:gd name="csX147" fmla="*/ 188841 w 263608"/>
                  <a:gd name="csY147" fmla="*/ 138941 h 146136"/>
                  <a:gd name="csX148" fmla="*/ 192966 w 263608"/>
                  <a:gd name="csY148" fmla="*/ 137793 h 146136"/>
                  <a:gd name="csX149" fmla="*/ 197021 w 263608"/>
                  <a:gd name="csY149" fmla="*/ 136574 h 146136"/>
                  <a:gd name="csX150" fmla="*/ 201005 w 263608"/>
                  <a:gd name="csY150" fmla="*/ 135261 h 146136"/>
                  <a:gd name="csX151" fmla="*/ 204896 w 263608"/>
                  <a:gd name="csY151" fmla="*/ 133879 h 146136"/>
                  <a:gd name="csX152" fmla="*/ 208693 w 263608"/>
                  <a:gd name="csY152" fmla="*/ 132402 h 146136"/>
                  <a:gd name="csX153" fmla="*/ 212420 w 263608"/>
                  <a:gd name="csY153" fmla="*/ 130879 h 146136"/>
                  <a:gd name="csX154" fmla="*/ 216029 w 263608"/>
                  <a:gd name="csY154" fmla="*/ 129285 h 146136"/>
                  <a:gd name="csX155" fmla="*/ 219522 w 263608"/>
                  <a:gd name="csY155" fmla="*/ 127597 h 146136"/>
                  <a:gd name="csX156" fmla="*/ 222920 w 263608"/>
                  <a:gd name="csY156" fmla="*/ 125863 h 146136"/>
                  <a:gd name="csX157" fmla="*/ 226201 w 263608"/>
                  <a:gd name="csY157" fmla="*/ 124058 h 146136"/>
                  <a:gd name="csX158" fmla="*/ 229389 w 263608"/>
                  <a:gd name="csY158" fmla="*/ 122183 h 146136"/>
                  <a:gd name="csX159" fmla="*/ 232436 w 263608"/>
                  <a:gd name="csY159" fmla="*/ 120261 h 146136"/>
                  <a:gd name="csX160" fmla="*/ 235366 w 263608"/>
                  <a:gd name="csY160" fmla="*/ 118269 h 146136"/>
                  <a:gd name="csX161" fmla="*/ 238155 w 263608"/>
                  <a:gd name="csY161" fmla="*/ 116230 h 146136"/>
                  <a:gd name="csX162" fmla="*/ 240827 w 263608"/>
                  <a:gd name="csY162" fmla="*/ 114144 h 146136"/>
                  <a:gd name="csX163" fmla="*/ 243358 w 263608"/>
                  <a:gd name="csY163" fmla="*/ 111987 h 146136"/>
                  <a:gd name="csX164" fmla="*/ 245749 w 263608"/>
                  <a:gd name="csY164" fmla="*/ 109784 h 146136"/>
                  <a:gd name="csX165" fmla="*/ 247999 w 263608"/>
                  <a:gd name="csY165" fmla="*/ 107558 h 146136"/>
                  <a:gd name="csX166" fmla="*/ 250108 w 263608"/>
                  <a:gd name="csY166" fmla="*/ 105261 h 146136"/>
                  <a:gd name="csX167" fmla="*/ 252077 w 263608"/>
                  <a:gd name="csY167" fmla="*/ 102940 h 146136"/>
                  <a:gd name="csX168" fmla="*/ 253905 w 263608"/>
                  <a:gd name="csY168" fmla="*/ 100596 h 146136"/>
                  <a:gd name="csX169" fmla="*/ 255569 w 263608"/>
                  <a:gd name="csY169" fmla="*/ 98206 h 146136"/>
                  <a:gd name="csX170" fmla="*/ 257069 w 263608"/>
                  <a:gd name="csY170" fmla="*/ 95768 h 146136"/>
                  <a:gd name="csX171" fmla="*/ 258429 w 263608"/>
                  <a:gd name="csY171" fmla="*/ 93331 h 146136"/>
                  <a:gd name="csX172" fmla="*/ 259648 w 263608"/>
                  <a:gd name="csY172" fmla="*/ 90846 h 146136"/>
                  <a:gd name="csX173" fmla="*/ 260679 w 263608"/>
                  <a:gd name="csY173" fmla="*/ 88338 h 146136"/>
                  <a:gd name="csX174" fmla="*/ 261570 w 263608"/>
                  <a:gd name="csY174" fmla="*/ 85830 h 146136"/>
                  <a:gd name="csX175" fmla="*/ 262296 w 263608"/>
                  <a:gd name="csY175" fmla="*/ 83299 h 146136"/>
                  <a:gd name="csX176" fmla="*/ 262859 w 263608"/>
                  <a:gd name="csY176" fmla="*/ 80744 h 146136"/>
                  <a:gd name="csX177" fmla="*/ 263281 w 263608"/>
                  <a:gd name="csY177" fmla="*/ 78190 h 146136"/>
                  <a:gd name="csX178" fmla="*/ 263515 w 263608"/>
                  <a:gd name="csY178" fmla="*/ 75635 h 1461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63608" h="146136">
                    <a:moveTo>
                      <a:pt x="263609" y="73080"/>
                    </a:moveTo>
                    <a:lnTo>
                      <a:pt x="263515" y="70502"/>
                    </a:lnTo>
                    <a:lnTo>
                      <a:pt x="263281" y="67947"/>
                    </a:lnTo>
                    <a:lnTo>
                      <a:pt x="262859" y="65392"/>
                    </a:lnTo>
                    <a:lnTo>
                      <a:pt x="262296" y="62838"/>
                    </a:lnTo>
                    <a:lnTo>
                      <a:pt x="261570" y="60306"/>
                    </a:lnTo>
                    <a:lnTo>
                      <a:pt x="260679" y="57798"/>
                    </a:lnTo>
                    <a:lnTo>
                      <a:pt x="259648" y="55291"/>
                    </a:lnTo>
                    <a:lnTo>
                      <a:pt x="258429" y="52830"/>
                    </a:lnTo>
                    <a:lnTo>
                      <a:pt x="257069" y="50369"/>
                    </a:lnTo>
                    <a:lnTo>
                      <a:pt x="255569" y="47954"/>
                    </a:lnTo>
                    <a:lnTo>
                      <a:pt x="253905" y="45564"/>
                    </a:lnTo>
                    <a:lnTo>
                      <a:pt x="252077" y="43196"/>
                    </a:lnTo>
                    <a:lnTo>
                      <a:pt x="250108" y="40876"/>
                    </a:lnTo>
                    <a:lnTo>
                      <a:pt x="247999" y="38603"/>
                    </a:lnTo>
                    <a:lnTo>
                      <a:pt x="245749" y="36353"/>
                    </a:lnTo>
                    <a:lnTo>
                      <a:pt x="243358" y="34149"/>
                    </a:lnTo>
                    <a:lnTo>
                      <a:pt x="240827" y="32016"/>
                    </a:lnTo>
                    <a:lnTo>
                      <a:pt x="238155" y="29907"/>
                    </a:lnTo>
                    <a:lnTo>
                      <a:pt x="235366" y="27868"/>
                    </a:lnTo>
                    <a:lnTo>
                      <a:pt x="232436" y="25899"/>
                    </a:lnTo>
                    <a:lnTo>
                      <a:pt x="229389" y="23954"/>
                    </a:lnTo>
                    <a:lnTo>
                      <a:pt x="226201" y="22102"/>
                    </a:lnTo>
                    <a:lnTo>
                      <a:pt x="222920" y="20274"/>
                    </a:lnTo>
                    <a:lnTo>
                      <a:pt x="219522" y="18540"/>
                    </a:lnTo>
                    <a:lnTo>
                      <a:pt x="216029" y="16875"/>
                    </a:lnTo>
                    <a:lnTo>
                      <a:pt x="212420" y="15258"/>
                    </a:lnTo>
                    <a:lnTo>
                      <a:pt x="208693" y="13735"/>
                    </a:lnTo>
                    <a:lnTo>
                      <a:pt x="204896" y="12282"/>
                    </a:lnTo>
                    <a:lnTo>
                      <a:pt x="201005" y="10899"/>
                    </a:lnTo>
                    <a:lnTo>
                      <a:pt x="197021" y="9586"/>
                    </a:lnTo>
                    <a:lnTo>
                      <a:pt x="192966" y="8344"/>
                    </a:lnTo>
                    <a:lnTo>
                      <a:pt x="188841" y="7196"/>
                    </a:lnTo>
                    <a:lnTo>
                      <a:pt x="184622" y="6141"/>
                    </a:lnTo>
                    <a:lnTo>
                      <a:pt x="180356" y="5156"/>
                    </a:lnTo>
                    <a:lnTo>
                      <a:pt x="176020" y="4242"/>
                    </a:lnTo>
                    <a:lnTo>
                      <a:pt x="171637" y="3422"/>
                    </a:lnTo>
                    <a:lnTo>
                      <a:pt x="167208" y="2695"/>
                    </a:lnTo>
                    <a:lnTo>
                      <a:pt x="162731" y="2039"/>
                    </a:lnTo>
                    <a:lnTo>
                      <a:pt x="158207" y="1500"/>
                    </a:lnTo>
                    <a:lnTo>
                      <a:pt x="153660" y="1008"/>
                    </a:lnTo>
                    <a:lnTo>
                      <a:pt x="149090" y="633"/>
                    </a:lnTo>
                    <a:lnTo>
                      <a:pt x="144496" y="352"/>
                    </a:lnTo>
                    <a:lnTo>
                      <a:pt x="139879" y="141"/>
                    </a:lnTo>
                    <a:lnTo>
                      <a:pt x="135261" y="23"/>
                    </a:lnTo>
                    <a:lnTo>
                      <a:pt x="130644" y="0"/>
                    </a:lnTo>
                    <a:lnTo>
                      <a:pt x="126003" y="70"/>
                    </a:lnTo>
                    <a:lnTo>
                      <a:pt x="121386" y="234"/>
                    </a:lnTo>
                    <a:lnTo>
                      <a:pt x="116792" y="469"/>
                    </a:lnTo>
                    <a:lnTo>
                      <a:pt x="112198" y="820"/>
                    </a:lnTo>
                    <a:lnTo>
                      <a:pt x="107628" y="1242"/>
                    </a:lnTo>
                    <a:lnTo>
                      <a:pt x="103104" y="1758"/>
                    </a:lnTo>
                    <a:lnTo>
                      <a:pt x="98604" y="2367"/>
                    </a:lnTo>
                    <a:lnTo>
                      <a:pt x="94151" y="3047"/>
                    </a:lnTo>
                    <a:lnTo>
                      <a:pt x="89745" y="3820"/>
                    </a:lnTo>
                    <a:lnTo>
                      <a:pt x="85385" y="4688"/>
                    </a:lnTo>
                    <a:lnTo>
                      <a:pt x="81073" y="5625"/>
                    </a:lnTo>
                    <a:lnTo>
                      <a:pt x="76854" y="6656"/>
                    </a:lnTo>
                    <a:lnTo>
                      <a:pt x="72682" y="7758"/>
                    </a:lnTo>
                    <a:lnTo>
                      <a:pt x="68580" y="8953"/>
                    </a:lnTo>
                    <a:lnTo>
                      <a:pt x="64549" y="10219"/>
                    </a:lnTo>
                    <a:lnTo>
                      <a:pt x="60611" y="11578"/>
                    </a:lnTo>
                    <a:lnTo>
                      <a:pt x="56767" y="12985"/>
                    </a:lnTo>
                    <a:lnTo>
                      <a:pt x="53017" y="14485"/>
                    </a:lnTo>
                    <a:lnTo>
                      <a:pt x="49361" y="16055"/>
                    </a:lnTo>
                    <a:lnTo>
                      <a:pt x="45798" y="17696"/>
                    </a:lnTo>
                    <a:lnTo>
                      <a:pt x="42353" y="19407"/>
                    </a:lnTo>
                    <a:lnTo>
                      <a:pt x="39001" y="21188"/>
                    </a:lnTo>
                    <a:lnTo>
                      <a:pt x="35767" y="23016"/>
                    </a:lnTo>
                    <a:lnTo>
                      <a:pt x="32673" y="24915"/>
                    </a:lnTo>
                    <a:lnTo>
                      <a:pt x="29673" y="26884"/>
                    </a:lnTo>
                    <a:lnTo>
                      <a:pt x="26813" y="28899"/>
                    </a:lnTo>
                    <a:lnTo>
                      <a:pt x="24071" y="30962"/>
                    </a:lnTo>
                    <a:lnTo>
                      <a:pt x="21469" y="33071"/>
                    </a:lnTo>
                    <a:lnTo>
                      <a:pt x="19008" y="35251"/>
                    </a:lnTo>
                    <a:lnTo>
                      <a:pt x="16688" y="37478"/>
                    </a:lnTo>
                    <a:lnTo>
                      <a:pt x="14508" y="39728"/>
                    </a:lnTo>
                    <a:lnTo>
                      <a:pt x="12469" y="42025"/>
                    </a:lnTo>
                    <a:lnTo>
                      <a:pt x="10571" y="44368"/>
                    </a:lnTo>
                    <a:lnTo>
                      <a:pt x="8836" y="46759"/>
                    </a:lnTo>
                    <a:lnTo>
                      <a:pt x="7242" y="49150"/>
                    </a:lnTo>
                    <a:lnTo>
                      <a:pt x="5813" y="51587"/>
                    </a:lnTo>
                    <a:lnTo>
                      <a:pt x="4524" y="54048"/>
                    </a:lnTo>
                    <a:lnTo>
                      <a:pt x="3399" y="56556"/>
                    </a:lnTo>
                    <a:lnTo>
                      <a:pt x="2438" y="59064"/>
                    </a:lnTo>
                    <a:lnTo>
                      <a:pt x="1617" y="61572"/>
                    </a:lnTo>
                    <a:lnTo>
                      <a:pt x="984" y="64127"/>
                    </a:lnTo>
                    <a:lnTo>
                      <a:pt x="492" y="66658"/>
                    </a:lnTo>
                    <a:lnTo>
                      <a:pt x="164" y="69236"/>
                    </a:lnTo>
                    <a:lnTo>
                      <a:pt x="0" y="71791"/>
                    </a:lnTo>
                    <a:lnTo>
                      <a:pt x="0" y="74346"/>
                    </a:lnTo>
                    <a:lnTo>
                      <a:pt x="164" y="76924"/>
                    </a:lnTo>
                    <a:lnTo>
                      <a:pt x="492" y="79479"/>
                    </a:lnTo>
                    <a:lnTo>
                      <a:pt x="984" y="82033"/>
                    </a:lnTo>
                    <a:lnTo>
                      <a:pt x="1617" y="84565"/>
                    </a:lnTo>
                    <a:lnTo>
                      <a:pt x="2438" y="87096"/>
                    </a:lnTo>
                    <a:lnTo>
                      <a:pt x="3399" y="89604"/>
                    </a:lnTo>
                    <a:lnTo>
                      <a:pt x="4524" y="92088"/>
                    </a:lnTo>
                    <a:lnTo>
                      <a:pt x="5813" y="94549"/>
                    </a:lnTo>
                    <a:lnTo>
                      <a:pt x="7242" y="96987"/>
                    </a:lnTo>
                    <a:lnTo>
                      <a:pt x="8836" y="99401"/>
                    </a:lnTo>
                    <a:lnTo>
                      <a:pt x="10571" y="101768"/>
                    </a:lnTo>
                    <a:lnTo>
                      <a:pt x="12469" y="104112"/>
                    </a:lnTo>
                    <a:lnTo>
                      <a:pt x="14508" y="106409"/>
                    </a:lnTo>
                    <a:lnTo>
                      <a:pt x="16688" y="108683"/>
                    </a:lnTo>
                    <a:lnTo>
                      <a:pt x="19008" y="110886"/>
                    </a:lnTo>
                    <a:lnTo>
                      <a:pt x="21469" y="113066"/>
                    </a:lnTo>
                    <a:lnTo>
                      <a:pt x="24071" y="115175"/>
                    </a:lnTo>
                    <a:lnTo>
                      <a:pt x="26813" y="117261"/>
                    </a:lnTo>
                    <a:lnTo>
                      <a:pt x="29673" y="119277"/>
                    </a:lnTo>
                    <a:lnTo>
                      <a:pt x="32673" y="121222"/>
                    </a:lnTo>
                    <a:lnTo>
                      <a:pt x="35767" y="123121"/>
                    </a:lnTo>
                    <a:lnTo>
                      <a:pt x="39001" y="124972"/>
                    </a:lnTo>
                    <a:lnTo>
                      <a:pt x="42353" y="126730"/>
                    </a:lnTo>
                    <a:lnTo>
                      <a:pt x="45798" y="128441"/>
                    </a:lnTo>
                    <a:lnTo>
                      <a:pt x="49361" y="130082"/>
                    </a:lnTo>
                    <a:lnTo>
                      <a:pt x="53017" y="131652"/>
                    </a:lnTo>
                    <a:lnTo>
                      <a:pt x="56767" y="133152"/>
                    </a:lnTo>
                    <a:lnTo>
                      <a:pt x="60611" y="134582"/>
                    </a:lnTo>
                    <a:lnTo>
                      <a:pt x="64549" y="135918"/>
                    </a:lnTo>
                    <a:lnTo>
                      <a:pt x="68580" y="137183"/>
                    </a:lnTo>
                    <a:lnTo>
                      <a:pt x="72682" y="138379"/>
                    </a:lnTo>
                    <a:lnTo>
                      <a:pt x="76854" y="139480"/>
                    </a:lnTo>
                    <a:lnTo>
                      <a:pt x="81073" y="140512"/>
                    </a:lnTo>
                    <a:lnTo>
                      <a:pt x="85385" y="141473"/>
                    </a:lnTo>
                    <a:lnTo>
                      <a:pt x="89745" y="142316"/>
                    </a:lnTo>
                    <a:lnTo>
                      <a:pt x="94151" y="143090"/>
                    </a:lnTo>
                    <a:lnTo>
                      <a:pt x="98604" y="143793"/>
                    </a:lnTo>
                    <a:lnTo>
                      <a:pt x="103104" y="144379"/>
                    </a:lnTo>
                    <a:lnTo>
                      <a:pt x="107628" y="144895"/>
                    </a:lnTo>
                    <a:lnTo>
                      <a:pt x="112198" y="145340"/>
                    </a:lnTo>
                    <a:lnTo>
                      <a:pt x="116792" y="145668"/>
                    </a:lnTo>
                    <a:lnTo>
                      <a:pt x="121386" y="145902"/>
                    </a:lnTo>
                    <a:lnTo>
                      <a:pt x="126003" y="146066"/>
                    </a:lnTo>
                    <a:lnTo>
                      <a:pt x="130644" y="146137"/>
                    </a:lnTo>
                    <a:lnTo>
                      <a:pt x="135261" y="146113"/>
                    </a:lnTo>
                    <a:lnTo>
                      <a:pt x="139879" y="145996"/>
                    </a:lnTo>
                    <a:lnTo>
                      <a:pt x="144496" y="145809"/>
                    </a:lnTo>
                    <a:lnTo>
                      <a:pt x="149090" y="145504"/>
                    </a:lnTo>
                    <a:lnTo>
                      <a:pt x="153660" y="145129"/>
                    </a:lnTo>
                    <a:lnTo>
                      <a:pt x="158207" y="144660"/>
                    </a:lnTo>
                    <a:lnTo>
                      <a:pt x="162731" y="144098"/>
                    </a:lnTo>
                    <a:lnTo>
                      <a:pt x="167208" y="143441"/>
                    </a:lnTo>
                    <a:lnTo>
                      <a:pt x="171637" y="142715"/>
                    </a:lnTo>
                    <a:lnTo>
                      <a:pt x="176020" y="141894"/>
                    </a:lnTo>
                    <a:lnTo>
                      <a:pt x="180356" y="141004"/>
                    </a:lnTo>
                    <a:lnTo>
                      <a:pt x="184622" y="140019"/>
                    </a:lnTo>
                    <a:lnTo>
                      <a:pt x="188841" y="138941"/>
                    </a:lnTo>
                    <a:lnTo>
                      <a:pt x="192966" y="137793"/>
                    </a:lnTo>
                    <a:lnTo>
                      <a:pt x="197021" y="136574"/>
                    </a:lnTo>
                    <a:lnTo>
                      <a:pt x="201005" y="135261"/>
                    </a:lnTo>
                    <a:lnTo>
                      <a:pt x="204896" y="133879"/>
                    </a:lnTo>
                    <a:lnTo>
                      <a:pt x="208693" y="132402"/>
                    </a:lnTo>
                    <a:lnTo>
                      <a:pt x="212420" y="130879"/>
                    </a:lnTo>
                    <a:lnTo>
                      <a:pt x="216029" y="129285"/>
                    </a:lnTo>
                    <a:lnTo>
                      <a:pt x="219522" y="127597"/>
                    </a:lnTo>
                    <a:lnTo>
                      <a:pt x="222920" y="125863"/>
                    </a:lnTo>
                    <a:lnTo>
                      <a:pt x="226201" y="124058"/>
                    </a:lnTo>
                    <a:lnTo>
                      <a:pt x="229389" y="122183"/>
                    </a:lnTo>
                    <a:lnTo>
                      <a:pt x="232436" y="120261"/>
                    </a:lnTo>
                    <a:lnTo>
                      <a:pt x="235366" y="118269"/>
                    </a:lnTo>
                    <a:lnTo>
                      <a:pt x="238155" y="116230"/>
                    </a:lnTo>
                    <a:lnTo>
                      <a:pt x="240827" y="114144"/>
                    </a:lnTo>
                    <a:lnTo>
                      <a:pt x="243358" y="111987"/>
                    </a:lnTo>
                    <a:lnTo>
                      <a:pt x="245749" y="109784"/>
                    </a:lnTo>
                    <a:lnTo>
                      <a:pt x="247999" y="107558"/>
                    </a:lnTo>
                    <a:lnTo>
                      <a:pt x="250108" y="105261"/>
                    </a:lnTo>
                    <a:lnTo>
                      <a:pt x="252077" y="102940"/>
                    </a:lnTo>
                    <a:lnTo>
                      <a:pt x="253905" y="100596"/>
                    </a:lnTo>
                    <a:lnTo>
                      <a:pt x="255569" y="98206"/>
                    </a:lnTo>
                    <a:lnTo>
                      <a:pt x="257069" y="95768"/>
                    </a:lnTo>
                    <a:lnTo>
                      <a:pt x="258429" y="93331"/>
                    </a:lnTo>
                    <a:lnTo>
                      <a:pt x="259648" y="90846"/>
                    </a:lnTo>
                    <a:lnTo>
                      <a:pt x="260679" y="88338"/>
                    </a:lnTo>
                    <a:lnTo>
                      <a:pt x="261570" y="85830"/>
                    </a:lnTo>
                    <a:lnTo>
                      <a:pt x="262296" y="83299"/>
                    </a:lnTo>
                    <a:lnTo>
                      <a:pt x="262859" y="80744"/>
                    </a:lnTo>
                    <a:lnTo>
                      <a:pt x="263281" y="78190"/>
                    </a:lnTo>
                    <a:lnTo>
                      <a:pt x="263515" y="75635"/>
                    </a:lnTo>
                    <a:close/>
                  </a:path>
                </a:pathLst>
              </a:custGeom>
              <a:solidFill>
                <a:srgbClr val="D8C7A8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88" name="Graphic 6">
                <a:extLst>
                  <a:ext uri="{FF2B5EF4-FFF2-40B4-BE49-F238E27FC236}">
                    <a16:creationId xmlns:a16="http://schemas.microsoft.com/office/drawing/2014/main" id="{C0CCB5AB-6DA6-8E74-1BCD-A2CABE1F83B6}"/>
                  </a:ext>
                </a:extLst>
              </p:cNvPr>
              <p:cNvGrpSpPr/>
              <p:nvPr/>
            </p:nvGrpSpPr>
            <p:grpSpPr>
              <a:xfrm>
                <a:off x="2795637" y="1350478"/>
                <a:ext cx="146253" cy="79127"/>
                <a:chOff x="-4078480" y="4077063"/>
                <a:chExt cx="146253" cy="79127"/>
              </a:xfrm>
              <a:solidFill>
                <a:srgbClr val="000000"/>
              </a:solidFill>
            </p:grpSpPr>
            <p:sp>
              <p:nvSpPr>
                <p:cNvPr id="3389" name="Freeform 3388">
                  <a:extLst>
                    <a:ext uri="{FF2B5EF4-FFF2-40B4-BE49-F238E27FC236}">
                      <a16:creationId xmlns:a16="http://schemas.microsoft.com/office/drawing/2014/main" id="{EA79D568-DBF1-2268-43B5-EFFD12B24B9C}"/>
                    </a:ext>
                  </a:extLst>
                </p:cNvPr>
                <p:cNvSpPr/>
                <p:nvPr/>
              </p:nvSpPr>
              <p:spPr>
                <a:xfrm>
                  <a:off x="-4078480" y="4077063"/>
                  <a:ext cx="11625" cy="60939"/>
                </a:xfrm>
                <a:custGeom>
                  <a:avLst/>
                  <a:gdLst>
                    <a:gd name="csX0" fmla="*/ 12093 w 11625"/>
                    <a:gd name="csY0" fmla="*/ 198 h 60939"/>
                    <a:gd name="csX1" fmla="*/ 468 w 11625"/>
                    <a:gd name="csY1" fmla="*/ 198 h 60939"/>
                    <a:gd name="csX2" fmla="*/ 468 w 11625"/>
                    <a:gd name="csY2" fmla="*/ 61137 h 60939"/>
                    <a:gd name="csX3" fmla="*/ 12093 w 11625"/>
                    <a:gd name="csY3" fmla="*/ 61137 h 609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1625" h="60939">
                      <a:moveTo>
                        <a:pt x="12093" y="198"/>
                      </a:moveTo>
                      <a:lnTo>
                        <a:pt x="468" y="198"/>
                      </a:lnTo>
                      <a:lnTo>
                        <a:pt x="468" y="61137"/>
                      </a:lnTo>
                      <a:lnTo>
                        <a:pt x="12093" y="611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0" name="Freeform 3389">
                  <a:extLst>
                    <a:ext uri="{FF2B5EF4-FFF2-40B4-BE49-F238E27FC236}">
                      <a16:creationId xmlns:a16="http://schemas.microsoft.com/office/drawing/2014/main" id="{CC76475E-EECB-828C-6C74-82CEF683E039}"/>
                    </a:ext>
                  </a:extLst>
                </p:cNvPr>
                <p:cNvSpPr/>
                <p:nvPr/>
              </p:nvSpPr>
              <p:spPr>
                <a:xfrm>
                  <a:off x="-4054854" y="4092157"/>
                  <a:ext cx="25688" cy="45844"/>
                </a:xfrm>
                <a:custGeom>
                  <a:avLst/>
                  <a:gdLst>
                    <a:gd name="csX0" fmla="*/ 472 w 25688"/>
                    <a:gd name="csY0" fmla="*/ 948 h 45844"/>
                    <a:gd name="csX1" fmla="*/ 472 w 25688"/>
                    <a:gd name="csY1" fmla="*/ 46043 h 45844"/>
                    <a:gd name="csX2" fmla="*/ 12191 w 25688"/>
                    <a:gd name="csY2" fmla="*/ 46043 h 45844"/>
                    <a:gd name="csX3" fmla="*/ 12191 w 25688"/>
                    <a:gd name="csY3" fmla="*/ 22042 h 45844"/>
                    <a:gd name="csX4" fmla="*/ 22410 w 25688"/>
                    <a:gd name="csY4" fmla="*/ 11823 h 45844"/>
                    <a:gd name="csX5" fmla="*/ 26160 w 25688"/>
                    <a:gd name="csY5" fmla="*/ 12104 h 45844"/>
                    <a:gd name="csX6" fmla="*/ 26160 w 25688"/>
                    <a:gd name="csY6" fmla="*/ 291 h 45844"/>
                    <a:gd name="csX7" fmla="*/ 24754 w 25688"/>
                    <a:gd name="csY7" fmla="*/ 198 h 45844"/>
                    <a:gd name="csX8" fmla="*/ 12191 w 25688"/>
                    <a:gd name="csY8" fmla="*/ 9760 h 45844"/>
                    <a:gd name="csX9" fmla="*/ 12191 w 25688"/>
                    <a:gd name="csY9" fmla="*/ 948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472" y="948"/>
                      </a:moveTo>
                      <a:lnTo>
                        <a:pt x="472" y="46043"/>
                      </a:lnTo>
                      <a:lnTo>
                        <a:pt x="12191" y="46043"/>
                      </a:lnTo>
                      <a:lnTo>
                        <a:pt x="12191" y="22042"/>
                      </a:lnTo>
                      <a:cubicBezTo>
                        <a:pt x="12191" y="15198"/>
                        <a:pt x="15566" y="11823"/>
                        <a:pt x="22410" y="11823"/>
                      </a:cubicBezTo>
                      <a:cubicBezTo>
                        <a:pt x="23723" y="11823"/>
                        <a:pt x="24566" y="11917"/>
                        <a:pt x="26160" y="12104"/>
                      </a:cubicBezTo>
                      <a:lnTo>
                        <a:pt x="26160" y="291"/>
                      </a:lnTo>
                      <a:cubicBezTo>
                        <a:pt x="25504" y="198"/>
                        <a:pt x="25223" y="198"/>
                        <a:pt x="24754" y="198"/>
                      </a:cubicBezTo>
                      <a:cubicBezTo>
                        <a:pt x="19410" y="198"/>
                        <a:pt x="14722" y="3667"/>
                        <a:pt x="12191" y="9760"/>
                      </a:cubicBezTo>
                      <a:lnTo>
                        <a:pt x="12191" y="9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1" name="Freeform 3390">
                  <a:extLst>
                    <a:ext uri="{FF2B5EF4-FFF2-40B4-BE49-F238E27FC236}">
                      <a16:creationId xmlns:a16="http://schemas.microsoft.com/office/drawing/2014/main" id="{71207C49-F97F-61D8-63C7-0ABB3B108570}"/>
                    </a:ext>
                  </a:extLst>
                </p:cNvPr>
                <p:cNvSpPr/>
                <p:nvPr/>
              </p:nvSpPr>
              <p:spPr>
                <a:xfrm>
                  <a:off x="-4025229" y="4092157"/>
                  <a:ext cx="43032" cy="64032"/>
                </a:xfrm>
                <a:custGeom>
                  <a:avLst/>
                  <a:gdLst>
                    <a:gd name="csX0" fmla="*/ 12102 w 43032"/>
                    <a:gd name="csY0" fmla="*/ 948 h 64032"/>
                    <a:gd name="csX1" fmla="*/ 477 w 43032"/>
                    <a:gd name="csY1" fmla="*/ 948 h 64032"/>
                    <a:gd name="csX2" fmla="*/ 477 w 43032"/>
                    <a:gd name="csY2" fmla="*/ 64231 h 64032"/>
                    <a:gd name="csX3" fmla="*/ 12102 w 43032"/>
                    <a:gd name="csY3" fmla="*/ 64231 h 64032"/>
                    <a:gd name="csX4" fmla="*/ 12102 w 43032"/>
                    <a:gd name="csY4" fmla="*/ 40699 h 64032"/>
                    <a:gd name="csX5" fmla="*/ 24665 w 43032"/>
                    <a:gd name="csY5" fmla="*/ 48011 h 64032"/>
                    <a:gd name="csX6" fmla="*/ 43509 w 43032"/>
                    <a:gd name="csY6" fmla="*/ 24198 h 64032"/>
                    <a:gd name="csX7" fmla="*/ 38728 w 43032"/>
                    <a:gd name="csY7" fmla="*/ 7323 h 64032"/>
                    <a:gd name="csX8" fmla="*/ 24665 w 43032"/>
                    <a:gd name="csY8" fmla="*/ 198 h 64032"/>
                    <a:gd name="csX9" fmla="*/ 12102 w 43032"/>
                    <a:gd name="csY9" fmla="*/ 7604 h 64032"/>
                    <a:gd name="csX10" fmla="*/ 22040 w 43032"/>
                    <a:gd name="csY10" fmla="*/ 9948 h 64032"/>
                    <a:gd name="csX11" fmla="*/ 31884 w 43032"/>
                    <a:gd name="csY11" fmla="*/ 24292 h 64032"/>
                    <a:gd name="csX12" fmla="*/ 22040 w 43032"/>
                    <a:gd name="csY12" fmla="*/ 38261 h 64032"/>
                    <a:gd name="csX13" fmla="*/ 12102 w 43032"/>
                    <a:gd name="csY13" fmla="*/ 24198 h 64032"/>
                    <a:gd name="csX14" fmla="*/ 22040 w 43032"/>
                    <a:gd name="csY14" fmla="*/ 9948 h 6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032" h="64032">
                      <a:moveTo>
                        <a:pt x="12102" y="948"/>
                      </a:moveTo>
                      <a:lnTo>
                        <a:pt x="477" y="948"/>
                      </a:lnTo>
                      <a:lnTo>
                        <a:pt x="477" y="64231"/>
                      </a:lnTo>
                      <a:lnTo>
                        <a:pt x="12102" y="64231"/>
                      </a:lnTo>
                      <a:lnTo>
                        <a:pt x="12102" y="40699"/>
                      </a:lnTo>
                      <a:cubicBezTo>
                        <a:pt x="15009" y="45668"/>
                        <a:pt x="18946" y="48011"/>
                        <a:pt x="24665" y="48011"/>
                      </a:cubicBezTo>
                      <a:cubicBezTo>
                        <a:pt x="35540" y="48011"/>
                        <a:pt x="43509" y="37886"/>
                        <a:pt x="43509" y="24198"/>
                      </a:cubicBezTo>
                      <a:cubicBezTo>
                        <a:pt x="43509" y="17823"/>
                        <a:pt x="41728" y="11448"/>
                        <a:pt x="38728" y="7323"/>
                      </a:cubicBezTo>
                      <a:cubicBezTo>
                        <a:pt x="35728" y="3010"/>
                        <a:pt x="30103" y="198"/>
                        <a:pt x="24665" y="198"/>
                      </a:cubicBezTo>
                      <a:cubicBezTo>
                        <a:pt x="18946" y="198"/>
                        <a:pt x="15009" y="2635"/>
                        <a:pt x="12102" y="7604"/>
                      </a:cubicBezTo>
                      <a:close/>
                      <a:moveTo>
                        <a:pt x="22040" y="9948"/>
                      </a:moveTo>
                      <a:cubicBezTo>
                        <a:pt x="27946" y="9948"/>
                        <a:pt x="31884" y="15667"/>
                        <a:pt x="31884" y="24292"/>
                      </a:cubicBezTo>
                      <a:cubicBezTo>
                        <a:pt x="31884" y="32636"/>
                        <a:pt x="27853" y="38261"/>
                        <a:pt x="22040" y="38261"/>
                      </a:cubicBezTo>
                      <a:cubicBezTo>
                        <a:pt x="16040" y="38261"/>
                        <a:pt x="12102" y="32636"/>
                        <a:pt x="12102" y="24198"/>
                      </a:cubicBezTo>
                      <a:cubicBezTo>
                        <a:pt x="12102" y="15667"/>
                        <a:pt x="16040" y="9948"/>
                        <a:pt x="22040" y="994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2" name="Freeform 3391">
                  <a:extLst>
                    <a:ext uri="{FF2B5EF4-FFF2-40B4-BE49-F238E27FC236}">
                      <a16:creationId xmlns:a16="http://schemas.microsoft.com/office/drawing/2014/main" id="{86402946-6001-056E-67ED-8ADCC5AFE77F}"/>
                    </a:ext>
                  </a:extLst>
                </p:cNvPr>
                <p:cNvSpPr/>
                <p:nvPr/>
              </p:nvSpPr>
              <p:spPr>
                <a:xfrm>
                  <a:off x="-3974227" y="4077532"/>
                  <a:ext cx="42001" cy="62345"/>
                </a:xfrm>
                <a:custGeom>
                  <a:avLst/>
                  <a:gdLst>
                    <a:gd name="csX0" fmla="*/ 32737 w 42001"/>
                    <a:gd name="csY0" fmla="*/ 28417 h 62345"/>
                    <a:gd name="csX1" fmla="*/ 36581 w 42001"/>
                    <a:gd name="csY1" fmla="*/ 25886 h 62345"/>
                    <a:gd name="csX2" fmla="*/ 40424 w 42001"/>
                    <a:gd name="csY2" fmla="*/ 16229 h 62345"/>
                    <a:gd name="csX3" fmla="*/ 21486 w 42001"/>
                    <a:gd name="csY3" fmla="*/ 198 h 62345"/>
                    <a:gd name="csX4" fmla="*/ 2455 w 42001"/>
                    <a:gd name="csY4" fmla="*/ 16323 h 62345"/>
                    <a:gd name="csX5" fmla="*/ 10142 w 42001"/>
                    <a:gd name="csY5" fmla="*/ 28417 h 62345"/>
                    <a:gd name="csX6" fmla="*/ 486 w 42001"/>
                    <a:gd name="csY6" fmla="*/ 43605 h 62345"/>
                    <a:gd name="csX7" fmla="*/ 21486 w 42001"/>
                    <a:gd name="csY7" fmla="*/ 62543 h 62345"/>
                    <a:gd name="csX8" fmla="*/ 42487 w 42001"/>
                    <a:gd name="csY8" fmla="*/ 43605 h 62345"/>
                    <a:gd name="csX9" fmla="*/ 32737 w 42001"/>
                    <a:gd name="csY9" fmla="*/ 28417 h 62345"/>
                    <a:gd name="csX10" fmla="*/ 21580 w 42001"/>
                    <a:gd name="csY10" fmla="*/ 9667 h 62345"/>
                    <a:gd name="csX11" fmla="*/ 30393 w 42001"/>
                    <a:gd name="csY11" fmla="*/ 17354 h 62345"/>
                    <a:gd name="csX12" fmla="*/ 21580 w 42001"/>
                    <a:gd name="csY12" fmla="*/ 25136 h 62345"/>
                    <a:gd name="csX13" fmla="*/ 12767 w 42001"/>
                    <a:gd name="csY13" fmla="*/ 17354 h 62345"/>
                    <a:gd name="csX14" fmla="*/ 21580 w 42001"/>
                    <a:gd name="csY14" fmla="*/ 9667 h 62345"/>
                    <a:gd name="csX15" fmla="*/ 21393 w 42001"/>
                    <a:gd name="csY15" fmla="*/ 33105 h 62345"/>
                    <a:gd name="csX16" fmla="*/ 30768 w 42001"/>
                    <a:gd name="csY16" fmla="*/ 43136 h 62345"/>
                    <a:gd name="csX17" fmla="*/ 21393 w 42001"/>
                    <a:gd name="csY17" fmla="*/ 52605 h 62345"/>
                    <a:gd name="csX18" fmla="*/ 12111 w 42001"/>
                    <a:gd name="csY18" fmla="*/ 42949 h 62345"/>
                    <a:gd name="csX19" fmla="*/ 21393 w 42001"/>
                    <a:gd name="csY19" fmla="*/ 33105 h 623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42001" h="62345">
                      <a:moveTo>
                        <a:pt x="32737" y="28417"/>
                      </a:moveTo>
                      <a:cubicBezTo>
                        <a:pt x="34799" y="27292"/>
                        <a:pt x="35737" y="26730"/>
                        <a:pt x="36581" y="25886"/>
                      </a:cubicBezTo>
                      <a:cubicBezTo>
                        <a:pt x="39018" y="23636"/>
                        <a:pt x="40424" y="20073"/>
                        <a:pt x="40424" y="16229"/>
                      </a:cubicBezTo>
                      <a:cubicBezTo>
                        <a:pt x="40424" y="6948"/>
                        <a:pt x="32455" y="198"/>
                        <a:pt x="21486" y="198"/>
                      </a:cubicBezTo>
                      <a:cubicBezTo>
                        <a:pt x="10517" y="198"/>
                        <a:pt x="2455" y="6948"/>
                        <a:pt x="2455" y="16323"/>
                      </a:cubicBezTo>
                      <a:cubicBezTo>
                        <a:pt x="2455" y="21948"/>
                        <a:pt x="4798" y="25605"/>
                        <a:pt x="10142" y="28417"/>
                      </a:cubicBezTo>
                      <a:cubicBezTo>
                        <a:pt x="3298" y="32167"/>
                        <a:pt x="486" y="36574"/>
                        <a:pt x="486" y="43605"/>
                      </a:cubicBezTo>
                      <a:cubicBezTo>
                        <a:pt x="486" y="54855"/>
                        <a:pt x="9017" y="62543"/>
                        <a:pt x="21486" y="62543"/>
                      </a:cubicBezTo>
                      <a:cubicBezTo>
                        <a:pt x="33862" y="62543"/>
                        <a:pt x="42487" y="54855"/>
                        <a:pt x="42487" y="43605"/>
                      </a:cubicBezTo>
                      <a:cubicBezTo>
                        <a:pt x="42487" y="36574"/>
                        <a:pt x="39581" y="32167"/>
                        <a:pt x="32737" y="28417"/>
                      </a:cubicBezTo>
                      <a:close/>
                      <a:moveTo>
                        <a:pt x="21580" y="9667"/>
                      </a:moveTo>
                      <a:cubicBezTo>
                        <a:pt x="26737" y="9667"/>
                        <a:pt x="30393" y="12761"/>
                        <a:pt x="30393" y="17354"/>
                      </a:cubicBezTo>
                      <a:cubicBezTo>
                        <a:pt x="30393" y="21948"/>
                        <a:pt x="26643" y="25136"/>
                        <a:pt x="21580" y="25136"/>
                      </a:cubicBezTo>
                      <a:cubicBezTo>
                        <a:pt x="16330" y="25136"/>
                        <a:pt x="12767" y="21948"/>
                        <a:pt x="12767" y="17354"/>
                      </a:cubicBezTo>
                      <a:cubicBezTo>
                        <a:pt x="12767" y="12761"/>
                        <a:pt x="16330" y="9667"/>
                        <a:pt x="21580" y="9667"/>
                      </a:cubicBezTo>
                      <a:close/>
                      <a:moveTo>
                        <a:pt x="21393" y="33105"/>
                      </a:moveTo>
                      <a:cubicBezTo>
                        <a:pt x="27205" y="33105"/>
                        <a:pt x="30768" y="36949"/>
                        <a:pt x="30768" y="43136"/>
                      </a:cubicBezTo>
                      <a:cubicBezTo>
                        <a:pt x="30768" y="48761"/>
                        <a:pt x="27112" y="52605"/>
                        <a:pt x="21393" y="52605"/>
                      </a:cubicBezTo>
                      <a:cubicBezTo>
                        <a:pt x="15768" y="52605"/>
                        <a:pt x="12111" y="48761"/>
                        <a:pt x="12111" y="42949"/>
                      </a:cubicBezTo>
                      <a:cubicBezTo>
                        <a:pt x="12111" y="36949"/>
                        <a:pt x="15768" y="33105"/>
                        <a:pt x="21393" y="3310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393" name="Freeform 3392">
                <a:extLst>
                  <a:ext uri="{FF2B5EF4-FFF2-40B4-BE49-F238E27FC236}">
                    <a16:creationId xmlns:a16="http://schemas.microsoft.com/office/drawing/2014/main" id="{2F2C2EC8-61DB-715E-E27B-C2B18C92B616}"/>
                  </a:ext>
                </a:extLst>
              </p:cNvPr>
              <p:cNvSpPr/>
              <p:nvPr/>
            </p:nvSpPr>
            <p:spPr>
              <a:xfrm>
                <a:off x="1706983" y="1975584"/>
                <a:ext cx="223482" cy="120354"/>
              </a:xfrm>
              <a:custGeom>
                <a:avLst/>
                <a:gdLst>
                  <a:gd name="csX0" fmla="*/ 223483 w 223482"/>
                  <a:gd name="csY0" fmla="*/ 60166 h 120354"/>
                  <a:gd name="csX1" fmla="*/ 223412 w 223482"/>
                  <a:gd name="csY1" fmla="*/ 58056 h 120354"/>
                  <a:gd name="csX2" fmla="*/ 223201 w 223482"/>
                  <a:gd name="csY2" fmla="*/ 55947 h 120354"/>
                  <a:gd name="csX3" fmla="*/ 222850 w 223482"/>
                  <a:gd name="csY3" fmla="*/ 53861 h 120354"/>
                  <a:gd name="csX4" fmla="*/ 222381 w 223482"/>
                  <a:gd name="csY4" fmla="*/ 51751 h 120354"/>
                  <a:gd name="csX5" fmla="*/ 221772 w 223482"/>
                  <a:gd name="csY5" fmla="*/ 49665 h 120354"/>
                  <a:gd name="csX6" fmla="*/ 221022 w 223482"/>
                  <a:gd name="csY6" fmla="*/ 47603 h 120354"/>
                  <a:gd name="csX7" fmla="*/ 220131 w 223482"/>
                  <a:gd name="csY7" fmla="*/ 45540 h 120354"/>
                  <a:gd name="csX8" fmla="*/ 219100 w 223482"/>
                  <a:gd name="csY8" fmla="*/ 43501 h 120354"/>
                  <a:gd name="csX9" fmla="*/ 217951 w 223482"/>
                  <a:gd name="csY9" fmla="*/ 41485 h 120354"/>
                  <a:gd name="csX10" fmla="*/ 216662 w 223482"/>
                  <a:gd name="csY10" fmla="*/ 39493 h 120354"/>
                  <a:gd name="csX11" fmla="*/ 215256 w 223482"/>
                  <a:gd name="csY11" fmla="*/ 37524 h 120354"/>
                  <a:gd name="csX12" fmla="*/ 213709 w 223482"/>
                  <a:gd name="csY12" fmla="*/ 35579 h 120354"/>
                  <a:gd name="csX13" fmla="*/ 212045 w 223482"/>
                  <a:gd name="csY13" fmla="*/ 33657 h 120354"/>
                  <a:gd name="csX14" fmla="*/ 210263 w 223482"/>
                  <a:gd name="csY14" fmla="*/ 31782 h 120354"/>
                  <a:gd name="csX15" fmla="*/ 208342 w 223482"/>
                  <a:gd name="csY15" fmla="*/ 29930 h 120354"/>
                  <a:gd name="csX16" fmla="*/ 206302 w 223482"/>
                  <a:gd name="csY16" fmla="*/ 28126 h 120354"/>
                  <a:gd name="csX17" fmla="*/ 204170 w 223482"/>
                  <a:gd name="csY17" fmla="*/ 26368 h 120354"/>
                  <a:gd name="csX18" fmla="*/ 201896 w 223482"/>
                  <a:gd name="csY18" fmla="*/ 24633 h 120354"/>
                  <a:gd name="csX19" fmla="*/ 199529 w 223482"/>
                  <a:gd name="csY19" fmla="*/ 22946 h 120354"/>
                  <a:gd name="csX20" fmla="*/ 197044 w 223482"/>
                  <a:gd name="csY20" fmla="*/ 21329 h 120354"/>
                  <a:gd name="csX21" fmla="*/ 194466 w 223482"/>
                  <a:gd name="csY21" fmla="*/ 19735 h 120354"/>
                  <a:gd name="csX22" fmla="*/ 191771 w 223482"/>
                  <a:gd name="csY22" fmla="*/ 18188 h 120354"/>
                  <a:gd name="csX23" fmla="*/ 189005 w 223482"/>
                  <a:gd name="csY23" fmla="*/ 16711 h 120354"/>
                  <a:gd name="csX24" fmla="*/ 186122 w 223482"/>
                  <a:gd name="csY24" fmla="*/ 15282 h 120354"/>
                  <a:gd name="csX25" fmla="*/ 183146 w 223482"/>
                  <a:gd name="csY25" fmla="*/ 13899 h 120354"/>
                  <a:gd name="csX26" fmla="*/ 180075 w 223482"/>
                  <a:gd name="csY26" fmla="*/ 12563 h 120354"/>
                  <a:gd name="csX27" fmla="*/ 176934 w 223482"/>
                  <a:gd name="csY27" fmla="*/ 11321 h 120354"/>
                  <a:gd name="csX28" fmla="*/ 173723 w 223482"/>
                  <a:gd name="csY28" fmla="*/ 10102 h 120354"/>
                  <a:gd name="csX29" fmla="*/ 170419 w 223482"/>
                  <a:gd name="csY29" fmla="*/ 8977 h 120354"/>
                  <a:gd name="csX30" fmla="*/ 167044 w 223482"/>
                  <a:gd name="csY30" fmla="*/ 7899 h 120354"/>
                  <a:gd name="csX31" fmla="*/ 163598 w 223482"/>
                  <a:gd name="csY31" fmla="*/ 6867 h 120354"/>
                  <a:gd name="csX32" fmla="*/ 160082 w 223482"/>
                  <a:gd name="csY32" fmla="*/ 5930 h 120354"/>
                  <a:gd name="csX33" fmla="*/ 156520 w 223482"/>
                  <a:gd name="csY33" fmla="*/ 5039 h 120354"/>
                  <a:gd name="csX34" fmla="*/ 152910 w 223482"/>
                  <a:gd name="csY34" fmla="*/ 4242 h 120354"/>
                  <a:gd name="csX35" fmla="*/ 149231 w 223482"/>
                  <a:gd name="csY35" fmla="*/ 3492 h 120354"/>
                  <a:gd name="csX36" fmla="*/ 145504 w 223482"/>
                  <a:gd name="csY36" fmla="*/ 2813 h 120354"/>
                  <a:gd name="csX37" fmla="*/ 141754 w 223482"/>
                  <a:gd name="csY37" fmla="*/ 2227 h 120354"/>
                  <a:gd name="csX38" fmla="*/ 137957 w 223482"/>
                  <a:gd name="csY38" fmla="*/ 1688 h 120354"/>
                  <a:gd name="csX39" fmla="*/ 134136 w 223482"/>
                  <a:gd name="csY39" fmla="*/ 1219 h 120354"/>
                  <a:gd name="csX40" fmla="*/ 130269 w 223482"/>
                  <a:gd name="csY40" fmla="*/ 844 h 120354"/>
                  <a:gd name="csX41" fmla="*/ 126402 w 223482"/>
                  <a:gd name="csY41" fmla="*/ 516 h 120354"/>
                  <a:gd name="csX42" fmla="*/ 122511 w 223482"/>
                  <a:gd name="csY42" fmla="*/ 281 h 120354"/>
                  <a:gd name="csX43" fmla="*/ 118597 w 223482"/>
                  <a:gd name="csY43" fmla="*/ 117 h 120354"/>
                  <a:gd name="csX44" fmla="*/ 114683 w 223482"/>
                  <a:gd name="csY44" fmla="*/ 23 h 120354"/>
                  <a:gd name="csX45" fmla="*/ 110745 w 223482"/>
                  <a:gd name="csY45" fmla="*/ 0 h 120354"/>
                  <a:gd name="csX46" fmla="*/ 106831 w 223482"/>
                  <a:gd name="csY46" fmla="*/ 70 h 120354"/>
                  <a:gd name="csX47" fmla="*/ 102917 w 223482"/>
                  <a:gd name="csY47" fmla="*/ 188 h 120354"/>
                  <a:gd name="csX48" fmla="*/ 99003 w 223482"/>
                  <a:gd name="csY48" fmla="*/ 398 h 120354"/>
                  <a:gd name="csX49" fmla="*/ 95112 w 223482"/>
                  <a:gd name="csY49" fmla="*/ 680 h 120354"/>
                  <a:gd name="csX50" fmla="*/ 91245 w 223482"/>
                  <a:gd name="csY50" fmla="*/ 1031 h 120354"/>
                  <a:gd name="csX51" fmla="*/ 87401 w 223482"/>
                  <a:gd name="csY51" fmla="*/ 1453 h 120354"/>
                  <a:gd name="csX52" fmla="*/ 83604 w 223482"/>
                  <a:gd name="csY52" fmla="*/ 1945 h 120354"/>
                  <a:gd name="csX53" fmla="*/ 79807 w 223482"/>
                  <a:gd name="csY53" fmla="*/ 2508 h 120354"/>
                  <a:gd name="csX54" fmla="*/ 76080 w 223482"/>
                  <a:gd name="csY54" fmla="*/ 3141 h 120354"/>
                  <a:gd name="csX55" fmla="*/ 72377 w 223482"/>
                  <a:gd name="csY55" fmla="*/ 3867 h 120354"/>
                  <a:gd name="csX56" fmla="*/ 68744 w 223482"/>
                  <a:gd name="csY56" fmla="*/ 4641 h 120354"/>
                  <a:gd name="csX57" fmla="*/ 65135 w 223482"/>
                  <a:gd name="csY57" fmla="*/ 5485 h 120354"/>
                  <a:gd name="csX58" fmla="*/ 61619 w 223482"/>
                  <a:gd name="csY58" fmla="*/ 6399 h 120354"/>
                  <a:gd name="csX59" fmla="*/ 58127 w 223482"/>
                  <a:gd name="csY59" fmla="*/ 7383 h 120354"/>
                  <a:gd name="csX60" fmla="*/ 54728 w 223482"/>
                  <a:gd name="csY60" fmla="*/ 8414 h 120354"/>
                  <a:gd name="csX61" fmla="*/ 51376 w 223482"/>
                  <a:gd name="csY61" fmla="*/ 9539 h 120354"/>
                  <a:gd name="csX62" fmla="*/ 48118 w 223482"/>
                  <a:gd name="csY62" fmla="*/ 10711 h 120354"/>
                  <a:gd name="csX63" fmla="*/ 44931 w 223482"/>
                  <a:gd name="csY63" fmla="*/ 11930 h 120354"/>
                  <a:gd name="csX64" fmla="*/ 41837 w 223482"/>
                  <a:gd name="csY64" fmla="*/ 13219 h 120354"/>
                  <a:gd name="csX65" fmla="*/ 38814 w 223482"/>
                  <a:gd name="csY65" fmla="*/ 14579 h 120354"/>
                  <a:gd name="csX66" fmla="*/ 35884 w 223482"/>
                  <a:gd name="csY66" fmla="*/ 15985 h 120354"/>
                  <a:gd name="csX67" fmla="*/ 33048 w 223482"/>
                  <a:gd name="csY67" fmla="*/ 17438 h 120354"/>
                  <a:gd name="csX68" fmla="*/ 30329 w 223482"/>
                  <a:gd name="csY68" fmla="*/ 18961 h 120354"/>
                  <a:gd name="csX69" fmla="*/ 27680 w 223482"/>
                  <a:gd name="csY69" fmla="*/ 20508 h 120354"/>
                  <a:gd name="csX70" fmla="*/ 25149 w 223482"/>
                  <a:gd name="csY70" fmla="*/ 22126 h 120354"/>
                  <a:gd name="csX71" fmla="*/ 22735 w 223482"/>
                  <a:gd name="csY71" fmla="*/ 23790 h 120354"/>
                  <a:gd name="csX72" fmla="*/ 20415 w 223482"/>
                  <a:gd name="csY72" fmla="*/ 25501 h 120354"/>
                  <a:gd name="csX73" fmla="*/ 18211 w 223482"/>
                  <a:gd name="csY73" fmla="*/ 27235 h 120354"/>
                  <a:gd name="csX74" fmla="*/ 16125 w 223482"/>
                  <a:gd name="csY74" fmla="*/ 29040 h 120354"/>
                  <a:gd name="csX75" fmla="*/ 14133 w 223482"/>
                  <a:gd name="csY75" fmla="*/ 30845 h 120354"/>
                  <a:gd name="csX76" fmla="*/ 12305 w 223482"/>
                  <a:gd name="csY76" fmla="*/ 32720 h 120354"/>
                  <a:gd name="csX77" fmla="*/ 10571 w 223482"/>
                  <a:gd name="csY77" fmla="*/ 34618 h 120354"/>
                  <a:gd name="csX78" fmla="*/ 8953 w 223482"/>
                  <a:gd name="csY78" fmla="*/ 36540 h 120354"/>
                  <a:gd name="csX79" fmla="*/ 7477 w 223482"/>
                  <a:gd name="csY79" fmla="*/ 38509 h 120354"/>
                  <a:gd name="csX80" fmla="*/ 6141 w 223482"/>
                  <a:gd name="csY80" fmla="*/ 40478 h 120354"/>
                  <a:gd name="csX81" fmla="*/ 4922 w 223482"/>
                  <a:gd name="csY81" fmla="*/ 42493 h 120354"/>
                  <a:gd name="csX82" fmla="*/ 3820 w 223482"/>
                  <a:gd name="csY82" fmla="*/ 44509 h 120354"/>
                  <a:gd name="csX83" fmla="*/ 2883 w 223482"/>
                  <a:gd name="csY83" fmla="*/ 46572 h 120354"/>
                  <a:gd name="csX84" fmla="*/ 2063 w 223482"/>
                  <a:gd name="csY84" fmla="*/ 48634 h 120354"/>
                  <a:gd name="csX85" fmla="*/ 1359 w 223482"/>
                  <a:gd name="csY85" fmla="*/ 50720 h 120354"/>
                  <a:gd name="csX86" fmla="*/ 820 w 223482"/>
                  <a:gd name="csY86" fmla="*/ 52806 h 120354"/>
                  <a:gd name="csX87" fmla="*/ 398 w 223482"/>
                  <a:gd name="csY87" fmla="*/ 54892 h 120354"/>
                  <a:gd name="csX88" fmla="*/ 141 w 223482"/>
                  <a:gd name="csY88" fmla="*/ 57002 h 120354"/>
                  <a:gd name="csX89" fmla="*/ 0 w 223482"/>
                  <a:gd name="csY89" fmla="*/ 59111 h 120354"/>
                  <a:gd name="csX90" fmla="*/ 0 w 223482"/>
                  <a:gd name="csY90" fmla="*/ 61244 h 120354"/>
                  <a:gd name="csX91" fmla="*/ 141 w 223482"/>
                  <a:gd name="csY91" fmla="*/ 63353 h 120354"/>
                  <a:gd name="csX92" fmla="*/ 398 w 223482"/>
                  <a:gd name="csY92" fmla="*/ 65439 h 120354"/>
                  <a:gd name="csX93" fmla="*/ 820 w 223482"/>
                  <a:gd name="csY93" fmla="*/ 67549 h 120354"/>
                  <a:gd name="csX94" fmla="*/ 1359 w 223482"/>
                  <a:gd name="csY94" fmla="*/ 69635 h 120354"/>
                  <a:gd name="csX95" fmla="*/ 2063 w 223482"/>
                  <a:gd name="csY95" fmla="*/ 71721 h 120354"/>
                  <a:gd name="csX96" fmla="*/ 2883 w 223482"/>
                  <a:gd name="csY96" fmla="*/ 73783 h 120354"/>
                  <a:gd name="csX97" fmla="*/ 3820 w 223482"/>
                  <a:gd name="csY97" fmla="*/ 75846 h 120354"/>
                  <a:gd name="csX98" fmla="*/ 4922 w 223482"/>
                  <a:gd name="csY98" fmla="*/ 77861 h 120354"/>
                  <a:gd name="csX99" fmla="*/ 6141 w 223482"/>
                  <a:gd name="csY99" fmla="*/ 79877 h 120354"/>
                  <a:gd name="csX100" fmla="*/ 7477 w 223482"/>
                  <a:gd name="csY100" fmla="*/ 81846 h 120354"/>
                  <a:gd name="csX101" fmla="*/ 8953 w 223482"/>
                  <a:gd name="csY101" fmla="*/ 83815 h 120354"/>
                  <a:gd name="csX102" fmla="*/ 10571 w 223482"/>
                  <a:gd name="csY102" fmla="*/ 85737 h 120354"/>
                  <a:gd name="csX103" fmla="*/ 12305 w 223482"/>
                  <a:gd name="csY103" fmla="*/ 87635 h 120354"/>
                  <a:gd name="csX104" fmla="*/ 14133 w 223482"/>
                  <a:gd name="csY104" fmla="*/ 89487 h 120354"/>
                  <a:gd name="csX105" fmla="*/ 16125 w 223482"/>
                  <a:gd name="csY105" fmla="*/ 91315 h 120354"/>
                  <a:gd name="csX106" fmla="*/ 18211 w 223482"/>
                  <a:gd name="csY106" fmla="*/ 93120 h 120354"/>
                  <a:gd name="csX107" fmla="*/ 20415 w 223482"/>
                  <a:gd name="csY107" fmla="*/ 94854 h 120354"/>
                  <a:gd name="csX108" fmla="*/ 22735 w 223482"/>
                  <a:gd name="csY108" fmla="*/ 96565 h 120354"/>
                  <a:gd name="csX109" fmla="*/ 25149 w 223482"/>
                  <a:gd name="csY109" fmla="*/ 98229 h 120354"/>
                  <a:gd name="csX110" fmla="*/ 27680 w 223482"/>
                  <a:gd name="csY110" fmla="*/ 99846 h 120354"/>
                  <a:gd name="csX111" fmla="*/ 30329 w 223482"/>
                  <a:gd name="csY111" fmla="*/ 101393 h 120354"/>
                  <a:gd name="csX112" fmla="*/ 33048 w 223482"/>
                  <a:gd name="csY112" fmla="*/ 102917 h 120354"/>
                  <a:gd name="csX113" fmla="*/ 35884 w 223482"/>
                  <a:gd name="csY113" fmla="*/ 104370 h 120354"/>
                  <a:gd name="csX114" fmla="*/ 38814 w 223482"/>
                  <a:gd name="csY114" fmla="*/ 105776 h 120354"/>
                  <a:gd name="csX115" fmla="*/ 41837 w 223482"/>
                  <a:gd name="csY115" fmla="*/ 107136 h 120354"/>
                  <a:gd name="csX116" fmla="*/ 44931 w 223482"/>
                  <a:gd name="csY116" fmla="*/ 108425 h 120354"/>
                  <a:gd name="csX117" fmla="*/ 48118 w 223482"/>
                  <a:gd name="csY117" fmla="*/ 109644 h 120354"/>
                  <a:gd name="csX118" fmla="*/ 51376 w 223482"/>
                  <a:gd name="csY118" fmla="*/ 110815 h 120354"/>
                  <a:gd name="csX119" fmla="*/ 54728 w 223482"/>
                  <a:gd name="csY119" fmla="*/ 111941 h 120354"/>
                  <a:gd name="csX120" fmla="*/ 58127 w 223482"/>
                  <a:gd name="csY120" fmla="*/ 112972 h 120354"/>
                  <a:gd name="csX121" fmla="*/ 61619 w 223482"/>
                  <a:gd name="csY121" fmla="*/ 113956 h 120354"/>
                  <a:gd name="csX122" fmla="*/ 65135 w 223482"/>
                  <a:gd name="csY122" fmla="*/ 114870 h 120354"/>
                  <a:gd name="csX123" fmla="*/ 68744 w 223482"/>
                  <a:gd name="csY123" fmla="*/ 115714 h 120354"/>
                  <a:gd name="csX124" fmla="*/ 72377 w 223482"/>
                  <a:gd name="csY124" fmla="*/ 116488 h 120354"/>
                  <a:gd name="csX125" fmla="*/ 76080 w 223482"/>
                  <a:gd name="csY125" fmla="*/ 117214 h 120354"/>
                  <a:gd name="csX126" fmla="*/ 79807 w 223482"/>
                  <a:gd name="csY126" fmla="*/ 117847 h 120354"/>
                  <a:gd name="csX127" fmla="*/ 83604 w 223482"/>
                  <a:gd name="csY127" fmla="*/ 118409 h 120354"/>
                  <a:gd name="csX128" fmla="*/ 87401 w 223482"/>
                  <a:gd name="csY128" fmla="*/ 118902 h 120354"/>
                  <a:gd name="csX129" fmla="*/ 91245 w 223482"/>
                  <a:gd name="csY129" fmla="*/ 119324 h 120354"/>
                  <a:gd name="csX130" fmla="*/ 95112 w 223482"/>
                  <a:gd name="csY130" fmla="*/ 119675 h 120354"/>
                  <a:gd name="csX131" fmla="*/ 99003 w 223482"/>
                  <a:gd name="csY131" fmla="*/ 119956 h 120354"/>
                  <a:gd name="csX132" fmla="*/ 102917 w 223482"/>
                  <a:gd name="csY132" fmla="*/ 120167 h 120354"/>
                  <a:gd name="csX133" fmla="*/ 106831 w 223482"/>
                  <a:gd name="csY133" fmla="*/ 120284 h 120354"/>
                  <a:gd name="csX134" fmla="*/ 110745 w 223482"/>
                  <a:gd name="csY134" fmla="*/ 120355 h 120354"/>
                  <a:gd name="csX135" fmla="*/ 114683 w 223482"/>
                  <a:gd name="csY135" fmla="*/ 120331 h 120354"/>
                  <a:gd name="csX136" fmla="*/ 118597 w 223482"/>
                  <a:gd name="csY136" fmla="*/ 120238 h 120354"/>
                  <a:gd name="csX137" fmla="*/ 122511 w 223482"/>
                  <a:gd name="csY137" fmla="*/ 120074 h 120354"/>
                  <a:gd name="csX138" fmla="*/ 126402 w 223482"/>
                  <a:gd name="csY138" fmla="*/ 119839 h 120354"/>
                  <a:gd name="csX139" fmla="*/ 130269 w 223482"/>
                  <a:gd name="csY139" fmla="*/ 119511 h 120354"/>
                  <a:gd name="csX140" fmla="*/ 134136 w 223482"/>
                  <a:gd name="csY140" fmla="*/ 119136 h 120354"/>
                  <a:gd name="csX141" fmla="*/ 137957 w 223482"/>
                  <a:gd name="csY141" fmla="*/ 118667 h 120354"/>
                  <a:gd name="csX142" fmla="*/ 141754 w 223482"/>
                  <a:gd name="csY142" fmla="*/ 118128 h 120354"/>
                  <a:gd name="csX143" fmla="*/ 145504 w 223482"/>
                  <a:gd name="csY143" fmla="*/ 117542 h 120354"/>
                  <a:gd name="csX144" fmla="*/ 149231 w 223482"/>
                  <a:gd name="csY144" fmla="*/ 116863 h 120354"/>
                  <a:gd name="csX145" fmla="*/ 152910 w 223482"/>
                  <a:gd name="csY145" fmla="*/ 116113 h 120354"/>
                  <a:gd name="csX146" fmla="*/ 156520 w 223482"/>
                  <a:gd name="csY146" fmla="*/ 115316 h 120354"/>
                  <a:gd name="csX147" fmla="*/ 160082 w 223482"/>
                  <a:gd name="csY147" fmla="*/ 114425 h 120354"/>
                  <a:gd name="csX148" fmla="*/ 163598 w 223482"/>
                  <a:gd name="csY148" fmla="*/ 113487 h 120354"/>
                  <a:gd name="csX149" fmla="*/ 167044 w 223482"/>
                  <a:gd name="csY149" fmla="*/ 112456 h 120354"/>
                  <a:gd name="csX150" fmla="*/ 170419 w 223482"/>
                  <a:gd name="csY150" fmla="*/ 111378 h 120354"/>
                  <a:gd name="csX151" fmla="*/ 173723 w 223482"/>
                  <a:gd name="csY151" fmla="*/ 110253 h 120354"/>
                  <a:gd name="csX152" fmla="*/ 176934 w 223482"/>
                  <a:gd name="csY152" fmla="*/ 109034 h 120354"/>
                  <a:gd name="csX153" fmla="*/ 180075 w 223482"/>
                  <a:gd name="csY153" fmla="*/ 107792 h 120354"/>
                  <a:gd name="csX154" fmla="*/ 183146 w 223482"/>
                  <a:gd name="csY154" fmla="*/ 106456 h 120354"/>
                  <a:gd name="csX155" fmla="*/ 186122 w 223482"/>
                  <a:gd name="csY155" fmla="*/ 105073 h 120354"/>
                  <a:gd name="csX156" fmla="*/ 189005 w 223482"/>
                  <a:gd name="csY156" fmla="*/ 103643 h 120354"/>
                  <a:gd name="csX157" fmla="*/ 191771 w 223482"/>
                  <a:gd name="csY157" fmla="*/ 102167 h 120354"/>
                  <a:gd name="csX158" fmla="*/ 194466 w 223482"/>
                  <a:gd name="csY158" fmla="*/ 100620 h 120354"/>
                  <a:gd name="csX159" fmla="*/ 197044 w 223482"/>
                  <a:gd name="csY159" fmla="*/ 99026 h 120354"/>
                  <a:gd name="csX160" fmla="*/ 199529 w 223482"/>
                  <a:gd name="csY160" fmla="*/ 97409 h 120354"/>
                  <a:gd name="csX161" fmla="*/ 201896 w 223482"/>
                  <a:gd name="csY161" fmla="*/ 95721 h 120354"/>
                  <a:gd name="csX162" fmla="*/ 204170 w 223482"/>
                  <a:gd name="csY162" fmla="*/ 93987 h 120354"/>
                  <a:gd name="csX163" fmla="*/ 206302 w 223482"/>
                  <a:gd name="csY163" fmla="*/ 92229 h 120354"/>
                  <a:gd name="csX164" fmla="*/ 208342 w 223482"/>
                  <a:gd name="csY164" fmla="*/ 90424 h 120354"/>
                  <a:gd name="csX165" fmla="*/ 210263 w 223482"/>
                  <a:gd name="csY165" fmla="*/ 88573 h 120354"/>
                  <a:gd name="csX166" fmla="*/ 212045 w 223482"/>
                  <a:gd name="csY166" fmla="*/ 86698 h 120354"/>
                  <a:gd name="csX167" fmla="*/ 213709 w 223482"/>
                  <a:gd name="csY167" fmla="*/ 84776 h 120354"/>
                  <a:gd name="csX168" fmla="*/ 215256 w 223482"/>
                  <a:gd name="csY168" fmla="*/ 82830 h 120354"/>
                  <a:gd name="csX169" fmla="*/ 216662 w 223482"/>
                  <a:gd name="csY169" fmla="*/ 80862 h 120354"/>
                  <a:gd name="csX170" fmla="*/ 217951 w 223482"/>
                  <a:gd name="csY170" fmla="*/ 78869 h 120354"/>
                  <a:gd name="csX171" fmla="*/ 219100 w 223482"/>
                  <a:gd name="csY171" fmla="*/ 76854 h 120354"/>
                  <a:gd name="csX172" fmla="*/ 220131 w 223482"/>
                  <a:gd name="csY172" fmla="*/ 74815 h 120354"/>
                  <a:gd name="csX173" fmla="*/ 221022 w 223482"/>
                  <a:gd name="csY173" fmla="*/ 72752 h 120354"/>
                  <a:gd name="csX174" fmla="*/ 221772 w 223482"/>
                  <a:gd name="csY174" fmla="*/ 70689 h 120354"/>
                  <a:gd name="csX175" fmla="*/ 222381 w 223482"/>
                  <a:gd name="csY175" fmla="*/ 68603 h 120354"/>
                  <a:gd name="csX176" fmla="*/ 222850 w 223482"/>
                  <a:gd name="csY176" fmla="*/ 66494 h 120354"/>
                  <a:gd name="csX177" fmla="*/ 223201 w 223482"/>
                  <a:gd name="csY177" fmla="*/ 64408 h 120354"/>
                  <a:gd name="csX178" fmla="*/ 223412 w 223482"/>
                  <a:gd name="csY178" fmla="*/ 62299 h 120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54">
                    <a:moveTo>
                      <a:pt x="223483" y="60166"/>
                    </a:moveTo>
                    <a:lnTo>
                      <a:pt x="223412" y="58056"/>
                    </a:lnTo>
                    <a:lnTo>
                      <a:pt x="223201" y="55947"/>
                    </a:lnTo>
                    <a:lnTo>
                      <a:pt x="222850" y="53861"/>
                    </a:lnTo>
                    <a:lnTo>
                      <a:pt x="222381" y="51751"/>
                    </a:lnTo>
                    <a:lnTo>
                      <a:pt x="221772" y="49665"/>
                    </a:lnTo>
                    <a:lnTo>
                      <a:pt x="221022" y="47603"/>
                    </a:lnTo>
                    <a:lnTo>
                      <a:pt x="220131" y="45540"/>
                    </a:lnTo>
                    <a:lnTo>
                      <a:pt x="219100" y="43501"/>
                    </a:lnTo>
                    <a:lnTo>
                      <a:pt x="217951" y="41485"/>
                    </a:lnTo>
                    <a:lnTo>
                      <a:pt x="216662" y="39493"/>
                    </a:lnTo>
                    <a:lnTo>
                      <a:pt x="215256" y="37524"/>
                    </a:lnTo>
                    <a:lnTo>
                      <a:pt x="213709" y="35579"/>
                    </a:lnTo>
                    <a:lnTo>
                      <a:pt x="212045" y="33657"/>
                    </a:lnTo>
                    <a:lnTo>
                      <a:pt x="210263" y="31782"/>
                    </a:lnTo>
                    <a:lnTo>
                      <a:pt x="208342" y="29930"/>
                    </a:lnTo>
                    <a:lnTo>
                      <a:pt x="206302" y="28126"/>
                    </a:lnTo>
                    <a:lnTo>
                      <a:pt x="204170" y="26368"/>
                    </a:lnTo>
                    <a:lnTo>
                      <a:pt x="201896" y="24633"/>
                    </a:lnTo>
                    <a:lnTo>
                      <a:pt x="199529" y="22946"/>
                    </a:lnTo>
                    <a:lnTo>
                      <a:pt x="197044" y="21329"/>
                    </a:lnTo>
                    <a:lnTo>
                      <a:pt x="194466" y="19735"/>
                    </a:lnTo>
                    <a:lnTo>
                      <a:pt x="191771" y="18188"/>
                    </a:lnTo>
                    <a:lnTo>
                      <a:pt x="189005" y="16711"/>
                    </a:lnTo>
                    <a:lnTo>
                      <a:pt x="186122" y="15282"/>
                    </a:lnTo>
                    <a:lnTo>
                      <a:pt x="183146" y="13899"/>
                    </a:lnTo>
                    <a:lnTo>
                      <a:pt x="180075" y="12563"/>
                    </a:lnTo>
                    <a:lnTo>
                      <a:pt x="176934" y="11321"/>
                    </a:lnTo>
                    <a:lnTo>
                      <a:pt x="173723" y="10102"/>
                    </a:lnTo>
                    <a:lnTo>
                      <a:pt x="170419" y="8977"/>
                    </a:lnTo>
                    <a:lnTo>
                      <a:pt x="167044" y="7899"/>
                    </a:lnTo>
                    <a:lnTo>
                      <a:pt x="163598" y="6867"/>
                    </a:lnTo>
                    <a:lnTo>
                      <a:pt x="160082" y="5930"/>
                    </a:lnTo>
                    <a:lnTo>
                      <a:pt x="156520" y="5039"/>
                    </a:lnTo>
                    <a:lnTo>
                      <a:pt x="152910" y="4242"/>
                    </a:lnTo>
                    <a:lnTo>
                      <a:pt x="149231" y="3492"/>
                    </a:lnTo>
                    <a:lnTo>
                      <a:pt x="145504" y="2813"/>
                    </a:lnTo>
                    <a:lnTo>
                      <a:pt x="141754" y="2227"/>
                    </a:lnTo>
                    <a:lnTo>
                      <a:pt x="137957" y="1688"/>
                    </a:lnTo>
                    <a:lnTo>
                      <a:pt x="134136" y="1219"/>
                    </a:lnTo>
                    <a:lnTo>
                      <a:pt x="130269" y="844"/>
                    </a:lnTo>
                    <a:lnTo>
                      <a:pt x="126402" y="516"/>
                    </a:lnTo>
                    <a:lnTo>
                      <a:pt x="122511" y="281"/>
                    </a:lnTo>
                    <a:lnTo>
                      <a:pt x="118597" y="117"/>
                    </a:lnTo>
                    <a:lnTo>
                      <a:pt x="114683" y="23"/>
                    </a:lnTo>
                    <a:lnTo>
                      <a:pt x="110745" y="0"/>
                    </a:lnTo>
                    <a:lnTo>
                      <a:pt x="106831" y="70"/>
                    </a:lnTo>
                    <a:lnTo>
                      <a:pt x="102917" y="188"/>
                    </a:lnTo>
                    <a:lnTo>
                      <a:pt x="99003" y="398"/>
                    </a:lnTo>
                    <a:lnTo>
                      <a:pt x="95112" y="680"/>
                    </a:lnTo>
                    <a:lnTo>
                      <a:pt x="91245" y="1031"/>
                    </a:lnTo>
                    <a:lnTo>
                      <a:pt x="87401" y="1453"/>
                    </a:lnTo>
                    <a:lnTo>
                      <a:pt x="83604" y="1945"/>
                    </a:lnTo>
                    <a:lnTo>
                      <a:pt x="79807" y="2508"/>
                    </a:lnTo>
                    <a:lnTo>
                      <a:pt x="76080" y="3141"/>
                    </a:lnTo>
                    <a:lnTo>
                      <a:pt x="72377" y="3867"/>
                    </a:lnTo>
                    <a:lnTo>
                      <a:pt x="68744" y="4641"/>
                    </a:lnTo>
                    <a:lnTo>
                      <a:pt x="65135" y="5485"/>
                    </a:lnTo>
                    <a:lnTo>
                      <a:pt x="61619" y="6399"/>
                    </a:lnTo>
                    <a:lnTo>
                      <a:pt x="58127" y="7383"/>
                    </a:lnTo>
                    <a:lnTo>
                      <a:pt x="54728" y="8414"/>
                    </a:lnTo>
                    <a:lnTo>
                      <a:pt x="51376" y="9539"/>
                    </a:lnTo>
                    <a:lnTo>
                      <a:pt x="48118" y="10711"/>
                    </a:lnTo>
                    <a:lnTo>
                      <a:pt x="44931" y="11930"/>
                    </a:lnTo>
                    <a:lnTo>
                      <a:pt x="41837" y="13219"/>
                    </a:lnTo>
                    <a:lnTo>
                      <a:pt x="38814" y="14579"/>
                    </a:lnTo>
                    <a:lnTo>
                      <a:pt x="35884" y="15985"/>
                    </a:lnTo>
                    <a:lnTo>
                      <a:pt x="33048" y="17438"/>
                    </a:lnTo>
                    <a:lnTo>
                      <a:pt x="30329" y="18961"/>
                    </a:lnTo>
                    <a:lnTo>
                      <a:pt x="27680" y="20508"/>
                    </a:lnTo>
                    <a:lnTo>
                      <a:pt x="25149" y="22126"/>
                    </a:lnTo>
                    <a:lnTo>
                      <a:pt x="22735" y="23790"/>
                    </a:lnTo>
                    <a:lnTo>
                      <a:pt x="20415" y="25501"/>
                    </a:lnTo>
                    <a:lnTo>
                      <a:pt x="18211" y="27235"/>
                    </a:lnTo>
                    <a:lnTo>
                      <a:pt x="16125" y="29040"/>
                    </a:lnTo>
                    <a:lnTo>
                      <a:pt x="14133" y="30845"/>
                    </a:lnTo>
                    <a:lnTo>
                      <a:pt x="12305" y="32720"/>
                    </a:lnTo>
                    <a:lnTo>
                      <a:pt x="10571" y="34618"/>
                    </a:lnTo>
                    <a:lnTo>
                      <a:pt x="8953" y="36540"/>
                    </a:lnTo>
                    <a:lnTo>
                      <a:pt x="7477" y="38509"/>
                    </a:lnTo>
                    <a:lnTo>
                      <a:pt x="6141" y="40478"/>
                    </a:lnTo>
                    <a:lnTo>
                      <a:pt x="4922" y="42493"/>
                    </a:lnTo>
                    <a:lnTo>
                      <a:pt x="3820" y="44509"/>
                    </a:lnTo>
                    <a:lnTo>
                      <a:pt x="2883" y="46572"/>
                    </a:lnTo>
                    <a:lnTo>
                      <a:pt x="2063" y="48634"/>
                    </a:lnTo>
                    <a:lnTo>
                      <a:pt x="1359" y="50720"/>
                    </a:lnTo>
                    <a:lnTo>
                      <a:pt x="820" y="52806"/>
                    </a:lnTo>
                    <a:lnTo>
                      <a:pt x="398" y="54892"/>
                    </a:lnTo>
                    <a:lnTo>
                      <a:pt x="141" y="57002"/>
                    </a:lnTo>
                    <a:lnTo>
                      <a:pt x="0" y="59111"/>
                    </a:lnTo>
                    <a:lnTo>
                      <a:pt x="0" y="61244"/>
                    </a:lnTo>
                    <a:lnTo>
                      <a:pt x="141" y="63353"/>
                    </a:lnTo>
                    <a:lnTo>
                      <a:pt x="398" y="65439"/>
                    </a:lnTo>
                    <a:lnTo>
                      <a:pt x="820" y="67549"/>
                    </a:lnTo>
                    <a:lnTo>
                      <a:pt x="1359" y="69635"/>
                    </a:lnTo>
                    <a:lnTo>
                      <a:pt x="2063" y="71721"/>
                    </a:lnTo>
                    <a:lnTo>
                      <a:pt x="2883" y="73783"/>
                    </a:lnTo>
                    <a:lnTo>
                      <a:pt x="3820" y="75846"/>
                    </a:lnTo>
                    <a:lnTo>
                      <a:pt x="4922" y="77861"/>
                    </a:lnTo>
                    <a:lnTo>
                      <a:pt x="6141" y="79877"/>
                    </a:lnTo>
                    <a:lnTo>
                      <a:pt x="7477" y="81846"/>
                    </a:lnTo>
                    <a:lnTo>
                      <a:pt x="8953" y="83815"/>
                    </a:lnTo>
                    <a:lnTo>
                      <a:pt x="10571" y="85737"/>
                    </a:lnTo>
                    <a:lnTo>
                      <a:pt x="12305" y="87635"/>
                    </a:lnTo>
                    <a:lnTo>
                      <a:pt x="14133" y="89487"/>
                    </a:lnTo>
                    <a:lnTo>
                      <a:pt x="16125" y="91315"/>
                    </a:lnTo>
                    <a:lnTo>
                      <a:pt x="18211" y="93120"/>
                    </a:lnTo>
                    <a:lnTo>
                      <a:pt x="20415" y="94854"/>
                    </a:lnTo>
                    <a:lnTo>
                      <a:pt x="22735" y="96565"/>
                    </a:lnTo>
                    <a:lnTo>
                      <a:pt x="25149" y="98229"/>
                    </a:lnTo>
                    <a:lnTo>
                      <a:pt x="27680" y="99846"/>
                    </a:lnTo>
                    <a:lnTo>
                      <a:pt x="30329" y="101393"/>
                    </a:lnTo>
                    <a:lnTo>
                      <a:pt x="33048" y="102917"/>
                    </a:lnTo>
                    <a:lnTo>
                      <a:pt x="35884" y="104370"/>
                    </a:lnTo>
                    <a:lnTo>
                      <a:pt x="38814" y="105776"/>
                    </a:lnTo>
                    <a:lnTo>
                      <a:pt x="41837" y="107136"/>
                    </a:lnTo>
                    <a:lnTo>
                      <a:pt x="44931" y="108425"/>
                    </a:lnTo>
                    <a:lnTo>
                      <a:pt x="48118" y="109644"/>
                    </a:lnTo>
                    <a:lnTo>
                      <a:pt x="51376" y="110815"/>
                    </a:lnTo>
                    <a:lnTo>
                      <a:pt x="54728" y="111941"/>
                    </a:lnTo>
                    <a:lnTo>
                      <a:pt x="58127" y="112972"/>
                    </a:lnTo>
                    <a:lnTo>
                      <a:pt x="61619" y="113956"/>
                    </a:lnTo>
                    <a:lnTo>
                      <a:pt x="65135" y="114870"/>
                    </a:lnTo>
                    <a:lnTo>
                      <a:pt x="68744" y="115714"/>
                    </a:lnTo>
                    <a:lnTo>
                      <a:pt x="72377" y="116488"/>
                    </a:lnTo>
                    <a:lnTo>
                      <a:pt x="76080" y="117214"/>
                    </a:lnTo>
                    <a:lnTo>
                      <a:pt x="79807" y="117847"/>
                    </a:lnTo>
                    <a:lnTo>
                      <a:pt x="83604" y="118409"/>
                    </a:lnTo>
                    <a:lnTo>
                      <a:pt x="87401" y="118902"/>
                    </a:lnTo>
                    <a:lnTo>
                      <a:pt x="91245" y="119324"/>
                    </a:lnTo>
                    <a:lnTo>
                      <a:pt x="95112" y="119675"/>
                    </a:lnTo>
                    <a:lnTo>
                      <a:pt x="99003" y="119956"/>
                    </a:lnTo>
                    <a:lnTo>
                      <a:pt x="102917" y="120167"/>
                    </a:lnTo>
                    <a:lnTo>
                      <a:pt x="106831" y="120284"/>
                    </a:lnTo>
                    <a:lnTo>
                      <a:pt x="110745" y="120355"/>
                    </a:lnTo>
                    <a:lnTo>
                      <a:pt x="114683" y="120331"/>
                    </a:lnTo>
                    <a:lnTo>
                      <a:pt x="118597" y="120238"/>
                    </a:lnTo>
                    <a:lnTo>
                      <a:pt x="122511" y="120074"/>
                    </a:lnTo>
                    <a:lnTo>
                      <a:pt x="126402" y="119839"/>
                    </a:lnTo>
                    <a:lnTo>
                      <a:pt x="130269" y="119511"/>
                    </a:lnTo>
                    <a:lnTo>
                      <a:pt x="134136" y="119136"/>
                    </a:lnTo>
                    <a:lnTo>
                      <a:pt x="137957" y="118667"/>
                    </a:lnTo>
                    <a:lnTo>
                      <a:pt x="141754" y="118128"/>
                    </a:lnTo>
                    <a:lnTo>
                      <a:pt x="145504" y="117542"/>
                    </a:lnTo>
                    <a:lnTo>
                      <a:pt x="149231" y="116863"/>
                    </a:lnTo>
                    <a:lnTo>
                      <a:pt x="152910" y="116113"/>
                    </a:lnTo>
                    <a:lnTo>
                      <a:pt x="156520" y="115316"/>
                    </a:lnTo>
                    <a:lnTo>
                      <a:pt x="160082" y="114425"/>
                    </a:lnTo>
                    <a:lnTo>
                      <a:pt x="163598" y="113487"/>
                    </a:lnTo>
                    <a:lnTo>
                      <a:pt x="167044" y="112456"/>
                    </a:lnTo>
                    <a:lnTo>
                      <a:pt x="170419" y="111378"/>
                    </a:lnTo>
                    <a:lnTo>
                      <a:pt x="173723" y="110253"/>
                    </a:lnTo>
                    <a:lnTo>
                      <a:pt x="176934" y="109034"/>
                    </a:lnTo>
                    <a:lnTo>
                      <a:pt x="180075" y="107792"/>
                    </a:lnTo>
                    <a:lnTo>
                      <a:pt x="183146" y="106456"/>
                    </a:lnTo>
                    <a:lnTo>
                      <a:pt x="186122" y="105073"/>
                    </a:lnTo>
                    <a:lnTo>
                      <a:pt x="189005" y="103643"/>
                    </a:lnTo>
                    <a:lnTo>
                      <a:pt x="191771" y="102167"/>
                    </a:lnTo>
                    <a:lnTo>
                      <a:pt x="194466" y="100620"/>
                    </a:lnTo>
                    <a:lnTo>
                      <a:pt x="197044" y="99026"/>
                    </a:lnTo>
                    <a:lnTo>
                      <a:pt x="199529" y="97409"/>
                    </a:lnTo>
                    <a:lnTo>
                      <a:pt x="201896" y="95721"/>
                    </a:lnTo>
                    <a:lnTo>
                      <a:pt x="204170" y="93987"/>
                    </a:lnTo>
                    <a:lnTo>
                      <a:pt x="206302" y="92229"/>
                    </a:lnTo>
                    <a:lnTo>
                      <a:pt x="208342" y="90424"/>
                    </a:lnTo>
                    <a:lnTo>
                      <a:pt x="210263" y="88573"/>
                    </a:lnTo>
                    <a:lnTo>
                      <a:pt x="212045" y="86698"/>
                    </a:lnTo>
                    <a:lnTo>
                      <a:pt x="213709" y="84776"/>
                    </a:lnTo>
                    <a:lnTo>
                      <a:pt x="215256" y="82830"/>
                    </a:lnTo>
                    <a:lnTo>
                      <a:pt x="216662" y="80862"/>
                    </a:lnTo>
                    <a:lnTo>
                      <a:pt x="217951" y="78869"/>
                    </a:lnTo>
                    <a:lnTo>
                      <a:pt x="219100" y="76854"/>
                    </a:lnTo>
                    <a:lnTo>
                      <a:pt x="220131" y="74815"/>
                    </a:lnTo>
                    <a:lnTo>
                      <a:pt x="221022" y="72752"/>
                    </a:lnTo>
                    <a:lnTo>
                      <a:pt x="221772" y="70689"/>
                    </a:lnTo>
                    <a:lnTo>
                      <a:pt x="222381" y="68603"/>
                    </a:lnTo>
                    <a:lnTo>
                      <a:pt x="222850" y="66494"/>
                    </a:lnTo>
                    <a:lnTo>
                      <a:pt x="223201" y="64408"/>
                    </a:lnTo>
                    <a:lnTo>
                      <a:pt x="223412" y="62299"/>
                    </a:lnTo>
                    <a:close/>
                  </a:path>
                </a:pathLst>
              </a:custGeom>
              <a:solidFill>
                <a:srgbClr val="B8D8F8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394" name="Graphic 6">
                <a:extLst>
                  <a:ext uri="{FF2B5EF4-FFF2-40B4-BE49-F238E27FC236}">
                    <a16:creationId xmlns:a16="http://schemas.microsoft.com/office/drawing/2014/main" id="{31E0F288-45C9-FEB0-995F-7E0FB5197F4C}"/>
                  </a:ext>
                </a:extLst>
              </p:cNvPr>
              <p:cNvGrpSpPr/>
              <p:nvPr/>
            </p:nvGrpSpPr>
            <p:grpSpPr>
              <a:xfrm>
                <a:off x="1723928" y="1999778"/>
                <a:ext cx="183379" cy="64032"/>
                <a:chOff x="-5150189" y="4726363"/>
                <a:chExt cx="183379" cy="64032"/>
              </a:xfrm>
              <a:solidFill>
                <a:srgbClr val="000000"/>
              </a:solidFill>
            </p:grpSpPr>
            <p:sp>
              <p:nvSpPr>
                <p:cNvPr id="3395" name="Freeform 3394">
                  <a:extLst>
                    <a:ext uri="{FF2B5EF4-FFF2-40B4-BE49-F238E27FC236}">
                      <a16:creationId xmlns:a16="http://schemas.microsoft.com/office/drawing/2014/main" id="{C9658715-5724-0A52-B4C7-E66702C2A93B}"/>
                    </a:ext>
                  </a:extLst>
                </p:cNvPr>
                <p:cNvSpPr/>
                <p:nvPr/>
              </p:nvSpPr>
              <p:spPr>
                <a:xfrm>
                  <a:off x="-5150189" y="4738551"/>
                  <a:ext cx="32719" cy="37126"/>
                </a:xfrm>
                <a:custGeom>
                  <a:avLst/>
                  <a:gdLst>
                    <a:gd name="csX0" fmla="*/ 290 w 32719"/>
                    <a:gd name="csY0" fmla="*/ 866 h 37126"/>
                    <a:gd name="csX1" fmla="*/ 290 w 32719"/>
                    <a:gd name="csY1" fmla="*/ 37430 h 37126"/>
                    <a:gd name="csX2" fmla="*/ 9852 w 32719"/>
                    <a:gd name="csY2" fmla="*/ 37430 h 37126"/>
                    <a:gd name="csX3" fmla="*/ 9852 w 32719"/>
                    <a:gd name="csY3" fmla="*/ 15492 h 37126"/>
                    <a:gd name="csX4" fmla="*/ 17446 w 32719"/>
                    <a:gd name="csY4" fmla="*/ 8367 h 37126"/>
                    <a:gd name="csX5" fmla="*/ 23540 w 32719"/>
                    <a:gd name="csY5" fmla="*/ 14929 h 37126"/>
                    <a:gd name="csX6" fmla="*/ 23540 w 32719"/>
                    <a:gd name="csY6" fmla="*/ 37430 h 37126"/>
                    <a:gd name="csX7" fmla="*/ 33009 w 32719"/>
                    <a:gd name="csY7" fmla="*/ 37430 h 37126"/>
                    <a:gd name="csX8" fmla="*/ 33009 w 32719"/>
                    <a:gd name="csY8" fmla="*/ 12961 h 37126"/>
                    <a:gd name="csX9" fmla="*/ 20821 w 32719"/>
                    <a:gd name="csY9" fmla="*/ 304 h 37126"/>
                    <a:gd name="csX10" fmla="*/ 9852 w 32719"/>
                    <a:gd name="csY10" fmla="*/ 6117 h 37126"/>
                    <a:gd name="csX11" fmla="*/ 9852 w 32719"/>
                    <a:gd name="csY11" fmla="*/ 866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290" y="866"/>
                      </a:moveTo>
                      <a:lnTo>
                        <a:pt x="290" y="37430"/>
                      </a:lnTo>
                      <a:lnTo>
                        <a:pt x="9852" y="37430"/>
                      </a:lnTo>
                      <a:lnTo>
                        <a:pt x="9852" y="15492"/>
                      </a:lnTo>
                      <a:cubicBezTo>
                        <a:pt x="9852" y="11179"/>
                        <a:pt x="12759" y="8367"/>
                        <a:pt x="17446" y="8367"/>
                      </a:cubicBezTo>
                      <a:cubicBezTo>
                        <a:pt x="21478" y="8367"/>
                        <a:pt x="23540" y="10523"/>
                        <a:pt x="23540" y="14929"/>
                      </a:cubicBezTo>
                      <a:lnTo>
                        <a:pt x="23540" y="37430"/>
                      </a:lnTo>
                      <a:lnTo>
                        <a:pt x="33009" y="37430"/>
                      </a:lnTo>
                      <a:lnTo>
                        <a:pt x="33009" y="12961"/>
                      </a:lnTo>
                      <a:cubicBezTo>
                        <a:pt x="33009" y="4804"/>
                        <a:pt x="28603" y="304"/>
                        <a:pt x="20821" y="304"/>
                      </a:cubicBezTo>
                      <a:cubicBezTo>
                        <a:pt x="15852" y="304"/>
                        <a:pt x="12477" y="1991"/>
                        <a:pt x="9852" y="6117"/>
                      </a:cubicBezTo>
                      <a:lnTo>
                        <a:pt x="9852" y="8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6" name="Freeform 3395">
                  <a:extLst>
                    <a:ext uri="{FF2B5EF4-FFF2-40B4-BE49-F238E27FC236}">
                      <a16:creationId xmlns:a16="http://schemas.microsoft.com/office/drawing/2014/main" id="{0C1E4320-0AF1-D0CD-4F2F-058D5AF4A1F3}"/>
                    </a:ext>
                  </a:extLst>
                </p:cNvPr>
                <p:cNvSpPr/>
                <p:nvPr/>
              </p:nvSpPr>
              <p:spPr>
                <a:xfrm>
                  <a:off x="-5111281" y="4739114"/>
                  <a:ext cx="35063" cy="36563"/>
                </a:xfrm>
                <a:custGeom>
                  <a:avLst/>
                  <a:gdLst>
                    <a:gd name="csX0" fmla="*/ 23172 w 35063"/>
                    <a:gd name="csY0" fmla="*/ 18492 h 36563"/>
                    <a:gd name="csX1" fmla="*/ 35079 w 35063"/>
                    <a:gd name="csY1" fmla="*/ 304 h 36563"/>
                    <a:gd name="csX2" fmla="*/ 23735 w 35063"/>
                    <a:gd name="csY2" fmla="*/ 304 h 36563"/>
                    <a:gd name="csX3" fmla="*/ 17828 w 35063"/>
                    <a:gd name="csY3" fmla="*/ 11367 h 36563"/>
                    <a:gd name="csX4" fmla="*/ 11922 w 35063"/>
                    <a:gd name="csY4" fmla="*/ 304 h 36563"/>
                    <a:gd name="csX5" fmla="*/ 484 w 35063"/>
                    <a:gd name="csY5" fmla="*/ 304 h 36563"/>
                    <a:gd name="csX6" fmla="*/ 12484 w 35063"/>
                    <a:gd name="csY6" fmla="*/ 18492 h 36563"/>
                    <a:gd name="csX7" fmla="*/ 297 w 35063"/>
                    <a:gd name="csY7" fmla="*/ 36867 h 36563"/>
                    <a:gd name="csX8" fmla="*/ 11641 w 35063"/>
                    <a:gd name="csY8" fmla="*/ 36867 h 36563"/>
                    <a:gd name="csX9" fmla="*/ 17828 w 35063"/>
                    <a:gd name="csY9" fmla="*/ 25523 h 36563"/>
                    <a:gd name="csX10" fmla="*/ 24016 w 35063"/>
                    <a:gd name="csY10" fmla="*/ 36867 h 36563"/>
                    <a:gd name="csX11" fmla="*/ 35360 w 35063"/>
                    <a:gd name="csY11" fmla="*/ 36867 h 365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5063" h="36563">
                      <a:moveTo>
                        <a:pt x="23172" y="18492"/>
                      </a:moveTo>
                      <a:lnTo>
                        <a:pt x="35079" y="304"/>
                      </a:lnTo>
                      <a:lnTo>
                        <a:pt x="23735" y="304"/>
                      </a:lnTo>
                      <a:lnTo>
                        <a:pt x="17828" y="11367"/>
                      </a:lnTo>
                      <a:lnTo>
                        <a:pt x="11922" y="304"/>
                      </a:lnTo>
                      <a:lnTo>
                        <a:pt x="484" y="304"/>
                      </a:lnTo>
                      <a:lnTo>
                        <a:pt x="12484" y="18492"/>
                      </a:lnTo>
                      <a:lnTo>
                        <a:pt x="297" y="36867"/>
                      </a:lnTo>
                      <a:lnTo>
                        <a:pt x="11641" y="36867"/>
                      </a:lnTo>
                      <a:lnTo>
                        <a:pt x="17828" y="25523"/>
                      </a:lnTo>
                      <a:lnTo>
                        <a:pt x="24016" y="36867"/>
                      </a:lnTo>
                      <a:lnTo>
                        <a:pt x="35360" y="3686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7" name="Freeform 3396">
                  <a:extLst>
                    <a:ext uri="{FF2B5EF4-FFF2-40B4-BE49-F238E27FC236}">
                      <a16:creationId xmlns:a16="http://schemas.microsoft.com/office/drawing/2014/main" id="{415A4033-4D81-4321-F1D5-4B2E0F7A2850}"/>
                    </a:ext>
                  </a:extLst>
                </p:cNvPr>
                <p:cNvSpPr/>
                <p:nvPr/>
              </p:nvSpPr>
              <p:spPr>
                <a:xfrm>
                  <a:off x="-5072468" y="4738551"/>
                  <a:ext cx="34875" cy="51845"/>
                </a:xfrm>
                <a:custGeom>
                  <a:avLst/>
                  <a:gdLst>
                    <a:gd name="csX0" fmla="*/ 9772 w 34875"/>
                    <a:gd name="csY0" fmla="*/ 866 h 51845"/>
                    <a:gd name="csX1" fmla="*/ 303 w 34875"/>
                    <a:gd name="csY1" fmla="*/ 866 h 51845"/>
                    <a:gd name="csX2" fmla="*/ 303 w 34875"/>
                    <a:gd name="csY2" fmla="*/ 52149 h 51845"/>
                    <a:gd name="csX3" fmla="*/ 9772 w 34875"/>
                    <a:gd name="csY3" fmla="*/ 52149 h 51845"/>
                    <a:gd name="csX4" fmla="*/ 9772 w 34875"/>
                    <a:gd name="csY4" fmla="*/ 33117 h 51845"/>
                    <a:gd name="csX5" fmla="*/ 19897 w 34875"/>
                    <a:gd name="csY5" fmla="*/ 39024 h 51845"/>
                    <a:gd name="csX6" fmla="*/ 35178 w 34875"/>
                    <a:gd name="csY6" fmla="*/ 19711 h 51845"/>
                    <a:gd name="csX7" fmla="*/ 31335 w 34875"/>
                    <a:gd name="csY7" fmla="*/ 6023 h 51845"/>
                    <a:gd name="csX8" fmla="*/ 19897 w 34875"/>
                    <a:gd name="csY8" fmla="*/ 304 h 51845"/>
                    <a:gd name="csX9" fmla="*/ 9772 w 34875"/>
                    <a:gd name="csY9" fmla="*/ 6304 h 51845"/>
                    <a:gd name="csX10" fmla="*/ 17740 w 34875"/>
                    <a:gd name="csY10" fmla="*/ 8179 h 51845"/>
                    <a:gd name="csX11" fmla="*/ 25709 w 34875"/>
                    <a:gd name="csY11" fmla="*/ 19804 h 51845"/>
                    <a:gd name="csX12" fmla="*/ 17740 w 34875"/>
                    <a:gd name="csY12" fmla="*/ 31149 h 51845"/>
                    <a:gd name="csX13" fmla="*/ 9772 w 34875"/>
                    <a:gd name="csY13" fmla="*/ 19711 h 51845"/>
                    <a:gd name="csX14" fmla="*/ 17740 w 34875"/>
                    <a:gd name="csY14" fmla="*/ 8179 h 518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4875" h="51845">
                      <a:moveTo>
                        <a:pt x="9772" y="866"/>
                      </a:moveTo>
                      <a:lnTo>
                        <a:pt x="303" y="866"/>
                      </a:lnTo>
                      <a:lnTo>
                        <a:pt x="303" y="52149"/>
                      </a:lnTo>
                      <a:lnTo>
                        <a:pt x="9772" y="52149"/>
                      </a:lnTo>
                      <a:lnTo>
                        <a:pt x="9772" y="33117"/>
                      </a:lnTo>
                      <a:cubicBezTo>
                        <a:pt x="12115" y="37149"/>
                        <a:pt x="15303" y="39024"/>
                        <a:pt x="19897" y="39024"/>
                      </a:cubicBezTo>
                      <a:cubicBezTo>
                        <a:pt x="28710" y="39024"/>
                        <a:pt x="35178" y="30774"/>
                        <a:pt x="35178" y="19711"/>
                      </a:cubicBezTo>
                      <a:cubicBezTo>
                        <a:pt x="35178" y="14554"/>
                        <a:pt x="33772" y="9398"/>
                        <a:pt x="31335" y="6023"/>
                      </a:cubicBezTo>
                      <a:cubicBezTo>
                        <a:pt x="28897" y="2554"/>
                        <a:pt x="24303" y="304"/>
                        <a:pt x="19897" y="304"/>
                      </a:cubicBezTo>
                      <a:cubicBezTo>
                        <a:pt x="15303" y="304"/>
                        <a:pt x="12115" y="2273"/>
                        <a:pt x="9772" y="6304"/>
                      </a:cubicBezTo>
                      <a:close/>
                      <a:moveTo>
                        <a:pt x="17740" y="8179"/>
                      </a:moveTo>
                      <a:cubicBezTo>
                        <a:pt x="22522" y="8179"/>
                        <a:pt x="25709" y="12773"/>
                        <a:pt x="25709" y="19804"/>
                      </a:cubicBezTo>
                      <a:cubicBezTo>
                        <a:pt x="25709" y="26555"/>
                        <a:pt x="22522" y="31149"/>
                        <a:pt x="17740" y="31149"/>
                      </a:cubicBezTo>
                      <a:cubicBezTo>
                        <a:pt x="12959" y="31149"/>
                        <a:pt x="9772" y="26555"/>
                        <a:pt x="9772" y="19711"/>
                      </a:cubicBezTo>
                      <a:cubicBezTo>
                        <a:pt x="9772" y="12773"/>
                        <a:pt x="12959" y="8179"/>
                        <a:pt x="17740" y="817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8" name="Freeform 3397">
                  <a:extLst>
                    <a:ext uri="{FF2B5EF4-FFF2-40B4-BE49-F238E27FC236}">
                      <a16:creationId xmlns:a16="http://schemas.microsoft.com/office/drawing/2014/main" id="{D2444D23-178A-4775-D026-1BCF8321839D}"/>
                    </a:ext>
                  </a:extLst>
                </p:cNvPr>
                <p:cNvSpPr/>
                <p:nvPr/>
              </p:nvSpPr>
              <p:spPr>
                <a:xfrm>
                  <a:off x="-5029904" y="4726363"/>
                  <a:ext cx="32157" cy="49313"/>
                </a:xfrm>
                <a:custGeom>
                  <a:avLst/>
                  <a:gdLst>
                    <a:gd name="csX0" fmla="*/ 310 w 32157"/>
                    <a:gd name="csY0" fmla="*/ 304 h 49313"/>
                    <a:gd name="csX1" fmla="*/ 310 w 32157"/>
                    <a:gd name="csY1" fmla="*/ 49618 h 49313"/>
                    <a:gd name="csX2" fmla="*/ 9779 w 32157"/>
                    <a:gd name="csY2" fmla="*/ 49618 h 49313"/>
                    <a:gd name="csX3" fmla="*/ 9779 w 32157"/>
                    <a:gd name="csY3" fmla="*/ 27680 h 49313"/>
                    <a:gd name="csX4" fmla="*/ 17091 w 32157"/>
                    <a:gd name="csY4" fmla="*/ 20555 h 49313"/>
                    <a:gd name="csX5" fmla="*/ 21873 w 32157"/>
                    <a:gd name="csY5" fmla="*/ 22711 h 49313"/>
                    <a:gd name="csX6" fmla="*/ 22998 w 32157"/>
                    <a:gd name="csY6" fmla="*/ 27305 h 49313"/>
                    <a:gd name="csX7" fmla="*/ 22998 w 32157"/>
                    <a:gd name="csY7" fmla="*/ 49618 h 49313"/>
                    <a:gd name="csX8" fmla="*/ 32467 w 32157"/>
                    <a:gd name="csY8" fmla="*/ 49618 h 49313"/>
                    <a:gd name="csX9" fmla="*/ 32467 w 32157"/>
                    <a:gd name="csY9" fmla="*/ 25148 h 49313"/>
                    <a:gd name="csX10" fmla="*/ 28717 w 32157"/>
                    <a:gd name="csY10" fmla="*/ 15211 h 49313"/>
                    <a:gd name="csX11" fmla="*/ 20560 w 32157"/>
                    <a:gd name="csY11" fmla="*/ 12492 h 49313"/>
                    <a:gd name="csX12" fmla="*/ 9779 w 32157"/>
                    <a:gd name="csY12" fmla="*/ 18304 h 49313"/>
                    <a:gd name="csX13" fmla="*/ 9779 w 32157"/>
                    <a:gd name="csY13" fmla="*/ 304 h 49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2157" h="49313">
                      <a:moveTo>
                        <a:pt x="310" y="304"/>
                      </a:moveTo>
                      <a:lnTo>
                        <a:pt x="310" y="49618"/>
                      </a:lnTo>
                      <a:lnTo>
                        <a:pt x="9779" y="49618"/>
                      </a:lnTo>
                      <a:lnTo>
                        <a:pt x="9779" y="27680"/>
                      </a:lnTo>
                      <a:cubicBezTo>
                        <a:pt x="9779" y="23461"/>
                        <a:pt x="12872" y="20555"/>
                        <a:pt x="17091" y="20555"/>
                      </a:cubicBezTo>
                      <a:cubicBezTo>
                        <a:pt x="19248" y="20555"/>
                        <a:pt x="20748" y="21211"/>
                        <a:pt x="21873" y="22711"/>
                      </a:cubicBezTo>
                      <a:cubicBezTo>
                        <a:pt x="22716" y="23930"/>
                        <a:pt x="22998" y="24961"/>
                        <a:pt x="22998" y="27305"/>
                      </a:cubicBezTo>
                      <a:lnTo>
                        <a:pt x="22998" y="49618"/>
                      </a:lnTo>
                      <a:lnTo>
                        <a:pt x="32467" y="49618"/>
                      </a:lnTo>
                      <a:lnTo>
                        <a:pt x="32467" y="25148"/>
                      </a:lnTo>
                      <a:cubicBezTo>
                        <a:pt x="32467" y="20555"/>
                        <a:pt x="31248" y="17367"/>
                        <a:pt x="28717" y="15211"/>
                      </a:cubicBezTo>
                      <a:cubicBezTo>
                        <a:pt x="26654" y="13429"/>
                        <a:pt x="23560" y="12492"/>
                        <a:pt x="20560" y="12492"/>
                      </a:cubicBezTo>
                      <a:cubicBezTo>
                        <a:pt x="15872" y="12492"/>
                        <a:pt x="12497" y="14273"/>
                        <a:pt x="9779" y="18304"/>
                      </a:cubicBezTo>
                      <a:lnTo>
                        <a:pt x="9779" y="3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99" name="Freeform 3398">
                  <a:extLst>
                    <a:ext uri="{FF2B5EF4-FFF2-40B4-BE49-F238E27FC236}">
                      <a16:creationId xmlns:a16="http://schemas.microsoft.com/office/drawing/2014/main" id="{47FE5D6D-38B0-703D-172C-DA54955CB695}"/>
                    </a:ext>
                  </a:extLst>
                </p:cNvPr>
                <p:cNvSpPr/>
                <p:nvPr/>
              </p:nvSpPr>
              <p:spPr>
                <a:xfrm>
                  <a:off x="-4987809" y="4727676"/>
                  <a:ext cx="21000" cy="48001"/>
                </a:xfrm>
                <a:custGeom>
                  <a:avLst/>
                  <a:gdLst>
                    <a:gd name="csX0" fmla="*/ 11848 w 21000"/>
                    <a:gd name="csY0" fmla="*/ 15211 h 48001"/>
                    <a:gd name="csX1" fmla="*/ 11848 w 21000"/>
                    <a:gd name="csY1" fmla="*/ 48305 h 48001"/>
                    <a:gd name="csX2" fmla="*/ 21317 w 21000"/>
                    <a:gd name="csY2" fmla="*/ 48305 h 48001"/>
                    <a:gd name="csX3" fmla="*/ 21317 w 21000"/>
                    <a:gd name="csY3" fmla="*/ 304 h 48001"/>
                    <a:gd name="csX4" fmla="*/ 15036 w 21000"/>
                    <a:gd name="csY4" fmla="*/ 304 h 48001"/>
                    <a:gd name="csX5" fmla="*/ 317 w 21000"/>
                    <a:gd name="csY5" fmla="*/ 8929 h 48001"/>
                    <a:gd name="csX6" fmla="*/ 317 w 21000"/>
                    <a:gd name="csY6" fmla="*/ 15211 h 48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000" h="48001">
                      <a:moveTo>
                        <a:pt x="11848" y="15211"/>
                      </a:moveTo>
                      <a:lnTo>
                        <a:pt x="11848" y="48305"/>
                      </a:lnTo>
                      <a:lnTo>
                        <a:pt x="21317" y="48305"/>
                      </a:lnTo>
                      <a:lnTo>
                        <a:pt x="21317" y="304"/>
                      </a:lnTo>
                      <a:lnTo>
                        <a:pt x="15036" y="304"/>
                      </a:lnTo>
                      <a:cubicBezTo>
                        <a:pt x="13536" y="6023"/>
                        <a:pt x="8567" y="8929"/>
                        <a:pt x="317" y="8929"/>
                      </a:cubicBezTo>
                      <a:lnTo>
                        <a:pt x="317" y="1521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00" name="Freeform 3399">
                <a:extLst>
                  <a:ext uri="{FF2B5EF4-FFF2-40B4-BE49-F238E27FC236}">
                    <a16:creationId xmlns:a16="http://schemas.microsoft.com/office/drawing/2014/main" id="{31F64A7E-4FB5-D8E5-3E12-96E548C9E119}"/>
                  </a:ext>
                </a:extLst>
              </p:cNvPr>
              <p:cNvSpPr/>
              <p:nvPr/>
            </p:nvSpPr>
            <p:spPr>
              <a:xfrm>
                <a:off x="2334890" y="2970838"/>
                <a:ext cx="263608" cy="146136"/>
              </a:xfrm>
              <a:custGeom>
                <a:avLst/>
                <a:gdLst>
                  <a:gd name="csX0" fmla="*/ 263609 w 263608"/>
                  <a:gd name="csY0" fmla="*/ 73080 h 146136"/>
                  <a:gd name="csX1" fmla="*/ 263515 w 263608"/>
                  <a:gd name="csY1" fmla="*/ 70502 h 146136"/>
                  <a:gd name="csX2" fmla="*/ 263281 w 263608"/>
                  <a:gd name="csY2" fmla="*/ 67947 h 146136"/>
                  <a:gd name="csX3" fmla="*/ 262882 w 263608"/>
                  <a:gd name="csY3" fmla="*/ 65392 h 146136"/>
                  <a:gd name="csX4" fmla="*/ 262296 w 263608"/>
                  <a:gd name="csY4" fmla="*/ 62838 h 146136"/>
                  <a:gd name="csX5" fmla="*/ 261570 w 263608"/>
                  <a:gd name="csY5" fmla="*/ 60306 h 146136"/>
                  <a:gd name="csX6" fmla="*/ 260702 w 263608"/>
                  <a:gd name="csY6" fmla="*/ 57798 h 146136"/>
                  <a:gd name="csX7" fmla="*/ 259648 w 263608"/>
                  <a:gd name="csY7" fmla="*/ 55291 h 146136"/>
                  <a:gd name="csX8" fmla="*/ 258452 w 263608"/>
                  <a:gd name="csY8" fmla="*/ 52830 h 146136"/>
                  <a:gd name="csX9" fmla="*/ 257093 w 263608"/>
                  <a:gd name="csY9" fmla="*/ 50369 h 146136"/>
                  <a:gd name="csX10" fmla="*/ 255569 w 263608"/>
                  <a:gd name="csY10" fmla="*/ 47954 h 146136"/>
                  <a:gd name="csX11" fmla="*/ 253905 w 263608"/>
                  <a:gd name="csY11" fmla="*/ 45564 h 146136"/>
                  <a:gd name="csX12" fmla="*/ 252077 w 263608"/>
                  <a:gd name="csY12" fmla="*/ 43196 h 146136"/>
                  <a:gd name="csX13" fmla="*/ 250108 w 263608"/>
                  <a:gd name="csY13" fmla="*/ 40876 h 146136"/>
                  <a:gd name="csX14" fmla="*/ 247999 w 263608"/>
                  <a:gd name="csY14" fmla="*/ 38603 h 146136"/>
                  <a:gd name="csX15" fmla="*/ 245749 w 263608"/>
                  <a:gd name="csY15" fmla="*/ 36353 h 146136"/>
                  <a:gd name="csX16" fmla="*/ 243358 w 263608"/>
                  <a:gd name="csY16" fmla="*/ 34149 h 146136"/>
                  <a:gd name="csX17" fmla="*/ 240827 w 263608"/>
                  <a:gd name="csY17" fmla="*/ 32016 h 146136"/>
                  <a:gd name="csX18" fmla="*/ 238155 w 263608"/>
                  <a:gd name="csY18" fmla="*/ 29907 h 146136"/>
                  <a:gd name="csX19" fmla="*/ 235366 w 263608"/>
                  <a:gd name="csY19" fmla="*/ 27868 h 146136"/>
                  <a:gd name="csX20" fmla="*/ 232436 w 263608"/>
                  <a:gd name="csY20" fmla="*/ 25876 h 146136"/>
                  <a:gd name="csX21" fmla="*/ 229389 w 263608"/>
                  <a:gd name="csY21" fmla="*/ 23954 h 146136"/>
                  <a:gd name="csX22" fmla="*/ 226225 w 263608"/>
                  <a:gd name="csY22" fmla="*/ 22079 h 146136"/>
                  <a:gd name="csX23" fmla="*/ 222920 w 263608"/>
                  <a:gd name="csY23" fmla="*/ 20274 h 146136"/>
                  <a:gd name="csX24" fmla="*/ 219545 w 263608"/>
                  <a:gd name="csY24" fmla="*/ 18540 h 146136"/>
                  <a:gd name="csX25" fmla="*/ 216029 w 263608"/>
                  <a:gd name="csY25" fmla="*/ 16875 h 146136"/>
                  <a:gd name="csX26" fmla="*/ 212420 w 263608"/>
                  <a:gd name="csY26" fmla="*/ 15258 h 146136"/>
                  <a:gd name="csX27" fmla="*/ 208717 w 263608"/>
                  <a:gd name="csY27" fmla="*/ 13735 h 146136"/>
                  <a:gd name="csX28" fmla="*/ 204896 w 263608"/>
                  <a:gd name="csY28" fmla="*/ 12282 h 146136"/>
                  <a:gd name="csX29" fmla="*/ 201005 w 263608"/>
                  <a:gd name="csY29" fmla="*/ 10899 h 146136"/>
                  <a:gd name="csX30" fmla="*/ 197021 w 263608"/>
                  <a:gd name="csY30" fmla="*/ 9586 h 146136"/>
                  <a:gd name="csX31" fmla="*/ 192966 w 263608"/>
                  <a:gd name="csY31" fmla="*/ 8344 h 146136"/>
                  <a:gd name="csX32" fmla="*/ 188841 w 263608"/>
                  <a:gd name="csY32" fmla="*/ 7196 h 146136"/>
                  <a:gd name="csX33" fmla="*/ 184622 w 263608"/>
                  <a:gd name="csY33" fmla="*/ 6141 h 146136"/>
                  <a:gd name="csX34" fmla="*/ 180356 w 263608"/>
                  <a:gd name="csY34" fmla="*/ 5133 h 146136"/>
                  <a:gd name="csX35" fmla="*/ 176020 w 263608"/>
                  <a:gd name="csY35" fmla="*/ 4242 h 146136"/>
                  <a:gd name="csX36" fmla="*/ 171637 w 263608"/>
                  <a:gd name="csY36" fmla="*/ 3422 h 146136"/>
                  <a:gd name="csX37" fmla="*/ 167208 w 263608"/>
                  <a:gd name="csY37" fmla="*/ 2695 h 146136"/>
                  <a:gd name="csX38" fmla="*/ 162731 w 263608"/>
                  <a:gd name="csY38" fmla="*/ 2039 h 146136"/>
                  <a:gd name="csX39" fmla="*/ 158231 w 263608"/>
                  <a:gd name="csY39" fmla="*/ 1477 h 146136"/>
                  <a:gd name="csX40" fmla="*/ 153660 w 263608"/>
                  <a:gd name="csY40" fmla="*/ 1008 h 146136"/>
                  <a:gd name="csX41" fmla="*/ 149090 w 263608"/>
                  <a:gd name="csY41" fmla="*/ 633 h 146136"/>
                  <a:gd name="csX42" fmla="*/ 144496 w 263608"/>
                  <a:gd name="csY42" fmla="*/ 352 h 146136"/>
                  <a:gd name="csX43" fmla="*/ 139879 w 263608"/>
                  <a:gd name="csY43" fmla="*/ 141 h 146136"/>
                  <a:gd name="csX44" fmla="*/ 135261 w 263608"/>
                  <a:gd name="csY44" fmla="*/ 23 h 146136"/>
                  <a:gd name="csX45" fmla="*/ 130644 w 263608"/>
                  <a:gd name="csY45" fmla="*/ 0 h 146136"/>
                  <a:gd name="csX46" fmla="*/ 126003 w 263608"/>
                  <a:gd name="csY46" fmla="*/ 70 h 146136"/>
                  <a:gd name="csX47" fmla="*/ 121386 w 263608"/>
                  <a:gd name="csY47" fmla="*/ 234 h 146136"/>
                  <a:gd name="csX48" fmla="*/ 116792 w 263608"/>
                  <a:gd name="csY48" fmla="*/ 469 h 146136"/>
                  <a:gd name="csX49" fmla="*/ 112198 w 263608"/>
                  <a:gd name="csY49" fmla="*/ 820 h 146136"/>
                  <a:gd name="csX50" fmla="*/ 107651 w 263608"/>
                  <a:gd name="csY50" fmla="*/ 1242 h 146136"/>
                  <a:gd name="csX51" fmla="*/ 103104 w 263608"/>
                  <a:gd name="csY51" fmla="*/ 1758 h 146136"/>
                  <a:gd name="csX52" fmla="*/ 98604 w 263608"/>
                  <a:gd name="csY52" fmla="*/ 2367 h 146136"/>
                  <a:gd name="csX53" fmla="*/ 94151 w 263608"/>
                  <a:gd name="csY53" fmla="*/ 3047 h 146136"/>
                  <a:gd name="csX54" fmla="*/ 89745 w 263608"/>
                  <a:gd name="csY54" fmla="*/ 3820 h 146136"/>
                  <a:gd name="csX55" fmla="*/ 85385 w 263608"/>
                  <a:gd name="csY55" fmla="*/ 4688 h 146136"/>
                  <a:gd name="csX56" fmla="*/ 81096 w 263608"/>
                  <a:gd name="csY56" fmla="*/ 5625 h 146136"/>
                  <a:gd name="csX57" fmla="*/ 76854 w 263608"/>
                  <a:gd name="csY57" fmla="*/ 6656 h 146136"/>
                  <a:gd name="csX58" fmla="*/ 72682 w 263608"/>
                  <a:gd name="csY58" fmla="*/ 7758 h 146136"/>
                  <a:gd name="csX59" fmla="*/ 68580 w 263608"/>
                  <a:gd name="csY59" fmla="*/ 8953 h 146136"/>
                  <a:gd name="csX60" fmla="*/ 64572 w 263608"/>
                  <a:gd name="csY60" fmla="*/ 10219 h 146136"/>
                  <a:gd name="csX61" fmla="*/ 60634 w 263608"/>
                  <a:gd name="csY61" fmla="*/ 11578 h 146136"/>
                  <a:gd name="csX62" fmla="*/ 56767 w 263608"/>
                  <a:gd name="csY62" fmla="*/ 12985 h 146136"/>
                  <a:gd name="csX63" fmla="*/ 53017 w 263608"/>
                  <a:gd name="csY63" fmla="*/ 14485 h 146136"/>
                  <a:gd name="csX64" fmla="*/ 49361 w 263608"/>
                  <a:gd name="csY64" fmla="*/ 16055 h 146136"/>
                  <a:gd name="csX65" fmla="*/ 45798 w 263608"/>
                  <a:gd name="csY65" fmla="*/ 17696 h 146136"/>
                  <a:gd name="csX66" fmla="*/ 42353 w 263608"/>
                  <a:gd name="csY66" fmla="*/ 19407 h 146136"/>
                  <a:gd name="csX67" fmla="*/ 39001 w 263608"/>
                  <a:gd name="csY67" fmla="*/ 21188 h 146136"/>
                  <a:gd name="csX68" fmla="*/ 35767 w 263608"/>
                  <a:gd name="csY68" fmla="*/ 23016 h 146136"/>
                  <a:gd name="csX69" fmla="*/ 32673 w 263608"/>
                  <a:gd name="csY69" fmla="*/ 24915 h 146136"/>
                  <a:gd name="csX70" fmla="*/ 29673 w 263608"/>
                  <a:gd name="csY70" fmla="*/ 26884 h 146136"/>
                  <a:gd name="csX71" fmla="*/ 26813 w 263608"/>
                  <a:gd name="csY71" fmla="*/ 28876 h 146136"/>
                  <a:gd name="csX72" fmla="*/ 24094 w 263608"/>
                  <a:gd name="csY72" fmla="*/ 30962 h 146136"/>
                  <a:gd name="csX73" fmla="*/ 21493 w 263608"/>
                  <a:gd name="csY73" fmla="*/ 33071 h 146136"/>
                  <a:gd name="csX74" fmla="*/ 19032 w 263608"/>
                  <a:gd name="csY74" fmla="*/ 35251 h 146136"/>
                  <a:gd name="csX75" fmla="*/ 16688 w 263608"/>
                  <a:gd name="csY75" fmla="*/ 37478 h 146136"/>
                  <a:gd name="csX76" fmla="*/ 14508 w 263608"/>
                  <a:gd name="csY76" fmla="*/ 39728 h 146136"/>
                  <a:gd name="csX77" fmla="*/ 12469 w 263608"/>
                  <a:gd name="csY77" fmla="*/ 42025 h 146136"/>
                  <a:gd name="csX78" fmla="*/ 10594 w 263608"/>
                  <a:gd name="csY78" fmla="*/ 44368 h 146136"/>
                  <a:gd name="csX79" fmla="*/ 8836 w 263608"/>
                  <a:gd name="csY79" fmla="*/ 46736 h 146136"/>
                  <a:gd name="csX80" fmla="*/ 7242 w 263608"/>
                  <a:gd name="csY80" fmla="*/ 49150 h 146136"/>
                  <a:gd name="csX81" fmla="*/ 5813 w 263608"/>
                  <a:gd name="csY81" fmla="*/ 51587 h 146136"/>
                  <a:gd name="csX82" fmla="*/ 4524 w 263608"/>
                  <a:gd name="csY82" fmla="*/ 54048 h 146136"/>
                  <a:gd name="csX83" fmla="*/ 3399 w 263608"/>
                  <a:gd name="csY83" fmla="*/ 56533 h 146136"/>
                  <a:gd name="csX84" fmla="*/ 2438 w 263608"/>
                  <a:gd name="csY84" fmla="*/ 59041 h 146136"/>
                  <a:gd name="csX85" fmla="*/ 1641 w 263608"/>
                  <a:gd name="csY85" fmla="*/ 61572 h 146136"/>
                  <a:gd name="csX86" fmla="*/ 984 w 263608"/>
                  <a:gd name="csY86" fmla="*/ 64127 h 146136"/>
                  <a:gd name="csX87" fmla="*/ 492 w 263608"/>
                  <a:gd name="csY87" fmla="*/ 66658 h 146136"/>
                  <a:gd name="csX88" fmla="*/ 164 w 263608"/>
                  <a:gd name="csY88" fmla="*/ 69236 h 146136"/>
                  <a:gd name="csX89" fmla="*/ 0 w 263608"/>
                  <a:gd name="csY89" fmla="*/ 71791 h 146136"/>
                  <a:gd name="csX90" fmla="*/ 0 w 263608"/>
                  <a:gd name="csY90" fmla="*/ 74346 h 146136"/>
                  <a:gd name="csX91" fmla="*/ 164 w 263608"/>
                  <a:gd name="csY91" fmla="*/ 76924 h 146136"/>
                  <a:gd name="csX92" fmla="*/ 492 w 263608"/>
                  <a:gd name="csY92" fmla="*/ 79479 h 146136"/>
                  <a:gd name="csX93" fmla="*/ 984 w 263608"/>
                  <a:gd name="csY93" fmla="*/ 82033 h 146136"/>
                  <a:gd name="csX94" fmla="*/ 1641 w 263608"/>
                  <a:gd name="csY94" fmla="*/ 84565 h 146136"/>
                  <a:gd name="csX95" fmla="*/ 2438 w 263608"/>
                  <a:gd name="csY95" fmla="*/ 87096 h 146136"/>
                  <a:gd name="csX96" fmla="*/ 3399 w 263608"/>
                  <a:gd name="csY96" fmla="*/ 89604 h 146136"/>
                  <a:gd name="csX97" fmla="*/ 4524 w 263608"/>
                  <a:gd name="csY97" fmla="*/ 92088 h 146136"/>
                  <a:gd name="csX98" fmla="*/ 5813 w 263608"/>
                  <a:gd name="csY98" fmla="*/ 94549 h 146136"/>
                  <a:gd name="csX99" fmla="*/ 7242 w 263608"/>
                  <a:gd name="csY99" fmla="*/ 96987 h 146136"/>
                  <a:gd name="csX100" fmla="*/ 8836 w 263608"/>
                  <a:gd name="csY100" fmla="*/ 99401 h 146136"/>
                  <a:gd name="csX101" fmla="*/ 10594 w 263608"/>
                  <a:gd name="csY101" fmla="*/ 101768 h 146136"/>
                  <a:gd name="csX102" fmla="*/ 12469 w 263608"/>
                  <a:gd name="csY102" fmla="*/ 104112 h 146136"/>
                  <a:gd name="csX103" fmla="*/ 14508 w 263608"/>
                  <a:gd name="csY103" fmla="*/ 106409 h 146136"/>
                  <a:gd name="csX104" fmla="*/ 16688 w 263608"/>
                  <a:gd name="csY104" fmla="*/ 108683 h 146136"/>
                  <a:gd name="csX105" fmla="*/ 19032 w 263608"/>
                  <a:gd name="csY105" fmla="*/ 110886 h 146136"/>
                  <a:gd name="csX106" fmla="*/ 21493 w 263608"/>
                  <a:gd name="csY106" fmla="*/ 113066 h 146136"/>
                  <a:gd name="csX107" fmla="*/ 24094 w 263608"/>
                  <a:gd name="csY107" fmla="*/ 115175 h 146136"/>
                  <a:gd name="csX108" fmla="*/ 26813 w 263608"/>
                  <a:gd name="csY108" fmla="*/ 117261 h 146136"/>
                  <a:gd name="csX109" fmla="*/ 29673 w 263608"/>
                  <a:gd name="csY109" fmla="*/ 119277 h 146136"/>
                  <a:gd name="csX110" fmla="*/ 32673 w 263608"/>
                  <a:gd name="csY110" fmla="*/ 121222 h 146136"/>
                  <a:gd name="csX111" fmla="*/ 35767 w 263608"/>
                  <a:gd name="csY111" fmla="*/ 123121 h 146136"/>
                  <a:gd name="csX112" fmla="*/ 39001 w 263608"/>
                  <a:gd name="csY112" fmla="*/ 124972 h 146136"/>
                  <a:gd name="csX113" fmla="*/ 42353 w 263608"/>
                  <a:gd name="csY113" fmla="*/ 126730 h 146136"/>
                  <a:gd name="csX114" fmla="*/ 45798 w 263608"/>
                  <a:gd name="csY114" fmla="*/ 128441 h 146136"/>
                  <a:gd name="csX115" fmla="*/ 49361 w 263608"/>
                  <a:gd name="csY115" fmla="*/ 130082 h 146136"/>
                  <a:gd name="csX116" fmla="*/ 53017 w 263608"/>
                  <a:gd name="csY116" fmla="*/ 131652 h 146136"/>
                  <a:gd name="csX117" fmla="*/ 56767 w 263608"/>
                  <a:gd name="csY117" fmla="*/ 133152 h 146136"/>
                  <a:gd name="csX118" fmla="*/ 60634 w 263608"/>
                  <a:gd name="csY118" fmla="*/ 134558 h 146136"/>
                  <a:gd name="csX119" fmla="*/ 64572 w 263608"/>
                  <a:gd name="csY119" fmla="*/ 135918 h 146136"/>
                  <a:gd name="csX120" fmla="*/ 68580 w 263608"/>
                  <a:gd name="csY120" fmla="*/ 137183 h 146136"/>
                  <a:gd name="csX121" fmla="*/ 72682 w 263608"/>
                  <a:gd name="csY121" fmla="*/ 138379 h 146136"/>
                  <a:gd name="csX122" fmla="*/ 76854 w 263608"/>
                  <a:gd name="csY122" fmla="*/ 139480 h 146136"/>
                  <a:gd name="csX123" fmla="*/ 81096 w 263608"/>
                  <a:gd name="csY123" fmla="*/ 140512 h 146136"/>
                  <a:gd name="csX124" fmla="*/ 85385 w 263608"/>
                  <a:gd name="csY124" fmla="*/ 141449 h 146136"/>
                  <a:gd name="csX125" fmla="*/ 89745 w 263608"/>
                  <a:gd name="csY125" fmla="*/ 142316 h 146136"/>
                  <a:gd name="csX126" fmla="*/ 94151 w 263608"/>
                  <a:gd name="csY126" fmla="*/ 143090 h 146136"/>
                  <a:gd name="csX127" fmla="*/ 98604 w 263608"/>
                  <a:gd name="csY127" fmla="*/ 143793 h 146136"/>
                  <a:gd name="csX128" fmla="*/ 103104 w 263608"/>
                  <a:gd name="csY128" fmla="*/ 144379 h 146136"/>
                  <a:gd name="csX129" fmla="*/ 107651 w 263608"/>
                  <a:gd name="csY129" fmla="*/ 144895 h 146136"/>
                  <a:gd name="csX130" fmla="*/ 112198 w 263608"/>
                  <a:gd name="csY130" fmla="*/ 145316 h 146136"/>
                  <a:gd name="csX131" fmla="*/ 116792 w 263608"/>
                  <a:gd name="csY131" fmla="*/ 145668 h 146136"/>
                  <a:gd name="csX132" fmla="*/ 121386 w 263608"/>
                  <a:gd name="csY132" fmla="*/ 145902 h 146136"/>
                  <a:gd name="csX133" fmla="*/ 126003 w 263608"/>
                  <a:gd name="csY133" fmla="*/ 146066 h 146136"/>
                  <a:gd name="csX134" fmla="*/ 130644 w 263608"/>
                  <a:gd name="csY134" fmla="*/ 146137 h 146136"/>
                  <a:gd name="csX135" fmla="*/ 135261 w 263608"/>
                  <a:gd name="csY135" fmla="*/ 146113 h 146136"/>
                  <a:gd name="csX136" fmla="*/ 139879 w 263608"/>
                  <a:gd name="csY136" fmla="*/ 145996 h 146136"/>
                  <a:gd name="csX137" fmla="*/ 144496 w 263608"/>
                  <a:gd name="csY137" fmla="*/ 145809 h 146136"/>
                  <a:gd name="csX138" fmla="*/ 149090 w 263608"/>
                  <a:gd name="csY138" fmla="*/ 145504 h 146136"/>
                  <a:gd name="csX139" fmla="*/ 153660 w 263608"/>
                  <a:gd name="csY139" fmla="*/ 145129 h 146136"/>
                  <a:gd name="csX140" fmla="*/ 158231 w 263608"/>
                  <a:gd name="csY140" fmla="*/ 144660 h 146136"/>
                  <a:gd name="csX141" fmla="*/ 162731 w 263608"/>
                  <a:gd name="csY141" fmla="*/ 144098 h 146136"/>
                  <a:gd name="csX142" fmla="*/ 167208 w 263608"/>
                  <a:gd name="csY142" fmla="*/ 143441 h 146136"/>
                  <a:gd name="csX143" fmla="*/ 171637 w 263608"/>
                  <a:gd name="csY143" fmla="*/ 142715 h 146136"/>
                  <a:gd name="csX144" fmla="*/ 176020 w 263608"/>
                  <a:gd name="csY144" fmla="*/ 141894 h 146136"/>
                  <a:gd name="csX145" fmla="*/ 180356 w 263608"/>
                  <a:gd name="csY145" fmla="*/ 141004 h 146136"/>
                  <a:gd name="csX146" fmla="*/ 184622 w 263608"/>
                  <a:gd name="csY146" fmla="*/ 140019 h 146136"/>
                  <a:gd name="csX147" fmla="*/ 188841 w 263608"/>
                  <a:gd name="csY147" fmla="*/ 138941 h 146136"/>
                  <a:gd name="csX148" fmla="*/ 192966 w 263608"/>
                  <a:gd name="csY148" fmla="*/ 137793 h 146136"/>
                  <a:gd name="csX149" fmla="*/ 197021 w 263608"/>
                  <a:gd name="csY149" fmla="*/ 136551 h 146136"/>
                  <a:gd name="csX150" fmla="*/ 201005 w 263608"/>
                  <a:gd name="csY150" fmla="*/ 135261 h 146136"/>
                  <a:gd name="csX151" fmla="*/ 204896 w 263608"/>
                  <a:gd name="csY151" fmla="*/ 133879 h 146136"/>
                  <a:gd name="csX152" fmla="*/ 208717 w 263608"/>
                  <a:gd name="csY152" fmla="*/ 132402 h 146136"/>
                  <a:gd name="csX153" fmla="*/ 212420 w 263608"/>
                  <a:gd name="csY153" fmla="*/ 130879 h 146136"/>
                  <a:gd name="csX154" fmla="*/ 216029 w 263608"/>
                  <a:gd name="csY154" fmla="*/ 129261 h 146136"/>
                  <a:gd name="csX155" fmla="*/ 219545 w 263608"/>
                  <a:gd name="csY155" fmla="*/ 127597 h 146136"/>
                  <a:gd name="csX156" fmla="*/ 222920 w 263608"/>
                  <a:gd name="csY156" fmla="*/ 125863 h 146136"/>
                  <a:gd name="csX157" fmla="*/ 226225 w 263608"/>
                  <a:gd name="csY157" fmla="*/ 124058 h 146136"/>
                  <a:gd name="csX158" fmla="*/ 229389 w 263608"/>
                  <a:gd name="csY158" fmla="*/ 122183 h 146136"/>
                  <a:gd name="csX159" fmla="*/ 232436 w 263608"/>
                  <a:gd name="csY159" fmla="*/ 120261 h 146136"/>
                  <a:gd name="csX160" fmla="*/ 235366 w 263608"/>
                  <a:gd name="csY160" fmla="*/ 118269 h 146136"/>
                  <a:gd name="csX161" fmla="*/ 238155 w 263608"/>
                  <a:gd name="csY161" fmla="*/ 116230 h 146136"/>
                  <a:gd name="csX162" fmla="*/ 240827 w 263608"/>
                  <a:gd name="csY162" fmla="*/ 114120 h 146136"/>
                  <a:gd name="csX163" fmla="*/ 243358 w 263608"/>
                  <a:gd name="csY163" fmla="*/ 111987 h 146136"/>
                  <a:gd name="csX164" fmla="*/ 245749 w 263608"/>
                  <a:gd name="csY164" fmla="*/ 109784 h 146136"/>
                  <a:gd name="csX165" fmla="*/ 247999 w 263608"/>
                  <a:gd name="csY165" fmla="*/ 107558 h 146136"/>
                  <a:gd name="csX166" fmla="*/ 250108 w 263608"/>
                  <a:gd name="csY166" fmla="*/ 105261 h 146136"/>
                  <a:gd name="csX167" fmla="*/ 252077 w 263608"/>
                  <a:gd name="csY167" fmla="*/ 102940 h 146136"/>
                  <a:gd name="csX168" fmla="*/ 253905 w 263608"/>
                  <a:gd name="csY168" fmla="*/ 100596 h 146136"/>
                  <a:gd name="csX169" fmla="*/ 255569 w 263608"/>
                  <a:gd name="csY169" fmla="*/ 98206 h 146136"/>
                  <a:gd name="csX170" fmla="*/ 257093 w 263608"/>
                  <a:gd name="csY170" fmla="*/ 95768 h 146136"/>
                  <a:gd name="csX171" fmla="*/ 258452 w 263608"/>
                  <a:gd name="csY171" fmla="*/ 93331 h 146136"/>
                  <a:gd name="csX172" fmla="*/ 259648 w 263608"/>
                  <a:gd name="csY172" fmla="*/ 90846 h 146136"/>
                  <a:gd name="csX173" fmla="*/ 260702 w 263608"/>
                  <a:gd name="csY173" fmla="*/ 88338 h 146136"/>
                  <a:gd name="csX174" fmla="*/ 261570 w 263608"/>
                  <a:gd name="csY174" fmla="*/ 85830 h 146136"/>
                  <a:gd name="csX175" fmla="*/ 262296 w 263608"/>
                  <a:gd name="csY175" fmla="*/ 83299 h 146136"/>
                  <a:gd name="csX176" fmla="*/ 262882 w 263608"/>
                  <a:gd name="csY176" fmla="*/ 80744 h 146136"/>
                  <a:gd name="csX177" fmla="*/ 263281 w 263608"/>
                  <a:gd name="csY177" fmla="*/ 78190 h 146136"/>
                  <a:gd name="csX178" fmla="*/ 263515 w 263608"/>
                  <a:gd name="csY178" fmla="*/ 75635 h 1461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63608" h="146136">
                    <a:moveTo>
                      <a:pt x="263609" y="73080"/>
                    </a:moveTo>
                    <a:lnTo>
                      <a:pt x="263515" y="70502"/>
                    </a:lnTo>
                    <a:lnTo>
                      <a:pt x="263281" y="67947"/>
                    </a:lnTo>
                    <a:lnTo>
                      <a:pt x="262882" y="65392"/>
                    </a:lnTo>
                    <a:lnTo>
                      <a:pt x="262296" y="62838"/>
                    </a:lnTo>
                    <a:lnTo>
                      <a:pt x="261570" y="60306"/>
                    </a:lnTo>
                    <a:lnTo>
                      <a:pt x="260702" y="57798"/>
                    </a:lnTo>
                    <a:lnTo>
                      <a:pt x="259648" y="55291"/>
                    </a:lnTo>
                    <a:lnTo>
                      <a:pt x="258452" y="52830"/>
                    </a:lnTo>
                    <a:lnTo>
                      <a:pt x="257093" y="50369"/>
                    </a:lnTo>
                    <a:lnTo>
                      <a:pt x="255569" y="47954"/>
                    </a:lnTo>
                    <a:lnTo>
                      <a:pt x="253905" y="45564"/>
                    </a:lnTo>
                    <a:lnTo>
                      <a:pt x="252077" y="43196"/>
                    </a:lnTo>
                    <a:lnTo>
                      <a:pt x="250108" y="40876"/>
                    </a:lnTo>
                    <a:lnTo>
                      <a:pt x="247999" y="38603"/>
                    </a:lnTo>
                    <a:lnTo>
                      <a:pt x="245749" y="36353"/>
                    </a:lnTo>
                    <a:lnTo>
                      <a:pt x="243358" y="34149"/>
                    </a:lnTo>
                    <a:lnTo>
                      <a:pt x="240827" y="32016"/>
                    </a:lnTo>
                    <a:lnTo>
                      <a:pt x="238155" y="29907"/>
                    </a:lnTo>
                    <a:lnTo>
                      <a:pt x="235366" y="27868"/>
                    </a:lnTo>
                    <a:lnTo>
                      <a:pt x="232436" y="25876"/>
                    </a:lnTo>
                    <a:lnTo>
                      <a:pt x="229389" y="23954"/>
                    </a:lnTo>
                    <a:lnTo>
                      <a:pt x="226225" y="22079"/>
                    </a:lnTo>
                    <a:lnTo>
                      <a:pt x="222920" y="20274"/>
                    </a:lnTo>
                    <a:lnTo>
                      <a:pt x="219545" y="18540"/>
                    </a:lnTo>
                    <a:lnTo>
                      <a:pt x="216029" y="16875"/>
                    </a:lnTo>
                    <a:lnTo>
                      <a:pt x="212420" y="15258"/>
                    </a:lnTo>
                    <a:lnTo>
                      <a:pt x="208717" y="13735"/>
                    </a:lnTo>
                    <a:lnTo>
                      <a:pt x="204896" y="12282"/>
                    </a:lnTo>
                    <a:lnTo>
                      <a:pt x="201005" y="10899"/>
                    </a:lnTo>
                    <a:lnTo>
                      <a:pt x="197021" y="9586"/>
                    </a:lnTo>
                    <a:lnTo>
                      <a:pt x="192966" y="8344"/>
                    </a:lnTo>
                    <a:lnTo>
                      <a:pt x="188841" y="7196"/>
                    </a:lnTo>
                    <a:lnTo>
                      <a:pt x="184622" y="6141"/>
                    </a:lnTo>
                    <a:lnTo>
                      <a:pt x="180356" y="5133"/>
                    </a:lnTo>
                    <a:lnTo>
                      <a:pt x="176020" y="4242"/>
                    </a:lnTo>
                    <a:lnTo>
                      <a:pt x="171637" y="3422"/>
                    </a:lnTo>
                    <a:lnTo>
                      <a:pt x="167208" y="2695"/>
                    </a:lnTo>
                    <a:lnTo>
                      <a:pt x="162731" y="2039"/>
                    </a:lnTo>
                    <a:lnTo>
                      <a:pt x="158231" y="1477"/>
                    </a:lnTo>
                    <a:lnTo>
                      <a:pt x="153660" y="1008"/>
                    </a:lnTo>
                    <a:lnTo>
                      <a:pt x="149090" y="633"/>
                    </a:lnTo>
                    <a:lnTo>
                      <a:pt x="144496" y="352"/>
                    </a:lnTo>
                    <a:lnTo>
                      <a:pt x="139879" y="141"/>
                    </a:lnTo>
                    <a:lnTo>
                      <a:pt x="135261" y="23"/>
                    </a:lnTo>
                    <a:lnTo>
                      <a:pt x="130644" y="0"/>
                    </a:lnTo>
                    <a:lnTo>
                      <a:pt x="126003" y="70"/>
                    </a:lnTo>
                    <a:lnTo>
                      <a:pt x="121386" y="234"/>
                    </a:lnTo>
                    <a:lnTo>
                      <a:pt x="116792" y="469"/>
                    </a:lnTo>
                    <a:lnTo>
                      <a:pt x="112198" y="820"/>
                    </a:lnTo>
                    <a:lnTo>
                      <a:pt x="107651" y="1242"/>
                    </a:lnTo>
                    <a:lnTo>
                      <a:pt x="103104" y="1758"/>
                    </a:lnTo>
                    <a:lnTo>
                      <a:pt x="98604" y="2367"/>
                    </a:lnTo>
                    <a:lnTo>
                      <a:pt x="94151" y="3047"/>
                    </a:lnTo>
                    <a:lnTo>
                      <a:pt x="89745" y="3820"/>
                    </a:lnTo>
                    <a:lnTo>
                      <a:pt x="85385" y="4688"/>
                    </a:lnTo>
                    <a:lnTo>
                      <a:pt x="81096" y="5625"/>
                    </a:lnTo>
                    <a:lnTo>
                      <a:pt x="76854" y="6656"/>
                    </a:lnTo>
                    <a:lnTo>
                      <a:pt x="72682" y="7758"/>
                    </a:lnTo>
                    <a:lnTo>
                      <a:pt x="68580" y="8953"/>
                    </a:lnTo>
                    <a:lnTo>
                      <a:pt x="64572" y="10219"/>
                    </a:lnTo>
                    <a:lnTo>
                      <a:pt x="60634" y="11578"/>
                    </a:lnTo>
                    <a:lnTo>
                      <a:pt x="56767" y="12985"/>
                    </a:lnTo>
                    <a:lnTo>
                      <a:pt x="53017" y="14485"/>
                    </a:lnTo>
                    <a:lnTo>
                      <a:pt x="49361" y="16055"/>
                    </a:lnTo>
                    <a:lnTo>
                      <a:pt x="45798" y="17696"/>
                    </a:lnTo>
                    <a:lnTo>
                      <a:pt x="42353" y="19407"/>
                    </a:lnTo>
                    <a:lnTo>
                      <a:pt x="39001" y="21188"/>
                    </a:lnTo>
                    <a:lnTo>
                      <a:pt x="35767" y="23016"/>
                    </a:lnTo>
                    <a:lnTo>
                      <a:pt x="32673" y="24915"/>
                    </a:lnTo>
                    <a:lnTo>
                      <a:pt x="29673" y="26884"/>
                    </a:lnTo>
                    <a:lnTo>
                      <a:pt x="26813" y="28876"/>
                    </a:lnTo>
                    <a:lnTo>
                      <a:pt x="24094" y="30962"/>
                    </a:lnTo>
                    <a:lnTo>
                      <a:pt x="21493" y="33071"/>
                    </a:lnTo>
                    <a:lnTo>
                      <a:pt x="19032" y="35251"/>
                    </a:lnTo>
                    <a:lnTo>
                      <a:pt x="16688" y="37478"/>
                    </a:lnTo>
                    <a:lnTo>
                      <a:pt x="14508" y="39728"/>
                    </a:lnTo>
                    <a:lnTo>
                      <a:pt x="12469" y="42025"/>
                    </a:lnTo>
                    <a:lnTo>
                      <a:pt x="10594" y="44368"/>
                    </a:lnTo>
                    <a:lnTo>
                      <a:pt x="8836" y="46736"/>
                    </a:lnTo>
                    <a:lnTo>
                      <a:pt x="7242" y="49150"/>
                    </a:lnTo>
                    <a:lnTo>
                      <a:pt x="5813" y="51587"/>
                    </a:lnTo>
                    <a:lnTo>
                      <a:pt x="4524" y="54048"/>
                    </a:lnTo>
                    <a:lnTo>
                      <a:pt x="3399" y="56533"/>
                    </a:lnTo>
                    <a:lnTo>
                      <a:pt x="2438" y="59041"/>
                    </a:lnTo>
                    <a:lnTo>
                      <a:pt x="1641" y="61572"/>
                    </a:lnTo>
                    <a:lnTo>
                      <a:pt x="984" y="64127"/>
                    </a:lnTo>
                    <a:lnTo>
                      <a:pt x="492" y="66658"/>
                    </a:lnTo>
                    <a:lnTo>
                      <a:pt x="164" y="69236"/>
                    </a:lnTo>
                    <a:lnTo>
                      <a:pt x="0" y="71791"/>
                    </a:lnTo>
                    <a:lnTo>
                      <a:pt x="0" y="74346"/>
                    </a:lnTo>
                    <a:lnTo>
                      <a:pt x="164" y="76924"/>
                    </a:lnTo>
                    <a:lnTo>
                      <a:pt x="492" y="79479"/>
                    </a:lnTo>
                    <a:lnTo>
                      <a:pt x="984" y="82033"/>
                    </a:lnTo>
                    <a:lnTo>
                      <a:pt x="1641" y="84565"/>
                    </a:lnTo>
                    <a:lnTo>
                      <a:pt x="2438" y="87096"/>
                    </a:lnTo>
                    <a:lnTo>
                      <a:pt x="3399" y="89604"/>
                    </a:lnTo>
                    <a:lnTo>
                      <a:pt x="4524" y="92088"/>
                    </a:lnTo>
                    <a:lnTo>
                      <a:pt x="5813" y="94549"/>
                    </a:lnTo>
                    <a:lnTo>
                      <a:pt x="7242" y="96987"/>
                    </a:lnTo>
                    <a:lnTo>
                      <a:pt x="8836" y="99401"/>
                    </a:lnTo>
                    <a:lnTo>
                      <a:pt x="10594" y="101768"/>
                    </a:lnTo>
                    <a:lnTo>
                      <a:pt x="12469" y="104112"/>
                    </a:lnTo>
                    <a:lnTo>
                      <a:pt x="14508" y="106409"/>
                    </a:lnTo>
                    <a:lnTo>
                      <a:pt x="16688" y="108683"/>
                    </a:lnTo>
                    <a:lnTo>
                      <a:pt x="19032" y="110886"/>
                    </a:lnTo>
                    <a:lnTo>
                      <a:pt x="21493" y="113066"/>
                    </a:lnTo>
                    <a:lnTo>
                      <a:pt x="24094" y="115175"/>
                    </a:lnTo>
                    <a:lnTo>
                      <a:pt x="26813" y="117261"/>
                    </a:lnTo>
                    <a:lnTo>
                      <a:pt x="29673" y="119277"/>
                    </a:lnTo>
                    <a:lnTo>
                      <a:pt x="32673" y="121222"/>
                    </a:lnTo>
                    <a:lnTo>
                      <a:pt x="35767" y="123121"/>
                    </a:lnTo>
                    <a:lnTo>
                      <a:pt x="39001" y="124972"/>
                    </a:lnTo>
                    <a:lnTo>
                      <a:pt x="42353" y="126730"/>
                    </a:lnTo>
                    <a:lnTo>
                      <a:pt x="45798" y="128441"/>
                    </a:lnTo>
                    <a:lnTo>
                      <a:pt x="49361" y="130082"/>
                    </a:lnTo>
                    <a:lnTo>
                      <a:pt x="53017" y="131652"/>
                    </a:lnTo>
                    <a:lnTo>
                      <a:pt x="56767" y="133152"/>
                    </a:lnTo>
                    <a:lnTo>
                      <a:pt x="60634" y="134558"/>
                    </a:lnTo>
                    <a:lnTo>
                      <a:pt x="64572" y="135918"/>
                    </a:lnTo>
                    <a:lnTo>
                      <a:pt x="68580" y="137183"/>
                    </a:lnTo>
                    <a:lnTo>
                      <a:pt x="72682" y="138379"/>
                    </a:lnTo>
                    <a:lnTo>
                      <a:pt x="76854" y="139480"/>
                    </a:lnTo>
                    <a:lnTo>
                      <a:pt x="81096" y="140512"/>
                    </a:lnTo>
                    <a:lnTo>
                      <a:pt x="85385" y="141449"/>
                    </a:lnTo>
                    <a:lnTo>
                      <a:pt x="89745" y="142316"/>
                    </a:lnTo>
                    <a:lnTo>
                      <a:pt x="94151" y="143090"/>
                    </a:lnTo>
                    <a:lnTo>
                      <a:pt x="98604" y="143793"/>
                    </a:lnTo>
                    <a:lnTo>
                      <a:pt x="103104" y="144379"/>
                    </a:lnTo>
                    <a:lnTo>
                      <a:pt x="107651" y="144895"/>
                    </a:lnTo>
                    <a:lnTo>
                      <a:pt x="112198" y="145316"/>
                    </a:lnTo>
                    <a:lnTo>
                      <a:pt x="116792" y="145668"/>
                    </a:lnTo>
                    <a:lnTo>
                      <a:pt x="121386" y="145902"/>
                    </a:lnTo>
                    <a:lnTo>
                      <a:pt x="126003" y="146066"/>
                    </a:lnTo>
                    <a:lnTo>
                      <a:pt x="130644" y="146137"/>
                    </a:lnTo>
                    <a:lnTo>
                      <a:pt x="135261" y="146113"/>
                    </a:lnTo>
                    <a:lnTo>
                      <a:pt x="139879" y="145996"/>
                    </a:lnTo>
                    <a:lnTo>
                      <a:pt x="144496" y="145809"/>
                    </a:lnTo>
                    <a:lnTo>
                      <a:pt x="149090" y="145504"/>
                    </a:lnTo>
                    <a:lnTo>
                      <a:pt x="153660" y="145129"/>
                    </a:lnTo>
                    <a:lnTo>
                      <a:pt x="158231" y="144660"/>
                    </a:lnTo>
                    <a:lnTo>
                      <a:pt x="162731" y="144098"/>
                    </a:lnTo>
                    <a:lnTo>
                      <a:pt x="167208" y="143441"/>
                    </a:lnTo>
                    <a:lnTo>
                      <a:pt x="171637" y="142715"/>
                    </a:lnTo>
                    <a:lnTo>
                      <a:pt x="176020" y="141894"/>
                    </a:lnTo>
                    <a:lnTo>
                      <a:pt x="180356" y="141004"/>
                    </a:lnTo>
                    <a:lnTo>
                      <a:pt x="184622" y="140019"/>
                    </a:lnTo>
                    <a:lnTo>
                      <a:pt x="188841" y="138941"/>
                    </a:lnTo>
                    <a:lnTo>
                      <a:pt x="192966" y="137793"/>
                    </a:lnTo>
                    <a:lnTo>
                      <a:pt x="197021" y="136551"/>
                    </a:lnTo>
                    <a:lnTo>
                      <a:pt x="201005" y="135261"/>
                    </a:lnTo>
                    <a:lnTo>
                      <a:pt x="204896" y="133879"/>
                    </a:lnTo>
                    <a:lnTo>
                      <a:pt x="208717" y="132402"/>
                    </a:lnTo>
                    <a:lnTo>
                      <a:pt x="212420" y="130879"/>
                    </a:lnTo>
                    <a:lnTo>
                      <a:pt x="216029" y="129261"/>
                    </a:lnTo>
                    <a:lnTo>
                      <a:pt x="219545" y="127597"/>
                    </a:lnTo>
                    <a:lnTo>
                      <a:pt x="222920" y="125863"/>
                    </a:lnTo>
                    <a:lnTo>
                      <a:pt x="226225" y="124058"/>
                    </a:lnTo>
                    <a:lnTo>
                      <a:pt x="229389" y="122183"/>
                    </a:lnTo>
                    <a:lnTo>
                      <a:pt x="232436" y="120261"/>
                    </a:lnTo>
                    <a:lnTo>
                      <a:pt x="235366" y="118269"/>
                    </a:lnTo>
                    <a:lnTo>
                      <a:pt x="238155" y="116230"/>
                    </a:lnTo>
                    <a:lnTo>
                      <a:pt x="240827" y="114120"/>
                    </a:lnTo>
                    <a:lnTo>
                      <a:pt x="243358" y="111987"/>
                    </a:lnTo>
                    <a:lnTo>
                      <a:pt x="245749" y="109784"/>
                    </a:lnTo>
                    <a:lnTo>
                      <a:pt x="247999" y="107558"/>
                    </a:lnTo>
                    <a:lnTo>
                      <a:pt x="250108" y="105261"/>
                    </a:lnTo>
                    <a:lnTo>
                      <a:pt x="252077" y="102940"/>
                    </a:lnTo>
                    <a:lnTo>
                      <a:pt x="253905" y="100596"/>
                    </a:lnTo>
                    <a:lnTo>
                      <a:pt x="255569" y="98206"/>
                    </a:lnTo>
                    <a:lnTo>
                      <a:pt x="257093" y="95768"/>
                    </a:lnTo>
                    <a:lnTo>
                      <a:pt x="258452" y="93331"/>
                    </a:lnTo>
                    <a:lnTo>
                      <a:pt x="259648" y="90846"/>
                    </a:lnTo>
                    <a:lnTo>
                      <a:pt x="260702" y="88338"/>
                    </a:lnTo>
                    <a:lnTo>
                      <a:pt x="261570" y="85830"/>
                    </a:lnTo>
                    <a:lnTo>
                      <a:pt x="262296" y="83299"/>
                    </a:lnTo>
                    <a:lnTo>
                      <a:pt x="262882" y="80744"/>
                    </a:lnTo>
                    <a:lnTo>
                      <a:pt x="263281" y="78190"/>
                    </a:lnTo>
                    <a:lnTo>
                      <a:pt x="263515" y="75635"/>
                    </a:lnTo>
                    <a:close/>
                  </a:path>
                </a:pathLst>
              </a:custGeom>
              <a:solidFill>
                <a:srgbClr val="B8D8F8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01" name="Graphic 6">
                <a:extLst>
                  <a:ext uri="{FF2B5EF4-FFF2-40B4-BE49-F238E27FC236}">
                    <a16:creationId xmlns:a16="http://schemas.microsoft.com/office/drawing/2014/main" id="{3F962E94-3BAA-9387-C532-43900A1F9268}"/>
                  </a:ext>
                </a:extLst>
              </p:cNvPr>
              <p:cNvGrpSpPr/>
              <p:nvPr/>
            </p:nvGrpSpPr>
            <p:grpSpPr>
              <a:xfrm>
                <a:off x="2376118" y="3007858"/>
                <a:ext cx="178692" cy="62814"/>
                <a:chOff x="-4497999" y="5734443"/>
                <a:chExt cx="178692" cy="62814"/>
              </a:xfrm>
              <a:solidFill>
                <a:srgbClr val="000000"/>
              </a:solidFill>
            </p:grpSpPr>
            <p:sp>
              <p:nvSpPr>
                <p:cNvPr id="3402" name="Freeform 3401">
                  <a:extLst>
                    <a:ext uri="{FF2B5EF4-FFF2-40B4-BE49-F238E27FC236}">
                      <a16:creationId xmlns:a16="http://schemas.microsoft.com/office/drawing/2014/main" id="{1718C235-0BA0-0508-80F8-C048AEBE6C3F}"/>
                    </a:ext>
                  </a:extLst>
                </p:cNvPr>
                <p:cNvSpPr/>
                <p:nvPr/>
              </p:nvSpPr>
              <p:spPr>
                <a:xfrm>
                  <a:off x="-4497999" y="5734443"/>
                  <a:ext cx="43126" cy="62814"/>
                </a:xfrm>
                <a:custGeom>
                  <a:avLst/>
                  <a:gdLst>
                    <a:gd name="csX0" fmla="*/ 31806 w 43126"/>
                    <a:gd name="csY0" fmla="*/ 61413 h 62814"/>
                    <a:gd name="csX1" fmla="*/ 43525 w 43126"/>
                    <a:gd name="csY1" fmla="*/ 61413 h 62814"/>
                    <a:gd name="csX2" fmla="*/ 43525 w 43126"/>
                    <a:gd name="csY2" fmla="*/ 474 h 62814"/>
                    <a:gd name="csX3" fmla="*/ 31806 w 43126"/>
                    <a:gd name="csY3" fmla="*/ 474 h 62814"/>
                    <a:gd name="csX4" fmla="*/ 31806 w 43126"/>
                    <a:gd name="csY4" fmla="*/ 22131 h 62814"/>
                    <a:gd name="csX5" fmla="*/ 19337 w 43126"/>
                    <a:gd name="csY5" fmla="*/ 15568 h 62814"/>
                    <a:gd name="csX6" fmla="*/ 398 w 43126"/>
                    <a:gd name="csY6" fmla="*/ 39569 h 62814"/>
                    <a:gd name="csX7" fmla="*/ 5274 w 43126"/>
                    <a:gd name="csY7" fmla="*/ 56163 h 62814"/>
                    <a:gd name="csX8" fmla="*/ 19337 w 43126"/>
                    <a:gd name="csY8" fmla="*/ 63288 h 62814"/>
                    <a:gd name="csX9" fmla="*/ 31806 w 43126"/>
                    <a:gd name="csY9" fmla="*/ 56819 h 62814"/>
                    <a:gd name="csX10" fmla="*/ 21962 w 43126"/>
                    <a:gd name="csY10" fmla="*/ 25318 h 62814"/>
                    <a:gd name="csX11" fmla="*/ 31806 w 43126"/>
                    <a:gd name="csY11" fmla="*/ 39662 h 62814"/>
                    <a:gd name="csX12" fmla="*/ 21962 w 43126"/>
                    <a:gd name="csY12" fmla="*/ 53538 h 62814"/>
                    <a:gd name="csX13" fmla="*/ 12118 w 43126"/>
                    <a:gd name="csY13" fmla="*/ 39569 h 62814"/>
                    <a:gd name="csX14" fmla="*/ 21962 w 43126"/>
                    <a:gd name="csY14" fmla="*/ 25318 h 628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126" h="62814">
                      <a:moveTo>
                        <a:pt x="31806" y="61413"/>
                      </a:moveTo>
                      <a:lnTo>
                        <a:pt x="43525" y="61413"/>
                      </a:lnTo>
                      <a:lnTo>
                        <a:pt x="43525" y="474"/>
                      </a:lnTo>
                      <a:lnTo>
                        <a:pt x="31806" y="474"/>
                      </a:lnTo>
                      <a:lnTo>
                        <a:pt x="31806" y="22131"/>
                      </a:lnTo>
                      <a:cubicBezTo>
                        <a:pt x="28899" y="17631"/>
                        <a:pt x="25055" y="15568"/>
                        <a:pt x="19337" y="15568"/>
                      </a:cubicBezTo>
                      <a:cubicBezTo>
                        <a:pt x="8555" y="15568"/>
                        <a:pt x="398" y="25881"/>
                        <a:pt x="398" y="39569"/>
                      </a:cubicBezTo>
                      <a:cubicBezTo>
                        <a:pt x="398" y="45663"/>
                        <a:pt x="2180" y="51850"/>
                        <a:pt x="5274" y="56163"/>
                      </a:cubicBezTo>
                      <a:cubicBezTo>
                        <a:pt x="8274" y="60569"/>
                        <a:pt x="13805" y="63288"/>
                        <a:pt x="19337" y="63288"/>
                      </a:cubicBezTo>
                      <a:cubicBezTo>
                        <a:pt x="25055" y="63288"/>
                        <a:pt x="28899" y="61319"/>
                        <a:pt x="31806" y="56819"/>
                      </a:cubicBezTo>
                      <a:close/>
                      <a:moveTo>
                        <a:pt x="21962" y="25318"/>
                      </a:moveTo>
                      <a:cubicBezTo>
                        <a:pt x="27868" y="25318"/>
                        <a:pt x="31806" y="31037"/>
                        <a:pt x="31806" y="39662"/>
                      </a:cubicBezTo>
                      <a:cubicBezTo>
                        <a:pt x="31806" y="47913"/>
                        <a:pt x="27774" y="53538"/>
                        <a:pt x="21962" y="53538"/>
                      </a:cubicBezTo>
                      <a:cubicBezTo>
                        <a:pt x="16055" y="53538"/>
                        <a:pt x="12118" y="47819"/>
                        <a:pt x="12118" y="39569"/>
                      </a:cubicBezTo>
                      <a:cubicBezTo>
                        <a:pt x="12118" y="31131"/>
                        <a:pt x="16055" y="25318"/>
                        <a:pt x="21962" y="253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03" name="Freeform 3402">
                  <a:extLst>
                    <a:ext uri="{FF2B5EF4-FFF2-40B4-BE49-F238E27FC236}">
                      <a16:creationId xmlns:a16="http://schemas.microsoft.com/office/drawing/2014/main" id="{FE5C40F0-AA99-7526-48C5-0F1074E65987}"/>
                    </a:ext>
                  </a:extLst>
                </p:cNvPr>
                <p:cNvSpPr/>
                <p:nvPr/>
              </p:nvSpPr>
              <p:spPr>
                <a:xfrm>
                  <a:off x="-4441185" y="5749538"/>
                  <a:ext cx="25688" cy="45844"/>
                </a:xfrm>
                <a:custGeom>
                  <a:avLst/>
                  <a:gdLst>
                    <a:gd name="csX0" fmla="*/ 407 w 25688"/>
                    <a:gd name="csY0" fmla="*/ 1224 h 45844"/>
                    <a:gd name="csX1" fmla="*/ 407 w 25688"/>
                    <a:gd name="csY1" fmla="*/ 46319 h 45844"/>
                    <a:gd name="csX2" fmla="*/ 12127 w 25688"/>
                    <a:gd name="csY2" fmla="*/ 46319 h 45844"/>
                    <a:gd name="csX3" fmla="*/ 12127 w 25688"/>
                    <a:gd name="csY3" fmla="*/ 22318 h 45844"/>
                    <a:gd name="csX4" fmla="*/ 22346 w 25688"/>
                    <a:gd name="csY4" fmla="*/ 12099 h 45844"/>
                    <a:gd name="csX5" fmla="*/ 26096 w 25688"/>
                    <a:gd name="csY5" fmla="*/ 12380 h 45844"/>
                    <a:gd name="csX6" fmla="*/ 26096 w 25688"/>
                    <a:gd name="csY6" fmla="*/ 568 h 45844"/>
                    <a:gd name="csX7" fmla="*/ 24689 w 25688"/>
                    <a:gd name="csY7" fmla="*/ 474 h 45844"/>
                    <a:gd name="csX8" fmla="*/ 12127 w 25688"/>
                    <a:gd name="csY8" fmla="*/ 10037 h 45844"/>
                    <a:gd name="csX9" fmla="*/ 12127 w 25688"/>
                    <a:gd name="csY9" fmla="*/ 1224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407" y="1224"/>
                      </a:moveTo>
                      <a:lnTo>
                        <a:pt x="407" y="46319"/>
                      </a:lnTo>
                      <a:lnTo>
                        <a:pt x="12127" y="46319"/>
                      </a:lnTo>
                      <a:lnTo>
                        <a:pt x="12127" y="22318"/>
                      </a:lnTo>
                      <a:cubicBezTo>
                        <a:pt x="12127" y="15474"/>
                        <a:pt x="15502" y="12099"/>
                        <a:pt x="22346" y="12099"/>
                      </a:cubicBezTo>
                      <a:cubicBezTo>
                        <a:pt x="23658" y="12099"/>
                        <a:pt x="24502" y="12193"/>
                        <a:pt x="26096" y="12380"/>
                      </a:cubicBezTo>
                      <a:lnTo>
                        <a:pt x="26096" y="568"/>
                      </a:lnTo>
                      <a:cubicBezTo>
                        <a:pt x="25439" y="474"/>
                        <a:pt x="25158" y="474"/>
                        <a:pt x="24689" y="474"/>
                      </a:cubicBezTo>
                      <a:cubicBezTo>
                        <a:pt x="19346" y="474"/>
                        <a:pt x="14658" y="3943"/>
                        <a:pt x="12127" y="10037"/>
                      </a:cubicBezTo>
                      <a:lnTo>
                        <a:pt x="12127" y="12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04" name="Freeform 3403">
                  <a:extLst>
                    <a:ext uri="{FF2B5EF4-FFF2-40B4-BE49-F238E27FC236}">
                      <a16:creationId xmlns:a16="http://schemas.microsoft.com/office/drawing/2014/main" id="{67ABF9C7-EADB-4BF6-AD67-521F5EF9A82F}"/>
                    </a:ext>
                  </a:extLst>
                </p:cNvPr>
                <p:cNvSpPr/>
                <p:nvPr/>
              </p:nvSpPr>
              <p:spPr>
                <a:xfrm>
                  <a:off x="-4413997" y="5734443"/>
                  <a:ext cx="43126" cy="62814"/>
                </a:xfrm>
                <a:custGeom>
                  <a:avLst/>
                  <a:gdLst>
                    <a:gd name="csX0" fmla="*/ 31820 w 43126"/>
                    <a:gd name="csY0" fmla="*/ 61413 h 62814"/>
                    <a:gd name="csX1" fmla="*/ 43539 w 43126"/>
                    <a:gd name="csY1" fmla="*/ 61413 h 62814"/>
                    <a:gd name="csX2" fmla="*/ 43539 w 43126"/>
                    <a:gd name="csY2" fmla="*/ 474 h 62814"/>
                    <a:gd name="csX3" fmla="*/ 31820 w 43126"/>
                    <a:gd name="csY3" fmla="*/ 474 h 62814"/>
                    <a:gd name="csX4" fmla="*/ 31820 w 43126"/>
                    <a:gd name="csY4" fmla="*/ 22131 h 62814"/>
                    <a:gd name="csX5" fmla="*/ 19351 w 43126"/>
                    <a:gd name="csY5" fmla="*/ 15568 h 62814"/>
                    <a:gd name="csX6" fmla="*/ 412 w 43126"/>
                    <a:gd name="csY6" fmla="*/ 39569 h 62814"/>
                    <a:gd name="csX7" fmla="*/ 5288 w 43126"/>
                    <a:gd name="csY7" fmla="*/ 56163 h 62814"/>
                    <a:gd name="csX8" fmla="*/ 19351 w 43126"/>
                    <a:gd name="csY8" fmla="*/ 63288 h 62814"/>
                    <a:gd name="csX9" fmla="*/ 31820 w 43126"/>
                    <a:gd name="csY9" fmla="*/ 56819 h 62814"/>
                    <a:gd name="csX10" fmla="*/ 21976 w 43126"/>
                    <a:gd name="csY10" fmla="*/ 25318 h 62814"/>
                    <a:gd name="csX11" fmla="*/ 31820 w 43126"/>
                    <a:gd name="csY11" fmla="*/ 39662 h 62814"/>
                    <a:gd name="csX12" fmla="*/ 21976 w 43126"/>
                    <a:gd name="csY12" fmla="*/ 53538 h 62814"/>
                    <a:gd name="csX13" fmla="*/ 12132 w 43126"/>
                    <a:gd name="csY13" fmla="*/ 39569 h 62814"/>
                    <a:gd name="csX14" fmla="*/ 21976 w 43126"/>
                    <a:gd name="csY14" fmla="*/ 25318 h 628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126" h="62814">
                      <a:moveTo>
                        <a:pt x="31820" y="61413"/>
                      </a:moveTo>
                      <a:lnTo>
                        <a:pt x="43539" y="61413"/>
                      </a:lnTo>
                      <a:lnTo>
                        <a:pt x="43539" y="474"/>
                      </a:lnTo>
                      <a:lnTo>
                        <a:pt x="31820" y="474"/>
                      </a:lnTo>
                      <a:lnTo>
                        <a:pt x="31820" y="22131"/>
                      </a:lnTo>
                      <a:cubicBezTo>
                        <a:pt x="28913" y="17631"/>
                        <a:pt x="25069" y="15568"/>
                        <a:pt x="19351" y="15568"/>
                      </a:cubicBezTo>
                      <a:cubicBezTo>
                        <a:pt x="8569" y="15568"/>
                        <a:pt x="412" y="25881"/>
                        <a:pt x="412" y="39569"/>
                      </a:cubicBezTo>
                      <a:cubicBezTo>
                        <a:pt x="412" y="45663"/>
                        <a:pt x="2194" y="51850"/>
                        <a:pt x="5288" y="56163"/>
                      </a:cubicBezTo>
                      <a:cubicBezTo>
                        <a:pt x="8288" y="60569"/>
                        <a:pt x="13819" y="63288"/>
                        <a:pt x="19351" y="63288"/>
                      </a:cubicBezTo>
                      <a:cubicBezTo>
                        <a:pt x="25069" y="63288"/>
                        <a:pt x="28913" y="61319"/>
                        <a:pt x="31820" y="56819"/>
                      </a:cubicBezTo>
                      <a:close/>
                      <a:moveTo>
                        <a:pt x="21976" y="25318"/>
                      </a:moveTo>
                      <a:cubicBezTo>
                        <a:pt x="27882" y="25318"/>
                        <a:pt x="31820" y="31037"/>
                        <a:pt x="31820" y="39662"/>
                      </a:cubicBezTo>
                      <a:cubicBezTo>
                        <a:pt x="31820" y="47913"/>
                        <a:pt x="27788" y="53538"/>
                        <a:pt x="21976" y="53538"/>
                      </a:cubicBezTo>
                      <a:cubicBezTo>
                        <a:pt x="16069" y="53538"/>
                        <a:pt x="12132" y="47819"/>
                        <a:pt x="12132" y="39569"/>
                      </a:cubicBezTo>
                      <a:cubicBezTo>
                        <a:pt x="12132" y="31131"/>
                        <a:pt x="16069" y="25318"/>
                        <a:pt x="21976" y="253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05" name="Freeform 3404">
                  <a:extLst>
                    <a:ext uri="{FF2B5EF4-FFF2-40B4-BE49-F238E27FC236}">
                      <a16:creationId xmlns:a16="http://schemas.microsoft.com/office/drawing/2014/main" id="{B48A3305-AC4E-C578-8238-EB1002AAFEED}"/>
                    </a:ext>
                  </a:extLst>
                </p:cNvPr>
                <p:cNvSpPr/>
                <p:nvPr/>
              </p:nvSpPr>
              <p:spPr>
                <a:xfrm>
                  <a:off x="-4359996" y="5734912"/>
                  <a:ext cx="40688" cy="62345"/>
                </a:xfrm>
                <a:custGeom>
                  <a:avLst/>
                  <a:gdLst>
                    <a:gd name="csX0" fmla="*/ 16078 w 40688"/>
                    <a:gd name="csY0" fmla="*/ 34506 h 62345"/>
                    <a:gd name="csX1" fmla="*/ 22922 w 40688"/>
                    <a:gd name="csY1" fmla="*/ 35069 h 62345"/>
                    <a:gd name="csX2" fmla="*/ 29391 w 40688"/>
                    <a:gd name="csY2" fmla="*/ 43881 h 62345"/>
                    <a:gd name="csX3" fmla="*/ 20578 w 40688"/>
                    <a:gd name="csY3" fmla="*/ 52882 h 62345"/>
                    <a:gd name="csX4" fmla="*/ 11766 w 40688"/>
                    <a:gd name="csY4" fmla="*/ 43600 h 62345"/>
                    <a:gd name="csX5" fmla="*/ 421 w 40688"/>
                    <a:gd name="csY5" fmla="*/ 43600 h 62345"/>
                    <a:gd name="csX6" fmla="*/ 20391 w 40688"/>
                    <a:gd name="csY6" fmla="*/ 62819 h 62345"/>
                    <a:gd name="csX7" fmla="*/ 41110 w 40688"/>
                    <a:gd name="csY7" fmla="*/ 43881 h 62345"/>
                    <a:gd name="csX8" fmla="*/ 31360 w 40688"/>
                    <a:gd name="csY8" fmla="*/ 29162 h 62345"/>
                    <a:gd name="csX9" fmla="*/ 39141 w 40688"/>
                    <a:gd name="csY9" fmla="*/ 16599 h 62345"/>
                    <a:gd name="csX10" fmla="*/ 20391 w 40688"/>
                    <a:gd name="csY10" fmla="*/ 474 h 62345"/>
                    <a:gd name="csX11" fmla="*/ 2578 w 40688"/>
                    <a:gd name="csY11" fmla="*/ 10693 h 62345"/>
                    <a:gd name="csX12" fmla="*/ 1172 w 40688"/>
                    <a:gd name="csY12" fmla="*/ 20349 h 62345"/>
                    <a:gd name="csX13" fmla="*/ 12047 w 40688"/>
                    <a:gd name="csY13" fmla="*/ 20349 h 62345"/>
                    <a:gd name="csX14" fmla="*/ 12891 w 40688"/>
                    <a:gd name="csY14" fmla="*/ 14068 h 62345"/>
                    <a:gd name="csX15" fmla="*/ 20110 w 40688"/>
                    <a:gd name="csY15" fmla="*/ 9943 h 62345"/>
                    <a:gd name="csX16" fmla="*/ 27516 w 40688"/>
                    <a:gd name="csY16" fmla="*/ 17631 h 62345"/>
                    <a:gd name="csX17" fmla="*/ 17109 w 40688"/>
                    <a:gd name="csY17" fmla="*/ 26631 h 62345"/>
                    <a:gd name="csX18" fmla="*/ 16078 w 40688"/>
                    <a:gd name="csY18" fmla="*/ 26631 h 623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0688" h="62345">
                      <a:moveTo>
                        <a:pt x="16078" y="34506"/>
                      </a:moveTo>
                      <a:cubicBezTo>
                        <a:pt x="20578" y="34506"/>
                        <a:pt x="20860" y="34506"/>
                        <a:pt x="22922" y="35069"/>
                      </a:cubicBezTo>
                      <a:cubicBezTo>
                        <a:pt x="26860" y="36100"/>
                        <a:pt x="29391" y="39569"/>
                        <a:pt x="29391" y="43881"/>
                      </a:cubicBezTo>
                      <a:cubicBezTo>
                        <a:pt x="29391" y="49131"/>
                        <a:pt x="25735" y="52882"/>
                        <a:pt x="20578" y="52882"/>
                      </a:cubicBezTo>
                      <a:cubicBezTo>
                        <a:pt x="15141" y="52882"/>
                        <a:pt x="12141" y="49694"/>
                        <a:pt x="11766" y="43600"/>
                      </a:cubicBezTo>
                      <a:lnTo>
                        <a:pt x="421" y="43600"/>
                      </a:lnTo>
                      <a:cubicBezTo>
                        <a:pt x="515" y="55413"/>
                        <a:pt x="8203" y="62819"/>
                        <a:pt x="20391" y="62819"/>
                      </a:cubicBezTo>
                      <a:cubicBezTo>
                        <a:pt x="32954" y="62819"/>
                        <a:pt x="41110" y="55413"/>
                        <a:pt x="41110" y="43881"/>
                      </a:cubicBezTo>
                      <a:cubicBezTo>
                        <a:pt x="41110" y="36944"/>
                        <a:pt x="38110" y="32444"/>
                        <a:pt x="31360" y="29162"/>
                      </a:cubicBezTo>
                      <a:cubicBezTo>
                        <a:pt x="36797" y="25787"/>
                        <a:pt x="39141" y="22037"/>
                        <a:pt x="39141" y="16599"/>
                      </a:cubicBezTo>
                      <a:cubicBezTo>
                        <a:pt x="39141" y="6755"/>
                        <a:pt x="31829" y="474"/>
                        <a:pt x="20391" y="474"/>
                      </a:cubicBezTo>
                      <a:cubicBezTo>
                        <a:pt x="11766" y="474"/>
                        <a:pt x="5203" y="4224"/>
                        <a:pt x="2578" y="10693"/>
                      </a:cubicBezTo>
                      <a:cubicBezTo>
                        <a:pt x="1453" y="13506"/>
                        <a:pt x="1172" y="15381"/>
                        <a:pt x="1172" y="20349"/>
                      </a:cubicBezTo>
                      <a:lnTo>
                        <a:pt x="12047" y="20349"/>
                      </a:lnTo>
                      <a:cubicBezTo>
                        <a:pt x="12141" y="17162"/>
                        <a:pt x="12328" y="15568"/>
                        <a:pt x="12891" y="14068"/>
                      </a:cubicBezTo>
                      <a:cubicBezTo>
                        <a:pt x="14016" y="11537"/>
                        <a:pt x="16734" y="9943"/>
                        <a:pt x="20110" y="9943"/>
                      </a:cubicBezTo>
                      <a:cubicBezTo>
                        <a:pt x="24797" y="9943"/>
                        <a:pt x="27516" y="12755"/>
                        <a:pt x="27516" y="17631"/>
                      </a:cubicBezTo>
                      <a:cubicBezTo>
                        <a:pt x="27516" y="23725"/>
                        <a:pt x="24047" y="26631"/>
                        <a:pt x="17109" y="26631"/>
                      </a:cubicBezTo>
                      <a:lnTo>
                        <a:pt x="16078" y="2663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06" name="Freeform 3405">
                <a:extLst>
                  <a:ext uri="{FF2B5EF4-FFF2-40B4-BE49-F238E27FC236}">
                    <a16:creationId xmlns:a16="http://schemas.microsoft.com/office/drawing/2014/main" id="{F2B31CA6-3F20-7CEE-6ED8-E1D520EF2F4A}"/>
                  </a:ext>
                </a:extLst>
              </p:cNvPr>
              <p:cNvSpPr/>
              <p:nvPr/>
            </p:nvSpPr>
            <p:spPr>
              <a:xfrm>
                <a:off x="3382775" y="667711"/>
                <a:ext cx="278311" cy="149853"/>
              </a:xfrm>
              <a:custGeom>
                <a:avLst/>
                <a:gdLst>
                  <a:gd name="csX0" fmla="*/ 223483 w 223482"/>
                  <a:gd name="csY0" fmla="*/ 60166 h 120331"/>
                  <a:gd name="csX1" fmla="*/ 223412 w 223482"/>
                  <a:gd name="csY1" fmla="*/ 58056 h 120331"/>
                  <a:gd name="csX2" fmla="*/ 223201 w 223482"/>
                  <a:gd name="csY2" fmla="*/ 55947 h 120331"/>
                  <a:gd name="csX3" fmla="*/ 222850 w 223482"/>
                  <a:gd name="csY3" fmla="*/ 53837 h 120331"/>
                  <a:gd name="csX4" fmla="*/ 222381 w 223482"/>
                  <a:gd name="csY4" fmla="*/ 51751 h 120331"/>
                  <a:gd name="csX5" fmla="*/ 221748 w 223482"/>
                  <a:gd name="csY5" fmla="*/ 49665 h 120331"/>
                  <a:gd name="csX6" fmla="*/ 220998 w 223482"/>
                  <a:gd name="csY6" fmla="*/ 47579 h 120331"/>
                  <a:gd name="csX7" fmla="*/ 220108 w 223482"/>
                  <a:gd name="csY7" fmla="*/ 45540 h 120331"/>
                  <a:gd name="csX8" fmla="*/ 219100 w 223482"/>
                  <a:gd name="csY8" fmla="*/ 43501 h 120331"/>
                  <a:gd name="csX9" fmla="*/ 217951 w 223482"/>
                  <a:gd name="csY9" fmla="*/ 41462 h 120331"/>
                  <a:gd name="csX10" fmla="*/ 216662 w 223482"/>
                  <a:gd name="csY10" fmla="*/ 39470 h 120331"/>
                  <a:gd name="csX11" fmla="*/ 215256 w 223482"/>
                  <a:gd name="csY11" fmla="*/ 37501 h 120331"/>
                  <a:gd name="csX12" fmla="*/ 213709 w 223482"/>
                  <a:gd name="csY12" fmla="*/ 35556 h 120331"/>
                  <a:gd name="csX13" fmla="*/ 212045 w 223482"/>
                  <a:gd name="csY13" fmla="*/ 33657 h 120331"/>
                  <a:gd name="csX14" fmla="*/ 210240 w 223482"/>
                  <a:gd name="csY14" fmla="*/ 31782 h 120331"/>
                  <a:gd name="csX15" fmla="*/ 208342 w 223482"/>
                  <a:gd name="csY15" fmla="*/ 29930 h 120331"/>
                  <a:gd name="csX16" fmla="*/ 206302 w 223482"/>
                  <a:gd name="csY16" fmla="*/ 28126 h 120331"/>
                  <a:gd name="csX17" fmla="*/ 204170 w 223482"/>
                  <a:gd name="csY17" fmla="*/ 26344 h 120331"/>
                  <a:gd name="csX18" fmla="*/ 201896 w 223482"/>
                  <a:gd name="csY18" fmla="*/ 24633 h 120331"/>
                  <a:gd name="csX19" fmla="*/ 199529 w 223482"/>
                  <a:gd name="csY19" fmla="*/ 22946 h 120331"/>
                  <a:gd name="csX20" fmla="*/ 197044 w 223482"/>
                  <a:gd name="csY20" fmla="*/ 21305 h 120331"/>
                  <a:gd name="csX21" fmla="*/ 194466 w 223482"/>
                  <a:gd name="csY21" fmla="*/ 19711 h 120331"/>
                  <a:gd name="csX22" fmla="*/ 191771 w 223482"/>
                  <a:gd name="csY22" fmla="*/ 18188 h 120331"/>
                  <a:gd name="csX23" fmla="*/ 188982 w 223482"/>
                  <a:gd name="csY23" fmla="*/ 16688 h 120331"/>
                  <a:gd name="csX24" fmla="*/ 186099 w 223482"/>
                  <a:gd name="csY24" fmla="*/ 15258 h 120331"/>
                  <a:gd name="csX25" fmla="*/ 183146 w 223482"/>
                  <a:gd name="csY25" fmla="*/ 13875 h 120331"/>
                  <a:gd name="csX26" fmla="*/ 180075 w 223482"/>
                  <a:gd name="csY26" fmla="*/ 12563 h 120331"/>
                  <a:gd name="csX27" fmla="*/ 176934 w 223482"/>
                  <a:gd name="csY27" fmla="*/ 11297 h 120331"/>
                  <a:gd name="csX28" fmla="*/ 173700 w 223482"/>
                  <a:gd name="csY28" fmla="*/ 10102 h 120331"/>
                  <a:gd name="csX29" fmla="*/ 170395 w 223482"/>
                  <a:gd name="csY29" fmla="*/ 8953 h 120331"/>
                  <a:gd name="csX30" fmla="*/ 167020 w 223482"/>
                  <a:gd name="csY30" fmla="*/ 7875 h 120331"/>
                  <a:gd name="csX31" fmla="*/ 163598 w 223482"/>
                  <a:gd name="csY31" fmla="*/ 6867 h 120331"/>
                  <a:gd name="csX32" fmla="*/ 160082 w 223482"/>
                  <a:gd name="csY32" fmla="*/ 5930 h 120331"/>
                  <a:gd name="csX33" fmla="*/ 156520 w 223482"/>
                  <a:gd name="csY33" fmla="*/ 5039 h 120331"/>
                  <a:gd name="csX34" fmla="*/ 152887 w 223482"/>
                  <a:gd name="csY34" fmla="*/ 4219 h 120331"/>
                  <a:gd name="csX35" fmla="*/ 149231 w 223482"/>
                  <a:gd name="csY35" fmla="*/ 3492 h 120331"/>
                  <a:gd name="csX36" fmla="*/ 145504 w 223482"/>
                  <a:gd name="csY36" fmla="*/ 2813 h 120331"/>
                  <a:gd name="csX37" fmla="*/ 141754 w 223482"/>
                  <a:gd name="csY37" fmla="*/ 2203 h 120331"/>
                  <a:gd name="csX38" fmla="*/ 137957 w 223482"/>
                  <a:gd name="csY38" fmla="*/ 1664 h 120331"/>
                  <a:gd name="csX39" fmla="*/ 134113 w 223482"/>
                  <a:gd name="csY39" fmla="*/ 1219 h 120331"/>
                  <a:gd name="csX40" fmla="*/ 130269 w 223482"/>
                  <a:gd name="csY40" fmla="*/ 820 h 120331"/>
                  <a:gd name="csX41" fmla="*/ 126378 w 223482"/>
                  <a:gd name="csY41" fmla="*/ 516 h 120331"/>
                  <a:gd name="csX42" fmla="*/ 122488 w 223482"/>
                  <a:gd name="csY42" fmla="*/ 281 h 120331"/>
                  <a:gd name="csX43" fmla="*/ 118574 w 223482"/>
                  <a:gd name="csY43" fmla="*/ 117 h 120331"/>
                  <a:gd name="csX44" fmla="*/ 114659 w 223482"/>
                  <a:gd name="csY44" fmla="*/ 23 h 120331"/>
                  <a:gd name="csX45" fmla="*/ 110745 w 223482"/>
                  <a:gd name="csY45" fmla="*/ 0 h 120331"/>
                  <a:gd name="csX46" fmla="*/ 106831 w 223482"/>
                  <a:gd name="csY46" fmla="*/ 47 h 120331"/>
                  <a:gd name="csX47" fmla="*/ 102917 w 223482"/>
                  <a:gd name="csY47" fmla="*/ 188 h 120331"/>
                  <a:gd name="csX48" fmla="*/ 99003 w 223482"/>
                  <a:gd name="csY48" fmla="*/ 375 h 120331"/>
                  <a:gd name="csX49" fmla="*/ 95112 w 223482"/>
                  <a:gd name="csY49" fmla="*/ 656 h 120331"/>
                  <a:gd name="csX50" fmla="*/ 91245 w 223482"/>
                  <a:gd name="csY50" fmla="*/ 1008 h 120331"/>
                  <a:gd name="csX51" fmla="*/ 87401 w 223482"/>
                  <a:gd name="csY51" fmla="*/ 1430 h 120331"/>
                  <a:gd name="csX52" fmla="*/ 83580 w 223482"/>
                  <a:gd name="csY52" fmla="*/ 1922 h 120331"/>
                  <a:gd name="csX53" fmla="*/ 79807 w 223482"/>
                  <a:gd name="csY53" fmla="*/ 2508 h 120331"/>
                  <a:gd name="csX54" fmla="*/ 76080 w 223482"/>
                  <a:gd name="csY54" fmla="*/ 3141 h 120331"/>
                  <a:gd name="csX55" fmla="*/ 72377 w 223482"/>
                  <a:gd name="csY55" fmla="*/ 3844 h 120331"/>
                  <a:gd name="csX56" fmla="*/ 68721 w 223482"/>
                  <a:gd name="csY56" fmla="*/ 4617 h 120331"/>
                  <a:gd name="csX57" fmla="*/ 65135 w 223482"/>
                  <a:gd name="csY57" fmla="*/ 5461 h 120331"/>
                  <a:gd name="csX58" fmla="*/ 61595 w 223482"/>
                  <a:gd name="csY58" fmla="*/ 6375 h 120331"/>
                  <a:gd name="csX59" fmla="*/ 58127 w 223482"/>
                  <a:gd name="csY59" fmla="*/ 7360 h 120331"/>
                  <a:gd name="csX60" fmla="*/ 54728 w 223482"/>
                  <a:gd name="csY60" fmla="*/ 8414 h 120331"/>
                  <a:gd name="csX61" fmla="*/ 51376 w 223482"/>
                  <a:gd name="csY61" fmla="*/ 9516 h 120331"/>
                  <a:gd name="csX62" fmla="*/ 48118 w 223482"/>
                  <a:gd name="csY62" fmla="*/ 10688 h 120331"/>
                  <a:gd name="csX63" fmla="*/ 44931 w 223482"/>
                  <a:gd name="csY63" fmla="*/ 11930 h 120331"/>
                  <a:gd name="csX64" fmla="*/ 41837 w 223482"/>
                  <a:gd name="csY64" fmla="*/ 13219 h 120331"/>
                  <a:gd name="csX65" fmla="*/ 38814 w 223482"/>
                  <a:gd name="csY65" fmla="*/ 14555 h 120331"/>
                  <a:gd name="csX66" fmla="*/ 35884 w 223482"/>
                  <a:gd name="csY66" fmla="*/ 15961 h 120331"/>
                  <a:gd name="csX67" fmla="*/ 33048 w 223482"/>
                  <a:gd name="csY67" fmla="*/ 17438 h 120331"/>
                  <a:gd name="csX68" fmla="*/ 30306 w 223482"/>
                  <a:gd name="csY68" fmla="*/ 18938 h 120331"/>
                  <a:gd name="csX69" fmla="*/ 27680 w 223482"/>
                  <a:gd name="csY69" fmla="*/ 20508 h 120331"/>
                  <a:gd name="csX70" fmla="*/ 25149 w 223482"/>
                  <a:gd name="csY70" fmla="*/ 22126 h 120331"/>
                  <a:gd name="csX71" fmla="*/ 22712 w 223482"/>
                  <a:gd name="csY71" fmla="*/ 23790 h 120331"/>
                  <a:gd name="csX72" fmla="*/ 20391 w 223482"/>
                  <a:gd name="csY72" fmla="*/ 25477 h 120331"/>
                  <a:gd name="csX73" fmla="*/ 18188 w 223482"/>
                  <a:gd name="csY73" fmla="*/ 27235 h 120331"/>
                  <a:gd name="csX74" fmla="*/ 16102 w 223482"/>
                  <a:gd name="csY74" fmla="*/ 29016 h 120331"/>
                  <a:gd name="csX75" fmla="*/ 14133 w 223482"/>
                  <a:gd name="csY75" fmla="*/ 30845 h 120331"/>
                  <a:gd name="csX76" fmla="*/ 12282 w 223482"/>
                  <a:gd name="csY76" fmla="*/ 32696 h 120331"/>
                  <a:gd name="csX77" fmla="*/ 10547 w 223482"/>
                  <a:gd name="csY77" fmla="*/ 34595 h 120331"/>
                  <a:gd name="csX78" fmla="*/ 8953 w 223482"/>
                  <a:gd name="csY78" fmla="*/ 36540 h 120331"/>
                  <a:gd name="csX79" fmla="*/ 7477 w 223482"/>
                  <a:gd name="csY79" fmla="*/ 38485 h 120331"/>
                  <a:gd name="csX80" fmla="*/ 6117 w 223482"/>
                  <a:gd name="csY80" fmla="*/ 40478 h 120331"/>
                  <a:gd name="csX81" fmla="*/ 4899 w 223482"/>
                  <a:gd name="csY81" fmla="*/ 42470 h 120331"/>
                  <a:gd name="csX82" fmla="*/ 3820 w 223482"/>
                  <a:gd name="csY82" fmla="*/ 44509 h 120331"/>
                  <a:gd name="csX83" fmla="*/ 2859 w 223482"/>
                  <a:gd name="csY83" fmla="*/ 46548 h 120331"/>
                  <a:gd name="csX84" fmla="*/ 2039 w 223482"/>
                  <a:gd name="csY84" fmla="*/ 48611 h 120331"/>
                  <a:gd name="csX85" fmla="*/ 1359 w 223482"/>
                  <a:gd name="csY85" fmla="*/ 50697 h 120331"/>
                  <a:gd name="csX86" fmla="*/ 820 w 223482"/>
                  <a:gd name="csY86" fmla="*/ 52783 h 120331"/>
                  <a:gd name="csX87" fmla="*/ 398 w 223482"/>
                  <a:gd name="csY87" fmla="*/ 54892 h 120331"/>
                  <a:gd name="csX88" fmla="*/ 117 w 223482"/>
                  <a:gd name="csY88" fmla="*/ 57002 h 120331"/>
                  <a:gd name="csX89" fmla="*/ 0 w 223482"/>
                  <a:gd name="csY89" fmla="*/ 59111 h 120331"/>
                  <a:gd name="csX90" fmla="*/ 0 w 223482"/>
                  <a:gd name="csY90" fmla="*/ 61220 h 120331"/>
                  <a:gd name="csX91" fmla="*/ 117 w 223482"/>
                  <a:gd name="csY91" fmla="*/ 63330 h 120331"/>
                  <a:gd name="csX92" fmla="*/ 398 w 223482"/>
                  <a:gd name="csY92" fmla="*/ 65439 h 120331"/>
                  <a:gd name="csX93" fmla="*/ 820 w 223482"/>
                  <a:gd name="csY93" fmla="*/ 67549 h 120331"/>
                  <a:gd name="csX94" fmla="*/ 1359 w 223482"/>
                  <a:gd name="csY94" fmla="*/ 69635 h 120331"/>
                  <a:gd name="csX95" fmla="*/ 2039 w 223482"/>
                  <a:gd name="csY95" fmla="*/ 71721 h 120331"/>
                  <a:gd name="csX96" fmla="*/ 2859 w 223482"/>
                  <a:gd name="csY96" fmla="*/ 73783 h 120331"/>
                  <a:gd name="csX97" fmla="*/ 3820 w 223482"/>
                  <a:gd name="csY97" fmla="*/ 75822 h 120331"/>
                  <a:gd name="csX98" fmla="*/ 4899 w 223482"/>
                  <a:gd name="csY98" fmla="*/ 77861 h 120331"/>
                  <a:gd name="csX99" fmla="*/ 6117 w 223482"/>
                  <a:gd name="csY99" fmla="*/ 79854 h 120331"/>
                  <a:gd name="csX100" fmla="*/ 7477 w 223482"/>
                  <a:gd name="csY100" fmla="*/ 81846 h 120331"/>
                  <a:gd name="csX101" fmla="*/ 8953 w 223482"/>
                  <a:gd name="csY101" fmla="*/ 83791 h 120331"/>
                  <a:gd name="csX102" fmla="*/ 10547 w 223482"/>
                  <a:gd name="csY102" fmla="*/ 85737 h 120331"/>
                  <a:gd name="csX103" fmla="*/ 12282 w 223482"/>
                  <a:gd name="csY103" fmla="*/ 87635 h 120331"/>
                  <a:gd name="csX104" fmla="*/ 14133 w 223482"/>
                  <a:gd name="csY104" fmla="*/ 89487 h 120331"/>
                  <a:gd name="csX105" fmla="*/ 16102 w 223482"/>
                  <a:gd name="csY105" fmla="*/ 91315 h 120331"/>
                  <a:gd name="csX106" fmla="*/ 18188 w 223482"/>
                  <a:gd name="csY106" fmla="*/ 93096 h 120331"/>
                  <a:gd name="csX107" fmla="*/ 20391 w 223482"/>
                  <a:gd name="csY107" fmla="*/ 94854 h 120331"/>
                  <a:gd name="csX108" fmla="*/ 22712 w 223482"/>
                  <a:gd name="csY108" fmla="*/ 96542 h 120331"/>
                  <a:gd name="csX109" fmla="*/ 25149 w 223482"/>
                  <a:gd name="csY109" fmla="*/ 98206 h 120331"/>
                  <a:gd name="csX110" fmla="*/ 27680 w 223482"/>
                  <a:gd name="csY110" fmla="*/ 99823 h 120331"/>
                  <a:gd name="csX111" fmla="*/ 30306 w 223482"/>
                  <a:gd name="csY111" fmla="*/ 101393 h 120331"/>
                  <a:gd name="csX112" fmla="*/ 33048 w 223482"/>
                  <a:gd name="csY112" fmla="*/ 102893 h 120331"/>
                  <a:gd name="csX113" fmla="*/ 35884 w 223482"/>
                  <a:gd name="csY113" fmla="*/ 104370 h 120331"/>
                  <a:gd name="csX114" fmla="*/ 38814 w 223482"/>
                  <a:gd name="csY114" fmla="*/ 105776 h 120331"/>
                  <a:gd name="csX115" fmla="*/ 41837 w 223482"/>
                  <a:gd name="csY115" fmla="*/ 107112 h 120331"/>
                  <a:gd name="csX116" fmla="*/ 44931 w 223482"/>
                  <a:gd name="csY116" fmla="*/ 108401 h 120331"/>
                  <a:gd name="csX117" fmla="*/ 48118 w 223482"/>
                  <a:gd name="csY117" fmla="*/ 109644 h 120331"/>
                  <a:gd name="csX118" fmla="*/ 51376 w 223482"/>
                  <a:gd name="csY118" fmla="*/ 110815 h 120331"/>
                  <a:gd name="csX119" fmla="*/ 54728 w 223482"/>
                  <a:gd name="csY119" fmla="*/ 111917 h 120331"/>
                  <a:gd name="csX120" fmla="*/ 58127 w 223482"/>
                  <a:gd name="csY120" fmla="*/ 112972 h 120331"/>
                  <a:gd name="csX121" fmla="*/ 61595 w 223482"/>
                  <a:gd name="csY121" fmla="*/ 113956 h 120331"/>
                  <a:gd name="csX122" fmla="*/ 65135 w 223482"/>
                  <a:gd name="csY122" fmla="*/ 114870 h 120331"/>
                  <a:gd name="csX123" fmla="*/ 68721 w 223482"/>
                  <a:gd name="csY123" fmla="*/ 115714 h 120331"/>
                  <a:gd name="csX124" fmla="*/ 72377 w 223482"/>
                  <a:gd name="csY124" fmla="*/ 116488 h 120331"/>
                  <a:gd name="csX125" fmla="*/ 76080 w 223482"/>
                  <a:gd name="csY125" fmla="*/ 117191 h 120331"/>
                  <a:gd name="csX126" fmla="*/ 79807 w 223482"/>
                  <a:gd name="csY126" fmla="*/ 117823 h 120331"/>
                  <a:gd name="csX127" fmla="*/ 83580 w 223482"/>
                  <a:gd name="csY127" fmla="*/ 118409 h 120331"/>
                  <a:gd name="csX128" fmla="*/ 87401 w 223482"/>
                  <a:gd name="csY128" fmla="*/ 118902 h 120331"/>
                  <a:gd name="csX129" fmla="*/ 91245 w 223482"/>
                  <a:gd name="csY129" fmla="*/ 119324 h 120331"/>
                  <a:gd name="csX130" fmla="*/ 95112 w 223482"/>
                  <a:gd name="csY130" fmla="*/ 119675 h 120331"/>
                  <a:gd name="csX131" fmla="*/ 99003 w 223482"/>
                  <a:gd name="csY131" fmla="*/ 119956 h 120331"/>
                  <a:gd name="csX132" fmla="*/ 102917 w 223482"/>
                  <a:gd name="csY132" fmla="*/ 120144 h 120331"/>
                  <a:gd name="csX133" fmla="*/ 106831 w 223482"/>
                  <a:gd name="csY133" fmla="*/ 120284 h 120331"/>
                  <a:gd name="csX134" fmla="*/ 110745 w 223482"/>
                  <a:gd name="csY134" fmla="*/ 120331 h 120331"/>
                  <a:gd name="csX135" fmla="*/ 114659 w 223482"/>
                  <a:gd name="csY135" fmla="*/ 120308 h 120331"/>
                  <a:gd name="csX136" fmla="*/ 118574 w 223482"/>
                  <a:gd name="csY136" fmla="*/ 120238 h 120331"/>
                  <a:gd name="csX137" fmla="*/ 122488 w 223482"/>
                  <a:gd name="csY137" fmla="*/ 120050 h 120331"/>
                  <a:gd name="csX138" fmla="*/ 126378 w 223482"/>
                  <a:gd name="csY138" fmla="*/ 119816 h 120331"/>
                  <a:gd name="csX139" fmla="*/ 130269 w 223482"/>
                  <a:gd name="csY139" fmla="*/ 119511 h 120331"/>
                  <a:gd name="csX140" fmla="*/ 134113 w 223482"/>
                  <a:gd name="csY140" fmla="*/ 119113 h 120331"/>
                  <a:gd name="csX141" fmla="*/ 137957 w 223482"/>
                  <a:gd name="csY141" fmla="*/ 118667 h 120331"/>
                  <a:gd name="csX142" fmla="*/ 141754 w 223482"/>
                  <a:gd name="csY142" fmla="*/ 118128 h 120331"/>
                  <a:gd name="csX143" fmla="*/ 145504 w 223482"/>
                  <a:gd name="csY143" fmla="*/ 117519 h 120331"/>
                  <a:gd name="csX144" fmla="*/ 149231 w 223482"/>
                  <a:gd name="csY144" fmla="*/ 116839 h 120331"/>
                  <a:gd name="csX145" fmla="*/ 152887 w 223482"/>
                  <a:gd name="csY145" fmla="*/ 116113 h 120331"/>
                  <a:gd name="csX146" fmla="*/ 156520 w 223482"/>
                  <a:gd name="csY146" fmla="*/ 115292 h 120331"/>
                  <a:gd name="csX147" fmla="*/ 160082 w 223482"/>
                  <a:gd name="csY147" fmla="*/ 114402 h 120331"/>
                  <a:gd name="csX148" fmla="*/ 163598 w 223482"/>
                  <a:gd name="csY148" fmla="*/ 113464 h 120331"/>
                  <a:gd name="csX149" fmla="*/ 167020 w 223482"/>
                  <a:gd name="csY149" fmla="*/ 112456 h 120331"/>
                  <a:gd name="csX150" fmla="*/ 170395 w 223482"/>
                  <a:gd name="csY150" fmla="*/ 111378 h 120331"/>
                  <a:gd name="csX151" fmla="*/ 173700 w 223482"/>
                  <a:gd name="csY151" fmla="*/ 110230 h 120331"/>
                  <a:gd name="csX152" fmla="*/ 176934 w 223482"/>
                  <a:gd name="csY152" fmla="*/ 109034 h 120331"/>
                  <a:gd name="csX153" fmla="*/ 180075 w 223482"/>
                  <a:gd name="csY153" fmla="*/ 107769 h 120331"/>
                  <a:gd name="csX154" fmla="*/ 183146 w 223482"/>
                  <a:gd name="csY154" fmla="*/ 106456 h 120331"/>
                  <a:gd name="csX155" fmla="*/ 186099 w 223482"/>
                  <a:gd name="csY155" fmla="*/ 105073 h 120331"/>
                  <a:gd name="csX156" fmla="*/ 188982 w 223482"/>
                  <a:gd name="csY156" fmla="*/ 103643 h 120331"/>
                  <a:gd name="csX157" fmla="*/ 191771 w 223482"/>
                  <a:gd name="csY157" fmla="*/ 102143 h 120331"/>
                  <a:gd name="csX158" fmla="*/ 194466 w 223482"/>
                  <a:gd name="csY158" fmla="*/ 100620 h 120331"/>
                  <a:gd name="csX159" fmla="*/ 197044 w 223482"/>
                  <a:gd name="csY159" fmla="*/ 99026 h 120331"/>
                  <a:gd name="csX160" fmla="*/ 199529 w 223482"/>
                  <a:gd name="csY160" fmla="*/ 97385 h 120331"/>
                  <a:gd name="csX161" fmla="*/ 201896 w 223482"/>
                  <a:gd name="csY161" fmla="*/ 95698 h 120331"/>
                  <a:gd name="csX162" fmla="*/ 204170 w 223482"/>
                  <a:gd name="csY162" fmla="*/ 93987 h 120331"/>
                  <a:gd name="csX163" fmla="*/ 206302 w 223482"/>
                  <a:gd name="csY163" fmla="*/ 92206 h 120331"/>
                  <a:gd name="csX164" fmla="*/ 208342 w 223482"/>
                  <a:gd name="csY164" fmla="*/ 90401 h 120331"/>
                  <a:gd name="csX165" fmla="*/ 210240 w 223482"/>
                  <a:gd name="csY165" fmla="*/ 88549 h 120331"/>
                  <a:gd name="csX166" fmla="*/ 212045 w 223482"/>
                  <a:gd name="csY166" fmla="*/ 86674 h 120331"/>
                  <a:gd name="csX167" fmla="*/ 213709 w 223482"/>
                  <a:gd name="csY167" fmla="*/ 84776 h 120331"/>
                  <a:gd name="csX168" fmla="*/ 215256 w 223482"/>
                  <a:gd name="csY168" fmla="*/ 82830 h 120331"/>
                  <a:gd name="csX169" fmla="*/ 216662 w 223482"/>
                  <a:gd name="csY169" fmla="*/ 80862 h 120331"/>
                  <a:gd name="csX170" fmla="*/ 217951 w 223482"/>
                  <a:gd name="csY170" fmla="*/ 78869 h 120331"/>
                  <a:gd name="csX171" fmla="*/ 219100 w 223482"/>
                  <a:gd name="csY171" fmla="*/ 76854 h 120331"/>
                  <a:gd name="csX172" fmla="*/ 220108 w 223482"/>
                  <a:gd name="csY172" fmla="*/ 74815 h 120331"/>
                  <a:gd name="csX173" fmla="*/ 220998 w 223482"/>
                  <a:gd name="csY173" fmla="*/ 72752 h 120331"/>
                  <a:gd name="csX174" fmla="*/ 221748 w 223482"/>
                  <a:gd name="csY174" fmla="*/ 70666 h 120331"/>
                  <a:gd name="csX175" fmla="*/ 222381 w 223482"/>
                  <a:gd name="csY175" fmla="*/ 68580 h 120331"/>
                  <a:gd name="csX176" fmla="*/ 222850 w 223482"/>
                  <a:gd name="csY176" fmla="*/ 66494 h 120331"/>
                  <a:gd name="csX177" fmla="*/ 223201 w 223482"/>
                  <a:gd name="csY177" fmla="*/ 64385 h 120331"/>
                  <a:gd name="csX178" fmla="*/ 223412 w 223482"/>
                  <a:gd name="csY178" fmla="*/ 62275 h 120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23482" h="120331">
                    <a:moveTo>
                      <a:pt x="223483" y="60166"/>
                    </a:moveTo>
                    <a:lnTo>
                      <a:pt x="223412" y="58056"/>
                    </a:lnTo>
                    <a:lnTo>
                      <a:pt x="223201" y="55947"/>
                    </a:lnTo>
                    <a:lnTo>
                      <a:pt x="222850" y="53837"/>
                    </a:lnTo>
                    <a:lnTo>
                      <a:pt x="222381" y="51751"/>
                    </a:lnTo>
                    <a:lnTo>
                      <a:pt x="221748" y="49665"/>
                    </a:lnTo>
                    <a:lnTo>
                      <a:pt x="220998" y="47579"/>
                    </a:lnTo>
                    <a:lnTo>
                      <a:pt x="220108" y="45540"/>
                    </a:lnTo>
                    <a:lnTo>
                      <a:pt x="219100" y="43501"/>
                    </a:lnTo>
                    <a:lnTo>
                      <a:pt x="217951" y="41462"/>
                    </a:lnTo>
                    <a:lnTo>
                      <a:pt x="216662" y="39470"/>
                    </a:lnTo>
                    <a:lnTo>
                      <a:pt x="215256" y="37501"/>
                    </a:lnTo>
                    <a:lnTo>
                      <a:pt x="213709" y="35556"/>
                    </a:lnTo>
                    <a:lnTo>
                      <a:pt x="212045" y="33657"/>
                    </a:lnTo>
                    <a:lnTo>
                      <a:pt x="210240" y="31782"/>
                    </a:lnTo>
                    <a:lnTo>
                      <a:pt x="208342" y="29930"/>
                    </a:lnTo>
                    <a:lnTo>
                      <a:pt x="206302" y="28126"/>
                    </a:lnTo>
                    <a:lnTo>
                      <a:pt x="204170" y="26344"/>
                    </a:lnTo>
                    <a:lnTo>
                      <a:pt x="201896" y="24633"/>
                    </a:lnTo>
                    <a:lnTo>
                      <a:pt x="199529" y="22946"/>
                    </a:lnTo>
                    <a:lnTo>
                      <a:pt x="197044" y="21305"/>
                    </a:lnTo>
                    <a:lnTo>
                      <a:pt x="194466" y="19711"/>
                    </a:lnTo>
                    <a:lnTo>
                      <a:pt x="191771" y="18188"/>
                    </a:lnTo>
                    <a:lnTo>
                      <a:pt x="188982" y="16688"/>
                    </a:lnTo>
                    <a:lnTo>
                      <a:pt x="186099" y="15258"/>
                    </a:lnTo>
                    <a:lnTo>
                      <a:pt x="183146" y="13875"/>
                    </a:lnTo>
                    <a:lnTo>
                      <a:pt x="180075" y="12563"/>
                    </a:lnTo>
                    <a:lnTo>
                      <a:pt x="176934" y="11297"/>
                    </a:lnTo>
                    <a:lnTo>
                      <a:pt x="173700" y="10102"/>
                    </a:lnTo>
                    <a:lnTo>
                      <a:pt x="170395" y="8953"/>
                    </a:lnTo>
                    <a:lnTo>
                      <a:pt x="167020" y="7875"/>
                    </a:lnTo>
                    <a:lnTo>
                      <a:pt x="163598" y="6867"/>
                    </a:lnTo>
                    <a:lnTo>
                      <a:pt x="160082" y="5930"/>
                    </a:lnTo>
                    <a:lnTo>
                      <a:pt x="156520" y="5039"/>
                    </a:lnTo>
                    <a:lnTo>
                      <a:pt x="152887" y="4219"/>
                    </a:lnTo>
                    <a:lnTo>
                      <a:pt x="149231" y="3492"/>
                    </a:lnTo>
                    <a:lnTo>
                      <a:pt x="145504" y="2813"/>
                    </a:lnTo>
                    <a:lnTo>
                      <a:pt x="141754" y="2203"/>
                    </a:lnTo>
                    <a:lnTo>
                      <a:pt x="137957" y="1664"/>
                    </a:lnTo>
                    <a:lnTo>
                      <a:pt x="134113" y="1219"/>
                    </a:lnTo>
                    <a:lnTo>
                      <a:pt x="130269" y="820"/>
                    </a:lnTo>
                    <a:lnTo>
                      <a:pt x="126378" y="516"/>
                    </a:lnTo>
                    <a:lnTo>
                      <a:pt x="122488" y="281"/>
                    </a:lnTo>
                    <a:lnTo>
                      <a:pt x="118574" y="117"/>
                    </a:lnTo>
                    <a:lnTo>
                      <a:pt x="114659" y="23"/>
                    </a:lnTo>
                    <a:lnTo>
                      <a:pt x="110745" y="0"/>
                    </a:lnTo>
                    <a:lnTo>
                      <a:pt x="106831" y="47"/>
                    </a:lnTo>
                    <a:lnTo>
                      <a:pt x="102917" y="188"/>
                    </a:lnTo>
                    <a:lnTo>
                      <a:pt x="99003" y="375"/>
                    </a:lnTo>
                    <a:lnTo>
                      <a:pt x="95112" y="656"/>
                    </a:lnTo>
                    <a:lnTo>
                      <a:pt x="91245" y="1008"/>
                    </a:lnTo>
                    <a:lnTo>
                      <a:pt x="87401" y="1430"/>
                    </a:lnTo>
                    <a:lnTo>
                      <a:pt x="83580" y="1922"/>
                    </a:lnTo>
                    <a:lnTo>
                      <a:pt x="79807" y="2508"/>
                    </a:lnTo>
                    <a:lnTo>
                      <a:pt x="76080" y="3141"/>
                    </a:lnTo>
                    <a:lnTo>
                      <a:pt x="72377" y="3844"/>
                    </a:lnTo>
                    <a:lnTo>
                      <a:pt x="68721" y="4617"/>
                    </a:lnTo>
                    <a:lnTo>
                      <a:pt x="65135" y="5461"/>
                    </a:lnTo>
                    <a:lnTo>
                      <a:pt x="61595" y="6375"/>
                    </a:lnTo>
                    <a:lnTo>
                      <a:pt x="58127" y="7360"/>
                    </a:lnTo>
                    <a:lnTo>
                      <a:pt x="54728" y="8414"/>
                    </a:lnTo>
                    <a:lnTo>
                      <a:pt x="51376" y="9516"/>
                    </a:lnTo>
                    <a:lnTo>
                      <a:pt x="48118" y="10688"/>
                    </a:lnTo>
                    <a:lnTo>
                      <a:pt x="44931" y="11930"/>
                    </a:lnTo>
                    <a:lnTo>
                      <a:pt x="41837" y="13219"/>
                    </a:lnTo>
                    <a:lnTo>
                      <a:pt x="38814" y="14555"/>
                    </a:lnTo>
                    <a:lnTo>
                      <a:pt x="35884" y="15961"/>
                    </a:lnTo>
                    <a:lnTo>
                      <a:pt x="33048" y="17438"/>
                    </a:lnTo>
                    <a:lnTo>
                      <a:pt x="30306" y="18938"/>
                    </a:lnTo>
                    <a:lnTo>
                      <a:pt x="27680" y="20508"/>
                    </a:lnTo>
                    <a:lnTo>
                      <a:pt x="25149" y="22126"/>
                    </a:lnTo>
                    <a:lnTo>
                      <a:pt x="22712" y="23790"/>
                    </a:lnTo>
                    <a:lnTo>
                      <a:pt x="20391" y="25477"/>
                    </a:lnTo>
                    <a:lnTo>
                      <a:pt x="18188" y="27235"/>
                    </a:lnTo>
                    <a:lnTo>
                      <a:pt x="16102" y="29016"/>
                    </a:lnTo>
                    <a:lnTo>
                      <a:pt x="14133" y="30845"/>
                    </a:lnTo>
                    <a:lnTo>
                      <a:pt x="12282" y="32696"/>
                    </a:lnTo>
                    <a:lnTo>
                      <a:pt x="10547" y="34595"/>
                    </a:lnTo>
                    <a:lnTo>
                      <a:pt x="8953" y="36540"/>
                    </a:lnTo>
                    <a:lnTo>
                      <a:pt x="7477" y="38485"/>
                    </a:lnTo>
                    <a:lnTo>
                      <a:pt x="6117" y="40478"/>
                    </a:lnTo>
                    <a:lnTo>
                      <a:pt x="4899" y="42470"/>
                    </a:lnTo>
                    <a:lnTo>
                      <a:pt x="3820" y="44509"/>
                    </a:lnTo>
                    <a:lnTo>
                      <a:pt x="2859" y="46548"/>
                    </a:lnTo>
                    <a:lnTo>
                      <a:pt x="2039" y="48611"/>
                    </a:lnTo>
                    <a:lnTo>
                      <a:pt x="1359" y="50697"/>
                    </a:lnTo>
                    <a:lnTo>
                      <a:pt x="820" y="52783"/>
                    </a:lnTo>
                    <a:lnTo>
                      <a:pt x="398" y="54892"/>
                    </a:lnTo>
                    <a:lnTo>
                      <a:pt x="117" y="57002"/>
                    </a:lnTo>
                    <a:lnTo>
                      <a:pt x="0" y="59111"/>
                    </a:lnTo>
                    <a:lnTo>
                      <a:pt x="0" y="61220"/>
                    </a:lnTo>
                    <a:lnTo>
                      <a:pt x="117" y="63330"/>
                    </a:lnTo>
                    <a:lnTo>
                      <a:pt x="398" y="65439"/>
                    </a:lnTo>
                    <a:lnTo>
                      <a:pt x="820" y="67549"/>
                    </a:lnTo>
                    <a:lnTo>
                      <a:pt x="1359" y="69635"/>
                    </a:lnTo>
                    <a:lnTo>
                      <a:pt x="2039" y="71721"/>
                    </a:lnTo>
                    <a:lnTo>
                      <a:pt x="2859" y="73783"/>
                    </a:lnTo>
                    <a:lnTo>
                      <a:pt x="3820" y="75822"/>
                    </a:lnTo>
                    <a:lnTo>
                      <a:pt x="4899" y="77861"/>
                    </a:lnTo>
                    <a:lnTo>
                      <a:pt x="6117" y="79854"/>
                    </a:lnTo>
                    <a:lnTo>
                      <a:pt x="7477" y="81846"/>
                    </a:lnTo>
                    <a:lnTo>
                      <a:pt x="8953" y="83791"/>
                    </a:lnTo>
                    <a:lnTo>
                      <a:pt x="10547" y="85737"/>
                    </a:lnTo>
                    <a:lnTo>
                      <a:pt x="12282" y="87635"/>
                    </a:lnTo>
                    <a:lnTo>
                      <a:pt x="14133" y="89487"/>
                    </a:lnTo>
                    <a:lnTo>
                      <a:pt x="16102" y="91315"/>
                    </a:lnTo>
                    <a:lnTo>
                      <a:pt x="18188" y="93096"/>
                    </a:lnTo>
                    <a:lnTo>
                      <a:pt x="20391" y="94854"/>
                    </a:lnTo>
                    <a:lnTo>
                      <a:pt x="22712" y="96542"/>
                    </a:lnTo>
                    <a:lnTo>
                      <a:pt x="25149" y="98206"/>
                    </a:lnTo>
                    <a:lnTo>
                      <a:pt x="27680" y="99823"/>
                    </a:lnTo>
                    <a:lnTo>
                      <a:pt x="30306" y="101393"/>
                    </a:lnTo>
                    <a:lnTo>
                      <a:pt x="33048" y="102893"/>
                    </a:lnTo>
                    <a:lnTo>
                      <a:pt x="35884" y="104370"/>
                    </a:lnTo>
                    <a:lnTo>
                      <a:pt x="38814" y="105776"/>
                    </a:lnTo>
                    <a:lnTo>
                      <a:pt x="41837" y="107112"/>
                    </a:lnTo>
                    <a:lnTo>
                      <a:pt x="44931" y="108401"/>
                    </a:lnTo>
                    <a:lnTo>
                      <a:pt x="48118" y="109644"/>
                    </a:lnTo>
                    <a:lnTo>
                      <a:pt x="51376" y="110815"/>
                    </a:lnTo>
                    <a:lnTo>
                      <a:pt x="54728" y="111917"/>
                    </a:lnTo>
                    <a:lnTo>
                      <a:pt x="58127" y="112972"/>
                    </a:lnTo>
                    <a:lnTo>
                      <a:pt x="61595" y="113956"/>
                    </a:lnTo>
                    <a:lnTo>
                      <a:pt x="65135" y="114870"/>
                    </a:lnTo>
                    <a:lnTo>
                      <a:pt x="68721" y="115714"/>
                    </a:lnTo>
                    <a:lnTo>
                      <a:pt x="72377" y="116488"/>
                    </a:lnTo>
                    <a:lnTo>
                      <a:pt x="76080" y="117191"/>
                    </a:lnTo>
                    <a:lnTo>
                      <a:pt x="79807" y="117823"/>
                    </a:lnTo>
                    <a:lnTo>
                      <a:pt x="83580" y="118409"/>
                    </a:lnTo>
                    <a:lnTo>
                      <a:pt x="87401" y="118902"/>
                    </a:lnTo>
                    <a:lnTo>
                      <a:pt x="91245" y="119324"/>
                    </a:lnTo>
                    <a:lnTo>
                      <a:pt x="95112" y="119675"/>
                    </a:lnTo>
                    <a:lnTo>
                      <a:pt x="99003" y="119956"/>
                    </a:lnTo>
                    <a:lnTo>
                      <a:pt x="102917" y="120144"/>
                    </a:lnTo>
                    <a:lnTo>
                      <a:pt x="106831" y="120284"/>
                    </a:lnTo>
                    <a:lnTo>
                      <a:pt x="110745" y="120331"/>
                    </a:lnTo>
                    <a:lnTo>
                      <a:pt x="114659" y="120308"/>
                    </a:lnTo>
                    <a:lnTo>
                      <a:pt x="118574" y="120238"/>
                    </a:lnTo>
                    <a:lnTo>
                      <a:pt x="122488" y="120050"/>
                    </a:lnTo>
                    <a:lnTo>
                      <a:pt x="126378" y="119816"/>
                    </a:lnTo>
                    <a:lnTo>
                      <a:pt x="130269" y="119511"/>
                    </a:lnTo>
                    <a:lnTo>
                      <a:pt x="134113" y="119113"/>
                    </a:lnTo>
                    <a:lnTo>
                      <a:pt x="137957" y="118667"/>
                    </a:lnTo>
                    <a:lnTo>
                      <a:pt x="141754" y="118128"/>
                    </a:lnTo>
                    <a:lnTo>
                      <a:pt x="145504" y="117519"/>
                    </a:lnTo>
                    <a:lnTo>
                      <a:pt x="149231" y="116839"/>
                    </a:lnTo>
                    <a:lnTo>
                      <a:pt x="152887" y="116113"/>
                    </a:lnTo>
                    <a:lnTo>
                      <a:pt x="156520" y="115292"/>
                    </a:lnTo>
                    <a:lnTo>
                      <a:pt x="160082" y="114402"/>
                    </a:lnTo>
                    <a:lnTo>
                      <a:pt x="163598" y="113464"/>
                    </a:lnTo>
                    <a:lnTo>
                      <a:pt x="167020" y="112456"/>
                    </a:lnTo>
                    <a:lnTo>
                      <a:pt x="170395" y="111378"/>
                    </a:lnTo>
                    <a:lnTo>
                      <a:pt x="173700" y="110230"/>
                    </a:lnTo>
                    <a:lnTo>
                      <a:pt x="176934" y="109034"/>
                    </a:lnTo>
                    <a:lnTo>
                      <a:pt x="180075" y="107769"/>
                    </a:lnTo>
                    <a:lnTo>
                      <a:pt x="183146" y="106456"/>
                    </a:lnTo>
                    <a:lnTo>
                      <a:pt x="186099" y="105073"/>
                    </a:lnTo>
                    <a:lnTo>
                      <a:pt x="188982" y="103643"/>
                    </a:lnTo>
                    <a:lnTo>
                      <a:pt x="191771" y="102143"/>
                    </a:lnTo>
                    <a:lnTo>
                      <a:pt x="194466" y="100620"/>
                    </a:lnTo>
                    <a:lnTo>
                      <a:pt x="197044" y="99026"/>
                    </a:lnTo>
                    <a:lnTo>
                      <a:pt x="199529" y="97385"/>
                    </a:lnTo>
                    <a:lnTo>
                      <a:pt x="201896" y="95698"/>
                    </a:lnTo>
                    <a:lnTo>
                      <a:pt x="204170" y="93987"/>
                    </a:lnTo>
                    <a:lnTo>
                      <a:pt x="206302" y="92206"/>
                    </a:lnTo>
                    <a:lnTo>
                      <a:pt x="208342" y="90401"/>
                    </a:lnTo>
                    <a:lnTo>
                      <a:pt x="210240" y="88549"/>
                    </a:lnTo>
                    <a:lnTo>
                      <a:pt x="212045" y="86674"/>
                    </a:lnTo>
                    <a:lnTo>
                      <a:pt x="213709" y="84776"/>
                    </a:lnTo>
                    <a:lnTo>
                      <a:pt x="215256" y="82830"/>
                    </a:lnTo>
                    <a:lnTo>
                      <a:pt x="216662" y="80862"/>
                    </a:lnTo>
                    <a:lnTo>
                      <a:pt x="217951" y="78869"/>
                    </a:lnTo>
                    <a:lnTo>
                      <a:pt x="219100" y="76854"/>
                    </a:lnTo>
                    <a:lnTo>
                      <a:pt x="220108" y="74815"/>
                    </a:lnTo>
                    <a:lnTo>
                      <a:pt x="220998" y="72752"/>
                    </a:lnTo>
                    <a:lnTo>
                      <a:pt x="221748" y="70666"/>
                    </a:lnTo>
                    <a:lnTo>
                      <a:pt x="222381" y="68580"/>
                    </a:lnTo>
                    <a:lnTo>
                      <a:pt x="222850" y="66494"/>
                    </a:lnTo>
                    <a:lnTo>
                      <a:pt x="223201" y="64385"/>
                    </a:lnTo>
                    <a:lnTo>
                      <a:pt x="223412" y="62275"/>
                    </a:lnTo>
                    <a:close/>
                  </a:path>
                </a:pathLst>
              </a:custGeom>
              <a:solidFill>
                <a:srgbClr val="F7C1D9"/>
              </a:solidFill>
              <a:ln w="5398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07" name="Graphic 6">
                <a:extLst>
                  <a:ext uri="{FF2B5EF4-FFF2-40B4-BE49-F238E27FC236}">
                    <a16:creationId xmlns:a16="http://schemas.microsoft.com/office/drawing/2014/main" id="{C1FDD111-1EE9-8947-8B05-42EED74FC6FB}"/>
                  </a:ext>
                </a:extLst>
              </p:cNvPr>
              <p:cNvGrpSpPr/>
              <p:nvPr/>
            </p:nvGrpSpPr>
            <p:grpSpPr>
              <a:xfrm>
                <a:off x="3390708" y="716564"/>
                <a:ext cx="255006" cy="62720"/>
                <a:chOff x="-3483409" y="3443149"/>
                <a:chExt cx="255006" cy="62720"/>
              </a:xfrm>
              <a:solidFill>
                <a:srgbClr val="000000"/>
              </a:solidFill>
            </p:grpSpPr>
            <p:sp>
              <p:nvSpPr>
                <p:cNvPr id="3408" name="Freeform 3407">
                  <a:extLst>
                    <a:ext uri="{FF2B5EF4-FFF2-40B4-BE49-F238E27FC236}">
                      <a16:creationId xmlns:a16="http://schemas.microsoft.com/office/drawing/2014/main" id="{2B60D132-E366-C093-62A8-9CE0668A013E}"/>
                    </a:ext>
                  </a:extLst>
                </p:cNvPr>
                <p:cNvSpPr/>
                <p:nvPr/>
              </p:nvSpPr>
              <p:spPr>
                <a:xfrm>
                  <a:off x="-3483409" y="3454024"/>
                  <a:ext cx="33000" cy="38719"/>
                </a:xfrm>
                <a:custGeom>
                  <a:avLst/>
                  <a:gdLst>
                    <a:gd name="csX0" fmla="*/ 33568 w 33000"/>
                    <a:gd name="csY0" fmla="*/ 14340 h 38719"/>
                    <a:gd name="csX1" fmla="*/ 17818 w 33000"/>
                    <a:gd name="csY1" fmla="*/ 90 h 38719"/>
                    <a:gd name="csX2" fmla="*/ 568 w 33000"/>
                    <a:gd name="csY2" fmla="*/ 19684 h 38719"/>
                    <a:gd name="csX3" fmla="*/ 17631 w 33000"/>
                    <a:gd name="csY3" fmla="*/ 38810 h 38719"/>
                    <a:gd name="csX4" fmla="*/ 33568 w 33000"/>
                    <a:gd name="csY4" fmla="*/ 24559 h 38719"/>
                    <a:gd name="csX5" fmla="*/ 24474 w 33000"/>
                    <a:gd name="csY5" fmla="*/ 24559 h 38719"/>
                    <a:gd name="csX6" fmla="*/ 17631 w 33000"/>
                    <a:gd name="csY6" fmla="*/ 31122 h 38719"/>
                    <a:gd name="csX7" fmla="*/ 10037 w 33000"/>
                    <a:gd name="csY7" fmla="*/ 19684 h 38719"/>
                    <a:gd name="csX8" fmla="*/ 11818 w 33000"/>
                    <a:gd name="csY8" fmla="*/ 10778 h 38719"/>
                    <a:gd name="csX9" fmla="*/ 17724 w 33000"/>
                    <a:gd name="csY9" fmla="*/ 7684 h 38719"/>
                    <a:gd name="csX10" fmla="*/ 24474 w 33000"/>
                    <a:gd name="csY10" fmla="*/ 14340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000" h="38719">
                      <a:moveTo>
                        <a:pt x="33568" y="14340"/>
                      </a:moveTo>
                      <a:cubicBezTo>
                        <a:pt x="32912" y="5434"/>
                        <a:pt x="27006" y="90"/>
                        <a:pt x="17818" y="90"/>
                      </a:cubicBezTo>
                      <a:cubicBezTo>
                        <a:pt x="6849" y="90"/>
                        <a:pt x="568" y="7215"/>
                        <a:pt x="568" y="19684"/>
                      </a:cubicBezTo>
                      <a:cubicBezTo>
                        <a:pt x="568" y="31778"/>
                        <a:pt x="6849" y="38810"/>
                        <a:pt x="17631" y="38810"/>
                      </a:cubicBezTo>
                      <a:cubicBezTo>
                        <a:pt x="26537" y="38810"/>
                        <a:pt x="32631" y="33278"/>
                        <a:pt x="33568" y="24559"/>
                      </a:cubicBezTo>
                      <a:lnTo>
                        <a:pt x="24474" y="24559"/>
                      </a:lnTo>
                      <a:cubicBezTo>
                        <a:pt x="23349" y="29341"/>
                        <a:pt x="21474" y="31122"/>
                        <a:pt x="17631" y="31122"/>
                      </a:cubicBezTo>
                      <a:cubicBezTo>
                        <a:pt x="12849" y="31122"/>
                        <a:pt x="10037" y="26903"/>
                        <a:pt x="10037" y="19684"/>
                      </a:cubicBezTo>
                      <a:cubicBezTo>
                        <a:pt x="10037" y="16122"/>
                        <a:pt x="10693" y="13028"/>
                        <a:pt x="11818" y="10778"/>
                      </a:cubicBezTo>
                      <a:cubicBezTo>
                        <a:pt x="12943" y="8809"/>
                        <a:pt x="15005" y="7684"/>
                        <a:pt x="17724" y="7684"/>
                      </a:cubicBezTo>
                      <a:cubicBezTo>
                        <a:pt x="21568" y="7684"/>
                        <a:pt x="23443" y="9559"/>
                        <a:pt x="24474" y="143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09" name="Freeform 3408">
                  <a:extLst>
                    <a:ext uri="{FF2B5EF4-FFF2-40B4-BE49-F238E27FC236}">
                      <a16:creationId xmlns:a16="http://schemas.microsoft.com/office/drawing/2014/main" id="{5C59D19F-A8FD-7355-D675-312B9F210D96}"/>
                    </a:ext>
                  </a:extLst>
                </p:cNvPr>
                <p:cNvSpPr/>
                <p:nvPr/>
              </p:nvSpPr>
              <p:spPr>
                <a:xfrm>
                  <a:off x="-3445533" y="3454024"/>
                  <a:ext cx="32719" cy="37126"/>
                </a:xfrm>
                <a:custGeom>
                  <a:avLst/>
                  <a:gdLst>
                    <a:gd name="csX0" fmla="*/ 574 w 32719"/>
                    <a:gd name="csY0" fmla="*/ 652 h 37126"/>
                    <a:gd name="csX1" fmla="*/ 574 w 32719"/>
                    <a:gd name="csY1" fmla="*/ 37216 h 37126"/>
                    <a:gd name="csX2" fmla="*/ 10136 w 32719"/>
                    <a:gd name="csY2" fmla="*/ 37216 h 37126"/>
                    <a:gd name="csX3" fmla="*/ 10136 w 32719"/>
                    <a:gd name="csY3" fmla="*/ 15278 h 37126"/>
                    <a:gd name="csX4" fmla="*/ 17730 w 32719"/>
                    <a:gd name="csY4" fmla="*/ 8153 h 37126"/>
                    <a:gd name="csX5" fmla="*/ 23824 w 32719"/>
                    <a:gd name="csY5" fmla="*/ 14715 h 37126"/>
                    <a:gd name="csX6" fmla="*/ 23824 w 32719"/>
                    <a:gd name="csY6" fmla="*/ 37216 h 37126"/>
                    <a:gd name="csX7" fmla="*/ 33293 w 32719"/>
                    <a:gd name="csY7" fmla="*/ 37216 h 37126"/>
                    <a:gd name="csX8" fmla="*/ 33293 w 32719"/>
                    <a:gd name="csY8" fmla="*/ 12746 h 37126"/>
                    <a:gd name="csX9" fmla="*/ 21105 w 32719"/>
                    <a:gd name="csY9" fmla="*/ 90 h 37126"/>
                    <a:gd name="csX10" fmla="*/ 10136 w 32719"/>
                    <a:gd name="csY10" fmla="*/ 5903 h 37126"/>
                    <a:gd name="csX11" fmla="*/ 10136 w 32719"/>
                    <a:gd name="csY11" fmla="*/ 652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574" y="652"/>
                      </a:moveTo>
                      <a:lnTo>
                        <a:pt x="574" y="37216"/>
                      </a:lnTo>
                      <a:lnTo>
                        <a:pt x="10136" y="37216"/>
                      </a:lnTo>
                      <a:lnTo>
                        <a:pt x="10136" y="15278"/>
                      </a:lnTo>
                      <a:cubicBezTo>
                        <a:pt x="10136" y="10965"/>
                        <a:pt x="13043" y="8153"/>
                        <a:pt x="17730" y="8153"/>
                      </a:cubicBezTo>
                      <a:cubicBezTo>
                        <a:pt x="21762" y="8153"/>
                        <a:pt x="23824" y="10309"/>
                        <a:pt x="23824" y="14715"/>
                      </a:cubicBezTo>
                      <a:lnTo>
                        <a:pt x="23824" y="37216"/>
                      </a:lnTo>
                      <a:lnTo>
                        <a:pt x="33293" y="37216"/>
                      </a:lnTo>
                      <a:lnTo>
                        <a:pt x="33293" y="12746"/>
                      </a:lnTo>
                      <a:cubicBezTo>
                        <a:pt x="33293" y="4590"/>
                        <a:pt x="28887" y="90"/>
                        <a:pt x="21105" y="90"/>
                      </a:cubicBezTo>
                      <a:cubicBezTo>
                        <a:pt x="16137" y="90"/>
                        <a:pt x="12761" y="1777"/>
                        <a:pt x="10136" y="5903"/>
                      </a:cubicBezTo>
                      <a:lnTo>
                        <a:pt x="10136" y="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0" name="Freeform 3409">
                  <a:extLst>
                    <a:ext uri="{FF2B5EF4-FFF2-40B4-BE49-F238E27FC236}">
                      <a16:creationId xmlns:a16="http://schemas.microsoft.com/office/drawing/2014/main" id="{DD02FADC-AFBE-A3C3-D66D-5CC5CC8AB3D0}"/>
                    </a:ext>
                  </a:extLst>
                </p:cNvPr>
                <p:cNvSpPr/>
                <p:nvPr/>
              </p:nvSpPr>
              <p:spPr>
                <a:xfrm>
                  <a:off x="-3406814" y="3445493"/>
                  <a:ext cx="19406" cy="47251"/>
                </a:xfrm>
                <a:custGeom>
                  <a:avLst/>
                  <a:gdLst>
                    <a:gd name="csX0" fmla="*/ 19987 w 19406"/>
                    <a:gd name="csY0" fmla="*/ 9934 h 47251"/>
                    <a:gd name="csX1" fmla="*/ 14737 w 19406"/>
                    <a:gd name="csY1" fmla="*/ 9934 h 47251"/>
                    <a:gd name="csX2" fmla="*/ 14737 w 19406"/>
                    <a:gd name="csY2" fmla="*/ 90 h 47251"/>
                    <a:gd name="csX3" fmla="*/ 5268 w 19406"/>
                    <a:gd name="csY3" fmla="*/ 90 h 47251"/>
                    <a:gd name="csX4" fmla="*/ 5268 w 19406"/>
                    <a:gd name="csY4" fmla="*/ 9934 h 47251"/>
                    <a:gd name="csX5" fmla="*/ 581 w 19406"/>
                    <a:gd name="csY5" fmla="*/ 9934 h 47251"/>
                    <a:gd name="csX6" fmla="*/ 581 w 19406"/>
                    <a:gd name="csY6" fmla="*/ 16215 h 47251"/>
                    <a:gd name="csX7" fmla="*/ 5268 w 19406"/>
                    <a:gd name="csY7" fmla="*/ 16215 h 47251"/>
                    <a:gd name="csX8" fmla="*/ 5268 w 19406"/>
                    <a:gd name="csY8" fmla="*/ 38716 h 47251"/>
                    <a:gd name="csX9" fmla="*/ 14550 w 19406"/>
                    <a:gd name="csY9" fmla="*/ 47341 h 47251"/>
                    <a:gd name="csX10" fmla="*/ 19987 w 19406"/>
                    <a:gd name="csY10" fmla="*/ 46591 h 47251"/>
                    <a:gd name="csX11" fmla="*/ 19987 w 19406"/>
                    <a:gd name="csY11" fmla="*/ 39935 h 47251"/>
                    <a:gd name="csX12" fmla="*/ 17831 w 19406"/>
                    <a:gd name="csY12" fmla="*/ 40122 h 47251"/>
                    <a:gd name="csX13" fmla="*/ 14737 w 19406"/>
                    <a:gd name="csY13" fmla="*/ 36091 h 47251"/>
                    <a:gd name="csX14" fmla="*/ 14737 w 19406"/>
                    <a:gd name="csY14" fmla="*/ 16215 h 47251"/>
                    <a:gd name="csX15" fmla="*/ 19987 w 19406"/>
                    <a:gd name="csY15" fmla="*/ 16215 h 472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19406" h="47251">
                      <a:moveTo>
                        <a:pt x="19987" y="9934"/>
                      </a:moveTo>
                      <a:lnTo>
                        <a:pt x="14737" y="9934"/>
                      </a:lnTo>
                      <a:lnTo>
                        <a:pt x="14737" y="90"/>
                      </a:lnTo>
                      <a:lnTo>
                        <a:pt x="5268" y="90"/>
                      </a:lnTo>
                      <a:lnTo>
                        <a:pt x="5268" y="9934"/>
                      </a:lnTo>
                      <a:lnTo>
                        <a:pt x="581" y="9934"/>
                      </a:lnTo>
                      <a:lnTo>
                        <a:pt x="581" y="16215"/>
                      </a:lnTo>
                      <a:lnTo>
                        <a:pt x="5268" y="16215"/>
                      </a:lnTo>
                      <a:lnTo>
                        <a:pt x="5268" y="38716"/>
                      </a:lnTo>
                      <a:cubicBezTo>
                        <a:pt x="5268" y="44435"/>
                        <a:pt x="8268" y="47341"/>
                        <a:pt x="14550" y="47341"/>
                      </a:cubicBezTo>
                      <a:cubicBezTo>
                        <a:pt x="16706" y="47341"/>
                        <a:pt x="18300" y="47060"/>
                        <a:pt x="19987" y="46591"/>
                      </a:cubicBezTo>
                      <a:lnTo>
                        <a:pt x="19987" y="39935"/>
                      </a:lnTo>
                      <a:cubicBezTo>
                        <a:pt x="19050" y="40028"/>
                        <a:pt x="18581" y="40122"/>
                        <a:pt x="17831" y="40122"/>
                      </a:cubicBezTo>
                      <a:cubicBezTo>
                        <a:pt x="15394" y="40122"/>
                        <a:pt x="14737" y="39372"/>
                        <a:pt x="14737" y="36091"/>
                      </a:cubicBezTo>
                      <a:lnTo>
                        <a:pt x="14737" y="16215"/>
                      </a:lnTo>
                      <a:lnTo>
                        <a:pt x="19987" y="162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1" name="Freeform 3410">
                  <a:extLst>
                    <a:ext uri="{FF2B5EF4-FFF2-40B4-BE49-F238E27FC236}">
                      <a16:creationId xmlns:a16="http://schemas.microsoft.com/office/drawing/2014/main" id="{FCF60B56-36FA-1E4A-6DEC-DE7C2BA4656F}"/>
                    </a:ext>
                  </a:extLst>
                </p:cNvPr>
                <p:cNvSpPr/>
                <p:nvPr/>
              </p:nvSpPr>
              <p:spPr>
                <a:xfrm>
                  <a:off x="-3379532" y="3454024"/>
                  <a:ext cx="32719" cy="37126"/>
                </a:xfrm>
                <a:custGeom>
                  <a:avLst/>
                  <a:gdLst>
                    <a:gd name="csX0" fmla="*/ 585 w 32719"/>
                    <a:gd name="csY0" fmla="*/ 652 h 37126"/>
                    <a:gd name="csX1" fmla="*/ 585 w 32719"/>
                    <a:gd name="csY1" fmla="*/ 37216 h 37126"/>
                    <a:gd name="csX2" fmla="*/ 10147 w 32719"/>
                    <a:gd name="csY2" fmla="*/ 37216 h 37126"/>
                    <a:gd name="csX3" fmla="*/ 10147 w 32719"/>
                    <a:gd name="csY3" fmla="*/ 15278 h 37126"/>
                    <a:gd name="csX4" fmla="*/ 17741 w 32719"/>
                    <a:gd name="csY4" fmla="*/ 8153 h 37126"/>
                    <a:gd name="csX5" fmla="*/ 23835 w 32719"/>
                    <a:gd name="csY5" fmla="*/ 14715 h 37126"/>
                    <a:gd name="csX6" fmla="*/ 23835 w 32719"/>
                    <a:gd name="csY6" fmla="*/ 37216 h 37126"/>
                    <a:gd name="csX7" fmla="*/ 33304 w 32719"/>
                    <a:gd name="csY7" fmla="*/ 37216 h 37126"/>
                    <a:gd name="csX8" fmla="*/ 33304 w 32719"/>
                    <a:gd name="csY8" fmla="*/ 12746 h 37126"/>
                    <a:gd name="csX9" fmla="*/ 21116 w 32719"/>
                    <a:gd name="csY9" fmla="*/ 90 h 37126"/>
                    <a:gd name="csX10" fmla="*/ 10147 w 32719"/>
                    <a:gd name="csY10" fmla="*/ 5903 h 37126"/>
                    <a:gd name="csX11" fmla="*/ 10147 w 32719"/>
                    <a:gd name="csY11" fmla="*/ 652 h 37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2719" h="37126">
                      <a:moveTo>
                        <a:pt x="585" y="652"/>
                      </a:moveTo>
                      <a:lnTo>
                        <a:pt x="585" y="37216"/>
                      </a:lnTo>
                      <a:lnTo>
                        <a:pt x="10147" y="37216"/>
                      </a:lnTo>
                      <a:lnTo>
                        <a:pt x="10147" y="15278"/>
                      </a:lnTo>
                      <a:cubicBezTo>
                        <a:pt x="10147" y="10965"/>
                        <a:pt x="13054" y="8153"/>
                        <a:pt x="17741" y="8153"/>
                      </a:cubicBezTo>
                      <a:cubicBezTo>
                        <a:pt x="21773" y="8153"/>
                        <a:pt x="23835" y="10309"/>
                        <a:pt x="23835" y="14715"/>
                      </a:cubicBezTo>
                      <a:lnTo>
                        <a:pt x="23835" y="37216"/>
                      </a:lnTo>
                      <a:lnTo>
                        <a:pt x="33304" y="37216"/>
                      </a:lnTo>
                      <a:lnTo>
                        <a:pt x="33304" y="12746"/>
                      </a:lnTo>
                      <a:cubicBezTo>
                        <a:pt x="33304" y="4590"/>
                        <a:pt x="28898" y="90"/>
                        <a:pt x="21116" y="90"/>
                      </a:cubicBezTo>
                      <a:cubicBezTo>
                        <a:pt x="16148" y="90"/>
                        <a:pt x="12772" y="1777"/>
                        <a:pt x="10147" y="5903"/>
                      </a:cubicBezTo>
                      <a:lnTo>
                        <a:pt x="10147" y="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2" name="Freeform 3411">
                  <a:extLst>
                    <a:ext uri="{FF2B5EF4-FFF2-40B4-BE49-F238E27FC236}">
                      <a16:creationId xmlns:a16="http://schemas.microsoft.com/office/drawing/2014/main" id="{DF93CDA2-1EAD-8B7A-DB78-8718B09EEE18}"/>
                    </a:ext>
                  </a:extLst>
                </p:cNvPr>
                <p:cNvSpPr/>
                <p:nvPr/>
              </p:nvSpPr>
              <p:spPr>
                <a:xfrm>
                  <a:off x="-3339874" y="3454024"/>
                  <a:ext cx="33563" cy="38719"/>
                </a:xfrm>
                <a:custGeom>
                  <a:avLst/>
                  <a:gdLst>
                    <a:gd name="csX0" fmla="*/ 34155 w 33563"/>
                    <a:gd name="csY0" fmla="*/ 36091 h 38719"/>
                    <a:gd name="csX1" fmla="*/ 31999 w 33563"/>
                    <a:gd name="csY1" fmla="*/ 31591 h 38719"/>
                    <a:gd name="csX2" fmla="*/ 31999 w 33563"/>
                    <a:gd name="csY2" fmla="*/ 11246 h 38719"/>
                    <a:gd name="csX3" fmla="*/ 17092 w 33563"/>
                    <a:gd name="csY3" fmla="*/ 90 h 38719"/>
                    <a:gd name="csX4" fmla="*/ 1435 w 33563"/>
                    <a:gd name="csY4" fmla="*/ 12746 h 38719"/>
                    <a:gd name="csX5" fmla="*/ 10529 w 33563"/>
                    <a:gd name="csY5" fmla="*/ 12746 h 38719"/>
                    <a:gd name="csX6" fmla="*/ 17280 w 33563"/>
                    <a:gd name="csY6" fmla="*/ 7684 h 38719"/>
                    <a:gd name="csX7" fmla="*/ 22717 w 33563"/>
                    <a:gd name="csY7" fmla="*/ 11340 h 38719"/>
                    <a:gd name="csX8" fmla="*/ 21123 w 33563"/>
                    <a:gd name="csY8" fmla="*/ 14247 h 38719"/>
                    <a:gd name="csX9" fmla="*/ 15123 w 33563"/>
                    <a:gd name="csY9" fmla="*/ 15653 h 38719"/>
                    <a:gd name="csX10" fmla="*/ 11373 w 33563"/>
                    <a:gd name="csY10" fmla="*/ 16309 h 38719"/>
                    <a:gd name="csX11" fmla="*/ 592 w 33563"/>
                    <a:gd name="csY11" fmla="*/ 27841 h 38719"/>
                    <a:gd name="csX12" fmla="*/ 11748 w 33563"/>
                    <a:gd name="csY12" fmla="*/ 38810 h 38719"/>
                    <a:gd name="csX13" fmla="*/ 22811 w 33563"/>
                    <a:gd name="csY13" fmla="*/ 33560 h 38719"/>
                    <a:gd name="csX14" fmla="*/ 23936 w 33563"/>
                    <a:gd name="csY14" fmla="*/ 37216 h 38719"/>
                    <a:gd name="csX15" fmla="*/ 34155 w 33563"/>
                    <a:gd name="csY15" fmla="*/ 37216 h 38719"/>
                    <a:gd name="csX16" fmla="*/ 22717 w 33563"/>
                    <a:gd name="csY16" fmla="*/ 22497 h 38719"/>
                    <a:gd name="csX17" fmla="*/ 15217 w 33563"/>
                    <a:gd name="csY17" fmla="*/ 31122 h 38719"/>
                    <a:gd name="csX18" fmla="*/ 10061 w 33563"/>
                    <a:gd name="csY18" fmla="*/ 26716 h 38719"/>
                    <a:gd name="csX19" fmla="*/ 15498 w 33563"/>
                    <a:gd name="csY19" fmla="*/ 21747 h 38719"/>
                    <a:gd name="csX20" fmla="*/ 18780 w 33563"/>
                    <a:gd name="csY20" fmla="*/ 21090 h 38719"/>
                    <a:gd name="csX21" fmla="*/ 22717 w 33563"/>
                    <a:gd name="csY21" fmla="*/ 19965 h 387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3563" h="38719">
                      <a:moveTo>
                        <a:pt x="34155" y="36091"/>
                      </a:moveTo>
                      <a:cubicBezTo>
                        <a:pt x="32561" y="34497"/>
                        <a:pt x="31999" y="33466"/>
                        <a:pt x="31999" y="31591"/>
                      </a:cubicBezTo>
                      <a:lnTo>
                        <a:pt x="31999" y="11246"/>
                      </a:lnTo>
                      <a:cubicBezTo>
                        <a:pt x="31999" y="3840"/>
                        <a:pt x="26936" y="90"/>
                        <a:pt x="17092" y="90"/>
                      </a:cubicBezTo>
                      <a:cubicBezTo>
                        <a:pt x="7154" y="90"/>
                        <a:pt x="1998" y="4215"/>
                        <a:pt x="1435" y="12746"/>
                      </a:cubicBezTo>
                      <a:lnTo>
                        <a:pt x="10529" y="12746"/>
                      </a:lnTo>
                      <a:cubicBezTo>
                        <a:pt x="10998" y="8903"/>
                        <a:pt x="12592" y="7684"/>
                        <a:pt x="17280" y="7684"/>
                      </a:cubicBezTo>
                      <a:cubicBezTo>
                        <a:pt x="20936" y="7684"/>
                        <a:pt x="22717" y="8903"/>
                        <a:pt x="22717" y="11340"/>
                      </a:cubicBezTo>
                      <a:cubicBezTo>
                        <a:pt x="22717" y="12559"/>
                        <a:pt x="22155" y="13590"/>
                        <a:pt x="21123" y="14247"/>
                      </a:cubicBezTo>
                      <a:cubicBezTo>
                        <a:pt x="19811" y="14903"/>
                        <a:pt x="19811" y="14903"/>
                        <a:pt x="15123" y="15653"/>
                      </a:cubicBezTo>
                      <a:lnTo>
                        <a:pt x="11373" y="16309"/>
                      </a:lnTo>
                      <a:cubicBezTo>
                        <a:pt x="4154" y="17528"/>
                        <a:pt x="592" y="21278"/>
                        <a:pt x="592" y="27841"/>
                      </a:cubicBezTo>
                      <a:cubicBezTo>
                        <a:pt x="592" y="34403"/>
                        <a:pt x="4998" y="38810"/>
                        <a:pt x="11748" y="38810"/>
                      </a:cubicBezTo>
                      <a:cubicBezTo>
                        <a:pt x="15780" y="38810"/>
                        <a:pt x="19436" y="37122"/>
                        <a:pt x="22811" y="33560"/>
                      </a:cubicBezTo>
                      <a:cubicBezTo>
                        <a:pt x="22811" y="35435"/>
                        <a:pt x="22998" y="36091"/>
                        <a:pt x="23936" y="37216"/>
                      </a:cubicBezTo>
                      <a:lnTo>
                        <a:pt x="34155" y="37216"/>
                      </a:lnTo>
                      <a:close/>
                      <a:moveTo>
                        <a:pt x="22717" y="22497"/>
                      </a:moveTo>
                      <a:cubicBezTo>
                        <a:pt x="22717" y="28028"/>
                        <a:pt x="19998" y="31122"/>
                        <a:pt x="15217" y="31122"/>
                      </a:cubicBezTo>
                      <a:cubicBezTo>
                        <a:pt x="12029" y="31122"/>
                        <a:pt x="10061" y="29434"/>
                        <a:pt x="10061" y="26716"/>
                      </a:cubicBezTo>
                      <a:cubicBezTo>
                        <a:pt x="10061" y="23903"/>
                        <a:pt x="11561" y="22497"/>
                        <a:pt x="15498" y="21747"/>
                      </a:cubicBezTo>
                      <a:lnTo>
                        <a:pt x="18780" y="21090"/>
                      </a:lnTo>
                      <a:cubicBezTo>
                        <a:pt x="21217" y="20622"/>
                        <a:pt x="21686" y="20528"/>
                        <a:pt x="22717" y="1996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3" name="Freeform 3412">
                  <a:extLst>
                    <a:ext uri="{FF2B5EF4-FFF2-40B4-BE49-F238E27FC236}">
                      <a16:creationId xmlns:a16="http://schemas.microsoft.com/office/drawing/2014/main" id="{0F95CBB2-307B-3B9A-DF6F-221B97A5F306}"/>
                    </a:ext>
                  </a:extLst>
                </p:cNvPr>
                <p:cNvSpPr/>
                <p:nvPr/>
              </p:nvSpPr>
              <p:spPr>
                <a:xfrm>
                  <a:off x="-3301811" y="3454024"/>
                  <a:ext cx="34875" cy="51845"/>
                </a:xfrm>
                <a:custGeom>
                  <a:avLst/>
                  <a:gdLst>
                    <a:gd name="csX0" fmla="*/ 10067 w 34875"/>
                    <a:gd name="csY0" fmla="*/ 652 h 51845"/>
                    <a:gd name="csX1" fmla="*/ 598 w 34875"/>
                    <a:gd name="csY1" fmla="*/ 652 h 51845"/>
                    <a:gd name="csX2" fmla="*/ 598 w 34875"/>
                    <a:gd name="csY2" fmla="*/ 51935 h 51845"/>
                    <a:gd name="csX3" fmla="*/ 10067 w 34875"/>
                    <a:gd name="csY3" fmla="*/ 51935 h 51845"/>
                    <a:gd name="csX4" fmla="*/ 10067 w 34875"/>
                    <a:gd name="csY4" fmla="*/ 32903 h 51845"/>
                    <a:gd name="csX5" fmla="*/ 20192 w 34875"/>
                    <a:gd name="csY5" fmla="*/ 38810 h 51845"/>
                    <a:gd name="csX6" fmla="*/ 35474 w 34875"/>
                    <a:gd name="csY6" fmla="*/ 19497 h 51845"/>
                    <a:gd name="csX7" fmla="*/ 31630 w 34875"/>
                    <a:gd name="csY7" fmla="*/ 5809 h 51845"/>
                    <a:gd name="csX8" fmla="*/ 20192 w 34875"/>
                    <a:gd name="csY8" fmla="*/ 90 h 51845"/>
                    <a:gd name="csX9" fmla="*/ 10067 w 34875"/>
                    <a:gd name="csY9" fmla="*/ 6090 h 51845"/>
                    <a:gd name="csX10" fmla="*/ 18036 w 34875"/>
                    <a:gd name="csY10" fmla="*/ 7965 h 51845"/>
                    <a:gd name="csX11" fmla="*/ 26005 w 34875"/>
                    <a:gd name="csY11" fmla="*/ 19590 h 51845"/>
                    <a:gd name="csX12" fmla="*/ 18036 w 34875"/>
                    <a:gd name="csY12" fmla="*/ 30934 h 51845"/>
                    <a:gd name="csX13" fmla="*/ 10067 w 34875"/>
                    <a:gd name="csY13" fmla="*/ 19497 h 51845"/>
                    <a:gd name="csX14" fmla="*/ 18036 w 34875"/>
                    <a:gd name="csY14" fmla="*/ 7965 h 518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4875" h="51845">
                      <a:moveTo>
                        <a:pt x="10067" y="652"/>
                      </a:moveTo>
                      <a:lnTo>
                        <a:pt x="598" y="652"/>
                      </a:lnTo>
                      <a:lnTo>
                        <a:pt x="598" y="51935"/>
                      </a:lnTo>
                      <a:lnTo>
                        <a:pt x="10067" y="51935"/>
                      </a:lnTo>
                      <a:lnTo>
                        <a:pt x="10067" y="32903"/>
                      </a:lnTo>
                      <a:cubicBezTo>
                        <a:pt x="12410" y="36935"/>
                        <a:pt x="15598" y="38810"/>
                        <a:pt x="20192" y="38810"/>
                      </a:cubicBezTo>
                      <a:cubicBezTo>
                        <a:pt x="29005" y="38810"/>
                        <a:pt x="35474" y="30559"/>
                        <a:pt x="35474" y="19497"/>
                      </a:cubicBezTo>
                      <a:cubicBezTo>
                        <a:pt x="35474" y="14340"/>
                        <a:pt x="34067" y="9184"/>
                        <a:pt x="31630" y="5809"/>
                      </a:cubicBezTo>
                      <a:cubicBezTo>
                        <a:pt x="29192" y="2340"/>
                        <a:pt x="24598" y="90"/>
                        <a:pt x="20192" y="90"/>
                      </a:cubicBezTo>
                      <a:cubicBezTo>
                        <a:pt x="15598" y="90"/>
                        <a:pt x="12410" y="2059"/>
                        <a:pt x="10067" y="6090"/>
                      </a:cubicBezTo>
                      <a:close/>
                      <a:moveTo>
                        <a:pt x="18036" y="7965"/>
                      </a:moveTo>
                      <a:cubicBezTo>
                        <a:pt x="22817" y="7965"/>
                        <a:pt x="26005" y="12559"/>
                        <a:pt x="26005" y="19590"/>
                      </a:cubicBezTo>
                      <a:cubicBezTo>
                        <a:pt x="26005" y="26341"/>
                        <a:pt x="22817" y="30934"/>
                        <a:pt x="18036" y="30934"/>
                      </a:cubicBezTo>
                      <a:cubicBezTo>
                        <a:pt x="13254" y="30934"/>
                        <a:pt x="10067" y="26341"/>
                        <a:pt x="10067" y="19497"/>
                      </a:cubicBezTo>
                      <a:cubicBezTo>
                        <a:pt x="10067" y="12559"/>
                        <a:pt x="13254" y="7965"/>
                        <a:pt x="18036" y="796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4" name="Freeform 3413">
                  <a:extLst>
                    <a:ext uri="{FF2B5EF4-FFF2-40B4-BE49-F238E27FC236}">
                      <a16:creationId xmlns:a16="http://schemas.microsoft.com/office/drawing/2014/main" id="{FFC82C70-D386-18D0-E8C4-072CF5D59BDE}"/>
                    </a:ext>
                  </a:extLst>
                </p:cNvPr>
                <p:cNvSpPr/>
                <p:nvPr/>
              </p:nvSpPr>
              <p:spPr>
                <a:xfrm>
                  <a:off x="-3262153" y="3443149"/>
                  <a:ext cx="33750" cy="48001"/>
                </a:xfrm>
                <a:custGeom>
                  <a:avLst/>
                  <a:gdLst>
                    <a:gd name="csX0" fmla="*/ 34356 w 33750"/>
                    <a:gd name="csY0" fmla="*/ 29622 h 48001"/>
                    <a:gd name="csX1" fmla="*/ 29293 w 33750"/>
                    <a:gd name="csY1" fmla="*/ 29622 h 48001"/>
                    <a:gd name="csX2" fmla="*/ 29293 w 33750"/>
                    <a:gd name="csY2" fmla="*/ 90 h 48001"/>
                    <a:gd name="csX3" fmla="*/ 18136 w 33750"/>
                    <a:gd name="csY3" fmla="*/ 90 h 48001"/>
                    <a:gd name="csX4" fmla="*/ 605 w 33750"/>
                    <a:gd name="csY4" fmla="*/ 29434 h 48001"/>
                    <a:gd name="csX5" fmla="*/ 605 w 33750"/>
                    <a:gd name="csY5" fmla="*/ 37497 h 48001"/>
                    <a:gd name="csX6" fmla="*/ 19824 w 33750"/>
                    <a:gd name="csY6" fmla="*/ 37497 h 48001"/>
                    <a:gd name="csX7" fmla="*/ 19824 w 33750"/>
                    <a:gd name="csY7" fmla="*/ 48091 h 48001"/>
                    <a:gd name="csX8" fmla="*/ 29293 w 33750"/>
                    <a:gd name="csY8" fmla="*/ 48091 h 48001"/>
                    <a:gd name="csX9" fmla="*/ 29293 w 33750"/>
                    <a:gd name="csY9" fmla="*/ 37497 h 48001"/>
                    <a:gd name="csX10" fmla="*/ 34356 w 33750"/>
                    <a:gd name="csY10" fmla="*/ 37497 h 48001"/>
                    <a:gd name="csX11" fmla="*/ 19824 w 33750"/>
                    <a:gd name="csY11" fmla="*/ 29622 h 48001"/>
                    <a:gd name="csX12" fmla="*/ 7355 w 33750"/>
                    <a:gd name="csY12" fmla="*/ 29622 h 48001"/>
                    <a:gd name="csX13" fmla="*/ 19824 w 33750"/>
                    <a:gd name="csY13" fmla="*/ 9090 h 48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3750" h="48001">
                      <a:moveTo>
                        <a:pt x="34356" y="29622"/>
                      </a:moveTo>
                      <a:lnTo>
                        <a:pt x="29293" y="29622"/>
                      </a:lnTo>
                      <a:lnTo>
                        <a:pt x="29293" y="90"/>
                      </a:lnTo>
                      <a:lnTo>
                        <a:pt x="18136" y="90"/>
                      </a:lnTo>
                      <a:lnTo>
                        <a:pt x="605" y="29434"/>
                      </a:lnTo>
                      <a:lnTo>
                        <a:pt x="605" y="37497"/>
                      </a:lnTo>
                      <a:lnTo>
                        <a:pt x="19824" y="37497"/>
                      </a:lnTo>
                      <a:lnTo>
                        <a:pt x="19824" y="48091"/>
                      </a:lnTo>
                      <a:lnTo>
                        <a:pt x="29293" y="48091"/>
                      </a:lnTo>
                      <a:lnTo>
                        <a:pt x="29293" y="37497"/>
                      </a:lnTo>
                      <a:lnTo>
                        <a:pt x="34356" y="37497"/>
                      </a:lnTo>
                      <a:close/>
                      <a:moveTo>
                        <a:pt x="19824" y="29622"/>
                      </a:moveTo>
                      <a:lnTo>
                        <a:pt x="7355" y="29622"/>
                      </a:lnTo>
                      <a:lnTo>
                        <a:pt x="19824" y="90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15" name="Freeform 3414">
                <a:extLst>
                  <a:ext uri="{FF2B5EF4-FFF2-40B4-BE49-F238E27FC236}">
                    <a16:creationId xmlns:a16="http://schemas.microsoft.com/office/drawing/2014/main" id="{B6DE9AEA-C481-66E8-800D-052357BFD7DF}"/>
                  </a:ext>
                </a:extLst>
              </p:cNvPr>
              <p:cNvSpPr/>
              <p:nvPr/>
            </p:nvSpPr>
            <p:spPr>
              <a:xfrm>
                <a:off x="3935644" y="755231"/>
                <a:ext cx="309453" cy="169059"/>
              </a:xfrm>
              <a:custGeom>
                <a:avLst/>
                <a:gdLst>
                  <a:gd name="csX0" fmla="*/ 0 w 309453"/>
                  <a:gd name="csY0" fmla="*/ 169059 h 169059"/>
                  <a:gd name="csX1" fmla="*/ 309454 w 309453"/>
                  <a:gd name="csY1" fmla="*/ 169059 h 169059"/>
                  <a:gd name="csX2" fmla="*/ 309454 w 309453"/>
                  <a:gd name="csY2" fmla="*/ 0 h 169059"/>
                  <a:gd name="csX3" fmla="*/ 0 w 309453"/>
                  <a:gd name="csY3" fmla="*/ 0 h 1690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09453" h="169059">
                    <a:moveTo>
                      <a:pt x="0" y="169059"/>
                    </a:moveTo>
                    <a:lnTo>
                      <a:pt x="309454" y="169059"/>
                    </a:lnTo>
                    <a:lnTo>
                      <a:pt x="30945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16" name="Graphic 6">
                <a:extLst>
                  <a:ext uri="{FF2B5EF4-FFF2-40B4-BE49-F238E27FC236}">
                    <a16:creationId xmlns:a16="http://schemas.microsoft.com/office/drawing/2014/main" id="{5E79E0C0-1D6D-468E-530A-69D0521CC44E}"/>
                  </a:ext>
                </a:extLst>
              </p:cNvPr>
              <p:cNvGrpSpPr/>
              <p:nvPr/>
            </p:nvGrpSpPr>
            <p:grpSpPr>
              <a:xfrm>
                <a:off x="4053702" y="809807"/>
                <a:ext cx="76595" cy="47720"/>
                <a:chOff x="-2820415" y="3536392"/>
                <a:chExt cx="76595" cy="47720"/>
              </a:xfrm>
              <a:solidFill>
                <a:srgbClr val="000000"/>
              </a:solidFill>
            </p:grpSpPr>
            <p:sp>
              <p:nvSpPr>
                <p:cNvPr id="3417" name="Freeform 3416">
                  <a:extLst>
                    <a:ext uri="{FF2B5EF4-FFF2-40B4-BE49-F238E27FC236}">
                      <a16:creationId xmlns:a16="http://schemas.microsoft.com/office/drawing/2014/main" id="{03F7CE66-893F-F1D8-50EC-C8F00290572C}"/>
                    </a:ext>
                  </a:extLst>
                </p:cNvPr>
                <p:cNvSpPr/>
                <p:nvPr/>
              </p:nvSpPr>
              <p:spPr>
                <a:xfrm>
                  <a:off x="-2820415" y="3536392"/>
                  <a:ext cx="41438" cy="47720"/>
                </a:xfrm>
                <a:custGeom>
                  <a:avLst/>
                  <a:gdLst>
                    <a:gd name="csX0" fmla="*/ 42117 w 41438"/>
                    <a:gd name="csY0" fmla="*/ 44544 h 47720"/>
                    <a:gd name="csX1" fmla="*/ 39398 w 41438"/>
                    <a:gd name="csY1" fmla="*/ 39012 h 47720"/>
                    <a:gd name="csX2" fmla="*/ 39398 w 41438"/>
                    <a:gd name="csY2" fmla="*/ 13980 h 47720"/>
                    <a:gd name="csX3" fmla="*/ 20929 w 41438"/>
                    <a:gd name="csY3" fmla="*/ 105 h 47720"/>
                    <a:gd name="csX4" fmla="*/ 1709 w 41438"/>
                    <a:gd name="csY4" fmla="*/ 15668 h 47720"/>
                    <a:gd name="csX5" fmla="*/ 12960 w 41438"/>
                    <a:gd name="csY5" fmla="*/ 15668 h 47720"/>
                    <a:gd name="csX6" fmla="*/ 21210 w 41438"/>
                    <a:gd name="csY6" fmla="*/ 9574 h 47720"/>
                    <a:gd name="csX7" fmla="*/ 27960 w 41438"/>
                    <a:gd name="csY7" fmla="*/ 14074 h 47720"/>
                    <a:gd name="csX8" fmla="*/ 25991 w 41438"/>
                    <a:gd name="csY8" fmla="*/ 17543 h 47720"/>
                    <a:gd name="csX9" fmla="*/ 18679 w 41438"/>
                    <a:gd name="csY9" fmla="*/ 19324 h 47720"/>
                    <a:gd name="csX10" fmla="*/ 13991 w 41438"/>
                    <a:gd name="csY10" fmla="*/ 20168 h 47720"/>
                    <a:gd name="csX11" fmla="*/ 678 w 41438"/>
                    <a:gd name="csY11" fmla="*/ 34325 h 47720"/>
                    <a:gd name="csX12" fmla="*/ 14366 w 41438"/>
                    <a:gd name="csY12" fmla="*/ 47825 h 47720"/>
                    <a:gd name="csX13" fmla="*/ 28054 w 41438"/>
                    <a:gd name="csY13" fmla="*/ 41450 h 47720"/>
                    <a:gd name="csX14" fmla="*/ 29366 w 41438"/>
                    <a:gd name="csY14" fmla="*/ 45950 h 47720"/>
                    <a:gd name="csX15" fmla="*/ 42117 w 41438"/>
                    <a:gd name="csY15" fmla="*/ 45950 h 47720"/>
                    <a:gd name="csX16" fmla="*/ 27960 w 41438"/>
                    <a:gd name="csY16" fmla="*/ 27856 h 47720"/>
                    <a:gd name="csX17" fmla="*/ 18679 w 41438"/>
                    <a:gd name="csY17" fmla="*/ 38450 h 47720"/>
                    <a:gd name="csX18" fmla="*/ 12397 w 41438"/>
                    <a:gd name="csY18" fmla="*/ 33012 h 47720"/>
                    <a:gd name="csX19" fmla="*/ 19054 w 41438"/>
                    <a:gd name="csY19" fmla="*/ 26825 h 47720"/>
                    <a:gd name="csX20" fmla="*/ 23085 w 41438"/>
                    <a:gd name="csY20" fmla="*/ 26075 h 47720"/>
                    <a:gd name="csX21" fmla="*/ 27960 w 41438"/>
                    <a:gd name="csY21" fmla="*/ 24668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1438" h="47720">
                      <a:moveTo>
                        <a:pt x="42117" y="44544"/>
                      </a:moveTo>
                      <a:cubicBezTo>
                        <a:pt x="40148" y="42575"/>
                        <a:pt x="39398" y="41262"/>
                        <a:pt x="39398" y="39012"/>
                      </a:cubicBezTo>
                      <a:lnTo>
                        <a:pt x="39398" y="13980"/>
                      </a:lnTo>
                      <a:cubicBezTo>
                        <a:pt x="39398" y="4793"/>
                        <a:pt x="33210" y="105"/>
                        <a:pt x="20929" y="105"/>
                      </a:cubicBezTo>
                      <a:cubicBezTo>
                        <a:pt x="8741" y="105"/>
                        <a:pt x="2459" y="5261"/>
                        <a:pt x="1709" y="15668"/>
                      </a:cubicBezTo>
                      <a:lnTo>
                        <a:pt x="12960" y="15668"/>
                      </a:lnTo>
                      <a:cubicBezTo>
                        <a:pt x="13522" y="11074"/>
                        <a:pt x="15491" y="9574"/>
                        <a:pt x="21210" y="9574"/>
                      </a:cubicBezTo>
                      <a:cubicBezTo>
                        <a:pt x="25710" y="9574"/>
                        <a:pt x="27960" y="11074"/>
                        <a:pt x="27960" y="14074"/>
                      </a:cubicBezTo>
                      <a:cubicBezTo>
                        <a:pt x="27960" y="15574"/>
                        <a:pt x="27210" y="16793"/>
                        <a:pt x="25991" y="17543"/>
                      </a:cubicBezTo>
                      <a:cubicBezTo>
                        <a:pt x="24397" y="18387"/>
                        <a:pt x="24397" y="18387"/>
                        <a:pt x="18679" y="19324"/>
                      </a:cubicBezTo>
                      <a:lnTo>
                        <a:pt x="13991" y="20168"/>
                      </a:lnTo>
                      <a:cubicBezTo>
                        <a:pt x="4991" y="21668"/>
                        <a:pt x="678" y="26262"/>
                        <a:pt x="678" y="34325"/>
                      </a:cubicBezTo>
                      <a:cubicBezTo>
                        <a:pt x="678" y="42481"/>
                        <a:pt x="6116" y="47825"/>
                        <a:pt x="14366" y="47825"/>
                      </a:cubicBezTo>
                      <a:cubicBezTo>
                        <a:pt x="19429" y="47825"/>
                        <a:pt x="23929" y="45763"/>
                        <a:pt x="28054" y="41450"/>
                      </a:cubicBezTo>
                      <a:cubicBezTo>
                        <a:pt x="28054" y="43794"/>
                        <a:pt x="28335" y="44638"/>
                        <a:pt x="29366" y="45950"/>
                      </a:cubicBezTo>
                      <a:lnTo>
                        <a:pt x="42117" y="45950"/>
                      </a:lnTo>
                      <a:close/>
                      <a:moveTo>
                        <a:pt x="27960" y="27856"/>
                      </a:moveTo>
                      <a:cubicBezTo>
                        <a:pt x="27960" y="34606"/>
                        <a:pt x="24679" y="38450"/>
                        <a:pt x="18679" y="38450"/>
                      </a:cubicBezTo>
                      <a:cubicBezTo>
                        <a:pt x="14835" y="38450"/>
                        <a:pt x="12397" y="36387"/>
                        <a:pt x="12397" y="33012"/>
                      </a:cubicBezTo>
                      <a:cubicBezTo>
                        <a:pt x="12397" y="29450"/>
                        <a:pt x="14178" y="27856"/>
                        <a:pt x="19054" y="26825"/>
                      </a:cubicBezTo>
                      <a:lnTo>
                        <a:pt x="23085" y="26075"/>
                      </a:lnTo>
                      <a:cubicBezTo>
                        <a:pt x="26179" y="25512"/>
                        <a:pt x="26648" y="25324"/>
                        <a:pt x="27960" y="24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18" name="Freeform 3417">
                  <a:extLst>
                    <a:ext uri="{FF2B5EF4-FFF2-40B4-BE49-F238E27FC236}">
                      <a16:creationId xmlns:a16="http://schemas.microsoft.com/office/drawing/2014/main" id="{A6F0ECAD-0B61-5045-0F9B-5FAB8FBD3496}"/>
                    </a:ext>
                  </a:extLst>
                </p:cNvPr>
                <p:cNvSpPr/>
                <p:nvPr/>
              </p:nvSpPr>
              <p:spPr>
                <a:xfrm>
                  <a:off x="-2769507" y="3536392"/>
                  <a:ext cx="25688" cy="45844"/>
                </a:xfrm>
                <a:custGeom>
                  <a:avLst/>
                  <a:gdLst>
                    <a:gd name="csX0" fmla="*/ 686 w 25688"/>
                    <a:gd name="csY0" fmla="*/ 855 h 45844"/>
                    <a:gd name="csX1" fmla="*/ 686 w 25688"/>
                    <a:gd name="csY1" fmla="*/ 45950 h 45844"/>
                    <a:gd name="csX2" fmla="*/ 12405 w 25688"/>
                    <a:gd name="csY2" fmla="*/ 45950 h 45844"/>
                    <a:gd name="csX3" fmla="*/ 12405 w 25688"/>
                    <a:gd name="csY3" fmla="*/ 21949 h 45844"/>
                    <a:gd name="csX4" fmla="*/ 22624 w 25688"/>
                    <a:gd name="csY4" fmla="*/ 11730 h 45844"/>
                    <a:gd name="csX5" fmla="*/ 26374 w 25688"/>
                    <a:gd name="csY5" fmla="*/ 12012 h 45844"/>
                    <a:gd name="csX6" fmla="*/ 26374 w 25688"/>
                    <a:gd name="csY6" fmla="*/ 199 h 45844"/>
                    <a:gd name="csX7" fmla="*/ 24968 w 25688"/>
                    <a:gd name="csY7" fmla="*/ 105 h 45844"/>
                    <a:gd name="csX8" fmla="*/ 12405 w 25688"/>
                    <a:gd name="csY8" fmla="*/ 9668 h 45844"/>
                    <a:gd name="csX9" fmla="*/ 12405 w 25688"/>
                    <a:gd name="csY9" fmla="*/ 855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686" y="855"/>
                      </a:moveTo>
                      <a:lnTo>
                        <a:pt x="686" y="45950"/>
                      </a:lnTo>
                      <a:lnTo>
                        <a:pt x="12405" y="45950"/>
                      </a:lnTo>
                      <a:lnTo>
                        <a:pt x="12405" y="21949"/>
                      </a:lnTo>
                      <a:cubicBezTo>
                        <a:pt x="12405" y="15105"/>
                        <a:pt x="15780" y="11730"/>
                        <a:pt x="22624" y="11730"/>
                      </a:cubicBezTo>
                      <a:cubicBezTo>
                        <a:pt x="23937" y="11730"/>
                        <a:pt x="24780" y="11824"/>
                        <a:pt x="26374" y="12012"/>
                      </a:cubicBezTo>
                      <a:lnTo>
                        <a:pt x="26374" y="199"/>
                      </a:lnTo>
                      <a:cubicBezTo>
                        <a:pt x="25718" y="105"/>
                        <a:pt x="25437" y="105"/>
                        <a:pt x="24968" y="105"/>
                      </a:cubicBezTo>
                      <a:cubicBezTo>
                        <a:pt x="19624" y="105"/>
                        <a:pt x="14936" y="3574"/>
                        <a:pt x="12405" y="9668"/>
                      </a:cubicBezTo>
                      <a:lnTo>
                        <a:pt x="12405" y="85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19" name="Freeform 3418">
                <a:extLst>
                  <a:ext uri="{FF2B5EF4-FFF2-40B4-BE49-F238E27FC236}">
                    <a16:creationId xmlns:a16="http://schemas.microsoft.com/office/drawing/2014/main" id="{28C71390-231A-2493-682D-B05D0594A1B8}"/>
                  </a:ext>
                </a:extLst>
              </p:cNvPr>
              <p:cNvSpPr/>
              <p:nvPr/>
            </p:nvSpPr>
            <p:spPr>
              <a:xfrm>
                <a:off x="2836326" y="1992015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20" name="Graphic 6">
                <a:extLst>
                  <a:ext uri="{FF2B5EF4-FFF2-40B4-BE49-F238E27FC236}">
                    <a16:creationId xmlns:a16="http://schemas.microsoft.com/office/drawing/2014/main" id="{6C300E70-A18C-C15D-073C-CBE2170197DB}"/>
                  </a:ext>
                </a:extLst>
              </p:cNvPr>
              <p:cNvGrpSpPr/>
              <p:nvPr/>
            </p:nvGrpSpPr>
            <p:grpSpPr>
              <a:xfrm>
                <a:off x="2897593" y="2033670"/>
                <a:ext cx="144472" cy="55220"/>
                <a:chOff x="-3976524" y="4760255"/>
                <a:chExt cx="144472" cy="55220"/>
              </a:xfrm>
              <a:solidFill>
                <a:srgbClr val="000000"/>
              </a:solidFill>
            </p:grpSpPr>
            <p:sp>
              <p:nvSpPr>
                <p:cNvPr id="3421" name="Freeform 3420">
                  <a:extLst>
                    <a:ext uri="{FF2B5EF4-FFF2-40B4-BE49-F238E27FC236}">
                      <a16:creationId xmlns:a16="http://schemas.microsoft.com/office/drawing/2014/main" id="{FA164E65-C481-04CD-B58E-844D89C69650}"/>
                    </a:ext>
                  </a:extLst>
                </p:cNvPr>
                <p:cNvSpPr/>
                <p:nvPr/>
              </p:nvSpPr>
              <p:spPr>
                <a:xfrm>
                  <a:off x="-3976524" y="4773474"/>
                  <a:ext cx="36938" cy="42001"/>
                </a:xfrm>
                <a:custGeom>
                  <a:avLst/>
                  <a:gdLst>
                    <a:gd name="csX0" fmla="*/ 37330 w 36938"/>
                    <a:gd name="csY0" fmla="*/ 24030 h 42001"/>
                    <a:gd name="csX1" fmla="*/ 37424 w 36938"/>
                    <a:gd name="csY1" fmla="*/ 22248 h 42001"/>
                    <a:gd name="csX2" fmla="*/ 35924 w 36938"/>
                    <a:gd name="csY2" fmla="*/ 11842 h 42001"/>
                    <a:gd name="csX3" fmla="*/ 18861 w 36938"/>
                    <a:gd name="csY3" fmla="*/ 310 h 42001"/>
                    <a:gd name="csX4" fmla="*/ 486 w 36938"/>
                    <a:gd name="csY4" fmla="*/ 21873 h 42001"/>
                    <a:gd name="csX5" fmla="*/ 18674 w 36938"/>
                    <a:gd name="csY5" fmla="*/ 42311 h 42001"/>
                    <a:gd name="csX6" fmla="*/ 36955 w 36938"/>
                    <a:gd name="csY6" fmla="*/ 29467 h 42001"/>
                    <a:gd name="csX7" fmla="*/ 26830 w 36938"/>
                    <a:gd name="csY7" fmla="*/ 29467 h 42001"/>
                    <a:gd name="csX8" fmla="*/ 19049 w 36938"/>
                    <a:gd name="csY8" fmla="*/ 34436 h 42001"/>
                    <a:gd name="csX9" fmla="*/ 12298 w 36938"/>
                    <a:gd name="csY9" fmla="*/ 30967 h 42001"/>
                    <a:gd name="csX10" fmla="*/ 10798 w 36938"/>
                    <a:gd name="csY10" fmla="*/ 24030 h 42001"/>
                    <a:gd name="csX11" fmla="*/ 10892 w 36938"/>
                    <a:gd name="csY11" fmla="*/ 17186 h 42001"/>
                    <a:gd name="csX12" fmla="*/ 18674 w 36938"/>
                    <a:gd name="csY12" fmla="*/ 8186 h 42001"/>
                    <a:gd name="csX13" fmla="*/ 26736 w 36938"/>
                    <a:gd name="csY13" fmla="*/ 17186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938" h="42001">
                      <a:moveTo>
                        <a:pt x="37330" y="24030"/>
                      </a:moveTo>
                      <a:cubicBezTo>
                        <a:pt x="37424" y="23186"/>
                        <a:pt x="37424" y="22811"/>
                        <a:pt x="37424" y="22248"/>
                      </a:cubicBezTo>
                      <a:cubicBezTo>
                        <a:pt x="37424" y="18311"/>
                        <a:pt x="36862" y="14654"/>
                        <a:pt x="35924" y="11842"/>
                      </a:cubicBezTo>
                      <a:cubicBezTo>
                        <a:pt x="33205" y="4623"/>
                        <a:pt x="26830" y="310"/>
                        <a:pt x="18861" y="310"/>
                      </a:cubicBezTo>
                      <a:cubicBezTo>
                        <a:pt x="7517" y="310"/>
                        <a:pt x="486" y="8561"/>
                        <a:pt x="486" y="21873"/>
                      </a:cubicBezTo>
                      <a:cubicBezTo>
                        <a:pt x="486" y="34530"/>
                        <a:pt x="7423" y="42311"/>
                        <a:pt x="18674" y="42311"/>
                      </a:cubicBezTo>
                      <a:cubicBezTo>
                        <a:pt x="27486" y="42311"/>
                        <a:pt x="34705" y="37343"/>
                        <a:pt x="36955" y="29467"/>
                      </a:cubicBezTo>
                      <a:lnTo>
                        <a:pt x="26830" y="29467"/>
                      </a:lnTo>
                      <a:cubicBezTo>
                        <a:pt x="25611" y="32655"/>
                        <a:pt x="22705" y="34436"/>
                        <a:pt x="19049" y="34436"/>
                      </a:cubicBezTo>
                      <a:cubicBezTo>
                        <a:pt x="16048" y="34436"/>
                        <a:pt x="13705" y="33217"/>
                        <a:pt x="12298" y="30967"/>
                      </a:cubicBezTo>
                      <a:cubicBezTo>
                        <a:pt x="11267" y="29561"/>
                        <a:pt x="10892" y="27780"/>
                        <a:pt x="10798" y="24030"/>
                      </a:cubicBezTo>
                      <a:close/>
                      <a:moveTo>
                        <a:pt x="10892" y="17186"/>
                      </a:moveTo>
                      <a:cubicBezTo>
                        <a:pt x="11548" y="11092"/>
                        <a:pt x="14173" y="8186"/>
                        <a:pt x="18674" y="8186"/>
                      </a:cubicBezTo>
                      <a:cubicBezTo>
                        <a:pt x="23455" y="8186"/>
                        <a:pt x="26174" y="11373"/>
                        <a:pt x="26736" y="171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22" name="Freeform 3421">
                  <a:extLst>
                    <a:ext uri="{FF2B5EF4-FFF2-40B4-BE49-F238E27FC236}">
                      <a16:creationId xmlns:a16="http://schemas.microsoft.com/office/drawing/2014/main" id="{DD2E32B0-A6D3-FA1C-4D85-9C04F4BE7E1A}"/>
                    </a:ext>
                  </a:extLst>
                </p:cNvPr>
                <p:cNvSpPr/>
                <p:nvPr/>
              </p:nvSpPr>
              <p:spPr>
                <a:xfrm>
                  <a:off x="-3933961" y="4760630"/>
                  <a:ext cx="35625" cy="53157"/>
                </a:xfrm>
                <a:custGeom>
                  <a:avLst/>
                  <a:gdLst>
                    <a:gd name="csX0" fmla="*/ 35931 w 35625"/>
                    <a:gd name="csY0" fmla="*/ 44280 h 53157"/>
                    <a:gd name="csX1" fmla="*/ 13805 w 35625"/>
                    <a:gd name="csY1" fmla="*/ 44280 h 53157"/>
                    <a:gd name="csX2" fmla="*/ 24493 w 35625"/>
                    <a:gd name="csY2" fmla="*/ 34436 h 53157"/>
                    <a:gd name="csX3" fmla="*/ 36119 w 35625"/>
                    <a:gd name="csY3" fmla="*/ 16811 h 53157"/>
                    <a:gd name="csX4" fmla="*/ 18306 w 35625"/>
                    <a:gd name="csY4" fmla="*/ 310 h 53157"/>
                    <a:gd name="csX5" fmla="*/ 1243 w 35625"/>
                    <a:gd name="csY5" fmla="*/ 17748 h 53157"/>
                    <a:gd name="csX6" fmla="*/ 1243 w 35625"/>
                    <a:gd name="csY6" fmla="*/ 19530 h 53157"/>
                    <a:gd name="csX7" fmla="*/ 11087 w 35625"/>
                    <a:gd name="csY7" fmla="*/ 19530 h 53157"/>
                    <a:gd name="csX8" fmla="*/ 11087 w 35625"/>
                    <a:gd name="csY8" fmla="*/ 17842 h 53157"/>
                    <a:gd name="csX9" fmla="*/ 18493 w 35625"/>
                    <a:gd name="csY9" fmla="*/ 8654 h 53157"/>
                    <a:gd name="csX10" fmla="*/ 25899 w 35625"/>
                    <a:gd name="csY10" fmla="*/ 17092 h 53157"/>
                    <a:gd name="csX11" fmla="*/ 12493 w 35625"/>
                    <a:gd name="csY11" fmla="*/ 33217 h 53157"/>
                    <a:gd name="csX12" fmla="*/ 493 w 35625"/>
                    <a:gd name="csY12" fmla="*/ 53468 h 53157"/>
                    <a:gd name="csX13" fmla="*/ 35931 w 35625"/>
                    <a:gd name="csY13" fmla="*/ 53468 h 531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5625" h="53157">
                      <a:moveTo>
                        <a:pt x="35931" y="44280"/>
                      </a:moveTo>
                      <a:lnTo>
                        <a:pt x="13805" y="44280"/>
                      </a:lnTo>
                      <a:cubicBezTo>
                        <a:pt x="15212" y="41468"/>
                        <a:pt x="16805" y="39968"/>
                        <a:pt x="24493" y="34436"/>
                      </a:cubicBezTo>
                      <a:cubicBezTo>
                        <a:pt x="33493" y="27874"/>
                        <a:pt x="36119" y="23936"/>
                        <a:pt x="36119" y="16811"/>
                      </a:cubicBezTo>
                      <a:cubicBezTo>
                        <a:pt x="36119" y="6779"/>
                        <a:pt x="29181" y="310"/>
                        <a:pt x="18306" y="310"/>
                      </a:cubicBezTo>
                      <a:cubicBezTo>
                        <a:pt x="7524" y="310"/>
                        <a:pt x="1243" y="6685"/>
                        <a:pt x="1243" y="17748"/>
                      </a:cubicBezTo>
                      <a:lnTo>
                        <a:pt x="1243" y="19530"/>
                      </a:lnTo>
                      <a:lnTo>
                        <a:pt x="11087" y="19530"/>
                      </a:lnTo>
                      <a:lnTo>
                        <a:pt x="11087" y="17842"/>
                      </a:lnTo>
                      <a:cubicBezTo>
                        <a:pt x="11087" y="12029"/>
                        <a:pt x="13805" y="8654"/>
                        <a:pt x="18493" y="8654"/>
                      </a:cubicBezTo>
                      <a:cubicBezTo>
                        <a:pt x="23087" y="8654"/>
                        <a:pt x="25899" y="11842"/>
                        <a:pt x="25899" y="17092"/>
                      </a:cubicBezTo>
                      <a:cubicBezTo>
                        <a:pt x="25899" y="22811"/>
                        <a:pt x="24118" y="24967"/>
                        <a:pt x="12493" y="33217"/>
                      </a:cubicBezTo>
                      <a:cubicBezTo>
                        <a:pt x="3680" y="39218"/>
                        <a:pt x="961" y="43811"/>
                        <a:pt x="493" y="53468"/>
                      </a:cubicBezTo>
                      <a:lnTo>
                        <a:pt x="35931" y="534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23" name="Freeform 3422">
                  <a:extLst>
                    <a:ext uri="{FF2B5EF4-FFF2-40B4-BE49-F238E27FC236}">
                      <a16:creationId xmlns:a16="http://schemas.microsoft.com/office/drawing/2014/main" id="{7CB6840C-CBD5-C316-2DC4-FBCA5CFA5350}"/>
                    </a:ext>
                  </a:extLst>
                </p:cNvPr>
                <p:cNvSpPr/>
                <p:nvPr/>
              </p:nvSpPr>
              <p:spPr>
                <a:xfrm>
                  <a:off x="-3893084" y="4760255"/>
                  <a:ext cx="21938" cy="53532"/>
                </a:xfrm>
                <a:custGeom>
                  <a:avLst/>
                  <a:gdLst>
                    <a:gd name="csX0" fmla="*/ 22438 w 21938"/>
                    <a:gd name="csY0" fmla="*/ 15029 h 53532"/>
                    <a:gd name="csX1" fmla="*/ 16344 w 21938"/>
                    <a:gd name="csY1" fmla="*/ 15029 h 53532"/>
                    <a:gd name="csX2" fmla="*/ 16344 w 21938"/>
                    <a:gd name="csY2" fmla="*/ 11092 h 53532"/>
                    <a:gd name="csX3" fmla="*/ 19156 w 21938"/>
                    <a:gd name="csY3" fmla="*/ 7998 h 53532"/>
                    <a:gd name="csX4" fmla="*/ 22063 w 21938"/>
                    <a:gd name="csY4" fmla="*/ 8279 h 53532"/>
                    <a:gd name="csX5" fmla="*/ 22063 w 21938"/>
                    <a:gd name="csY5" fmla="*/ 592 h 53532"/>
                    <a:gd name="csX6" fmla="*/ 16250 w 21938"/>
                    <a:gd name="csY6" fmla="*/ 310 h 53532"/>
                    <a:gd name="csX7" fmla="*/ 6031 w 21938"/>
                    <a:gd name="csY7" fmla="*/ 10248 h 53532"/>
                    <a:gd name="csX8" fmla="*/ 6031 w 21938"/>
                    <a:gd name="csY8" fmla="*/ 15029 h 53532"/>
                    <a:gd name="csX9" fmla="*/ 500 w 21938"/>
                    <a:gd name="csY9" fmla="*/ 15029 h 53532"/>
                    <a:gd name="csX10" fmla="*/ 500 w 21938"/>
                    <a:gd name="csY10" fmla="*/ 21873 h 53532"/>
                    <a:gd name="csX11" fmla="*/ 6031 w 21938"/>
                    <a:gd name="csY11" fmla="*/ 21873 h 53532"/>
                    <a:gd name="csX12" fmla="*/ 6031 w 21938"/>
                    <a:gd name="csY12" fmla="*/ 53843 h 53532"/>
                    <a:gd name="csX13" fmla="*/ 16344 w 21938"/>
                    <a:gd name="csY13" fmla="*/ 53843 h 53532"/>
                    <a:gd name="csX14" fmla="*/ 16344 w 21938"/>
                    <a:gd name="csY14" fmla="*/ 21873 h 53532"/>
                    <a:gd name="csX15" fmla="*/ 22438 w 21938"/>
                    <a:gd name="csY15" fmla="*/ 21873 h 53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1938" h="53532">
                      <a:moveTo>
                        <a:pt x="22438" y="15029"/>
                      </a:moveTo>
                      <a:lnTo>
                        <a:pt x="16344" y="15029"/>
                      </a:lnTo>
                      <a:lnTo>
                        <a:pt x="16344" y="11092"/>
                      </a:lnTo>
                      <a:cubicBezTo>
                        <a:pt x="16344" y="9029"/>
                        <a:pt x="17187" y="7998"/>
                        <a:pt x="19156" y="7998"/>
                      </a:cubicBezTo>
                      <a:cubicBezTo>
                        <a:pt x="20094" y="7998"/>
                        <a:pt x="21031" y="8092"/>
                        <a:pt x="22063" y="8279"/>
                      </a:cubicBezTo>
                      <a:lnTo>
                        <a:pt x="22063" y="592"/>
                      </a:lnTo>
                      <a:cubicBezTo>
                        <a:pt x="19906" y="404"/>
                        <a:pt x="17750" y="310"/>
                        <a:pt x="16250" y="310"/>
                      </a:cubicBezTo>
                      <a:cubicBezTo>
                        <a:pt x="9406" y="310"/>
                        <a:pt x="6031" y="3592"/>
                        <a:pt x="6031" y="10248"/>
                      </a:cubicBezTo>
                      <a:lnTo>
                        <a:pt x="6031" y="15029"/>
                      </a:lnTo>
                      <a:lnTo>
                        <a:pt x="500" y="15029"/>
                      </a:lnTo>
                      <a:lnTo>
                        <a:pt x="500" y="21873"/>
                      </a:lnTo>
                      <a:lnTo>
                        <a:pt x="6031" y="21873"/>
                      </a:lnTo>
                      <a:lnTo>
                        <a:pt x="6031" y="53843"/>
                      </a:lnTo>
                      <a:lnTo>
                        <a:pt x="16344" y="53843"/>
                      </a:lnTo>
                      <a:lnTo>
                        <a:pt x="16344" y="21873"/>
                      </a:lnTo>
                      <a:lnTo>
                        <a:pt x="22438" y="218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24" name="Freeform 3423">
                  <a:extLst>
                    <a:ext uri="{FF2B5EF4-FFF2-40B4-BE49-F238E27FC236}">
                      <a16:creationId xmlns:a16="http://schemas.microsoft.com/office/drawing/2014/main" id="{B268C31A-FDAF-50D6-D944-5232AF635C1A}"/>
                    </a:ext>
                  </a:extLst>
                </p:cNvPr>
                <p:cNvSpPr/>
                <p:nvPr/>
              </p:nvSpPr>
              <p:spPr>
                <a:xfrm>
                  <a:off x="-3867771" y="4760630"/>
                  <a:ext cx="35719" cy="54845"/>
                </a:xfrm>
                <a:custGeom>
                  <a:avLst/>
                  <a:gdLst>
                    <a:gd name="csX0" fmla="*/ 35379 w 35719"/>
                    <a:gd name="csY0" fmla="*/ 13248 h 54845"/>
                    <a:gd name="csX1" fmla="*/ 32848 w 35719"/>
                    <a:gd name="csY1" fmla="*/ 6310 h 54845"/>
                    <a:gd name="csX2" fmla="*/ 19723 w 35719"/>
                    <a:gd name="csY2" fmla="*/ 310 h 54845"/>
                    <a:gd name="csX3" fmla="*/ 4816 w 35719"/>
                    <a:gd name="csY3" fmla="*/ 8373 h 54845"/>
                    <a:gd name="csX4" fmla="*/ 504 w 35719"/>
                    <a:gd name="csY4" fmla="*/ 28717 h 54845"/>
                    <a:gd name="csX5" fmla="*/ 4254 w 35719"/>
                    <a:gd name="csY5" fmla="*/ 47468 h 54845"/>
                    <a:gd name="csX6" fmla="*/ 18879 w 35719"/>
                    <a:gd name="csY6" fmla="*/ 55156 h 54845"/>
                    <a:gd name="csX7" fmla="*/ 36223 w 35719"/>
                    <a:gd name="csY7" fmla="*/ 36030 h 54845"/>
                    <a:gd name="csX8" fmla="*/ 21129 w 35719"/>
                    <a:gd name="csY8" fmla="*/ 19155 h 54845"/>
                    <a:gd name="csX9" fmla="*/ 10816 w 35719"/>
                    <a:gd name="csY9" fmla="*/ 23842 h 54845"/>
                    <a:gd name="csX10" fmla="*/ 10816 w 35719"/>
                    <a:gd name="csY10" fmla="*/ 22717 h 54845"/>
                    <a:gd name="csX11" fmla="*/ 11941 w 35719"/>
                    <a:gd name="csY11" fmla="*/ 14373 h 54845"/>
                    <a:gd name="csX12" fmla="*/ 19442 w 35719"/>
                    <a:gd name="csY12" fmla="*/ 8654 h 54845"/>
                    <a:gd name="csX13" fmla="*/ 25817 w 35719"/>
                    <a:gd name="csY13" fmla="*/ 13248 h 54845"/>
                    <a:gd name="csX14" fmla="*/ 18598 w 35719"/>
                    <a:gd name="csY14" fmla="*/ 27311 h 54845"/>
                    <a:gd name="csX15" fmla="*/ 26473 w 35719"/>
                    <a:gd name="csY15" fmla="*/ 36780 h 54845"/>
                    <a:gd name="csX16" fmla="*/ 18598 w 35719"/>
                    <a:gd name="csY16" fmla="*/ 46343 h 54845"/>
                    <a:gd name="csX17" fmla="*/ 10629 w 35719"/>
                    <a:gd name="csY17" fmla="*/ 36968 h 54845"/>
                    <a:gd name="csX18" fmla="*/ 18598 w 35719"/>
                    <a:gd name="csY18" fmla="*/ 27311 h 548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5719" h="54845">
                      <a:moveTo>
                        <a:pt x="35379" y="13248"/>
                      </a:moveTo>
                      <a:cubicBezTo>
                        <a:pt x="34911" y="9873"/>
                        <a:pt x="34161" y="8186"/>
                        <a:pt x="32848" y="6310"/>
                      </a:cubicBezTo>
                      <a:cubicBezTo>
                        <a:pt x="30129" y="2560"/>
                        <a:pt x="25348" y="310"/>
                        <a:pt x="19723" y="310"/>
                      </a:cubicBezTo>
                      <a:cubicBezTo>
                        <a:pt x="13254" y="310"/>
                        <a:pt x="8004" y="3217"/>
                        <a:pt x="4816" y="8373"/>
                      </a:cubicBezTo>
                      <a:cubicBezTo>
                        <a:pt x="1722" y="13436"/>
                        <a:pt x="504" y="19248"/>
                        <a:pt x="504" y="28717"/>
                      </a:cubicBezTo>
                      <a:cubicBezTo>
                        <a:pt x="504" y="37718"/>
                        <a:pt x="1629" y="43249"/>
                        <a:pt x="4254" y="47468"/>
                      </a:cubicBezTo>
                      <a:cubicBezTo>
                        <a:pt x="7254" y="52249"/>
                        <a:pt x="12691" y="55156"/>
                        <a:pt x="18879" y="55156"/>
                      </a:cubicBezTo>
                      <a:cubicBezTo>
                        <a:pt x="29192" y="55156"/>
                        <a:pt x="36223" y="47468"/>
                        <a:pt x="36223" y="36030"/>
                      </a:cubicBezTo>
                      <a:cubicBezTo>
                        <a:pt x="36223" y="26092"/>
                        <a:pt x="30129" y="19155"/>
                        <a:pt x="21129" y="19155"/>
                      </a:cubicBezTo>
                      <a:cubicBezTo>
                        <a:pt x="16910" y="19155"/>
                        <a:pt x="14004" y="20467"/>
                        <a:pt x="10816" y="23842"/>
                      </a:cubicBezTo>
                      <a:lnTo>
                        <a:pt x="10816" y="22717"/>
                      </a:lnTo>
                      <a:cubicBezTo>
                        <a:pt x="11004" y="17842"/>
                        <a:pt x="11191" y="16342"/>
                        <a:pt x="11941" y="14373"/>
                      </a:cubicBezTo>
                      <a:cubicBezTo>
                        <a:pt x="13348" y="10529"/>
                        <a:pt x="15879" y="8654"/>
                        <a:pt x="19442" y="8654"/>
                      </a:cubicBezTo>
                      <a:cubicBezTo>
                        <a:pt x="22723" y="8654"/>
                        <a:pt x="24504" y="9967"/>
                        <a:pt x="25817" y="13248"/>
                      </a:cubicBezTo>
                      <a:close/>
                      <a:moveTo>
                        <a:pt x="18598" y="27311"/>
                      </a:moveTo>
                      <a:cubicBezTo>
                        <a:pt x="23379" y="27311"/>
                        <a:pt x="26473" y="30967"/>
                        <a:pt x="26473" y="36780"/>
                      </a:cubicBezTo>
                      <a:cubicBezTo>
                        <a:pt x="26473" y="42311"/>
                        <a:pt x="23098" y="46343"/>
                        <a:pt x="18598" y="46343"/>
                      </a:cubicBezTo>
                      <a:cubicBezTo>
                        <a:pt x="13910" y="46343"/>
                        <a:pt x="10629" y="42499"/>
                        <a:pt x="10629" y="36968"/>
                      </a:cubicBezTo>
                      <a:cubicBezTo>
                        <a:pt x="10629" y="31342"/>
                        <a:pt x="13910" y="27311"/>
                        <a:pt x="18598" y="2731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25" name="Freeform 3424">
                <a:extLst>
                  <a:ext uri="{FF2B5EF4-FFF2-40B4-BE49-F238E27FC236}">
                    <a16:creationId xmlns:a16="http://schemas.microsoft.com/office/drawing/2014/main" id="{4BC4828E-6F50-1FA8-D44C-13E7301293ED}"/>
                  </a:ext>
                </a:extLst>
              </p:cNvPr>
              <p:cNvSpPr/>
              <p:nvPr/>
            </p:nvSpPr>
            <p:spPr>
              <a:xfrm>
                <a:off x="3786882" y="2493661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26" name="Graphic 6">
                <a:extLst>
                  <a:ext uri="{FF2B5EF4-FFF2-40B4-BE49-F238E27FC236}">
                    <a16:creationId xmlns:a16="http://schemas.microsoft.com/office/drawing/2014/main" id="{DAC43884-6221-7BFB-E800-927BF75783F3}"/>
                  </a:ext>
                </a:extLst>
              </p:cNvPr>
              <p:cNvGrpSpPr/>
              <p:nvPr/>
            </p:nvGrpSpPr>
            <p:grpSpPr>
              <a:xfrm>
                <a:off x="3845150" y="2530816"/>
                <a:ext cx="140160" cy="68064"/>
                <a:chOff x="-3028967" y="5257401"/>
                <a:chExt cx="140160" cy="68064"/>
              </a:xfrm>
              <a:solidFill>
                <a:srgbClr val="000000"/>
              </a:solidFill>
            </p:grpSpPr>
            <p:sp>
              <p:nvSpPr>
                <p:cNvPr id="3427" name="Freeform 3426">
                  <a:extLst>
                    <a:ext uri="{FF2B5EF4-FFF2-40B4-BE49-F238E27FC236}">
                      <a16:creationId xmlns:a16="http://schemas.microsoft.com/office/drawing/2014/main" id="{32989A5B-D850-085F-4508-AA00CD581F91}"/>
                    </a:ext>
                  </a:extLst>
                </p:cNvPr>
                <p:cNvSpPr/>
                <p:nvPr/>
              </p:nvSpPr>
              <p:spPr>
                <a:xfrm>
                  <a:off x="-3028967" y="5269120"/>
                  <a:ext cx="36938" cy="42001"/>
                </a:xfrm>
                <a:custGeom>
                  <a:avLst/>
                  <a:gdLst>
                    <a:gd name="csX0" fmla="*/ 37488 w 36938"/>
                    <a:gd name="csY0" fmla="*/ 24112 h 42001"/>
                    <a:gd name="csX1" fmla="*/ 37582 w 36938"/>
                    <a:gd name="csY1" fmla="*/ 22331 h 42001"/>
                    <a:gd name="csX2" fmla="*/ 36082 w 36938"/>
                    <a:gd name="csY2" fmla="*/ 11924 h 42001"/>
                    <a:gd name="csX3" fmla="*/ 19019 w 36938"/>
                    <a:gd name="csY3" fmla="*/ 393 h 42001"/>
                    <a:gd name="csX4" fmla="*/ 643 w 36938"/>
                    <a:gd name="csY4" fmla="*/ 21956 h 42001"/>
                    <a:gd name="csX5" fmla="*/ 18831 w 36938"/>
                    <a:gd name="csY5" fmla="*/ 42394 h 42001"/>
                    <a:gd name="csX6" fmla="*/ 37113 w 36938"/>
                    <a:gd name="csY6" fmla="*/ 29550 h 42001"/>
                    <a:gd name="csX7" fmla="*/ 26988 w 36938"/>
                    <a:gd name="csY7" fmla="*/ 29550 h 42001"/>
                    <a:gd name="csX8" fmla="*/ 19206 w 36938"/>
                    <a:gd name="csY8" fmla="*/ 34519 h 42001"/>
                    <a:gd name="csX9" fmla="*/ 12456 w 36938"/>
                    <a:gd name="csY9" fmla="*/ 31050 h 42001"/>
                    <a:gd name="csX10" fmla="*/ 10956 w 36938"/>
                    <a:gd name="csY10" fmla="*/ 24112 h 42001"/>
                    <a:gd name="csX11" fmla="*/ 11050 w 36938"/>
                    <a:gd name="csY11" fmla="*/ 17268 h 42001"/>
                    <a:gd name="csX12" fmla="*/ 18831 w 36938"/>
                    <a:gd name="csY12" fmla="*/ 8268 h 42001"/>
                    <a:gd name="csX13" fmla="*/ 26894 w 36938"/>
                    <a:gd name="csY13" fmla="*/ 17268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938" h="42001">
                      <a:moveTo>
                        <a:pt x="37488" y="24112"/>
                      </a:moveTo>
                      <a:cubicBezTo>
                        <a:pt x="37582" y="23269"/>
                        <a:pt x="37582" y="22894"/>
                        <a:pt x="37582" y="22331"/>
                      </a:cubicBezTo>
                      <a:cubicBezTo>
                        <a:pt x="37582" y="18393"/>
                        <a:pt x="37019" y="14737"/>
                        <a:pt x="36082" y="11924"/>
                      </a:cubicBezTo>
                      <a:cubicBezTo>
                        <a:pt x="33363" y="4706"/>
                        <a:pt x="26988" y="393"/>
                        <a:pt x="19019" y="393"/>
                      </a:cubicBezTo>
                      <a:cubicBezTo>
                        <a:pt x="7675" y="393"/>
                        <a:pt x="643" y="8643"/>
                        <a:pt x="643" y="21956"/>
                      </a:cubicBezTo>
                      <a:cubicBezTo>
                        <a:pt x="643" y="34613"/>
                        <a:pt x="7581" y="42394"/>
                        <a:pt x="18831" y="42394"/>
                      </a:cubicBezTo>
                      <a:cubicBezTo>
                        <a:pt x="27644" y="42394"/>
                        <a:pt x="34863" y="37425"/>
                        <a:pt x="37113" y="29550"/>
                      </a:cubicBezTo>
                      <a:lnTo>
                        <a:pt x="26988" y="29550"/>
                      </a:lnTo>
                      <a:cubicBezTo>
                        <a:pt x="25769" y="32738"/>
                        <a:pt x="22863" y="34519"/>
                        <a:pt x="19206" y="34519"/>
                      </a:cubicBezTo>
                      <a:cubicBezTo>
                        <a:pt x="16206" y="34519"/>
                        <a:pt x="13863" y="33300"/>
                        <a:pt x="12456" y="31050"/>
                      </a:cubicBezTo>
                      <a:cubicBezTo>
                        <a:pt x="11425" y="29644"/>
                        <a:pt x="11050" y="27862"/>
                        <a:pt x="10956" y="24112"/>
                      </a:cubicBezTo>
                      <a:close/>
                      <a:moveTo>
                        <a:pt x="11050" y="17268"/>
                      </a:moveTo>
                      <a:cubicBezTo>
                        <a:pt x="11706" y="11174"/>
                        <a:pt x="14331" y="8268"/>
                        <a:pt x="18831" y="8268"/>
                      </a:cubicBezTo>
                      <a:cubicBezTo>
                        <a:pt x="23613" y="8268"/>
                        <a:pt x="26332" y="11456"/>
                        <a:pt x="26894" y="172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28" name="Freeform 3427">
                  <a:extLst>
                    <a:ext uri="{FF2B5EF4-FFF2-40B4-BE49-F238E27FC236}">
                      <a16:creationId xmlns:a16="http://schemas.microsoft.com/office/drawing/2014/main" id="{53CE1D79-5F3D-9095-8936-7FEB5AF57CCD}"/>
                    </a:ext>
                  </a:extLst>
                </p:cNvPr>
                <p:cNvSpPr/>
                <p:nvPr/>
              </p:nvSpPr>
              <p:spPr>
                <a:xfrm>
                  <a:off x="-2985560" y="5269120"/>
                  <a:ext cx="36094" cy="56345"/>
                </a:xfrm>
                <a:custGeom>
                  <a:avLst/>
                  <a:gdLst>
                    <a:gd name="csX0" fmla="*/ 26995 w 36094"/>
                    <a:gd name="csY0" fmla="*/ 1049 h 56345"/>
                    <a:gd name="csX1" fmla="*/ 26995 w 36094"/>
                    <a:gd name="csY1" fmla="*/ 7143 h 56345"/>
                    <a:gd name="csX2" fmla="*/ 16776 w 36094"/>
                    <a:gd name="csY2" fmla="*/ 393 h 56345"/>
                    <a:gd name="csX3" fmla="*/ 6651 w 36094"/>
                    <a:gd name="csY3" fmla="*/ 4987 h 56345"/>
                    <a:gd name="csX4" fmla="*/ 650 w 36094"/>
                    <a:gd name="csY4" fmla="*/ 21862 h 56345"/>
                    <a:gd name="csX5" fmla="*/ 16588 w 36094"/>
                    <a:gd name="csY5" fmla="*/ 42394 h 56345"/>
                    <a:gd name="csX6" fmla="*/ 26995 w 36094"/>
                    <a:gd name="csY6" fmla="*/ 36675 h 56345"/>
                    <a:gd name="csX7" fmla="*/ 26995 w 36094"/>
                    <a:gd name="csY7" fmla="*/ 42019 h 56345"/>
                    <a:gd name="csX8" fmla="*/ 18838 w 36094"/>
                    <a:gd name="csY8" fmla="*/ 50082 h 56345"/>
                    <a:gd name="csX9" fmla="*/ 11995 w 36094"/>
                    <a:gd name="csY9" fmla="*/ 45488 h 56345"/>
                    <a:gd name="csX10" fmla="*/ 1494 w 36094"/>
                    <a:gd name="csY10" fmla="*/ 45488 h 56345"/>
                    <a:gd name="csX11" fmla="*/ 5338 w 36094"/>
                    <a:gd name="csY11" fmla="*/ 52894 h 56345"/>
                    <a:gd name="csX12" fmla="*/ 18463 w 36094"/>
                    <a:gd name="csY12" fmla="*/ 56738 h 56345"/>
                    <a:gd name="csX13" fmla="*/ 36745 w 36094"/>
                    <a:gd name="csY13" fmla="*/ 42019 h 56345"/>
                    <a:gd name="csX14" fmla="*/ 36745 w 36094"/>
                    <a:gd name="csY14" fmla="*/ 1049 h 56345"/>
                    <a:gd name="csX15" fmla="*/ 18745 w 36094"/>
                    <a:gd name="csY15" fmla="*/ 9018 h 56345"/>
                    <a:gd name="csX16" fmla="*/ 27182 w 36094"/>
                    <a:gd name="csY16" fmla="*/ 21675 h 56345"/>
                    <a:gd name="csX17" fmla="*/ 18557 w 36094"/>
                    <a:gd name="csY17" fmla="*/ 33769 h 56345"/>
                    <a:gd name="csX18" fmla="*/ 10963 w 36094"/>
                    <a:gd name="csY18" fmla="*/ 21675 h 56345"/>
                    <a:gd name="csX19" fmla="*/ 18745 w 36094"/>
                    <a:gd name="csY19" fmla="*/ 9018 h 563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36094" h="56345">
                      <a:moveTo>
                        <a:pt x="26995" y="1049"/>
                      </a:moveTo>
                      <a:lnTo>
                        <a:pt x="26995" y="7143"/>
                      </a:lnTo>
                      <a:cubicBezTo>
                        <a:pt x="24182" y="2549"/>
                        <a:pt x="20995" y="393"/>
                        <a:pt x="16776" y="393"/>
                      </a:cubicBezTo>
                      <a:cubicBezTo>
                        <a:pt x="13307" y="393"/>
                        <a:pt x="9369" y="2174"/>
                        <a:pt x="6651" y="4987"/>
                      </a:cubicBezTo>
                      <a:cubicBezTo>
                        <a:pt x="2713" y="9112"/>
                        <a:pt x="650" y="14831"/>
                        <a:pt x="650" y="21862"/>
                      </a:cubicBezTo>
                      <a:cubicBezTo>
                        <a:pt x="650" y="34050"/>
                        <a:pt x="7119" y="42394"/>
                        <a:pt x="16588" y="42394"/>
                      </a:cubicBezTo>
                      <a:cubicBezTo>
                        <a:pt x="20807" y="42394"/>
                        <a:pt x="23432" y="40988"/>
                        <a:pt x="26995" y="36675"/>
                      </a:cubicBezTo>
                      <a:lnTo>
                        <a:pt x="26995" y="42019"/>
                      </a:lnTo>
                      <a:cubicBezTo>
                        <a:pt x="26995" y="46800"/>
                        <a:pt x="23620" y="50082"/>
                        <a:pt x="18838" y="50082"/>
                      </a:cubicBezTo>
                      <a:cubicBezTo>
                        <a:pt x="15088" y="50082"/>
                        <a:pt x="12838" y="48488"/>
                        <a:pt x="11995" y="45488"/>
                      </a:cubicBezTo>
                      <a:lnTo>
                        <a:pt x="1494" y="45488"/>
                      </a:lnTo>
                      <a:cubicBezTo>
                        <a:pt x="1494" y="48582"/>
                        <a:pt x="2619" y="50644"/>
                        <a:pt x="5338" y="52894"/>
                      </a:cubicBezTo>
                      <a:cubicBezTo>
                        <a:pt x="8526" y="55426"/>
                        <a:pt x="12838" y="56738"/>
                        <a:pt x="18463" y="56738"/>
                      </a:cubicBezTo>
                      <a:cubicBezTo>
                        <a:pt x="29901" y="56738"/>
                        <a:pt x="36745" y="51207"/>
                        <a:pt x="36745" y="42019"/>
                      </a:cubicBezTo>
                      <a:lnTo>
                        <a:pt x="36745" y="1049"/>
                      </a:lnTo>
                      <a:close/>
                      <a:moveTo>
                        <a:pt x="18745" y="9018"/>
                      </a:moveTo>
                      <a:cubicBezTo>
                        <a:pt x="23526" y="9018"/>
                        <a:pt x="27182" y="14362"/>
                        <a:pt x="27182" y="21675"/>
                      </a:cubicBezTo>
                      <a:cubicBezTo>
                        <a:pt x="27182" y="28894"/>
                        <a:pt x="23714" y="33769"/>
                        <a:pt x="18557" y="33769"/>
                      </a:cubicBezTo>
                      <a:cubicBezTo>
                        <a:pt x="14057" y="33769"/>
                        <a:pt x="10963" y="28894"/>
                        <a:pt x="10963" y="21675"/>
                      </a:cubicBezTo>
                      <a:cubicBezTo>
                        <a:pt x="10963" y="14175"/>
                        <a:pt x="14057" y="9018"/>
                        <a:pt x="18745" y="90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29" name="Freeform 3428">
                  <a:extLst>
                    <a:ext uri="{FF2B5EF4-FFF2-40B4-BE49-F238E27FC236}">
                      <a16:creationId xmlns:a16="http://schemas.microsoft.com/office/drawing/2014/main" id="{B0422CA3-0451-BA2F-C706-11098D331120}"/>
                    </a:ext>
                  </a:extLst>
                </p:cNvPr>
                <p:cNvSpPr/>
                <p:nvPr/>
              </p:nvSpPr>
              <p:spPr>
                <a:xfrm>
                  <a:off x="-2941965" y="5269120"/>
                  <a:ext cx="22594" cy="40313"/>
                </a:xfrm>
                <a:custGeom>
                  <a:avLst/>
                  <a:gdLst>
                    <a:gd name="csX0" fmla="*/ 657 w 22594"/>
                    <a:gd name="csY0" fmla="*/ 1049 h 40313"/>
                    <a:gd name="csX1" fmla="*/ 657 w 22594"/>
                    <a:gd name="csY1" fmla="*/ 40707 h 40313"/>
                    <a:gd name="csX2" fmla="*/ 10970 w 22594"/>
                    <a:gd name="csY2" fmla="*/ 40707 h 40313"/>
                    <a:gd name="csX3" fmla="*/ 10970 w 22594"/>
                    <a:gd name="csY3" fmla="*/ 19612 h 40313"/>
                    <a:gd name="csX4" fmla="*/ 19970 w 22594"/>
                    <a:gd name="csY4" fmla="*/ 10612 h 40313"/>
                    <a:gd name="csX5" fmla="*/ 23252 w 22594"/>
                    <a:gd name="csY5" fmla="*/ 10893 h 40313"/>
                    <a:gd name="csX6" fmla="*/ 23252 w 22594"/>
                    <a:gd name="csY6" fmla="*/ 487 h 40313"/>
                    <a:gd name="csX7" fmla="*/ 21939 w 22594"/>
                    <a:gd name="csY7" fmla="*/ 393 h 40313"/>
                    <a:gd name="csX8" fmla="*/ 10970 w 22594"/>
                    <a:gd name="csY8" fmla="*/ 8831 h 40313"/>
                    <a:gd name="csX9" fmla="*/ 10970 w 22594"/>
                    <a:gd name="csY9" fmla="*/ 1049 h 403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2594" h="40313">
                      <a:moveTo>
                        <a:pt x="657" y="1049"/>
                      </a:moveTo>
                      <a:lnTo>
                        <a:pt x="657" y="40707"/>
                      </a:lnTo>
                      <a:lnTo>
                        <a:pt x="10970" y="40707"/>
                      </a:lnTo>
                      <a:lnTo>
                        <a:pt x="10970" y="19612"/>
                      </a:lnTo>
                      <a:cubicBezTo>
                        <a:pt x="10970" y="13612"/>
                        <a:pt x="13970" y="10612"/>
                        <a:pt x="19970" y="10612"/>
                      </a:cubicBezTo>
                      <a:cubicBezTo>
                        <a:pt x="21096" y="10612"/>
                        <a:pt x="21846" y="10706"/>
                        <a:pt x="23252" y="10893"/>
                      </a:cubicBezTo>
                      <a:lnTo>
                        <a:pt x="23252" y="487"/>
                      </a:lnTo>
                      <a:cubicBezTo>
                        <a:pt x="22596" y="393"/>
                        <a:pt x="22408" y="393"/>
                        <a:pt x="21939" y="393"/>
                      </a:cubicBezTo>
                      <a:cubicBezTo>
                        <a:pt x="17252" y="393"/>
                        <a:pt x="13220" y="3487"/>
                        <a:pt x="10970" y="8831"/>
                      </a:cubicBezTo>
                      <a:lnTo>
                        <a:pt x="10970" y="104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30" name="Freeform 3429">
                  <a:extLst>
                    <a:ext uri="{FF2B5EF4-FFF2-40B4-BE49-F238E27FC236}">
                      <a16:creationId xmlns:a16="http://schemas.microsoft.com/office/drawing/2014/main" id="{9A312109-FF72-3A14-EF41-F725320FF280}"/>
                    </a:ext>
                  </a:extLst>
                </p:cNvPr>
                <p:cNvSpPr/>
                <p:nvPr/>
              </p:nvSpPr>
              <p:spPr>
                <a:xfrm>
                  <a:off x="-2911589" y="5257401"/>
                  <a:ext cx="22781" cy="52032"/>
                </a:xfrm>
                <a:custGeom>
                  <a:avLst/>
                  <a:gdLst>
                    <a:gd name="csX0" fmla="*/ 13132 w 22781"/>
                    <a:gd name="csY0" fmla="*/ 16518 h 52032"/>
                    <a:gd name="csX1" fmla="*/ 13132 w 22781"/>
                    <a:gd name="csY1" fmla="*/ 52426 h 52032"/>
                    <a:gd name="csX2" fmla="*/ 23444 w 22781"/>
                    <a:gd name="csY2" fmla="*/ 52426 h 52032"/>
                    <a:gd name="csX3" fmla="*/ 23444 w 22781"/>
                    <a:gd name="csY3" fmla="*/ 393 h 52032"/>
                    <a:gd name="csX4" fmla="*/ 16600 w 22781"/>
                    <a:gd name="csY4" fmla="*/ 393 h 52032"/>
                    <a:gd name="csX5" fmla="*/ 662 w 22781"/>
                    <a:gd name="csY5" fmla="*/ 9674 h 52032"/>
                    <a:gd name="csX6" fmla="*/ 662 w 22781"/>
                    <a:gd name="csY6" fmla="*/ 16518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781" h="52032">
                      <a:moveTo>
                        <a:pt x="13132" y="16518"/>
                      </a:moveTo>
                      <a:lnTo>
                        <a:pt x="13132" y="52426"/>
                      </a:lnTo>
                      <a:lnTo>
                        <a:pt x="23444" y="52426"/>
                      </a:lnTo>
                      <a:lnTo>
                        <a:pt x="23444" y="393"/>
                      </a:lnTo>
                      <a:lnTo>
                        <a:pt x="16600" y="393"/>
                      </a:lnTo>
                      <a:cubicBezTo>
                        <a:pt x="15007" y="6581"/>
                        <a:pt x="9663" y="9674"/>
                        <a:pt x="662" y="9674"/>
                      </a:cubicBezTo>
                      <a:lnTo>
                        <a:pt x="662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31" name="Freeform 3430">
                <a:extLst>
                  <a:ext uri="{FF2B5EF4-FFF2-40B4-BE49-F238E27FC236}">
                    <a16:creationId xmlns:a16="http://schemas.microsoft.com/office/drawing/2014/main" id="{CF39047F-7527-55BA-6BD2-474BEC138D1A}"/>
                  </a:ext>
                </a:extLst>
              </p:cNvPr>
              <p:cNvSpPr/>
              <p:nvPr/>
            </p:nvSpPr>
            <p:spPr>
              <a:xfrm>
                <a:off x="4009334" y="1908200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32" name="Graphic 6">
                <a:extLst>
                  <a:ext uri="{FF2B5EF4-FFF2-40B4-BE49-F238E27FC236}">
                    <a16:creationId xmlns:a16="http://schemas.microsoft.com/office/drawing/2014/main" id="{22251F24-6A58-CD22-2CAD-3B5ADBA30D4B}"/>
                  </a:ext>
                </a:extLst>
              </p:cNvPr>
              <p:cNvGrpSpPr/>
              <p:nvPr/>
            </p:nvGrpSpPr>
            <p:grpSpPr>
              <a:xfrm>
                <a:off x="4073601" y="1949855"/>
                <a:ext cx="128159" cy="55220"/>
                <a:chOff x="-2800516" y="4676440"/>
                <a:chExt cx="128159" cy="55220"/>
              </a:xfrm>
              <a:solidFill>
                <a:srgbClr val="000000"/>
              </a:solidFill>
            </p:grpSpPr>
            <p:sp>
              <p:nvSpPr>
                <p:cNvPr id="3433" name="Freeform 3432">
                  <a:extLst>
                    <a:ext uri="{FF2B5EF4-FFF2-40B4-BE49-F238E27FC236}">
                      <a16:creationId xmlns:a16="http://schemas.microsoft.com/office/drawing/2014/main" id="{32657760-5CE8-20BE-3A46-CF93D0F5E1FE}"/>
                    </a:ext>
                  </a:extLst>
                </p:cNvPr>
                <p:cNvSpPr/>
                <p:nvPr/>
              </p:nvSpPr>
              <p:spPr>
                <a:xfrm>
                  <a:off x="-2800516" y="4689659"/>
                  <a:ext cx="36938" cy="42001"/>
                </a:xfrm>
                <a:custGeom>
                  <a:avLst/>
                  <a:gdLst>
                    <a:gd name="csX0" fmla="*/ 37526 w 36938"/>
                    <a:gd name="csY0" fmla="*/ 24016 h 42001"/>
                    <a:gd name="csX1" fmla="*/ 37620 w 36938"/>
                    <a:gd name="csY1" fmla="*/ 22234 h 42001"/>
                    <a:gd name="csX2" fmla="*/ 36120 w 36938"/>
                    <a:gd name="csY2" fmla="*/ 11828 h 42001"/>
                    <a:gd name="csX3" fmla="*/ 19057 w 36938"/>
                    <a:gd name="csY3" fmla="*/ 296 h 42001"/>
                    <a:gd name="csX4" fmla="*/ 682 w 36938"/>
                    <a:gd name="csY4" fmla="*/ 21859 h 42001"/>
                    <a:gd name="csX5" fmla="*/ 18870 w 36938"/>
                    <a:gd name="csY5" fmla="*/ 42297 h 42001"/>
                    <a:gd name="csX6" fmla="*/ 37151 w 36938"/>
                    <a:gd name="csY6" fmla="*/ 29453 h 42001"/>
                    <a:gd name="csX7" fmla="*/ 27026 w 36938"/>
                    <a:gd name="csY7" fmla="*/ 29453 h 42001"/>
                    <a:gd name="csX8" fmla="*/ 19245 w 36938"/>
                    <a:gd name="csY8" fmla="*/ 34422 h 42001"/>
                    <a:gd name="csX9" fmla="*/ 12494 w 36938"/>
                    <a:gd name="csY9" fmla="*/ 30953 h 42001"/>
                    <a:gd name="csX10" fmla="*/ 10994 w 36938"/>
                    <a:gd name="csY10" fmla="*/ 24016 h 42001"/>
                    <a:gd name="csX11" fmla="*/ 11088 w 36938"/>
                    <a:gd name="csY11" fmla="*/ 17172 h 42001"/>
                    <a:gd name="csX12" fmla="*/ 18870 w 36938"/>
                    <a:gd name="csY12" fmla="*/ 8172 h 42001"/>
                    <a:gd name="csX13" fmla="*/ 26932 w 36938"/>
                    <a:gd name="csY13" fmla="*/ 17172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938" h="42001">
                      <a:moveTo>
                        <a:pt x="37526" y="24016"/>
                      </a:moveTo>
                      <a:cubicBezTo>
                        <a:pt x="37620" y="23172"/>
                        <a:pt x="37620" y="22797"/>
                        <a:pt x="37620" y="22234"/>
                      </a:cubicBezTo>
                      <a:cubicBezTo>
                        <a:pt x="37620" y="18297"/>
                        <a:pt x="37058" y="14640"/>
                        <a:pt x="36120" y="11828"/>
                      </a:cubicBezTo>
                      <a:cubicBezTo>
                        <a:pt x="33401" y="4609"/>
                        <a:pt x="27026" y="296"/>
                        <a:pt x="19057" y="296"/>
                      </a:cubicBezTo>
                      <a:cubicBezTo>
                        <a:pt x="7713" y="296"/>
                        <a:pt x="682" y="8547"/>
                        <a:pt x="682" y="21859"/>
                      </a:cubicBezTo>
                      <a:cubicBezTo>
                        <a:pt x="682" y="34516"/>
                        <a:pt x="7619" y="42297"/>
                        <a:pt x="18870" y="42297"/>
                      </a:cubicBezTo>
                      <a:cubicBezTo>
                        <a:pt x="27682" y="42297"/>
                        <a:pt x="34901" y="37329"/>
                        <a:pt x="37151" y="29453"/>
                      </a:cubicBezTo>
                      <a:lnTo>
                        <a:pt x="27026" y="29453"/>
                      </a:lnTo>
                      <a:cubicBezTo>
                        <a:pt x="25807" y="32641"/>
                        <a:pt x="22901" y="34422"/>
                        <a:pt x="19245" y="34422"/>
                      </a:cubicBezTo>
                      <a:cubicBezTo>
                        <a:pt x="16244" y="34422"/>
                        <a:pt x="13901" y="33203"/>
                        <a:pt x="12494" y="30953"/>
                      </a:cubicBezTo>
                      <a:cubicBezTo>
                        <a:pt x="11463" y="29547"/>
                        <a:pt x="11088" y="27766"/>
                        <a:pt x="10994" y="24016"/>
                      </a:cubicBezTo>
                      <a:close/>
                      <a:moveTo>
                        <a:pt x="11088" y="17172"/>
                      </a:moveTo>
                      <a:cubicBezTo>
                        <a:pt x="11744" y="11078"/>
                        <a:pt x="14369" y="8172"/>
                        <a:pt x="18870" y="8172"/>
                      </a:cubicBezTo>
                      <a:cubicBezTo>
                        <a:pt x="23651" y="8172"/>
                        <a:pt x="26370" y="11359"/>
                        <a:pt x="26932" y="171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34" name="Freeform 3433">
                  <a:extLst>
                    <a:ext uri="{FF2B5EF4-FFF2-40B4-BE49-F238E27FC236}">
                      <a16:creationId xmlns:a16="http://schemas.microsoft.com/office/drawing/2014/main" id="{553A0093-2423-0031-18E7-B26976FA4CD7}"/>
                    </a:ext>
                  </a:extLst>
                </p:cNvPr>
                <p:cNvSpPr/>
                <p:nvPr/>
              </p:nvSpPr>
              <p:spPr>
                <a:xfrm>
                  <a:off x="-2755233" y="4676440"/>
                  <a:ext cx="10312" cy="53532"/>
                </a:xfrm>
                <a:custGeom>
                  <a:avLst/>
                  <a:gdLst>
                    <a:gd name="csX0" fmla="*/ 11001 w 10312"/>
                    <a:gd name="csY0" fmla="*/ 296 h 53532"/>
                    <a:gd name="csX1" fmla="*/ 689 w 10312"/>
                    <a:gd name="csY1" fmla="*/ 296 h 53532"/>
                    <a:gd name="csX2" fmla="*/ 689 w 10312"/>
                    <a:gd name="csY2" fmla="*/ 53829 h 53532"/>
                    <a:gd name="csX3" fmla="*/ 11001 w 10312"/>
                    <a:gd name="csY3" fmla="*/ 53829 h 53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0312" h="53532">
                      <a:moveTo>
                        <a:pt x="11001" y="296"/>
                      </a:moveTo>
                      <a:lnTo>
                        <a:pt x="689" y="296"/>
                      </a:lnTo>
                      <a:lnTo>
                        <a:pt x="689" y="53829"/>
                      </a:lnTo>
                      <a:lnTo>
                        <a:pt x="11001" y="538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35" name="Freeform 3434">
                  <a:extLst>
                    <a:ext uri="{FF2B5EF4-FFF2-40B4-BE49-F238E27FC236}">
                      <a16:creationId xmlns:a16="http://schemas.microsoft.com/office/drawing/2014/main" id="{BA9C4D79-64AF-98E9-F0FE-75C185C0BD6D}"/>
                    </a:ext>
                  </a:extLst>
                </p:cNvPr>
                <p:cNvSpPr/>
                <p:nvPr/>
              </p:nvSpPr>
              <p:spPr>
                <a:xfrm>
                  <a:off x="-2737795" y="4676440"/>
                  <a:ext cx="35907" cy="53532"/>
                </a:xfrm>
                <a:custGeom>
                  <a:avLst/>
                  <a:gdLst>
                    <a:gd name="csX0" fmla="*/ 11004 w 35907"/>
                    <a:gd name="csY0" fmla="*/ 29641 h 53532"/>
                    <a:gd name="csX1" fmla="*/ 11004 w 35907"/>
                    <a:gd name="csY1" fmla="*/ 296 h 53532"/>
                    <a:gd name="csX2" fmla="*/ 692 w 35907"/>
                    <a:gd name="csY2" fmla="*/ 296 h 53532"/>
                    <a:gd name="csX3" fmla="*/ 692 w 35907"/>
                    <a:gd name="csY3" fmla="*/ 53829 h 53532"/>
                    <a:gd name="csX4" fmla="*/ 11004 w 35907"/>
                    <a:gd name="csY4" fmla="*/ 53829 h 53532"/>
                    <a:gd name="csX5" fmla="*/ 11004 w 35907"/>
                    <a:gd name="csY5" fmla="*/ 40797 h 53532"/>
                    <a:gd name="csX6" fmla="*/ 15129 w 35907"/>
                    <a:gd name="csY6" fmla="*/ 36391 h 53532"/>
                    <a:gd name="csX7" fmla="*/ 24598 w 35907"/>
                    <a:gd name="csY7" fmla="*/ 53829 h 53532"/>
                    <a:gd name="csX8" fmla="*/ 36599 w 35907"/>
                    <a:gd name="csY8" fmla="*/ 53829 h 53532"/>
                    <a:gd name="csX9" fmla="*/ 22161 w 35907"/>
                    <a:gd name="csY9" fmla="*/ 29172 h 53532"/>
                    <a:gd name="csX10" fmla="*/ 35661 w 35907"/>
                    <a:gd name="csY10" fmla="*/ 14172 h 53532"/>
                    <a:gd name="csX11" fmla="*/ 23942 w 35907"/>
                    <a:gd name="csY11" fmla="*/ 14172 h 53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5907" h="53532">
                      <a:moveTo>
                        <a:pt x="11004" y="29641"/>
                      </a:moveTo>
                      <a:lnTo>
                        <a:pt x="11004" y="296"/>
                      </a:lnTo>
                      <a:lnTo>
                        <a:pt x="692" y="296"/>
                      </a:lnTo>
                      <a:lnTo>
                        <a:pt x="692" y="53829"/>
                      </a:lnTo>
                      <a:lnTo>
                        <a:pt x="11004" y="53829"/>
                      </a:lnTo>
                      <a:lnTo>
                        <a:pt x="11004" y="40797"/>
                      </a:lnTo>
                      <a:lnTo>
                        <a:pt x="15129" y="36391"/>
                      </a:lnTo>
                      <a:lnTo>
                        <a:pt x="24598" y="53829"/>
                      </a:lnTo>
                      <a:lnTo>
                        <a:pt x="36599" y="53829"/>
                      </a:lnTo>
                      <a:lnTo>
                        <a:pt x="22161" y="29172"/>
                      </a:lnTo>
                      <a:lnTo>
                        <a:pt x="35661" y="14172"/>
                      </a:lnTo>
                      <a:lnTo>
                        <a:pt x="23942" y="1417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36" name="Freeform 3435">
                  <a:extLst>
                    <a:ext uri="{FF2B5EF4-FFF2-40B4-BE49-F238E27FC236}">
                      <a16:creationId xmlns:a16="http://schemas.microsoft.com/office/drawing/2014/main" id="{2E83B9B8-CCD1-92EF-ACF9-E7AEC4502525}"/>
                    </a:ext>
                  </a:extLst>
                </p:cNvPr>
                <p:cNvSpPr/>
                <p:nvPr/>
              </p:nvSpPr>
              <p:spPr>
                <a:xfrm>
                  <a:off x="-2695138" y="4677940"/>
                  <a:ext cx="22781" cy="52032"/>
                </a:xfrm>
                <a:custGeom>
                  <a:avLst/>
                  <a:gdLst>
                    <a:gd name="csX0" fmla="*/ 13168 w 22781"/>
                    <a:gd name="csY0" fmla="*/ 16422 h 52032"/>
                    <a:gd name="csX1" fmla="*/ 13168 w 22781"/>
                    <a:gd name="csY1" fmla="*/ 52329 h 52032"/>
                    <a:gd name="csX2" fmla="*/ 23480 w 22781"/>
                    <a:gd name="csY2" fmla="*/ 52329 h 52032"/>
                    <a:gd name="csX3" fmla="*/ 23480 w 22781"/>
                    <a:gd name="csY3" fmla="*/ 296 h 52032"/>
                    <a:gd name="csX4" fmla="*/ 16636 w 22781"/>
                    <a:gd name="csY4" fmla="*/ 296 h 52032"/>
                    <a:gd name="csX5" fmla="*/ 699 w 22781"/>
                    <a:gd name="csY5" fmla="*/ 9578 h 52032"/>
                    <a:gd name="csX6" fmla="*/ 699 w 22781"/>
                    <a:gd name="csY6" fmla="*/ 16422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781" h="52032">
                      <a:moveTo>
                        <a:pt x="13168" y="16422"/>
                      </a:moveTo>
                      <a:lnTo>
                        <a:pt x="13168" y="52329"/>
                      </a:lnTo>
                      <a:lnTo>
                        <a:pt x="23480" y="52329"/>
                      </a:lnTo>
                      <a:lnTo>
                        <a:pt x="23480" y="296"/>
                      </a:lnTo>
                      <a:lnTo>
                        <a:pt x="16636" y="296"/>
                      </a:lnTo>
                      <a:cubicBezTo>
                        <a:pt x="15043" y="6484"/>
                        <a:pt x="9699" y="9578"/>
                        <a:pt x="699" y="9578"/>
                      </a:cubicBezTo>
                      <a:lnTo>
                        <a:pt x="699" y="1642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37" name="Freeform 3436">
                <a:extLst>
                  <a:ext uri="{FF2B5EF4-FFF2-40B4-BE49-F238E27FC236}">
                    <a16:creationId xmlns:a16="http://schemas.microsoft.com/office/drawing/2014/main" id="{72A5376F-58AB-3F78-BF39-F46C74E8E399}"/>
                  </a:ext>
                </a:extLst>
              </p:cNvPr>
              <p:cNvSpPr/>
              <p:nvPr/>
            </p:nvSpPr>
            <p:spPr>
              <a:xfrm>
                <a:off x="2001975" y="1524002"/>
                <a:ext cx="309453" cy="169059"/>
              </a:xfrm>
              <a:custGeom>
                <a:avLst/>
                <a:gdLst>
                  <a:gd name="csX0" fmla="*/ 0 w 309453"/>
                  <a:gd name="csY0" fmla="*/ 169059 h 169059"/>
                  <a:gd name="csX1" fmla="*/ 309454 w 309453"/>
                  <a:gd name="csY1" fmla="*/ 169059 h 169059"/>
                  <a:gd name="csX2" fmla="*/ 309454 w 309453"/>
                  <a:gd name="csY2" fmla="*/ 0 h 169059"/>
                  <a:gd name="csX3" fmla="*/ 0 w 309453"/>
                  <a:gd name="csY3" fmla="*/ 0 h 1690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09453" h="169059">
                    <a:moveTo>
                      <a:pt x="0" y="169059"/>
                    </a:moveTo>
                    <a:lnTo>
                      <a:pt x="309454" y="169059"/>
                    </a:lnTo>
                    <a:lnTo>
                      <a:pt x="30945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38" name="Graphic 6">
                <a:extLst>
                  <a:ext uri="{FF2B5EF4-FFF2-40B4-BE49-F238E27FC236}">
                    <a16:creationId xmlns:a16="http://schemas.microsoft.com/office/drawing/2014/main" id="{2D9B1774-C332-4A17-DD82-2D32F6ABD527}"/>
                  </a:ext>
                </a:extLst>
              </p:cNvPr>
              <p:cNvGrpSpPr/>
              <p:nvPr/>
            </p:nvGrpSpPr>
            <p:grpSpPr>
              <a:xfrm>
                <a:off x="2044585" y="1572484"/>
                <a:ext cx="220130" cy="62814"/>
                <a:chOff x="-4829532" y="4299069"/>
                <a:chExt cx="220130" cy="62814"/>
              </a:xfrm>
              <a:solidFill>
                <a:srgbClr val="000000"/>
              </a:solidFill>
            </p:grpSpPr>
            <p:sp>
              <p:nvSpPr>
                <p:cNvPr id="3439" name="Freeform 3438">
                  <a:extLst>
                    <a:ext uri="{FF2B5EF4-FFF2-40B4-BE49-F238E27FC236}">
                      <a16:creationId xmlns:a16="http://schemas.microsoft.com/office/drawing/2014/main" id="{69BC2A10-900D-498D-F497-91684000F252}"/>
                    </a:ext>
                  </a:extLst>
                </p:cNvPr>
                <p:cNvSpPr/>
                <p:nvPr/>
              </p:nvSpPr>
              <p:spPr>
                <a:xfrm>
                  <a:off x="-4829532" y="4314163"/>
                  <a:ext cx="42001" cy="47720"/>
                </a:xfrm>
                <a:custGeom>
                  <a:avLst/>
                  <a:gdLst>
                    <a:gd name="csX0" fmla="*/ 42251 w 42001"/>
                    <a:gd name="csY0" fmla="*/ 27235 h 47720"/>
                    <a:gd name="csX1" fmla="*/ 42344 w 42001"/>
                    <a:gd name="csY1" fmla="*/ 25173 h 47720"/>
                    <a:gd name="csX2" fmla="*/ 40563 w 42001"/>
                    <a:gd name="csY2" fmla="*/ 13360 h 47720"/>
                    <a:gd name="csX3" fmla="*/ 21156 w 42001"/>
                    <a:gd name="csY3" fmla="*/ 235 h 47720"/>
                    <a:gd name="csX4" fmla="*/ 343 w 42001"/>
                    <a:gd name="csY4" fmla="*/ 24704 h 47720"/>
                    <a:gd name="csX5" fmla="*/ 20969 w 42001"/>
                    <a:gd name="csY5" fmla="*/ 47955 h 47720"/>
                    <a:gd name="csX6" fmla="*/ 41782 w 42001"/>
                    <a:gd name="csY6" fmla="*/ 33423 h 47720"/>
                    <a:gd name="csX7" fmla="*/ 30250 w 42001"/>
                    <a:gd name="csY7" fmla="*/ 33423 h 47720"/>
                    <a:gd name="csX8" fmla="*/ 21344 w 42001"/>
                    <a:gd name="csY8" fmla="*/ 39048 h 47720"/>
                    <a:gd name="csX9" fmla="*/ 13656 w 42001"/>
                    <a:gd name="csY9" fmla="*/ 35111 h 47720"/>
                    <a:gd name="csX10" fmla="*/ 11969 w 42001"/>
                    <a:gd name="csY10" fmla="*/ 27235 h 47720"/>
                    <a:gd name="csX11" fmla="*/ 12156 w 42001"/>
                    <a:gd name="csY11" fmla="*/ 19454 h 47720"/>
                    <a:gd name="csX12" fmla="*/ 21063 w 42001"/>
                    <a:gd name="csY12" fmla="*/ 9141 h 47720"/>
                    <a:gd name="csX13" fmla="*/ 30157 w 42001"/>
                    <a:gd name="csY13" fmla="*/ 19454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42001" h="47720">
                      <a:moveTo>
                        <a:pt x="42251" y="27235"/>
                      </a:moveTo>
                      <a:cubicBezTo>
                        <a:pt x="42344" y="26204"/>
                        <a:pt x="42344" y="25735"/>
                        <a:pt x="42344" y="25173"/>
                      </a:cubicBezTo>
                      <a:cubicBezTo>
                        <a:pt x="42344" y="20673"/>
                        <a:pt x="41688" y="16548"/>
                        <a:pt x="40563" y="13360"/>
                      </a:cubicBezTo>
                      <a:cubicBezTo>
                        <a:pt x="37563" y="5110"/>
                        <a:pt x="30250" y="235"/>
                        <a:pt x="21156" y="235"/>
                      </a:cubicBezTo>
                      <a:cubicBezTo>
                        <a:pt x="8219" y="235"/>
                        <a:pt x="343" y="9610"/>
                        <a:pt x="343" y="24704"/>
                      </a:cubicBezTo>
                      <a:cubicBezTo>
                        <a:pt x="343" y="39142"/>
                        <a:pt x="8125" y="47955"/>
                        <a:pt x="20969" y="47955"/>
                      </a:cubicBezTo>
                      <a:cubicBezTo>
                        <a:pt x="31000" y="47955"/>
                        <a:pt x="39251" y="42330"/>
                        <a:pt x="41782" y="33423"/>
                      </a:cubicBezTo>
                      <a:lnTo>
                        <a:pt x="30250" y="33423"/>
                      </a:lnTo>
                      <a:cubicBezTo>
                        <a:pt x="28844" y="36986"/>
                        <a:pt x="25657" y="39048"/>
                        <a:pt x="21344" y="39048"/>
                      </a:cubicBezTo>
                      <a:cubicBezTo>
                        <a:pt x="17969" y="39048"/>
                        <a:pt x="15344" y="37642"/>
                        <a:pt x="13656" y="35111"/>
                      </a:cubicBezTo>
                      <a:cubicBezTo>
                        <a:pt x="12625" y="33423"/>
                        <a:pt x="12156" y="31454"/>
                        <a:pt x="11969" y="27235"/>
                      </a:cubicBezTo>
                      <a:close/>
                      <a:moveTo>
                        <a:pt x="12156" y="19454"/>
                      </a:moveTo>
                      <a:cubicBezTo>
                        <a:pt x="12906" y="12516"/>
                        <a:pt x="15813" y="9141"/>
                        <a:pt x="21063" y="9141"/>
                      </a:cubicBezTo>
                      <a:cubicBezTo>
                        <a:pt x="26407" y="9141"/>
                        <a:pt x="29500" y="12704"/>
                        <a:pt x="30157" y="1945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0" name="Freeform 3439">
                  <a:extLst>
                    <a:ext uri="{FF2B5EF4-FFF2-40B4-BE49-F238E27FC236}">
                      <a16:creationId xmlns:a16="http://schemas.microsoft.com/office/drawing/2014/main" id="{14C190B7-F989-EC88-A260-3E4B095A1D29}"/>
                    </a:ext>
                  </a:extLst>
                </p:cNvPr>
                <p:cNvSpPr/>
                <p:nvPr/>
              </p:nvSpPr>
              <p:spPr>
                <a:xfrm>
                  <a:off x="-4780968" y="4314163"/>
                  <a:ext cx="40969" cy="47720"/>
                </a:xfrm>
                <a:custGeom>
                  <a:avLst/>
                  <a:gdLst>
                    <a:gd name="csX0" fmla="*/ 40102 w 40969"/>
                    <a:gd name="csY0" fmla="*/ 15516 h 47720"/>
                    <a:gd name="csX1" fmla="*/ 20508 w 40969"/>
                    <a:gd name="csY1" fmla="*/ 235 h 47720"/>
                    <a:gd name="csX2" fmla="*/ 1945 w 40969"/>
                    <a:gd name="csY2" fmla="*/ 15235 h 47720"/>
                    <a:gd name="csX3" fmla="*/ 4383 w 40969"/>
                    <a:gd name="csY3" fmla="*/ 22642 h 47720"/>
                    <a:gd name="csX4" fmla="*/ 11789 w 40969"/>
                    <a:gd name="csY4" fmla="*/ 26392 h 47720"/>
                    <a:gd name="csX5" fmla="*/ 25758 w 40969"/>
                    <a:gd name="csY5" fmla="*/ 30704 h 47720"/>
                    <a:gd name="csX6" fmla="*/ 29696 w 40969"/>
                    <a:gd name="csY6" fmla="*/ 34361 h 47720"/>
                    <a:gd name="csX7" fmla="*/ 20977 w 40969"/>
                    <a:gd name="csY7" fmla="*/ 38767 h 47720"/>
                    <a:gd name="csX8" fmla="*/ 14039 w 40969"/>
                    <a:gd name="csY8" fmla="*/ 37267 h 47720"/>
                    <a:gd name="csX9" fmla="*/ 11789 w 40969"/>
                    <a:gd name="csY9" fmla="*/ 32954 h 47720"/>
                    <a:gd name="csX10" fmla="*/ 351 w 40969"/>
                    <a:gd name="csY10" fmla="*/ 32954 h 47720"/>
                    <a:gd name="csX11" fmla="*/ 21633 w 40969"/>
                    <a:gd name="csY11" fmla="*/ 47955 h 47720"/>
                    <a:gd name="csX12" fmla="*/ 35977 w 40969"/>
                    <a:gd name="csY12" fmla="*/ 44017 h 47720"/>
                    <a:gd name="csX13" fmla="*/ 41321 w 40969"/>
                    <a:gd name="csY13" fmla="*/ 32673 h 47720"/>
                    <a:gd name="csX14" fmla="*/ 32508 w 40969"/>
                    <a:gd name="csY14" fmla="*/ 21329 h 47720"/>
                    <a:gd name="csX15" fmla="*/ 17696 w 40969"/>
                    <a:gd name="csY15" fmla="*/ 17110 h 47720"/>
                    <a:gd name="csX16" fmla="*/ 13664 w 40969"/>
                    <a:gd name="csY16" fmla="*/ 13548 h 47720"/>
                    <a:gd name="csX17" fmla="*/ 20414 w 40969"/>
                    <a:gd name="csY17" fmla="*/ 9422 h 47720"/>
                    <a:gd name="csX18" fmla="*/ 28852 w 40969"/>
                    <a:gd name="csY18" fmla="*/ 15516 h 477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0969" h="47720">
                      <a:moveTo>
                        <a:pt x="40102" y="15516"/>
                      </a:moveTo>
                      <a:cubicBezTo>
                        <a:pt x="39915" y="5954"/>
                        <a:pt x="32602" y="235"/>
                        <a:pt x="20508" y="235"/>
                      </a:cubicBezTo>
                      <a:cubicBezTo>
                        <a:pt x="9070" y="235"/>
                        <a:pt x="1945" y="5954"/>
                        <a:pt x="1945" y="15235"/>
                      </a:cubicBezTo>
                      <a:cubicBezTo>
                        <a:pt x="1945" y="18235"/>
                        <a:pt x="2883" y="20860"/>
                        <a:pt x="4383" y="22642"/>
                      </a:cubicBezTo>
                      <a:cubicBezTo>
                        <a:pt x="5976" y="24235"/>
                        <a:pt x="7477" y="24985"/>
                        <a:pt x="11789" y="26392"/>
                      </a:cubicBezTo>
                      <a:lnTo>
                        <a:pt x="25758" y="30704"/>
                      </a:lnTo>
                      <a:cubicBezTo>
                        <a:pt x="28665" y="31642"/>
                        <a:pt x="29696" y="32579"/>
                        <a:pt x="29696" y="34361"/>
                      </a:cubicBezTo>
                      <a:cubicBezTo>
                        <a:pt x="29696" y="37173"/>
                        <a:pt x="26415" y="38767"/>
                        <a:pt x="20977" y="38767"/>
                      </a:cubicBezTo>
                      <a:cubicBezTo>
                        <a:pt x="17883" y="38767"/>
                        <a:pt x="15539" y="38298"/>
                        <a:pt x="14039" y="37267"/>
                      </a:cubicBezTo>
                      <a:cubicBezTo>
                        <a:pt x="12820" y="36329"/>
                        <a:pt x="12258" y="35392"/>
                        <a:pt x="11789" y="32954"/>
                      </a:cubicBezTo>
                      <a:lnTo>
                        <a:pt x="351" y="32954"/>
                      </a:lnTo>
                      <a:cubicBezTo>
                        <a:pt x="633" y="42892"/>
                        <a:pt x="7945" y="47955"/>
                        <a:pt x="21633" y="47955"/>
                      </a:cubicBezTo>
                      <a:cubicBezTo>
                        <a:pt x="27915" y="47955"/>
                        <a:pt x="32696" y="46642"/>
                        <a:pt x="35977" y="44017"/>
                      </a:cubicBezTo>
                      <a:cubicBezTo>
                        <a:pt x="39352" y="41298"/>
                        <a:pt x="41321" y="37173"/>
                        <a:pt x="41321" y="32673"/>
                      </a:cubicBezTo>
                      <a:cubicBezTo>
                        <a:pt x="41321" y="26860"/>
                        <a:pt x="38415" y="23110"/>
                        <a:pt x="32508" y="21329"/>
                      </a:cubicBezTo>
                      <a:lnTo>
                        <a:pt x="17696" y="17110"/>
                      </a:lnTo>
                      <a:cubicBezTo>
                        <a:pt x="14414" y="16079"/>
                        <a:pt x="13664" y="15423"/>
                        <a:pt x="13664" y="13548"/>
                      </a:cubicBezTo>
                      <a:cubicBezTo>
                        <a:pt x="13664" y="11110"/>
                        <a:pt x="16289" y="9422"/>
                        <a:pt x="20414" y="9422"/>
                      </a:cubicBezTo>
                      <a:cubicBezTo>
                        <a:pt x="25946" y="9422"/>
                        <a:pt x="28758" y="11391"/>
                        <a:pt x="28852" y="155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1" name="Freeform 3440">
                  <a:extLst>
                    <a:ext uri="{FF2B5EF4-FFF2-40B4-BE49-F238E27FC236}">
                      <a16:creationId xmlns:a16="http://schemas.microsoft.com/office/drawing/2014/main" id="{34EF4FB5-D22E-45C9-36B5-F8996E4FCB71}"/>
                    </a:ext>
                  </a:extLst>
                </p:cNvPr>
                <p:cNvSpPr/>
                <p:nvPr/>
              </p:nvSpPr>
              <p:spPr>
                <a:xfrm>
                  <a:off x="-4730154" y="4314163"/>
                  <a:ext cx="25688" cy="45844"/>
                </a:xfrm>
                <a:custGeom>
                  <a:avLst/>
                  <a:gdLst>
                    <a:gd name="csX0" fmla="*/ 359 w 25688"/>
                    <a:gd name="csY0" fmla="*/ 985 h 45844"/>
                    <a:gd name="csX1" fmla="*/ 359 w 25688"/>
                    <a:gd name="csY1" fmla="*/ 46080 h 45844"/>
                    <a:gd name="csX2" fmla="*/ 12078 w 25688"/>
                    <a:gd name="csY2" fmla="*/ 46080 h 45844"/>
                    <a:gd name="csX3" fmla="*/ 12078 w 25688"/>
                    <a:gd name="csY3" fmla="*/ 22079 h 45844"/>
                    <a:gd name="csX4" fmla="*/ 22297 w 25688"/>
                    <a:gd name="csY4" fmla="*/ 11860 h 45844"/>
                    <a:gd name="csX5" fmla="*/ 26048 w 25688"/>
                    <a:gd name="csY5" fmla="*/ 12141 h 45844"/>
                    <a:gd name="csX6" fmla="*/ 26048 w 25688"/>
                    <a:gd name="csY6" fmla="*/ 328 h 45844"/>
                    <a:gd name="csX7" fmla="*/ 24641 w 25688"/>
                    <a:gd name="csY7" fmla="*/ 235 h 45844"/>
                    <a:gd name="csX8" fmla="*/ 12078 w 25688"/>
                    <a:gd name="csY8" fmla="*/ 9797 h 45844"/>
                    <a:gd name="csX9" fmla="*/ 12078 w 25688"/>
                    <a:gd name="csY9" fmla="*/ 985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359" y="985"/>
                      </a:moveTo>
                      <a:lnTo>
                        <a:pt x="359" y="46080"/>
                      </a:lnTo>
                      <a:lnTo>
                        <a:pt x="12078" y="46080"/>
                      </a:lnTo>
                      <a:lnTo>
                        <a:pt x="12078" y="22079"/>
                      </a:lnTo>
                      <a:cubicBezTo>
                        <a:pt x="12078" y="15235"/>
                        <a:pt x="15453" y="11860"/>
                        <a:pt x="22297" y="11860"/>
                      </a:cubicBezTo>
                      <a:cubicBezTo>
                        <a:pt x="23610" y="11860"/>
                        <a:pt x="24454" y="11954"/>
                        <a:pt x="26048" y="12141"/>
                      </a:cubicBezTo>
                      <a:lnTo>
                        <a:pt x="26048" y="328"/>
                      </a:lnTo>
                      <a:cubicBezTo>
                        <a:pt x="25391" y="235"/>
                        <a:pt x="25110" y="235"/>
                        <a:pt x="24641" y="235"/>
                      </a:cubicBezTo>
                      <a:cubicBezTo>
                        <a:pt x="19297" y="235"/>
                        <a:pt x="14610" y="3704"/>
                        <a:pt x="12078" y="9797"/>
                      </a:cubicBezTo>
                      <a:lnTo>
                        <a:pt x="12078" y="98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2" name="Freeform 3441">
                  <a:extLst>
                    <a:ext uri="{FF2B5EF4-FFF2-40B4-BE49-F238E27FC236}">
                      <a16:creationId xmlns:a16="http://schemas.microsoft.com/office/drawing/2014/main" id="{457657F0-22EE-326A-0CFE-909633F53215}"/>
                    </a:ext>
                  </a:extLst>
                </p:cNvPr>
                <p:cNvSpPr/>
                <p:nvPr/>
              </p:nvSpPr>
              <p:spPr>
                <a:xfrm>
                  <a:off x="-4702872" y="4299538"/>
                  <a:ext cx="40501" cy="60470"/>
                </a:xfrm>
                <a:custGeom>
                  <a:avLst/>
                  <a:gdLst>
                    <a:gd name="csX0" fmla="*/ 40584 w 40501"/>
                    <a:gd name="csY0" fmla="*/ 50299 h 60470"/>
                    <a:gd name="csX1" fmla="*/ 15458 w 40501"/>
                    <a:gd name="csY1" fmla="*/ 50299 h 60470"/>
                    <a:gd name="csX2" fmla="*/ 27553 w 40501"/>
                    <a:gd name="csY2" fmla="*/ 39048 h 60470"/>
                    <a:gd name="csX3" fmla="*/ 40865 w 40501"/>
                    <a:gd name="csY3" fmla="*/ 18985 h 60470"/>
                    <a:gd name="csX4" fmla="*/ 20521 w 40501"/>
                    <a:gd name="csY4" fmla="*/ 235 h 60470"/>
                    <a:gd name="csX5" fmla="*/ 1114 w 40501"/>
                    <a:gd name="csY5" fmla="*/ 20016 h 60470"/>
                    <a:gd name="csX6" fmla="*/ 1114 w 40501"/>
                    <a:gd name="csY6" fmla="*/ 22079 h 60470"/>
                    <a:gd name="csX7" fmla="*/ 12365 w 40501"/>
                    <a:gd name="csY7" fmla="*/ 22079 h 60470"/>
                    <a:gd name="csX8" fmla="*/ 12365 w 40501"/>
                    <a:gd name="csY8" fmla="*/ 20204 h 60470"/>
                    <a:gd name="csX9" fmla="*/ 20802 w 40501"/>
                    <a:gd name="csY9" fmla="*/ 9704 h 60470"/>
                    <a:gd name="csX10" fmla="*/ 29146 w 40501"/>
                    <a:gd name="csY10" fmla="*/ 19266 h 60470"/>
                    <a:gd name="csX11" fmla="*/ 13958 w 40501"/>
                    <a:gd name="csY11" fmla="*/ 37642 h 60470"/>
                    <a:gd name="csX12" fmla="*/ 364 w 40501"/>
                    <a:gd name="csY12" fmla="*/ 60705 h 60470"/>
                    <a:gd name="csX13" fmla="*/ 40584 w 40501"/>
                    <a:gd name="csY13" fmla="*/ 60705 h 6047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40501" h="60470">
                      <a:moveTo>
                        <a:pt x="40584" y="50299"/>
                      </a:moveTo>
                      <a:lnTo>
                        <a:pt x="15458" y="50299"/>
                      </a:lnTo>
                      <a:cubicBezTo>
                        <a:pt x="17052" y="47111"/>
                        <a:pt x="18927" y="45330"/>
                        <a:pt x="27553" y="39048"/>
                      </a:cubicBezTo>
                      <a:cubicBezTo>
                        <a:pt x="37865" y="31548"/>
                        <a:pt x="40865" y="27142"/>
                        <a:pt x="40865" y="18985"/>
                      </a:cubicBezTo>
                      <a:cubicBezTo>
                        <a:pt x="40865" y="7547"/>
                        <a:pt x="32896" y="235"/>
                        <a:pt x="20521" y="235"/>
                      </a:cubicBezTo>
                      <a:cubicBezTo>
                        <a:pt x="8240" y="235"/>
                        <a:pt x="1114" y="7454"/>
                        <a:pt x="1114" y="20016"/>
                      </a:cubicBezTo>
                      <a:lnTo>
                        <a:pt x="1114" y="22079"/>
                      </a:lnTo>
                      <a:lnTo>
                        <a:pt x="12365" y="22079"/>
                      </a:lnTo>
                      <a:lnTo>
                        <a:pt x="12365" y="20204"/>
                      </a:lnTo>
                      <a:cubicBezTo>
                        <a:pt x="12365" y="13548"/>
                        <a:pt x="15458" y="9704"/>
                        <a:pt x="20802" y="9704"/>
                      </a:cubicBezTo>
                      <a:cubicBezTo>
                        <a:pt x="25959" y="9704"/>
                        <a:pt x="29146" y="13360"/>
                        <a:pt x="29146" y="19266"/>
                      </a:cubicBezTo>
                      <a:cubicBezTo>
                        <a:pt x="29146" y="25829"/>
                        <a:pt x="27178" y="28267"/>
                        <a:pt x="13958" y="37642"/>
                      </a:cubicBezTo>
                      <a:cubicBezTo>
                        <a:pt x="3927" y="44486"/>
                        <a:pt x="833" y="49642"/>
                        <a:pt x="364" y="60705"/>
                      </a:cubicBezTo>
                      <a:lnTo>
                        <a:pt x="40584" y="6070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3" name="Freeform 3442">
                  <a:extLst>
                    <a:ext uri="{FF2B5EF4-FFF2-40B4-BE49-F238E27FC236}">
                      <a16:creationId xmlns:a16="http://schemas.microsoft.com/office/drawing/2014/main" id="{95FC16E1-35DE-57E8-C09F-D33CB5285463}"/>
                    </a:ext>
                  </a:extLst>
                </p:cNvPr>
                <p:cNvSpPr/>
                <p:nvPr/>
              </p:nvSpPr>
              <p:spPr>
                <a:xfrm>
                  <a:off x="-4652433" y="4299069"/>
                  <a:ext cx="43032" cy="62814"/>
                </a:xfrm>
                <a:custGeom>
                  <a:avLst/>
                  <a:gdLst>
                    <a:gd name="csX0" fmla="*/ 372 w 43032"/>
                    <a:gd name="csY0" fmla="*/ 235 h 62814"/>
                    <a:gd name="csX1" fmla="*/ 372 w 43032"/>
                    <a:gd name="csY1" fmla="*/ 61174 h 62814"/>
                    <a:gd name="csX2" fmla="*/ 11998 w 43032"/>
                    <a:gd name="csY2" fmla="*/ 61174 h 62814"/>
                    <a:gd name="csX3" fmla="*/ 11998 w 43032"/>
                    <a:gd name="csY3" fmla="*/ 56580 h 62814"/>
                    <a:gd name="csX4" fmla="*/ 24467 w 43032"/>
                    <a:gd name="csY4" fmla="*/ 63049 h 62814"/>
                    <a:gd name="csX5" fmla="*/ 43405 w 43032"/>
                    <a:gd name="csY5" fmla="*/ 39236 h 62814"/>
                    <a:gd name="csX6" fmla="*/ 38623 w 43032"/>
                    <a:gd name="csY6" fmla="*/ 22548 h 62814"/>
                    <a:gd name="csX7" fmla="*/ 24467 w 43032"/>
                    <a:gd name="csY7" fmla="*/ 15329 h 62814"/>
                    <a:gd name="csX8" fmla="*/ 11998 w 43032"/>
                    <a:gd name="csY8" fmla="*/ 21892 h 62814"/>
                    <a:gd name="csX9" fmla="*/ 11998 w 43032"/>
                    <a:gd name="csY9" fmla="*/ 235 h 62814"/>
                    <a:gd name="csX10" fmla="*/ 21842 w 43032"/>
                    <a:gd name="csY10" fmla="*/ 25079 h 62814"/>
                    <a:gd name="csX11" fmla="*/ 31779 w 43032"/>
                    <a:gd name="csY11" fmla="*/ 39329 h 62814"/>
                    <a:gd name="csX12" fmla="*/ 21842 w 43032"/>
                    <a:gd name="csY12" fmla="*/ 53299 h 62814"/>
                    <a:gd name="csX13" fmla="*/ 11998 w 43032"/>
                    <a:gd name="csY13" fmla="*/ 39048 h 62814"/>
                    <a:gd name="csX14" fmla="*/ 21842 w 43032"/>
                    <a:gd name="csY14" fmla="*/ 25079 h 628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032" h="62814">
                      <a:moveTo>
                        <a:pt x="372" y="235"/>
                      </a:moveTo>
                      <a:lnTo>
                        <a:pt x="372" y="61174"/>
                      </a:lnTo>
                      <a:lnTo>
                        <a:pt x="11998" y="61174"/>
                      </a:lnTo>
                      <a:lnTo>
                        <a:pt x="11998" y="56580"/>
                      </a:lnTo>
                      <a:cubicBezTo>
                        <a:pt x="14904" y="60986"/>
                        <a:pt x="18748" y="63049"/>
                        <a:pt x="24467" y="63049"/>
                      </a:cubicBezTo>
                      <a:cubicBezTo>
                        <a:pt x="35248" y="63049"/>
                        <a:pt x="43405" y="52830"/>
                        <a:pt x="43405" y="39236"/>
                      </a:cubicBezTo>
                      <a:cubicBezTo>
                        <a:pt x="43405" y="33142"/>
                        <a:pt x="41623" y="26954"/>
                        <a:pt x="38623" y="22548"/>
                      </a:cubicBezTo>
                      <a:cubicBezTo>
                        <a:pt x="35530" y="18141"/>
                        <a:pt x="29998" y="15329"/>
                        <a:pt x="24467" y="15329"/>
                      </a:cubicBezTo>
                      <a:cubicBezTo>
                        <a:pt x="18748" y="15329"/>
                        <a:pt x="14904" y="17391"/>
                        <a:pt x="11998" y="21892"/>
                      </a:cubicBezTo>
                      <a:lnTo>
                        <a:pt x="11998" y="235"/>
                      </a:lnTo>
                      <a:close/>
                      <a:moveTo>
                        <a:pt x="21842" y="25079"/>
                      </a:moveTo>
                      <a:cubicBezTo>
                        <a:pt x="27654" y="25079"/>
                        <a:pt x="31779" y="30892"/>
                        <a:pt x="31779" y="39329"/>
                      </a:cubicBezTo>
                      <a:cubicBezTo>
                        <a:pt x="31779" y="47580"/>
                        <a:pt x="27748" y="53299"/>
                        <a:pt x="21842" y="53299"/>
                      </a:cubicBezTo>
                      <a:cubicBezTo>
                        <a:pt x="15935" y="53299"/>
                        <a:pt x="11998" y="47767"/>
                        <a:pt x="11998" y="39048"/>
                      </a:cubicBezTo>
                      <a:cubicBezTo>
                        <a:pt x="11998" y="30798"/>
                        <a:pt x="16029" y="25079"/>
                        <a:pt x="21842" y="2507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44" name="Freeform 3443">
                <a:extLst>
                  <a:ext uri="{FF2B5EF4-FFF2-40B4-BE49-F238E27FC236}">
                    <a16:creationId xmlns:a16="http://schemas.microsoft.com/office/drawing/2014/main" id="{F194DA1D-FA43-91ED-0068-EBF935E0B37E}"/>
                  </a:ext>
                </a:extLst>
              </p:cNvPr>
              <p:cNvSpPr/>
              <p:nvPr/>
            </p:nvSpPr>
            <p:spPr>
              <a:xfrm>
                <a:off x="2966665" y="3175476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45" name="Graphic 6">
                <a:extLst>
                  <a:ext uri="{FF2B5EF4-FFF2-40B4-BE49-F238E27FC236}">
                    <a16:creationId xmlns:a16="http://schemas.microsoft.com/office/drawing/2014/main" id="{721040D0-8535-A2AC-B148-11DC9430D633}"/>
                  </a:ext>
                </a:extLst>
              </p:cNvPr>
              <p:cNvGrpSpPr/>
              <p:nvPr/>
            </p:nvGrpSpPr>
            <p:grpSpPr>
              <a:xfrm>
                <a:off x="3018369" y="3217108"/>
                <a:ext cx="162754" cy="55220"/>
                <a:chOff x="-3855748" y="5943693"/>
                <a:chExt cx="162754" cy="55220"/>
              </a:xfrm>
              <a:solidFill>
                <a:srgbClr val="000000"/>
              </a:solidFill>
            </p:grpSpPr>
            <p:sp>
              <p:nvSpPr>
                <p:cNvPr id="3446" name="Freeform 3445">
                  <a:extLst>
                    <a:ext uri="{FF2B5EF4-FFF2-40B4-BE49-F238E27FC236}">
                      <a16:creationId xmlns:a16="http://schemas.microsoft.com/office/drawing/2014/main" id="{82131A78-7093-1768-9265-40179834A400}"/>
                    </a:ext>
                  </a:extLst>
                </p:cNvPr>
                <p:cNvSpPr/>
                <p:nvPr/>
              </p:nvSpPr>
              <p:spPr>
                <a:xfrm>
                  <a:off x="-3855748" y="5943693"/>
                  <a:ext cx="21938" cy="53532"/>
                </a:xfrm>
                <a:custGeom>
                  <a:avLst/>
                  <a:gdLst>
                    <a:gd name="csX0" fmla="*/ 22444 w 21938"/>
                    <a:gd name="csY0" fmla="*/ 15227 h 53532"/>
                    <a:gd name="csX1" fmla="*/ 16350 w 21938"/>
                    <a:gd name="csY1" fmla="*/ 15227 h 53532"/>
                    <a:gd name="csX2" fmla="*/ 16350 w 21938"/>
                    <a:gd name="csY2" fmla="*/ 11289 h 53532"/>
                    <a:gd name="csX3" fmla="*/ 19163 w 21938"/>
                    <a:gd name="csY3" fmla="*/ 8195 h 53532"/>
                    <a:gd name="csX4" fmla="*/ 22069 w 21938"/>
                    <a:gd name="csY4" fmla="*/ 8477 h 53532"/>
                    <a:gd name="csX5" fmla="*/ 22069 w 21938"/>
                    <a:gd name="csY5" fmla="*/ 789 h 53532"/>
                    <a:gd name="csX6" fmla="*/ 16256 w 21938"/>
                    <a:gd name="csY6" fmla="*/ 508 h 53532"/>
                    <a:gd name="csX7" fmla="*/ 6037 w 21938"/>
                    <a:gd name="csY7" fmla="*/ 10445 h 53532"/>
                    <a:gd name="csX8" fmla="*/ 6037 w 21938"/>
                    <a:gd name="csY8" fmla="*/ 15227 h 53532"/>
                    <a:gd name="csX9" fmla="*/ 506 w 21938"/>
                    <a:gd name="csY9" fmla="*/ 15227 h 53532"/>
                    <a:gd name="csX10" fmla="*/ 506 w 21938"/>
                    <a:gd name="csY10" fmla="*/ 22071 h 53532"/>
                    <a:gd name="csX11" fmla="*/ 6037 w 21938"/>
                    <a:gd name="csY11" fmla="*/ 22071 h 53532"/>
                    <a:gd name="csX12" fmla="*/ 6037 w 21938"/>
                    <a:gd name="csY12" fmla="*/ 54040 h 53532"/>
                    <a:gd name="csX13" fmla="*/ 16350 w 21938"/>
                    <a:gd name="csY13" fmla="*/ 54040 h 53532"/>
                    <a:gd name="csX14" fmla="*/ 16350 w 21938"/>
                    <a:gd name="csY14" fmla="*/ 22071 h 53532"/>
                    <a:gd name="csX15" fmla="*/ 22444 w 21938"/>
                    <a:gd name="csY15" fmla="*/ 22071 h 53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1938" h="53532">
                      <a:moveTo>
                        <a:pt x="22444" y="15227"/>
                      </a:moveTo>
                      <a:lnTo>
                        <a:pt x="16350" y="15227"/>
                      </a:lnTo>
                      <a:lnTo>
                        <a:pt x="16350" y="11289"/>
                      </a:lnTo>
                      <a:cubicBezTo>
                        <a:pt x="16350" y="9227"/>
                        <a:pt x="17194" y="8195"/>
                        <a:pt x="19163" y="8195"/>
                      </a:cubicBezTo>
                      <a:cubicBezTo>
                        <a:pt x="20100" y="8195"/>
                        <a:pt x="21038" y="8289"/>
                        <a:pt x="22069" y="8477"/>
                      </a:cubicBezTo>
                      <a:lnTo>
                        <a:pt x="22069" y="789"/>
                      </a:lnTo>
                      <a:cubicBezTo>
                        <a:pt x="19913" y="601"/>
                        <a:pt x="17756" y="508"/>
                        <a:pt x="16256" y="508"/>
                      </a:cubicBezTo>
                      <a:cubicBezTo>
                        <a:pt x="9412" y="508"/>
                        <a:pt x="6037" y="3789"/>
                        <a:pt x="6037" y="10445"/>
                      </a:cubicBezTo>
                      <a:lnTo>
                        <a:pt x="6037" y="15227"/>
                      </a:lnTo>
                      <a:lnTo>
                        <a:pt x="506" y="15227"/>
                      </a:lnTo>
                      <a:lnTo>
                        <a:pt x="506" y="22071"/>
                      </a:lnTo>
                      <a:lnTo>
                        <a:pt x="6037" y="22071"/>
                      </a:lnTo>
                      <a:lnTo>
                        <a:pt x="6037" y="54040"/>
                      </a:lnTo>
                      <a:lnTo>
                        <a:pt x="16350" y="54040"/>
                      </a:lnTo>
                      <a:lnTo>
                        <a:pt x="16350" y="22071"/>
                      </a:lnTo>
                      <a:lnTo>
                        <a:pt x="22444" y="220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7" name="Freeform 3446">
                  <a:extLst>
                    <a:ext uri="{FF2B5EF4-FFF2-40B4-BE49-F238E27FC236}">
                      <a16:creationId xmlns:a16="http://schemas.microsoft.com/office/drawing/2014/main" id="{A28ED774-09FD-274E-4330-AFD6D575D3F8}"/>
                    </a:ext>
                  </a:extLst>
                </p:cNvPr>
                <p:cNvSpPr/>
                <p:nvPr/>
              </p:nvSpPr>
              <p:spPr>
                <a:xfrm>
                  <a:off x="-3831184" y="5956912"/>
                  <a:ext cx="36938" cy="42001"/>
                </a:xfrm>
                <a:custGeom>
                  <a:avLst/>
                  <a:gdLst>
                    <a:gd name="csX0" fmla="*/ 37355 w 36938"/>
                    <a:gd name="csY0" fmla="*/ 24227 h 42001"/>
                    <a:gd name="csX1" fmla="*/ 37448 w 36938"/>
                    <a:gd name="csY1" fmla="*/ 22446 h 42001"/>
                    <a:gd name="csX2" fmla="*/ 35948 w 36938"/>
                    <a:gd name="csY2" fmla="*/ 12039 h 42001"/>
                    <a:gd name="csX3" fmla="*/ 18885 w 36938"/>
                    <a:gd name="csY3" fmla="*/ 508 h 42001"/>
                    <a:gd name="csX4" fmla="*/ 510 w 36938"/>
                    <a:gd name="csY4" fmla="*/ 22071 h 42001"/>
                    <a:gd name="csX5" fmla="*/ 18698 w 36938"/>
                    <a:gd name="csY5" fmla="*/ 42509 h 42001"/>
                    <a:gd name="csX6" fmla="*/ 36980 w 36938"/>
                    <a:gd name="csY6" fmla="*/ 29665 h 42001"/>
                    <a:gd name="csX7" fmla="*/ 26854 w 36938"/>
                    <a:gd name="csY7" fmla="*/ 29665 h 42001"/>
                    <a:gd name="csX8" fmla="*/ 19073 w 36938"/>
                    <a:gd name="csY8" fmla="*/ 34633 h 42001"/>
                    <a:gd name="csX9" fmla="*/ 12323 w 36938"/>
                    <a:gd name="csY9" fmla="*/ 31165 h 42001"/>
                    <a:gd name="csX10" fmla="*/ 10823 w 36938"/>
                    <a:gd name="csY10" fmla="*/ 24227 h 42001"/>
                    <a:gd name="csX11" fmla="*/ 10916 w 36938"/>
                    <a:gd name="csY11" fmla="*/ 17383 h 42001"/>
                    <a:gd name="csX12" fmla="*/ 18698 w 36938"/>
                    <a:gd name="csY12" fmla="*/ 8383 h 42001"/>
                    <a:gd name="csX13" fmla="*/ 26760 w 36938"/>
                    <a:gd name="csY13" fmla="*/ 17383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938" h="42001">
                      <a:moveTo>
                        <a:pt x="37355" y="24227"/>
                      </a:moveTo>
                      <a:cubicBezTo>
                        <a:pt x="37448" y="23383"/>
                        <a:pt x="37448" y="23008"/>
                        <a:pt x="37448" y="22446"/>
                      </a:cubicBezTo>
                      <a:cubicBezTo>
                        <a:pt x="37448" y="18508"/>
                        <a:pt x="36886" y="14852"/>
                        <a:pt x="35948" y="12039"/>
                      </a:cubicBezTo>
                      <a:cubicBezTo>
                        <a:pt x="33229" y="4820"/>
                        <a:pt x="26854" y="508"/>
                        <a:pt x="18885" y="508"/>
                      </a:cubicBezTo>
                      <a:cubicBezTo>
                        <a:pt x="7541" y="508"/>
                        <a:pt x="510" y="8758"/>
                        <a:pt x="510" y="22071"/>
                      </a:cubicBezTo>
                      <a:cubicBezTo>
                        <a:pt x="510" y="34727"/>
                        <a:pt x="7447" y="42509"/>
                        <a:pt x="18698" y="42509"/>
                      </a:cubicBezTo>
                      <a:cubicBezTo>
                        <a:pt x="27510" y="42509"/>
                        <a:pt x="34729" y="37540"/>
                        <a:pt x="36980" y="29665"/>
                      </a:cubicBezTo>
                      <a:lnTo>
                        <a:pt x="26854" y="29665"/>
                      </a:lnTo>
                      <a:cubicBezTo>
                        <a:pt x="25635" y="32852"/>
                        <a:pt x="22729" y="34633"/>
                        <a:pt x="19073" y="34633"/>
                      </a:cubicBezTo>
                      <a:cubicBezTo>
                        <a:pt x="16073" y="34633"/>
                        <a:pt x="13729" y="33415"/>
                        <a:pt x="12323" y="31165"/>
                      </a:cubicBezTo>
                      <a:cubicBezTo>
                        <a:pt x="11291" y="29758"/>
                        <a:pt x="10916" y="27977"/>
                        <a:pt x="10823" y="24227"/>
                      </a:cubicBezTo>
                      <a:close/>
                      <a:moveTo>
                        <a:pt x="10916" y="17383"/>
                      </a:moveTo>
                      <a:cubicBezTo>
                        <a:pt x="11573" y="11289"/>
                        <a:pt x="14198" y="8383"/>
                        <a:pt x="18698" y="8383"/>
                      </a:cubicBezTo>
                      <a:cubicBezTo>
                        <a:pt x="23479" y="8383"/>
                        <a:pt x="26198" y="11570"/>
                        <a:pt x="26760" y="1738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8" name="Freeform 3447">
                  <a:extLst>
                    <a:ext uri="{FF2B5EF4-FFF2-40B4-BE49-F238E27FC236}">
                      <a16:creationId xmlns:a16="http://schemas.microsoft.com/office/drawing/2014/main" id="{01944625-FAB7-F4E2-72BB-B7A5F1BC6CD1}"/>
                    </a:ext>
                  </a:extLst>
                </p:cNvPr>
                <p:cNvSpPr/>
                <p:nvPr/>
              </p:nvSpPr>
              <p:spPr>
                <a:xfrm>
                  <a:off x="-3789277" y="5957569"/>
                  <a:ext cx="32813" cy="39657"/>
                </a:xfrm>
                <a:custGeom>
                  <a:avLst/>
                  <a:gdLst>
                    <a:gd name="csX0" fmla="*/ 32674 w 32813"/>
                    <a:gd name="csY0" fmla="*/ 508 h 39657"/>
                    <a:gd name="csX1" fmla="*/ 1923 w 32813"/>
                    <a:gd name="csY1" fmla="*/ 508 h 39657"/>
                    <a:gd name="csX2" fmla="*/ 1923 w 32813"/>
                    <a:gd name="csY2" fmla="*/ 8852 h 39657"/>
                    <a:gd name="csX3" fmla="*/ 20205 w 32813"/>
                    <a:gd name="csY3" fmla="*/ 8852 h 39657"/>
                    <a:gd name="csX4" fmla="*/ 517 w 32813"/>
                    <a:gd name="csY4" fmla="*/ 31915 h 39657"/>
                    <a:gd name="csX5" fmla="*/ 517 w 32813"/>
                    <a:gd name="csY5" fmla="*/ 40165 h 39657"/>
                    <a:gd name="csX6" fmla="*/ 33330 w 32813"/>
                    <a:gd name="csY6" fmla="*/ 40165 h 39657"/>
                    <a:gd name="csX7" fmla="*/ 33330 w 32813"/>
                    <a:gd name="csY7" fmla="*/ 31915 h 39657"/>
                    <a:gd name="csX8" fmla="*/ 13267 w 32813"/>
                    <a:gd name="csY8" fmla="*/ 31915 h 39657"/>
                    <a:gd name="csX9" fmla="*/ 32674 w 32813"/>
                    <a:gd name="csY9" fmla="*/ 8852 h 396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2813" h="39657">
                      <a:moveTo>
                        <a:pt x="32674" y="508"/>
                      </a:moveTo>
                      <a:lnTo>
                        <a:pt x="1923" y="508"/>
                      </a:lnTo>
                      <a:lnTo>
                        <a:pt x="1923" y="8852"/>
                      </a:lnTo>
                      <a:lnTo>
                        <a:pt x="20205" y="8852"/>
                      </a:lnTo>
                      <a:lnTo>
                        <a:pt x="517" y="31915"/>
                      </a:lnTo>
                      <a:lnTo>
                        <a:pt x="517" y="40165"/>
                      </a:lnTo>
                      <a:lnTo>
                        <a:pt x="33330" y="40165"/>
                      </a:lnTo>
                      <a:lnTo>
                        <a:pt x="33330" y="31915"/>
                      </a:lnTo>
                      <a:lnTo>
                        <a:pt x="13267" y="31915"/>
                      </a:lnTo>
                      <a:lnTo>
                        <a:pt x="32674" y="88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49" name="Freeform 3448">
                  <a:extLst>
                    <a:ext uri="{FF2B5EF4-FFF2-40B4-BE49-F238E27FC236}">
                      <a16:creationId xmlns:a16="http://schemas.microsoft.com/office/drawing/2014/main" id="{39488D3A-9668-0E70-BE50-C2292AD8CFF4}"/>
                    </a:ext>
                  </a:extLst>
                </p:cNvPr>
                <p:cNvSpPr/>
                <p:nvPr/>
              </p:nvSpPr>
              <p:spPr>
                <a:xfrm>
                  <a:off x="-3753745" y="5943693"/>
                  <a:ext cx="21938" cy="53532"/>
                </a:xfrm>
                <a:custGeom>
                  <a:avLst/>
                  <a:gdLst>
                    <a:gd name="csX0" fmla="*/ 22461 w 21938"/>
                    <a:gd name="csY0" fmla="*/ 15227 h 53532"/>
                    <a:gd name="csX1" fmla="*/ 16367 w 21938"/>
                    <a:gd name="csY1" fmla="*/ 15227 h 53532"/>
                    <a:gd name="csX2" fmla="*/ 16367 w 21938"/>
                    <a:gd name="csY2" fmla="*/ 11289 h 53532"/>
                    <a:gd name="csX3" fmla="*/ 19180 w 21938"/>
                    <a:gd name="csY3" fmla="*/ 8195 h 53532"/>
                    <a:gd name="csX4" fmla="*/ 22086 w 21938"/>
                    <a:gd name="csY4" fmla="*/ 8477 h 53532"/>
                    <a:gd name="csX5" fmla="*/ 22086 w 21938"/>
                    <a:gd name="csY5" fmla="*/ 789 h 53532"/>
                    <a:gd name="csX6" fmla="*/ 16273 w 21938"/>
                    <a:gd name="csY6" fmla="*/ 508 h 53532"/>
                    <a:gd name="csX7" fmla="*/ 6054 w 21938"/>
                    <a:gd name="csY7" fmla="*/ 10445 h 53532"/>
                    <a:gd name="csX8" fmla="*/ 6054 w 21938"/>
                    <a:gd name="csY8" fmla="*/ 15227 h 53532"/>
                    <a:gd name="csX9" fmla="*/ 523 w 21938"/>
                    <a:gd name="csY9" fmla="*/ 15227 h 53532"/>
                    <a:gd name="csX10" fmla="*/ 523 w 21938"/>
                    <a:gd name="csY10" fmla="*/ 22071 h 53532"/>
                    <a:gd name="csX11" fmla="*/ 6054 w 21938"/>
                    <a:gd name="csY11" fmla="*/ 22071 h 53532"/>
                    <a:gd name="csX12" fmla="*/ 6054 w 21938"/>
                    <a:gd name="csY12" fmla="*/ 54040 h 53532"/>
                    <a:gd name="csX13" fmla="*/ 16367 w 21938"/>
                    <a:gd name="csY13" fmla="*/ 54040 h 53532"/>
                    <a:gd name="csX14" fmla="*/ 16367 w 21938"/>
                    <a:gd name="csY14" fmla="*/ 22071 h 53532"/>
                    <a:gd name="csX15" fmla="*/ 22461 w 21938"/>
                    <a:gd name="csY15" fmla="*/ 22071 h 53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1938" h="53532">
                      <a:moveTo>
                        <a:pt x="22461" y="15227"/>
                      </a:moveTo>
                      <a:lnTo>
                        <a:pt x="16367" y="15227"/>
                      </a:lnTo>
                      <a:lnTo>
                        <a:pt x="16367" y="11289"/>
                      </a:lnTo>
                      <a:cubicBezTo>
                        <a:pt x="16367" y="9227"/>
                        <a:pt x="17211" y="8195"/>
                        <a:pt x="19180" y="8195"/>
                      </a:cubicBezTo>
                      <a:cubicBezTo>
                        <a:pt x="20117" y="8195"/>
                        <a:pt x="21055" y="8289"/>
                        <a:pt x="22086" y="8477"/>
                      </a:cubicBezTo>
                      <a:lnTo>
                        <a:pt x="22086" y="789"/>
                      </a:lnTo>
                      <a:cubicBezTo>
                        <a:pt x="19930" y="601"/>
                        <a:pt x="17773" y="508"/>
                        <a:pt x="16273" y="508"/>
                      </a:cubicBezTo>
                      <a:cubicBezTo>
                        <a:pt x="9429" y="508"/>
                        <a:pt x="6054" y="3789"/>
                        <a:pt x="6054" y="10445"/>
                      </a:cubicBezTo>
                      <a:lnTo>
                        <a:pt x="6054" y="15227"/>
                      </a:lnTo>
                      <a:lnTo>
                        <a:pt x="523" y="15227"/>
                      </a:lnTo>
                      <a:lnTo>
                        <a:pt x="523" y="22071"/>
                      </a:lnTo>
                      <a:lnTo>
                        <a:pt x="6054" y="22071"/>
                      </a:lnTo>
                      <a:lnTo>
                        <a:pt x="6054" y="54040"/>
                      </a:lnTo>
                      <a:lnTo>
                        <a:pt x="16367" y="54040"/>
                      </a:lnTo>
                      <a:lnTo>
                        <a:pt x="16367" y="22071"/>
                      </a:lnTo>
                      <a:lnTo>
                        <a:pt x="22461" y="220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50" name="Freeform 3449">
                  <a:extLst>
                    <a:ext uri="{FF2B5EF4-FFF2-40B4-BE49-F238E27FC236}">
                      <a16:creationId xmlns:a16="http://schemas.microsoft.com/office/drawing/2014/main" id="{09DF34F4-8FC8-78E5-41FF-5BDAAD1444EF}"/>
                    </a:ext>
                  </a:extLst>
                </p:cNvPr>
                <p:cNvSpPr/>
                <p:nvPr/>
              </p:nvSpPr>
              <p:spPr>
                <a:xfrm>
                  <a:off x="-3728619" y="5944068"/>
                  <a:ext cx="35625" cy="53157"/>
                </a:xfrm>
                <a:custGeom>
                  <a:avLst/>
                  <a:gdLst>
                    <a:gd name="csX0" fmla="*/ 35965 w 35625"/>
                    <a:gd name="csY0" fmla="*/ 44477 h 53157"/>
                    <a:gd name="csX1" fmla="*/ 13840 w 35625"/>
                    <a:gd name="csY1" fmla="*/ 44477 h 53157"/>
                    <a:gd name="csX2" fmla="*/ 24527 w 35625"/>
                    <a:gd name="csY2" fmla="*/ 34633 h 53157"/>
                    <a:gd name="csX3" fmla="*/ 36153 w 35625"/>
                    <a:gd name="csY3" fmla="*/ 17008 h 53157"/>
                    <a:gd name="csX4" fmla="*/ 18340 w 35625"/>
                    <a:gd name="csY4" fmla="*/ 508 h 53157"/>
                    <a:gd name="csX5" fmla="*/ 1277 w 35625"/>
                    <a:gd name="csY5" fmla="*/ 17946 h 53157"/>
                    <a:gd name="csX6" fmla="*/ 1277 w 35625"/>
                    <a:gd name="csY6" fmla="*/ 19727 h 53157"/>
                    <a:gd name="csX7" fmla="*/ 11121 w 35625"/>
                    <a:gd name="csY7" fmla="*/ 19727 h 53157"/>
                    <a:gd name="csX8" fmla="*/ 11121 w 35625"/>
                    <a:gd name="csY8" fmla="*/ 18039 h 53157"/>
                    <a:gd name="csX9" fmla="*/ 18527 w 35625"/>
                    <a:gd name="csY9" fmla="*/ 8852 h 53157"/>
                    <a:gd name="csX10" fmla="*/ 25934 w 35625"/>
                    <a:gd name="csY10" fmla="*/ 17289 h 53157"/>
                    <a:gd name="csX11" fmla="*/ 12527 w 35625"/>
                    <a:gd name="csY11" fmla="*/ 33415 h 53157"/>
                    <a:gd name="csX12" fmla="*/ 527 w 35625"/>
                    <a:gd name="csY12" fmla="*/ 53665 h 53157"/>
                    <a:gd name="csX13" fmla="*/ 35965 w 35625"/>
                    <a:gd name="csY13" fmla="*/ 53665 h 531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5625" h="53157">
                      <a:moveTo>
                        <a:pt x="35965" y="44477"/>
                      </a:moveTo>
                      <a:lnTo>
                        <a:pt x="13840" y="44477"/>
                      </a:lnTo>
                      <a:cubicBezTo>
                        <a:pt x="15246" y="41665"/>
                        <a:pt x="16840" y="40165"/>
                        <a:pt x="24527" y="34633"/>
                      </a:cubicBezTo>
                      <a:cubicBezTo>
                        <a:pt x="33528" y="28071"/>
                        <a:pt x="36153" y="24133"/>
                        <a:pt x="36153" y="17008"/>
                      </a:cubicBezTo>
                      <a:cubicBezTo>
                        <a:pt x="36153" y="6976"/>
                        <a:pt x="29215" y="508"/>
                        <a:pt x="18340" y="508"/>
                      </a:cubicBezTo>
                      <a:cubicBezTo>
                        <a:pt x="7558" y="508"/>
                        <a:pt x="1277" y="6883"/>
                        <a:pt x="1277" y="17946"/>
                      </a:cubicBezTo>
                      <a:lnTo>
                        <a:pt x="1277" y="19727"/>
                      </a:lnTo>
                      <a:lnTo>
                        <a:pt x="11121" y="19727"/>
                      </a:lnTo>
                      <a:lnTo>
                        <a:pt x="11121" y="18039"/>
                      </a:lnTo>
                      <a:cubicBezTo>
                        <a:pt x="11121" y="12227"/>
                        <a:pt x="13840" y="8852"/>
                        <a:pt x="18527" y="8852"/>
                      </a:cubicBezTo>
                      <a:cubicBezTo>
                        <a:pt x="23121" y="8852"/>
                        <a:pt x="25934" y="12039"/>
                        <a:pt x="25934" y="17289"/>
                      </a:cubicBezTo>
                      <a:cubicBezTo>
                        <a:pt x="25934" y="23008"/>
                        <a:pt x="24152" y="25164"/>
                        <a:pt x="12527" y="33415"/>
                      </a:cubicBezTo>
                      <a:cubicBezTo>
                        <a:pt x="3714" y="39415"/>
                        <a:pt x="996" y="44009"/>
                        <a:pt x="527" y="53665"/>
                      </a:cubicBezTo>
                      <a:lnTo>
                        <a:pt x="35965" y="5366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51" name="Freeform 3450">
                <a:extLst>
                  <a:ext uri="{FF2B5EF4-FFF2-40B4-BE49-F238E27FC236}">
                    <a16:creationId xmlns:a16="http://schemas.microsoft.com/office/drawing/2014/main" id="{CEC54260-639A-0096-6A68-9B80C4BA2060}"/>
                  </a:ext>
                </a:extLst>
              </p:cNvPr>
              <p:cNvSpPr/>
              <p:nvPr/>
            </p:nvSpPr>
            <p:spPr>
              <a:xfrm>
                <a:off x="2727971" y="583734"/>
                <a:ext cx="309453" cy="169059"/>
              </a:xfrm>
              <a:custGeom>
                <a:avLst/>
                <a:gdLst>
                  <a:gd name="csX0" fmla="*/ 0 w 309453"/>
                  <a:gd name="csY0" fmla="*/ 169059 h 169059"/>
                  <a:gd name="csX1" fmla="*/ 309454 w 309453"/>
                  <a:gd name="csY1" fmla="*/ 169059 h 169059"/>
                  <a:gd name="csX2" fmla="*/ 309454 w 309453"/>
                  <a:gd name="csY2" fmla="*/ 0 h 169059"/>
                  <a:gd name="csX3" fmla="*/ 0 w 309453"/>
                  <a:gd name="csY3" fmla="*/ 0 h 1690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09453" h="169059">
                    <a:moveTo>
                      <a:pt x="0" y="169059"/>
                    </a:moveTo>
                    <a:lnTo>
                      <a:pt x="309454" y="169059"/>
                    </a:lnTo>
                    <a:lnTo>
                      <a:pt x="30945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8C7A8"/>
              </a:solidFill>
              <a:ln w="15743" cap="rnd">
                <a:solidFill>
                  <a:srgbClr val="11111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3452" name="Graphic 6">
                <a:extLst>
                  <a:ext uri="{FF2B5EF4-FFF2-40B4-BE49-F238E27FC236}">
                    <a16:creationId xmlns:a16="http://schemas.microsoft.com/office/drawing/2014/main" id="{8CA56154-133D-649B-5C5D-889F3DB88014}"/>
                  </a:ext>
                </a:extLst>
              </p:cNvPr>
              <p:cNvGrpSpPr/>
              <p:nvPr/>
            </p:nvGrpSpPr>
            <p:grpSpPr>
              <a:xfrm>
                <a:off x="2821583" y="629286"/>
                <a:ext cx="128065" cy="64032"/>
                <a:chOff x="-4052534" y="3355871"/>
                <a:chExt cx="128065" cy="64032"/>
              </a:xfrm>
              <a:solidFill>
                <a:srgbClr val="000000"/>
              </a:solidFill>
            </p:grpSpPr>
            <p:sp>
              <p:nvSpPr>
                <p:cNvPr id="3453" name="Freeform 3452">
                  <a:extLst>
                    <a:ext uri="{FF2B5EF4-FFF2-40B4-BE49-F238E27FC236}">
                      <a16:creationId xmlns:a16="http://schemas.microsoft.com/office/drawing/2014/main" id="{D1B46B35-E2F9-710D-2606-16AC495CFE53}"/>
                    </a:ext>
                  </a:extLst>
                </p:cNvPr>
                <p:cNvSpPr/>
                <p:nvPr/>
              </p:nvSpPr>
              <p:spPr>
                <a:xfrm>
                  <a:off x="-4052534" y="3355871"/>
                  <a:ext cx="43032" cy="64032"/>
                </a:xfrm>
                <a:custGeom>
                  <a:avLst/>
                  <a:gdLst>
                    <a:gd name="csX0" fmla="*/ 12098 w 43032"/>
                    <a:gd name="csY0" fmla="*/ 825 h 64032"/>
                    <a:gd name="csX1" fmla="*/ 472 w 43032"/>
                    <a:gd name="csY1" fmla="*/ 825 h 64032"/>
                    <a:gd name="csX2" fmla="*/ 472 w 43032"/>
                    <a:gd name="csY2" fmla="*/ 64108 h 64032"/>
                    <a:gd name="csX3" fmla="*/ 12098 w 43032"/>
                    <a:gd name="csY3" fmla="*/ 64108 h 64032"/>
                    <a:gd name="csX4" fmla="*/ 12098 w 43032"/>
                    <a:gd name="csY4" fmla="*/ 40576 h 64032"/>
                    <a:gd name="csX5" fmla="*/ 24660 w 43032"/>
                    <a:gd name="csY5" fmla="*/ 47889 h 64032"/>
                    <a:gd name="csX6" fmla="*/ 43505 w 43032"/>
                    <a:gd name="csY6" fmla="*/ 24076 h 64032"/>
                    <a:gd name="csX7" fmla="*/ 38723 w 43032"/>
                    <a:gd name="csY7" fmla="*/ 7200 h 64032"/>
                    <a:gd name="csX8" fmla="*/ 24660 w 43032"/>
                    <a:gd name="csY8" fmla="*/ 75 h 64032"/>
                    <a:gd name="csX9" fmla="*/ 12098 w 43032"/>
                    <a:gd name="csY9" fmla="*/ 7481 h 64032"/>
                    <a:gd name="csX10" fmla="*/ 22035 w 43032"/>
                    <a:gd name="csY10" fmla="*/ 9825 h 64032"/>
                    <a:gd name="csX11" fmla="*/ 31879 w 43032"/>
                    <a:gd name="csY11" fmla="*/ 24169 h 64032"/>
                    <a:gd name="csX12" fmla="*/ 22035 w 43032"/>
                    <a:gd name="csY12" fmla="*/ 38138 h 64032"/>
                    <a:gd name="csX13" fmla="*/ 12098 w 43032"/>
                    <a:gd name="csY13" fmla="*/ 24076 h 64032"/>
                    <a:gd name="csX14" fmla="*/ 22035 w 43032"/>
                    <a:gd name="csY14" fmla="*/ 9825 h 6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032" h="64032">
                      <a:moveTo>
                        <a:pt x="12098" y="825"/>
                      </a:moveTo>
                      <a:lnTo>
                        <a:pt x="472" y="825"/>
                      </a:lnTo>
                      <a:lnTo>
                        <a:pt x="472" y="64108"/>
                      </a:lnTo>
                      <a:lnTo>
                        <a:pt x="12098" y="64108"/>
                      </a:lnTo>
                      <a:lnTo>
                        <a:pt x="12098" y="40576"/>
                      </a:lnTo>
                      <a:cubicBezTo>
                        <a:pt x="15004" y="45545"/>
                        <a:pt x="18942" y="47889"/>
                        <a:pt x="24660" y="47889"/>
                      </a:cubicBezTo>
                      <a:cubicBezTo>
                        <a:pt x="35536" y="47889"/>
                        <a:pt x="43505" y="37763"/>
                        <a:pt x="43505" y="24076"/>
                      </a:cubicBezTo>
                      <a:cubicBezTo>
                        <a:pt x="43505" y="17700"/>
                        <a:pt x="41723" y="11325"/>
                        <a:pt x="38723" y="7200"/>
                      </a:cubicBezTo>
                      <a:cubicBezTo>
                        <a:pt x="35723" y="2888"/>
                        <a:pt x="30098" y="75"/>
                        <a:pt x="24660" y="75"/>
                      </a:cubicBezTo>
                      <a:cubicBezTo>
                        <a:pt x="18942" y="75"/>
                        <a:pt x="15004" y="2513"/>
                        <a:pt x="12098" y="7481"/>
                      </a:cubicBezTo>
                      <a:close/>
                      <a:moveTo>
                        <a:pt x="22035" y="9825"/>
                      </a:moveTo>
                      <a:cubicBezTo>
                        <a:pt x="27942" y="9825"/>
                        <a:pt x="31879" y="15544"/>
                        <a:pt x="31879" y="24169"/>
                      </a:cubicBezTo>
                      <a:cubicBezTo>
                        <a:pt x="31879" y="32513"/>
                        <a:pt x="27848" y="38138"/>
                        <a:pt x="22035" y="38138"/>
                      </a:cubicBezTo>
                      <a:cubicBezTo>
                        <a:pt x="16035" y="38138"/>
                        <a:pt x="12098" y="32513"/>
                        <a:pt x="12098" y="24076"/>
                      </a:cubicBezTo>
                      <a:cubicBezTo>
                        <a:pt x="12098" y="15544"/>
                        <a:pt x="16035" y="9825"/>
                        <a:pt x="22035" y="982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600"/>
                </a:p>
              </p:txBody>
            </p:sp>
            <p:sp>
              <p:nvSpPr>
                <p:cNvPr id="3454" name="Freeform 3453">
                  <a:extLst>
                    <a:ext uri="{FF2B5EF4-FFF2-40B4-BE49-F238E27FC236}">
                      <a16:creationId xmlns:a16="http://schemas.microsoft.com/office/drawing/2014/main" id="{4218CFB9-A3CC-B576-0098-C6ED1A332C34}"/>
                    </a:ext>
                  </a:extLst>
                </p:cNvPr>
                <p:cNvSpPr/>
                <p:nvPr/>
              </p:nvSpPr>
              <p:spPr>
                <a:xfrm>
                  <a:off x="-3999939" y="3355871"/>
                  <a:ext cx="41063" cy="64032"/>
                </a:xfrm>
                <a:custGeom>
                  <a:avLst/>
                  <a:gdLst>
                    <a:gd name="csX0" fmla="*/ 30388 w 41063"/>
                    <a:gd name="csY0" fmla="*/ 825 h 64032"/>
                    <a:gd name="csX1" fmla="*/ 30388 w 41063"/>
                    <a:gd name="csY1" fmla="*/ 7763 h 64032"/>
                    <a:gd name="csX2" fmla="*/ 18857 w 41063"/>
                    <a:gd name="csY2" fmla="*/ 75 h 64032"/>
                    <a:gd name="csX3" fmla="*/ 7325 w 41063"/>
                    <a:gd name="csY3" fmla="*/ 5325 h 64032"/>
                    <a:gd name="csX4" fmla="*/ 481 w 41063"/>
                    <a:gd name="csY4" fmla="*/ 24451 h 64032"/>
                    <a:gd name="csX5" fmla="*/ 18576 w 41063"/>
                    <a:gd name="csY5" fmla="*/ 47795 h 64032"/>
                    <a:gd name="csX6" fmla="*/ 30388 w 41063"/>
                    <a:gd name="csY6" fmla="*/ 41326 h 64032"/>
                    <a:gd name="csX7" fmla="*/ 30388 w 41063"/>
                    <a:gd name="csY7" fmla="*/ 47420 h 64032"/>
                    <a:gd name="csX8" fmla="*/ 21107 w 41063"/>
                    <a:gd name="csY8" fmla="*/ 56608 h 64032"/>
                    <a:gd name="csX9" fmla="*/ 13419 w 41063"/>
                    <a:gd name="csY9" fmla="*/ 51358 h 64032"/>
                    <a:gd name="csX10" fmla="*/ 1325 w 41063"/>
                    <a:gd name="csY10" fmla="*/ 51358 h 64032"/>
                    <a:gd name="csX11" fmla="*/ 5825 w 41063"/>
                    <a:gd name="csY11" fmla="*/ 59795 h 64032"/>
                    <a:gd name="csX12" fmla="*/ 20638 w 41063"/>
                    <a:gd name="csY12" fmla="*/ 64108 h 64032"/>
                    <a:gd name="csX13" fmla="*/ 41545 w 41063"/>
                    <a:gd name="csY13" fmla="*/ 47420 h 64032"/>
                    <a:gd name="csX14" fmla="*/ 41545 w 41063"/>
                    <a:gd name="csY14" fmla="*/ 825 h 64032"/>
                    <a:gd name="csX15" fmla="*/ 21013 w 41063"/>
                    <a:gd name="csY15" fmla="*/ 9825 h 64032"/>
                    <a:gd name="csX16" fmla="*/ 30576 w 41063"/>
                    <a:gd name="csY16" fmla="*/ 24263 h 64032"/>
                    <a:gd name="csX17" fmla="*/ 20826 w 41063"/>
                    <a:gd name="csY17" fmla="*/ 38045 h 64032"/>
                    <a:gd name="csX18" fmla="*/ 12107 w 41063"/>
                    <a:gd name="csY18" fmla="*/ 24263 h 64032"/>
                    <a:gd name="csX19" fmla="*/ 21013 w 41063"/>
                    <a:gd name="csY19" fmla="*/ 9825 h 64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41063" h="64032">
                      <a:moveTo>
                        <a:pt x="30388" y="825"/>
                      </a:moveTo>
                      <a:lnTo>
                        <a:pt x="30388" y="7763"/>
                      </a:lnTo>
                      <a:cubicBezTo>
                        <a:pt x="27201" y="2513"/>
                        <a:pt x="23544" y="75"/>
                        <a:pt x="18857" y="75"/>
                      </a:cubicBezTo>
                      <a:cubicBezTo>
                        <a:pt x="14825" y="75"/>
                        <a:pt x="10419" y="2044"/>
                        <a:pt x="7325" y="5325"/>
                      </a:cubicBezTo>
                      <a:cubicBezTo>
                        <a:pt x="2731" y="10013"/>
                        <a:pt x="481" y="16482"/>
                        <a:pt x="481" y="24451"/>
                      </a:cubicBezTo>
                      <a:cubicBezTo>
                        <a:pt x="481" y="38326"/>
                        <a:pt x="7794" y="47795"/>
                        <a:pt x="18576" y="47795"/>
                      </a:cubicBezTo>
                      <a:cubicBezTo>
                        <a:pt x="23451" y="47795"/>
                        <a:pt x="26357" y="46295"/>
                        <a:pt x="30388" y="41326"/>
                      </a:cubicBezTo>
                      <a:lnTo>
                        <a:pt x="30388" y="47420"/>
                      </a:lnTo>
                      <a:cubicBezTo>
                        <a:pt x="30388" y="52858"/>
                        <a:pt x="26545" y="56608"/>
                        <a:pt x="21107" y="56608"/>
                      </a:cubicBezTo>
                      <a:cubicBezTo>
                        <a:pt x="16888" y="56608"/>
                        <a:pt x="14263" y="54733"/>
                        <a:pt x="13419" y="51358"/>
                      </a:cubicBezTo>
                      <a:lnTo>
                        <a:pt x="1325" y="51358"/>
                      </a:lnTo>
                      <a:cubicBezTo>
                        <a:pt x="1419" y="54826"/>
                        <a:pt x="2731" y="57264"/>
                        <a:pt x="5825" y="59795"/>
                      </a:cubicBezTo>
                      <a:cubicBezTo>
                        <a:pt x="9388" y="62702"/>
                        <a:pt x="14263" y="64108"/>
                        <a:pt x="20638" y="64108"/>
                      </a:cubicBezTo>
                      <a:cubicBezTo>
                        <a:pt x="33670" y="64108"/>
                        <a:pt x="41545" y="57827"/>
                        <a:pt x="41545" y="47420"/>
                      </a:cubicBezTo>
                      <a:lnTo>
                        <a:pt x="41545" y="825"/>
                      </a:lnTo>
                      <a:close/>
                      <a:moveTo>
                        <a:pt x="21013" y="9825"/>
                      </a:moveTo>
                      <a:cubicBezTo>
                        <a:pt x="26545" y="9825"/>
                        <a:pt x="30576" y="15919"/>
                        <a:pt x="30576" y="24263"/>
                      </a:cubicBezTo>
                      <a:cubicBezTo>
                        <a:pt x="30576" y="32513"/>
                        <a:pt x="26638" y="38045"/>
                        <a:pt x="20826" y="38045"/>
                      </a:cubicBezTo>
                      <a:cubicBezTo>
                        <a:pt x="15763" y="38045"/>
                        <a:pt x="12107" y="32513"/>
                        <a:pt x="12107" y="24263"/>
                      </a:cubicBezTo>
                      <a:cubicBezTo>
                        <a:pt x="12107" y="15732"/>
                        <a:pt x="15763" y="9825"/>
                        <a:pt x="21013" y="982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600"/>
                </a:p>
              </p:txBody>
            </p:sp>
            <p:sp>
              <p:nvSpPr>
                <p:cNvPr id="3455" name="Freeform 3454">
                  <a:extLst>
                    <a:ext uri="{FF2B5EF4-FFF2-40B4-BE49-F238E27FC236}">
                      <a16:creationId xmlns:a16="http://schemas.microsoft.com/office/drawing/2014/main" id="{5E4BCD3C-DFFA-7AC5-9CEC-DB05A25C4A05}"/>
                    </a:ext>
                  </a:extLst>
                </p:cNvPr>
                <p:cNvSpPr/>
                <p:nvPr/>
              </p:nvSpPr>
              <p:spPr>
                <a:xfrm>
                  <a:off x="-3950156" y="3355871"/>
                  <a:ext cx="25688" cy="45844"/>
                </a:xfrm>
                <a:custGeom>
                  <a:avLst/>
                  <a:gdLst>
                    <a:gd name="csX0" fmla="*/ 489 w 25688"/>
                    <a:gd name="csY0" fmla="*/ 825 h 45844"/>
                    <a:gd name="csX1" fmla="*/ 489 w 25688"/>
                    <a:gd name="csY1" fmla="*/ 45920 h 45844"/>
                    <a:gd name="csX2" fmla="*/ 12208 w 25688"/>
                    <a:gd name="csY2" fmla="*/ 45920 h 45844"/>
                    <a:gd name="csX3" fmla="*/ 12208 w 25688"/>
                    <a:gd name="csY3" fmla="*/ 21919 h 45844"/>
                    <a:gd name="csX4" fmla="*/ 22427 w 25688"/>
                    <a:gd name="csY4" fmla="*/ 11700 h 45844"/>
                    <a:gd name="csX5" fmla="*/ 26178 w 25688"/>
                    <a:gd name="csY5" fmla="*/ 11982 h 45844"/>
                    <a:gd name="csX6" fmla="*/ 26178 w 25688"/>
                    <a:gd name="csY6" fmla="*/ 169 h 45844"/>
                    <a:gd name="csX7" fmla="*/ 24771 w 25688"/>
                    <a:gd name="csY7" fmla="*/ 75 h 45844"/>
                    <a:gd name="csX8" fmla="*/ 12208 w 25688"/>
                    <a:gd name="csY8" fmla="*/ 9638 h 45844"/>
                    <a:gd name="csX9" fmla="*/ 12208 w 25688"/>
                    <a:gd name="csY9" fmla="*/ 825 h 458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5688" h="45844">
                      <a:moveTo>
                        <a:pt x="489" y="825"/>
                      </a:moveTo>
                      <a:lnTo>
                        <a:pt x="489" y="45920"/>
                      </a:lnTo>
                      <a:lnTo>
                        <a:pt x="12208" y="45920"/>
                      </a:lnTo>
                      <a:lnTo>
                        <a:pt x="12208" y="21919"/>
                      </a:lnTo>
                      <a:cubicBezTo>
                        <a:pt x="12208" y="15075"/>
                        <a:pt x="15583" y="11700"/>
                        <a:pt x="22427" y="11700"/>
                      </a:cubicBezTo>
                      <a:cubicBezTo>
                        <a:pt x="23740" y="11700"/>
                        <a:pt x="24584" y="11794"/>
                        <a:pt x="26178" y="11982"/>
                      </a:cubicBezTo>
                      <a:lnTo>
                        <a:pt x="26178" y="169"/>
                      </a:lnTo>
                      <a:cubicBezTo>
                        <a:pt x="25521" y="75"/>
                        <a:pt x="25240" y="75"/>
                        <a:pt x="24771" y="75"/>
                      </a:cubicBezTo>
                      <a:cubicBezTo>
                        <a:pt x="19427" y="75"/>
                        <a:pt x="14740" y="3544"/>
                        <a:pt x="12208" y="9638"/>
                      </a:cubicBezTo>
                      <a:lnTo>
                        <a:pt x="12208" y="8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600"/>
                </a:p>
              </p:txBody>
            </p:sp>
          </p:grpSp>
          <p:sp>
            <p:nvSpPr>
              <p:cNvPr id="3456" name="Freeform 3455">
                <a:extLst>
                  <a:ext uri="{FF2B5EF4-FFF2-40B4-BE49-F238E27FC236}">
                    <a16:creationId xmlns:a16="http://schemas.microsoft.com/office/drawing/2014/main" id="{756E1FE4-429A-51C2-C604-894C0C34C5D4}"/>
                  </a:ext>
                </a:extLst>
              </p:cNvPr>
              <p:cNvSpPr/>
              <p:nvPr/>
            </p:nvSpPr>
            <p:spPr>
              <a:xfrm>
                <a:off x="2267388" y="896657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57" name="Graphic 6">
                <a:extLst>
                  <a:ext uri="{FF2B5EF4-FFF2-40B4-BE49-F238E27FC236}">
                    <a16:creationId xmlns:a16="http://schemas.microsoft.com/office/drawing/2014/main" id="{9EBD48A5-0EE7-34AA-6278-2120896847BE}"/>
                  </a:ext>
                </a:extLst>
              </p:cNvPr>
              <p:cNvGrpSpPr/>
              <p:nvPr/>
            </p:nvGrpSpPr>
            <p:grpSpPr>
              <a:xfrm>
                <a:off x="2299217" y="939812"/>
                <a:ext cx="204193" cy="53720"/>
                <a:chOff x="-4574900" y="3666397"/>
                <a:chExt cx="204193" cy="53720"/>
              </a:xfrm>
              <a:solidFill>
                <a:srgbClr val="000000"/>
              </a:solidFill>
            </p:grpSpPr>
            <p:sp>
              <p:nvSpPr>
                <p:cNvPr id="3458" name="Freeform 3457">
                  <a:extLst>
                    <a:ext uri="{FF2B5EF4-FFF2-40B4-BE49-F238E27FC236}">
                      <a16:creationId xmlns:a16="http://schemas.microsoft.com/office/drawing/2014/main" id="{CF3A01E8-ADDD-A416-165A-15D1E49321C9}"/>
                    </a:ext>
                  </a:extLst>
                </p:cNvPr>
                <p:cNvSpPr/>
                <p:nvPr/>
              </p:nvSpPr>
              <p:spPr>
                <a:xfrm>
                  <a:off x="-4574900" y="3678116"/>
                  <a:ext cx="36000" cy="42001"/>
                </a:xfrm>
                <a:custGeom>
                  <a:avLst/>
                  <a:gdLst>
                    <a:gd name="csX0" fmla="*/ 35262 w 36000"/>
                    <a:gd name="csY0" fmla="*/ 13534 h 42001"/>
                    <a:gd name="csX1" fmla="*/ 18011 w 36000"/>
                    <a:gd name="csY1" fmla="*/ 128 h 42001"/>
                    <a:gd name="csX2" fmla="*/ 1792 w 36000"/>
                    <a:gd name="csY2" fmla="*/ 13347 h 42001"/>
                    <a:gd name="csX3" fmla="*/ 3948 w 36000"/>
                    <a:gd name="csY3" fmla="*/ 19816 h 42001"/>
                    <a:gd name="csX4" fmla="*/ 10417 w 36000"/>
                    <a:gd name="csY4" fmla="*/ 23097 h 42001"/>
                    <a:gd name="csX5" fmla="*/ 22699 w 36000"/>
                    <a:gd name="csY5" fmla="*/ 26941 h 42001"/>
                    <a:gd name="csX6" fmla="*/ 26168 w 36000"/>
                    <a:gd name="csY6" fmla="*/ 30129 h 42001"/>
                    <a:gd name="csX7" fmla="*/ 18480 w 36000"/>
                    <a:gd name="csY7" fmla="*/ 34066 h 42001"/>
                    <a:gd name="csX8" fmla="*/ 12386 w 36000"/>
                    <a:gd name="csY8" fmla="*/ 32660 h 42001"/>
                    <a:gd name="csX9" fmla="*/ 10417 w 36000"/>
                    <a:gd name="csY9" fmla="*/ 28910 h 42001"/>
                    <a:gd name="csX10" fmla="*/ 386 w 36000"/>
                    <a:gd name="csY10" fmla="*/ 28910 h 42001"/>
                    <a:gd name="csX11" fmla="*/ 19042 w 36000"/>
                    <a:gd name="csY11" fmla="*/ 42129 h 42001"/>
                    <a:gd name="csX12" fmla="*/ 31699 w 36000"/>
                    <a:gd name="csY12" fmla="*/ 38566 h 42001"/>
                    <a:gd name="csX13" fmla="*/ 36387 w 36000"/>
                    <a:gd name="csY13" fmla="*/ 28722 h 42001"/>
                    <a:gd name="csX14" fmla="*/ 28605 w 36000"/>
                    <a:gd name="csY14" fmla="*/ 18691 h 42001"/>
                    <a:gd name="csX15" fmla="*/ 15667 w 36000"/>
                    <a:gd name="csY15" fmla="*/ 14941 h 42001"/>
                    <a:gd name="csX16" fmla="*/ 12011 w 36000"/>
                    <a:gd name="csY16" fmla="*/ 11847 h 42001"/>
                    <a:gd name="csX17" fmla="*/ 18011 w 36000"/>
                    <a:gd name="csY17" fmla="*/ 8190 h 42001"/>
                    <a:gd name="csX18" fmla="*/ 25418 w 36000"/>
                    <a:gd name="csY18" fmla="*/ 13534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6000" h="42001">
                      <a:moveTo>
                        <a:pt x="35262" y="13534"/>
                      </a:moveTo>
                      <a:cubicBezTo>
                        <a:pt x="35168" y="5190"/>
                        <a:pt x="28699" y="128"/>
                        <a:pt x="18011" y="128"/>
                      </a:cubicBezTo>
                      <a:cubicBezTo>
                        <a:pt x="7980" y="128"/>
                        <a:pt x="1792" y="5190"/>
                        <a:pt x="1792" y="13347"/>
                      </a:cubicBezTo>
                      <a:cubicBezTo>
                        <a:pt x="1792" y="15972"/>
                        <a:pt x="2542" y="18316"/>
                        <a:pt x="3948" y="19816"/>
                      </a:cubicBezTo>
                      <a:cubicBezTo>
                        <a:pt x="5355" y="21222"/>
                        <a:pt x="6573" y="21878"/>
                        <a:pt x="10417" y="23097"/>
                      </a:cubicBezTo>
                      <a:lnTo>
                        <a:pt x="22699" y="26941"/>
                      </a:lnTo>
                      <a:cubicBezTo>
                        <a:pt x="25230" y="27785"/>
                        <a:pt x="26168" y="28535"/>
                        <a:pt x="26168" y="30129"/>
                      </a:cubicBezTo>
                      <a:cubicBezTo>
                        <a:pt x="26168" y="32566"/>
                        <a:pt x="23261" y="34066"/>
                        <a:pt x="18480" y="34066"/>
                      </a:cubicBezTo>
                      <a:cubicBezTo>
                        <a:pt x="15761" y="34066"/>
                        <a:pt x="13699" y="33597"/>
                        <a:pt x="12386" y="32660"/>
                      </a:cubicBezTo>
                      <a:cubicBezTo>
                        <a:pt x="11261" y="31816"/>
                        <a:pt x="10886" y="31066"/>
                        <a:pt x="10417" y="28910"/>
                      </a:cubicBezTo>
                      <a:lnTo>
                        <a:pt x="386" y="28910"/>
                      </a:lnTo>
                      <a:cubicBezTo>
                        <a:pt x="667" y="37629"/>
                        <a:pt x="7042" y="42129"/>
                        <a:pt x="19042" y="42129"/>
                      </a:cubicBezTo>
                      <a:cubicBezTo>
                        <a:pt x="24574" y="42129"/>
                        <a:pt x="28793" y="40910"/>
                        <a:pt x="31699" y="38566"/>
                      </a:cubicBezTo>
                      <a:cubicBezTo>
                        <a:pt x="34605" y="36222"/>
                        <a:pt x="36387" y="32566"/>
                        <a:pt x="36387" y="28722"/>
                      </a:cubicBezTo>
                      <a:cubicBezTo>
                        <a:pt x="36387" y="23566"/>
                        <a:pt x="33855" y="20285"/>
                        <a:pt x="28605" y="18691"/>
                      </a:cubicBezTo>
                      <a:lnTo>
                        <a:pt x="15667" y="14941"/>
                      </a:lnTo>
                      <a:cubicBezTo>
                        <a:pt x="12761" y="14097"/>
                        <a:pt x="12011" y="13534"/>
                        <a:pt x="12011" y="11847"/>
                      </a:cubicBezTo>
                      <a:cubicBezTo>
                        <a:pt x="12011" y="9691"/>
                        <a:pt x="14355" y="8190"/>
                        <a:pt x="18011" y="8190"/>
                      </a:cubicBezTo>
                      <a:cubicBezTo>
                        <a:pt x="22886" y="8190"/>
                        <a:pt x="25324" y="9972"/>
                        <a:pt x="25418" y="135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59" name="Freeform 3458">
                  <a:extLst>
                    <a:ext uri="{FF2B5EF4-FFF2-40B4-BE49-F238E27FC236}">
                      <a16:creationId xmlns:a16="http://schemas.microsoft.com/office/drawing/2014/main" id="{CA093907-FF07-7AB9-63F8-0D3E7F620A07}"/>
                    </a:ext>
                  </a:extLst>
                </p:cNvPr>
                <p:cNvSpPr/>
                <p:nvPr/>
              </p:nvSpPr>
              <p:spPr>
                <a:xfrm>
                  <a:off x="-4532524" y="3678116"/>
                  <a:ext cx="39282" cy="42001"/>
                </a:xfrm>
                <a:custGeom>
                  <a:avLst/>
                  <a:gdLst>
                    <a:gd name="csX0" fmla="*/ 19987 w 39282"/>
                    <a:gd name="csY0" fmla="*/ 128 h 42001"/>
                    <a:gd name="csX1" fmla="*/ 393 w 39282"/>
                    <a:gd name="csY1" fmla="*/ 21128 h 42001"/>
                    <a:gd name="csX2" fmla="*/ 19987 w 39282"/>
                    <a:gd name="csY2" fmla="*/ 42129 h 42001"/>
                    <a:gd name="csX3" fmla="*/ 39675 w 39282"/>
                    <a:gd name="csY3" fmla="*/ 21410 h 42001"/>
                    <a:gd name="csX4" fmla="*/ 19987 w 39282"/>
                    <a:gd name="csY4" fmla="*/ 128 h 42001"/>
                    <a:gd name="csX5" fmla="*/ 19987 w 39282"/>
                    <a:gd name="csY5" fmla="*/ 8472 h 42001"/>
                    <a:gd name="csX6" fmla="*/ 29362 w 39282"/>
                    <a:gd name="csY6" fmla="*/ 21316 h 42001"/>
                    <a:gd name="csX7" fmla="*/ 19987 w 39282"/>
                    <a:gd name="csY7" fmla="*/ 33879 h 42001"/>
                    <a:gd name="csX8" fmla="*/ 10706 w 39282"/>
                    <a:gd name="csY8" fmla="*/ 21128 h 42001"/>
                    <a:gd name="csX9" fmla="*/ 19987 w 39282"/>
                    <a:gd name="csY9" fmla="*/ 8472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9282" h="42001">
                      <a:moveTo>
                        <a:pt x="19987" y="128"/>
                      </a:moveTo>
                      <a:cubicBezTo>
                        <a:pt x="7799" y="128"/>
                        <a:pt x="393" y="8097"/>
                        <a:pt x="393" y="21128"/>
                      </a:cubicBezTo>
                      <a:cubicBezTo>
                        <a:pt x="393" y="34160"/>
                        <a:pt x="7799" y="42129"/>
                        <a:pt x="19987" y="42129"/>
                      </a:cubicBezTo>
                      <a:cubicBezTo>
                        <a:pt x="32175" y="42129"/>
                        <a:pt x="39675" y="34160"/>
                        <a:pt x="39675" y="21410"/>
                      </a:cubicBezTo>
                      <a:cubicBezTo>
                        <a:pt x="39675" y="8003"/>
                        <a:pt x="32362" y="128"/>
                        <a:pt x="19987" y="128"/>
                      </a:cubicBezTo>
                      <a:close/>
                      <a:moveTo>
                        <a:pt x="19987" y="8472"/>
                      </a:moveTo>
                      <a:cubicBezTo>
                        <a:pt x="25706" y="8472"/>
                        <a:pt x="29362" y="13534"/>
                        <a:pt x="29362" y="21316"/>
                      </a:cubicBezTo>
                      <a:cubicBezTo>
                        <a:pt x="29362" y="28722"/>
                        <a:pt x="25518" y="33879"/>
                        <a:pt x="19987" y="33879"/>
                      </a:cubicBezTo>
                      <a:cubicBezTo>
                        <a:pt x="14456" y="33879"/>
                        <a:pt x="10706" y="28816"/>
                        <a:pt x="10706" y="21128"/>
                      </a:cubicBezTo>
                      <a:cubicBezTo>
                        <a:pt x="10706" y="13534"/>
                        <a:pt x="14456" y="8472"/>
                        <a:pt x="19987" y="84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0" name="Freeform 3459">
                  <a:extLst>
                    <a:ext uri="{FF2B5EF4-FFF2-40B4-BE49-F238E27FC236}">
                      <a16:creationId xmlns:a16="http://schemas.microsoft.com/office/drawing/2014/main" id="{57347536-1F06-168C-48FC-4F90EF5FD4ED}"/>
                    </a:ext>
                  </a:extLst>
                </p:cNvPr>
                <p:cNvSpPr/>
                <p:nvPr/>
              </p:nvSpPr>
              <p:spPr>
                <a:xfrm>
                  <a:off x="-4491835" y="3678773"/>
                  <a:ext cx="38063" cy="39657"/>
                </a:xfrm>
                <a:custGeom>
                  <a:avLst/>
                  <a:gdLst>
                    <a:gd name="csX0" fmla="*/ 25244 w 38063"/>
                    <a:gd name="csY0" fmla="*/ 19816 h 39657"/>
                    <a:gd name="csX1" fmla="*/ 38182 w 38063"/>
                    <a:gd name="csY1" fmla="*/ 128 h 39657"/>
                    <a:gd name="csX2" fmla="*/ 25807 w 38063"/>
                    <a:gd name="csY2" fmla="*/ 128 h 39657"/>
                    <a:gd name="csX3" fmla="*/ 19431 w 38063"/>
                    <a:gd name="csY3" fmla="*/ 12128 h 39657"/>
                    <a:gd name="csX4" fmla="*/ 12963 w 38063"/>
                    <a:gd name="csY4" fmla="*/ 128 h 39657"/>
                    <a:gd name="csX5" fmla="*/ 681 w 38063"/>
                    <a:gd name="csY5" fmla="*/ 128 h 39657"/>
                    <a:gd name="csX6" fmla="*/ 13525 w 38063"/>
                    <a:gd name="csY6" fmla="*/ 19816 h 39657"/>
                    <a:gd name="csX7" fmla="*/ 400 w 38063"/>
                    <a:gd name="csY7" fmla="*/ 39785 h 39657"/>
                    <a:gd name="csX8" fmla="*/ 12681 w 38063"/>
                    <a:gd name="csY8" fmla="*/ 39785 h 39657"/>
                    <a:gd name="csX9" fmla="*/ 19431 w 38063"/>
                    <a:gd name="csY9" fmla="*/ 27410 h 39657"/>
                    <a:gd name="csX10" fmla="*/ 26088 w 38063"/>
                    <a:gd name="csY10" fmla="*/ 39785 h 39657"/>
                    <a:gd name="csX11" fmla="*/ 38463 w 38063"/>
                    <a:gd name="csY11" fmla="*/ 39785 h 396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8063" h="39657">
                      <a:moveTo>
                        <a:pt x="25244" y="19816"/>
                      </a:moveTo>
                      <a:lnTo>
                        <a:pt x="38182" y="128"/>
                      </a:lnTo>
                      <a:lnTo>
                        <a:pt x="25807" y="128"/>
                      </a:lnTo>
                      <a:lnTo>
                        <a:pt x="19431" y="12128"/>
                      </a:lnTo>
                      <a:lnTo>
                        <a:pt x="12963" y="128"/>
                      </a:lnTo>
                      <a:lnTo>
                        <a:pt x="681" y="128"/>
                      </a:lnTo>
                      <a:lnTo>
                        <a:pt x="13525" y="19816"/>
                      </a:lnTo>
                      <a:lnTo>
                        <a:pt x="400" y="39785"/>
                      </a:lnTo>
                      <a:lnTo>
                        <a:pt x="12681" y="39785"/>
                      </a:lnTo>
                      <a:lnTo>
                        <a:pt x="19431" y="27410"/>
                      </a:lnTo>
                      <a:lnTo>
                        <a:pt x="26088" y="39785"/>
                      </a:lnTo>
                      <a:lnTo>
                        <a:pt x="38463" y="3978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1" name="Freeform 3460">
                  <a:extLst>
                    <a:ext uri="{FF2B5EF4-FFF2-40B4-BE49-F238E27FC236}">
                      <a16:creationId xmlns:a16="http://schemas.microsoft.com/office/drawing/2014/main" id="{57CFAC27-12B7-1595-9C5B-B1C06AEA0162}"/>
                    </a:ext>
                  </a:extLst>
                </p:cNvPr>
                <p:cNvSpPr/>
                <p:nvPr/>
              </p:nvSpPr>
              <p:spPr>
                <a:xfrm>
                  <a:off x="-4446084" y="3666397"/>
                  <a:ext cx="22781" cy="52032"/>
                </a:xfrm>
                <a:custGeom>
                  <a:avLst/>
                  <a:gdLst>
                    <a:gd name="csX0" fmla="*/ 12876 w 22781"/>
                    <a:gd name="csY0" fmla="*/ 16253 h 52032"/>
                    <a:gd name="csX1" fmla="*/ 12876 w 22781"/>
                    <a:gd name="csY1" fmla="*/ 52160 h 52032"/>
                    <a:gd name="csX2" fmla="*/ 23189 w 22781"/>
                    <a:gd name="csY2" fmla="*/ 52160 h 52032"/>
                    <a:gd name="csX3" fmla="*/ 23189 w 22781"/>
                    <a:gd name="csY3" fmla="*/ 128 h 52032"/>
                    <a:gd name="csX4" fmla="*/ 16345 w 22781"/>
                    <a:gd name="csY4" fmla="*/ 128 h 52032"/>
                    <a:gd name="csX5" fmla="*/ 407 w 22781"/>
                    <a:gd name="csY5" fmla="*/ 9409 h 52032"/>
                    <a:gd name="csX6" fmla="*/ 407 w 22781"/>
                    <a:gd name="csY6" fmla="*/ 16253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781" h="52032">
                      <a:moveTo>
                        <a:pt x="12876" y="16253"/>
                      </a:moveTo>
                      <a:lnTo>
                        <a:pt x="12876" y="52160"/>
                      </a:lnTo>
                      <a:lnTo>
                        <a:pt x="23189" y="52160"/>
                      </a:lnTo>
                      <a:lnTo>
                        <a:pt x="23189" y="128"/>
                      </a:lnTo>
                      <a:lnTo>
                        <a:pt x="16345" y="128"/>
                      </a:lnTo>
                      <a:cubicBezTo>
                        <a:pt x="14751" y="6315"/>
                        <a:pt x="9407" y="9409"/>
                        <a:pt x="407" y="9409"/>
                      </a:cubicBezTo>
                      <a:lnTo>
                        <a:pt x="407" y="162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2" name="Freeform 3461">
                  <a:extLst>
                    <a:ext uri="{FF2B5EF4-FFF2-40B4-BE49-F238E27FC236}">
                      <a16:creationId xmlns:a16="http://schemas.microsoft.com/office/drawing/2014/main" id="{5444F979-AD0C-FB53-B326-B4E625444E5C}"/>
                    </a:ext>
                  </a:extLst>
                </p:cNvPr>
                <p:cNvSpPr/>
                <p:nvPr/>
              </p:nvSpPr>
              <p:spPr>
                <a:xfrm>
                  <a:off x="-4407270" y="3666397"/>
                  <a:ext cx="36563" cy="52032"/>
                </a:xfrm>
                <a:custGeom>
                  <a:avLst/>
                  <a:gdLst>
                    <a:gd name="csX0" fmla="*/ 36977 w 36563"/>
                    <a:gd name="csY0" fmla="*/ 32097 h 52032"/>
                    <a:gd name="csX1" fmla="*/ 31540 w 36563"/>
                    <a:gd name="csY1" fmla="*/ 32097 h 52032"/>
                    <a:gd name="csX2" fmla="*/ 31540 w 36563"/>
                    <a:gd name="csY2" fmla="*/ 128 h 52032"/>
                    <a:gd name="csX3" fmla="*/ 19445 w 36563"/>
                    <a:gd name="csY3" fmla="*/ 128 h 52032"/>
                    <a:gd name="csX4" fmla="*/ 414 w 36563"/>
                    <a:gd name="csY4" fmla="*/ 32004 h 52032"/>
                    <a:gd name="csX5" fmla="*/ 414 w 36563"/>
                    <a:gd name="csY5" fmla="*/ 40629 h 52032"/>
                    <a:gd name="csX6" fmla="*/ 21227 w 36563"/>
                    <a:gd name="csY6" fmla="*/ 40629 h 52032"/>
                    <a:gd name="csX7" fmla="*/ 21227 w 36563"/>
                    <a:gd name="csY7" fmla="*/ 52160 h 52032"/>
                    <a:gd name="csX8" fmla="*/ 31540 w 36563"/>
                    <a:gd name="csY8" fmla="*/ 52160 h 52032"/>
                    <a:gd name="csX9" fmla="*/ 31540 w 36563"/>
                    <a:gd name="csY9" fmla="*/ 40629 h 52032"/>
                    <a:gd name="csX10" fmla="*/ 36977 w 36563"/>
                    <a:gd name="csY10" fmla="*/ 40629 h 52032"/>
                    <a:gd name="csX11" fmla="*/ 21227 w 36563"/>
                    <a:gd name="csY11" fmla="*/ 32097 h 52032"/>
                    <a:gd name="csX12" fmla="*/ 7633 w 36563"/>
                    <a:gd name="csY12" fmla="*/ 32097 h 52032"/>
                    <a:gd name="csX13" fmla="*/ 21227 w 36563"/>
                    <a:gd name="csY13" fmla="*/ 9878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563" h="52032">
                      <a:moveTo>
                        <a:pt x="36977" y="32097"/>
                      </a:moveTo>
                      <a:lnTo>
                        <a:pt x="31540" y="32097"/>
                      </a:lnTo>
                      <a:lnTo>
                        <a:pt x="31540" y="128"/>
                      </a:lnTo>
                      <a:lnTo>
                        <a:pt x="19445" y="128"/>
                      </a:lnTo>
                      <a:lnTo>
                        <a:pt x="414" y="32004"/>
                      </a:lnTo>
                      <a:lnTo>
                        <a:pt x="414" y="40629"/>
                      </a:lnTo>
                      <a:lnTo>
                        <a:pt x="21227" y="40629"/>
                      </a:lnTo>
                      <a:lnTo>
                        <a:pt x="21227" y="52160"/>
                      </a:lnTo>
                      <a:lnTo>
                        <a:pt x="31540" y="52160"/>
                      </a:lnTo>
                      <a:lnTo>
                        <a:pt x="31540" y="40629"/>
                      </a:lnTo>
                      <a:lnTo>
                        <a:pt x="36977" y="40629"/>
                      </a:lnTo>
                      <a:close/>
                      <a:moveTo>
                        <a:pt x="21227" y="32097"/>
                      </a:moveTo>
                      <a:lnTo>
                        <a:pt x="7633" y="32097"/>
                      </a:lnTo>
                      <a:lnTo>
                        <a:pt x="21227" y="98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63" name="Freeform 3462">
                <a:extLst>
                  <a:ext uri="{FF2B5EF4-FFF2-40B4-BE49-F238E27FC236}">
                    <a16:creationId xmlns:a16="http://schemas.microsoft.com/office/drawing/2014/main" id="{593FD1D7-7602-E699-0894-64AEB1484212}"/>
                  </a:ext>
                </a:extLst>
              </p:cNvPr>
              <p:cNvSpPr/>
              <p:nvPr/>
            </p:nvSpPr>
            <p:spPr>
              <a:xfrm>
                <a:off x="2136205" y="2545037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64" name="Graphic 6">
                <a:extLst>
                  <a:ext uri="{FF2B5EF4-FFF2-40B4-BE49-F238E27FC236}">
                    <a16:creationId xmlns:a16="http://schemas.microsoft.com/office/drawing/2014/main" id="{908AD0C4-98D3-C3F0-5EF3-DC1FB060AC9A}"/>
                  </a:ext>
                </a:extLst>
              </p:cNvPr>
              <p:cNvGrpSpPr/>
              <p:nvPr/>
            </p:nvGrpSpPr>
            <p:grpSpPr>
              <a:xfrm>
                <a:off x="2189011" y="2587068"/>
                <a:ext cx="161629" cy="54845"/>
                <a:chOff x="-4685106" y="5313653"/>
                <a:chExt cx="161629" cy="54845"/>
              </a:xfrm>
              <a:solidFill>
                <a:srgbClr val="000000"/>
              </a:solidFill>
            </p:grpSpPr>
            <p:sp>
              <p:nvSpPr>
                <p:cNvPr id="3465" name="Freeform 3464">
                  <a:extLst>
                    <a:ext uri="{FF2B5EF4-FFF2-40B4-BE49-F238E27FC236}">
                      <a16:creationId xmlns:a16="http://schemas.microsoft.com/office/drawing/2014/main" id="{CF370FA0-6045-DECF-894D-928F6B727FBB}"/>
                    </a:ext>
                  </a:extLst>
                </p:cNvPr>
                <p:cNvSpPr/>
                <p:nvPr/>
              </p:nvSpPr>
              <p:spPr>
                <a:xfrm>
                  <a:off x="-4685106" y="5326497"/>
                  <a:ext cx="36000" cy="42001"/>
                </a:xfrm>
                <a:custGeom>
                  <a:avLst/>
                  <a:gdLst>
                    <a:gd name="csX0" fmla="*/ 35243 w 36000"/>
                    <a:gd name="csY0" fmla="*/ 13809 h 42001"/>
                    <a:gd name="csX1" fmla="*/ 17993 w 36000"/>
                    <a:gd name="csY1" fmla="*/ 402 h 42001"/>
                    <a:gd name="csX2" fmla="*/ 1774 w 36000"/>
                    <a:gd name="csY2" fmla="*/ 13622 h 42001"/>
                    <a:gd name="csX3" fmla="*/ 3930 w 36000"/>
                    <a:gd name="csY3" fmla="*/ 20091 h 42001"/>
                    <a:gd name="csX4" fmla="*/ 10399 w 36000"/>
                    <a:gd name="csY4" fmla="*/ 23372 h 42001"/>
                    <a:gd name="csX5" fmla="*/ 22680 w 36000"/>
                    <a:gd name="csY5" fmla="*/ 27216 h 42001"/>
                    <a:gd name="csX6" fmla="*/ 26149 w 36000"/>
                    <a:gd name="csY6" fmla="*/ 30403 h 42001"/>
                    <a:gd name="csX7" fmla="*/ 18462 w 36000"/>
                    <a:gd name="csY7" fmla="*/ 34341 h 42001"/>
                    <a:gd name="csX8" fmla="*/ 12368 w 36000"/>
                    <a:gd name="csY8" fmla="*/ 32935 h 42001"/>
                    <a:gd name="csX9" fmla="*/ 10399 w 36000"/>
                    <a:gd name="csY9" fmla="*/ 29185 h 42001"/>
                    <a:gd name="csX10" fmla="*/ 367 w 36000"/>
                    <a:gd name="csY10" fmla="*/ 29185 h 42001"/>
                    <a:gd name="csX11" fmla="*/ 19024 w 36000"/>
                    <a:gd name="csY11" fmla="*/ 42404 h 42001"/>
                    <a:gd name="csX12" fmla="*/ 31681 w 36000"/>
                    <a:gd name="csY12" fmla="*/ 38841 h 42001"/>
                    <a:gd name="csX13" fmla="*/ 36368 w 36000"/>
                    <a:gd name="csY13" fmla="*/ 28997 h 42001"/>
                    <a:gd name="csX14" fmla="*/ 28587 w 36000"/>
                    <a:gd name="csY14" fmla="*/ 18965 h 42001"/>
                    <a:gd name="csX15" fmla="*/ 15649 w 36000"/>
                    <a:gd name="csY15" fmla="*/ 15215 h 42001"/>
                    <a:gd name="csX16" fmla="*/ 11993 w 36000"/>
                    <a:gd name="csY16" fmla="*/ 12122 h 42001"/>
                    <a:gd name="csX17" fmla="*/ 17993 w 36000"/>
                    <a:gd name="csY17" fmla="*/ 8465 h 42001"/>
                    <a:gd name="csX18" fmla="*/ 25399 w 36000"/>
                    <a:gd name="csY18" fmla="*/ 13809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6000" h="42001">
                      <a:moveTo>
                        <a:pt x="35243" y="13809"/>
                      </a:moveTo>
                      <a:cubicBezTo>
                        <a:pt x="35150" y="5465"/>
                        <a:pt x="28681" y="402"/>
                        <a:pt x="17993" y="402"/>
                      </a:cubicBezTo>
                      <a:cubicBezTo>
                        <a:pt x="7961" y="402"/>
                        <a:pt x="1774" y="5465"/>
                        <a:pt x="1774" y="13622"/>
                      </a:cubicBezTo>
                      <a:cubicBezTo>
                        <a:pt x="1774" y="16247"/>
                        <a:pt x="2524" y="18590"/>
                        <a:pt x="3930" y="20091"/>
                      </a:cubicBezTo>
                      <a:cubicBezTo>
                        <a:pt x="5336" y="21497"/>
                        <a:pt x="6555" y="22153"/>
                        <a:pt x="10399" y="23372"/>
                      </a:cubicBezTo>
                      <a:lnTo>
                        <a:pt x="22680" y="27216"/>
                      </a:lnTo>
                      <a:cubicBezTo>
                        <a:pt x="25212" y="28059"/>
                        <a:pt x="26149" y="28809"/>
                        <a:pt x="26149" y="30403"/>
                      </a:cubicBezTo>
                      <a:cubicBezTo>
                        <a:pt x="26149" y="32841"/>
                        <a:pt x="23243" y="34341"/>
                        <a:pt x="18462" y="34341"/>
                      </a:cubicBezTo>
                      <a:cubicBezTo>
                        <a:pt x="15743" y="34341"/>
                        <a:pt x="13680" y="33872"/>
                        <a:pt x="12368" y="32935"/>
                      </a:cubicBezTo>
                      <a:cubicBezTo>
                        <a:pt x="11243" y="32091"/>
                        <a:pt x="10868" y="31341"/>
                        <a:pt x="10399" y="29185"/>
                      </a:cubicBezTo>
                      <a:lnTo>
                        <a:pt x="367" y="29185"/>
                      </a:lnTo>
                      <a:cubicBezTo>
                        <a:pt x="649" y="37903"/>
                        <a:pt x="7024" y="42404"/>
                        <a:pt x="19024" y="42404"/>
                      </a:cubicBezTo>
                      <a:cubicBezTo>
                        <a:pt x="24556" y="42404"/>
                        <a:pt x="28774" y="41185"/>
                        <a:pt x="31681" y="38841"/>
                      </a:cubicBezTo>
                      <a:cubicBezTo>
                        <a:pt x="34587" y="36497"/>
                        <a:pt x="36368" y="32841"/>
                        <a:pt x="36368" y="28997"/>
                      </a:cubicBezTo>
                      <a:cubicBezTo>
                        <a:pt x="36368" y="23841"/>
                        <a:pt x="33837" y="20559"/>
                        <a:pt x="28587" y="18965"/>
                      </a:cubicBezTo>
                      <a:lnTo>
                        <a:pt x="15649" y="15215"/>
                      </a:lnTo>
                      <a:cubicBezTo>
                        <a:pt x="12743" y="14372"/>
                        <a:pt x="11993" y="13809"/>
                        <a:pt x="11993" y="12122"/>
                      </a:cubicBezTo>
                      <a:cubicBezTo>
                        <a:pt x="11993" y="9965"/>
                        <a:pt x="14336" y="8465"/>
                        <a:pt x="17993" y="8465"/>
                      </a:cubicBezTo>
                      <a:cubicBezTo>
                        <a:pt x="22868" y="8465"/>
                        <a:pt x="25306" y="10246"/>
                        <a:pt x="25399" y="1380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6" name="Freeform 3465">
                  <a:extLst>
                    <a:ext uri="{FF2B5EF4-FFF2-40B4-BE49-F238E27FC236}">
                      <a16:creationId xmlns:a16="http://schemas.microsoft.com/office/drawing/2014/main" id="{453D13E4-C913-FB34-EF6C-CB5824D44D36}"/>
                    </a:ext>
                  </a:extLst>
                </p:cNvPr>
                <p:cNvSpPr/>
                <p:nvPr/>
              </p:nvSpPr>
              <p:spPr>
                <a:xfrm>
                  <a:off x="-4642730" y="5326497"/>
                  <a:ext cx="39282" cy="42001"/>
                </a:xfrm>
                <a:custGeom>
                  <a:avLst/>
                  <a:gdLst>
                    <a:gd name="csX0" fmla="*/ 19969 w 39282"/>
                    <a:gd name="csY0" fmla="*/ 402 h 42001"/>
                    <a:gd name="csX1" fmla="*/ 374 w 39282"/>
                    <a:gd name="csY1" fmla="*/ 21403 h 42001"/>
                    <a:gd name="csX2" fmla="*/ 19969 w 39282"/>
                    <a:gd name="csY2" fmla="*/ 42404 h 42001"/>
                    <a:gd name="csX3" fmla="*/ 39657 w 39282"/>
                    <a:gd name="csY3" fmla="*/ 21684 h 42001"/>
                    <a:gd name="csX4" fmla="*/ 19969 w 39282"/>
                    <a:gd name="csY4" fmla="*/ 402 h 42001"/>
                    <a:gd name="csX5" fmla="*/ 19969 w 39282"/>
                    <a:gd name="csY5" fmla="*/ 8746 h 42001"/>
                    <a:gd name="csX6" fmla="*/ 29344 w 39282"/>
                    <a:gd name="csY6" fmla="*/ 21591 h 42001"/>
                    <a:gd name="csX7" fmla="*/ 19969 w 39282"/>
                    <a:gd name="csY7" fmla="*/ 34153 h 42001"/>
                    <a:gd name="csX8" fmla="*/ 10687 w 39282"/>
                    <a:gd name="csY8" fmla="*/ 21403 h 42001"/>
                    <a:gd name="csX9" fmla="*/ 19969 w 39282"/>
                    <a:gd name="csY9" fmla="*/ 8746 h 420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9282" h="42001">
                      <a:moveTo>
                        <a:pt x="19969" y="402"/>
                      </a:moveTo>
                      <a:cubicBezTo>
                        <a:pt x="7781" y="402"/>
                        <a:pt x="374" y="8371"/>
                        <a:pt x="374" y="21403"/>
                      </a:cubicBezTo>
                      <a:cubicBezTo>
                        <a:pt x="374" y="34435"/>
                        <a:pt x="7781" y="42404"/>
                        <a:pt x="19969" y="42404"/>
                      </a:cubicBezTo>
                      <a:cubicBezTo>
                        <a:pt x="32156" y="42404"/>
                        <a:pt x="39657" y="34435"/>
                        <a:pt x="39657" y="21684"/>
                      </a:cubicBezTo>
                      <a:cubicBezTo>
                        <a:pt x="39657" y="8278"/>
                        <a:pt x="32344" y="402"/>
                        <a:pt x="19969" y="402"/>
                      </a:cubicBezTo>
                      <a:close/>
                      <a:moveTo>
                        <a:pt x="19969" y="8746"/>
                      </a:moveTo>
                      <a:cubicBezTo>
                        <a:pt x="25688" y="8746"/>
                        <a:pt x="29344" y="13809"/>
                        <a:pt x="29344" y="21591"/>
                      </a:cubicBezTo>
                      <a:cubicBezTo>
                        <a:pt x="29344" y="28997"/>
                        <a:pt x="25500" y="34153"/>
                        <a:pt x="19969" y="34153"/>
                      </a:cubicBezTo>
                      <a:cubicBezTo>
                        <a:pt x="14437" y="34153"/>
                        <a:pt x="10687" y="29091"/>
                        <a:pt x="10687" y="21403"/>
                      </a:cubicBezTo>
                      <a:cubicBezTo>
                        <a:pt x="10687" y="13809"/>
                        <a:pt x="14437" y="8746"/>
                        <a:pt x="19969" y="87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7" name="Freeform 3466">
                  <a:extLst>
                    <a:ext uri="{FF2B5EF4-FFF2-40B4-BE49-F238E27FC236}">
                      <a16:creationId xmlns:a16="http://schemas.microsoft.com/office/drawing/2014/main" id="{26EE82B1-AC48-6CD0-CC7B-A60FE16F7A19}"/>
                    </a:ext>
                  </a:extLst>
                </p:cNvPr>
                <p:cNvSpPr/>
                <p:nvPr/>
              </p:nvSpPr>
              <p:spPr>
                <a:xfrm>
                  <a:off x="-4602041" y="5327153"/>
                  <a:ext cx="38063" cy="39657"/>
                </a:xfrm>
                <a:custGeom>
                  <a:avLst/>
                  <a:gdLst>
                    <a:gd name="csX0" fmla="*/ 25226 w 38063"/>
                    <a:gd name="csY0" fmla="*/ 20091 h 39657"/>
                    <a:gd name="csX1" fmla="*/ 38164 w 38063"/>
                    <a:gd name="csY1" fmla="*/ 402 h 39657"/>
                    <a:gd name="csX2" fmla="*/ 25788 w 38063"/>
                    <a:gd name="csY2" fmla="*/ 402 h 39657"/>
                    <a:gd name="csX3" fmla="*/ 19413 w 38063"/>
                    <a:gd name="csY3" fmla="*/ 12403 h 39657"/>
                    <a:gd name="csX4" fmla="*/ 12944 w 38063"/>
                    <a:gd name="csY4" fmla="*/ 402 h 39657"/>
                    <a:gd name="csX5" fmla="*/ 663 w 38063"/>
                    <a:gd name="csY5" fmla="*/ 402 h 39657"/>
                    <a:gd name="csX6" fmla="*/ 13507 w 38063"/>
                    <a:gd name="csY6" fmla="*/ 20091 h 39657"/>
                    <a:gd name="csX7" fmla="*/ 381 w 38063"/>
                    <a:gd name="csY7" fmla="*/ 40060 h 39657"/>
                    <a:gd name="csX8" fmla="*/ 12663 w 38063"/>
                    <a:gd name="csY8" fmla="*/ 40060 h 39657"/>
                    <a:gd name="csX9" fmla="*/ 19413 w 38063"/>
                    <a:gd name="csY9" fmla="*/ 27684 h 39657"/>
                    <a:gd name="csX10" fmla="*/ 26070 w 38063"/>
                    <a:gd name="csY10" fmla="*/ 40060 h 39657"/>
                    <a:gd name="csX11" fmla="*/ 38445 w 38063"/>
                    <a:gd name="csY11" fmla="*/ 40060 h 396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8063" h="39657">
                      <a:moveTo>
                        <a:pt x="25226" y="20091"/>
                      </a:moveTo>
                      <a:lnTo>
                        <a:pt x="38164" y="402"/>
                      </a:lnTo>
                      <a:lnTo>
                        <a:pt x="25788" y="402"/>
                      </a:lnTo>
                      <a:lnTo>
                        <a:pt x="19413" y="12403"/>
                      </a:lnTo>
                      <a:lnTo>
                        <a:pt x="12944" y="402"/>
                      </a:lnTo>
                      <a:lnTo>
                        <a:pt x="663" y="402"/>
                      </a:lnTo>
                      <a:lnTo>
                        <a:pt x="13507" y="20091"/>
                      </a:lnTo>
                      <a:lnTo>
                        <a:pt x="381" y="40060"/>
                      </a:lnTo>
                      <a:lnTo>
                        <a:pt x="12663" y="40060"/>
                      </a:lnTo>
                      <a:lnTo>
                        <a:pt x="19413" y="27684"/>
                      </a:lnTo>
                      <a:lnTo>
                        <a:pt x="26070" y="40060"/>
                      </a:lnTo>
                      <a:lnTo>
                        <a:pt x="38445" y="400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68" name="Freeform 3467">
                  <a:extLst>
                    <a:ext uri="{FF2B5EF4-FFF2-40B4-BE49-F238E27FC236}">
                      <a16:creationId xmlns:a16="http://schemas.microsoft.com/office/drawing/2014/main" id="{3BBA181A-341C-C213-83DB-1594B0D21B2E}"/>
                    </a:ext>
                  </a:extLst>
                </p:cNvPr>
                <p:cNvSpPr/>
                <p:nvPr/>
              </p:nvSpPr>
              <p:spPr>
                <a:xfrm>
                  <a:off x="-4559102" y="5313653"/>
                  <a:ext cx="35625" cy="53157"/>
                </a:xfrm>
                <a:custGeom>
                  <a:avLst/>
                  <a:gdLst>
                    <a:gd name="csX0" fmla="*/ 35827 w 35625"/>
                    <a:gd name="csY0" fmla="*/ 44372 h 53157"/>
                    <a:gd name="csX1" fmla="*/ 13701 w 35625"/>
                    <a:gd name="csY1" fmla="*/ 44372 h 53157"/>
                    <a:gd name="csX2" fmla="*/ 24389 w 35625"/>
                    <a:gd name="csY2" fmla="*/ 34528 h 53157"/>
                    <a:gd name="csX3" fmla="*/ 36014 w 35625"/>
                    <a:gd name="csY3" fmla="*/ 16903 h 53157"/>
                    <a:gd name="csX4" fmla="*/ 18201 w 35625"/>
                    <a:gd name="csY4" fmla="*/ 402 h 53157"/>
                    <a:gd name="csX5" fmla="*/ 1138 w 35625"/>
                    <a:gd name="csY5" fmla="*/ 17840 h 53157"/>
                    <a:gd name="csX6" fmla="*/ 1138 w 35625"/>
                    <a:gd name="csY6" fmla="*/ 19622 h 53157"/>
                    <a:gd name="csX7" fmla="*/ 10982 w 35625"/>
                    <a:gd name="csY7" fmla="*/ 19622 h 53157"/>
                    <a:gd name="csX8" fmla="*/ 10982 w 35625"/>
                    <a:gd name="csY8" fmla="*/ 17934 h 53157"/>
                    <a:gd name="csX9" fmla="*/ 18389 w 35625"/>
                    <a:gd name="csY9" fmla="*/ 8746 h 53157"/>
                    <a:gd name="csX10" fmla="*/ 25795 w 35625"/>
                    <a:gd name="csY10" fmla="*/ 17184 h 53157"/>
                    <a:gd name="csX11" fmla="*/ 12389 w 35625"/>
                    <a:gd name="csY11" fmla="*/ 33310 h 53157"/>
                    <a:gd name="csX12" fmla="*/ 388 w 35625"/>
                    <a:gd name="csY12" fmla="*/ 53560 h 53157"/>
                    <a:gd name="csX13" fmla="*/ 35827 w 35625"/>
                    <a:gd name="csY13" fmla="*/ 53560 h 531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5625" h="53157">
                      <a:moveTo>
                        <a:pt x="35827" y="44372"/>
                      </a:moveTo>
                      <a:lnTo>
                        <a:pt x="13701" y="44372"/>
                      </a:lnTo>
                      <a:cubicBezTo>
                        <a:pt x="15108" y="41560"/>
                        <a:pt x="16701" y="40060"/>
                        <a:pt x="24389" y="34528"/>
                      </a:cubicBezTo>
                      <a:cubicBezTo>
                        <a:pt x="33389" y="27966"/>
                        <a:pt x="36014" y="24028"/>
                        <a:pt x="36014" y="16903"/>
                      </a:cubicBezTo>
                      <a:cubicBezTo>
                        <a:pt x="36014" y="6871"/>
                        <a:pt x="29077" y="402"/>
                        <a:pt x="18201" y="402"/>
                      </a:cubicBezTo>
                      <a:cubicBezTo>
                        <a:pt x="7420" y="402"/>
                        <a:pt x="1138" y="6778"/>
                        <a:pt x="1138" y="17840"/>
                      </a:cubicBezTo>
                      <a:lnTo>
                        <a:pt x="1138" y="19622"/>
                      </a:lnTo>
                      <a:lnTo>
                        <a:pt x="10982" y="19622"/>
                      </a:lnTo>
                      <a:lnTo>
                        <a:pt x="10982" y="17934"/>
                      </a:lnTo>
                      <a:cubicBezTo>
                        <a:pt x="10982" y="12122"/>
                        <a:pt x="13701" y="8746"/>
                        <a:pt x="18389" y="8746"/>
                      </a:cubicBezTo>
                      <a:cubicBezTo>
                        <a:pt x="22983" y="8746"/>
                        <a:pt x="25795" y="11934"/>
                        <a:pt x="25795" y="17184"/>
                      </a:cubicBezTo>
                      <a:cubicBezTo>
                        <a:pt x="25795" y="22903"/>
                        <a:pt x="24014" y="25059"/>
                        <a:pt x="12389" y="33310"/>
                      </a:cubicBezTo>
                      <a:cubicBezTo>
                        <a:pt x="3576" y="39310"/>
                        <a:pt x="857" y="43904"/>
                        <a:pt x="388" y="53560"/>
                      </a:cubicBezTo>
                      <a:lnTo>
                        <a:pt x="35827" y="535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469" name="Freeform 3468">
                <a:extLst>
                  <a:ext uri="{FF2B5EF4-FFF2-40B4-BE49-F238E27FC236}">
                    <a16:creationId xmlns:a16="http://schemas.microsoft.com/office/drawing/2014/main" id="{D77E58E5-F63D-0A77-8B64-0DA58B848C49}"/>
                  </a:ext>
                </a:extLst>
              </p:cNvPr>
              <p:cNvSpPr/>
              <p:nvPr/>
            </p:nvSpPr>
            <p:spPr>
              <a:xfrm>
                <a:off x="3350277" y="2957853"/>
                <a:ext cx="269351" cy="143277"/>
              </a:xfrm>
              <a:custGeom>
                <a:avLst/>
                <a:gdLst>
                  <a:gd name="csX0" fmla="*/ 0 w 269351"/>
                  <a:gd name="csY0" fmla="*/ 143277 h 143277"/>
                  <a:gd name="csX1" fmla="*/ 269351 w 269351"/>
                  <a:gd name="csY1" fmla="*/ 143277 h 143277"/>
                  <a:gd name="csX2" fmla="*/ 269351 w 269351"/>
                  <a:gd name="csY2" fmla="*/ 0 h 143277"/>
                  <a:gd name="csX3" fmla="*/ 0 w 269351"/>
                  <a:gd name="csY3" fmla="*/ 0 h 1432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69351" h="143277">
                    <a:moveTo>
                      <a:pt x="0" y="143277"/>
                    </a:moveTo>
                    <a:lnTo>
                      <a:pt x="269351" y="143277"/>
                    </a:lnTo>
                    <a:lnTo>
                      <a:pt x="2693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747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70" name="Graphic 6">
                <a:extLst>
                  <a:ext uri="{FF2B5EF4-FFF2-40B4-BE49-F238E27FC236}">
                    <a16:creationId xmlns:a16="http://schemas.microsoft.com/office/drawing/2014/main" id="{37EAD2AE-94B7-339C-EE6C-216E8F7C28E1}"/>
                  </a:ext>
                </a:extLst>
              </p:cNvPr>
              <p:cNvGrpSpPr/>
              <p:nvPr/>
            </p:nvGrpSpPr>
            <p:grpSpPr>
              <a:xfrm>
                <a:off x="3372449" y="2999509"/>
                <a:ext cx="222849" cy="55220"/>
                <a:chOff x="-3501668" y="5726094"/>
                <a:chExt cx="222849" cy="55220"/>
              </a:xfrm>
              <a:solidFill>
                <a:srgbClr val="000000"/>
              </a:solidFill>
            </p:grpSpPr>
            <p:sp>
              <p:nvSpPr>
                <p:cNvPr id="3471" name="Freeform 3470">
                  <a:extLst>
                    <a:ext uri="{FF2B5EF4-FFF2-40B4-BE49-F238E27FC236}">
                      <a16:creationId xmlns:a16="http://schemas.microsoft.com/office/drawing/2014/main" id="{F75E9A3B-9772-A4DE-64EE-E39FADC450D5}"/>
                    </a:ext>
                  </a:extLst>
                </p:cNvPr>
                <p:cNvSpPr/>
                <p:nvPr/>
              </p:nvSpPr>
              <p:spPr>
                <a:xfrm>
                  <a:off x="-3501668" y="5739969"/>
                  <a:ext cx="32813" cy="39657"/>
                </a:xfrm>
                <a:custGeom>
                  <a:avLst/>
                  <a:gdLst>
                    <a:gd name="csX0" fmla="*/ 32722 w 32813"/>
                    <a:gd name="csY0" fmla="*/ 471 h 39657"/>
                    <a:gd name="csX1" fmla="*/ 1971 w 32813"/>
                    <a:gd name="csY1" fmla="*/ 471 h 39657"/>
                    <a:gd name="csX2" fmla="*/ 1971 w 32813"/>
                    <a:gd name="csY2" fmla="*/ 8815 h 39657"/>
                    <a:gd name="csX3" fmla="*/ 20253 w 32813"/>
                    <a:gd name="csY3" fmla="*/ 8815 h 39657"/>
                    <a:gd name="csX4" fmla="*/ 565 w 32813"/>
                    <a:gd name="csY4" fmla="*/ 31878 h 39657"/>
                    <a:gd name="csX5" fmla="*/ 565 w 32813"/>
                    <a:gd name="csY5" fmla="*/ 40129 h 39657"/>
                    <a:gd name="csX6" fmla="*/ 33378 w 32813"/>
                    <a:gd name="csY6" fmla="*/ 40129 h 39657"/>
                    <a:gd name="csX7" fmla="*/ 33378 w 32813"/>
                    <a:gd name="csY7" fmla="*/ 31878 h 39657"/>
                    <a:gd name="csX8" fmla="*/ 13315 w 32813"/>
                    <a:gd name="csY8" fmla="*/ 31878 h 39657"/>
                    <a:gd name="csX9" fmla="*/ 32722 w 32813"/>
                    <a:gd name="csY9" fmla="*/ 8815 h 396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2813" h="39657">
                      <a:moveTo>
                        <a:pt x="32722" y="471"/>
                      </a:moveTo>
                      <a:lnTo>
                        <a:pt x="1971" y="471"/>
                      </a:lnTo>
                      <a:lnTo>
                        <a:pt x="1971" y="8815"/>
                      </a:lnTo>
                      <a:lnTo>
                        <a:pt x="20253" y="8815"/>
                      </a:lnTo>
                      <a:lnTo>
                        <a:pt x="565" y="31878"/>
                      </a:lnTo>
                      <a:lnTo>
                        <a:pt x="565" y="40129"/>
                      </a:lnTo>
                      <a:lnTo>
                        <a:pt x="33378" y="40129"/>
                      </a:lnTo>
                      <a:lnTo>
                        <a:pt x="33378" y="31878"/>
                      </a:lnTo>
                      <a:lnTo>
                        <a:pt x="13315" y="31878"/>
                      </a:lnTo>
                      <a:lnTo>
                        <a:pt x="32722" y="88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72" name="Freeform 3471">
                  <a:extLst>
                    <a:ext uri="{FF2B5EF4-FFF2-40B4-BE49-F238E27FC236}">
                      <a16:creationId xmlns:a16="http://schemas.microsoft.com/office/drawing/2014/main" id="{9E6628CD-A56E-98E6-DDF0-8469AD741211}"/>
                    </a:ext>
                  </a:extLst>
                </p:cNvPr>
                <p:cNvSpPr/>
                <p:nvPr/>
              </p:nvSpPr>
              <p:spPr>
                <a:xfrm>
                  <a:off x="-3462854" y="5726094"/>
                  <a:ext cx="37876" cy="55220"/>
                </a:xfrm>
                <a:custGeom>
                  <a:avLst/>
                  <a:gdLst>
                    <a:gd name="csX0" fmla="*/ 571 w 37876"/>
                    <a:gd name="csY0" fmla="*/ 471 h 55220"/>
                    <a:gd name="csX1" fmla="*/ 571 w 37876"/>
                    <a:gd name="csY1" fmla="*/ 54004 h 55220"/>
                    <a:gd name="csX2" fmla="*/ 10883 w 37876"/>
                    <a:gd name="csY2" fmla="*/ 54004 h 55220"/>
                    <a:gd name="csX3" fmla="*/ 10883 w 37876"/>
                    <a:gd name="csY3" fmla="*/ 49973 h 55220"/>
                    <a:gd name="csX4" fmla="*/ 21759 w 37876"/>
                    <a:gd name="csY4" fmla="*/ 55692 h 55220"/>
                    <a:gd name="csX5" fmla="*/ 38447 w 37876"/>
                    <a:gd name="csY5" fmla="*/ 34691 h 55220"/>
                    <a:gd name="csX6" fmla="*/ 34228 w 37876"/>
                    <a:gd name="csY6" fmla="*/ 20066 h 55220"/>
                    <a:gd name="csX7" fmla="*/ 21759 w 37876"/>
                    <a:gd name="csY7" fmla="*/ 13690 h 55220"/>
                    <a:gd name="csX8" fmla="*/ 10883 w 37876"/>
                    <a:gd name="csY8" fmla="*/ 19503 h 55220"/>
                    <a:gd name="csX9" fmla="*/ 10883 w 37876"/>
                    <a:gd name="csY9" fmla="*/ 471 h 55220"/>
                    <a:gd name="csX10" fmla="*/ 19509 w 37876"/>
                    <a:gd name="csY10" fmla="*/ 22316 h 55220"/>
                    <a:gd name="csX11" fmla="*/ 28228 w 37876"/>
                    <a:gd name="csY11" fmla="*/ 34785 h 55220"/>
                    <a:gd name="csX12" fmla="*/ 19509 w 37876"/>
                    <a:gd name="csY12" fmla="*/ 47066 h 55220"/>
                    <a:gd name="csX13" fmla="*/ 10883 w 37876"/>
                    <a:gd name="csY13" fmla="*/ 34597 h 55220"/>
                    <a:gd name="csX14" fmla="*/ 19509 w 37876"/>
                    <a:gd name="csY14" fmla="*/ 22316 h 552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7876" h="55220">
                      <a:moveTo>
                        <a:pt x="571" y="471"/>
                      </a:moveTo>
                      <a:lnTo>
                        <a:pt x="571" y="54004"/>
                      </a:lnTo>
                      <a:lnTo>
                        <a:pt x="10883" y="54004"/>
                      </a:lnTo>
                      <a:lnTo>
                        <a:pt x="10883" y="49973"/>
                      </a:lnTo>
                      <a:cubicBezTo>
                        <a:pt x="13321" y="53816"/>
                        <a:pt x="16790" y="55692"/>
                        <a:pt x="21759" y="55692"/>
                      </a:cubicBezTo>
                      <a:cubicBezTo>
                        <a:pt x="31228" y="55692"/>
                        <a:pt x="38447" y="46691"/>
                        <a:pt x="38447" y="34691"/>
                      </a:cubicBezTo>
                      <a:cubicBezTo>
                        <a:pt x="38447" y="29347"/>
                        <a:pt x="36853" y="23909"/>
                        <a:pt x="34228" y="20066"/>
                      </a:cubicBezTo>
                      <a:cubicBezTo>
                        <a:pt x="31509" y="16222"/>
                        <a:pt x="26634" y="13690"/>
                        <a:pt x="21759" y="13690"/>
                      </a:cubicBezTo>
                      <a:cubicBezTo>
                        <a:pt x="16790" y="13690"/>
                        <a:pt x="13321" y="15565"/>
                        <a:pt x="10883" y="19503"/>
                      </a:cubicBezTo>
                      <a:lnTo>
                        <a:pt x="10883" y="471"/>
                      </a:lnTo>
                      <a:close/>
                      <a:moveTo>
                        <a:pt x="19509" y="22316"/>
                      </a:moveTo>
                      <a:cubicBezTo>
                        <a:pt x="24571" y="22316"/>
                        <a:pt x="28228" y="27472"/>
                        <a:pt x="28228" y="34785"/>
                      </a:cubicBezTo>
                      <a:cubicBezTo>
                        <a:pt x="28228" y="42004"/>
                        <a:pt x="24665" y="47066"/>
                        <a:pt x="19509" y="47066"/>
                      </a:cubicBezTo>
                      <a:cubicBezTo>
                        <a:pt x="14352" y="47066"/>
                        <a:pt x="10883" y="42191"/>
                        <a:pt x="10883" y="34597"/>
                      </a:cubicBezTo>
                      <a:cubicBezTo>
                        <a:pt x="10883" y="27284"/>
                        <a:pt x="14352" y="22316"/>
                        <a:pt x="19509" y="223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73" name="Freeform 3472">
                  <a:extLst>
                    <a:ext uri="{FF2B5EF4-FFF2-40B4-BE49-F238E27FC236}">
                      <a16:creationId xmlns:a16="http://schemas.microsoft.com/office/drawing/2014/main" id="{22B57E1D-8752-8C55-5D6F-A978F87DBAC6}"/>
                    </a:ext>
                  </a:extLst>
                </p:cNvPr>
                <p:cNvSpPr/>
                <p:nvPr/>
              </p:nvSpPr>
              <p:spPr>
                <a:xfrm>
                  <a:off x="-3424134" y="5730125"/>
                  <a:ext cx="21094" cy="51188"/>
                </a:xfrm>
                <a:custGeom>
                  <a:avLst/>
                  <a:gdLst>
                    <a:gd name="csX0" fmla="*/ 21672 w 21094"/>
                    <a:gd name="csY0" fmla="*/ 11159 h 51188"/>
                    <a:gd name="csX1" fmla="*/ 15953 w 21094"/>
                    <a:gd name="csY1" fmla="*/ 11159 h 51188"/>
                    <a:gd name="csX2" fmla="*/ 15953 w 21094"/>
                    <a:gd name="csY2" fmla="*/ 471 h 51188"/>
                    <a:gd name="csX3" fmla="*/ 5640 w 21094"/>
                    <a:gd name="csY3" fmla="*/ 471 h 51188"/>
                    <a:gd name="csX4" fmla="*/ 5640 w 21094"/>
                    <a:gd name="csY4" fmla="*/ 11159 h 51188"/>
                    <a:gd name="csX5" fmla="*/ 578 w 21094"/>
                    <a:gd name="csY5" fmla="*/ 11159 h 51188"/>
                    <a:gd name="csX6" fmla="*/ 578 w 21094"/>
                    <a:gd name="csY6" fmla="*/ 18003 h 51188"/>
                    <a:gd name="csX7" fmla="*/ 5640 w 21094"/>
                    <a:gd name="csY7" fmla="*/ 18003 h 51188"/>
                    <a:gd name="csX8" fmla="*/ 5640 w 21094"/>
                    <a:gd name="csY8" fmla="*/ 42379 h 51188"/>
                    <a:gd name="csX9" fmla="*/ 15672 w 21094"/>
                    <a:gd name="csY9" fmla="*/ 51660 h 51188"/>
                    <a:gd name="csX10" fmla="*/ 21672 w 21094"/>
                    <a:gd name="csY10" fmla="*/ 50816 h 51188"/>
                    <a:gd name="csX11" fmla="*/ 21672 w 21094"/>
                    <a:gd name="csY11" fmla="*/ 43691 h 51188"/>
                    <a:gd name="csX12" fmla="*/ 19328 w 21094"/>
                    <a:gd name="csY12" fmla="*/ 43879 h 51188"/>
                    <a:gd name="csX13" fmla="*/ 15953 w 21094"/>
                    <a:gd name="csY13" fmla="*/ 39566 h 51188"/>
                    <a:gd name="csX14" fmla="*/ 15953 w 21094"/>
                    <a:gd name="csY14" fmla="*/ 18003 h 51188"/>
                    <a:gd name="csX15" fmla="*/ 21672 w 21094"/>
                    <a:gd name="csY15" fmla="*/ 18003 h 511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1094" h="51188">
                      <a:moveTo>
                        <a:pt x="21672" y="11159"/>
                      </a:moveTo>
                      <a:lnTo>
                        <a:pt x="15953" y="11159"/>
                      </a:lnTo>
                      <a:lnTo>
                        <a:pt x="15953" y="471"/>
                      </a:lnTo>
                      <a:lnTo>
                        <a:pt x="5640" y="471"/>
                      </a:lnTo>
                      <a:lnTo>
                        <a:pt x="5640" y="11159"/>
                      </a:lnTo>
                      <a:lnTo>
                        <a:pt x="578" y="11159"/>
                      </a:lnTo>
                      <a:lnTo>
                        <a:pt x="578" y="18003"/>
                      </a:lnTo>
                      <a:lnTo>
                        <a:pt x="5640" y="18003"/>
                      </a:lnTo>
                      <a:lnTo>
                        <a:pt x="5640" y="42379"/>
                      </a:lnTo>
                      <a:cubicBezTo>
                        <a:pt x="5640" y="48566"/>
                        <a:pt x="8922" y="51660"/>
                        <a:pt x="15672" y="51660"/>
                      </a:cubicBezTo>
                      <a:cubicBezTo>
                        <a:pt x="18016" y="51660"/>
                        <a:pt x="19703" y="51473"/>
                        <a:pt x="21672" y="50816"/>
                      </a:cubicBezTo>
                      <a:lnTo>
                        <a:pt x="21672" y="43691"/>
                      </a:lnTo>
                      <a:cubicBezTo>
                        <a:pt x="20641" y="43785"/>
                        <a:pt x="20078" y="43879"/>
                        <a:pt x="19328" y="43879"/>
                      </a:cubicBezTo>
                      <a:cubicBezTo>
                        <a:pt x="16609" y="43879"/>
                        <a:pt x="15953" y="43035"/>
                        <a:pt x="15953" y="39566"/>
                      </a:cubicBezTo>
                      <a:lnTo>
                        <a:pt x="15953" y="18003"/>
                      </a:lnTo>
                      <a:lnTo>
                        <a:pt x="21672" y="180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74" name="Freeform 3473">
                  <a:extLst>
                    <a:ext uri="{FF2B5EF4-FFF2-40B4-BE49-F238E27FC236}">
                      <a16:creationId xmlns:a16="http://schemas.microsoft.com/office/drawing/2014/main" id="{E3F5EE25-CEA4-027E-A6A2-274BD41489CD}"/>
                    </a:ext>
                  </a:extLst>
                </p:cNvPr>
                <p:cNvSpPr/>
                <p:nvPr/>
              </p:nvSpPr>
              <p:spPr>
                <a:xfrm>
                  <a:off x="-3396852" y="5726094"/>
                  <a:ext cx="37876" cy="55220"/>
                </a:xfrm>
                <a:custGeom>
                  <a:avLst/>
                  <a:gdLst>
                    <a:gd name="csX0" fmla="*/ 582 w 37876"/>
                    <a:gd name="csY0" fmla="*/ 471 h 55220"/>
                    <a:gd name="csX1" fmla="*/ 582 w 37876"/>
                    <a:gd name="csY1" fmla="*/ 54004 h 55220"/>
                    <a:gd name="csX2" fmla="*/ 10894 w 37876"/>
                    <a:gd name="csY2" fmla="*/ 54004 h 55220"/>
                    <a:gd name="csX3" fmla="*/ 10894 w 37876"/>
                    <a:gd name="csY3" fmla="*/ 49973 h 55220"/>
                    <a:gd name="csX4" fmla="*/ 21770 w 37876"/>
                    <a:gd name="csY4" fmla="*/ 55692 h 55220"/>
                    <a:gd name="csX5" fmla="*/ 38458 w 37876"/>
                    <a:gd name="csY5" fmla="*/ 34691 h 55220"/>
                    <a:gd name="csX6" fmla="*/ 34239 w 37876"/>
                    <a:gd name="csY6" fmla="*/ 20066 h 55220"/>
                    <a:gd name="csX7" fmla="*/ 21770 w 37876"/>
                    <a:gd name="csY7" fmla="*/ 13690 h 55220"/>
                    <a:gd name="csX8" fmla="*/ 10894 w 37876"/>
                    <a:gd name="csY8" fmla="*/ 19503 h 55220"/>
                    <a:gd name="csX9" fmla="*/ 10894 w 37876"/>
                    <a:gd name="csY9" fmla="*/ 471 h 55220"/>
                    <a:gd name="csX10" fmla="*/ 19520 w 37876"/>
                    <a:gd name="csY10" fmla="*/ 22316 h 55220"/>
                    <a:gd name="csX11" fmla="*/ 28239 w 37876"/>
                    <a:gd name="csY11" fmla="*/ 34785 h 55220"/>
                    <a:gd name="csX12" fmla="*/ 19520 w 37876"/>
                    <a:gd name="csY12" fmla="*/ 47066 h 55220"/>
                    <a:gd name="csX13" fmla="*/ 10894 w 37876"/>
                    <a:gd name="csY13" fmla="*/ 34597 h 55220"/>
                    <a:gd name="csX14" fmla="*/ 19520 w 37876"/>
                    <a:gd name="csY14" fmla="*/ 22316 h 552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7876" h="55220">
                      <a:moveTo>
                        <a:pt x="582" y="471"/>
                      </a:moveTo>
                      <a:lnTo>
                        <a:pt x="582" y="54004"/>
                      </a:lnTo>
                      <a:lnTo>
                        <a:pt x="10894" y="54004"/>
                      </a:lnTo>
                      <a:lnTo>
                        <a:pt x="10894" y="49973"/>
                      </a:lnTo>
                      <a:cubicBezTo>
                        <a:pt x="13332" y="53816"/>
                        <a:pt x="16801" y="55692"/>
                        <a:pt x="21770" y="55692"/>
                      </a:cubicBezTo>
                      <a:cubicBezTo>
                        <a:pt x="31239" y="55692"/>
                        <a:pt x="38458" y="46691"/>
                        <a:pt x="38458" y="34691"/>
                      </a:cubicBezTo>
                      <a:cubicBezTo>
                        <a:pt x="38458" y="29347"/>
                        <a:pt x="36864" y="23909"/>
                        <a:pt x="34239" y="20066"/>
                      </a:cubicBezTo>
                      <a:cubicBezTo>
                        <a:pt x="31520" y="16222"/>
                        <a:pt x="26645" y="13690"/>
                        <a:pt x="21770" y="13690"/>
                      </a:cubicBezTo>
                      <a:cubicBezTo>
                        <a:pt x="16801" y="13690"/>
                        <a:pt x="13332" y="15565"/>
                        <a:pt x="10894" y="19503"/>
                      </a:cubicBezTo>
                      <a:lnTo>
                        <a:pt x="10894" y="471"/>
                      </a:lnTo>
                      <a:close/>
                      <a:moveTo>
                        <a:pt x="19520" y="22316"/>
                      </a:moveTo>
                      <a:cubicBezTo>
                        <a:pt x="24582" y="22316"/>
                        <a:pt x="28239" y="27472"/>
                        <a:pt x="28239" y="34785"/>
                      </a:cubicBezTo>
                      <a:cubicBezTo>
                        <a:pt x="28239" y="42004"/>
                        <a:pt x="24676" y="47066"/>
                        <a:pt x="19520" y="47066"/>
                      </a:cubicBezTo>
                      <a:cubicBezTo>
                        <a:pt x="14363" y="47066"/>
                        <a:pt x="10894" y="42191"/>
                        <a:pt x="10894" y="34597"/>
                      </a:cubicBezTo>
                      <a:cubicBezTo>
                        <a:pt x="10894" y="27284"/>
                        <a:pt x="14363" y="22316"/>
                        <a:pt x="19520" y="223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75" name="Freeform 3474">
                  <a:extLst>
                    <a:ext uri="{FF2B5EF4-FFF2-40B4-BE49-F238E27FC236}">
                      <a16:creationId xmlns:a16="http://schemas.microsoft.com/office/drawing/2014/main" id="{64046C04-81EF-A45B-6775-5D387BC8D9DB}"/>
                    </a:ext>
                  </a:extLst>
                </p:cNvPr>
                <p:cNvSpPr/>
                <p:nvPr/>
              </p:nvSpPr>
              <p:spPr>
                <a:xfrm>
                  <a:off x="-3354195" y="5727594"/>
                  <a:ext cx="22781" cy="52032"/>
                </a:xfrm>
                <a:custGeom>
                  <a:avLst/>
                  <a:gdLst>
                    <a:gd name="csX0" fmla="*/ 13058 w 22781"/>
                    <a:gd name="csY0" fmla="*/ 16597 h 52032"/>
                    <a:gd name="csX1" fmla="*/ 13058 w 22781"/>
                    <a:gd name="csY1" fmla="*/ 52504 h 52032"/>
                    <a:gd name="csX2" fmla="*/ 23371 w 22781"/>
                    <a:gd name="csY2" fmla="*/ 52504 h 52032"/>
                    <a:gd name="csX3" fmla="*/ 23371 w 22781"/>
                    <a:gd name="csY3" fmla="*/ 471 h 52032"/>
                    <a:gd name="csX4" fmla="*/ 16527 w 22781"/>
                    <a:gd name="csY4" fmla="*/ 471 h 52032"/>
                    <a:gd name="csX5" fmla="*/ 589 w 22781"/>
                    <a:gd name="csY5" fmla="*/ 9753 h 52032"/>
                    <a:gd name="csX6" fmla="*/ 589 w 22781"/>
                    <a:gd name="csY6" fmla="*/ 16597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781" h="52032">
                      <a:moveTo>
                        <a:pt x="13058" y="16597"/>
                      </a:moveTo>
                      <a:lnTo>
                        <a:pt x="13058" y="52504"/>
                      </a:lnTo>
                      <a:lnTo>
                        <a:pt x="23371" y="52504"/>
                      </a:lnTo>
                      <a:lnTo>
                        <a:pt x="23371" y="471"/>
                      </a:lnTo>
                      <a:lnTo>
                        <a:pt x="16527" y="471"/>
                      </a:lnTo>
                      <a:cubicBezTo>
                        <a:pt x="14933" y="6659"/>
                        <a:pt x="9589" y="9753"/>
                        <a:pt x="589" y="9753"/>
                      </a:cubicBezTo>
                      <a:lnTo>
                        <a:pt x="589" y="165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76" name="Freeform 3475">
                  <a:extLst>
                    <a:ext uri="{FF2B5EF4-FFF2-40B4-BE49-F238E27FC236}">
                      <a16:creationId xmlns:a16="http://schemas.microsoft.com/office/drawing/2014/main" id="{C7E2716B-27D6-7A6C-C72D-98F675B57DC0}"/>
                    </a:ext>
                  </a:extLst>
                </p:cNvPr>
                <p:cNvSpPr/>
                <p:nvPr/>
              </p:nvSpPr>
              <p:spPr>
                <a:xfrm>
                  <a:off x="-3315381" y="5727594"/>
                  <a:ext cx="36563" cy="52032"/>
                </a:xfrm>
                <a:custGeom>
                  <a:avLst/>
                  <a:gdLst>
                    <a:gd name="csX0" fmla="*/ 37159 w 36563"/>
                    <a:gd name="csY0" fmla="*/ 32441 h 52032"/>
                    <a:gd name="csX1" fmla="*/ 31722 w 36563"/>
                    <a:gd name="csY1" fmla="*/ 32441 h 52032"/>
                    <a:gd name="csX2" fmla="*/ 31722 w 36563"/>
                    <a:gd name="csY2" fmla="*/ 471 h 52032"/>
                    <a:gd name="csX3" fmla="*/ 19627 w 36563"/>
                    <a:gd name="csY3" fmla="*/ 471 h 52032"/>
                    <a:gd name="csX4" fmla="*/ 596 w 36563"/>
                    <a:gd name="csY4" fmla="*/ 32347 h 52032"/>
                    <a:gd name="csX5" fmla="*/ 596 w 36563"/>
                    <a:gd name="csY5" fmla="*/ 40972 h 52032"/>
                    <a:gd name="csX6" fmla="*/ 21409 w 36563"/>
                    <a:gd name="csY6" fmla="*/ 40972 h 52032"/>
                    <a:gd name="csX7" fmla="*/ 21409 w 36563"/>
                    <a:gd name="csY7" fmla="*/ 52504 h 52032"/>
                    <a:gd name="csX8" fmla="*/ 31722 w 36563"/>
                    <a:gd name="csY8" fmla="*/ 52504 h 52032"/>
                    <a:gd name="csX9" fmla="*/ 31722 w 36563"/>
                    <a:gd name="csY9" fmla="*/ 40972 h 52032"/>
                    <a:gd name="csX10" fmla="*/ 37159 w 36563"/>
                    <a:gd name="csY10" fmla="*/ 40972 h 52032"/>
                    <a:gd name="csX11" fmla="*/ 21409 w 36563"/>
                    <a:gd name="csY11" fmla="*/ 32441 h 52032"/>
                    <a:gd name="csX12" fmla="*/ 7815 w 36563"/>
                    <a:gd name="csY12" fmla="*/ 32441 h 52032"/>
                    <a:gd name="csX13" fmla="*/ 21409 w 36563"/>
                    <a:gd name="csY13" fmla="*/ 10222 h 520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6563" h="52032">
                      <a:moveTo>
                        <a:pt x="37159" y="32441"/>
                      </a:moveTo>
                      <a:lnTo>
                        <a:pt x="31722" y="32441"/>
                      </a:lnTo>
                      <a:lnTo>
                        <a:pt x="31722" y="471"/>
                      </a:lnTo>
                      <a:lnTo>
                        <a:pt x="19627" y="471"/>
                      </a:lnTo>
                      <a:lnTo>
                        <a:pt x="596" y="32347"/>
                      </a:lnTo>
                      <a:lnTo>
                        <a:pt x="596" y="40972"/>
                      </a:lnTo>
                      <a:lnTo>
                        <a:pt x="21409" y="40972"/>
                      </a:lnTo>
                      <a:lnTo>
                        <a:pt x="21409" y="52504"/>
                      </a:lnTo>
                      <a:lnTo>
                        <a:pt x="31722" y="52504"/>
                      </a:lnTo>
                      <a:lnTo>
                        <a:pt x="31722" y="40972"/>
                      </a:lnTo>
                      <a:lnTo>
                        <a:pt x="37159" y="40972"/>
                      </a:lnTo>
                      <a:close/>
                      <a:moveTo>
                        <a:pt x="21409" y="32441"/>
                      </a:moveTo>
                      <a:lnTo>
                        <a:pt x="7815" y="32441"/>
                      </a:lnTo>
                      <a:lnTo>
                        <a:pt x="21409" y="1022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5997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86AB816-9690-5769-D303-0D9DA02E6C27}"/>
                </a:ext>
              </a:extLst>
            </p:cNvPr>
            <p:cNvSpPr txBox="1"/>
            <p:nvPr/>
          </p:nvSpPr>
          <p:spPr>
            <a:xfrm>
              <a:off x="2456748" y="57397"/>
              <a:ext cx="15584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6_POA_Mixed GRN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3C2EE22-61C7-6D8F-09B9-4E3B948C089E}"/>
              </a:ext>
            </a:extLst>
          </p:cNvPr>
          <p:cNvGrpSpPr/>
          <p:nvPr/>
        </p:nvGrpSpPr>
        <p:grpSpPr>
          <a:xfrm>
            <a:off x="26851" y="792587"/>
            <a:ext cx="2887802" cy="2722926"/>
            <a:chOff x="345569" y="69369"/>
            <a:chExt cx="2887802" cy="272292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D85EE28-D45F-922D-7C12-64E8A4F39CA6}"/>
                </a:ext>
              </a:extLst>
            </p:cNvPr>
            <p:cNvGrpSpPr/>
            <p:nvPr/>
          </p:nvGrpSpPr>
          <p:grpSpPr>
            <a:xfrm>
              <a:off x="345569" y="277450"/>
              <a:ext cx="2887802" cy="2514845"/>
              <a:chOff x="345569" y="393685"/>
              <a:chExt cx="2887802" cy="2514845"/>
            </a:xfrm>
          </p:grpSpPr>
          <p:sp>
            <p:nvSpPr>
              <p:cNvPr id="3713" name="Freeform 3712">
                <a:extLst>
                  <a:ext uri="{FF2B5EF4-FFF2-40B4-BE49-F238E27FC236}">
                    <a16:creationId xmlns:a16="http://schemas.microsoft.com/office/drawing/2014/main" id="{4A43DF59-97D1-703F-2F18-9DB3C07BDE5B}"/>
                  </a:ext>
                </a:extLst>
              </p:cNvPr>
              <p:cNvSpPr/>
              <p:nvPr/>
            </p:nvSpPr>
            <p:spPr>
              <a:xfrm>
                <a:off x="2256928" y="858650"/>
                <a:ext cx="275014" cy="205779"/>
              </a:xfrm>
              <a:custGeom>
                <a:avLst/>
                <a:gdLst>
                  <a:gd name="csX0" fmla="*/ 0 w 275014"/>
                  <a:gd name="csY0" fmla="*/ 0 h 205779"/>
                  <a:gd name="csX1" fmla="*/ 275014 w 275014"/>
                  <a:gd name="csY1" fmla="*/ 205780 h 2057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75014" h="205779">
                    <a:moveTo>
                      <a:pt x="0" y="0"/>
                    </a:moveTo>
                    <a:lnTo>
                      <a:pt x="275014" y="205780"/>
                    </a:lnTo>
                  </a:path>
                </a:pathLst>
              </a:custGeom>
              <a:noFill/>
              <a:ln w="11167" cap="rnd">
                <a:solidFill>
                  <a:srgbClr val="1565C0">
                    <a:alpha val="82000"/>
                  </a:srgbClr>
                </a:solidFill>
                <a:custDash>
                  <a:ds d="137848" sp="413543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4" name="Freeform 3713">
                <a:extLst>
                  <a:ext uri="{FF2B5EF4-FFF2-40B4-BE49-F238E27FC236}">
                    <a16:creationId xmlns:a16="http://schemas.microsoft.com/office/drawing/2014/main" id="{2E3F257D-12BA-D093-604F-D6A89689D824}"/>
                  </a:ext>
                </a:extLst>
              </p:cNvPr>
              <p:cNvSpPr/>
              <p:nvPr/>
            </p:nvSpPr>
            <p:spPr>
              <a:xfrm>
                <a:off x="1735777" y="1611654"/>
                <a:ext cx="633738" cy="117292"/>
              </a:xfrm>
              <a:custGeom>
                <a:avLst/>
                <a:gdLst>
                  <a:gd name="csX0" fmla="*/ 0 w 633738"/>
                  <a:gd name="csY0" fmla="*/ 117293 h 117292"/>
                  <a:gd name="csX1" fmla="*/ 633738 w 633738"/>
                  <a:gd name="csY1" fmla="*/ 0 h 1172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33738" h="117292">
                    <a:moveTo>
                      <a:pt x="0" y="117293"/>
                    </a:moveTo>
                    <a:lnTo>
                      <a:pt x="633738" y="0"/>
                    </a:lnTo>
                  </a:path>
                </a:pathLst>
              </a:custGeom>
              <a:noFill/>
              <a:ln w="12058" cap="rnd">
                <a:solidFill>
                  <a:srgbClr val="1565C0">
                    <a:alpha val="82000"/>
                  </a:srgbClr>
                </a:solidFill>
                <a:custDash>
                  <a:ds d="148835" sp="446506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5" name="Freeform 3714">
                <a:extLst>
                  <a:ext uri="{FF2B5EF4-FFF2-40B4-BE49-F238E27FC236}">
                    <a16:creationId xmlns:a16="http://schemas.microsoft.com/office/drawing/2014/main" id="{D4739C8F-4313-4825-AAC2-4DF666318A60}"/>
                  </a:ext>
                </a:extLst>
              </p:cNvPr>
              <p:cNvSpPr/>
              <p:nvPr/>
            </p:nvSpPr>
            <p:spPr>
              <a:xfrm>
                <a:off x="2064957" y="1351542"/>
                <a:ext cx="304557" cy="260112"/>
              </a:xfrm>
              <a:custGeom>
                <a:avLst/>
                <a:gdLst>
                  <a:gd name="csX0" fmla="*/ 304558 w 304557"/>
                  <a:gd name="csY0" fmla="*/ 260112 h 260112"/>
                  <a:gd name="csX1" fmla="*/ 0 w 304557"/>
                  <a:gd name="csY1" fmla="*/ 0 h 2601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4557" h="260112">
                    <a:moveTo>
                      <a:pt x="304558" y="260112"/>
                    </a:moveTo>
                    <a:lnTo>
                      <a:pt x="0" y="0"/>
                    </a:lnTo>
                  </a:path>
                </a:pathLst>
              </a:custGeom>
              <a:noFill/>
              <a:ln w="12541" cap="rnd">
                <a:solidFill>
                  <a:srgbClr val="1565C0">
                    <a:alpha val="82000"/>
                  </a:srgbClr>
                </a:solidFill>
                <a:custDash>
                  <a:ds d="154799" sp="464397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6" name="Freeform 3715">
                <a:extLst>
                  <a:ext uri="{FF2B5EF4-FFF2-40B4-BE49-F238E27FC236}">
                    <a16:creationId xmlns:a16="http://schemas.microsoft.com/office/drawing/2014/main" id="{5132C295-714D-186E-DA02-D347FD7CD08F}"/>
                  </a:ext>
                </a:extLst>
              </p:cNvPr>
              <p:cNvSpPr/>
              <p:nvPr/>
            </p:nvSpPr>
            <p:spPr>
              <a:xfrm>
                <a:off x="2256928" y="858650"/>
                <a:ext cx="112586" cy="753003"/>
              </a:xfrm>
              <a:custGeom>
                <a:avLst/>
                <a:gdLst>
                  <a:gd name="csX0" fmla="*/ 0 w 112586"/>
                  <a:gd name="csY0" fmla="*/ 0 h 753003"/>
                  <a:gd name="csX1" fmla="*/ 112587 w 112586"/>
                  <a:gd name="csY1" fmla="*/ 753004 h 7530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12586" h="753003">
                    <a:moveTo>
                      <a:pt x="0" y="0"/>
                    </a:moveTo>
                    <a:lnTo>
                      <a:pt x="112587" y="753004"/>
                    </a:lnTo>
                  </a:path>
                </a:pathLst>
              </a:custGeom>
              <a:noFill/>
              <a:ln w="12224" cap="rnd">
                <a:solidFill>
                  <a:srgbClr val="1565C0">
                    <a:alpha val="82000"/>
                  </a:srgbClr>
                </a:solidFill>
                <a:custDash>
                  <a:ds d="150890" sp="452669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7" name="Freeform 3716">
                <a:extLst>
                  <a:ext uri="{FF2B5EF4-FFF2-40B4-BE49-F238E27FC236}">
                    <a16:creationId xmlns:a16="http://schemas.microsoft.com/office/drawing/2014/main" id="{94656034-AC4B-B3DE-2C45-444976CB3953}"/>
                  </a:ext>
                </a:extLst>
              </p:cNvPr>
              <p:cNvSpPr/>
              <p:nvPr/>
            </p:nvSpPr>
            <p:spPr>
              <a:xfrm>
                <a:off x="2064957" y="858650"/>
                <a:ext cx="191970" cy="492891"/>
              </a:xfrm>
              <a:custGeom>
                <a:avLst/>
                <a:gdLst>
                  <a:gd name="csX0" fmla="*/ 191971 w 191970"/>
                  <a:gd name="csY0" fmla="*/ 0 h 492891"/>
                  <a:gd name="csX1" fmla="*/ 0 w 191970"/>
                  <a:gd name="csY1" fmla="*/ 492892 h 492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91970" h="492891">
                    <a:moveTo>
                      <a:pt x="191971" y="0"/>
                    </a:moveTo>
                    <a:lnTo>
                      <a:pt x="0" y="492892"/>
                    </a:lnTo>
                  </a:path>
                </a:pathLst>
              </a:custGeom>
              <a:noFill/>
              <a:ln w="17099" cap="rnd">
                <a:solidFill>
                  <a:srgbClr val="1565C0">
                    <a:alpha val="82000"/>
                  </a:srgbClr>
                </a:solidFill>
                <a:custDash>
                  <a:ds d="211061" sp="633184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8" name="Freeform 3717">
                <a:extLst>
                  <a:ext uri="{FF2B5EF4-FFF2-40B4-BE49-F238E27FC236}">
                    <a16:creationId xmlns:a16="http://schemas.microsoft.com/office/drawing/2014/main" id="{06988E61-B86C-70F5-0E00-EC62C29E601F}"/>
                  </a:ext>
                </a:extLst>
              </p:cNvPr>
              <p:cNvSpPr/>
              <p:nvPr/>
            </p:nvSpPr>
            <p:spPr>
              <a:xfrm>
                <a:off x="2531942" y="704565"/>
                <a:ext cx="75770" cy="359864"/>
              </a:xfrm>
              <a:custGeom>
                <a:avLst/>
                <a:gdLst>
                  <a:gd name="csX0" fmla="*/ 75771 w 75770"/>
                  <a:gd name="csY0" fmla="*/ 0 h 359864"/>
                  <a:gd name="csX1" fmla="*/ 0 w 75770"/>
                  <a:gd name="csY1" fmla="*/ 359865 h 3598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75770" h="359864">
                    <a:moveTo>
                      <a:pt x="75771" y="0"/>
                    </a:moveTo>
                    <a:lnTo>
                      <a:pt x="0" y="359865"/>
                    </a:lnTo>
                  </a:path>
                </a:pathLst>
              </a:custGeom>
              <a:noFill/>
              <a:ln w="12008" cap="rnd">
                <a:solidFill>
                  <a:srgbClr val="1565C0">
                    <a:alpha val="82000"/>
                  </a:srgbClr>
                </a:solidFill>
                <a:custDash>
                  <a:ds d="148228" sp="444683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19" name="Freeform 3718">
                <a:extLst>
                  <a:ext uri="{FF2B5EF4-FFF2-40B4-BE49-F238E27FC236}">
                    <a16:creationId xmlns:a16="http://schemas.microsoft.com/office/drawing/2014/main" id="{C2C7A1E1-6FE7-71B1-93F1-89437E1FB1CF}"/>
                  </a:ext>
                </a:extLst>
              </p:cNvPr>
              <p:cNvSpPr/>
              <p:nvPr/>
            </p:nvSpPr>
            <p:spPr>
              <a:xfrm>
                <a:off x="2256928" y="704565"/>
                <a:ext cx="350785" cy="154085"/>
              </a:xfrm>
              <a:custGeom>
                <a:avLst/>
                <a:gdLst>
                  <a:gd name="csX0" fmla="*/ 0 w 350785"/>
                  <a:gd name="csY0" fmla="*/ 154085 h 154085"/>
                  <a:gd name="csX1" fmla="*/ 350785 w 350785"/>
                  <a:gd name="csY1" fmla="*/ 0 h 154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0785" h="154085">
                    <a:moveTo>
                      <a:pt x="0" y="154085"/>
                    </a:moveTo>
                    <a:lnTo>
                      <a:pt x="350785" y="0"/>
                    </a:lnTo>
                  </a:path>
                </a:pathLst>
              </a:custGeom>
              <a:noFill/>
              <a:ln w="12624" cap="rnd">
                <a:solidFill>
                  <a:srgbClr val="1565C0">
                    <a:alpha val="82000"/>
                  </a:srgbClr>
                </a:solidFill>
                <a:custDash>
                  <a:ds d="155830" sp="467491"/>
                </a:custDash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0" name="Freeform 3719">
                <a:extLst>
                  <a:ext uri="{FF2B5EF4-FFF2-40B4-BE49-F238E27FC236}">
                    <a16:creationId xmlns:a16="http://schemas.microsoft.com/office/drawing/2014/main" id="{4B371920-B2CA-A322-17C0-2BA18D958B54}"/>
                  </a:ext>
                </a:extLst>
              </p:cNvPr>
              <p:cNvSpPr/>
              <p:nvPr/>
            </p:nvSpPr>
            <p:spPr>
              <a:xfrm>
                <a:off x="2739148" y="530800"/>
                <a:ext cx="277105" cy="428338"/>
              </a:xfrm>
              <a:custGeom>
                <a:avLst/>
                <a:gdLst>
                  <a:gd name="csX0" fmla="*/ 0 w 277105"/>
                  <a:gd name="csY0" fmla="*/ 0 h 428338"/>
                  <a:gd name="csX1" fmla="*/ 277106 w 277105"/>
                  <a:gd name="csY1" fmla="*/ 428339 h 428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77105" h="428338">
                    <a:moveTo>
                      <a:pt x="0" y="0"/>
                    </a:moveTo>
                    <a:lnTo>
                      <a:pt x="277106" y="428339"/>
                    </a:lnTo>
                  </a:path>
                </a:pathLst>
              </a:custGeom>
              <a:noFill/>
              <a:ln w="1096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1" name="Freeform 3720">
                <a:extLst>
                  <a:ext uri="{FF2B5EF4-FFF2-40B4-BE49-F238E27FC236}">
                    <a16:creationId xmlns:a16="http://schemas.microsoft.com/office/drawing/2014/main" id="{82BE5CC0-675D-DA7A-8D0E-DC760B31DA3A}"/>
                  </a:ext>
                </a:extLst>
              </p:cNvPr>
              <p:cNvSpPr/>
              <p:nvPr/>
            </p:nvSpPr>
            <p:spPr>
              <a:xfrm>
                <a:off x="2977299" y="913577"/>
                <a:ext cx="38955" cy="45562"/>
              </a:xfrm>
              <a:custGeom>
                <a:avLst/>
                <a:gdLst>
                  <a:gd name="csX0" fmla="*/ 0 w 38955"/>
                  <a:gd name="csY0" fmla="*/ 21106 h 45562"/>
                  <a:gd name="csX1" fmla="*/ 38955 w 38955"/>
                  <a:gd name="csY1" fmla="*/ 45562 h 45562"/>
                  <a:gd name="csX2" fmla="*/ 32633 w 38955"/>
                  <a:gd name="csY2" fmla="*/ 0 h 45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955" h="45562">
                    <a:moveTo>
                      <a:pt x="0" y="21106"/>
                    </a:moveTo>
                    <a:lnTo>
                      <a:pt x="38955" y="45562"/>
                    </a:lnTo>
                    <a:lnTo>
                      <a:pt x="32633" y="0"/>
                    </a:lnTo>
                  </a:path>
                </a:pathLst>
              </a:custGeom>
              <a:noFill/>
              <a:ln w="1096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2" name="Freeform 3721">
                <a:extLst>
                  <a:ext uri="{FF2B5EF4-FFF2-40B4-BE49-F238E27FC236}">
                    <a16:creationId xmlns:a16="http://schemas.microsoft.com/office/drawing/2014/main" id="{CF41BC87-7A5C-DA4F-838A-E7636005EAF7}"/>
                  </a:ext>
                </a:extLst>
              </p:cNvPr>
              <p:cNvSpPr/>
              <p:nvPr/>
            </p:nvSpPr>
            <p:spPr>
              <a:xfrm>
                <a:off x="2641891" y="530800"/>
                <a:ext cx="28259" cy="78646"/>
              </a:xfrm>
              <a:custGeom>
                <a:avLst/>
                <a:gdLst>
                  <a:gd name="csX0" fmla="*/ 28260 w 28259"/>
                  <a:gd name="csY0" fmla="*/ 0 h 78646"/>
                  <a:gd name="csX1" fmla="*/ 0 w 28259"/>
                  <a:gd name="csY1" fmla="*/ 78647 h 78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8259" h="78646">
                    <a:moveTo>
                      <a:pt x="28260" y="0"/>
                    </a:moveTo>
                    <a:lnTo>
                      <a:pt x="0" y="78647"/>
                    </a:lnTo>
                  </a:path>
                </a:pathLst>
              </a:custGeom>
              <a:noFill/>
              <a:ln w="8347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3" name="Freeform 3722">
                <a:extLst>
                  <a:ext uri="{FF2B5EF4-FFF2-40B4-BE49-F238E27FC236}">
                    <a16:creationId xmlns:a16="http://schemas.microsoft.com/office/drawing/2014/main" id="{B60015A6-0C6E-205E-5261-DEBC62C9B592}"/>
                  </a:ext>
                </a:extLst>
              </p:cNvPr>
              <p:cNvSpPr/>
              <p:nvPr/>
            </p:nvSpPr>
            <p:spPr>
              <a:xfrm>
                <a:off x="2637708" y="563647"/>
                <a:ext cx="36578" cy="45800"/>
              </a:xfrm>
              <a:custGeom>
                <a:avLst/>
                <a:gdLst>
                  <a:gd name="csX0" fmla="*/ 0 w 36578"/>
                  <a:gd name="csY0" fmla="*/ 0 h 45800"/>
                  <a:gd name="csX1" fmla="*/ 4183 w 36578"/>
                  <a:gd name="csY1" fmla="*/ 45800 h 45800"/>
                  <a:gd name="csX2" fmla="*/ 36578 w 36578"/>
                  <a:gd name="csY2" fmla="*/ 13143 h 45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6578" h="45800">
                    <a:moveTo>
                      <a:pt x="0" y="0"/>
                    </a:moveTo>
                    <a:lnTo>
                      <a:pt x="4183" y="45800"/>
                    </a:lnTo>
                    <a:lnTo>
                      <a:pt x="36578" y="13143"/>
                    </a:lnTo>
                  </a:path>
                </a:pathLst>
              </a:custGeom>
              <a:noFill/>
              <a:ln w="8347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4" name="Freeform 3723">
                <a:extLst>
                  <a:ext uri="{FF2B5EF4-FFF2-40B4-BE49-F238E27FC236}">
                    <a16:creationId xmlns:a16="http://schemas.microsoft.com/office/drawing/2014/main" id="{B9E28459-3F07-1DAE-5C82-2E36A32E5E73}"/>
                  </a:ext>
                </a:extLst>
              </p:cNvPr>
              <p:cNvSpPr/>
              <p:nvPr/>
            </p:nvSpPr>
            <p:spPr>
              <a:xfrm>
                <a:off x="2341469" y="530800"/>
                <a:ext cx="277605" cy="251318"/>
              </a:xfrm>
              <a:custGeom>
                <a:avLst/>
                <a:gdLst>
                  <a:gd name="csX0" fmla="*/ 277605 w 277605"/>
                  <a:gd name="csY0" fmla="*/ 0 h 251318"/>
                  <a:gd name="csX1" fmla="*/ 0 w 277605"/>
                  <a:gd name="csY1" fmla="*/ 251318 h 251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77605" h="251318">
                    <a:moveTo>
                      <a:pt x="277605" y="0"/>
                    </a:moveTo>
                    <a:lnTo>
                      <a:pt x="0" y="251318"/>
                    </a:lnTo>
                  </a:path>
                </a:pathLst>
              </a:custGeom>
              <a:noFill/>
              <a:ln w="10844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5" name="Freeform 3724">
                <a:extLst>
                  <a:ext uri="{FF2B5EF4-FFF2-40B4-BE49-F238E27FC236}">
                    <a16:creationId xmlns:a16="http://schemas.microsoft.com/office/drawing/2014/main" id="{39761298-4040-2DF1-D1B7-11C9D5280D5C}"/>
                  </a:ext>
                </a:extLst>
              </p:cNvPr>
              <p:cNvSpPr/>
              <p:nvPr/>
            </p:nvSpPr>
            <p:spPr>
              <a:xfrm>
                <a:off x="2341469" y="739741"/>
                <a:ext cx="43946" cy="42377"/>
              </a:xfrm>
              <a:custGeom>
                <a:avLst/>
                <a:gdLst>
                  <a:gd name="csX0" fmla="*/ 17873 w 43946"/>
                  <a:gd name="csY0" fmla="*/ 0 h 42377"/>
                  <a:gd name="csX1" fmla="*/ 0 w 43946"/>
                  <a:gd name="csY1" fmla="*/ 42378 h 42377"/>
                  <a:gd name="csX2" fmla="*/ 43946 w 43946"/>
                  <a:gd name="csY2" fmla="*/ 28806 h 423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3946" h="42377">
                    <a:moveTo>
                      <a:pt x="17873" y="0"/>
                    </a:moveTo>
                    <a:lnTo>
                      <a:pt x="0" y="42378"/>
                    </a:lnTo>
                    <a:lnTo>
                      <a:pt x="43946" y="28806"/>
                    </a:lnTo>
                  </a:path>
                </a:pathLst>
              </a:custGeom>
              <a:noFill/>
              <a:ln w="10844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6" name="Freeform 3725">
                <a:extLst>
                  <a:ext uri="{FF2B5EF4-FFF2-40B4-BE49-F238E27FC236}">
                    <a16:creationId xmlns:a16="http://schemas.microsoft.com/office/drawing/2014/main" id="{C171F86B-DB9F-60D1-4596-EAF0B6462C53}"/>
                  </a:ext>
                </a:extLst>
              </p:cNvPr>
              <p:cNvSpPr/>
              <p:nvPr/>
            </p:nvSpPr>
            <p:spPr>
              <a:xfrm>
                <a:off x="2176475" y="1128602"/>
                <a:ext cx="251104" cy="154370"/>
              </a:xfrm>
              <a:custGeom>
                <a:avLst/>
                <a:gdLst>
                  <a:gd name="csX0" fmla="*/ 0 w 251104"/>
                  <a:gd name="csY0" fmla="*/ 154370 h 154370"/>
                  <a:gd name="csX1" fmla="*/ 251104 w 251104"/>
                  <a:gd name="csY1" fmla="*/ 0 h 1543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1104" h="154370">
                    <a:moveTo>
                      <a:pt x="0" y="154370"/>
                    </a:moveTo>
                    <a:lnTo>
                      <a:pt x="251104" y="0"/>
                    </a:lnTo>
                  </a:path>
                </a:pathLst>
              </a:custGeom>
              <a:noFill/>
              <a:ln w="122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27" name="Freeform 3726">
                <a:extLst>
                  <a:ext uri="{FF2B5EF4-FFF2-40B4-BE49-F238E27FC236}">
                    <a16:creationId xmlns:a16="http://schemas.microsoft.com/office/drawing/2014/main" id="{C7712BBE-1077-E7F5-CD42-5ACC4F752235}"/>
                  </a:ext>
                </a:extLst>
              </p:cNvPr>
              <p:cNvSpPr/>
              <p:nvPr/>
            </p:nvSpPr>
            <p:spPr>
              <a:xfrm>
                <a:off x="2381874" y="1128602"/>
                <a:ext cx="45705" cy="38384"/>
              </a:xfrm>
              <a:custGeom>
                <a:avLst/>
                <a:gdLst>
                  <a:gd name="csX0" fmla="*/ 20369 w 45705"/>
                  <a:gd name="csY0" fmla="*/ 38385 h 38384"/>
                  <a:gd name="csX1" fmla="*/ 45705 w 45705"/>
                  <a:gd name="csY1" fmla="*/ 0 h 38384"/>
                  <a:gd name="csX2" fmla="*/ 0 w 45705"/>
                  <a:gd name="csY2" fmla="*/ 5276 h 383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705" h="38384">
                    <a:moveTo>
                      <a:pt x="20369" y="38385"/>
                    </a:moveTo>
                    <a:lnTo>
                      <a:pt x="45705" y="0"/>
                    </a:lnTo>
                    <a:lnTo>
                      <a:pt x="0" y="5276"/>
                    </a:lnTo>
                  </a:path>
                </a:pathLst>
              </a:custGeom>
              <a:noFill/>
              <a:ln w="1229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0" name="Freeform 3729">
                <a:extLst>
                  <a:ext uri="{FF2B5EF4-FFF2-40B4-BE49-F238E27FC236}">
                    <a16:creationId xmlns:a16="http://schemas.microsoft.com/office/drawing/2014/main" id="{D7E9E615-955A-269B-3A31-203165032EBB}"/>
                  </a:ext>
                </a:extLst>
              </p:cNvPr>
              <p:cNvSpPr/>
              <p:nvPr/>
            </p:nvSpPr>
            <p:spPr>
              <a:xfrm>
                <a:off x="1807888" y="1420087"/>
                <a:ext cx="197270" cy="226195"/>
              </a:xfrm>
              <a:custGeom>
                <a:avLst/>
                <a:gdLst>
                  <a:gd name="csX0" fmla="*/ 197271 w 197270"/>
                  <a:gd name="csY0" fmla="*/ 0 h 226195"/>
                  <a:gd name="csX1" fmla="*/ 0 w 197270"/>
                  <a:gd name="csY1" fmla="*/ 226196 h 2261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97270" h="226195">
                    <a:moveTo>
                      <a:pt x="197271" y="0"/>
                    </a:moveTo>
                    <a:lnTo>
                      <a:pt x="0" y="226196"/>
                    </a:lnTo>
                  </a:path>
                </a:pathLst>
              </a:custGeom>
              <a:noFill/>
              <a:ln w="1665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1" name="Freeform 3730">
                <a:extLst>
                  <a:ext uri="{FF2B5EF4-FFF2-40B4-BE49-F238E27FC236}">
                    <a16:creationId xmlns:a16="http://schemas.microsoft.com/office/drawing/2014/main" id="{843734DC-8099-1C98-D3A6-8B05D5F9CCCD}"/>
                  </a:ext>
                </a:extLst>
              </p:cNvPr>
              <p:cNvSpPr/>
              <p:nvPr/>
            </p:nvSpPr>
            <p:spPr>
              <a:xfrm>
                <a:off x="1807888" y="1602075"/>
                <a:ext cx="42044" cy="44207"/>
              </a:xfrm>
              <a:custGeom>
                <a:avLst/>
                <a:gdLst>
                  <a:gd name="csX0" fmla="*/ 12739 w 42044"/>
                  <a:gd name="csY0" fmla="*/ 0 h 44207"/>
                  <a:gd name="csX1" fmla="*/ 0 w 42044"/>
                  <a:gd name="csY1" fmla="*/ 44208 h 44207"/>
                  <a:gd name="csX2" fmla="*/ 42045 w 42044"/>
                  <a:gd name="csY2" fmla="*/ 25550 h 442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2044" h="44207">
                    <a:moveTo>
                      <a:pt x="12739" y="0"/>
                    </a:moveTo>
                    <a:lnTo>
                      <a:pt x="0" y="44208"/>
                    </a:lnTo>
                    <a:lnTo>
                      <a:pt x="42045" y="25550"/>
                    </a:lnTo>
                  </a:path>
                </a:pathLst>
              </a:custGeom>
              <a:noFill/>
              <a:ln w="1665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2" name="Freeform 3731">
                <a:extLst>
                  <a:ext uri="{FF2B5EF4-FFF2-40B4-BE49-F238E27FC236}">
                    <a16:creationId xmlns:a16="http://schemas.microsoft.com/office/drawing/2014/main" id="{06E5ABB5-9310-0A16-06F5-F864085C476E}"/>
                  </a:ext>
                </a:extLst>
              </p:cNvPr>
              <p:cNvSpPr/>
              <p:nvPr/>
            </p:nvSpPr>
            <p:spPr>
              <a:xfrm>
                <a:off x="2145220" y="1420087"/>
                <a:ext cx="136687" cy="116722"/>
              </a:xfrm>
              <a:custGeom>
                <a:avLst/>
                <a:gdLst>
                  <a:gd name="csX0" fmla="*/ 0 w 136687"/>
                  <a:gd name="csY0" fmla="*/ 0 h 116722"/>
                  <a:gd name="csX1" fmla="*/ 136687 w 136687"/>
                  <a:gd name="csY1" fmla="*/ 116722 h 1167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687" h="116722">
                    <a:moveTo>
                      <a:pt x="0" y="0"/>
                    </a:moveTo>
                    <a:lnTo>
                      <a:pt x="136687" y="116722"/>
                    </a:lnTo>
                  </a:path>
                </a:pathLst>
              </a:custGeom>
              <a:noFill/>
              <a:ln w="1407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3" name="Freeform 3732">
                <a:extLst>
                  <a:ext uri="{FF2B5EF4-FFF2-40B4-BE49-F238E27FC236}">
                    <a16:creationId xmlns:a16="http://schemas.microsoft.com/office/drawing/2014/main" id="{7B071F8E-B3D1-077A-5D76-AF21CC27DF61}"/>
                  </a:ext>
                </a:extLst>
              </p:cNvPr>
              <p:cNvSpPr/>
              <p:nvPr/>
            </p:nvSpPr>
            <p:spPr>
              <a:xfrm>
                <a:off x="2237581" y="1494955"/>
                <a:ext cx="44326" cy="41854"/>
              </a:xfrm>
              <a:custGeom>
                <a:avLst/>
                <a:gdLst>
                  <a:gd name="csX0" fmla="*/ 0 w 44326"/>
                  <a:gd name="csY0" fmla="*/ 29567 h 41854"/>
                  <a:gd name="csX1" fmla="*/ 44326 w 44326"/>
                  <a:gd name="csY1" fmla="*/ 41855 h 41854"/>
                  <a:gd name="csX2" fmla="*/ 25241 w 44326"/>
                  <a:gd name="csY2" fmla="*/ 0 h 41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4326" h="41854">
                    <a:moveTo>
                      <a:pt x="0" y="29567"/>
                    </a:moveTo>
                    <a:lnTo>
                      <a:pt x="44326" y="41855"/>
                    </a:lnTo>
                    <a:lnTo>
                      <a:pt x="25241" y="0"/>
                    </a:lnTo>
                  </a:path>
                </a:pathLst>
              </a:custGeom>
              <a:noFill/>
              <a:ln w="1407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4" name="Freeform 3733">
                <a:extLst>
                  <a:ext uri="{FF2B5EF4-FFF2-40B4-BE49-F238E27FC236}">
                    <a16:creationId xmlns:a16="http://schemas.microsoft.com/office/drawing/2014/main" id="{401386BF-AD26-20D7-47E9-5915E8A76909}"/>
                  </a:ext>
                </a:extLst>
              </p:cNvPr>
              <p:cNvSpPr/>
              <p:nvPr/>
            </p:nvSpPr>
            <p:spPr>
              <a:xfrm>
                <a:off x="2018611" y="1420087"/>
                <a:ext cx="41165" cy="544086"/>
              </a:xfrm>
              <a:custGeom>
                <a:avLst/>
                <a:gdLst>
                  <a:gd name="csX0" fmla="*/ 41165 w 41165"/>
                  <a:gd name="csY0" fmla="*/ 0 h 544086"/>
                  <a:gd name="csX1" fmla="*/ 0 w 41165"/>
                  <a:gd name="csY1" fmla="*/ 544087 h 5440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1165" h="544086">
                    <a:moveTo>
                      <a:pt x="41165" y="0"/>
                    </a:moveTo>
                    <a:lnTo>
                      <a:pt x="0" y="544087"/>
                    </a:lnTo>
                  </a:path>
                </a:pathLst>
              </a:custGeom>
              <a:noFill/>
              <a:ln w="11187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5" name="Freeform 3734">
                <a:extLst>
                  <a:ext uri="{FF2B5EF4-FFF2-40B4-BE49-F238E27FC236}">
                    <a16:creationId xmlns:a16="http://schemas.microsoft.com/office/drawing/2014/main" id="{B134D1C7-4A7B-F589-1FE7-34AC8811DBB7}"/>
                  </a:ext>
                </a:extLst>
              </p:cNvPr>
              <p:cNvSpPr/>
              <p:nvPr/>
            </p:nvSpPr>
            <p:spPr>
              <a:xfrm>
                <a:off x="2002377" y="1921155"/>
                <a:ext cx="38764" cy="43019"/>
              </a:xfrm>
              <a:custGeom>
                <a:avLst/>
                <a:gdLst>
                  <a:gd name="csX0" fmla="*/ 0 w 38764"/>
                  <a:gd name="csY0" fmla="*/ 0 h 43019"/>
                  <a:gd name="csX1" fmla="*/ 16233 w 38764"/>
                  <a:gd name="csY1" fmla="*/ 43019 h 43019"/>
                  <a:gd name="csX2" fmla="*/ 38765 w 38764"/>
                  <a:gd name="csY2" fmla="*/ 2923 h 43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764" h="43019">
                    <a:moveTo>
                      <a:pt x="0" y="0"/>
                    </a:moveTo>
                    <a:lnTo>
                      <a:pt x="16233" y="43019"/>
                    </a:lnTo>
                    <a:lnTo>
                      <a:pt x="38765" y="2923"/>
                    </a:lnTo>
                  </a:path>
                </a:pathLst>
              </a:custGeom>
              <a:noFill/>
              <a:ln w="11187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6" name="Freeform 3735">
                <a:extLst>
                  <a:ext uri="{FF2B5EF4-FFF2-40B4-BE49-F238E27FC236}">
                    <a16:creationId xmlns:a16="http://schemas.microsoft.com/office/drawing/2014/main" id="{C8DC3A9B-374A-F0B0-3B76-8B973447CF1C}"/>
                  </a:ext>
                </a:extLst>
              </p:cNvPr>
              <p:cNvSpPr/>
              <p:nvPr/>
            </p:nvSpPr>
            <p:spPr>
              <a:xfrm>
                <a:off x="2122475" y="788132"/>
                <a:ext cx="415147" cy="494840"/>
              </a:xfrm>
              <a:custGeom>
                <a:avLst/>
                <a:gdLst>
                  <a:gd name="csX0" fmla="*/ 0 w 415147"/>
                  <a:gd name="csY0" fmla="*/ 494841 h 494840"/>
                  <a:gd name="csX1" fmla="*/ 415148 w 415147"/>
                  <a:gd name="csY1" fmla="*/ 0 h 4948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15147" h="494840">
                    <a:moveTo>
                      <a:pt x="0" y="494841"/>
                    </a:moveTo>
                    <a:lnTo>
                      <a:pt x="415148" y="0"/>
                    </a:lnTo>
                  </a:path>
                </a:pathLst>
              </a:custGeom>
              <a:noFill/>
              <a:ln w="158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7" name="Freeform 3736">
                <a:extLst>
                  <a:ext uri="{FF2B5EF4-FFF2-40B4-BE49-F238E27FC236}">
                    <a16:creationId xmlns:a16="http://schemas.microsoft.com/office/drawing/2014/main" id="{CFC41A7F-3F50-855A-31A5-34985270221F}"/>
                  </a:ext>
                </a:extLst>
              </p:cNvPr>
              <p:cNvSpPr/>
              <p:nvPr/>
            </p:nvSpPr>
            <p:spPr>
              <a:xfrm>
                <a:off x="2495935" y="788132"/>
                <a:ext cx="41688" cy="44421"/>
              </a:xfrm>
              <a:custGeom>
                <a:avLst/>
                <a:gdLst>
                  <a:gd name="csX0" fmla="*/ 29781 w 41688"/>
                  <a:gd name="csY0" fmla="*/ 44422 h 44421"/>
                  <a:gd name="csX1" fmla="*/ 41688 w 41688"/>
                  <a:gd name="csY1" fmla="*/ 0 h 44421"/>
                  <a:gd name="csX2" fmla="*/ 0 w 41688"/>
                  <a:gd name="csY2" fmla="*/ 19442 h 444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1688" h="44421">
                    <a:moveTo>
                      <a:pt x="29781" y="44422"/>
                    </a:moveTo>
                    <a:lnTo>
                      <a:pt x="41688" y="0"/>
                    </a:lnTo>
                    <a:lnTo>
                      <a:pt x="0" y="19442"/>
                    </a:lnTo>
                  </a:path>
                </a:pathLst>
              </a:custGeom>
              <a:noFill/>
              <a:ln w="158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8" name="Freeform 3737">
                <a:extLst>
                  <a:ext uri="{FF2B5EF4-FFF2-40B4-BE49-F238E27FC236}">
                    <a16:creationId xmlns:a16="http://schemas.microsoft.com/office/drawing/2014/main" id="{605E7F94-38E9-A1E0-A5B0-7499E24BC513}"/>
                  </a:ext>
                </a:extLst>
              </p:cNvPr>
              <p:cNvSpPr/>
              <p:nvPr/>
            </p:nvSpPr>
            <p:spPr>
              <a:xfrm>
                <a:off x="1598329" y="1362166"/>
                <a:ext cx="343227" cy="29566"/>
              </a:xfrm>
              <a:custGeom>
                <a:avLst/>
                <a:gdLst>
                  <a:gd name="csX0" fmla="*/ 343227 w 343227"/>
                  <a:gd name="csY0" fmla="*/ 0 h 29566"/>
                  <a:gd name="csX1" fmla="*/ 0 w 343227"/>
                  <a:gd name="csY1" fmla="*/ 29567 h 295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3227" h="29566">
                    <a:moveTo>
                      <a:pt x="343227" y="0"/>
                    </a:moveTo>
                    <a:lnTo>
                      <a:pt x="0" y="29567"/>
                    </a:lnTo>
                  </a:path>
                </a:pathLst>
              </a:custGeom>
              <a:noFill/>
              <a:ln w="13559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1" name="Freeform 3740">
                <a:extLst>
                  <a:ext uri="{FF2B5EF4-FFF2-40B4-BE49-F238E27FC236}">
                    <a16:creationId xmlns:a16="http://schemas.microsoft.com/office/drawing/2014/main" id="{3899E5CC-BE27-A1CC-C967-8BCD642AE5D2}"/>
                  </a:ext>
                </a:extLst>
              </p:cNvPr>
              <p:cNvSpPr/>
              <p:nvPr/>
            </p:nvSpPr>
            <p:spPr>
              <a:xfrm>
                <a:off x="1598329" y="1368773"/>
                <a:ext cx="43209" cy="38741"/>
              </a:xfrm>
              <a:custGeom>
                <a:avLst/>
                <a:gdLst>
                  <a:gd name="csX0" fmla="*/ 39858 w 43209"/>
                  <a:gd name="csY0" fmla="*/ 0 h 38741"/>
                  <a:gd name="csX1" fmla="*/ 0 w 43209"/>
                  <a:gd name="csY1" fmla="*/ 22959 h 38741"/>
                  <a:gd name="csX2" fmla="*/ 43209 w 43209"/>
                  <a:gd name="csY2" fmla="*/ 38741 h 387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3209" h="38741">
                    <a:moveTo>
                      <a:pt x="39858" y="0"/>
                    </a:moveTo>
                    <a:lnTo>
                      <a:pt x="0" y="22959"/>
                    </a:lnTo>
                    <a:lnTo>
                      <a:pt x="43209" y="38741"/>
                    </a:lnTo>
                  </a:path>
                </a:pathLst>
              </a:custGeom>
              <a:noFill/>
              <a:ln w="13559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2" name="Freeform 3741">
                <a:extLst>
                  <a:ext uri="{FF2B5EF4-FFF2-40B4-BE49-F238E27FC236}">
                    <a16:creationId xmlns:a16="http://schemas.microsoft.com/office/drawing/2014/main" id="{C33FCEA1-7818-EDAF-92BD-A734D63999C1}"/>
                  </a:ext>
                </a:extLst>
              </p:cNvPr>
              <p:cNvSpPr/>
              <p:nvPr/>
            </p:nvSpPr>
            <p:spPr>
              <a:xfrm>
                <a:off x="2091672" y="953221"/>
                <a:ext cx="128439" cy="329751"/>
              </a:xfrm>
              <a:custGeom>
                <a:avLst/>
                <a:gdLst>
                  <a:gd name="csX0" fmla="*/ 0 w 128439"/>
                  <a:gd name="csY0" fmla="*/ 329751 h 329751"/>
                  <a:gd name="csX1" fmla="*/ 128440 w 128439"/>
                  <a:gd name="csY1" fmla="*/ 0 h 3297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8439" h="329751">
                    <a:moveTo>
                      <a:pt x="0" y="329751"/>
                    </a:moveTo>
                    <a:lnTo>
                      <a:pt x="128440" y="0"/>
                    </a:lnTo>
                  </a:path>
                </a:pathLst>
              </a:custGeom>
              <a:noFill/>
              <a:ln w="1693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3" name="Freeform 3742">
                <a:extLst>
                  <a:ext uri="{FF2B5EF4-FFF2-40B4-BE49-F238E27FC236}">
                    <a16:creationId xmlns:a16="http://schemas.microsoft.com/office/drawing/2014/main" id="{3D6E20D9-6E7F-2E62-1868-B803F72EC7D4}"/>
                  </a:ext>
                </a:extLst>
              </p:cNvPr>
              <p:cNvSpPr/>
              <p:nvPr/>
            </p:nvSpPr>
            <p:spPr>
              <a:xfrm>
                <a:off x="2186861" y="953221"/>
                <a:ext cx="36221" cy="45895"/>
              </a:xfrm>
              <a:custGeom>
                <a:avLst/>
                <a:gdLst>
                  <a:gd name="csX0" fmla="*/ 36222 w 36221"/>
                  <a:gd name="csY0" fmla="*/ 45895 h 45895"/>
                  <a:gd name="csX1" fmla="*/ 33251 w 36221"/>
                  <a:gd name="csY1" fmla="*/ 0 h 45895"/>
                  <a:gd name="csX2" fmla="*/ 0 w 36221"/>
                  <a:gd name="csY2" fmla="*/ 31777 h 458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6221" h="45895">
                    <a:moveTo>
                      <a:pt x="36222" y="45895"/>
                    </a:moveTo>
                    <a:lnTo>
                      <a:pt x="33251" y="0"/>
                    </a:lnTo>
                    <a:lnTo>
                      <a:pt x="0" y="31777"/>
                    </a:lnTo>
                  </a:path>
                </a:pathLst>
              </a:custGeom>
              <a:noFill/>
              <a:ln w="1693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4" name="Freeform 3743">
                <a:extLst>
                  <a:ext uri="{FF2B5EF4-FFF2-40B4-BE49-F238E27FC236}">
                    <a16:creationId xmlns:a16="http://schemas.microsoft.com/office/drawing/2014/main" id="{E22D1F85-22C0-B3DF-9C5E-AC523B8514C9}"/>
                  </a:ext>
                </a:extLst>
              </p:cNvPr>
              <p:cNvSpPr/>
              <p:nvPr/>
            </p:nvSpPr>
            <p:spPr>
              <a:xfrm>
                <a:off x="1756359" y="2133637"/>
                <a:ext cx="160502" cy="120667"/>
              </a:xfrm>
              <a:custGeom>
                <a:avLst/>
                <a:gdLst>
                  <a:gd name="csX0" fmla="*/ 0 w 160502"/>
                  <a:gd name="csY0" fmla="*/ 120668 h 120667"/>
                  <a:gd name="csX1" fmla="*/ 160502 w 160502"/>
                  <a:gd name="csY1" fmla="*/ 0 h 1206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60502" h="120667">
                    <a:moveTo>
                      <a:pt x="0" y="120668"/>
                    </a:moveTo>
                    <a:lnTo>
                      <a:pt x="160502" y="0"/>
                    </a:lnTo>
                  </a:path>
                </a:pathLst>
              </a:custGeom>
              <a:noFill/>
              <a:ln w="10332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5" name="Freeform 3744">
                <a:extLst>
                  <a:ext uri="{FF2B5EF4-FFF2-40B4-BE49-F238E27FC236}">
                    <a16:creationId xmlns:a16="http://schemas.microsoft.com/office/drawing/2014/main" id="{A5DC3CBF-8945-0A9F-8BFC-091CD5EDCC9F}"/>
                  </a:ext>
                </a:extLst>
              </p:cNvPr>
              <p:cNvSpPr/>
              <p:nvPr/>
            </p:nvSpPr>
            <p:spPr>
              <a:xfrm>
                <a:off x="1871870" y="2133637"/>
                <a:ext cx="44991" cy="40571"/>
              </a:xfrm>
              <a:custGeom>
                <a:avLst/>
                <a:gdLst>
                  <a:gd name="csX0" fmla="*/ 23364 w 44991"/>
                  <a:gd name="csY0" fmla="*/ 40571 h 40571"/>
                  <a:gd name="csX1" fmla="*/ 44992 w 44991"/>
                  <a:gd name="csY1" fmla="*/ 0 h 40571"/>
                  <a:gd name="csX2" fmla="*/ 0 w 44991"/>
                  <a:gd name="csY2" fmla="*/ 9507 h 405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4991" h="40571">
                    <a:moveTo>
                      <a:pt x="23364" y="40571"/>
                    </a:moveTo>
                    <a:lnTo>
                      <a:pt x="44992" y="0"/>
                    </a:lnTo>
                    <a:lnTo>
                      <a:pt x="0" y="9507"/>
                    </a:lnTo>
                  </a:path>
                </a:pathLst>
              </a:custGeom>
              <a:noFill/>
              <a:ln w="10332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6" name="Freeform 3745">
                <a:extLst>
                  <a:ext uri="{FF2B5EF4-FFF2-40B4-BE49-F238E27FC236}">
                    <a16:creationId xmlns:a16="http://schemas.microsoft.com/office/drawing/2014/main" id="{4EEE4D85-451B-8C16-D787-DBEEB92F68BA}"/>
                  </a:ext>
                </a:extLst>
              </p:cNvPr>
              <p:cNvSpPr/>
              <p:nvPr/>
            </p:nvSpPr>
            <p:spPr>
              <a:xfrm>
                <a:off x="1693399" y="1468264"/>
                <a:ext cx="323524" cy="786040"/>
              </a:xfrm>
              <a:custGeom>
                <a:avLst/>
                <a:gdLst>
                  <a:gd name="csX0" fmla="*/ 0 w 323524"/>
                  <a:gd name="csY0" fmla="*/ 786041 h 786040"/>
                  <a:gd name="csX1" fmla="*/ 323524 w 323524"/>
                  <a:gd name="csY1" fmla="*/ 0 h 7860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23524" h="786040">
                    <a:moveTo>
                      <a:pt x="0" y="786041"/>
                    </a:moveTo>
                    <a:lnTo>
                      <a:pt x="323524" y="0"/>
                    </a:lnTo>
                  </a:path>
                </a:pathLst>
              </a:custGeom>
              <a:noFill/>
              <a:ln w="10752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7" name="Freeform 3746">
                <a:extLst>
                  <a:ext uri="{FF2B5EF4-FFF2-40B4-BE49-F238E27FC236}">
                    <a16:creationId xmlns:a16="http://schemas.microsoft.com/office/drawing/2014/main" id="{F8E091CF-E828-0384-9DAE-1486167FA2B5}"/>
                  </a:ext>
                </a:extLst>
              </p:cNvPr>
              <p:cNvSpPr/>
              <p:nvPr/>
            </p:nvSpPr>
            <p:spPr>
              <a:xfrm>
                <a:off x="1983078" y="1468264"/>
                <a:ext cx="35960" cy="45942"/>
              </a:xfrm>
              <a:custGeom>
                <a:avLst/>
                <a:gdLst>
                  <a:gd name="csX0" fmla="*/ 35960 w 35960"/>
                  <a:gd name="csY0" fmla="*/ 45943 h 45942"/>
                  <a:gd name="csX1" fmla="*/ 33845 w 35960"/>
                  <a:gd name="csY1" fmla="*/ 0 h 45942"/>
                  <a:gd name="csX2" fmla="*/ 0 w 35960"/>
                  <a:gd name="csY2" fmla="*/ 31159 h 459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5960" h="45942">
                    <a:moveTo>
                      <a:pt x="35960" y="45943"/>
                    </a:moveTo>
                    <a:lnTo>
                      <a:pt x="33845" y="0"/>
                    </a:lnTo>
                    <a:lnTo>
                      <a:pt x="0" y="31159"/>
                    </a:lnTo>
                  </a:path>
                </a:pathLst>
              </a:custGeom>
              <a:noFill/>
              <a:ln w="10752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8" name="Freeform 3747">
                <a:extLst>
                  <a:ext uri="{FF2B5EF4-FFF2-40B4-BE49-F238E27FC236}">
                    <a16:creationId xmlns:a16="http://schemas.microsoft.com/office/drawing/2014/main" id="{84BDF14C-005C-03B2-6172-E04A3245325B}"/>
                  </a:ext>
                </a:extLst>
              </p:cNvPr>
              <p:cNvSpPr/>
              <p:nvPr/>
            </p:nvSpPr>
            <p:spPr>
              <a:xfrm>
                <a:off x="1397826" y="2391420"/>
                <a:ext cx="225815" cy="372627"/>
              </a:xfrm>
              <a:custGeom>
                <a:avLst/>
                <a:gdLst>
                  <a:gd name="csX0" fmla="*/ 225816 w 225815"/>
                  <a:gd name="csY0" fmla="*/ 0 h 372627"/>
                  <a:gd name="csX1" fmla="*/ 0 w 225815"/>
                  <a:gd name="csY1" fmla="*/ 372628 h 3726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5815" h="372627">
                    <a:moveTo>
                      <a:pt x="225816" y="0"/>
                    </a:moveTo>
                    <a:lnTo>
                      <a:pt x="0" y="372628"/>
                    </a:lnTo>
                  </a:path>
                </a:pathLst>
              </a:custGeom>
              <a:noFill/>
              <a:ln w="1055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49" name="Freeform 3748">
                <a:extLst>
                  <a:ext uri="{FF2B5EF4-FFF2-40B4-BE49-F238E27FC236}">
                    <a16:creationId xmlns:a16="http://schemas.microsoft.com/office/drawing/2014/main" id="{C435AA0E-45CD-0496-36C7-9F871C5087ED}"/>
                  </a:ext>
                </a:extLst>
              </p:cNvPr>
              <p:cNvSpPr/>
              <p:nvPr/>
            </p:nvSpPr>
            <p:spPr>
              <a:xfrm>
                <a:off x="1397826" y="2718319"/>
                <a:ext cx="38218" cy="45728"/>
              </a:xfrm>
              <a:custGeom>
                <a:avLst/>
                <a:gdLst>
                  <a:gd name="csX0" fmla="*/ 4967 w 38218"/>
                  <a:gd name="csY0" fmla="*/ 0 h 45728"/>
                  <a:gd name="csX1" fmla="*/ 0 w 38218"/>
                  <a:gd name="csY1" fmla="*/ 45729 h 45728"/>
                  <a:gd name="csX2" fmla="*/ 38218 w 38218"/>
                  <a:gd name="csY2" fmla="*/ 20155 h 457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218" h="45728">
                    <a:moveTo>
                      <a:pt x="4967" y="0"/>
                    </a:moveTo>
                    <a:lnTo>
                      <a:pt x="0" y="45729"/>
                    </a:lnTo>
                    <a:lnTo>
                      <a:pt x="38218" y="20155"/>
                    </a:lnTo>
                  </a:path>
                </a:pathLst>
              </a:custGeom>
              <a:noFill/>
              <a:ln w="1055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2" name="Freeform 3751">
                <a:extLst>
                  <a:ext uri="{FF2B5EF4-FFF2-40B4-BE49-F238E27FC236}">
                    <a16:creationId xmlns:a16="http://schemas.microsoft.com/office/drawing/2014/main" id="{0148593D-F2C4-F4E8-3C8D-746A4E3B7E9E}"/>
                  </a:ext>
                </a:extLst>
              </p:cNvPr>
              <p:cNvSpPr/>
              <p:nvPr/>
            </p:nvSpPr>
            <p:spPr>
              <a:xfrm>
                <a:off x="2412130" y="1411412"/>
                <a:ext cx="48984" cy="107096"/>
              </a:xfrm>
              <a:custGeom>
                <a:avLst/>
                <a:gdLst>
                  <a:gd name="csX0" fmla="*/ 48985 w 48984"/>
                  <a:gd name="csY0" fmla="*/ 0 h 107096"/>
                  <a:gd name="csX1" fmla="*/ 0 w 48984"/>
                  <a:gd name="csY1" fmla="*/ 107097 h 107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8984" h="107096">
                    <a:moveTo>
                      <a:pt x="48985" y="0"/>
                    </a:moveTo>
                    <a:lnTo>
                      <a:pt x="0" y="107097"/>
                    </a:lnTo>
                  </a:path>
                </a:pathLst>
              </a:custGeom>
              <a:noFill/>
              <a:ln w="13091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3" name="Freeform 3752">
                <a:extLst>
                  <a:ext uri="{FF2B5EF4-FFF2-40B4-BE49-F238E27FC236}">
                    <a16:creationId xmlns:a16="http://schemas.microsoft.com/office/drawing/2014/main" id="{5281A862-2B6A-B4A6-D907-52BDEAB80EEC}"/>
                  </a:ext>
                </a:extLst>
              </p:cNvPr>
              <p:cNvSpPr/>
              <p:nvPr/>
            </p:nvSpPr>
            <p:spPr>
              <a:xfrm>
                <a:off x="2411797" y="1472519"/>
                <a:ext cx="35342" cy="45990"/>
              </a:xfrm>
              <a:custGeom>
                <a:avLst/>
                <a:gdLst>
                  <a:gd name="csX0" fmla="*/ 0 w 35342"/>
                  <a:gd name="csY0" fmla="*/ 0 h 45990"/>
                  <a:gd name="csX1" fmla="*/ 333 w 35342"/>
                  <a:gd name="csY1" fmla="*/ 45990 h 45990"/>
                  <a:gd name="csX2" fmla="*/ 35342 w 35342"/>
                  <a:gd name="csY2" fmla="*/ 16162 h 45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5342" h="45990">
                    <a:moveTo>
                      <a:pt x="0" y="0"/>
                    </a:moveTo>
                    <a:lnTo>
                      <a:pt x="333" y="45990"/>
                    </a:lnTo>
                    <a:lnTo>
                      <a:pt x="35342" y="16162"/>
                    </a:lnTo>
                  </a:path>
                </a:pathLst>
              </a:custGeom>
              <a:noFill/>
              <a:ln w="13091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4" name="Freeform 3753">
                <a:extLst>
                  <a:ext uri="{FF2B5EF4-FFF2-40B4-BE49-F238E27FC236}">
                    <a16:creationId xmlns:a16="http://schemas.microsoft.com/office/drawing/2014/main" id="{B4DBEA2B-AC8C-0762-268F-FFB022C0B87C}"/>
                  </a:ext>
                </a:extLst>
              </p:cNvPr>
              <p:cNvSpPr/>
              <p:nvPr/>
            </p:nvSpPr>
            <p:spPr>
              <a:xfrm>
                <a:off x="2615866" y="1105167"/>
                <a:ext cx="344653" cy="175024"/>
              </a:xfrm>
              <a:custGeom>
                <a:avLst/>
                <a:gdLst>
                  <a:gd name="csX0" fmla="*/ 0 w 344653"/>
                  <a:gd name="csY0" fmla="*/ 175024 h 175024"/>
                  <a:gd name="csX1" fmla="*/ 344653 w 344653"/>
                  <a:gd name="csY1" fmla="*/ 0 h 1750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44653" h="175024">
                    <a:moveTo>
                      <a:pt x="0" y="175024"/>
                    </a:moveTo>
                    <a:lnTo>
                      <a:pt x="344653" y="0"/>
                    </a:lnTo>
                  </a:path>
                </a:pathLst>
              </a:custGeom>
              <a:noFill/>
              <a:ln w="909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5" name="Freeform 3754">
                <a:extLst>
                  <a:ext uri="{FF2B5EF4-FFF2-40B4-BE49-F238E27FC236}">
                    <a16:creationId xmlns:a16="http://schemas.microsoft.com/office/drawing/2014/main" id="{86BD3949-1178-7028-EDB4-1718CF41A1D3}"/>
                  </a:ext>
                </a:extLst>
              </p:cNvPr>
              <p:cNvSpPr/>
              <p:nvPr/>
            </p:nvSpPr>
            <p:spPr>
              <a:xfrm>
                <a:off x="2914553" y="1105167"/>
                <a:ext cx="45966" cy="36197"/>
              </a:xfrm>
              <a:custGeom>
                <a:avLst/>
                <a:gdLst>
                  <a:gd name="csX0" fmla="*/ 17612 w 45966"/>
                  <a:gd name="csY0" fmla="*/ 36198 h 36197"/>
                  <a:gd name="csX1" fmla="*/ 45966 w 45966"/>
                  <a:gd name="csY1" fmla="*/ 0 h 36197"/>
                  <a:gd name="csX2" fmla="*/ 0 w 45966"/>
                  <a:gd name="csY2" fmla="*/ 1545 h 361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966" h="36197">
                    <a:moveTo>
                      <a:pt x="17612" y="36198"/>
                    </a:moveTo>
                    <a:lnTo>
                      <a:pt x="45966" y="0"/>
                    </a:lnTo>
                    <a:lnTo>
                      <a:pt x="0" y="1545"/>
                    </a:lnTo>
                  </a:path>
                </a:pathLst>
              </a:custGeom>
              <a:noFill/>
              <a:ln w="909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6" name="Freeform 3755">
                <a:extLst>
                  <a:ext uri="{FF2B5EF4-FFF2-40B4-BE49-F238E27FC236}">
                    <a16:creationId xmlns:a16="http://schemas.microsoft.com/office/drawing/2014/main" id="{3C42AAC1-6360-6D5C-590C-814B3E28AB39}"/>
                  </a:ext>
                </a:extLst>
              </p:cNvPr>
              <p:cNvSpPr/>
              <p:nvPr/>
            </p:nvSpPr>
            <p:spPr>
              <a:xfrm>
                <a:off x="2240457" y="1345362"/>
                <a:ext cx="128630" cy="2614"/>
              </a:xfrm>
              <a:custGeom>
                <a:avLst/>
                <a:gdLst>
                  <a:gd name="csX0" fmla="*/ 128630 w 128630"/>
                  <a:gd name="csY0" fmla="*/ 0 h 2614"/>
                  <a:gd name="csX1" fmla="*/ 0 w 128630"/>
                  <a:gd name="csY1" fmla="*/ 2614 h 2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8630" h="2614">
                    <a:moveTo>
                      <a:pt x="128630" y="0"/>
                    </a:moveTo>
                    <a:lnTo>
                      <a:pt x="0" y="2614"/>
                    </a:lnTo>
                  </a:path>
                </a:pathLst>
              </a:custGeom>
              <a:noFill/>
              <a:ln w="871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7" name="Freeform 3756">
                <a:extLst>
                  <a:ext uri="{FF2B5EF4-FFF2-40B4-BE49-F238E27FC236}">
                    <a16:creationId xmlns:a16="http://schemas.microsoft.com/office/drawing/2014/main" id="{27D2E266-76A8-6B86-E981-798BBEE265E5}"/>
                  </a:ext>
                </a:extLst>
              </p:cNvPr>
              <p:cNvSpPr/>
              <p:nvPr/>
            </p:nvSpPr>
            <p:spPr>
              <a:xfrm>
                <a:off x="2240457" y="1327703"/>
                <a:ext cx="42068" cy="38859"/>
              </a:xfrm>
              <a:custGeom>
                <a:avLst/>
                <a:gdLst>
                  <a:gd name="csX0" fmla="*/ 41284 w 42068"/>
                  <a:gd name="csY0" fmla="*/ 0 h 38859"/>
                  <a:gd name="csX1" fmla="*/ 0 w 42068"/>
                  <a:gd name="csY1" fmla="*/ 20274 h 38859"/>
                  <a:gd name="csX2" fmla="*/ 42069 w 42068"/>
                  <a:gd name="csY2" fmla="*/ 38860 h 388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2068" h="38859">
                    <a:moveTo>
                      <a:pt x="41284" y="0"/>
                    </a:moveTo>
                    <a:lnTo>
                      <a:pt x="0" y="20274"/>
                    </a:lnTo>
                    <a:lnTo>
                      <a:pt x="42069" y="38860"/>
                    </a:lnTo>
                  </a:path>
                </a:pathLst>
              </a:custGeom>
              <a:noFill/>
              <a:ln w="871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8" name="Freeform 3757">
                <a:extLst>
                  <a:ext uri="{FF2B5EF4-FFF2-40B4-BE49-F238E27FC236}">
                    <a16:creationId xmlns:a16="http://schemas.microsoft.com/office/drawing/2014/main" id="{D6E47683-A95A-020C-4713-53A2D3CB8238}"/>
                  </a:ext>
                </a:extLst>
              </p:cNvPr>
              <p:cNvSpPr/>
              <p:nvPr/>
            </p:nvSpPr>
            <p:spPr>
              <a:xfrm>
                <a:off x="2634167" y="772683"/>
                <a:ext cx="351902" cy="226053"/>
              </a:xfrm>
              <a:custGeom>
                <a:avLst/>
                <a:gdLst>
                  <a:gd name="csX0" fmla="*/ 351902 w 351902"/>
                  <a:gd name="csY0" fmla="*/ 0 h 226053"/>
                  <a:gd name="csX1" fmla="*/ 0 w 351902"/>
                  <a:gd name="csY1" fmla="*/ 226053 h 2260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1902" h="226053">
                    <a:moveTo>
                      <a:pt x="351902" y="0"/>
                    </a:moveTo>
                    <a:lnTo>
                      <a:pt x="0" y="226053"/>
                    </a:lnTo>
                  </a:path>
                </a:pathLst>
              </a:custGeom>
              <a:noFill/>
              <a:ln w="979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59" name="Freeform 3758">
                <a:extLst>
                  <a:ext uri="{FF2B5EF4-FFF2-40B4-BE49-F238E27FC236}">
                    <a16:creationId xmlns:a16="http://schemas.microsoft.com/office/drawing/2014/main" id="{FB52748C-9802-66CF-3B6F-D1B1132E6AF7}"/>
                  </a:ext>
                </a:extLst>
              </p:cNvPr>
              <p:cNvSpPr/>
              <p:nvPr/>
            </p:nvSpPr>
            <p:spPr>
              <a:xfrm>
                <a:off x="2634167" y="959852"/>
                <a:ext cx="45586" cy="38883"/>
              </a:xfrm>
              <a:custGeom>
                <a:avLst/>
                <a:gdLst>
                  <a:gd name="csX0" fmla="*/ 24576 w 45586"/>
                  <a:gd name="csY0" fmla="*/ 0 h 38883"/>
                  <a:gd name="csX1" fmla="*/ 0 w 45586"/>
                  <a:gd name="csY1" fmla="*/ 38884 h 38883"/>
                  <a:gd name="csX2" fmla="*/ 45586 w 45586"/>
                  <a:gd name="csY2" fmla="*/ 32728 h 388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586" h="38883">
                    <a:moveTo>
                      <a:pt x="24576" y="0"/>
                    </a:moveTo>
                    <a:lnTo>
                      <a:pt x="0" y="38884"/>
                    </a:lnTo>
                    <a:lnTo>
                      <a:pt x="45586" y="32728"/>
                    </a:lnTo>
                  </a:path>
                </a:pathLst>
              </a:custGeom>
              <a:noFill/>
              <a:ln w="9796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0" name="Freeform 3759">
                <a:extLst>
                  <a:ext uri="{FF2B5EF4-FFF2-40B4-BE49-F238E27FC236}">
                    <a16:creationId xmlns:a16="http://schemas.microsoft.com/office/drawing/2014/main" id="{28485F85-C522-62FF-3828-504DFD9E8D29}"/>
                  </a:ext>
                </a:extLst>
              </p:cNvPr>
              <p:cNvSpPr/>
              <p:nvPr/>
            </p:nvSpPr>
            <p:spPr>
              <a:xfrm>
                <a:off x="3079095" y="772683"/>
                <a:ext cx="9863" cy="176426"/>
              </a:xfrm>
              <a:custGeom>
                <a:avLst/>
                <a:gdLst>
                  <a:gd name="csX0" fmla="*/ 9864 w 9863"/>
                  <a:gd name="csY0" fmla="*/ 0 h 176426"/>
                  <a:gd name="csX1" fmla="*/ 0 w 9863"/>
                  <a:gd name="csY1" fmla="*/ 176427 h 1764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863" h="176426">
                    <a:moveTo>
                      <a:pt x="9864" y="0"/>
                    </a:moveTo>
                    <a:lnTo>
                      <a:pt x="0" y="176427"/>
                    </a:lnTo>
                  </a:path>
                </a:pathLst>
              </a:custGeom>
              <a:noFill/>
              <a:ln w="100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1" name="Freeform 3760">
                <a:extLst>
                  <a:ext uri="{FF2B5EF4-FFF2-40B4-BE49-F238E27FC236}">
                    <a16:creationId xmlns:a16="http://schemas.microsoft.com/office/drawing/2014/main" id="{DB29B807-74A9-CF22-0A90-C58A3148A72E}"/>
                  </a:ext>
                </a:extLst>
              </p:cNvPr>
              <p:cNvSpPr/>
              <p:nvPr/>
            </p:nvSpPr>
            <p:spPr>
              <a:xfrm>
                <a:off x="3062007" y="906399"/>
                <a:ext cx="38812" cy="42710"/>
              </a:xfrm>
              <a:custGeom>
                <a:avLst/>
                <a:gdLst>
                  <a:gd name="csX0" fmla="*/ 0 w 38812"/>
                  <a:gd name="csY0" fmla="*/ 0 h 42710"/>
                  <a:gd name="csX1" fmla="*/ 17089 w 38812"/>
                  <a:gd name="csY1" fmla="*/ 42710 h 42710"/>
                  <a:gd name="csX2" fmla="*/ 38812 w 38812"/>
                  <a:gd name="csY2" fmla="*/ 2187 h 427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812" h="42710">
                    <a:moveTo>
                      <a:pt x="0" y="0"/>
                    </a:moveTo>
                    <a:lnTo>
                      <a:pt x="17089" y="42710"/>
                    </a:lnTo>
                    <a:lnTo>
                      <a:pt x="38812" y="2187"/>
                    </a:lnTo>
                  </a:path>
                </a:pathLst>
              </a:custGeom>
              <a:noFill/>
              <a:ln w="100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2" name="Freeform 3761">
                <a:extLst>
                  <a:ext uri="{FF2B5EF4-FFF2-40B4-BE49-F238E27FC236}">
                    <a16:creationId xmlns:a16="http://schemas.microsoft.com/office/drawing/2014/main" id="{F80EDC57-AC6C-B557-F495-D82FA2D1395F}"/>
                  </a:ext>
                </a:extLst>
              </p:cNvPr>
              <p:cNvSpPr/>
              <p:nvPr/>
            </p:nvSpPr>
            <p:spPr>
              <a:xfrm>
                <a:off x="2753052" y="704232"/>
                <a:ext cx="216332" cy="213"/>
              </a:xfrm>
              <a:custGeom>
                <a:avLst/>
                <a:gdLst>
                  <a:gd name="csX0" fmla="*/ 216332 w 216332"/>
                  <a:gd name="csY0" fmla="*/ 0 h 213"/>
                  <a:gd name="csX1" fmla="*/ 0 w 216332"/>
                  <a:gd name="csY1" fmla="*/ 214 h 2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16332" h="213">
                    <a:moveTo>
                      <a:pt x="216332" y="0"/>
                    </a:moveTo>
                    <a:lnTo>
                      <a:pt x="0" y="214"/>
                    </a:lnTo>
                  </a:path>
                </a:pathLst>
              </a:custGeom>
              <a:noFill/>
              <a:ln w="885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3" name="Freeform 3762">
                <a:extLst>
                  <a:ext uri="{FF2B5EF4-FFF2-40B4-BE49-F238E27FC236}">
                    <a16:creationId xmlns:a16="http://schemas.microsoft.com/office/drawing/2014/main" id="{957D2ECF-D931-BFDB-E77D-73890E1491E0}"/>
                  </a:ext>
                </a:extLst>
              </p:cNvPr>
              <p:cNvSpPr/>
              <p:nvPr/>
            </p:nvSpPr>
            <p:spPr>
              <a:xfrm>
                <a:off x="2753052" y="684957"/>
                <a:ext cx="41712" cy="38883"/>
              </a:xfrm>
              <a:custGeom>
                <a:avLst/>
                <a:gdLst>
                  <a:gd name="csX0" fmla="*/ 41665 w 41712"/>
                  <a:gd name="csY0" fmla="*/ 0 h 38883"/>
                  <a:gd name="csX1" fmla="*/ 0 w 41712"/>
                  <a:gd name="csY1" fmla="*/ 19489 h 38883"/>
                  <a:gd name="csX2" fmla="*/ 41712 w 41712"/>
                  <a:gd name="csY2" fmla="*/ 38884 h 388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1712" h="38883">
                    <a:moveTo>
                      <a:pt x="41665" y="0"/>
                    </a:moveTo>
                    <a:lnTo>
                      <a:pt x="0" y="19489"/>
                    </a:lnTo>
                    <a:lnTo>
                      <a:pt x="41712" y="38884"/>
                    </a:lnTo>
                  </a:path>
                </a:pathLst>
              </a:custGeom>
              <a:noFill/>
              <a:ln w="8858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4" name="Freeform 3763">
                <a:extLst>
                  <a:ext uri="{FF2B5EF4-FFF2-40B4-BE49-F238E27FC236}">
                    <a16:creationId xmlns:a16="http://schemas.microsoft.com/office/drawing/2014/main" id="{6DF5DD03-337E-5C28-2723-BF4EED072056}"/>
                  </a:ext>
                </a:extLst>
              </p:cNvPr>
              <p:cNvSpPr/>
              <p:nvPr/>
            </p:nvSpPr>
            <p:spPr>
              <a:xfrm>
                <a:off x="2010696" y="1021482"/>
                <a:ext cx="377214" cy="31087"/>
              </a:xfrm>
              <a:custGeom>
                <a:avLst/>
                <a:gdLst>
                  <a:gd name="csX0" fmla="*/ 0 w 377214"/>
                  <a:gd name="csY0" fmla="*/ 0 h 31087"/>
                  <a:gd name="csX1" fmla="*/ 377215 w 377214"/>
                  <a:gd name="csY1" fmla="*/ 31088 h 310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77214" h="31087">
                    <a:moveTo>
                      <a:pt x="0" y="0"/>
                    </a:moveTo>
                    <a:lnTo>
                      <a:pt x="377215" y="31088"/>
                    </a:lnTo>
                  </a:path>
                </a:pathLst>
              </a:custGeom>
              <a:noFill/>
              <a:ln w="945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5" name="Freeform 3764">
                <a:extLst>
                  <a:ext uri="{FF2B5EF4-FFF2-40B4-BE49-F238E27FC236}">
                    <a16:creationId xmlns:a16="http://schemas.microsoft.com/office/drawing/2014/main" id="{E45DFB24-DFAF-93DF-CF15-5D3F02584D1A}"/>
                  </a:ext>
                </a:extLst>
              </p:cNvPr>
              <p:cNvSpPr/>
              <p:nvPr/>
            </p:nvSpPr>
            <p:spPr>
              <a:xfrm>
                <a:off x="2344773" y="1029753"/>
                <a:ext cx="43138" cy="38764"/>
              </a:xfrm>
              <a:custGeom>
                <a:avLst/>
                <a:gdLst>
                  <a:gd name="csX0" fmla="*/ 0 w 43138"/>
                  <a:gd name="csY0" fmla="*/ 38765 h 38764"/>
                  <a:gd name="csX1" fmla="*/ 43138 w 43138"/>
                  <a:gd name="csY1" fmla="*/ 22817 h 38764"/>
                  <a:gd name="csX2" fmla="*/ 3185 w 43138"/>
                  <a:gd name="csY2" fmla="*/ 0 h 387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3138" h="38764">
                    <a:moveTo>
                      <a:pt x="0" y="38765"/>
                    </a:moveTo>
                    <a:lnTo>
                      <a:pt x="43138" y="22817"/>
                    </a:lnTo>
                    <a:lnTo>
                      <a:pt x="3185" y="0"/>
                    </a:lnTo>
                  </a:path>
                </a:pathLst>
              </a:custGeom>
              <a:noFill/>
              <a:ln w="945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6" name="Freeform 3765">
                <a:extLst>
                  <a:ext uri="{FF2B5EF4-FFF2-40B4-BE49-F238E27FC236}">
                    <a16:creationId xmlns:a16="http://schemas.microsoft.com/office/drawing/2014/main" id="{D057D9DE-8AAA-4DC6-2F6F-2D1DB7942203}"/>
                  </a:ext>
                </a:extLst>
              </p:cNvPr>
              <p:cNvSpPr/>
              <p:nvPr/>
            </p:nvSpPr>
            <p:spPr>
              <a:xfrm>
                <a:off x="1923089" y="1079878"/>
                <a:ext cx="81950" cy="156913"/>
              </a:xfrm>
              <a:custGeom>
                <a:avLst/>
                <a:gdLst>
                  <a:gd name="csX0" fmla="*/ 0 w 81950"/>
                  <a:gd name="csY0" fmla="*/ 0 h 156913"/>
                  <a:gd name="csX1" fmla="*/ 81951 w 81950"/>
                  <a:gd name="csY1" fmla="*/ 156913 h 156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1950" h="156913">
                    <a:moveTo>
                      <a:pt x="0" y="0"/>
                    </a:moveTo>
                    <a:lnTo>
                      <a:pt x="81951" y="156913"/>
                    </a:lnTo>
                  </a:path>
                </a:pathLst>
              </a:custGeom>
              <a:noFill/>
              <a:ln w="1009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7" name="Freeform 3766">
                <a:extLst>
                  <a:ext uri="{FF2B5EF4-FFF2-40B4-BE49-F238E27FC236}">
                    <a16:creationId xmlns:a16="http://schemas.microsoft.com/office/drawing/2014/main" id="{616FB93B-BB7F-15D6-0CAF-D00451E0745D}"/>
                  </a:ext>
                </a:extLst>
              </p:cNvPr>
              <p:cNvSpPr/>
              <p:nvPr/>
            </p:nvSpPr>
            <p:spPr>
              <a:xfrm>
                <a:off x="1968509" y="1190849"/>
                <a:ext cx="36530" cy="45942"/>
              </a:xfrm>
              <a:custGeom>
                <a:avLst/>
                <a:gdLst>
                  <a:gd name="csX0" fmla="*/ 0 w 36530"/>
                  <a:gd name="csY0" fmla="*/ 17992 h 45942"/>
                  <a:gd name="csX1" fmla="*/ 36531 w 36530"/>
                  <a:gd name="csY1" fmla="*/ 45943 h 45942"/>
                  <a:gd name="csX2" fmla="*/ 34463 w 36530"/>
                  <a:gd name="csY2" fmla="*/ 0 h 459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6530" h="45942">
                    <a:moveTo>
                      <a:pt x="0" y="17992"/>
                    </a:moveTo>
                    <a:lnTo>
                      <a:pt x="36531" y="45943"/>
                    </a:lnTo>
                    <a:lnTo>
                      <a:pt x="34463" y="0"/>
                    </a:lnTo>
                  </a:path>
                </a:pathLst>
              </a:custGeom>
              <a:noFill/>
              <a:ln w="1009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8" name="Freeform 3767">
                <a:extLst>
                  <a:ext uri="{FF2B5EF4-FFF2-40B4-BE49-F238E27FC236}">
                    <a16:creationId xmlns:a16="http://schemas.microsoft.com/office/drawing/2014/main" id="{075EE98F-CE97-6E64-A979-B144CE87A09E}"/>
                  </a:ext>
                </a:extLst>
              </p:cNvPr>
              <p:cNvSpPr/>
              <p:nvPr/>
            </p:nvSpPr>
            <p:spPr>
              <a:xfrm>
                <a:off x="2010696" y="908705"/>
                <a:ext cx="125064" cy="51646"/>
              </a:xfrm>
              <a:custGeom>
                <a:avLst/>
                <a:gdLst>
                  <a:gd name="csX0" fmla="*/ 0 w 125064"/>
                  <a:gd name="csY0" fmla="*/ 51647 h 51646"/>
                  <a:gd name="csX1" fmla="*/ 125065 w 125064"/>
                  <a:gd name="csY1" fmla="*/ 0 h 51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5064" h="51646">
                    <a:moveTo>
                      <a:pt x="0" y="51647"/>
                    </a:moveTo>
                    <a:lnTo>
                      <a:pt x="125065" y="0"/>
                    </a:lnTo>
                  </a:path>
                </a:pathLst>
              </a:custGeom>
              <a:noFill/>
              <a:ln w="1128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69" name="Freeform 3768">
                <a:extLst>
                  <a:ext uri="{FF2B5EF4-FFF2-40B4-BE49-F238E27FC236}">
                    <a16:creationId xmlns:a16="http://schemas.microsoft.com/office/drawing/2014/main" id="{C8CDD83E-CCBC-1361-6FC6-E1B89EBEB7A9}"/>
                  </a:ext>
                </a:extLst>
              </p:cNvPr>
              <p:cNvSpPr/>
              <p:nvPr/>
            </p:nvSpPr>
            <p:spPr>
              <a:xfrm>
                <a:off x="2089818" y="906637"/>
                <a:ext cx="45942" cy="35936"/>
              </a:xfrm>
              <a:custGeom>
                <a:avLst/>
                <a:gdLst>
                  <a:gd name="csX0" fmla="*/ 14831 w 45942"/>
                  <a:gd name="csY0" fmla="*/ 35937 h 35936"/>
                  <a:gd name="csX1" fmla="*/ 45943 w 45942"/>
                  <a:gd name="csY1" fmla="*/ 2068 h 35936"/>
                  <a:gd name="csX2" fmla="*/ 0 w 45942"/>
                  <a:gd name="csY2" fmla="*/ 0 h 359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942" h="35936">
                    <a:moveTo>
                      <a:pt x="14831" y="35937"/>
                    </a:moveTo>
                    <a:lnTo>
                      <a:pt x="45943" y="2068"/>
                    </a:lnTo>
                    <a:lnTo>
                      <a:pt x="0" y="0"/>
                    </a:lnTo>
                  </a:path>
                </a:pathLst>
              </a:custGeom>
              <a:noFill/>
              <a:ln w="1128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0" name="Freeform 3769">
                <a:extLst>
                  <a:ext uri="{FF2B5EF4-FFF2-40B4-BE49-F238E27FC236}">
                    <a16:creationId xmlns:a16="http://schemas.microsoft.com/office/drawing/2014/main" id="{74CFC6A0-6346-13C8-C5C6-1FD3FB3E8C83}"/>
                  </a:ext>
                </a:extLst>
              </p:cNvPr>
              <p:cNvSpPr/>
              <p:nvPr/>
            </p:nvSpPr>
            <p:spPr>
              <a:xfrm>
                <a:off x="2527379" y="2127909"/>
                <a:ext cx="238269" cy="35318"/>
              </a:xfrm>
              <a:custGeom>
                <a:avLst/>
                <a:gdLst>
                  <a:gd name="csX0" fmla="*/ 0 w 238269"/>
                  <a:gd name="csY0" fmla="*/ 0 h 35318"/>
                  <a:gd name="csX1" fmla="*/ 238270 w 238269"/>
                  <a:gd name="csY1" fmla="*/ 35319 h 35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38269" h="35318">
                    <a:moveTo>
                      <a:pt x="0" y="0"/>
                    </a:moveTo>
                    <a:lnTo>
                      <a:pt x="238270" y="35319"/>
                    </a:lnTo>
                  </a:path>
                </a:pathLst>
              </a:custGeom>
              <a:noFill/>
              <a:ln w="1014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1" name="Freeform 3770">
                <a:extLst>
                  <a:ext uri="{FF2B5EF4-FFF2-40B4-BE49-F238E27FC236}">
                    <a16:creationId xmlns:a16="http://schemas.microsoft.com/office/drawing/2014/main" id="{20F4C3A5-D666-EBF8-5E2B-CD150514C8D4}"/>
                  </a:ext>
                </a:extLst>
              </p:cNvPr>
              <p:cNvSpPr/>
              <p:nvPr/>
            </p:nvSpPr>
            <p:spPr>
              <a:xfrm>
                <a:off x="2721560" y="2137868"/>
                <a:ext cx="44088" cy="38479"/>
              </a:xfrm>
              <a:custGeom>
                <a:avLst/>
                <a:gdLst>
                  <a:gd name="csX0" fmla="*/ 0 w 44088"/>
                  <a:gd name="csY0" fmla="*/ 38480 h 38479"/>
                  <a:gd name="csX1" fmla="*/ 44089 w 44088"/>
                  <a:gd name="csY1" fmla="*/ 25360 h 38479"/>
                  <a:gd name="csX2" fmla="*/ 5704 w 44088"/>
                  <a:gd name="csY2" fmla="*/ 0 h 384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4088" h="38479">
                    <a:moveTo>
                      <a:pt x="0" y="38480"/>
                    </a:moveTo>
                    <a:lnTo>
                      <a:pt x="44089" y="25360"/>
                    </a:lnTo>
                    <a:lnTo>
                      <a:pt x="5704" y="0"/>
                    </a:lnTo>
                  </a:path>
                </a:pathLst>
              </a:custGeom>
              <a:noFill/>
              <a:ln w="10140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2" name="Freeform 3771">
                <a:extLst>
                  <a:ext uri="{FF2B5EF4-FFF2-40B4-BE49-F238E27FC236}">
                    <a16:creationId xmlns:a16="http://schemas.microsoft.com/office/drawing/2014/main" id="{AE7991E9-40CF-933B-06EA-76BCD6FBBEB9}"/>
                  </a:ext>
                </a:extLst>
              </p:cNvPr>
              <p:cNvSpPr/>
              <p:nvPr/>
            </p:nvSpPr>
            <p:spPr>
              <a:xfrm>
                <a:off x="2153801" y="2079756"/>
                <a:ext cx="126799" cy="15139"/>
              </a:xfrm>
              <a:custGeom>
                <a:avLst/>
                <a:gdLst>
                  <a:gd name="csX0" fmla="*/ 126800 w 126799"/>
                  <a:gd name="csY0" fmla="*/ 15140 h 15139"/>
                  <a:gd name="csX1" fmla="*/ 0 w 126799"/>
                  <a:gd name="csY1" fmla="*/ 0 h 151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26799" h="15139">
                    <a:moveTo>
                      <a:pt x="126800" y="15140"/>
                    </a:moveTo>
                    <a:lnTo>
                      <a:pt x="0" y="0"/>
                    </a:lnTo>
                  </a:path>
                </a:pathLst>
              </a:custGeom>
              <a:noFill/>
              <a:ln w="862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3" name="Freeform 3772">
                <a:extLst>
                  <a:ext uri="{FF2B5EF4-FFF2-40B4-BE49-F238E27FC236}">
                    <a16:creationId xmlns:a16="http://schemas.microsoft.com/office/drawing/2014/main" id="{D2E143D5-0CC5-3438-2569-60DE98A4633F}"/>
                  </a:ext>
                </a:extLst>
              </p:cNvPr>
              <p:cNvSpPr/>
              <p:nvPr/>
            </p:nvSpPr>
            <p:spPr>
              <a:xfrm>
                <a:off x="2153801" y="2065400"/>
                <a:ext cx="43708" cy="38598"/>
              </a:xfrm>
              <a:custGeom>
                <a:avLst/>
                <a:gdLst>
                  <a:gd name="csX0" fmla="*/ 43709 w 43708"/>
                  <a:gd name="csY0" fmla="*/ 0 h 38598"/>
                  <a:gd name="csX1" fmla="*/ 0 w 43708"/>
                  <a:gd name="csY1" fmla="*/ 14356 h 38598"/>
                  <a:gd name="csX2" fmla="*/ 39098 w 43708"/>
                  <a:gd name="csY2" fmla="*/ 38599 h 385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3708" h="38598">
                    <a:moveTo>
                      <a:pt x="43709" y="0"/>
                    </a:moveTo>
                    <a:lnTo>
                      <a:pt x="0" y="14356"/>
                    </a:lnTo>
                    <a:lnTo>
                      <a:pt x="39098" y="38599"/>
                    </a:lnTo>
                  </a:path>
                </a:pathLst>
              </a:custGeom>
              <a:noFill/>
              <a:ln w="862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6" name="Freeform 3775">
                <a:extLst>
                  <a:ext uri="{FF2B5EF4-FFF2-40B4-BE49-F238E27FC236}">
                    <a16:creationId xmlns:a16="http://schemas.microsoft.com/office/drawing/2014/main" id="{DFB5D869-AAA2-6B23-A5CE-1611F61C8F2D}"/>
                  </a:ext>
                </a:extLst>
              </p:cNvPr>
              <p:cNvSpPr/>
              <p:nvPr/>
            </p:nvSpPr>
            <p:spPr>
              <a:xfrm>
                <a:off x="2116890" y="1467646"/>
                <a:ext cx="256451" cy="573416"/>
              </a:xfrm>
              <a:custGeom>
                <a:avLst/>
                <a:gdLst>
                  <a:gd name="csX0" fmla="*/ 256452 w 256451"/>
                  <a:gd name="csY0" fmla="*/ 573416 h 573416"/>
                  <a:gd name="csX1" fmla="*/ 0 w 256451"/>
                  <a:gd name="csY1" fmla="*/ 0 h 5734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56451" h="573416">
                    <a:moveTo>
                      <a:pt x="256452" y="573416"/>
                    </a:moveTo>
                    <a:lnTo>
                      <a:pt x="0" y="0"/>
                    </a:lnTo>
                  </a:path>
                </a:pathLst>
              </a:custGeom>
              <a:noFill/>
              <a:ln w="1008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7" name="Freeform 3776">
                <a:extLst>
                  <a:ext uri="{FF2B5EF4-FFF2-40B4-BE49-F238E27FC236}">
                    <a16:creationId xmlns:a16="http://schemas.microsoft.com/office/drawing/2014/main" id="{D128AAE5-4F97-543D-3760-8FA0FDFAF3D6}"/>
                  </a:ext>
                </a:extLst>
              </p:cNvPr>
              <p:cNvSpPr/>
              <p:nvPr/>
            </p:nvSpPr>
            <p:spPr>
              <a:xfrm>
                <a:off x="2116177" y="1467646"/>
                <a:ext cx="35484" cy="45990"/>
              </a:xfrm>
              <a:custGeom>
                <a:avLst/>
                <a:gdLst>
                  <a:gd name="csX0" fmla="*/ 35485 w 35484"/>
                  <a:gd name="csY0" fmla="*/ 30113 h 45990"/>
                  <a:gd name="csX1" fmla="*/ 713 w 35484"/>
                  <a:gd name="csY1" fmla="*/ 0 h 45990"/>
                  <a:gd name="csX2" fmla="*/ 0 w 35484"/>
                  <a:gd name="csY2" fmla="*/ 45990 h 459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5484" h="45990">
                    <a:moveTo>
                      <a:pt x="35485" y="30113"/>
                    </a:moveTo>
                    <a:lnTo>
                      <a:pt x="713" y="0"/>
                    </a:lnTo>
                    <a:lnTo>
                      <a:pt x="0" y="45990"/>
                    </a:lnTo>
                  </a:path>
                </a:pathLst>
              </a:custGeom>
              <a:noFill/>
              <a:ln w="1008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8" name="Freeform 3777">
                <a:extLst>
                  <a:ext uri="{FF2B5EF4-FFF2-40B4-BE49-F238E27FC236}">
                    <a16:creationId xmlns:a16="http://schemas.microsoft.com/office/drawing/2014/main" id="{38A164C7-FD2E-C4FF-9096-2F99DF62CC9E}"/>
                  </a:ext>
                </a:extLst>
              </p:cNvPr>
              <p:cNvSpPr/>
              <p:nvPr/>
            </p:nvSpPr>
            <p:spPr>
              <a:xfrm>
                <a:off x="759025" y="584349"/>
                <a:ext cx="304248" cy="314468"/>
              </a:xfrm>
              <a:custGeom>
                <a:avLst/>
                <a:gdLst>
                  <a:gd name="csX0" fmla="*/ 304249 w 304248"/>
                  <a:gd name="csY0" fmla="*/ 314469 h 314468"/>
                  <a:gd name="csX1" fmla="*/ 0 w 304248"/>
                  <a:gd name="csY1" fmla="*/ 0 h 3144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4248" h="314468">
                    <a:moveTo>
                      <a:pt x="304249" y="314469"/>
                    </a:moveTo>
                    <a:lnTo>
                      <a:pt x="0" y="0"/>
                    </a:lnTo>
                  </a:path>
                </a:pathLst>
              </a:custGeom>
              <a:noFill/>
              <a:ln w="10004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79" name="Freeform 3778">
                <a:extLst>
                  <a:ext uri="{FF2B5EF4-FFF2-40B4-BE49-F238E27FC236}">
                    <a16:creationId xmlns:a16="http://schemas.microsoft.com/office/drawing/2014/main" id="{F5F785B0-7175-1CE8-5F9C-B974B49E671B}"/>
                  </a:ext>
                </a:extLst>
              </p:cNvPr>
              <p:cNvSpPr/>
              <p:nvPr/>
            </p:nvSpPr>
            <p:spPr>
              <a:xfrm>
                <a:off x="759025" y="584349"/>
                <a:ext cx="42971" cy="43470"/>
              </a:xfrm>
              <a:custGeom>
                <a:avLst/>
                <a:gdLst>
                  <a:gd name="csX0" fmla="*/ 42972 w 42971"/>
                  <a:gd name="csY0" fmla="*/ 16447 h 43470"/>
                  <a:gd name="csX1" fmla="*/ 0 w 42971"/>
                  <a:gd name="csY1" fmla="*/ 0 h 43470"/>
                  <a:gd name="csX2" fmla="*/ 15021 w 42971"/>
                  <a:gd name="csY2" fmla="*/ 43471 h 434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2971" h="43470">
                    <a:moveTo>
                      <a:pt x="42972" y="16447"/>
                    </a:moveTo>
                    <a:lnTo>
                      <a:pt x="0" y="0"/>
                    </a:lnTo>
                    <a:lnTo>
                      <a:pt x="15021" y="43471"/>
                    </a:lnTo>
                  </a:path>
                </a:pathLst>
              </a:custGeom>
              <a:noFill/>
              <a:ln w="10004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0" name="Freeform 3779">
                <a:extLst>
                  <a:ext uri="{FF2B5EF4-FFF2-40B4-BE49-F238E27FC236}">
                    <a16:creationId xmlns:a16="http://schemas.microsoft.com/office/drawing/2014/main" id="{5E2E32B1-7B9E-5D8D-6D4D-04B15D6C3617}"/>
                  </a:ext>
                </a:extLst>
              </p:cNvPr>
              <p:cNvSpPr/>
              <p:nvPr/>
            </p:nvSpPr>
            <p:spPr>
              <a:xfrm>
                <a:off x="1252986" y="1018035"/>
                <a:ext cx="640393" cy="263011"/>
              </a:xfrm>
              <a:custGeom>
                <a:avLst/>
                <a:gdLst>
                  <a:gd name="csX0" fmla="*/ 0 w 640393"/>
                  <a:gd name="csY0" fmla="*/ 0 h 263011"/>
                  <a:gd name="csX1" fmla="*/ 640393 w 640393"/>
                  <a:gd name="csY1" fmla="*/ 263012 h 2630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640393" h="263011">
                    <a:moveTo>
                      <a:pt x="0" y="0"/>
                    </a:moveTo>
                    <a:lnTo>
                      <a:pt x="640393" y="263012"/>
                    </a:lnTo>
                  </a:path>
                </a:pathLst>
              </a:custGeom>
              <a:noFill/>
              <a:ln w="1047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1" name="Freeform 3780">
                <a:extLst>
                  <a:ext uri="{FF2B5EF4-FFF2-40B4-BE49-F238E27FC236}">
                    <a16:creationId xmlns:a16="http://schemas.microsoft.com/office/drawing/2014/main" id="{CE082C93-9C68-8E0D-9E5C-3C970510B9F1}"/>
                  </a:ext>
                </a:extLst>
              </p:cNvPr>
              <p:cNvSpPr/>
              <p:nvPr/>
            </p:nvSpPr>
            <p:spPr>
              <a:xfrm>
                <a:off x="1847413" y="1247226"/>
                <a:ext cx="45966" cy="35984"/>
              </a:xfrm>
              <a:custGeom>
                <a:avLst/>
                <a:gdLst>
                  <a:gd name="csX0" fmla="*/ 0 w 45966"/>
                  <a:gd name="csY0" fmla="*/ 35984 h 35984"/>
                  <a:gd name="csX1" fmla="*/ 45966 w 45966"/>
                  <a:gd name="csY1" fmla="*/ 33821 h 35984"/>
                  <a:gd name="csX2" fmla="*/ 14783 w 45966"/>
                  <a:gd name="csY2" fmla="*/ 0 h 359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966" h="35984">
                    <a:moveTo>
                      <a:pt x="0" y="35984"/>
                    </a:moveTo>
                    <a:lnTo>
                      <a:pt x="45966" y="33821"/>
                    </a:lnTo>
                    <a:lnTo>
                      <a:pt x="14783" y="0"/>
                    </a:lnTo>
                  </a:path>
                </a:pathLst>
              </a:custGeom>
              <a:noFill/>
              <a:ln w="10471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2" name="Freeform 3781">
                <a:extLst>
                  <a:ext uri="{FF2B5EF4-FFF2-40B4-BE49-F238E27FC236}">
                    <a16:creationId xmlns:a16="http://schemas.microsoft.com/office/drawing/2014/main" id="{449F21F6-7F60-F894-CA01-D5886750A320}"/>
                  </a:ext>
                </a:extLst>
              </p:cNvPr>
              <p:cNvSpPr/>
              <p:nvPr/>
            </p:nvSpPr>
            <p:spPr>
              <a:xfrm>
                <a:off x="651192" y="932068"/>
                <a:ext cx="354992" cy="26191"/>
              </a:xfrm>
              <a:custGeom>
                <a:avLst/>
                <a:gdLst>
                  <a:gd name="csX0" fmla="*/ 354992 w 354992"/>
                  <a:gd name="csY0" fmla="*/ 26192 h 26191"/>
                  <a:gd name="csX1" fmla="*/ 0 w 354992"/>
                  <a:gd name="csY1" fmla="*/ 0 h 261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54992" h="26191">
                    <a:moveTo>
                      <a:pt x="354992" y="26192"/>
                    </a:moveTo>
                    <a:lnTo>
                      <a:pt x="0" y="0"/>
                    </a:lnTo>
                  </a:path>
                </a:pathLst>
              </a:custGeom>
              <a:noFill/>
              <a:ln w="105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3" name="Freeform 3782">
                <a:extLst>
                  <a:ext uri="{FF2B5EF4-FFF2-40B4-BE49-F238E27FC236}">
                    <a16:creationId xmlns:a16="http://schemas.microsoft.com/office/drawing/2014/main" id="{C08FEE11-2411-D82E-7415-4A026ADAE05B}"/>
                  </a:ext>
                </a:extLst>
              </p:cNvPr>
              <p:cNvSpPr/>
              <p:nvPr/>
            </p:nvSpPr>
            <p:spPr>
              <a:xfrm>
                <a:off x="651192" y="915740"/>
                <a:ext cx="43019" cy="38788"/>
              </a:xfrm>
              <a:custGeom>
                <a:avLst/>
                <a:gdLst>
                  <a:gd name="csX0" fmla="*/ 43019 w 43019"/>
                  <a:gd name="csY0" fmla="*/ 0 h 38788"/>
                  <a:gd name="csX1" fmla="*/ 0 w 43019"/>
                  <a:gd name="csY1" fmla="*/ 16328 h 38788"/>
                  <a:gd name="csX2" fmla="*/ 40167 w 43019"/>
                  <a:gd name="csY2" fmla="*/ 38789 h 387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3019" h="38788">
                    <a:moveTo>
                      <a:pt x="43019" y="0"/>
                    </a:moveTo>
                    <a:lnTo>
                      <a:pt x="0" y="16328"/>
                    </a:lnTo>
                    <a:lnTo>
                      <a:pt x="40167" y="38789"/>
                    </a:lnTo>
                  </a:path>
                </a:pathLst>
              </a:custGeom>
              <a:noFill/>
              <a:ln w="10515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4" name="Freeform 3783">
                <a:extLst>
                  <a:ext uri="{FF2B5EF4-FFF2-40B4-BE49-F238E27FC236}">
                    <a16:creationId xmlns:a16="http://schemas.microsoft.com/office/drawing/2014/main" id="{E2946EA2-9143-E651-5794-BDEE03F1E595}"/>
                  </a:ext>
                </a:extLst>
              </p:cNvPr>
              <p:cNvSpPr/>
              <p:nvPr/>
            </p:nvSpPr>
            <p:spPr>
              <a:xfrm>
                <a:off x="2599632" y="1149018"/>
                <a:ext cx="288561" cy="360482"/>
              </a:xfrm>
              <a:custGeom>
                <a:avLst/>
                <a:gdLst>
                  <a:gd name="csX0" fmla="*/ 288562 w 288561"/>
                  <a:gd name="csY0" fmla="*/ 360483 h 360482"/>
                  <a:gd name="csX1" fmla="*/ 0 w 288561"/>
                  <a:gd name="csY1" fmla="*/ 0 h 3604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88561" h="360482">
                    <a:moveTo>
                      <a:pt x="288562" y="360483"/>
                    </a:moveTo>
                    <a:lnTo>
                      <a:pt x="0" y="0"/>
                    </a:lnTo>
                  </a:path>
                </a:pathLst>
              </a:custGeom>
              <a:noFill/>
              <a:ln w="1088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5" name="Freeform 3784">
                <a:extLst>
                  <a:ext uri="{FF2B5EF4-FFF2-40B4-BE49-F238E27FC236}">
                    <a16:creationId xmlns:a16="http://schemas.microsoft.com/office/drawing/2014/main" id="{2C0B13D2-7A9A-7834-290B-C3215225B31D}"/>
                  </a:ext>
                </a:extLst>
              </p:cNvPr>
              <p:cNvSpPr/>
              <p:nvPr/>
            </p:nvSpPr>
            <p:spPr>
              <a:xfrm>
                <a:off x="2599632" y="1149018"/>
                <a:ext cx="41236" cy="44683"/>
              </a:xfrm>
              <a:custGeom>
                <a:avLst/>
                <a:gdLst>
                  <a:gd name="csX0" fmla="*/ 41237 w 41236"/>
                  <a:gd name="csY0" fmla="*/ 20393 h 44683"/>
                  <a:gd name="csX1" fmla="*/ 0 w 41236"/>
                  <a:gd name="csY1" fmla="*/ 0 h 44683"/>
                  <a:gd name="csX2" fmla="*/ 10886 w 41236"/>
                  <a:gd name="csY2" fmla="*/ 44683 h 446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1236" h="44683">
                    <a:moveTo>
                      <a:pt x="41237" y="20393"/>
                    </a:moveTo>
                    <a:lnTo>
                      <a:pt x="0" y="0"/>
                    </a:lnTo>
                    <a:lnTo>
                      <a:pt x="10886" y="44683"/>
                    </a:lnTo>
                  </a:path>
                </a:pathLst>
              </a:custGeom>
              <a:noFill/>
              <a:ln w="10888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6" name="Freeform 3785">
                <a:extLst>
                  <a:ext uri="{FF2B5EF4-FFF2-40B4-BE49-F238E27FC236}">
                    <a16:creationId xmlns:a16="http://schemas.microsoft.com/office/drawing/2014/main" id="{C0C10A86-A474-5C70-8728-C94DD2EC7093}"/>
                  </a:ext>
                </a:extLst>
              </p:cNvPr>
              <p:cNvSpPr/>
              <p:nvPr/>
            </p:nvSpPr>
            <p:spPr>
              <a:xfrm>
                <a:off x="2912794" y="1646616"/>
                <a:ext cx="26191" cy="438915"/>
              </a:xfrm>
              <a:custGeom>
                <a:avLst/>
                <a:gdLst>
                  <a:gd name="csX0" fmla="*/ 26192 w 26191"/>
                  <a:gd name="csY0" fmla="*/ 0 h 438915"/>
                  <a:gd name="csX1" fmla="*/ 0 w 26191"/>
                  <a:gd name="csY1" fmla="*/ 438915 h 4389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6191" h="438915">
                    <a:moveTo>
                      <a:pt x="26192" y="0"/>
                    </a:moveTo>
                    <a:lnTo>
                      <a:pt x="0" y="438915"/>
                    </a:lnTo>
                  </a:path>
                </a:pathLst>
              </a:custGeom>
              <a:noFill/>
              <a:ln w="13854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7" name="Freeform 3786">
                <a:extLst>
                  <a:ext uri="{FF2B5EF4-FFF2-40B4-BE49-F238E27FC236}">
                    <a16:creationId xmlns:a16="http://schemas.microsoft.com/office/drawing/2014/main" id="{F967B4A1-A09A-D118-E71B-0E2B195F9389}"/>
                  </a:ext>
                </a:extLst>
              </p:cNvPr>
              <p:cNvSpPr/>
              <p:nvPr/>
            </p:nvSpPr>
            <p:spPr>
              <a:xfrm>
                <a:off x="2895871" y="2042774"/>
                <a:ext cx="38812" cy="42757"/>
              </a:xfrm>
              <a:custGeom>
                <a:avLst/>
                <a:gdLst>
                  <a:gd name="csX0" fmla="*/ 0 w 38812"/>
                  <a:gd name="csY0" fmla="*/ 0 h 42757"/>
                  <a:gd name="csX1" fmla="*/ 16923 w 38812"/>
                  <a:gd name="csY1" fmla="*/ 42758 h 42757"/>
                  <a:gd name="csX2" fmla="*/ 38812 w 38812"/>
                  <a:gd name="csY2" fmla="*/ 2305 h 42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8812" h="42757">
                    <a:moveTo>
                      <a:pt x="0" y="0"/>
                    </a:moveTo>
                    <a:lnTo>
                      <a:pt x="16923" y="42758"/>
                    </a:lnTo>
                    <a:lnTo>
                      <a:pt x="38812" y="2305"/>
                    </a:lnTo>
                  </a:path>
                </a:pathLst>
              </a:custGeom>
              <a:noFill/>
              <a:ln w="13854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8" name="Freeform 3787">
                <a:extLst>
                  <a:ext uri="{FF2B5EF4-FFF2-40B4-BE49-F238E27FC236}">
                    <a16:creationId xmlns:a16="http://schemas.microsoft.com/office/drawing/2014/main" id="{721E3A59-201D-4EA5-B45B-62525B66192D}"/>
                  </a:ext>
                </a:extLst>
              </p:cNvPr>
              <p:cNvSpPr/>
              <p:nvPr/>
            </p:nvSpPr>
            <p:spPr>
              <a:xfrm>
                <a:off x="2514188" y="1585296"/>
                <a:ext cx="305484" cy="17873"/>
              </a:xfrm>
              <a:custGeom>
                <a:avLst/>
                <a:gdLst>
                  <a:gd name="csX0" fmla="*/ 305484 w 305484"/>
                  <a:gd name="csY0" fmla="*/ 0 h 17873"/>
                  <a:gd name="csX1" fmla="*/ 0 w 305484"/>
                  <a:gd name="csY1" fmla="*/ 17873 h 178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305484" h="17873">
                    <a:moveTo>
                      <a:pt x="305484" y="0"/>
                    </a:moveTo>
                    <a:lnTo>
                      <a:pt x="0" y="17873"/>
                    </a:lnTo>
                  </a:path>
                </a:pathLst>
              </a:custGeom>
              <a:noFill/>
              <a:ln w="13546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89" name="Freeform 3788">
                <a:extLst>
                  <a:ext uri="{FF2B5EF4-FFF2-40B4-BE49-F238E27FC236}">
                    <a16:creationId xmlns:a16="http://schemas.microsoft.com/office/drawing/2014/main" id="{CE01E75B-3FBB-2E56-AA63-1E3DDDB39103}"/>
                  </a:ext>
                </a:extLst>
              </p:cNvPr>
              <p:cNvSpPr/>
              <p:nvPr/>
            </p:nvSpPr>
            <p:spPr>
              <a:xfrm>
                <a:off x="2514188" y="1581326"/>
                <a:ext cx="42757" cy="38812"/>
              </a:xfrm>
              <a:custGeom>
                <a:avLst/>
                <a:gdLst>
                  <a:gd name="csX0" fmla="*/ 40476 w 42757"/>
                  <a:gd name="csY0" fmla="*/ 0 h 38812"/>
                  <a:gd name="csX1" fmla="*/ 0 w 42757"/>
                  <a:gd name="csY1" fmla="*/ 21842 h 38812"/>
                  <a:gd name="csX2" fmla="*/ 42758 w 42757"/>
                  <a:gd name="csY2" fmla="*/ 38812 h 388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2757" h="38812">
                    <a:moveTo>
                      <a:pt x="40476" y="0"/>
                    </a:moveTo>
                    <a:lnTo>
                      <a:pt x="0" y="21842"/>
                    </a:lnTo>
                    <a:lnTo>
                      <a:pt x="42758" y="38812"/>
                    </a:lnTo>
                  </a:path>
                </a:pathLst>
              </a:custGeom>
              <a:noFill/>
              <a:ln w="13546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0" name="Freeform 3789">
                <a:extLst>
                  <a:ext uri="{FF2B5EF4-FFF2-40B4-BE49-F238E27FC236}">
                    <a16:creationId xmlns:a16="http://schemas.microsoft.com/office/drawing/2014/main" id="{2B90EB24-16E4-88B7-75DF-83F6F5A24CEB}"/>
                  </a:ext>
                </a:extLst>
              </p:cNvPr>
              <p:cNvSpPr/>
              <p:nvPr/>
            </p:nvSpPr>
            <p:spPr>
              <a:xfrm>
                <a:off x="2959949" y="1144716"/>
                <a:ext cx="89770" cy="364784"/>
              </a:xfrm>
              <a:custGeom>
                <a:avLst/>
                <a:gdLst>
                  <a:gd name="csX0" fmla="*/ 0 w 89770"/>
                  <a:gd name="csY0" fmla="*/ 364784 h 364784"/>
                  <a:gd name="csX1" fmla="*/ 89770 w 89770"/>
                  <a:gd name="csY1" fmla="*/ 0 h 3647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89770" h="364784">
                    <a:moveTo>
                      <a:pt x="0" y="364784"/>
                    </a:moveTo>
                    <a:lnTo>
                      <a:pt x="89770" y="0"/>
                    </a:lnTo>
                  </a:path>
                </a:pathLst>
              </a:custGeom>
              <a:noFill/>
              <a:ln w="9113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1" name="Freeform 3790">
                <a:extLst>
                  <a:ext uri="{FF2B5EF4-FFF2-40B4-BE49-F238E27FC236}">
                    <a16:creationId xmlns:a16="http://schemas.microsoft.com/office/drawing/2014/main" id="{670E4BFB-3F79-92FD-60ED-2020A884CB3E}"/>
                  </a:ext>
                </a:extLst>
              </p:cNvPr>
              <p:cNvSpPr/>
              <p:nvPr/>
            </p:nvSpPr>
            <p:spPr>
              <a:xfrm>
                <a:off x="3020889" y="1144716"/>
                <a:ext cx="37742" cy="45110"/>
              </a:xfrm>
              <a:custGeom>
                <a:avLst/>
                <a:gdLst>
                  <a:gd name="csX0" fmla="*/ 37743 w 37742"/>
                  <a:gd name="csY0" fmla="*/ 45111 h 45110"/>
                  <a:gd name="csX1" fmla="*/ 28830 w 37742"/>
                  <a:gd name="csY1" fmla="*/ 0 h 45110"/>
                  <a:gd name="csX2" fmla="*/ 0 w 37742"/>
                  <a:gd name="csY2" fmla="*/ 35818 h 4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42" h="45110">
                    <a:moveTo>
                      <a:pt x="37743" y="45111"/>
                    </a:moveTo>
                    <a:lnTo>
                      <a:pt x="28830" y="0"/>
                    </a:lnTo>
                    <a:lnTo>
                      <a:pt x="0" y="35818"/>
                    </a:lnTo>
                  </a:path>
                </a:pathLst>
              </a:custGeom>
              <a:noFill/>
              <a:ln w="9113" cap="rnd">
                <a:solidFill>
                  <a:srgbClr val="D32F2F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2" name="Freeform 3791">
                <a:extLst>
                  <a:ext uri="{FF2B5EF4-FFF2-40B4-BE49-F238E27FC236}">
                    <a16:creationId xmlns:a16="http://schemas.microsoft.com/office/drawing/2014/main" id="{EFF84769-C628-8C6E-5D63-8990ED586A93}"/>
                  </a:ext>
                </a:extLst>
              </p:cNvPr>
              <p:cNvSpPr/>
              <p:nvPr/>
            </p:nvSpPr>
            <p:spPr>
              <a:xfrm>
                <a:off x="2238817" y="1396367"/>
                <a:ext cx="580855" cy="149854"/>
              </a:xfrm>
              <a:custGeom>
                <a:avLst/>
                <a:gdLst>
                  <a:gd name="csX0" fmla="*/ 580855 w 580855"/>
                  <a:gd name="csY0" fmla="*/ 149854 h 149854"/>
                  <a:gd name="csX1" fmla="*/ 0 w 580855"/>
                  <a:gd name="csY1" fmla="*/ 0 h 149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580855" h="149854">
                    <a:moveTo>
                      <a:pt x="580855" y="149854"/>
                    </a:moveTo>
                    <a:lnTo>
                      <a:pt x="0" y="0"/>
                    </a:lnTo>
                  </a:path>
                </a:pathLst>
              </a:custGeom>
              <a:noFill/>
              <a:ln w="8423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3" name="Freeform 3792">
                <a:extLst>
                  <a:ext uri="{FF2B5EF4-FFF2-40B4-BE49-F238E27FC236}">
                    <a16:creationId xmlns:a16="http://schemas.microsoft.com/office/drawing/2014/main" id="{1148AC56-B481-60DD-1105-4617A139DA27}"/>
                  </a:ext>
                </a:extLst>
              </p:cNvPr>
              <p:cNvSpPr/>
              <p:nvPr/>
            </p:nvSpPr>
            <p:spPr>
              <a:xfrm>
                <a:off x="2238817" y="1387977"/>
                <a:ext cx="45205" cy="37647"/>
              </a:xfrm>
              <a:custGeom>
                <a:avLst/>
                <a:gdLst>
                  <a:gd name="csX0" fmla="*/ 45206 w 45205"/>
                  <a:gd name="csY0" fmla="*/ 0 h 37647"/>
                  <a:gd name="csX1" fmla="*/ 0 w 45205"/>
                  <a:gd name="csY1" fmla="*/ 8390 h 37647"/>
                  <a:gd name="csX2" fmla="*/ 35509 w 45205"/>
                  <a:gd name="csY2" fmla="*/ 37648 h 376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205" h="37647">
                    <a:moveTo>
                      <a:pt x="45206" y="0"/>
                    </a:moveTo>
                    <a:lnTo>
                      <a:pt x="0" y="8390"/>
                    </a:lnTo>
                    <a:lnTo>
                      <a:pt x="35509" y="37648"/>
                    </a:lnTo>
                  </a:path>
                </a:pathLst>
              </a:custGeom>
              <a:noFill/>
              <a:ln w="8423" cap="rnd">
                <a:solidFill>
                  <a:srgbClr val="1565C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4" name="Freeform 3793">
                <a:extLst>
                  <a:ext uri="{FF2B5EF4-FFF2-40B4-BE49-F238E27FC236}">
                    <a16:creationId xmlns:a16="http://schemas.microsoft.com/office/drawing/2014/main" id="{A739FB9B-2298-32EC-2765-023D9B074FE2}"/>
                  </a:ext>
                </a:extLst>
              </p:cNvPr>
              <p:cNvSpPr/>
              <p:nvPr/>
            </p:nvSpPr>
            <p:spPr>
              <a:xfrm>
                <a:off x="2137856" y="792258"/>
                <a:ext cx="226885" cy="123116"/>
              </a:xfrm>
              <a:custGeom>
                <a:avLst/>
                <a:gdLst>
                  <a:gd name="csX0" fmla="*/ 202904 w 202903"/>
                  <a:gd name="csY0" fmla="*/ 54832 h 109687"/>
                  <a:gd name="csX1" fmla="*/ 202856 w 202903"/>
                  <a:gd name="csY1" fmla="*/ 52907 h 109687"/>
                  <a:gd name="csX2" fmla="*/ 202666 w 202903"/>
                  <a:gd name="csY2" fmla="*/ 51005 h 109687"/>
                  <a:gd name="csX3" fmla="*/ 202333 w 202903"/>
                  <a:gd name="csY3" fmla="*/ 49080 h 109687"/>
                  <a:gd name="csX4" fmla="*/ 201905 w 202903"/>
                  <a:gd name="csY4" fmla="*/ 47179 h 109687"/>
                  <a:gd name="csX5" fmla="*/ 201359 w 202903"/>
                  <a:gd name="csY5" fmla="*/ 45277 h 109687"/>
                  <a:gd name="csX6" fmla="*/ 200670 w 202903"/>
                  <a:gd name="csY6" fmla="*/ 43376 h 109687"/>
                  <a:gd name="csX7" fmla="*/ 199861 w 202903"/>
                  <a:gd name="csY7" fmla="*/ 41498 h 109687"/>
                  <a:gd name="csX8" fmla="*/ 198934 w 202903"/>
                  <a:gd name="csY8" fmla="*/ 39644 h 109687"/>
                  <a:gd name="csX9" fmla="*/ 197889 w 202903"/>
                  <a:gd name="csY9" fmla="*/ 37814 h 109687"/>
                  <a:gd name="csX10" fmla="*/ 196724 w 202903"/>
                  <a:gd name="csY10" fmla="*/ 35984 h 109687"/>
                  <a:gd name="csX11" fmla="*/ 195441 w 202903"/>
                  <a:gd name="csY11" fmla="*/ 34178 h 109687"/>
                  <a:gd name="csX12" fmla="*/ 194038 w 202903"/>
                  <a:gd name="csY12" fmla="*/ 32419 h 109687"/>
                  <a:gd name="csX13" fmla="*/ 192517 w 202903"/>
                  <a:gd name="csY13" fmla="*/ 30684 h 109687"/>
                  <a:gd name="csX14" fmla="*/ 190901 w 202903"/>
                  <a:gd name="csY14" fmla="*/ 28973 h 109687"/>
                  <a:gd name="csX15" fmla="*/ 189166 w 202903"/>
                  <a:gd name="csY15" fmla="*/ 27285 h 109687"/>
                  <a:gd name="csX16" fmla="*/ 187312 w 202903"/>
                  <a:gd name="csY16" fmla="*/ 25645 h 109687"/>
                  <a:gd name="csX17" fmla="*/ 185363 w 202903"/>
                  <a:gd name="csY17" fmla="*/ 24029 h 109687"/>
                  <a:gd name="csX18" fmla="*/ 183319 w 202903"/>
                  <a:gd name="csY18" fmla="*/ 22460 h 109687"/>
                  <a:gd name="csX19" fmla="*/ 181156 w 202903"/>
                  <a:gd name="csY19" fmla="*/ 20915 h 109687"/>
                  <a:gd name="csX20" fmla="*/ 178922 w 202903"/>
                  <a:gd name="csY20" fmla="*/ 19418 h 109687"/>
                  <a:gd name="csX21" fmla="*/ 176569 w 202903"/>
                  <a:gd name="csY21" fmla="*/ 17968 h 109687"/>
                  <a:gd name="csX22" fmla="*/ 174121 w 202903"/>
                  <a:gd name="csY22" fmla="*/ 16566 h 109687"/>
                  <a:gd name="csX23" fmla="*/ 171602 w 202903"/>
                  <a:gd name="csY23" fmla="*/ 15211 h 109687"/>
                  <a:gd name="csX24" fmla="*/ 168987 w 202903"/>
                  <a:gd name="csY24" fmla="*/ 13904 h 109687"/>
                  <a:gd name="csX25" fmla="*/ 166278 w 202903"/>
                  <a:gd name="csY25" fmla="*/ 12668 h 109687"/>
                  <a:gd name="csX26" fmla="*/ 163497 w 202903"/>
                  <a:gd name="csY26" fmla="*/ 11456 h 109687"/>
                  <a:gd name="csX27" fmla="*/ 160645 w 202903"/>
                  <a:gd name="csY27" fmla="*/ 10315 h 109687"/>
                  <a:gd name="csX28" fmla="*/ 157722 w 202903"/>
                  <a:gd name="csY28" fmla="*/ 9198 h 109687"/>
                  <a:gd name="csX29" fmla="*/ 154727 w 202903"/>
                  <a:gd name="csY29" fmla="*/ 8176 h 109687"/>
                  <a:gd name="csX30" fmla="*/ 151661 w 202903"/>
                  <a:gd name="csY30" fmla="*/ 7178 h 109687"/>
                  <a:gd name="csX31" fmla="*/ 148547 w 202903"/>
                  <a:gd name="csY31" fmla="*/ 6275 h 109687"/>
                  <a:gd name="csX32" fmla="*/ 145362 w 202903"/>
                  <a:gd name="csY32" fmla="*/ 5395 h 109687"/>
                  <a:gd name="csX33" fmla="*/ 142106 w 202903"/>
                  <a:gd name="csY33" fmla="*/ 4587 h 109687"/>
                  <a:gd name="csX34" fmla="*/ 138826 w 202903"/>
                  <a:gd name="csY34" fmla="*/ 3850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21 h 109687"/>
                  <a:gd name="csX39" fmla="*/ 121785 w 202903"/>
                  <a:gd name="csY39" fmla="*/ 1117 h 109687"/>
                  <a:gd name="csX40" fmla="*/ 118291 w 202903"/>
                  <a:gd name="csY40" fmla="*/ 761 h 109687"/>
                  <a:gd name="csX41" fmla="*/ 114774 w 202903"/>
                  <a:gd name="csY41" fmla="*/ 475 h 109687"/>
                  <a:gd name="csX42" fmla="*/ 111232 w 202903"/>
                  <a:gd name="csY42" fmla="*/ 261 h 109687"/>
                  <a:gd name="csX43" fmla="*/ 107667 w 202903"/>
                  <a:gd name="csY43" fmla="*/ 95 h 109687"/>
                  <a:gd name="csX44" fmla="*/ 104126 w 202903"/>
                  <a:gd name="csY44" fmla="*/ 24 h 109687"/>
                  <a:gd name="csX45" fmla="*/ 100561 w 202903"/>
                  <a:gd name="csY45" fmla="*/ 0 h 109687"/>
                  <a:gd name="csX46" fmla="*/ 96995 w 202903"/>
                  <a:gd name="csY46" fmla="*/ 48 h 109687"/>
                  <a:gd name="csX47" fmla="*/ 93454 w 202903"/>
                  <a:gd name="csY47" fmla="*/ 166 h 109687"/>
                  <a:gd name="csX48" fmla="*/ 89889 w 202903"/>
                  <a:gd name="csY48" fmla="*/ 357 h 109687"/>
                  <a:gd name="csX49" fmla="*/ 86371 w 202903"/>
                  <a:gd name="csY49" fmla="*/ 618 h 109687"/>
                  <a:gd name="csX50" fmla="*/ 82854 w 202903"/>
                  <a:gd name="csY50" fmla="*/ 927 h 109687"/>
                  <a:gd name="csX51" fmla="*/ 79360 w 202903"/>
                  <a:gd name="csY51" fmla="*/ 1307 h 109687"/>
                  <a:gd name="csX52" fmla="*/ 75914 w 202903"/>
                  <a:gd name="csY52" fmla="*/ 1759 h 109687"/>
                  <a:gd name="csX53" fmla="*/ 72467 w 202903"/>
                  <a:gd name="csY53" fmla="*/ 2282 h 109687"/>
                  <a:gd name="csX54" fmla="*/ 69069 w 202903"/>
                  <a:gd name="csY54" fmla="*/ 2876 h 109687"/>
                  <a:gd name="csX55" fmla="*/ 65717 w 202903"/>
                  <a:gd name="csY55" fmla="*/ 3518 h 109687"/>
                  <a:gd name="csX56" fmla="*/ 62414 w 202903"/>
                  <a:gd name="csY56" fmla="*/ 4231 h 109687"/>
                  <a:gd name="csX57" fmla="*/ 59157 w 202903"/>
                  <a:gd name="csY57" fmla="*/ 4991 h 109687"/>
                  <a:gd name="csX58" fmla="*/ 55949 w 202903"/>
                  <a:gd name="csY58" fmla="*/ 5823 h 109687"/>
                  <a:gd name="csX59" fmla="*/ 52788 w 202903"/>
                  <a:gd name="csY59" fmla="*/ 6726 h 109687"/>
                  <a:gd name="csX60" fmla="*/ 49698 w 202903"/>
                  <a:gd name="csY60" fmla="*/ 7677 h 109687"/>
                  <a:gd name="csX61" fmla="*/ 46656 w 202903"/>
                  <a:gd name="csY61" fmla="*/ 8675 h 109687"/>
                  <a:gd name="csX62" fmla="*/ 43709 w 202903"/>
                  <a:gd name="csY62" fmla="*/ 9745 h 109687"/>
                  <a:gd name="csX63" fmla="*/ 40809 w 202903"/>
                  <a:gd name="csY63" fmla="*/ 10862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70 h 109687"/>
                  <a:gd name="csX67" fmla="*/ 30018 w 202903"/>
                  <a:gd name="csY67" fmla="*/ 15900 h 109687"/>
                  <a:gd name="csX68" fmla="*/ 27547 w 202903"/>
                  <a:gd name="csY68" fmla="*/ 17279 h 109687"/>
                  <a:gd name="csX69" fmla="*/ 25146 w 202903"/>
                  <a:gd name="csY69" fmla="*/ 18705 h 109687"/>
                  <a:gd name="csX70" fmla="*/ 22841 w 202903"/>
                  <a:gd name="csY70" fmla="*/ 20179 h 109687"/>
                  <a:gd name="csX71" fmla="*/ 20630 w 202903"/>
                  <a:gd name="csY71" fmla="*/ 21676 h 109687"/>
                  <a:gd name="csX72" fmla="*/ 18539 w 202903"/>
                  <a:gd name="csY72" fmla="*/ 23245 h 109687"/>
                  <a:gd name="csX73" fmla="*/ 16542 w 202903"/>
                  <a:gd name="csY73" fmla="*/ 24813 h 109687"/>
                  <a:gd name="csX74" fmla="*/ 14641 w 202903"/>
                  <a:gd name="csY74" fmla="*/ 26453 h 109687"/>
                  <a:gd name="csX75" fmla="*/ 12858 w 202903"/>
                  <a:gd name="csY75" fmla="*/ 28117 h 109687"/>
                  <a:gd name="csX76" fmla="*/ 11171 w 202903"/>
                  <a:gd name="csY76" fmla="*/ 29805 h 109687"/>
                  <a:gd name="csX77" fmla="*/ 9602 w 202903"/>
                  <a:gd name="csY77" fmla="*/ 31540 h 109687"/>
                  <a:gd name="csX78" fmla="*/ 8152 w 202903"/>
                  <a:gd name="csY78" fmla="*/ 33298 h 109687"/>
                  <a:gd name="csX79" fmla="*/ 6798 w 202903"/>
                  <a:gd name="csY79" fmla="*/ 35081 h 109687"/>
                  <a:gd name="csX80" fmla="*/ 5585 w 202903"/>
                  <a:gd name="csY80" fmla="*/ 36887 h 109687"/>
                  <a:gd name="csX81" fmla="*/ 4468 w 202903"/>
                  <a:gd name="csY81" fmla="*/ 38717 h 109687"/>
                  <a:gd name="csX82" fmla="*/ 3494 w 202903"/>
                  <a:gd name="csY82" fmla="*/ 40571 h 109687"/>
                  <a:gd name="csX83" fmla="*/ 2614 w 202903"/>
                  <a:gd name="csY83" fmla="*/ 42449 h 109687"/>
                  <a:gd name="csX84" fmla="*/ 1878 w 202903"/>
                  <a:gd name="csY84" fmla="*/ 44326 h 109687"/>
                  <a:gd name="csX85" fmla="*/ 1260 w 202903"/>
                  <a:gd name="csY85" fmla="*/ 46204 h 109687"/>
                  <a:gd name="csX86" fmla="*/ 761 w 202903"/>
                  <a:gd name="csY86" fmla="*/ 48129 h 109687"/>
                  <a:gd name="csX87" fmla="*/ 380 w 202903"/>
                  <a:gd name="csY87" fmla="*/ 50031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80 w 202903"/>
                  <a:gd name="csY92" fmla="*/ 59657 h 109687"/>
                  <a:gd name="csX93" fmla="*/ 761 w 202903"/>
                  <a:gd name="csY93" fmla="*/ 61558 h 109687"/>
                  <a:gd name="csX94" fmla="*/ 1260 w 202903"/>
                  <a:gd name="csY94" fmla="*/ 63459 h 109687"/>
                  <a:gd name="csX95" fmla="*/ 1878 w 202903"/>
                  <a:gd name="csY95" fmla="*/ 65361 h 109687"/>
                  <a:gd name="csX96" fmla="*/ 2614 w 202903"/>
                  <a:gd name="csY96" fmla="*/ 67238 h 109687"/>
                  <a:gd name="csX97" fmla="*/ 3494 w 202903"/>
                  <a:gd name="csY97" fmla="*/ 69116 h 109687"/>
                  <a:gd name="csX98" fmla="*/ 4468 w 202903"/>
                  <a:gd name="csY98" fmla="*/ 70970 h 109687"/>
                  <a:gd name="csX99" fmla="*/ 5585 w 202903"/>
                  <a:gd name="csY99" fmla="*/ 72800 h 109687"/>
                  <a:gd name="csX100" fmla="*/ 6798 w 202903"/>
                  <a:gd name="csY100" fmla="*/ 74606 h 109687"/>
                  <a:gd name="csX101" fmla="*/ 8152 w 202903"/>
                  <a:gd name="csY101" fmla="*/ 76389 h 109687"/>
                  <a:gd name="csX102" fmla="*/ 9602 w 202903"/>
                  <a:gd name="csY102" fmla="*/ 78148 h 109687"/>
                  <a:gd name="csX103" fmla="*/ 11171 w 202903"/>
                  <a:gd name="csY103" fmla="*/ 79859 h 109687"/>
                  <a:gd name="csX104" fmla="*/ 12858 w 202903"/>
                  <a:gd name="csY104" fmla="*/ 81570 h 109687"/>
                  <a:gd name="csX105" fmla="*/ 14641 w 202903"/>
                  <a:gd name="csY105" fmla="*/ 83234 h 109687"/>
                  <a:gd name="csX106" fmla="*/ 16542 w 202903"/>
                  <a:gd name="csY106" fmla="*/ 84850 h 109687"/>
                  <a:gd name="csX107" fmla="*/ 18539 w 202903"/>
                  <a:gd name="csY107" fmla="*/ 86443 h 109687"/>
                  <a:gd name="csX108" fmla="*/ 20630 w 202903"/>
                  <a:gd name="csY108" fmla="*/ 88011 h 109687"/>
                  <a:gd name="csX109" fmla="*/ 22841 w 202903"/>
                  <a:gd name="csY109" fmla="*/ 89509 h 109687"/>
                  <a:gd name="csX110" fmla="*/ 25146 w 202903"/>
                  <a:gd name="csY110" fmla="*/ 90982 h 109687"/>
                  <a:gd name="csX111" fmla="*/ 27547 w 202903"/>
                  <a:gd name="csY111" fmla="*/ 92408 h 109687"/>
                  <a:gd name="csX112" fmla="*/ 30018 w 202903"/>
                  <a:gd name="csY112" fmla="*/ 93787 h 109687"/>
                  <a:gd name="csX113" fmla="*/ 32585 w 202903"/>
                  <a:gd name="csY113" fmla="*/ 95118 h 109687"/>
                  <a:gd name="csX114" fmla="*/ 35247 w 202903"/>
                  <a:gd name="csY114" fmla="*/ 96401 h 109687"/>
                  <a:gd name="csX115" fmla="*/ 37981 w 202903"/>
                  <a:gd name="csY115" fmla="*/ 97637 h 109687"/>
                  <a:gd name="csX116" fmla="*/ 40809 w 202903"/>
                  <a:gd name="csY116" fmla="*/ 98802 h 109687"/>
                  <a:gd name="csX117" fmla="*/ 43709 w 202903"/>
                  <a:gd name="csY117" fmla="*/ 99943 h 109687"/>
                  <a:gd name="csX118" fmla="*/ 46656 w 202903"/>
                  <a:gd name="csY118" fmla="*/ 101012 h 109687"/>
                  <a:gd name="csX119" fmla="*/ 49698 w 202903"/>
                  <a:gd name="csY119" fmla="*/ 102010 h 109687"/>
                  <a:gd name="csX120" fmla="*/ 52788 w 202903"/>
                  <a:gd name="csY120" fmla="*/ 102961 h 109687"/>
                  <a:gd name="csX121" fmla="*/ 55949 w 202903"/>
                  <a:gd name="csY121" fmla="*/ 103864 h 109687"/>
                  <a:gd name="csX122" fmla="*/ 59157 w 202903"/>
                  <a:gd name="csY122" fmla="*/ 104696 h 109687"/>
                  <a:gd name="csX123" fmla="*/ 62414 w 202903"/>
                  <a:gd name="csY123" fmla="*/ 105457 h 109687"/>
                  <a:gd name="csX124" fmla="*/ 65717 w 202903"/>
                  <a:gd name="csY124" fmla="*/ 106170 h 109687"/>
                  <a:gd name="csX125" fmla="*/ 69069 w 202903"/>
                  <a:gd name="csY125" fmla="*/ 106811 h 109687"/>
                  <a:gd name="csX126" fmla="*/ 72467 w 202903"/>
                  <a:gd name="csY126" fmla="*/ 107406 h 109687"/>
                  <a:gd name="csX127" fmla="*/ 75914 w 202903"/>
                  <a:gd name="csY127" fmla="*/ 107928 h 109687"/>
                  <a:gd name="csX128" fmla="*/ 79360 w 202903"/>
                  <a:gd name="csY128" fmla="*/ 108380 h 109687"/>
                  <a:gd name="csX129" fmla="*/ 82854 w 202903"/>
                  <a:gd name="csY129" fmla="*/ 108760 h 109687"/>
                  <a:gd name="csX130" fmla="*/ 86371 w 202903"/>
                  <a:gd name="csY130" fmla="*/ 109069 h 109687"/>
                  <a:gd name="csX131" fmla="*/ 89889 w 202903"/>
                  <a:gd name="csY131" fmla="*/ 109331 h 109687"/>
                  <a:gd name="csX132" fmla="*/ 93454 w 202903"/>
                  <a:gd name="csY132" fmla="*/ 109521 h 109687"/>
                  <a:gd name="csX133" fmla="*/ 96995 w 202903"/>
                  <a:gd name="csY133" fmla="*/ 109640 h 109687"/>
                  <a:gd name="csX134" fmla="*/ 100561 w 202903"/>
                  <a:gd name="csY134" fmla="*/ 109687 h 109687"/>
                  <a:gd name="csX135" fmla="*/ 104126 w 202903"/>
                  <a:gd name="csY135" fmla="*/ 109664 h 109687"/>
                  <a:gd name="csX136" fmla="*/ 107667 w 202903"/>
                  <a:gd name="csY136" fmla="*/ 109592 h 109687"/>
                  <a:gd name="csX137" fmla="*/ 111232 w 202903"/>
                  <a:gd name="csY137" fmla="*/ 109426 h 109687"/>
                  <a:gd name="csX138" fmla="*/ 114774 w 202903"/>
                  <a:gd name="csY138" fmla="*/ 109212 h 109687"/>
                  <a:gd name="csX139" fmla="*/ 118291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42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02 h 109687"/>
                  <a:gd name="csX145" fmla="*/ 138826 w 202903"/>
                  <a:gd name="csY145" fmla="*/ 105837 h 109687"/>
                  <a:gd name="csX146" fmla="*/ 142106 w 202903"/>
                  <a:gd name="csY146" fmla="*/ 105076 h 109687"/>
                  <a:gd name="csX147" fmla="*/ 145362 w 202903"/>
                  <a:gd name="csY147" fmla="*/ 104292 h 109687"/>
                  <a:gd name="csX148" fmla="*/ 148547 w 202903"/>
                  <a:gd name="csY148" fmla="*/ 103413 h 109687"/>
                  <a:gd name="csX149" fmla="*/ 151661 w 202903"/>
                  <a:gd name="csY149" fmla="*/ 102509 h 109687"/>
                  <a:gd name="csX150" fmla="*/ 154727 w 202903"/>
                  <a:gd name="csY150" fmla="*/ 101511 h 109687"/>
                  <a:gd name="csX151" fmla="*/ 157722 w 202903"/>
                  <a:gd name="csY151" fmla="*/ 100465 h 109687"/>
                  <a:gd name="csX152" fmla="*/ 160645 w 202903"/>
                  <a:gd name="csY152" fmla="*/ 99372 h 109687"/>
                  <a:gd name="csX153" fmla="*/ 163497 w 202903"/>
                  <a:gd name="csY153" fmla="*/ 98231 h 109687"/>
                  <a:gd name="csX154" fmla="*/ 166278 w 202903"/>
                  <a:gd name="csY154" fmla="*/ 97019 h 109687"/>
                  <a:gd name="csX155" fmla="*/ 168987 w 202903"/>
                  <a:gd name="csY155" fmla="*/ 95759 h 109687"/>
                  <a:gd name="csX156" fmla="*/ 171602 w 202903"/>
                  <a:gd name="csY156" fmla="*/ 94476 h 109687"/>
                  <a:gd name="csX157" fmla="*/ 174121 w 202903"/>
                  <a:gd name="csY157" fmla="*/ 93098 h 109687"/>
                  <a:gd name="csX158" fmla="*/ 176569 w 202903"/>
                  <a:gd name="csY158" fmla="*/ 91695 h 109687"/>
                  <a:gd name="csX159" fmla="*/ 178922 w 202903"/>
                  <a:gd name="csY159" fmla="*/ 90269 h 109687"/>
                  <a:gd name="csX160" fmla="*/ 181156 w 202903"/>
                  <a:gd name="csY160" fmla="*/ 88772 h 109687"/>
                  <a:gd name="csX161" fmla="*/ 183319 w 202903"/>
                  <a:gd name="csY161" fmla="*/ 87227 h 109687"/>
                  <a:gd name="csX162" fmla="*/ 185363 w 202903"/>
                  <a:gd name="csY162" fmla="*/ 85658 h 109687"/>
                  <a:gd name="csX163" fmla="*/ 187312 w 202903"/>
                  <a:gd name="csY163" fmla="*/ 84042 h 109687"/>
                  <a:gd name="csX164" fmla="*/ 189166 w 202903"/>
                  <a:gd name="csY164" fmla="*/ 82402 h 109687"/>
                  <a:gd name="csX165" fmla="*/ 190901 w 202903"/>
                  <a:gd name="csY165" fmla="*/ 80715 h 109687"/>
                  <a:gd name="csX166" fmla="*/ 192517 w 202903"/>
                  <a:gd name="csY166" fmla="*/ 79003 h 109687"/>
                  <a:gd name="csX167" fmla="*/ 194038 w 202903"/>
                  <a:gd name="csY167" fmla="*/ 77268 h 109687"/>
                  <a:gd name="csX168" fmla="*/ 195441 w 202903"/>
                  <a:gd name="csY168" fmla="*/ 75486 h 109687"/>
                  <a:gd name="csX169" fmla="*/ 196724 w 202903"/>
                  <a:gd name="csY169" fmla="*/ 73703 h 109687"/>
                  <a:gd name="csX170" fmla="*/ 197889 w 202903"/>
                  <a:gd name="csY170" fmla="*/ 71873 h 109687"/>
                  <a:gd name="csX171" fmla="*/ 198934 w 202903"/>
                  <a:gd name="csY171" fmla="*/ 70043 h 109687"/>
                  <a:gd name="csX172" fmla="*/ 199861 w 202903"/>
                  <a:gd name="csY172" fmla="*/ 68189 h 109687"/>
                  <a:gd name="csX173" fmla="*/ 200670 w 202903"/>
                  <a:gd name="csY173" fmla="*/ 66311 h 109687"/>
                  <a:gd name="csX174" fmla="*/ 201359 w 202903"/>
                  <a:gd name="csY174" fmla="*/ 64410 h 109687"/>
                  <a:gd name="csX175" fmla="*/ 201905 w 202903"/>
                  <a:gd name="csY175" fmla="*/ 62509 h 109687"/>
                  <a:gd name="csX176" fmla="*/ 202333 w 202903"/>
                  <a:gd name="csY176" fmla="*/ 60607 h 109687"/>
                  <a:gd name="csX177" fmla="*/ 202666 w 202903"/>
                  <a:gd name="csY177" fmla="*/ 58682 h 109687"/>
                  <a:gd name="csX178" fmla="*/ 202856 w 202903"/>
                  <a:gd name="csY178" fmla="*/ 56757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32"/>
                    </a:moveTo>
                    <a:lnTo>
                      <a:pt x="202856" y="52907"/>
                    </a:lnTo>
                    <a:lnTo>
                      <a:pt x="202666" y="51005"/>
                    </a:lnTo>
                    <a:lnTo>
                      <a:pt x="202333" y="49080"/>
                    </a:lnTo>
                    <a:lnTo>
                      <a:pt x="201905" y="47179"/>
                    </a:lnTo>
                    <a:lnTo>
                      <a:pt x="201359" y="45277"/>
                    </a:lnTo>
                    <a:lnTo>
                      <a:pt x="200670" y="43376"/>
                    </a:lnTo>
                    <a:lnTo>
                      <a:pt x="199861" y="41498"/>
                    </a:lnTo>
                    <a:lnTo>
                      <a:pt x="198934" y="39644"/>
                    </a:lnTo>
                    <a:lnTo>
                      <a:pt x="197889" y="37814"/>
                    </a:lnTo>
                    <a:lnTo>
                      <a:pt x="196724" y="35984"/>
                    </a:lnTo>
                    <a:lnTo>
                      <a:pt x="195441" y="34178"/>
                    </a:lnTo>
                    <a:lnTo>
                      <a:pt x="194038" y="32419"/>
                    </a:lnTo>
                    <a:lnTo>
                      <a:pt x="192517" y="30684"/>
                    </a:lnTo>
                    <a:lnTo>
                      <a:pt x="190901" y="28973"/>
                    </a:lnTo>
                    <a:lnTo>
                      <a:pt x="189166" y="27285"/>
                    </a:lnTo>
                    <a:lnTo>
                      <a:pt x="187312" y="25645"/>
                    </a:lnTo>
                    <a:lnTo>
                      <a:pt x="185363" y="24029"/>
                    </a:lnTo>
                    <a:lnTo>
                      <a:pt x="183319" y="22460"/>
                    </a:lnTo>
                    <a:lnTo>
                      <a:pt x="181156" y="20915"/>
                    </a:lnTo>
                    <a:lnTo>
                      <a:pt x="178922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68"/>
                    </a:lnTo>
                    <a:lnTo>
                      <a:pt x="163497" y="11456"/>
                    </a:lnTo>
                    <a:lnTo>
                      <a:pt x="160645" y="10315"/>
                    </a:lnTo>
                    <a:lnTo>
                      <a:pt x="157722" y="9198"/>
                    </a:lnTo>
                    <a:lnTo>
                      <a:pt x="154727" y="8176"/>
                    </a:lnTo>
                    <a:lnTo>
                      <a:pt x="151661" y="7178"/>
                    </a:lnTo>
                    <a:lnTo>
                      <a:pt x="148547" y="6275"/>
                    </a:lnTo>
                    <a:lnTo>
                      <a:pt x="145362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21"/>
                    </a:lnTo>
                    <a:lnTo>
                      <a:pt x="121785" y="1117"/>
                    </a:lnTo>
                    <a:lnTo>
                      <a:pt x="118291" y="761"/>
                    </a:lnTo>
                    <a:lnTo>
                      <a:pt x="114774" y="475"/>
                    </a:lnTo>
                    <a:lnTo>
                      <a:pt x="111232" y="261"/>
                    </a:lnTo>
                    <a:lnTo>
                      <a:pt x="107667" y="95"/>
                    </a:lnTo>
                    <a:lnTo>
                      <a:pt x="104126" y="24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54" y="166"/>
                    </a:lnTo>
                    <a:lnTo>
                      <a:pt x="89889" y="357"/>
                    </a:lnTo>
                    <a:lnTo>
                      <a:pt x="86371" y="618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914" y="1759"/>
                    </a:lnTo>
                    <a:lnTo>
                      <a:pt x="72467" y="2282"/>
                    </a:lnTo>
                    <a:lnTo>
                      <a:pt x="69069" y="2876"/>
                    </a:lnTo>
                    <a:lnTo>
                      <a:pt x="65717" y="3518"/>
                    </a:lnTo>
                    <a:lnTo>
                      <a:pt x="62414" y="4231"/>
                    </a:lnTo>
                    <a:lnTo>
                      <a:pt x="59157" y="4991"/>
                    </a:lnTo>
                    <a:lnTo>
                      <a:pt x="55949" y="5823"/>
                    </a:lnTo>
                    <a:lnTo>
                      <a:pt x="52788" y="6726"/>
                    </a:lnTo>
                    <a:lnTo>
                      <a:pt x="49698" y="7677"/>
                    </a:lnTo>
                    <a:lnTo>
                      <a:pt x="46656" y="8675"/>
                    </a:lnTo>
                    <a:lnTo>
                      <a:pt x="43709" y="9745"/>
                    </a:lnTo>
                    <a:lnTo>
                      <a:pt x="40809" y="10862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70"/>
                    </a:lnTo>
                    <a:lnTo>
                      <a:pt x="30018" y="15900"/>
                    </a:lnTo>
                    <a:lnTo>
                      <a:pt x="27547" y="17279"/>
                    </a:lnTo>
                    <a:lnTo>
                      <a:pt x="25146" y="18705"/>
                    </a:lnTo>
                    <a:lnTo>
                      <a:pt x="22841" y="20179"/>
                    </a:lnTo>
                    <a:lnTo>
                      <a:pt x="20630" y="21676"/>
                    </a:lnTo>
                    <a:lnTo>
                      <a:pt x="18539" y="23245"/>
                    </a:lnTo>
                    <a:lnTo>
                      <a:pt x="16542" y="24813"/>
                    </a:lnTo>
                    <a:lnTo>
                      <a:pt x="14641" y="26453"/>
                    </a:lnTo>
                    <a:lnTo>
                      <a:pt x="12858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52" y="33298"/>
                    </a:lnTo>
                    <a:lnTo>
                      <a:pt x="6798" y="35081"/>
                    </a:lnTo>
                    <a:lnTo>
                      <a:pt x="5585" y="36887"/>
                    </a:lnTo>
                    <a:lnTo>
                      <a:pt x="4468" y="38717"/>
                    </a:lnTo>
                    <a:lnTo>
                      <a:pt x="3494" y="40571"/>
                    </a:lnTo>
                    <a:lnTo>
                      <a:pt x="2614" y="42449"/>
                    </a:lnTo>
                    <a:lnTo>
                      <a:pt x="1878" y="44326"/>
                    </a:lnTo>
                    <a:lnTo>
                      <a:pt x="1260" y="46204"/>
                    </a:lnTo>
                    <a:lnTo>
                      <a:pt x="761" y="48129"/>
                    </a:lnTo>
                    <a:lnTo>
                      <a:pt x="380" y="50031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80" y="59657"/>
                    </a:lnTo>
                    <a:lnTo>
                      <a:pt x="761" y="61558"/>
                    </a:lnTo>
                    <a:lnTo>
                      <a:pt x="1260" y="63459"/>
                    </a:lnTo>
                    <a:lnTo>
                      <a:pt x="1878" y="65361"/>
                    </a:lnTo>
                    <a:lnTo>
                      <a:pt x="2614" y="67238"/>
                    </a:lnTo>
                    <a:lnTo>
                      <a:pt x="3494" y="69116"/>
                    </a:lnTo>
                    <a:lnTo>
                      <a:pt x="4468" y="70970"/>
                    </a:lnTo>
                    <a:lnTo>
                      <a:pt x="5585" y="72800"/>
                    </a:lnTo>
                    <a:lnTo>
                      <a:pt x="6798" y="74606"/>
                    </a:lnTo>
                    <a:lnTo>
                      <a:pt x="8152" y="76389"/>
                    </a:lnTo>
                    <a:lnTo>
                      <a:pt x="9602" y="78148"/>
                    </a:lnTo>
                    <a:lnTo>
                      <a:pt x="11171" y="79859"/>
                    </a:lnTo>
                    <a:lnTo>
                      <a:pt x="12858" y="81570"/>
                    </a:lnTo>
                    <a:lnTo>
                      <a:pt x="14641" y="83234"/>
                    </a:lnTo>
                    <a:lnTo>
                      <a:pt x="16542" y="84850"/>
                    </a:lnTo>
                    <a:lnTo>
                      <a:pt x="18539" y="86443"/>
                    </a:lnTo>
                    <a:lnTo>
                      <a:pt x="20630" y="88011"/>
                    </a:lnTo>
                    <a:lnTo>
                      <a:pt x="22841" y="89509"/>
                    </a:lnTo>
                    <a:lnTo>
                      <a:pt x="25146" y="90982"/>
                    </a:lnTo>
                    <a:lnTo>
                      <a:pt x="27547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37"/>
                    </a:lnTo>
                    <a:lnTo>
                      <a:pt x="40809" y="98802"/>
                    </a:lnTo>
                    <a:lnTo>
                      <a:pt x="43709" y="99943"/>
                    </a:lnTo>
                    <a:lnTo>
                      <a:pt x="46656" y="101012"/>
                    </a:lnTo>
                    <a:lnTo>
                      <a:pt x="49698" y="102010"/>
                    </a:lnTo>
                    <a:lnTo>
                      <a:pt x="52788" y="102961"/>
                    </a:lnTo>
                    <a:lnTo>
                      <a:pt x="55949" y="103864"/>
                    </a:lnTo>
                    <a:lnTo>
                      <a:pt x="59157" y="104696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406"/>
                    </a:lnTo>
                    <a:lnTo>
                      <a:pt x="75914" y="107928"/>
                    </a:lnTo>
                    <a:lnTo>
                      <a:pt x="79360" y="108380"/>
                    </a:lnTo>
                    <a:lnTo>
                      <a:pt x="82854" y="108760"/>
                    </a:lnTo>
                    <a:lnTo>
                      <a:pt x="86371" y="109069"/>
                    </a:lnTo>
                    <a:lnTo>
                      <a:pt x="89889" y="109331"/>
                    </a:lnTo>
                    <a:lnTo>
                      <a:pt x="93454" y="109521"/>
                    </a:lnTo>
                    <a:lnTo>
                      <a:pt x="96995" y="109640"/>
                    </a:lnTo>
                    <a:lnTo>
                      <a:pt x="100561" y="109687"/>
                    </a:lnTo>
                    <a:lnTo>
                      <a:pt x="104126" y="109664"/>
                    </a:lnTo>
                    <a:lnTo>
                      <a:pt x="107667" y="109592"/>
                    </a:lnTo>
                    <a:lnTo>
                      <a:pt x="111232" y="109426"/>
                    </a:lnTo>
                    <a:lnTo>
                      <a:pt x="114774" y="109212"/>
                    </a:lnTo>
                    <a:lnTo>
                      <a:pt x="118291" y="108927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02"/>
                    </a:lnTo>
                    <a:lnTo>
                      <a:pt x="138826" y="105837"/>
                    </a:lnTo>
                    <a:lnTo>
                      <a:pt x="142106" y="105076"/>
                    </a:lnTo>
                    <a:lnTo>
                      <a:pt x="145362" y="104292"/>
                    </a:lnTo>
                    <a:lnTo>
                      <a:pt x="148547" y="103413"/>
                    </a:lnTo>
                    <a:lnTo>
                      <a:pt x="151661" y="102509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31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76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922" y="90269"/>
                    </a:lnTo>
                    <a:lnTo>
                      <a:pt x="181156" y="88772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68"/>
                    </a:lnTo>
                    <a:lnTo>
                      <a:pt x="195441" y="75486"/>
                    </a:lnTo>
                    <a:lnTo>
                      <a:pt x="196724" y="73703"/>
                    </a:lnTo>
                    <a:lnTo>
                      <a:pt x="197889" y="71873"/>
                    </a:lnTo>
                    <a:lnTo>
                      <a:pt x="198934" y="70043"/>
                    </a:lnTo>
                    <a:lnTo>
                      <a:pt x="199861" y="68189"/>
                    </a:lnTo>
                    <a:lnTo>
                      <a:pt x="200670" y="66311"/>
                    </a:lnTo>
                    <a:lnTo>
                      <a:pt x="201359" y="64410"/>
                    </a:lnTo>
                    <a:lnTo>
                      <a:pt x="201905" y="62509"/>
                    </a:lnTo>
                    <a:lnTo>
                      <a:pt x="202333" y="60607"/>
                    </a:lnTo>
                    <a:lnTo>
                      <a:pt x="202666" y="58682"/>
                    </a:lnTo>
                    <a:lnTo>
                      <a:pt x="202856" y="56757"/>
                    </a:lnTo>
                    <a:close/>
                  </a:path>
                </a:pathLst>
              </a:custGeom>
              <a:solidFill>
                <a:srgbClr val="D7C2F0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795" name="Graphic 2">
                <a:extLst>
                  <a:ext uri="{FF2B5EF4-FFF2-40B4-BE49-F238E27FC236}">
                    <a16:creationId xmlns:a16="http://schemas.microsoft.com/office/drawing/2014/main" id="{C485517C-8C1E-802C-3C74-34B134E9C1A9}"/>
                  </a:ext>
                </a:extLst>
              </p:cNvPr>
              <p:cNvGrpSpPr/>
              <p:nvPr/>
            </p:nvGrpSpPr>
            <p:grpSpPr>
              <a:xfrm>
                <a:off x="2145316" y="828216"/>
                <a:ext cx="221513" cy="52193"/>
                <a:chOff x="3421648" y="828216"/>
                <a:chExt cx="221513" cy="52193"/>
              </a:xfrm>
              <a:solidFill>
                <a:srgbClr val="000000"/>
              </a:solidFill>
            </p:grpSpPr>
            <p:sp>
              <p:nvSpPr>
                <p:cNvPr id="3608" name="Freeform 3607">
                  <a:extLst>
                    <a:ext uri="{FF2B5EF4-FFF2-40B4-BE49-F238E27FC236}">
                      <a16:creationId xmlns:a16="http://schemas.microsoft.com/office/drawing/2014/main" id="{C9AF0BD7-69E8-CA53-9735-E0D3187C96CE}"/>
                    </a:ext>
                  </a:extLst>
                </p:cNvPr>
                <p:cNvSpPr/>
                <p:nvPr/>
              </p:nvSpPr>
              <p:spPr>
                <a:xfrm>
                  <a:off x="3421648" y="832019"/>
                  <a:ext cx="19964" cy="48390"/>
                </a:xfrm>
                <a:custGeom>
                  <a:avLst/>
                  <a:gdLst>
                    <a:gd name="csX0" fmla="*/ 20527 w 19964"/>
                    <a:gd name="csY0" fmla="*/ 10222 h 48390"/>
                    <a:gd name="csX1" fmla="*/ 15108 w 19964"/>
                    <a:gd name="csY1" fmla="*/ 10222 h 48390"/>
                    <a:gd name="csX2" fmla="*/ 15108 w 19964"/>
                    <a:gd name="csY2" fmla="*/ 144 h 48390"/>
                    <a:gd name="csX3" fmla="*/ 5411 w 19964"/>
                    <a:gd name="csY3" fmla="*/ 144 h 48390"/>
                    <a:gd name="csX4" fmla="*/ 5411 w 19964"/>
                    <a:gd name="csY4" fmla="*/ 10222 h 48390"/>
                    <a:gd name="csX5" fmla="*/ 562 w 19964"/>
                    <a:gd name="csY5" fmla="*/ 10222 h 48390"/>
                    <a:gd name="csX6" fmla="*/ 562 w 19964"/>
                    <a:gd name="csY6" fmla="*/ 16687 h 48390"/>
                    <a:gd name="csX7" fmla="*/ 5411 w 19964"/>
                    <a:gd name="csY7" fmla="*/ 16687 h 48390"/>
                    <a:gd name="csX8" fmla="*/ 5411 w 19964"/>
                    <a:gd name="csY8" fmla="*/ 39694 h 48390"/>
                    <a:gd name="csX9" fmla="*/ 14918 w 19964"/>
                    <a:gd name="csY9" fmla="*/ 48535 h 48390"/>
                    <a:gd name="csX10" fmla="*/ 20527 w 19964"/>
                    <a:gd name="csY10" fmla="*/ 47775 h 48390"/>
                    <a:gd name="csX11" fmla="*/ 20527 w 19964"/>
                    <a:gd name="csY11" fmla="*/ 40930 h 48390"/>
                    <a:gd name="csX12" fmla="*/ 18245 w 19964"/>
                    <a:gd name="csY12" fmla="*/ 41120 h 48390"/>
                    <a:gd name="csX13" fmla="*/ 15108 w 19964"/>
                    <a:gd name="csY13" fmla="*/ 37032 h 48390"/>
                    <a:gd name="csX14" fmla="*/ 15108 w 19964"/>
                    <a:gd name="csY14" fmla="*/ 16687 h 48390"/>
                    <a:gd name="csX15" fmla="*/ 20527 w 19964"/>
                    <a:gd name="csY15" fmla="*/ 16687 h 483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19964" h="48390">
                      <a:moveTo>
                        <a:pt x="20527" y="10222"/>
                      </a:moveTo>
                      <a:lnTo>
                        <a:pt x="15108" y="10222"/>
                      </a:lnTo>
                      <a:lnTo>
                        <a:pt x="15108" y="144"/>
                      </a:lnTo>
                      <a:lnTo>
                        <a:pt x="5411" y="144"/>
                      </a:lnTo>
                      <a:lnTo>
                        <a:pt x="5411" y="10222"/>
                      </a:lnTo>
                      <a:lnTo>
                        <a:pt x="562" y="10222"/>
                      </a:lnTo>
                      <a:lnTo>
                        <a:pt x="562" y="16687"/>
                      </a:lnTo>
                      <a:lnTo>
                        <a:pt x="5411" y="16687"/>
                      </a:lnTo>
                      <a:lnTo>
                        <a:pt x="5411" y="39694"/>
                      </a:lnTo>
                      <a:cubicBezTo>
                        <a:pt x="5411" y="45588"/>
                        <a:pt x="8453" y="48535"/>
                        <a:pt x="14918" y="48535"/>
                      </a:cubicBezTo>
                      <a:cubicBezTo>
                        <a:pt x="17104" y="48535"/>
                        <a:pt x="18721" y="48345"/>
                        <a:pt x="20527" y="47775"/>
                      </a:cubicBezTo>
                      <a:lnTo>
                        <a:pt x="20527" y="40930"/>
                      </a:lnTo>
                      <a:cubicBezTo>
                        <a:pt x="19576" y="41120"/>
                        <a:pt x="19006" y="41120"/>
                        <a:pt x="18245" y="41120"/>
                      </a:cubicBezTo>
                      <a:cubicBezTo>
                        <a:pt x="15678" y="41120"/>
                        <a:pt x="15108" y="40359"/>
                        <a:pt x="15108" y="37032"/>
                      </a:cubicBezTo>
                      <a:lnTo>
                        <a:pt x="15108" y="16687"/>
                      </a:lnTo>
                      <a:lnTo>
                        <a:pt x="20527" y="1668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9" name="Freeform 3608">
                  <a:extLst>
                    <a:ext uri="{FF2B5EF4-FFF2-40B4-BE49-F238E27FC236}">
                      <a16:creationId xmlns:a16="http://schemas.microsoft.com/office/drawing/2014/main" id="{214A4CD2-D562-C8FC-6C88-DC5746B6E48A}"/>
                    </a:ext>
                  </a:extLst>
                </p:cNvPr>
                <p:cNvSpPr/>
                <p:nvPr/>
              </p:nvSpPr>
              <p:spPr>
                <a:xfrm>
                  <a:off x="3449218" y="840670"/>
                  <a:ext cx="53049" cy="38123"/>
                </a:xfrm>
                <a:custGeom>
                  <a:avLst/>
                  <a:gdLst>
                    <a:gd name="csX0" fmla="*/ 566 w 53049"/>
                    <a:gd name="csY0" fmla="*/ 810 h 38123"/>
                    <a:gd name="csX1" fmla="*/ 566 w 53049"/>
                    <a:gd name="csY1" fmla="*/ 38268 h 38123"/>
                    <a:gd name="csX2" fmla="*/ 10263 w 53049"/>
                    <a:gd name="csY2" fmla="*/ 38268 h 38123"/>
                    <a:gd name="csX3" fmla="*/ 10263 w 53049"/>
                    <a:gd name="csY3" fmla="*/ 15736 h 38123"/>
                    <a:gd name="csX4" fmla="*/ 16918 w 53049"/>
                    <a:gd name="csY4" fmla="*/ 8416 h 38123"/>
                    <a:gd name="csX5" fmla="*/ 22242 w 53049"/>
                    <a:gd name="csY5" fmla="*/ 13264 h 38123"/>
                    <a:gd name="csX6" fmla="*/ 22242 w 53049"/>
                    <a:gd name="csY6" fmla="*/ 38268 h 38123"/>
                    <a:gd name="csX7" fmla="*/ 31939 w 53049"/>
                    <a:gd name="csY7" fmla="*/ 38268 h 38123"/>
                    <a:gd name="csX8" fmla="*/ 31939 w 53049"/>
                    <a:gd name="csY8" fmla="*/ 15736 h 38123"/>
                    <a:gd name="csX9" fmla="*/ 38594 w 53049"/>
                    <a:gd name="csY9" fmla="*/ 8416 h 38123"/>
                    <a:gd name="csX10" fmla="*/ 43823 w 53049"/>
                    <a:gd name="csY10" fmla="*/ 13264 h 38123"/>
                    <a:gd name="csX11" fmla="*/ 43823 w 53049"/>
                    <a:gd name="csY11" fmla="*/ 38268 h 38123"/>
                    <a:gd name="csX12" fmla="*/ 53615 w 53049"/>
                    <a:gd name="csY12" fmla="*/ 38268 h 38123"/>
                    <a:gd name="csX13" fmla="*/ 53615 w 53049"/>
                    <a:gd name="csY13" fmla="*/ 11743 h 38123"/>
                    <a:gd name="csX14" fmla="*/ 41637 w 53049"/>
                    <a:gd name="csY14" fmla="*/ 144 h 38123"/>
                    <a:gd name="csX15" fmla="*/ 30703 w 53049"/>
                    <a:gd name="csY15" fmla="*/ 5754 h 38123"/>
                    <a:gd name="csX16" fmla="*/ 20436 w 53049"/>
                    <a:gd name="csY16" fmla="*/ 144 h 38123"/>
                    <a:gd name="csX17" fmla="*/ 10168 w 53049"/>
                    <a:gd name="csY17" fmla="*/ 5468 h 38123"/>
                    <a:gd name="csX18" fmla="*/ 10168 w 53049"/>
                    <a:gd name="csY18" fmla="*/ 810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53049" h="38123">
                      <a:moveTo>
                        <a:pt x="566" y="810"/>
                      </a:moveTo>
                      <a:lnTo>
                        <a:pt x="566" y="38268"/>
                      </a:lnTo>
                      <a:lnTo>
                        <a:pt x="10263" y="38268"/>
                      </a:lnTo>
                      <a:lnTo>
                        <a:pt x="10263" y="15736"/>
                      </a:lnTo>
                      <a:cubicBezTo>
                        <a:pt x="10263" y="11173"/>
                        <a:pt x="12735" y="8416"/>
                        <a:pt x="16918" y="8416"/>
                      </a:cubicBezTo>
                      <a:cubicBezTo>
                        <a:pt x="20151" y="8416"/>
                        <a:pt x="22242" y="10317"/>
                        <a:pt x="22242" y="13264"/>
                      </a:cubicBezTo>
                      <a:lnTo>
                        <a:pt x="22242" y="38268"/>
                      </a:lnTo>
                      <a:lnTo>
                        <a:pt x="31939" y="38268"/>
                      </a:lnTo>
                      <a:lnTo>
                        <a:pt x="31939" y="15736"/>
                      </a:lnTo>
                      <a:cubicBezTo>
                        <a:pt x="31939" y="11173"/>
                        <a:pt x="34411" y="8416"/>
                        <a:pt x="38594" y="8416"/>
                      </a:cubicBezTo>
                      <a:cubicBezTo>
                        <a:pt x="41827" y="8416"/>
                        <a:pt x="43823" y="10317"/>
                        <a:pt x="43823" y="13264"/>
                      </a:cubicBezTo>
                      <a:lnTo>
                        <a:pt x="43823" y="38268"/>
                      </a:lnTo>
                      <a:lnTo>
                        <a:pt x="53615" y="38268"/>
                      </a:lnTo>
                      <a:lnTo>
                        <a:pt x="53615" y="11743"/>
                      </a:lnTo>
                      <a:cubicBezTo>
                        <a:pt x="53615" y="4423"/>
                        <a:pt x="49147" y="144"/>
                        <a:pt x="41637" y="144"/>
                      </a:cubicBezTo>
                      <a:cubicBezTo>
                        <a:pt x="36883" y="144"/>
                        <a:pt x="33556" y="1856"/>
                        <a:pt x="30703" y="5754"/>
                      </a:cubicBezTo>
                      <a:cubicBezTo>
                        <a:pt x="28897" y="2141"/>
                        <a:pt x="25094" y="144"/>
                        <a:pt x="20436" y="144"/>
                      </a:cubicBezTo>
                      <a:cubicBezTo>
                        <a:pt x="16158" y="144"/>
                        <a:pt x="13401" y="1570"/>
                        <a:pt x="10168" y="5468"/>
                      </a:cubicBezTo>
                      <a:lnTo>
                        <a:pt x="10168" y="8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11" name="Freeform 3610">
                  <a:extLst>
                    <a:ext uri="{FF2B5EF4-FFF2-40B4-BE49-F238E27FC236}">
                      <a16:creationId xmlns:a16="http://schemas.microsoft.com/office/drawing/2014/main" id="{69582181-A0EE-9EE3-8EF9-8B26F3E1AF9E}"/>
                    </a:ext>
                  </a:extLst>
                </p:cNvPr>
                <p:cNvSpPr/>
                <p:nvPr/>
              </p:nvSpPr>
              <p:spPr>
                <a:xfrm>
                  <a:off x="3506830" y="832019"/>
                  <a:ext cx="19964" cy="48390"/>
                </a:xfrm>
                <a:custGeom>
                  <a:avLst/>
                  <a:gdLst>
                    <a:gd name="csX0" fmla="*/ 20541 w 19964"/>
                    <a:gd name="csY0" fmla="*/ 10222 h 48390"/>
                    <a:gd name="csX1" fmla="*/ 15122 w 19964"/>
                    <a:gd name="csY1" fmla="*/ 10222 h 48390"/>
                    <a:gd name="csX2" fmla="*/ 15122 w 19964"/>
                    <a:gd name="csY2" fmla="*/ 144 h 48390"/>
                    <a:gd name="csX3" fmla="*/ 5425 w 19964"/>
                    <a:gd name="csY3" fmla="*/ 144 h 48390"/>
                    <a:gd name="csX4" fmla="*/ 5425 w 19964"/>
                    <a:gd name="csY4" fmla="*/ 10222 h 48390"/>
                    <a:gd name="csX5" fmla="*/ 576 w 19964"/>
                    <a:gd name="csY5" fmla="*/ 10222 h 48390"/>
                    <a:gd name="csX6" fmla="*/ 576 w 19964"/>
                    <a:gd name="csY6" fmla="*/ 16687 h 48390"/>
                    <a:gd name="csX7" fmla="*/ 5425 w 19964"/>
                    <a:gd name="csY7" fmla="*/ 16687 h 48390"/>
                    <a:gd name="csX8" fmla="*/ 5425 w 19964"/>
                    <a:gd name="csY8" fmla="*/ 39694 h 48390"/>
                    <a:gd name="csX9" fmla="*/ 14932 w 19964"/>
                    <a:gd name="csY9" fmla="*/ 48535 h 48390"/>
                    <a:gd name="csX10" fmla="*/ 20541 w 19964"/>
                    <a:gd name="csY10" fmla="*/ 47775 h 48390"/>
                    <a:gd name="csX11" fmla="*/ 20541 w 19964"/>
                    <a:gd name="csY11" fmla="*/ 40930 h 48390"/>
                    <a:gd name="csX12" fmla="*/ 18259 w 19964"/>
                    <a:gd name="csY12" fmla="*/ 41120 h 48390"/>
                    <a:gd name="csX13" fmla="*/ 15122 w 19964"/>
                    <a:gd name="csY13" fmla="*/ 37032 h 48390"/>
                    <a:gd name="csX14" fmla="*/ 15122 w 19964"/>
                    <a:gd name="csY14" fmla="*/ 16687 h 48390"/>
                    <a:gd name="csX15" fmla="*/ 20541 w 19964"/>
                    <a:gd name="csY15" fmla="*/ 16687 h 483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19964" h="48390">
                      <a:moveTo>
                        <a:pt x="20541" y="10222"/>
                      </a:moveTo>
                      <a:lnTo>
                        <a:pt x="15122" y="10222"/>
                      </a:lnTo>
                      <a:lnTo>
                        <a:pt x="15122" y="144"/>
                      </a:lnTo>
                      <a:lnTo>
                        <a:pt x="5425" y="144"/>
                      </a:lnTo>
                      <a:lnTo>
                        <a:pt x="5425" y="10222"/>
                      </a:lnTo>
                      <a:lnTo>
                        <a:pt x="576" y="10222"/>
                      </a:lnTo>
                      <a:lnTo>
                        <a:pt x="576" y="16687"/>
                      </a:lnTo>
                      <a:lnTo>
                        <a:pt x="5425" y="16687"/>
                      </a:lnTo>
                      <a:lnTo>
                        <a:pt x="5425" y="39694"/>
                      </a:lnTo>
                      <a:cubicBezTo>
                        <a:pt x="5425" y="45588"/>
                        <a:pt x="8467" y="48535"/>
                        <a:pt x="14932" y="48535"/>
                      </a:cubicBezTo>
                      <a:cubicBezTo>
                        <a:pt x="17118" y="48535"/>
                        <a:pt x="18735" y="48345"/>
                        <a:pt x="20541" y="47775"/>
                      </a:cubicBezTo>
                      <a:lnTo>
                        <a:pt x="20541" y="40930"/>
                      </a:lnTo>
                      <a:cubicBezTo>
                        <a:pt x="19590" y="41120"/>
                        <a:pt x="19020" y="41120"/>
                        <a:pt x="18259" y="41120"/>
                      </a:cubicBezTo>
                      <a:cubicBezTo>
                        <a:pt x="15692" y="41120"/>
                        <a:pt x="15122" y="40359"/>
                        <a:pt x="15122" y="37032"/>
                      </a:cubicBezTo>
                      <a:lnTo>
                        <a:pt x="15122" y="16687"/>
                      </a:lnTo>
                      <a:lnTo>
                        <a:pt x="20541" y="1668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12" name="Freeform 3611">
                  <a:extLst>
                    <a:ext uri="{FF2B5EF4-FFF2-40B4-BE49-F238E27FC236}">
                      <a16:creationId xmlns:a16="http://schemas.microsoft.com/office/drawing/2014/main" id="{7BC6E9CE-3227-8735-8869-2EA40EC9E819}"/>
                    </a:ext>
                  </a:extLst>
                </p:cNvPr>
                <p:cNvSpPr/>
                <p:nvPr/>
              </p:nvSpPr>
              <p:spPr>
                <a:xfrm>
                  <a:off x="3532595" y="840670"/>
                  <a:ext cx="33845" cy="39739"/>
                </a:xfrm>
                <a:custGeom>
                  <a:avLst/>
                  <a:gdLst>
                    <a:gd name="csX0" fmla="*/ 34425 w 33845"/>
                    <a:gd name="csY0" fmla="*/ 14785 h 39739"/>
                    <a:gd name="csX1" fmla="*/ 18263 w 33845"/>
                    <a:gd name="csY1" fmla="*/ 144 h 39739"/>
                    <a:gd name="csX2" fmla="*/ 580 w 33845"/>
                    <a:gd name="csY2" fmla="*/ 20299 h 39739"/>
                    <a:gd name="csX3" fmla="*/ 18168 w 33845"/>
                    <a:gd name="csY3" fmla="*/ 39884 h 39739"/>
                    <a:gd name="csX4" fmla="*/ 34425 w 33845"/>
                    <a:gd name="csY4" fmla="*/ 25243 h 39739"/>
                    <a:gd name="csX5" fmla="*/ 25108 w 33845"/>
                    <a:gd name="csY5" fmla="*/ 25243 h 39739"/>
                    <a:gd name="csX6" fmla="*/ 18168 w 33845"/>
                    <a:gd name="csY6" fmla="*/ 31993 h 39739"/>
                    <a:gd name="csX7" fmla="*/ 10277 w 33845"/>
                    <a:gd name="csY7" fmla="*/ 20299 h 39739"/>
                    <a:gd name="csX8" fmla="*/ 12179 w 33845"/>
                    <a:gd name="csY8" fmla="*/ 11173 h 39739"/>
                    <a:gd name="csX9" fmla="*/ 18168 w 33845"/>
                    <a:gd name="csY9" fmla="*/ 8035 h 39739"/>
                    <a:gd name="csX10" fmla="*/ 25108 w 33845"/>
                    <a:gd name="csY10" fmla="*/ 14785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425" y="14785"/>
                      </a:moveTo>
                      <a:cubicBezTo>
                        <a:pt x="33760" y="5659"/>
                        <a:pt x="27675" y="144"/>
                        <a:pt x="18263" y="144"/>
                      </a:cubicBezTo>
                      <a:cubicBezTo>
                        <a:pt x="7045" y="144"/>
                        <a:pt x="580" y="7560"/>
                        <a:pt x="580" y="20299"/>
                      </a:cubicBezTo>
                      <a:cubicBezTo>
                        <a:pt x="580" y="32658"/>
                        <a:pt x="7045" y="39884"/>
                        <a:pt x="18168" y="39884"/>
                      </a:cubicBezTo>
                      <a:cubicBezTo>
                        <a:pt x="27200" y="39884"/>
                        <a:pt x="33570" y="34275"/>
                        <a:pt x="34425" y="25243"/>
                      </a:cubicBezTo>
                      <a:lnTo>
                        <a:pt x="25108" y="25243"/>
                      </a:lnTo>
                      <a:cubicBezTo>
                        <a:pt x="23967" y="30187"/>
                        <a:pt x="21971" y="31993"/>
                        <a:pt x="18168" y="31993"/>
                      </a:cubicBezTo>
                      <a:cubicBezTo>
                        <a:pt x="13225" y="31993"/>
                        <a:pt x="10277" y="27620"/>
                        <a:pt x="10277" y="20299"/>
                      </a:cubicBezTo>
                      <a:cubicBezTo>
                        <a:pt x="10277" y="16687"/>
                        <a:pt x="10943" y="13454"/>
                        <a:pt x="12179" y="11173"/>
                      </a:cubicBezTo>
                      <a:cubicBezTo>
                        <a:pt x="13225" y="9081"/>
                        <a:pt x="15411" y="8035"/>
                        <a:pt x="18168" y="8035"/>
                      </a:cubicBezTo>
                      <a:cubicBezTo>
                        <a:pt x="22161" y="8035"/>
                        <a:pt x="24063" y="9842"/>
                        <a:pt x="25108" y="147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13" name="Freeform 3612">
                  <a:extLst>
                    <a:ext uri="{FF2B5EF4-FFF2-40B4-BE49-F238E27FC236}">
                      <a16:creationId xmlns:a16="http://schemas.microsoft.com/office/drawing/2014/main" id="{478AFAB1-77A4-D5D1-AEC2-5E240AC58EB2}"/>
                    </a:ext>
                  </a:extLst>
                </p:cNvPr>
                <p:cNvSpPr/>
                <p:nvPr/>
              </p:nvSpPr>
              <p:spPr>
                <a:xfrm>
                  <a:off x="3568816" y="828501"/>
                  <a:ext cx="33654" cy="50292"/>
                </a:xfrm>
                <a:custGeom>
                  <a:avLst/>
                  <a:gdLst>
                    <a:gd name="csX0" fmla="*/ 34051 w 33654"/>
                    <a:gd name="csY0" fmla="*/ 41785 h 50292"/>
                    <a:gd name="csX1" fmla="*/ 13135 w 33654"/>
                    <a:gd name="csY1" fmla="*/ 41785 h 50292"/>
                    <a:gd name="csX2" fmla="*/ 23213 w 33654"/>
                    <a:gd name="csY2" fmla="*/ 32468 h 50292"/>
                    <a:gd name="csX3" fmla="*/ 34241 w 33654"/>
                    <a:gd name="csY3" fmla="*/ 15831 h 50292"/>
                    <a:gd name="csX4" fmla="*/ 17414 w 33654"/>
                    <a:gd name="csY4" fmla="*/ 144 h 50292"/>
                    <a:gd name="csX5" fmla="*/ 1157 w 33654"/>
                    <a:gd name="csY5" fmla="*/ 16592 h 50292"/>
                    <a:gd name="csX6" fmla="*/ 1157 w 33654"/>
                    <a:gd name="csY6" fmla="*/ 18398 h 50292"/>
                    <a:gd name="csX7" fmla="*/ 10569 w 33654"/>
                    <a:gd name="csY7" fmla="*/ 18398 h 50292"/>
                    <a:gd name="csX8" fmla="*/ 10569 w 33654"/>
                    <a:gd name="csY8" fmla="*/ 16782 h 50292"/>
                    <a:gd name="csX9" fmla="*/ 17604 w 33654"/>
                    <a:gd name="csY9" fmla="*/ 8130 h 50292"/>
                    <a:gd name="csX10" fmla="*/ 24544 w 33654"/>
                    <a:gd name="csY10" fmla="*/ 16021 h 50292"/>
                    <a:gd name="csX11" fmla="*/ 11900 w 33654"/>
                    <a:gd name="csY11" fmla="*/ 31327 h 50292"/>
                    <a:gd name="csX12" fmla="*/ 586 w 33654"/>
                    <a:gd name="csY12" fmla="*/ 50437 h 50292"/>
                    <a:gd name="csX13" fmla="*/ 34051 w 33654"/>
                    <a:gd name="csY13" fmla="*/ 50437 h 502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3654" h="50292">
                      <a:moveTo>
                        <a:pt x="34051" y="41785"/>
                      </a:moveTo>
                      <a:lnTo>
                        <a:pt x="13135" y="41785"/>
                      </a:lnTo>
                      <a:cubicBezTo>
                        <a:pt x="14466" y="39123"/>
                        <a:pt x="15988" y="37697"/>
                        <a:pt x="23213" y="32468"/>
                      </a:cubicBezTo>
                      <a:cubicBezTo>
                        <a:pt x="31769" y="26194"/>
                        <a:pt x="34241" y="22581"/>
                        <a:pt x="34241" y="15831"/>
                      </a:cubicBezTo>
                      <a:cubicBezTo>
                        <a:pt x="34241" y="6324"/>
                        <a:pt x="27681" y="144"/>
                        <a:pt x="17414" y="144"/>
                      </a:cubicBezTo>
                      <a:cubicBezTo>
                        <a:pt x="7146" y="144"/>
                        <a:pt x="1157" y="6229"/>
                        <a:pt x="1157" y="16592"/>
                      </a:cubicBezTo>
                      <a:lnTo>
                        <a:pt x="1157" y="18398"/>
                      </a:lnTo>
                      <a:lnTo>
                        <a:pt x="10569" y="18398"/>
                      </a:lnTo>
                      <a:lnTo>
                        <a:pt x="10569" y="16782"/>
                      </a:lnTo>
                      <a:cubicBezTo>
                        <a:pt x="10569" y="11268"/>
                        <a:pt x="13135" y="8130"/>
                        <a:pt x="17604" y="8130"/>
                      </a:cubicBezTo>
                      <a:cubicBezTo>
                        <a:pt x="21882" y="8130"/>
                        <a:pt x="24544" y="11078"/>
                        <a:pt x="24544" y="16021"/>
                      </a:cubicBezTo>
                      <a:cubicBezTo>
                        <a:pt x="24544" y="21535"/>
                        <a:pt x="22833" y="23532"/>
                        <a:pt x="11900" y="31327"/>
                      </a:cubicBezTo>
                      <a:cubicBezTo>
                        <a:pt x="3533" y="36937"/>
                        <a:pt x="966" y="41310"/>
                        <a:pt x="586" y="50437"/>
                      </a:cubicBezTo>
                      <a:lnTo>
                        <a:pt x="34051" y="504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14" name="Freeform 3613">
                  <a:extLst>
                    <a:ext uri="{FF2B5EF4-FFF2-40B4-BE49-F238E27FC236}">
                      <a16:creationId xmlns:a16="http://schemas.microsoft.com/office/drawing/2014/main" id="{60739EAF-2AF0-7228-58CF-66B92DDEB756}"/>
                    </a:ext>
                  </a:extLst>
                </p:cNvPr>
                <p:cNvSpPr/>
                <p:nvPr/>
              </p:nvSpPr>
              <p:spPr>
                <a:xfrm>
                  <a:off x="3607320" y="828216"/>
                  <a:ext cx="35841" cy="52193"/>
                </a:xfrm>
                <a:custGeom>
                  <a:avLst/>
                  <a:gdLst>
                    <a:gd name="csX0" fmla="*/ 592 w 35841"/>
                    <a:gd name="csY0" fmla="*/ 144 h 52193"/>
                    <a:gd name="csX1" fmla="*/ 592 w 35841"/>
                    <a:gd name="csY1" fmla="*/ 50722 h 52193"/>
                    <a:gd name="csX2" fmla="*/ 10289 w 35841"/>
                    <a:gd name="csY2" fmla="*/ 50722 h 52193"/>
                    <a:gd name="csX3" fmla="*/ 10289 w 35841"/>
                    <a:gd name="csY3" fmla="*/ 46919 h 52193"/>
                    <a:gd name="csX4" fmla="*/ 20652 w 35841"/>
                    <a:gd name="csY4" fmla="*/ 52338 h 52193"/>
                    <a:gd name="csX5" fmla="*/ 36434 w 35841"/>
                    <a:gd name="csY5" fmla="*/ 32468 h 52193"/>
                    <a:gd name="csX6" fmla="*/ 32346 w 35841"/>
                    <a:gd name="csY6" fmla="*/ 18683 h 52193"/>
                    <a:gd name="csX7" fmla="*/ 20652 w 35841"/>
                    <a:gd name="csY7" fmla="*/ 12599 h 52193"/>
                    <a:gd name="csX8" fmla="*/ 10289 w 35841"/>
                    <a:gd name="csY8" fmla="*/ 18113 h 52193"/>
                    <a:gd name="csX9" fmla="*/ 10289 w 35841"/>
                    <a:gd name="csY9" fmla="*/ 144 h 52193"/>
                    <a:gd name="csX10" fmla="*/ 18465 w 35841"/>
                    <a:gd name="csY10" fmla="*/ 20775 h 52193"/>
                    <a:gd name="csX11" fmla="*/ 26737 w 35841"/>
                    <a:gd name="csY11" fmla="*/ 32563 h 52193"/>
                    <a:gd name="csX12" fmla="*/ 18465 w 35841"/>
                    <a:gd name="csY12" fmla="*/ 44162 h 52193"/>
                    <a:gd name="csX13" fmla="*/ 10289 w 35841"/>
                    <a:gd name="csY13" fmla="*/ 32373 h 52193"/>
                    <a:gd name="csX14" fmla="*/ 18465 w 35841"/>
                    <a:gd name="csY14" fmla="*/ 2077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592" y="144"/>
                      </a:moveTo>
                      <a:lnTo>
                        <a:pt x="592" y="50722"/>
                      </a:lnTo>
                      <a:lnTo>
                        <a:pt x="10289" y="50722"/>
                      </a:lnTo>
                      <a:lnTo>
                        <a:pt x="10289" y="46919"/>
                      </a:lnTo>
                      <a:cubicBezTo>
                        <a:pt x="12666" y="50627"/>
                        <a:pt x="15899" y="52338"/>
                        <a:pt x="20652" y="52338"/>
                      </a:cubicBezTo>
                      <a:cubicBezTo>
                        <a:pt x="29589" y="52338"/>
                        <a:pt x="36434" y="43782"/>
                        <a:pt x="36434" y="32468"/>
                      </a:cubicBezTo>
                      <a:cubicBezTo>
                        <a:pt x="36434" y="27430"/>
                        <a:pt x="34913" y="22296"/>
                        <a:pt x="32346" y="18683"/>
                      </a:cubicBezTo>
                      <a:cubicBezTo>
                        <a:pt x="29779" y="14975"/>
                        <a:pt x="25215" y="12599"/>
                        <a:pt x="20652" y="12599"/>
                      </a:cubicBezTo>
                      <a:cubicBezTo>
                        <a:pt x="15899" y="12599"/>
                        <a:pt x="12666" y="14310"/>
                        <a:pt x="10289" y="18113"/>
                      </a:cubicBezTo>
                      <a:lnTo>
                        <a:pt x="10289" y="144"/>
                      </a:lnTo>
                      <a:close/>
                      <a:moveTo>
                        <a:pt x="18465" y="20775"/>
                      </a:moveTo>
                      <a:cubicBezTo>
                        <a:pt x="23314" y="20775"/>
                        <a:pt x="26737" y="25623"/>
                        <a:pt x="26737" y="32563"/>
                      </a:cubicBezTo>
                      <a:cubicBezTo>
                        <a:pt x="26737" y="39408"/>
                        <a:pt x="23409" y="44162"/>
                        <a:pt x="18465" y="44162"/>
                      </a:cubicBezTo>
                      <a:cubicBezTo>
                        <a:pt x="13617" y="44162"/>
                        <a:pt x="10289" y="39504"/>
                        <a:pt x="10289" y="32373"/>
                      </a:cubicBezTo>
                      <a:cubicBezTo>
                        <a:pt x="10289" y="25433"/>
                        <a:pt x="13617" y="20775"/>
                        <a:pt x="18465" y="20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96" name="Freeform 3795">
                <a:extLst>
                  <a:ext uri="{FF2B5EF4-FFF2-40B4-BE49-F238E27FC236}">
                    <a16:creationId xmlns:a16="http://schemas.microsoft.com/office/drawing/2014/main" id="{AC0520E8-A30A-B77F-37C1-64E38BE8E633}"/>
                  </a:ext>
                </a:extLst>
              </p:cNvPr>
              <p:cNvSpPr/>
              <p:nvPr/>
            </p:nvSpPr>
            <p:spPr>
              <a:xfrm>
                <a:off x="1572280" y="1663111"/>
                <a:ext cx="343227" cy="120667"/>
              </a:xfrm>
              <a:custGeom>
                <a:avLst/>
                <a:gdLst>
                  <a:gd name="csX0" fmla="*/ 202904 w 202903"/>
                  <a:gd name="csY0" fmla="*/ 54832 h 109663"/>
                  <a:gd name="csX1" fmla="*/ 202832 w 202903"/>
                  <a:gd name="csY1" fmla="*/ 52907 h 109663"/>
                  <a:gd name="csX2" fmla="*/ 202642 w 202903"/>
                  <a:gd name="csY2" fmla="*/ 50981 h 109663"/>
                  <a:gd name="csX3" fmla="*/ 202333 w 202903"/>
                  <a:gd name="csY3" fmla="*/ 49056 h 109663"/>
                  <a:gd name="csX4" fmla="*/ 201905 w 202903"/>
                  <a:gd name="csY4" fmla="*/ 47155 h 109663"/>
                  <a:gd name="csX5" fmla="*/ 201335 w 202903"/>
                  <a:gd name="csY5" fmla="*/ 45253 h 109663"/>
                  <a:gd name="csX6" fmla="*/ 200646 w 202903"/>
                  <a:gd name="csY6" fmla="*/ 43376 h 109663"/>
                  <a:gd name="csX7" fmla="*/ 199838 w 202903"/>
                  <a:gd name="csY7" fmla="*/ 41498 h 109663"/>
                  <a:gd name="csX8" fmla="*/ 198911 w 202903"/>
                  <a:gd name="csY8" fmla="*/ 39621 h 109663"/>
                  <a:gd name="csX9" fmla="*/ 197865 w 202903"/>
                  <a:gd name="csY9" fmla="*/ 37790 h 109663"/>
                  <a:gd name="csX10" fmla="*/ 196700 w 202903"/>
                  <a:gd name="csY10" fmla="*/ 35984 h 109663"/>
                  <a:gd name="csX11" fmla="*/ 195417 w 202903"/>
                  <a:gd name="csY11" fmla="*/ 34178 h 109663"/>
                  <a:gd name="csX12" fmla="*/ 194015 w 202903"/>
                  <a:gd name="csY12" fmla="*/ 32419 h 109663"/>
                  <a:gd name="csX13" fmla="*/ 192517 w 202903"/>
                  <a:gd name="csY13" fmla="*/ 30660 h 109663"/>
                  <a:gd name="csX14" fmla="*/ 190877 w 202903"/>
                  <a:gd name="csY14" fmla="*/ 28949 h 109663"/>
                  <a:gd name="csX15" fmla="*/ 189142 w 202903"/>
                  <a:gd name="csY15" fmla="*/ 27261 h 109663"/>
                  <a:gd name="csX16" fmla="*/ 187312 w 202903"/>
                  <a:gd name="csY16" fmla="*/ 25621 h 109663"/>
                  <a:gd name="csX17" fmla="*/ 185363 w 202903"/>
                  <a:gd name="csY17" fmla="*/ 24005 h 109663"/>
                  <a:gd name="csX18" fmla="*/ 183295 w 202903"/>
                  <a:gd name="csY18" fmla="*/ 22437 h 109663"/>
                  <a:gd name="csX19" fmla="*/ 181156 w 202903"/>
                  <a:gd name="csY19" fmla="*/ 20915 h 109663"/>
                  <a:gd name="csX20" fmla="*/ 178898 w 202903"/>
                  <a:gd name="csY20" fmla="*/ 19418 h 109663"/>
                  <a:gd name="csX21" fmla="*/ 176545 w 202903"/>
                  <a:gd name="csY21" fmla="*/ 17968 h 109663"/>
                  <a:gd name="csX22" fmla="*/ 174121 w 202903"/>
                  <a:gd name="csY22" fmla="*/ 16566 h 109663"/>
                  <a:gd name="csX23" fmla="*/ 171578 w 202903"/>
                  <a:gd name="csY23" fmla="*/ 15211 h 109663"/>
                  <a:gd name="csX24" fmla="*/ 168964 w 202903"/>
                  <a:gd name="csY24" fmla="*/ 13904 h 109663"/>
                  <a:gd name="csX25" fmla="*/ 166278 w 202903"/>
                  <a:gd name="csY25" fmla="*/ 12644 h 109663"/>
                  <a:gd name="csX26" fmla="*/ 163497 w 202903"/>
                  <a:gd name="csY26" fmla="*/ 11432 h 109663"/>
                  <a:gd name="csX27" fmla="*/ 160645 w 202903"/>
                  <a:gd name="csY27" fmla="*/ 10291 h 109663"/>
                  <a:gd name="csX28" fmla="*/ 157698 w 202903"/>
                  <a:gd name="csY28" fmla="*/ 9198 h 109663"/>
                  <a:gd name="csX29" fmla="*/ 154703 w 202903"/>
                  <a:gd name="csY29" fmla="*/ 8152 h 109663"/>
                  <a:gd name="csX30" fmla="*/ 151661 w 202903"/>
                  <a:gd name="csY30" fmla="*/ 7178 h 109663"/>
                  <a:gd name="csX31" fmla="*/ 148523 w 202903"/>
                  <a:gd name="csY31" fmla="*/ 6251 h 109663"/>
                  <a:gd name="csX32" fmla="*/ 145339 w 202903"/>
                  <a:gd name="csY32" fmla="*/ 5395 h 109663"/>
                  <a:gd name="csX33" fmla="*/ 142106 w 202903"/>
                  <a:gd name="csY33" fmla="*/ 4587 h 109663"/>
                  <a:gd name="csX34" fmla="*/ 138826 w 202903"/>
                  <a:gd name="csY34" fmla="*/ 3850 h 109663"/>
                  <a:gd name="csX35" fmla="*/ 135475 w 202903"/>
                  <a:gd name="csY35" fmla="*/ 3161 h 109663"/>
                  <a:gd name="csX36" fmla="*/ 132100 w 202903"/>
                  <a:gd name="csY36" fmla="*/ 2543 h 109663"/>
                  <a:gd name="csX37" fmla="*/ 128701 w 202903"/>
                  <a:gd name="csY37" fmla="*/ 1996 h 109663"/>
                  <a:gd name="csX38" fmla="*/ 125255 w 202903"/>
                  <a:gd name="csY38" fmla="*/ 1521 h 109663"/>
                  <a:gd name="csX39" fmla="*/ 121785 w 202903"/>
                  <a:gd name="csY39" fmla="*/ 1093 h 109663"/>
                  <a:gd name="csX40" fmla="*/ 118267 w 202903"/>
                  <a:gd name="csY40" fmla="*/ 761 h 109663"/>
                  <a:gd name="csX41" fmla="*/ 114750 w 202903"/>
                  <a:gd name="csY41" fmla="*/ 452 h 109663"/>
                  <a:gd name="csX42" fmla="*/ 111208 w 202903"/>
                  <a:gd name="csY42" fmla="*/ 238 h 109663"/>
                  <a:gd name="csX43" fmla="*/ 107667 w 202903"/>
                  <a:gd name="csY43" fmla="*/ 95 h 109663"/>
                  <a:gd name="csX44" fmla="*/ 104102 w 202903"/>
                  <a:gd name="csY44" fmla="*/ 0 h 109663"/>
                  <a:gd name="csX45" fmla="*/ 100537 w 202903"/>
                  <a:gd name="csY45" fmla="*/ 0 h 109663"/>
                  <a:gd name="csX46" fmla="*/ 96972 w 202903"/>
                  <a:gd name="csY46" fmla="*/ 48 h 109663"/>
                  <a:gd name="csX47" fmla="*/ 93430 w 202903"/>
                  <a:gd name="csY47" fmla="*/ 166 h 109663"/>
                  <a:gd name="csX48" fmla="*/ 89889 w 202903"/>
                  <a:gd name="csY48" fmla="*/ 357 h 109663"/>
                  <a:gd name="csX49" fmla="*/ 86348 w 202903"/>
                  <a:gd name="csY49" fmla="*/ 594 h 109663"/>
                  <a:gd name="csX50" fmla="*/ 82854 w 202903"/>
                  <a:gd name="csY50" fmla="*/ 927 h 109663"/>
                  <a:gd name="csX51" fmla="*/ 79360 w 202903"/>
                  <a:gd name="csY51" fmla="*/ 1307 h 109663"/>
                  <a:gd name="csX52" fmla="*/ 75890 w 202903"/>
                  <a:gd name="csY52" fmla="*/ 1759 h 109663"/>
                  <a:gd name="csX53" fmla="*/ 72467 w 202903"/>
                  <a:gd name="csY53" fmla="*/ 2282 h 109663"/>
                  <a:gd name="csX54" fmla="*/ 69069 w 202903"/>
                  <a:gd name="csY54" fmla="*/ 2852 h 109663"/>
                  <a:gd name="csX55" fmla="*/ 65717 w 202903"/>
                  <a:gd name="csY55" fmla="*/ 3494 h 109663"/>
                  <a:gd name="csX56" fmla="*/ 62390 w 202903"/>
                  <a:gd name="csY56" fmla="*/ 4207 h 109663"/>
                  <a:gd name="csX57" fmla="*/ 59134 w 202903"/>
                  <a:gd name="csY57" fmla="*/ 4991 h 109663"/>
                  <a:gd name="csX58" fmla="*/ 55925 w 202903"/>
                  <a:gd name="csY58" fmla="*/ 5823 h 109663"/>
                  <a:gd name="csX59" fmla="*/ 52764 w 202903"/>
                  <a:gd name="csY59" fmla="*/ 6702 h 109663"/>
                  <a:gd name="csX60" fmla="*/ 49674 w 202903"/>
                  <a:gd name="csY60" fmla="*/ 7653 h 109663"/>
                  <a:gd name="csX61" fmla="*/ 46656 w 202903"/>
                  <a:gd name="csY61" fmla="*/ 8675 h 109663"/>
                  <a:gd name="csX62" fmla="*/ 43685 w 202903"/>
                  <a:gd name="csY62" fmla="*/ 9745 h 109663"/>
                  <a:gd name="csX63" fmla="*/ 40785 w 202903"/>
                  <a:gd name="csY63" fmla="*/ 10862 h 109663"/>
                  <a:gd name="csX64" fmla="*/ 37981 w 202903"/>
                  <a:gd name="csY64" fmla="*/ 12050 h 109663"/>
                  <a:gd name="csX65" fmla="*/ 35247 w 202903"/>
                  <a:gd name="csY65" fmla="*/ 13262 h 109663"/>
                  <a:gd name="csX66" fmla="*/ 32585 w 202903"/>
                  <a:gd name="csY66" fmla="*/ 14546 h 109663"/>
                  <a:gd name="csX67" fmla="*/ 29995 w 202903"/>
                  <a:gd name="csY67" fmla="*/ 15877 h 109663"/>
                  <a:gd name="csX68" fmla="*/ 27523 w 202903"/>
                  <a:gd name="csY68" fmla="*/ 17255 h 109663"/>
                  <a:gd name="csX69" fmla="*/ 25122 w 202903"/>
                  <a:gd name="csY69" fmla="*/ 18681 h 109663"/>
                  <a:gd name="csX70" fmla="*/ 22817 w 202903"/>
                  <a:gd name="csY70" fmla="*/ 20155 h 109663"/>
                  <a:gd name="csX71" fmla="*/ 20630 w 202903"/>
                  <a:gd name="csY71" fmla="*/ 21676 h 109663"/>
                  <a:gd name="csX72" fmla="*/ 18515 w 202903"/>
                  <a:gd name="csY72" fmla="*/ 23221 h 109663"/>
                  <a:gd name="csX73" fmla="*/ 16518 w 202903"/>
                  <a:gd name="csY73" fmla="*/ 24813 h 109663"/>
                  <a:gd name="csX74" fmla="*/ 14617 w 202903"/>
                  <a:gd name="csY74" fmla="*/ 26453 h 109663"/>
                  <a:gd name="csX75" fmla="*/ 12834 w 202903"/>
                  <a:gd name="csY75" fmla="*/ 28117 h 109663"/>
                  <a:gd name="csX76" fmla="*/ 11147 w 202903"/>
                  <a:gd name="csY76" fmla="*/ 29805 h 109663"/>
                  <a:gd name="csX77" fmla="*/ 9578 w 202903"/>
                  <a:gd name="csY77" fmla="*/ 31540 h 109663"/>
                  <a:gd name="csX78" fmla="*/ 8129 w 202903"/>
                  <a:gd name="csY78" fmla="*/ 33298 h 109663"/>
                  <a:gd name="csX79" fmla="*/ 6798 w 202903"/>
                  <a:gd name="csY79" fmla="*/ 35081 h 109663"/>
                  <a:gd name="csX80" fmla="*/ 5562 w 202903"/>
                  <a:gd name="csY80" fmla="*/ 36887 h 109663"/>
                  <a:gd name="csX81" fmla="*/ 4468 w 202903"/>
                  <a:gd name="csY81" fmla="*/ 38717 h 109663"/>
                  <a:gd name="csX82" fmla="*/ 3470 w 202903"/>
                  <a:gd name="csY82" fmla="*/ 40571 h 109663"/>
                  <a:gd name="csX83" fmla="*/ 2614 w 202903"/>
                  <a:gd name="csY83" fmla="*/ 42425 h 109663"/>
                  <a:gd name="csX84" fmla="*/ 1854 w 202903"/>
                  <a:gd name="csY84" fmla="*/ 44303 h 109663"/>
                  <a:gd name="csX85" fmla="*/ 1236 w 202903"/>
                  <a:gd name="csY85" fmla="*/ 46204 h 109663"/>
                  <a:gd name="csX86" fmla="*/ 737 w 202903"/>
                  <a:gd name="csY86" fmla="*/ 48106 h 109663"/>
                  <a:gd name="csX87" fmla="*/ 357 w 202903"/>
                  <a:gd name="csY87" fmla="*/ 50031 h 109663"/>
                  <a:gd name="csX88" fmla="*/ 119 w 202903"/>
                  <a:gd name="csY88" fmla="*/ 51956 h 109663"/>
                  <a:gd name="csX89" fmla="*/ 0 w 202903"/>
                  <a:gd name="csY89" fmla="*/ 53857 h 109663"/>
                  <a:gd name="csX90" fmla="*/ 0 w 202903"/>
                  <a:gd name="csY90" fmla="*/ 55782 h 109663"/>
                  <a:gd name="csX91" fmla="*/ 119 w 202903"/>
                  <a:gd name="csY91" fmla="*/ 57708 h 109663"/>
                  <a:gd name="csX92" fmla="*/ 357 w 202903"/>
                  <a:gd name="csY92" fmla="*/ 59633 h 109663"/>
                  <a:gd name="csX93" fmla="*/ 737 w 202903"/>
                  <a:gd name="csY93" fmla="*/ 61558 h 109663"/>
                  <a:gd name="csX94" fmla="*/ 1236 w 202903"/>
                  <a:gd name="csY94" fmla="*/ 63459 h 109663"/>
                  <a:gd name="csX95" fmla="*/ 1854 w 202903"/>
                  <a:gd name="csY95" fmla="*/ 65361 h 109663"/>
                  <a:gd name="csX96" fmla="*/ 2614 w 202903"/>
                  <a:gd name="csY96" fmla="*/ 67238 h 109663"/>
                  <a:gd name="csX97" fmla="*/ 3470 w 202903"/>
                  <a:gd name="csY97" fmla="*/ 69092 h 109663"/>
                  <a:gd name="csX98" fmla="*/ 4468 w 202903"/>
                  <a:gd name="csY98" fmla="*/ 70946 h 109663"/>
                  <a:gd name="csX99" fmla="*/ 5562 w 202903"/>
                  <a:gd name="csY99" fmla="*/ 72776 h 109663"/>
                  <a:gd name="csX100" fmla="*/ 6798 w 202903"/>
                  <a:gd name="csY100" fmla="*/ 74583 h 109663"/>
                  <a:gd name="csX101" fmla="*/ 8129 w 202903"/>
                  <a:gd name="csY101" fmla="*/ 76365 h 109663"/>
                  <a:gd name="csX102" fmla="*/ 9578 w 202903"/>
                  <a:gd name="csY102" fmla="*/ 78124 h 109663"/>
                  <a:gd name="csX103" fmla="*/ 11147 w 202903"/>
                  <a:gd name="csY103" fmla="*/ 79859 h 109663"/>
                  <a:gd name="csX104" fmla="*/ 12834 w 202903"/>
                  <a:gd name="csY104" fmla="*/ 81546 h 109663"/>
                  <a:gd name="csX105" fmla="*/ 14617 w 202903"/>
                  <a:gd name="csY105" fmla="*/ 83210 h 109663"/>
                  <a:gd name="csX106" fmla="*/ 16518 w 202903"/>
                  <a:gd name="csY106" fmla="*/ 84850 h 109663"/>
                  <a:gd name="csX107" fmla="*/ 18515 w 202903"/>
                  <a:gd name="csY107" fmla="*/ 86443 h 109663"/>
                  <a:gd name="csX108" fmla="*/ 20630 w 202903"/>
                  <a:gd name="csY108" fmla="*/ 87988 h 109663"/>
                  <a:gd name="csX109" fmla="*/ 22817 w 202903"/>
                  <a:gd name="csY109" fmla="*/ 89509 h 109663"/>
                  <a:gd name="csX110" fmla="*/ 25122 w 202903"/>
                  <a:gd name="csY110" fmla="*/ 90982 h 109663"/>
                  <a:gd name="csX111" fmla="*/ 27523 w 202903"/>
                  <a:gd name="csY111" fmla="*/ 92408 h 109663"/>
                  <a:gd name="csX112" fmla="*/ 29995 w 202903"/>
                  <a:gd name="csY112" fmla="*/ 93787 h 109663"/>
                  <a:gd name="csX113" fmla="*/ 32585 w 202903"/>
                  <a:gd name="csY113" fmla="*/ 95118 h 109663"/>
                  <a:gd name="csX114" fmla="*/ 35247 w 202903"/>
                  <a:gd name="csY114" fmla="*/ 96401 h 109663"/>
                  <a:gd name="csX115" fmla="*/ 37981 w 202903"/>
                  <a:gd name="csY115" fmla="*/ 97613 h 109663"/>
                  <a:gd name="csX116" fmla="*/ 40785 w 202903"/>
                  <a:gd name="csY116" fmla="*/ 98802 h 109663"/>
                  <a:gd name="csX117" fmla="*/ 43685 w 202903"/>
                  <a:gd name="csY117" fmla="*/ 99919 h 109663"/>
                  <a:gd name="csX118" fmla="*/ 46656 w 202903"/>
                  <a:gd name="csY118" fmla="*/ 100988 h 109663"/>
                  <a:gd name="csX119" fmla="*/ 49674 w 202903"/>
                  <a:gd name="csY119" fmla="*/ 102010 h 109663"/>
                  <a:gd name="csX120" fmla="*/ 52764 w 202903"/>
                  <a:gd name="csY120" fmla="*/ 102961 h 109663"/>
                  <a:gd name="csX121" fmla="*/ 55925 w 202903"/>
                  <a:gd name="csY121" fmla="*/ 103840 h 109663"/>
                  <a:gd name="csX122" fmla="*/ 59134 w 202903"/>
                  <a:gd name="csY122" fmla="*/ 104672 h 109663"/>
                  <a:gd name="csX123" fmla="*/ 62390 w 202903"/>
                  <a:gd name="csY123" fmla="*/ 105457 h 109663"/>
                  <a:gd name="csX124" fmla="*/ 65717 w 202903"/>
                  <a:gd name="csY124" fmla="*/ 106170 h 109663"/>
                  <a:gd name="csX125" fmla="*/ 69069 w 202903"/>
                  <a:gd name="csY125" fmla="*/ 106811 h 109663"/>
                  <a:gd name="csX126" fmla="*/ 72467 w 202903"/>
                  <a:gd name="csY126" fmla="*/ 107382 h 109663"/>
                  <a:gd name="csX127" fmla="*/ 75890 w 202903"/>
                  <a:gd name="csY127" fmla="*/ 107905 h 109663"/>
                  <a:gd name="csX128" fmla="*/ 79360 w 202903"/>
                  <a:gd name="csY128" fmla="*/ 108356 h 109663"/>
                  <a:gd name="csX129" fmla="*/ 82854 w 202903"/>
                  <a:gd name="csY129" fmla="*/ 108737 h 109663"/>
                  <a:gd name="csX130" fmla="*/ 86348 w 202903"/>
                  <a:gd name="csY130" fmla="*/ 109069 h 109663"/>
                  <a:gd name="csX131" fmla="*/ 89889 w 202903"/>
                  <a:gd name="csY131" fmla="*/ 109307 h 109663"/>
                  <a:gd name="csX132" fmla="*/ 93430 w 202903"/>
                  <a:gd name="csY132" fmla="*/ 109497 h 109663"/>
                  <a:gd name="csX133" fmla="*/ 96972 w 202903"/>
                  <a:gd name="csY133" fmla="*/ 109616 h 109663"/>
                  <a:gd name="csX134" fmla="*/ 100537 w 202903"/>
                  <a:gd name="csY134" fmla="*/ 109664 h 109663"/>
                  <a:gd name="csX135" fmla="*/ 104102 w 202903"/>
                  <a:gd name="csY135" fmla="*/ 109664 h 109663"/>
                  <a:gd name="csX136" fmla="*/ 107667 w 202903"/>
                  <a:gd name="csY136" fmla="*/ 109568 h 109663"/>
                  <a:gd name="csX137" fmla="*/ 111208 w 202903"/>
                  <a:gd name="csY137" fmla="*/ 109426 h 109663"/>
                  <a:gd name="csX138" fmla="*/ 114750 w 202903"/>
                  <a:gd name="csY138" fmla="*/ 109212 h 109663"/>
                  <a:gd name="csX139" fmla="*/ 118267 w 202903"/>
                  <a:gd name="csY139" fmla="*/ 108903 h 109663"/>
                  <a:gd name="csX140" fmla="*/ 121785 w 202903"/>
                  <a:gd name="csY140" fmla="*/ 108570 h 109663"/>
                  <a:gd name="csX141" fmla="*/ 125255 w 202903"/>
                  <a:gd name="csY141" fmla="*/ 108142 h 109663"/>
                  <a:gd name="csX142" fmla="*/ 128701 w 202903"/>
                  <a:gd name="csY142" fmla="*/ 107667 h 109663"/>
                  <a:gd name="csX143" fmla="*/ 132100 w 202903"/>
                  <a:gd name="csY143" fmla="*/ 107097 h 109663"/>
                  <a:gd name="csX144" fmla="*/ 135475 w 202903"/>
                  <a:gd name="csY144" fmla="*/ 106502 h 109663"/>
                  <a:gd name="csX145" fmla="*/ 138826 w 202903"/>
                  <a:gd name="csY145" fmla="*/ 105813 h 109663"/>
                  <a:gd name="csX146" fmla="*/ 142106 w 202903"/>
                  <a:gd name="csY146" fmla="*/ 105076 h 109663"/>
                  <a:gd name="csX147" fmla="*/ 145339 w 202903"/>
                  <a:gd name="csY147" fmla="*/ 104268 h 109663"/>
                  <a:gd name="csX148" fmla="*/ 148523 w 202903"/>
                  <a:gd name="csY148" fmla="*/ 103413 h 109663"/>
                  <a:gd name="csX149" fmla="*/ 151661 w 202903"/>
                  <a:gd name="csY149" fmla="*/ 102486 h 109663"/>
                  <a:gd name="csX150" fmla="*/ 154703 w 202903"/>
                  <a:gd name="csY150" fmla="*/ 101511 h 109663"/>
                  <a:gd name="csX151" fmla="*/ 157698 w 202903"/>
                  <a:gd name="csY151" fmla="*/ 100465 h 109663"/>
                  <a:gd name="csX152" fmla="*/ 160645 w 202903"/>
                  <a:gd name="csY152" fmla="*/ 99372 h 109663"/>
                  <a:gd name="csX153" fmla="*/ 163497 w 202903"/>
                  <a:gd name="csY153" fmla="*/ 98208 h 109663"/>
                  <a:gd name="csX154" fmla="*/ 166278 w 202903"/>
                  <a:gd name="csY154" fmla="*/ 97019 h 109663"/>
                  <a:gd name="csX155" fmla="*/ 168964 w 202903"/>
                  <a:gd name="csY155" fmla="*/ 95759 h 109663"/>
                  <a:gd name="csX156" fmla="*/ 171578 w 202903"/>
                  <a:gd name="csY156" fmla="*/ 94452 h 109663"/>
                  <a:gd name="csX157" fmla="*/ 174121 w 202903"/>
                  <a:gd name="csY157" fmla="*/ 93098 h 109663"/>
                  <a:gd name="csX158" fmla="*/ 176545 w 202903"/>
                  <a:gd name="csY158" fmla="*/ 91695 h 109663"/>
                  <a:gd name="csX159" fmla="*/ 178898 w 202903"/>
                  <a:gd name="csY159" fmla="*/ 90245 h 109663"/>
                  <a:gd name="csX160" fmla="*/ 181156 w 202903"/>
                  <a:gd name="csY160" fmla="*/ 88748 h 109663"/>
                  <a:gd name="csX161" fmla="*/ 183295 w 202903"/>
                  <a:gd name="csY161" fmla="*/ 87227 h 109663"/>
                  <a:gd name="csX162" fmla="*/ 185363 w 202903"/>
                  <a:gd name="csY162" fmla="*/ 85658 h 109663"/>
                  <a:gd name="csX163" fmla="*/ 187312 w 202903"/>
                  <a:gd name="csY163" fmla="*/ 84042 h 109663"/>
                  <a:gd name="csX164" fmla="*/ 189142 w 202903"/>
                  <a:gd name="csY164" fmla="*/ 82402 h 109663"/>
                  <a:gd name="csX165" fmla="*/ 190877 w 202903"/>
                  <a:gd name="csY165" fmla="*/ 80715 h 109663"/>
                  <a:gd name="csX166" fmla="*/ 192517 w 202903"/>
                  <a:gd name="csY166" fmla="*/ 79003 h 109663"/>
                  <a:gd name="csX167" fmla="*/ 194015 w 202903"/>
                  <a:gd name="csY167" fmla="*/ 77245 h 109663"/>
                  <a:gd name="csX168" fmla="*/ 195417 w 202903"/>
                  <a:gd name="csY168" fmla="*/ 75486 h 109663"/>
                  <a:gd name="csX169" fmla="*/ 196700 w 202903"/>
                  <a:gd name="csY169" fmla="*/ 73679 h 109663"/>
                  <a:gd name="csX170" fmla="*/ 197865 w 202903"/>
                  <a:gd name="csY170" fmla="*/ 71873 h 109663"/>
                  <a:gd name="csX171" fmla="*/ 198911 w 202903"/>
                  <a:gd name="csY171" fmla="*/ 70019 h 109663"/>
                  <a:gd name="csX172" fmla="*/ 199838 w 202903"/>
                  <a:gd name="csY172" fmla="*/ 68165 h 109663"/>
                  <a:gd name="csX173" fmla="*/ 200646 w 202903"/>
                  <a:gd name="csY173" fmla="*/ 66288 h 109663"/>
                  <a:gd name="csX174" fmla="*/ 201335 w 202903"/>
                  <a:gd name="csY174" fmla="*/ 64410 h 109663"/>
                  <a:gd name="csX175" fmla="*/ 201905 w 202903"/>
                  <a:gd name="csY175" fmla="*/ 62509 h 109663"/>
                  <a:gd name="csX176" fmla="*/ 202333 w 202903"/>
                  <a:gd name="csY176" fmla="*/ 60607 h 109663"/>
                  <a:gd name="csX177" fmla="*/ 202642 w 202903"/>
                  <a:gd name="csY177" fmla="*/ 58682 h 109663"/>
                  <a:gd name="csX178" fmla="*/ 202832 w 202903"/>
                  <a:gd name="csY178" fmla="*/ 56757 h 109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63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56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46" y="43376"/>
                    </a:lnTo>
                    <a:lnTo>
                      <a:pt x="199838" y="41498"/>
                    </a:lnTo>
                    <a:lnTo>
                      <a:pt x="198911" y="39621"/>
                    </a:lnTo>
                    <a:lnTo>
                      <a:pt x="197865" y="37790"/>
                    </a:lnTo>
                    <a:lnTo>
                      <a:pt x="196700" y="35984"/>
                    </a:lnTo>
                    <a:lnTo>
                      <a:pt x="195417" y="34178"/>
                    </a:lnTo>
                    <a:lnTo>
                      <a:pt x="194015" y="32419"/>
                    </a:lnTo>
                    <a:lnTo>
                      <a:pt x="192517" y="30660"/>
                    </a:lnTo>
                    <a:lnTo>
                      <a:pt x="190877" y="28949"/>
                    </a:lnTo>
                    <a:lnTo>
                      <a:pt x="189142" y="27261"/>
                    </a:lnTo>
                    <a:lnTo>
                      <a:pt x="187312" y="25621"/>
                    </a:lnTo>
                    <a:lnTo>
                      <a:pt x="185363" y="24005"/>
                    </a:lnTo>
                    <a:lnTo>
                      <a:pt x="183295" y="22437"/>
                    </a:lnTo>
                    <a:lnTo>
                      <a:pt x="181156" y="20915"/>
                    </a:lnTo>
                    <a:lnTo>
                      <a:pt x="178898" y="19418"/>
                    </a:lnTo>
                    <a:lnTo>
                      <a:pt x="176545" y="17968"/>
                    </a:lnTo>
                    <a:lnTo>
                      <a:pt x="174121" y="16566"/>
                    </a:lnTo>
                    <a:lnTo>
                      <a:pt x="171578" y="15211"/>
                    </a:lnTo>
                    <a:lnTo>
                      <a:pt x="168964" y="13904"/>
                    </a:lnTo>
                    <a:lnTo>
                      <a:pt x="166278" y="12644"/>
                    </a:lnTo>
                    <a:lnTo>
                      <a:pt x="163497" y="11432"/>
                    </a:lnTo>
                    <a:lnTo>
                      <a:pt x="160645" y="10291"/>
                    </a:lnTo>
                    <a:lnTo>
                      <a:pt x="157698" y="9198"/>
                    </a:lnTo>
                    <a:lnTo>
                      <a:pt x="154703" y="8152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39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75" y="3161"/>
                    </a:lnTo>
                    <a:lnTo>
                      <a:pt x="132100" y="2543"/>
                    </a:lnTo>
                    <a:lnTo>
                      <a:pt x="128701" y="1996"/>
                    </a:lnTo>
                    <a:lnTo>
                      <a:pt x="125255" y="1521"/>
                    </a:lnTo>
                    <a:lnTo>
                      <a:pt x="121785" y="1093"/>
                    </a:lnTo>
                    <a:lnTo>
                      <a:pt x="118267" y="761"/>
                    </a:lnTo>
                    <a:lnTo>
                      <a:pt x="114750" y="452"/>
                    </a:lnTo>
                    <a:lnTo>
                      <a:pt x="111208" y="238"/>
                    </a:lnTo>
                    <a:lnTo>
                      <a:pt x="107667" y="95"/>
                    </a:lnTo>
                    <a:lnTo>
                      <a:pt x="104102" y="0"/>
                    </a:lnTo>
                    <a:lnTo>
                      <a:pt x="100537" y="0"/>
                    </a:lnTo>
                    <a:lnTo>
                      <a:pt x="96972" y="48"/>
                    </a:lnTo>
                    <a:lnTo>
                      <a:pt x="93430" y="166"/>
                    </a:lnTo>
                    <a:lnTo>
                      <a:pt x="89889" y="357"/>
                    </a:lnTo>
                    <a:lnTo>
                      <a:pt x="86348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390" y="4207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64" y="6702"/>
                    </a:lnTo>
                    <a:lnTo>
                      <a:pt x="49674" y="7653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785" y="10862"/>
                    </a:lnTo>
                    <a:lnTo>
                      <a:pt x="37981" y="12050"/>
                    </a:lnTo>
                    <a:lnTo>
                      <a:pt x="35247" y="13262"/>
                    </a:lnTo>
                    <a:lnTo>
                      <a:pt x="32585" y="14546"/>
                    </a:lnTo>
                    <a:lnTo>
                      <a:pt x="29995" y="15877"/>
                    </a:lnTo>
                    <a:lnTo>
                      <a:pt x="27523" y="17255"/>
                    </a:lnTo>
                    <a:lnTo>
                      <a:pt x="25122" y="18681"/>
                    </a:lnTo>
                    <a:lnTo>
                      <a:pt x="22817" y="20155"/>
                    </a:lnTo>
                    <a:lnTo>
                      <a:pt x="20630" y="21676"/>
                    </a:lnTo>
                    <a:lnTo>
                      <a:pt x="18515" y="23221"/>
                    </a:lnTo>
                    <a:lnTo>
                      <a:pt x="16518" y="24813"/>
                    </a:lnTo>
                    <a:lnTo>
                      <a:pt x="14617" y="26453"/>
                    </a:lnTo>
                    <a:lnTo>
                      <a:pt x="12834" y="28117"/>
                    </a:lnTo>
                    <a:lnTo>
                      <a:pt x="11147" y="29805"/>
                    </a:lnTo>
                    <a:lnTo>
                      <a:pt x="9578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71"/>
                    </a:lnTo>
                    <a:lnTo>
                      <a:pt x="2614" y="42425"/>
                    </a:lnTo>
                    <a:lnTo>
                      <a:pt x="1854" y="44303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57" y="50031"/>
                    </a:lnTo>
                    <a:lnTo>
                      <a:pt x="119" y="51956"/>
                    </a:lnTo>
                    <a:lnTo>
                      <a:pt x="0" y="53857"/>
                    </a:lnTo>
                    <a:lnTo>
                      <a:pt x="0" y="55782"/>
                    </a:lnTo>
                    <a:lnTo>
                      <a:pt x="119" y="57708"/>
                    </a:lnTo>
                    <a:lnTo>
                      <a:pt x="357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54" y="65361"/>
                    </a:lnTo>
                    <a:lnTo>
                      <a:pt x="2614" y="67238"/>
                    </a:lnTo>
                    <a:lnTo>
                      <a:pt x="3470" y="69092"/>
                    </a:lnTo>
                    <a:lnTo>
                      <a:pt x="4468" y="70946"/>
                    </a:lnTo>
                    <a:lnTo>
                      <a:pt x="5562" y="72776"/>
                    </a:lnTo>
                    <a:lnTo>
                      <a:pt x="6798" y="74583"/>
                    </a:lnTo>
                    <a:lnTo>
                      <a:pt x="8129" y="76365"/>
                    </a:lnTo>
                    <a:lnTo>
                      <a:pt x="9578" y="78124"/>
                    </a:lnTo>
                    <a:lnTo>
                      <a:pt x="11147" y="79859"/>
                    </a:lnTo>
                    <a:lnTo>
                      <a:pt x="12834" y="81546"/>
                    </a:lnTo>
                    <a:lnTo>
                      <a:pt x="14617" y="83210"/>
                    </a:lnTo>
                    <a:lnTo>
                      <a:pt x="16518" y="84850"/>
                    </a:lnTo>
                    <a:lnTo>
                      <a:pt x="18515" y="86443"/>
                    </a:lnTo>
                    <a:lnTo>
                      <a:pt x="20630" y="87988"/>
                    </a:lnTo>
                    <a:lnTo>
                      <a:pt x="22817" y="89509"/>
                    </a:lnTo>
                    <a:lnTo>
                      <a:pt x="25122" y="90982"/>
                    </a:lnTo>
                    <a:lnTo>
                      <a:pt x="27523" y="92408"/>
                    </a:lnTo>
                    <a:lnTo>
                      <a:pt x="29995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13"/>
                    </a:lnTo>
                    <a:lnTo>
                      <a:pt x="40785" y="98802"/>
                    </a:lnTo>
                    <a:lnTo>
                      <a:pt x="43685" y="99919"/>
                    </a:lnTo>
                    <a:lnTo>
                      <a:pt x="46656" y="100988"/>
                    </a:lnTo>
                    <a:lnTo>
                      <a:pt x="49674" y="102010"/>
                    </a:lnTo>
                    <a:lnTo>
                      <a:pt x="52764" y="102961"/>
                    </a:lnTo>
                    <a:lnTo>
                      <a:pt x="55925" y="103840"/>
                    </a:lnTo>
                    <a:lnTo>
                      <a:pt x="59134" y="104672"/>
                    </a:lnTo>
                    <a:lnTo>
                      <a:pt x="62390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382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37"/>
                    </a:lnTo>
                    <a:lnTo>
                      <a:pt x="86348" y="109069"/>
                    </a:lnTo>
                    <a:lnTo>
                      <a:pt x="89889" y="109307"/>
                    </a:lnTo>
                    <a:lnTo>
                      <a:pt x="93430" y="109497"/>
                    </a:lnTo>
                    <a:lnTo>
                      <a:pt x="96972" y="109616"/>
                    </a:lnTo>
                    <a:lnTo>
                      <a:pt x="100537" y="109664"/>
                    </a:lnTo>
                    <a:lnTo>
                      <a:pt x="104102" y="109664"/>
                    </a:lnTo>
                    <a:lnTo>
                      <a:pt x="107667" y="109568"/>
                    </a:lnTo>
                    <a:lnTo>
                      <a:pt x="111208" y="109426"/>
                    </a:lnTo>
                    <a:lnTo>
                      <a:pt x="114750" y="109212"/>
                    </a:lnTo>
                    <a:lnTo>
                      <a:pt x="118267" y="108903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00" y="107097"/>
                    </a:lnTo>
                    <a:lnTo>
                      <a:pt x="135475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39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03" y="101511"/>
                    </a:lnTo>
                    <a:lnTo>
                      <a:pt x="157698" y="100465"/>
                    </a:lnTo>
                    <a:lnTo>
                      <a:pt x="160645" y="99372"/>
                    </a:lnTo>
                    <a:lnTo>
                      <a:pt x="163497" y="98208"/>
                    </a:lnTo>
                    <a:lnTo>
                      <a:pt x="166278" y="97019"/>
                    </a:lnTo>
                    <a:lnTo>
                      <a:pt x="168964" y="95759"/>
                    </a:lnTo>
                    <a:lnTo>
                      <a:pt x="171578" y="94452"/>
                    </a:lnTo>
                    <a:lnTo>
                      <a:pt x="174121" y="93098"/>
                    </a:lnTo>
                    <a:lnTo>
                      <a:pt x="176545" y="91695"/>
                    </a:lnTo>
                    <a:lnTo>
                      <a:pt x="178898" y="90245"/>
                    </a:lnTo>
                    <a:lnTo>
                      <a:pt x="181156" y="88748"/>
                    </a:lnTo>
                    <a:lnTo>
                      <a:pt x="183295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42" y="82402"/>
                    </a:lnTo>
                    <a:lnTo>
                      <a:pt x="190877" y="80715"/>
                    </a:lnTo>
                    <a:lnTo>
                      <a:pt x="192517" y="79003"/>
                    </a:lnTo>
                    <a:lnTo>
                      <a:pt x="194015" y="77245"/>
                    </a:lnTo>
                    <a:lnTo>
                      <a:pt x="195417" y="75486"/>
                    </a:lnTo>
                    <a:lnTo>
                      <a:pt x="196700" y="73679"/>
                    </a:lnTo>
                    <a:lnTo>
                      <a:pt x="197865" y="71873"/>
                    </a:lnTo>
                    <a:lnTo>
                      <a:pt x="198911" y="70019"/>
                    </a:lnTo>
                    <a:lnTo>
                      <a:pt x="199838" y="68165"/>
                    </a:lnTo>
                    <a:lnTo>
                      <a:pt x="200646" y="66288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607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D7C2F0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797" name="Graphic 2">
                <a:extLst>
                  <a:ext uri="{FF2B5EF4-FFF2-40B4-BE49-F238E27FC236}">
                    <a16:creationId xmlns:a16="http://schemas.microsoft.com/office/drawing/2014/main" id="{19CAFF08-9040-3273-C162-2AC72E5DF454}"/>
                  </a:ext>
                </a:extLst>
              </p:cNvPr>
              <p:cNvGrpSpPr/>
              <p:nvPr/>
            </p:nvGrpSpPr>
            <p:grpSpPr>
              <a:xfrm>
                <a:off x="1586041" y="1698512"/>
                <a:ext cx="299186" cy="52193"/>
                <a:chOff x="2862373" y="1698512"/>
                <a:chExt cx="299186" cy="52193"/>
              </a:xfrm>
              <a:solidFill>
                <a:srgbClr val="000000"/>
              </a:solidFill>
            </p:grpSpPr>
            <p:sp>
              <p:nvSpPr>
                <p:cNvPr id="3600" name="Freeform 3599">
                  <a:extLst>
                    <a:ext uri="{FF2B5EF4-FFF2-40B4-BE49-F238E27FC236}">
                      <a16:creationId xmlns:a16="http://schemas.microsoft.com/office/drawing/2014/main" id="{3D38EEFD-BC33-A45B-93E2-7EB4E0D26AB1}"/>
                    </a:ext>
                  </a:extLst>
                </p:cNvPr>
                <p:cNvSpPr/>
                <p:nvPr/>
              </p:nvSpPr>
              <p:spPr>
                <a:xfrm>
                  <a:off x="2862373" y="1710967"/>
                  <a:ext cx="33845" cy="39739"/>
                </a:xfrm>
                <a:custGeom>
                  <a:avLst/>
                  <a:gdLst>
                    <a:gd name="csX0" fmla="*/ 34315 w 33845"/>
                    <a:gd name="csY0" fmla="*/ 14928 h 39739"/>
                    <a:gd name="csX1" fmla="*/ 18153 w 33845"/>
                    <a:gd name="csY1" fmla="*/ 287 h 39739"/>
                    <a:gd name="csX2" fmla="*/ 470 w 33845"/>
                    <a:gd name="csY2" fmla="*/ 20442 h 39739"/>
                    <a:gd name="csX3" fmla="*/ 18058 w 33845"/>
                    <a:gd name="csY3" fmla="*/ 40027 h 39739"/>
                    <a:gd name="csX4" fmla="*/ 34315 w 33845"/>
                    <a:gd name="csY4" fmla="*/ 25386 h 39739"/>
                    <a:gd name="csX5" fmla="*/ 24998 w 33845"/>
                    <a:gd name="csY5" fmla="*/ 25386 h 39739"/>
                    <a:gd name="csX6" fmla="*/ 18058 w 33845"/>
                    <a:gd name="csY6" fmla="*/ 32136 h 39739"/>
                    <a:gd name="csX7" fmla="*/ 10167 w 33845"/>
                    <a:gd name="csY7" fmla="*/ 20442 h 39739"/>
                    <a:gd name="csX8" fmla="*/ 12069 w 33845"/>
                    <a:gd name="csY8" fmla="*/ 11316 h 39739"/>
                    <a:gd name="csX9" fmla="*/ 18058 w 33845"/>
                    <a:gd name="csY9" fmla="*/ 8178 h 39739"/>
                    <a:gd name="csX10" fmla="*/ 24998 w 33845"/>
                    <a:gd name="csY10" fmla="*/ 1492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315" y="14928"/>
                      </a:moveTo>
                      <a:cubicBezTo>
                        <a:pt x="33650" y="5802"/>
                        <a:pt x="27565" y="287"/>
                        <a:pt x="18153" y="287"/>
                      </a:cubicBezTo>
                      <a:cubicBezTo>
                        <a:pt x="6935" y="287"/>
                        <a:pt x="470" y="7703"/>
                        <a:pt x="470" y="20442"/>
                      </a:cubicBezTo>
                      <a:cubicBezTo>
                        <a:pt x="470" y="32801"/>
                        <a:pt x="6935" y="40027"/>
                        <a:pt x="18058" y="40027"/>
                      </a:cubicBezTo>
                      <a:cubicBezTo>
                        <a:pt x="27090" y="40027"/>
                        <a:pt x="33459" y="34418"/>
                        <a:pt x="34315" y="25386"/>
                      </a:cubicBezTo>
                      <a:lnTo>
                        <a:pt x="24998" y="25386"/>
                      </a:lnTo>
                      <a:cubicBezTo>
                        <a:pt x="23857" y="30330"/>
                        <a:pt x="21861" y="32136"/>
                        <a:pt x="18058" y="32136"/>
                      </a:cubicBezTo>
                      <a:cubicBezTo>
                        <a:pt x="13114" y="32136"/>
                        <a:pt x="10167" y="27763"/>
                        <a:pt x="10167" y="20442"/>
                      </a:cubicBezTo>
                      <a:cubicBezTo>
                        <a:pt x="10167" y="16830"/>
                        <a:pt x="10833" y="13597"/>
                        <a:pt x="12069" y="11316"/>
                      </a:cubicBezTo>
                      <a:cubicBezTo>
                        <a:pt x="13114" y="9224"/>
                        <a:pt x="15301" y="8178"/>
                        <a:pt x="18058" y="8178"/>
                      </a:cubicBezTo>
                      <a:cubicBezTo>
                        <a:pt x="22051" y="8178"/>
                        <a:pt x="23952" y="9985"/>
                        <a:pt x="24998" y="149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1" name="Freeform 3600">
                  <a:extLst>
                    <a:ext uri="{FF2B5EF4-FFF2-40B4-BE49-F238E27FC236}">
                      <a16:creationId xmlns:a16="http://schemas.microsoft.com/office/drawing/2014/main" id="{CD41C073-2BA9-554A-9E83-AC5012B00880}"/>
                    </a:ext>
                  </a:extLst>
                </p:cNvPr>
                <p:cNvSpPr/>
                <p:nvPr/>
              </p:nvSpPr>
              <p:spPr>
                <a:xfrm>
                  <a:off x="2898880" y="1710967"/>
                  <a:ext cx="33845" cy="39739"/>
                </a:xfrm>
                <a:custGeom>
                  <a:avLst/>
                  <a:gdLst>
                    <a:gd name="csX0" fmla="*/ 34321 w 33845"/>
                    <a:gd name="csY0" fmla="*/ 14928 h 39739"/>
                    <a:gd name="csX1" fmla="*/ 18159 w 33845"/>
                    <a:gd name="csY1" fmla="*/ 287 h 39739"/>
                    <a:gd name="csX2" fmla="*/ 476 w 33845"/>
                    <a:gd name="csY2" fmla="*/ 20442 h 39739"/>
                    <a:gd name="csX3" fmla="*/ 18064 w 33845"/>
                    <a:gd name="csY3" fmla="*/ 40027 h 39739"/>
                    <a:gd name="csX4" fmla="*/ 34321 w 33845"/>
                    <a:gd name="csY4" fmla="*/ 25386 h 39739"/>
                    <a:gd name="csX5" fmla="*/ 25004 w 33845"/>
                    <a:gd name="csY5" fmla="*/ 25386 h 39739"/>
                    <a:gd name="csX6" fmla="*/ 18064 w 33845"/>
                    <a:gd name="csY6" fmla="*/ 32136 h 39739"/>
                    <a:gd name="csX7" fmla="*/ 10173 w 33845"/>
                    <a:gd name="csY7" fmla="*/ 20442 h 39739"/>
                    <a:gd name="csX8" fmla="*/ 12075 w 33845"/>
                    <a:gd name="csY8" fmla="*/ 11316 h 39739"/>
                    <a:gd name="csX9" fmla="*/ 18064 w 33845"/>
                    <a:gd name="csY9" fmla="*/ 8178 h 39739"/>
                    <a:gd name="csX10" fmla="*/ 25004 w 33845"/>
                    <a:gd name="csY10" fmla="*/ 1492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321" y="14928"/>
                      </a:moveTo>
                      <a:cubicBezTo>
                        <a:pt x="33656" y="5802"/>
                        <a:pt x="27571" y="287"/>
                        <a:pt x="18159" y="287"/>
                      </a:cubicBezTo>
                      <a:cubicBezTo>
                        <a:pt x="6941" y="287"/>
                        <a:pt x="476" y="7703"/>
                        <a:pt x="476" y="20442"/>
                      </a:cubicBezTo>
                      <a:cubicBezTo>
                        <a:pt x="476" y="32801"/>
                        <a:pt x="6941" y="40027"/>
                        <a:pt x="18064" y="40027"/>
                      </a:cubicBezTo>
                      <a:cubicBezTo>
                        <a:pt x="27096" y="40027"/>
                        <a:pt x="33465" y="34418"/>
                        <a:pt x="34321" y="25386"/>
                      </a:cubicBezTo>
                      <a:lnTo>
                        <a:pt x="25004" y="25386"/>
                      </a:lnTo>
                      <a:cubicBezTo>
                        <a:pt x="23863" y="30330"/>
                        <a:pt x="21867" y="32136"/>
                        <a:pt x="18064" y="32136"/>
                      </a:cubicBezTo>
                      <a:cubicBezTo>
                        <a:pt x="13120" y="32136"/>
                        <a:pt x="10173" y="27763"/>
                        <a:pt x="10173" y="20442"/>
                      </a:cubicBezTo>
                      <a:cubicBezTo>
                        <a:pt x="10173" y="16830"/>
                        <a:pt x="10839" y="13597"/>
                        <a:pt x="12075" y="11316"/>
                      </a:cubicBezTo>
                      <a:cubicBezTo>
                        <a:pt x="13120" y="9224"/>
                        <a:pt x="15307" y="8178"/>
                        <a:pt x="18064" y="8178"/>
                      </a:cubicBezTo>
                      <a:cubicBezTo>
                        <a:pt x="22057" y="8178"/>
                        <a:pt x="23958" y="9985"/>
                        <a:pt x="25004" y="149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2" name="Freeform 3601">
                  <a:extLst>
                    <a:ext uri="{FF2B5EF4-FFF2-40B4-BE49-F238E27FC236}">
                      <a16:creationId xmlns:a16="http://schemas.microsoft.com/office/drawing/2014/main" id="{BBEF960F-7A8A-5A82-3C37-13E5E3DBF5EB}"/>
                    </a:ext>
                  </a:extLst>
                </p:cNvPr>
                <p:cNvSpPr/>
                <p:nvPr/>
              </p:nvSpPr>
              <p:spPr>
                <a:xfrm>
                  <a:off x="2935007" y="1698512"/>
                  <a:ext cx="35841" cy="52193"/>
                </a:xfrm>
                <a:custGeom>
                  <a:avLst/>
                  <a:gdLst>
                    <a:gd name="csX0" fmla="*/ 26626 w 35841"/>
                    <a:gd name="csY0" fmla="*/ 50865 h 52193"/>
                    <a:gd name="csX1" fmla="*/ 36324 w 35841"/>
                    <a:gd name="csY1" fmla="*/ 50865 h 52193"/>
                    <a:gd name="csX2" fmla="*/ 36324 w 35841"/>
                    <a:gd name="csY2" fmla="*/ 287 h 52193"/>
                    <a:gd name="csX3" fmla="*/ 26626 w 35841"/>
                    <a:gd name="csY3" fmla="*/ 287 h 52193"/>
                    <a:gd name="csX4" fmla="*/ 26626 w 35841"/>
                    <a:gd name="csY4" fmla="*/ 18256 h 52193"/>
                    <a:gd name="csX5" fmla="*/ 16264 w 35841"/>
                    <a:gd name="csY5" fmla="*/ 12742 h 52193"/>
                    <a:gd name="csX6" fmla="*/ 482 w 35841"/>
                    <a:gd name="csY6" fmla="*/ 32706 h 52193"/>
                    <a:gd name="csX7" fmla="*/ 4570 w 35841"/>
                    <a:gd name="csY7" fmla="*/ 46492 h 52193"/>
                    <a:gd name="csX8" fmla="*/ 16264 w 35841"/>
                    <a:gd name="csY8" fmla="*/ 52481 h 52193"/>
                    <a:gd name="csX9" fmla="*/ 26626 w 35841"/>
                    <a:gd name="csY9" fmla="*/ 47062 h 52193"/>
                    <a:gd name="csX10" fmla="*/ 18450 w 35841"/>
                    <a:gd name="csY10" fmla="*/ 20918 h 52193"/>
                    <a:gd name="csX11" fmla="*/ 26626 w 35841"/>
                    <a:gd name="csY11" fmla="*/ 32801 h 52193"/>
                    <a:gd name="csX12" fmla="*/ 18450 w 35841"/>
                    <a:gd name="csY12" fmla="*/ 44305 h 52193"/>
                    <a:gd name="csX13" fmla="*/ 10179 w 35841"/>
                    <a:gd name="csY13" fmla="*/ 32706 h 52193"/>
                    <a:gd name="csX14" fmla="*/ 18450 w 35841"/>
                    <a:gd name="csY14" fmla="*/ 20918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26626" y="50865"/>
                      </a:moveTo>
                      <a:lnTo>
                        <a:pt x="36324" y="50865"/>
                      </a:lnTo>
                      <a:lnTo>
                        <a:pt x="36324" y="287"/>
                      </a:lnTo>
                      <a:lnTo>
                        <a:pt x="26626" y="287"/>
                      </a:lnTo>
                      <a:lnTo>
                        <a:pt x="26626" y="18256"/>
                      </a:lnTo>
                      <a:cubicBezTo>
                        <a:pt x="24155" y="14453"/>
                        <a:pt x="21017" y="12742"/>
                        <a:pt x="16264" y="12742"/>
                      </a:cubicBezTo>
                      <a:cubicBezTo>
                        <a:pt x="7327" y="12742"/>
                        <a:pt x="482" y="21393"/>
                        <a:pt x="482" y="32706"/>
                      </a:cubicBezTo>
                      <a:cubicBezTo>
                        <a:pt x="482" y="37745"/>
                        <a:pt x="2003" y="42879"/>
                        <a:pt x="4570" y="46492"/>
                      </a:cubicBezTo>
                      <a:cubicBezTo>
                        <a:pt x="7137" y="50199"/>
                        <a:pt x="11700" y="52481"/>
                        <a:pt x="16264" y="52481"/>
                      </a:cubicBezTo>
                      <a:cubicBezTo>
                        <a:pt x="21017" y="52481"/>
                        <a:pt x="24155" y="50770"/>
                        <a:pt x="26626" y="47062"/>
                      </a:cubicBezTo>
                      <a:close/>
                      <a:moveTo>
                        <a:pt x="18450" y="20918"/>
                      </a:moveTo>
                      <a:cubicBezTo>
                        <a:pt x="23299" y="20918"/>
                        <a:pt x="26626" y="25576"/>
                        <a:pt x="26626" y="32801"/>
                      </a:cubicBezTo>
                      <a:cubicBezTo>
                        <a:pt x="26626" y="39647"/>
                        <a:pt x="23299" y="44305"/>
                        <a:pt x="18450" y="44305"/>
                      </a:cubicBezTo>
                      <a:cubicBezTo>
                        <a:pt x="13507" y="44305"/>
                        <a:pt x="10179" y="39551"/>
                        <a:pt x="10179" y="32706"/>
                      </a:cubicBezTo>
                      <a:cubicBezTo>
                        <a:pt x="10179" y="25671"/>
                        <a:pt x="13507" y="20918"/>
                        <a:pt x="18450" y="209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3" name="Freeform 3602">
                  <a:extLst>
                    <a:ext uri="{FF2B5EF4-FFF2-40B4-BE49-F238E27FC236}">
                      <a16:creationId xmlns:a16="http://schemas.microsoft.com/office/drawing/2014/main" id="{4849EE26-AC3C-32D8-04F5-CDAABDF80214}"/>
                    </a:ext>
                  </a:extLst>
                </p:cNvPr>
                <p:cNvSpPr/>
                <p:nvPr/>
              </p:nvSpPr>
              <p:spPr>
                <a:xfrm>
                  <a:off x="2977979" y="1710967"/>
                  <a:ext cx="33845" cy="39739"/>
                </a:xfrm>
                <a:custGeom>
                  <a:avLst/>
                  <a:gdLst>
                    <a:gd name="csX0" fmla="*/ 34334 w 33845"/>
                    <a:gd name="csY0" fmla="*/ 14928 h 39739"/>
                    <a:gd name="csX1" fmla="*/ 18172 w 33845"/>
                    <a:gd name="csY1" fmla="*/ 287 h 39739"/>
                    <a:gd name="csX2" fmla="*/ 489 w 33845"/>
                    <a:gd name="csY2" fmla="*/ 20442 h 39739"/>
                    <a:gd name="csX3" fmla="*/ 18077 w 33845"/>
                    <a:gd name="csY3" fmla="*/ 40027 h 39739"/>
                    <a:gd name="csX4" fmla="*/ 34334 w 33845"/>
                    <a:gd name="csY4" fmla="*/ 25386 h 39739"/>
                    <a:gd name="csX5" fmla="*/ 25017 w 33845"/>
                    <a:gd name="csY5" fmla="*/ 25386 h 39739"/>
                    <a:gd name="csX6" fmla="*/ 18077 w 33845"/>
                    <a:gd name="csY6" fmla="*/ 32136 h 39739"/>
                    <a:gd name="csX7" fmla="*/ 10186 w 33845"/>
                    <a:gd name="csY7" fmla="*/ 20442 h 39739"/>
                    <a:gd name="csX8" fmla="*/ 12088 w 33845"/>
                    <a:gd name="csY8" fmla="*/ 11316 h 39739"/>
                    <a:gd name="csX9" fmla="*/ 18077 w 33845"/>
                    <a:gd name="csY9" fmla="*/ 8178 h 39739"/>
                    <a:gd name="csX10" fmla="*/ 25017 w 33845"/>
                    <a:gd name="csY10" fmla="*/ 1492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334" y="14928"/>
                      </a:moveTo>
                      <a:cubicBezTo>
                        <a:pt x="33669" y="5802"/>
                        <a:pt x="27584" y="287"/>
                        <a:pt x="18172" y="287"/>
                      </a:cubicBezTo>
                      <a:cubicBezTo>
                        <a:pt x="6954" y="287"/>
                        <a:pt x="489" y="7703"/>
                        <a:pt x="489" y="20442"/>
                      </a:cubicBezTo>
                      <a:cubicBezTo>
                        <a:pt x="489" y="32801"/>
                        <a:pt x="6954" y="40027"/>
                        <a:pt x="18077" y="40027"/>
                      </a:cubicBezTo>
                      <a:cubicBezTo>
                        <a:pt x="27109" y="40027"/>
                        <a:pt x="33478" y="34418"/>
                        <a:pt x="34334" y="25386"/>
                      </a:cubicBezTo>
                      <a:lnTo>
                        <a:pt x="25017" y="25386"/>
                      </a:lnTo>
                      <a:cubicBezTo>
                        <a:pt x="23876" y="30330"/>
                        <a:pt x="21880" y="32136"/>
                        <a:pt x="18077" y="32136"/>
                      </a:cubicBezTo>
                      <a:cubicBezTo>
                        <a:pt x="13133" y="32136"/>
                        <a:pt x="10186" y="27763"/>
                        <a:pt x="10186" y="20442"/>
                      </a:cubicBezTo>
                      <a:cubicBezTo>
                        <a:pt x="10186" y="16830"/>
                        <a:pt x="10852" y="13597"/>
                        <a:pt x="12088" y="11316"/>
                      </a:cubicBezTo>
                      <a:cubicBezTo>
                        <a:pt x="13133" y="9224"/>
                        <a:pt x="15320" y="8178"/>
                        <a:pt x="18077" y="8178"/>
                      </a:cubicBezTo>
                      <a:cubicBezTo>
                        <a:pt x="22070" y="8178"/>
                        <a:pt x="23971" y="9985"/>
                        <a:pt x="25017" y="149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4" name="Freeform 3603">
                  <a:extLst>
                    <a:ext uri="{FF2B5EF4-FFF2-40B4-BE49-F238E27FC236}">
                      <a16:creationId xmlns:a16="http://schemas.microsoft.com/office/drawing/2014/main" id="{D798DAC3-F06C-2A1F-3A21-C0AE7D341B5B}"/>
                    </a:ext>
                  </a:extLst>
                </p:cNvPr>
                <p:cNvSpPr/>
                <p:nvPr/>
              </p:nvSpPr>
              <p:spPr>
                <a:xfrm>
                  <a:off x="3013630" y="1698798"/>
                  <a:ext cx="34890" cy="51908"/>
                </a:xfrm>
                <a:custGeom>
                  <a:avLst/>
                  <a:gdLst>
                    <a:gd name="csX0" fmla="*/ 27400 w 34890"/>
                    <a:gd name="csY0" fmla="*/ 23770 h 51908"/>
                    <a:gd name="csX1" fmla="*/ 30537 w 34890"/>
                    <a:gd name="csY1" fmla="*/ 21678 h 51908"/>
                    <a:gd name="csX2" fmla="*/ 33770 w 34890"/>
                    <a:gd name="csY2" fmla="*/ 13692 h 51908"/>
                    <a:gd name="csX3" fmla="*/ 17988 w 34890"/>
                    <a:gd name="csY3" fmla="*/ 287 h 51908"/>
                    <a:gd name="csX4" fmla="*/ 2206 w 34890"/>
                    <a:gd name="csY4" fmla="*/ 13692 h 51908"/>
                    <a:gd name="csX5" fmla="*/ 8576 w 34890"/>
                    <a:gd name="csY5" fmla="*/ 23770 h 51908"/>
                    <a:gd name="csX6" fmla="*/ 495 w 34890"/>
                    <a:gd name="csY6" fmla="*/ 36414 h 51908"/>
                    <a:gd name="csX7" fmla="*/ 17988 w 34890"/>
                    <a:gd name="csY7" fmla="*/ 52196 h 51908"/>
                    <a:gd name="csX8" fmla="*/ 35386 w 34890"/>
                    <a:gd name="csY8" fmla="*/ 36414 h 51908"/>
                    <a:gd name="csX9" fmla="*/ 27400 w 34890"/>
                    <a:gd name="csY9" fmla="*/ 23770 h 51908"/>
                    <a:gd name="csX10" fmla="*/ 18083 w 34890"/>
                    <a:gd name="csY10" fmla="*/ 8178 h 51908"/>
                    <a:gd name="csX11" fmla="*/ 25308 w 34890"/>
                    <a:gd name="csY11" fmla="*/ 14643 h 51908"/>
                    <a:gd name="csX12" fmla="*/ 18083 w 34890"/>
                    <a:gd name="csY12" fmla="*/ 21108 h 51908"/>
                    <a:gd name="csX13" fmla="*/ 10668 w 34890"/>
                    <a:gd name="csY13" fmla="*/ 14548 h 51908"/>
                    <a:gd name="csX14" fmla="*/ 18083 w 34890"/>
                    <a:gd name="csY14" fmla="*/ 8178 h 51908"/>
                    <a:gd name="csX15" fmla="*/ 17893 w 34890"/>
                    <a:gd name="csY15" fmla="*/ 27668 h 51908"/>
                    <a:gd name="csX16" fmla="*/ 25689 w 34890"/>
                    <a:gd name="csY16" fmla="*/ 36034 h 51908"/>
                    <a:gd name="csX17" fmla="*/ 17893 w 34890"/>
                    <a:gd name="csY17" fmla="*/ 43830 h 51908"/>
                    <a:gd name="csX18" fmla="*/ 10192 w 34890"/>
                    <a:gd name="csY18" fmla="*/ 35844 h 51908"/>
                    <a:gd name="csX19" fmla="*/ 17893 w 34890"/>
                    <a:gd name="csY19" fmla="*/ 27668 h 51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34890" h="51908">
                      <a:moveTo>
                        <a:pt x="27400" y="23770"/>
                      </a:moveTo>
                      <a:cubicBezTo>
                        <a:pt x="29016" y="22914"/>
                        <a:pt x="29777" y="22439"/>
                        <a:pt x="30537" y="21678"/>
                      </a:cubicBezTo>
                      <a:cubicBezTo>
                        <a:pt x="32534" y="19872"/>
                        <a:pt x="33770" y="16830"/>
                        <a:pt x="33770" y="13692"/>
                      </a:cubicBezTo>
                      <a:cubicBezTo>
                        <a:pt x="33770" y="5992"/>
                        <a:pt x="27115" y="287"/>
                        <a:pt x="17988" y="287"/>
                      </a:cubicBezTo>
                      <a:cubicBezTo>
                        <a:pt x="8861" y="287"/>
                        <a:pt x="2206" y="5992"/>
                        <a:pt x="2206" y="13692"/>
                      </a:cubicBezTo>
                      <a:cubicBezTo>
                        <a:pt x="2206" y="18446"/>
                        <a:pt x="4108" y="21393"/>
                        <a:pt x="8576" y="23770"/>
                      </a:cubicBezTo>
                      <a:cubicBezTo>
                        <a:pt x="2872" y="26907"/>
                        <a:pt x="495" y="30615"/>
                        <a:pt x="495" y="36414"/>
                      </a:cubicBezTo>
                      <a:cubicBezTo>
                        <a:pt x="495" y="45731"/>
                        <a:pt x="7625" y="52196"/>
                        <a:pt x="17988" y="52196"/>
                      </a:cubicBezTo>
                      <a:cubicBezTo>
                        <a:pt x="28256" y="52196"/>
                        <a:pt x="35386" y="45731"/>
                        <a:pt x="35386" y="36414"/>
                      </a:cubicBezTo>
                      <a:cubicBezTo>
                        <a:pt x="35386" y="30615"/>
                        <a:pt x="33009" y="26907"/>
                        <a:pt x="27400" y="23770"/>
                      </a:cubicBezTo>
                      <a:close/>
                      <a:moveTo>
                        <a:pt x="18083" y="8178"/>
                      </a:moveTo>
                      <a:cubicBezTo>
                        <a:pt x="22361" y="8178"/>
                        <a:pt x="25308" y="10840"/>
                        <a:pt x="25308" y="14643"/>
                      </a:cubicBezTo>
                      <a:cubicBezTo>
                        <a:pt x="25308" y="18351"/>
                        <a:pt x="22266" y="21108"/>
                        <a:pt x="18083" y="21108"/>
                      </a:cubicBezTo>
                      <a:cubicBezTo>
                        <a:pt x="13710" y="21108"/>
                        <a:pt x="10668" y="18446"/>
                        <a:pt x="10668" y="14548"/>
                      </a:cubicBezTo>
                      <a:cubicBezTo>
                        <a:pt x="10668" y="10840"/>
                        <a:pt x="13710" y="8178"/>
                        <a:pt x="18083" y="8178"/>
                      </a:cubicBezTo>
                      <a:close/>
                      <a:moveTo>
                        <a:pt x="17893" y="27668"/>
                      </a:moveTo>
                      <a:cubicBezTo>
                        <a:pt x="22741" y="27668"/>
                        <a:pt x="25689" y="30900"/>
                        <a:pt x="25689" y="36034"/>
                      </a:cubicBezTo>
                      <a:cubicBezTo>
                        <a:pt x="25689" y="40692"/>
                        <a:pt x="22646" y="43830"/>
                        <a:pt x="17893" y="43830"/>
                      </a:cubicBezTo>
                      <a:cubicBezTo>
                        <a:pt x="13234" y="43830"/>
                        <a:pt x="10192" y="40692"/>
                        <a:pt x="10192" y="35844"/>
                      </a:cubicBezTo>
                      <a:cubicBezTo>
                        <a:pt x="10192" y="30900"/>
                        <a:pt x="13234" y="27668"/>
                        <a:pt x="17893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5" name="Freeform 3604">
                  <a:extLst>
                    <a:ext uri="{FF2B5EF4-FFF2-40B4-BE49-F238E27FC236}">
                      <a16:creationId xmlns:a16="http://schemas.microsoft.com/office/drawing/2014/main" id="{6155E821-F487-79FB-7EAB-55B0886F3818}"/>
                    </a:ext>
                  </a:extLst>
                </p:cNvPr>
                <p:cNvSpPr/>
                <p:nvPr/>
              </p:nvSpPr>
              <p:spPr>
                <a:xfrm>
                  <a:off x="3050517" y="1699843"/>
                  <a:ext cx="33940" cy="50862"/>
                </a:xfrm>
                <a:custGeom>
                  <a:avLst/>
                  <a:gdLst>
                    <a:gd name="csX0" fmla="*/ 32540 w 33940"/>
                    <a:gd name="csY0" fmla="*/ 287 h 50862"/>
                    <a:gd name="csX1" fmla="*/ 6205 w 33940"/>
                    <a:gd name="csY1" fmla="*/ 287 h 50862"/>
                    <a:gd name="csX2" fmla="*/ 1832 w 33940"/>
                    <a:gd name="csY2" fmla="*/ 27763 h 50862"/>
                    <a:gd name="csX3" fmla="*/ 10578 w 33940"/>
                    <a:gd name="csY3" fmla="*/ 27763 h 50862"/>
                    <a:gd name="csX4" fmla="*/ 16853 w 33940"/>
                    <a:gd name="csY4" fmla="*/ 23960 h 50862"/>
                    <a:gd name="csX5" fmla="*/ 24744 w 33940"/>
                    <a:gd name="csY5" fmla="*/ 33467 h 50862"/>
                    <a:gd name="csX6" fmla="*/ 16853 w 33940"/>
                    <a:gd name="csY6" fmla="*/ 42784 h 50862"/>
                    <a:gd name="csX7" fmla="*/ 10008 w 33940"/>
                    <a:gd name="csY7" fmla="*/ 36699 h 50862"/>
                    <a:gd name="csX8" fmla="*/ 501 w 33940"/>
                    <a:gd name="csY8" fmla="*/ 36699 h 50862"/>
                    <a:gd name="csX9" fmla="*/ 16758 w 33940"/>
                    <a:gd name="csY9" fmla="*/ 51150 h 50862"/>
                    <a:gd name="csX10" fmla="*/ 34441 w 33940"/>
                    <a:gd name="csY10" fmla="*/ 33277 h 50862"/>
                    <a:gd name="csX11" fmla="*/ 19135 w 33940"/>
                    <a:gd name="csY11" fmla="*/ 16259 h 50862"/>
                    <a:gd name="csX12" fmla="*/ 10578 w 33940"/>
                    <a:gd name="csY12" fmla="*/ 19302 h 50862"/>
                    <a:gd name="csX13" fmla="*/ 12195 w 33940"/>
                    <a:gd name="csY13" fmla="*/ 9034 h 50862"/>
                    <a:gd name="csX14" fmla="*/ 32540 w 33940"/>
                    <a:gd name="csY14" fmla="*/ 9034 h 508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3940" h="50862">
                      <a:moveTo>
                        <a:pt x="32540" y="287"/>
                      </a:moveTo>
                      <a:lnTo>
                        <a:pt x="6205" y="287"/>
                      </a:lnTo>
                      <a:lnTo>
                        <a:pt x="1832" y="27763"/>
                      </a:lnTo>
                      <a:lnTo>
                        <a:pt x="10578" y="27763"/>
                      </a:lnTo>
                      <a:cubicBezTo>
                        <a:pt x="11624" y="25291"/>
                        <a:pt x="13906" y="23960"/>
                        <a:pt x="16853" y="23960"/>
                      </a:cubicBezTo>
                      <a:cubicBezTo>
                        <a:pt x="21797" y="23960"/>
                        <a:pt x="24744" y="27573"/>
                        <a:pt x="24744" y="33467"/>
                      </a:cubicBezTo>
                      <a:cubicBezTo>
                        <a:pt x="24744" y="39266"/>
                        <a:pt x="21797" y="42784"/>
                        <a:pt x="16853" y="42784"/>
                      </a:cubicBezTo>
                      <a:cubicBezTo>
                        <a:pt x="12575" y="42784"/>
                        <a:pt x="10293" y="40692"/>
                        <a:pt x="10008" y="36699"/>
                      </a:cubicBezTo>
                      <a:lnTo>
                        <a:pt x="501" y="36699"/>
                      </a:lnTo>
                      <a:cubicBezTo>
                        <a:pt x="596" y="45256"/>
                        <a:pt x="7156" y="51150"/>
                        <a:pt x="16758" y="51150"/>
                      </a:cubicBezTo>
                      <a:cubicBezTo>
                        <a:pt x="27216" y="51150"/>
                        <a:pt x="34441" y="43925"/>
                        <a:pt x="34441" y="33277"/>
                      </a:cubicBezTo>
                      <a:cubicBezTo>
                        <a:pt x="34441" y="23199"/>
                        <a:pt x="28262" y="16259"/>
                        <a:pt x="19135" y="16259"/>
                      </a:cubicBezTo>
                      <a:cubicBezTo>
                        <a:pt x="15902" y="16259"/>
                        <a:pt x="13431" y="17115"/>
                        <a:pt x="10578" y="19302"/>
                      </a:cubicBezTo>
                      <a:lnTo>
                        <a:pt x="12195" y="9034"/>
                      </a:lnTo>
                      <a:lnTo>
                        <a:pt x="32540" y="90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6" name="Freeform 3605">
                  <a:extLst>
                    <a:ext uri="{FF2B5EF4-FFF2-40B4-BE49-F238E27FC236}">
                      <a16:creationId xmlns:a16="http://schemas.microsoft.com/office/drawing/2014/main" id="{7BCAD4D6-2849-859C-F1F1-476AAFB141B4}"/>
                    </a:ext>
                  </a:extLst>
                </p:cNvPr>
                <p:cNvSpPr/>
                <p:nvPr/>
              </p:nvSpPr>
              <p:spPr>
                <a:xfrm>
                  <a:off x="3087499" y="1710967"/>
                  <a:ext cx="33845" cy="39739"/>
                </a:xfrm>
                <a:custGeom>
                  <a:avLst/>
                  <a:gdLst>
                    <a:gd name="csX0" fmla="*/ 34352 w 33845"/>
                    <a:gd name="csY0" fmla="*/ 14928 h 39739"/>
                    <a:gd name="csX1" fmla="*/ 18190 w 33845"/>
                    <a:gd name="csY1" fmla="*/ 287 h 39739"/>
                    <a:gd name="csX2" fmla="*/ 507 w 33845"/>
                    <a:gd name="csY2" fmla="*/ 20442 h 39739"/>
                    <a:gd name="csX3" fmla="*/ 18095 w 33845"/>
                    <a:gd name="csY3" fmla="*/ 40027 h 39739"/>
                    <a:gd name="csX4" fmla="*/ 34352 w 33845"/>
                    <a:gd name="csY4" fmla="*/ 25386 h 39739"/>
                    <a:gd name="csX5" fmla="*/ 25035 w 33845"/>
                    <a:gd name="csY5" fmla="*/ 25386 h 39739"/>
                    <a:gd name="csX6" fmla="*/ 18095 w 33845"/>
                    <a:gd name="csY6" fmla="*/ 32136 h 39739"/>
                    <a:gd name="csX7" fmla="*/ 10204 w 33845"/>
                    <a:gd name="csY7" fmla="*/ 20442 h 39739"/>
                    <a:gd name="csX8" fmla="*/ 12106 w 33845"/>
                    <a:gd name="csY8" fmla="*/ 11316 h 39739"/>
                    <a:gd name="csX9" fmla="*/ 18095 w 33845"/>
                    <a:gd name="csY9" fmla="*/ 8178 h 39739"/>
                    <a:gd name="csX10" fmla="*/ 25035 w 33845"/>
                    <a:gd name="csY10" fmla="*/ 1492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352" y="14928"/>
                      </a:moveTo>
                      <a:cubicBezTo>
                        <a:pt x="33687" y="5802"/>
                        <a:pt x="27602" y="287"/>
                        <a:pt x="18190" y="287"/>
                      </a:cubicBezTo>
                      <a:cubicBezTo>
                        <a:pt x="6972" y="287"/>
                        <a:pt x="507" y="7703"/>
                        <a:pt x="507" y="20442"/>
                      </a:cubicBezTo>
                      <a:cubicBezTo>
                        <a:pt x="507" y="32801"/>
                        <a:pt x="6972" y="40027"/>
                        <a:pt x="18095" y="40027"/>
                      </a:cubicBezTo>
                      <a:cubicBezTo>
                        <a:pt x="27127" y="40027"/>
                        <a:pt x="33496" y="34418"/>
                        <a:pt x="34352" y="25386"/>
                      </a:cubicBezTo>
                      <a:lnTo>
                        <a:pt x="25035" y="25386"/>
                      </a:lnTo>
                      <a:cubicBezTo>
                        <a:pt x="23894" y="30330"/>
                        <a:pt x="21898" y="32136"/>
                        <a:pt x="18095" y="32136"/>
                      </a:cubicBezTo>
                      <a:cubicBezTo>
                        <a:pt x="13151" y="32136"/>
                        <a:pt x="10204" y="27763"/>
                        <a:pt x="10204" y="20442"/>
                      </a:cubicBezTo>
                      <a:cubicBezTo>
                        <a:pt x="10204" y="16830"/>
                        <a:pt x="10870" y="13597"/>
                        <a:pt x="12106" y="11316"/>
                      </a:cubicBezTo>
                      <a:cubicBezTo>
                        <a:pt x="13151" y="9224"/>
                        <a:pt x="15338" y="8178"/>
                        <a:pt x="18095" y="8178"/>
                      </a:cubicBezTo>
                      <a:cubicBezTo>
                        <a:pt x="22088" y="8178"/>
                        <a:pt x="23989" y="9985"/>
                        <a:pt x="25035" y="149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07" name="Freeform 3606">
                  <a:extLst>
                    <a:ext uri="{FF2B5EF4-FFF2-40B4-BE49-F238E27FC236}">
                      <a16:creationId xmlns:a16="http://schemas.microsoft.com/office/drawing/2014/main" id="{64A723F7-C754-12A1-6479-C480C7192FF5}"/>
                    </a:ext>
                  </a:extLst>
                </p:cNvPr>
                <p:cNvSpPr/>
                <p:nvPr/>
              </p:nvSpPr>
              <p:spPr>
                <a:xfrm>
                  <a:off x="3125718" y="1698512"/>
                  <a:ext cx="35841" cy="52193"/>
                </a:xfrm>
                <a:custGeom>
                  <a:avLst/>
                  <a:gdLst>
                    <a:gd name="csX0" fmla="*/ 513 w 35841"/>
                    <a:gd name="csY0" fmla="*/ 287 h 52193"/>
                    <a:gd name="csX1" fmla="*/ 513 w 35841"/>
                    <a:gd name="csY1" fmla="*/ 50865 h 52193"/>
                    <a:gd name="csX2" fmla="*/ 10210 w 35841"/>
                    <a:gd name="csY2" fmla="*/ 50865 h 52193"/>
                    <a:gd name="csX3" fmla="*/ 10210 w 35841"/>
                    <a:gd name="csY3" fmla="*/ 47062 h 52193"/>
                    <a:gd name="csX4" fmla="*/ 20573 w 35841"/>
                    <a:gd name="csY4" fmla="*/ 52481 h 52193"/>
                    <a:gd name="csX5" fmla="*/ 36355 w 35841"/>
                    <a:gd name="csY5" fmla="*/ 32611 h 52193"/>
                    <a:gd name="csX6" fmla="*/ 32267 w 35841"/>
                    <a:gd name="csY6" fmla="*/ 18826 h 52193"/>
                    <a:gd name="csX7" fmla="*/ 20573 w 35841"/>
                    <a:gd name="csY7" fmla="*/ 12742 h 52193"/>
                    <a:gd name="csX8" fmla="*/ 10210 w 35841"/>
                    <a:gd name="csY8" fmla="*/ 18256 h 52193"/>
                    <a:gd name="csX9" fmla="*/ 10210 w 35841"/>
                    <a:gd name="csY9" fmla="*/ 287 h 52193"/>
                    <a:gd name="csX10" fmla="*/ 18386 w 35841"/>
                    <a:gd name="csY10" fmla="*/ 20918 h 52193"/>
                    <a:gd name="csX11" fmla="*/ 26657 w 35841"/>
                    <a:gd name="csY11" fmla="*/ 32706 h 52193"/>
                    <a:gd name="csX12" fmla="*/ 18386 w 35841"/>
                    <a:gd name="csY12" fmla="*/ 44305 h 52193"/>
                    <a:gd name="csX13" fmla="*/ 10210 w 35841"/>
                    <a:gd name="csY13" fmla="*/ 32516 h 52193"/>
                    <a:gd name="csX14" fmla="*/ 18386 w 35841"/>
                    <a:gd name="csY14" fmla="*/ 20918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513" y="287"/>
                      </a:moveTo>
                      <a:lnTo>
                        <a:pt x="513" y="50865"/>
                      </a:lnTo>
                      <a:lnTo>
                        <a:pt x="10210" y="50865"/>
                      </a:lnTo>
                      <a:lnTo>
                        <a:pt x="10210" y="47062"/>
                      </a:lnTo>
                      <a:cubicBezTo>
                        <a:pt x="12587" y="50770"/>
                        <a:pt x="15819" y="52481"/>
                        <a:pt x="20573" y="52481"/>
                      </a:cubicBezTo>
                      <a:cubicBezTo>
                        <a:pt x="29509" y="52481"/>
                        <a:pt x="36355" y="43925"/>
                        <a:pt x="36355" y="32611"/>
                      </a:cubicBezTo>
                      <a:cubicBezTo>
                        <a:pt x="36355" y="27573"/>
                        <a:pt x="34833" y="22439"/>
                        <a:pt x="32267" y="18826"/>
                      </a:cubicBezTo>
                      <a:cubicBezTo>
                        <a:pt x="29700" y="15118"/>
                        <a:pt x="25136" y="12742"/>
                        <a:pt x="20573" y="12742"/>
                      </a:cubicBezTo>
                      <a:cubicBezTo>
                        <a:pt x="15819" y="12742"/>
                        <a:pt x="12587" y="14453"/>
                        <a:pt x="10210" y="18256"/>
                      </a:cubicBezTo>
                      <a:lnTo>
                        <a:pt x="10210" y="287"/>
                      </a:lnTo>
                      <a:close/>
                      <a:moveTo>
                        <a:pt x="18386" y="20918"/>
                      </a:moveTo>
                      <a:cubicBezTo>
                        <a:pt x="23235" y="20918"/>
                        <a:pt x="26657" y="25766"/>
                        <a:pt x="26657" y="32706"/>
                      </a:cubicBezTo>
                      <a:cubicBezTo>
                        <a:pt x="26657" y="39551"/>
                        <a:pt x="23330" y="44305"/>
                        <a:pt x="18386" y="44305"/>
                      </a:cubicBezTo>
                      <a:cubicBezTo>
                        <a:pt x="13538" y="44305"/>
                        <a:pt x="10210" y="39647"/>
                        <a:pt x="10210" y="32516"/>
                      </a:cubicBezTo>
                      <a:cubicBezTo>
                        <a:pt x="10210" y="25576"/>
                        <a:pt x="13538" y="20918"/>
                        <a:pt x="18386" y="209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98" name="Freeform 3797">
                <a:extLst>
                  <a:ext uri="{FF2B5EF4-FFF2-40B4-BE49-F238E27FC236}">
                    <a16:creationId xmlns:a16="http://schemas.microsoft.com/office/drawing/2014/main" id="{0EAC8F2F-6316-FD34-9D1A-01FBB4C988E6}"/>
                  </a:ext>
                </a:extLst>
              </p:cNvPr>
              <p:cNvSpPr/>
              <p:nvPr/>
            </p:nvSpPr>
            <p:spPr>
              <a:xfrm>
                <a:off x="2268075" y="1556822"/>
                <a:ext cx="202903" cy="109663"/>
              </a:xfrm>
              <a:custGeom>
                <a:avLst/>
                <a:gdLst>
                  <a:gd name="csX0" fmla="*/ 202904 w 202903"/>
                  <a:gd name="csY0" fmla="*/ 54832 h 109663"/>
                  <a:gd name="csX1" fmla="*/ 202832 w 202903"/>
                  <a:gd name="csY1" fmla="*/ 52907 h 109663"/>
                  <a:gd name="csX2" fmla="*/ 202666 w 202903"/>
                  <a:gd name="csY2" fmla="*/ 50981 h 109663"/>
                  <a:gd name="csX3" fmla="*/ 202333 w 202903"/>
                  <a:gd name="csY3" fmla="*/ 49056 h 109663"/>
                  <a:gd name="csX4" fmla="*/ 201905 w 202903"/>
                  <a:gd name="csY4" fmla="*/ 47155 h 109663"/>
                  <a:gd name="csX5" fmla="*/ 201359 w 202903"/>
                  <a:gd name="csY5" fmla="*/ 45253 h 109663"/>
                  <a:gd name="csX6" fmla="*/ 200670 w 202903"/>
                  <a:gd name="csY6" fmla="*/ 43376 h 109663"/>
                  <a:gd name="csX7" fmla="*/ 199861 w 202903"/>
                  <a:gd name="csY7" fmla="*/ 41498 h 109663"/>
                  <a:gd name="csX8" fmla="*/ 198934 w 202903"/>
                  <a:gd name="csY8" fmla="*/ 39621 h 109663"/>
                  <a:gd name="csX9" fmla="*/ 197889 w 202903"/>
                  <a:gd name="csY9" fmla="*/ 37790 h 109663"/>
                  <a:gd name="csX10" fmla="*/ 196724 w 202903"/>
                  <a:gd name="csY10" fmla="*/ 35960 h 109663"/>
                  <a:gd name="csX11" fmla="*/ 195441 w 202903"/>
                  <a:gd name="csY11" fmla="*/ 34178 h 109663"/>
                  <a:gd name="csX12" fmla="*/ 194038 w 202903"/>
                  <a:gd name="csY12" fmla="*/ 32395 h 109663"/>
                  <a:gd name="csX13" fmla="*/ 192517 w 202903"/>
                  <a:gd name="csY13" fmla="*/ 30660 h 109663"/>
                  <a:gd name="csX14" fmla="*/ 190901 w 202903"/>
                  <a:gd name="csY14" fmla="*/ 28949 h 109663"/>
                  <a:gd name="csX15" fmla="*/ 189166 w 202903"/>
                  <a:gd name="csY15" fmla="*/ 27261 h 109663"/>
                  <a:gd name="csX16" fmla="*/ 187312 w 202903"/>
                  <a:gd name="csY16" fmla="*/ 25621 h 109663"/>
                  <a:gd name="csX17" fmla="*/ 185363 w 202903"/>
                  <a:gd name="csY17" fmla="*/ 24005 h 109663"/>
                  <a:gd name="csX18" fmla="*/ 183319 w 202903"/>
                  <a:gd name="csY18" fmla="*/ 22437 h 109663"/>
                  <a:gd name="csX19" fmla="*/ 181156 w 202903"/>
                  <a:gd name="csY19" fmla="*/ 20915 h 109663"/>
                  <a:gd name="csX20" fmla="*/ 178922 w 202903"/>
                  <a:gd name="csY20" fmla="*/ 19418 h 109663"/>
                  <a:gd name="csX21" fmla="*/ 176569 w 202903"/>
                  <a:gd name="csY21" fmla="*/ 17968 h 109663"/>
                  <a:gd name="csX22" fmla="*/ 174121 w 202903"/>
                  <a:gd name="csY22" fmla="*/ 16566 h 109663"/>
                  <a:gd name="csX23" fmla="*/ 171602 w 202903"/>
                  <a:gd name="csY23" fmla="*/ 15211 h 109663"/>
                  <a:gd name="csX24" fmla="*/ 168987 w 202903"/>
                  <a:gd name="csY24" fmla="*/ 13904 h 109663"/>
                  <a:gd name="csX25" fmla="*/ 166278 w 202903"/>
                  <a:gd name="csY25" fmla="*/ 12644 h 109663"/>
                  <a:gd name="csX26" fmla="*/ 163497 w 202903"/>
                  <a:gd name="csY26" fmla="*/ 11432 h 109663"/>
                  <a:gd name="csX27" fmla="*/ 160645 w 202903"/>
                  <a:gd name="csY27" fmla="*/ 10291 h 109663"/>
                  <a:gd name="csX28" fmla="*/ 157722 w 202903"/>
                  <a:gd name="csY28" fmla="*/ 9198 h 109663"/>
                  <a:gd name="csX29" fmla="*/ 154727 w 202903"/>
                  <a:gd name="csY29" fmla="*/ 8152 h 109663"/>
                  <a:gd name="csX30" fmla="*/ 151661 w 202903"/>
                  <a:gd name="csY30" fmla="*/ 7178 h 109663"/>
                  <a:gd name="csX31" fmla="*/ 148547 w 202903"/>
                  <a:gd name="csY31" fmla="*/ 6251 h 109663"/>
                  <a:gd name="csX32" fmla="*/ 145362 w 202903"/>
                  <a:gd name="csY32" fmla="*/ 5395 h 109663"/>
                  <a:gd name="csX33" fmla="*/ 142106 w 202903"/>
                  <a:gd name="csY33" fmla="*/ 4587 h 109663"/>
                  <a:gd name="csX34" fmla="*/ 138826 w 202903"/>
                  <a:gd name="csY34" fmla="*/ 3850 h 109663"/>
                  <a:gd name="csX35" fmla="*/ 135499 w 202903"/>
                  <a:gd name="csY35" fmla="*/ 3161 h 109663"/>
                  <a:gd name="csX36" fmla="*/ 132124 w 202903"/>
                  <a:gd name="csY36" fmla="*/ 2543 h 109663"/>
                  <a:gd name="csX37" fmla="*/ 128701 w 202903"/>
                  <a:gd name="csY37" fmla="*/ 1996 h 109663"/>
                  <a:gd name="csX38" fmla="*/ 125255 w 202903"/>
                  <a:gd name="csY38" fmla="*/ 1521 h 109663"/>
                  <a:gd name="csX39" fmla="*/ 121785 w 202903"/>
                  <a:gd name="csY39" fmla="*/ 1093 h 109663"/>
                  <a:gd name="csX40" fmla="*/ 118291 w 202903"/>
                  <a:gd name="csY40" fmla="*/ 737 h 109663"/>
                  <a:gd name="csX41" fmla="*/ 114774 w 202903"/>
                  <a:gd name="csY41" fmla="*/ 452 h 109663"/>
                  <a:gd name="csX42" fmla="*/ 111232 w 202903"/>
                  <a:gd name="csY42" fmla="*/ 238 h 109663"/>
                  <a:gd name="csX43" fmla="*/ 107667 w 202903"/>
                  <a:gd name="csY43" fmla="*/ 95 h 109663"/>
                  <a:gd name="csX44" fmla="*/ 104126 w 202903"/>
                  <a:gd name="csY44" fmla="*/ 0 h 109663"/>
                  <a:gd name="csX45" fmla="*/ 100561 w 202903"/>
                  <a:gd name="csY45" fmla="*/ 0 h 109663"/>
                  <a:gd name="csX46" fmla="*/ 96995 w 202903"/>
                  <a:gd name="csY46" fmla="*/ 48 h 109663"/>
                  <a:gd name="csX47" fmla="*/ 93430 w 202903"/>
                  <a:gd name="csY47" fmla="*/ 166 h 109663"/>
                  <a:gd name="csX48" fmla="*/ 89889 w 202903"/>
                  <a:gd name="csY48" fmla="*/ 333 h 109663"/>
                  <a:gd name="csX49" fmla="*/ 86371 w 202903"/>
                  <a:gd name="csY49" fmla="*/ 594 h 109663"/>
                  <a:gd name="csX50" fmla="*/ 82854 w 202903"/>
                  <a:gd name="csY50" fmla="*/ 927 h 109663"/>
                  <a:gd name="csX51" fmla="*/ 79360 w 202903"/>
                  <a:gd name="csY51" fmla="*/ 1307 h 109663"/>
                  <a:gd name="csX52" fmla="*/ 75914 w 202903"/>
                  <a:gd name="csY52" fmla="*/ 1759 h 109663"/>
                  <a:gd name="csX53" fmla="*/ 72467 w 202903"/>
                  <a:gd name="csY53" fmla="*/ 2282 h 109663"/>
                  <a:gd name="csX54" fmla="*/ 69069 w 202903"/>
                  <a:gd name="csY54" fmla="*/ 2852 h 109663"/>
                  <a:gd name="csX55" fmla="*/ 65717 w 202903"/>
                  <a:gd name="csY55" fmla="*/ 3494 h 109663"/>
                  <a:gd name="csX56" fmla="*/ 62414 w 202903"/>
                  <a:gd name="csY56" fmla="*/ 4207 h 109663"/>
                  <a:gd name="csX57" fmla="*/ 59157 w 202903"/>
                  <a:gd name="csY57" fmla="*/ 4967 h 109663"/>
                  <a:gd name="csX58" fmla="*/ 55949 w 202903"/>
                  <a:gd name="csY58" fmla="*/ 5823 h 109663"/>
                  <a:gd name="csX59" fmla="*/ 52788 w 202903"/>
                  <a:gd name="csY59" fmla="*/ 6702 h 109663"/>
                  <a:gd name="csX60" fmla="*/ 49698 w 202903"/>
                  <a:gd name="csY60" fmla="*/ 7653 h 109663"/>
                  <a:gd name="csX61" fmla="*/ 46656 w 202903"/>
                  <a:gd name="csY61" fmla="*/ 8675 h 109663"/>
                  <a:gd name="csX62" fmla="*/ 43709 w 202903"/>
                  <a:gd name="csY62" fmla="*/ 9745 h 109663"/>
                  <a:gd name="csX63" fmla="*/ 40809 w 202903"/>
                  <a:gd name="csY63" fmla="*/ 10862 h 109663"/>
                  <a:gd name="csX64" fmla="*/ 37981 w 202903"/>
                  <a:gd name="csY64" fmla="*/ 12026 h 109663"/>
                  <a:gd name="csX65" fmla="*/ 35247 w 202903"/>
                  <a:gd name="csY65" fmla="*/ 13262 h 109663"/>
                  <a:gd name="csX66" fmla="*/ 32585 w 202903"/>
                  <a:gd name="csY66" fmla="*/ 14546 h 109663"/>
                  <a:gd name="csX67" fmla="*/ 30018 w 202903"/>
                  <a:gd name="csY67" fmla="*/ 15877 h 109663"/>
                  <a:gd name="csX68" fmla="*/ 27523 w 202903"/>
                  <a:gd name="csY68" fmla="*/ 17255 h 109663"/>
                  <a:gd name="csX69" fmla="*/ 25146 w 202903"/>
                  <a:gd name="csY69" fmla="*/ 18681 h 109663"/>
                  <a:gd name="csX70" fmla="*/ 22841 w 202903"/>
                  <a:gd name="csY70" fmla="*/ 20155 h 109663"/>
                  <a:gd name="csX71" fmla="*/ 20630 w 202903"/>
                  <a:gd name="csY71" fmla="*/ 21676 h 109663"/>
                  <a:gd name="csX72" fmla="*/ 18539 w 202903"/>
                  <a:gd name="csY72" fmla="*/ 23221 h 109663"/>
                  <a:gd name="csX73" fmla="*/ 16542 w 202903"/>
                  <a:gd name="csY73" fmla="*/ 24813 h 109663"/>
                  <a:gd name="csX74" fmla="*/ 14641 w 202903"/>
                  <a:gd name="csY74" fmla="*/ 26430 h 109663"/>
                  <a:gd name="csX75" fmla="*/ 12858 w 202903"/>
                  <a:gd name="csY75" fmla="*/ 28117 h 109663"/>
                  <a:gd name="csX76" fmla="*/ 11171 w 202903"/>
                  <a:gd name="csY76" fmla="*/ 29805 h 109663"/>
                  <a:gd name="csX77" fmla="*/ 9602 w 202903"/>
                  <a:gd name="csY77" fmla="*/ 31540 h 109663"/>
                  <a:gd name="csX78" fmla="*/ 8152 w 202903"/>
                  <a:gd name="csY78" fmla="*/ 33298 h 109663"/>
                  <a:gd name="csX79" fmla="*/ 6798 w 202903"/>
                  <a:gd name="csY79" fmla="*/ 35081 h 109663"/>
                  <a:gd name="csX80" fmla="*/ 5585 w 202903"/>
                  <a:gd name="csY80" fmla="*/ 36887 h 109663"/>
                  <a:gd name="csX81" fmla="*/ 4468 w 202903"/>
                  <a:gd name="csY81" fmla="*/ 38717 h 109663"/>
                  <a:gd name="csX82" fmla="*/ 3470 w 202903"/>
                  <a:gd name="csY82" fmla="*/ 40547 h 109663"/>
                  <a:gd name="csX83" fmla="*/ 2614 w 202903"/>
                  <a:gd name="csY83" fmla="*/ 42425 h 109663"/>
                  <a:gd name="csX84" fmla="*/ 1878 w 202903"/>
                  <a:gd name="csY84" fmla="*/ 44303 h 109663"/>
                  <a:gd name="csX85" fmla="*/ 1260 w 202903"/>
                  <a:gd name="csY85" fmla="*/ 46204 h 109663"/>
                  <a:gd name="csX86" fmla="*/ 761 w 202903"/>
                  <a:gd name="csY86" fmla="*/ 48106 h 109663"/>
                  <a:gd name="csX87" fmla="*/ 380 w 202903"/>
                  <a:gd name="csY87" fmla="*/ 50031 h 109663"/>
                  <a:gd name="csX88" fmla="*/ 119 w 202903"/>
                  <a:gd name="csY88" fmla="*/ 51932 h 109663"/>
                  <a:gd name="csX89" fmla="*/ 0 w 202903"/>
                  <a:gd name="csY89" fmla="*/ 53857 h 109663"/>
                  <a:gd name="csX90" fmla="*/ 0 w 202903"/>
                  <a:gd name="csY90" fmla="*/ 55782 h 109663"/>
                  <a:gd name="csX91" fmla="*/ 119 w 202903"/>
                  <a:gd name="csY91" fmla="*/ 57708 h 109663"/>
                  <a:gd name="csX92" fmla="*/ 380 w 202903"/>
                  <a:gd name="csY92" fmla="*/ 59633 h 109663"/>
                  <a:gd name="csX93" fmla="*/ 761 w 202903"/>
                  <a:gd name="csY93" fmla="*/ 61558 h 109663"/>
                  <a:gd name="csX94" fmla="*/ 1260 w 202903"/>
                  <a:gd name="csY94" fmla="*/ 63459 h 109663"/>
                  <a:gd name="csX95" fmla="*/ 1878 w 202903"/>
                  <a:gd name="csY95" fmla="*/ 65361 h 109663"/>
                  <a:gd name="csX96" fmla="*/ 2614 w 202903"/>
                  <a:gd name="csY96" fmla="*/ 67238 h 109663"/>
                  <a:gd name="csX97" fmla="*/ 3470 w 202903"/>
                  <a:gd name="csY97" fmla="*/ 69092 h 109663"/>
                  <a:gd name="csX98" fmla="*/ 4468 w 202903"/>
                  <a:gd name="csY98" fmla="*/ 70946 h 109663"/>
                  <a:gd name="csX99" fmla="*/ 5585 w 202903"/>
                  <a:gd name="csY99" fmla="*/ 72776 h 109663"/>
                  <a:gd name="csX100" fmla="*/ 6798 w 202903"/>
                  <a:gd name="csY100" fmla="*/ 74583 h 109663"/>
                  <a:gd name="csX101" fmla="*/ 8152 w 202903"/>
                  <a:gd name="csY101" fmla="*/ 76365 h 109663"/>
                  <a:gd name="csX102" fmla="*/ 9602 w 202903"/>
                  <a:gd name="csY102" fmla="*/ 78124 h 109663"/>
                  <a:gd name="csX103" fmla="*/ 11171 w 202903"/>
                  <a:gd name="csY103" fmla="*/ 79859 h 109663"/>
                  <a:gd name="csX104" fmla="*/ 12858 w 202903"/>
                  <a:gd name="csY104" fmla="*/ 81546 h 109663"/>
                  <a:gd name="csX105" fmla="*/ 14641 w 202903"/>
                  <a:gd name="csY105" fmla="*/ 83210 h 109663"/>
                  <a:gd name="csX106" fmla="*/ 16542 w 202903"/>
                  <a:gd name="csY106" fmla="*/ 84850 h 109663"/>
                  <a:gd name="csX107" fmla="*/ 18539 w 202903"/>
                  <a:gd name="csY107" fmla="*/ 86443 h 109663"/>
                  <a:gd name="csX108" fmla="*/ 20630 w 202903"/>
                  <a:gd name="csY108" fmla="*/ 87988 h 109663"/>
                  <a:gd name="csX109" fmla="*/ 22841 w 202903"/>
                  <a:gd name="csY109" fmla="*/ 89509 h 109663"/>
                  <a:gd name="csX110" fmla="*/ 25146 w 202903"/>
                  <a:gd name="csY110" fmla="*/ 90982 h 109663"/>
                  <a:gd name="csX111" fmla="*/ 27523 w 202903"/>
                  <a:gd name="csY111" fmla="*/ 92408 h 109663"/>
                  <a:gd name="csX112" fmla="*/ 30018 w 202903"/>
                  <a:gd name="csY112" fmla="*/ 93787 h 109663"/>
                  <a:gd name="csX113" fmla="*/ 32585 w 202903"/>
                  <a:gd name="csY113" fmla="*/ 95118 h 109663"/>
                  <a:gd name="csX114" fmla="*/ 35247 w 202903"/>
                  <a:gd name="csY114" fmla="*/ 96401 h 109663"/>
                  <a:gd name="csX115" fmla="*/ 37981 w 202903"/>
                  <a:gd name="csY115" fmla="*/ 97613 h 109663"/>
                  <a:gd name="csX116" fmla="*/ 40809 w 202903"/>
                  <a:gd name="csY116" fmla="*/ 98802 h 109663"/>
                  <a:gd name="csX117" fmla="*/ 43709 w 202903"/>
                  <a:gd name="csY117" fmla="*/ 99919 h 109663"/>
                  <a:gd name="csX118" fmla="*/ 46656 w 202903"/>
                  <a:gd name="csY118" fmla="*/ 100988 h 109663"/>
                  <a:gd name="csX119" fmla="*/ 49698 w 202903"/>
                  <a:gd name="csY119" fmla="*/ 102010 h 109663"/>
                  <a:gd name="csX120" fmla="*/ 52788 w 202903"/>
                  <a:gd name="csY120" fmla="*/ 102961 h 109663"/>
                  <a:gd name="csX121" fmla="*/ 55949 w 202903"/>
                  <a:gd name="csY121" fmla="*/ 103840 h 109663"/>
                  <a:gd name="csX122" fmla="*/ 59157 w 202903"/>
                  <a:gd name="csY122" fmla="*/ 104672 h 109663"/>
                  <a:gd name="csX123" fmla="*/ 62414 w 202903"/>
                  <a:gd name="csY123" fmla="*/ 105457 h 109663"/>
                  <a:gd name="csX124" fmla="*/ 65717 w 202903"/>
                  <a:gd name="csY124" fmla="*/ 106170 h 109663"/>
                  <a:gd name="csX125" fmla="*/ 69069 w 202903"/>
                  <a:gd name="csY125" fmla="*/ 106811 h 109663"/>
                  <a:gd name="csX126" fmla="*/ 72467 w 202903"/>
                  <a:gd name="csY126" fmla="*/ 107382 h 109663"/>
                  <a:gd name="csX127" fmla="*/ 75914 w 202903"/>
                  <a:gd name="csY127" fmla="*/ 107905 h 109663"/>
                  <a:gd name="csX128" fmla="*/ 79360 w 202903"/>
                  <a:gd name="csY128" fmla="*/ 108356 h 109663"/>
                  <a:gd name="csX129" fmla="*/ 82854 w 202903"/>
                  <a:gd name="csY129" fmla="*/ 108737 h 109663"/>
                  <a:gd name="csX130" fmla="*/ 86371 w 202903"/>
                  <a:gd name="csY130" fmla="*/ 109069 h 109663"/>
                  <a:gd name="csX131" fmla="*/ 89889 w 202903"/>
                  <a:gd name="csY131" fmla="*/ 109307 h 109663"/>
                  <a:gd name="csX132" fmla="*/ 93430 w 202903"/>
                  <a:gd name="csY132" fmla="*/ 109497 h 109663"/>
                  <a:gd name="csX133" fmla="*/ 96995 w 202903"/>
                  <a:gd name="csY133" fmla="*/ 109616 h 109663"/>
                  <a:gd name="csX134" fmla="*/ 100561 w 202903"/>
                  <a:gd name="csY134" fmla="*/ 109664 h 109663"/>
                  <a:gd name="csX135" fmla="*/ 104126 w 202903"/>
                  <a:gd name="csY135" fmla="*/ 109664 h 109663"/>
                  <a:gd name="csX136" fmla="*/ 107667 w 202903"/>
                  <a:gd name="csY136" fmla="*/ 109568 h 109663"/>
                  <a:gd name="csX137" fmla="*/ 111232 w 202903"/>
                  <a:gd name="csY137" fmla="*/ 109426 h 109663"/>
                  <a:gd name="csX138" fmla="*/ 114774 w 202903"/>
                  <a:gd name="csY138" fmla="*/ 109188 h 109663"/>
                  <a:gd name="csX139" fmla="*/ 118291 w 202903"/>
                  <a:gd name="csY139" fmla="*/ 108903 h 109663"/>
                  <a:gd name="csX140" fmla="*/ 121785 w 202903"/>
                  <a:gd name="csY140" fmla="*/ 108570 h 109663"/>
                  <a:gd name="csX141" fmla="*/ 125255 w 202903"/>
                  <a:gd name="csY141" fmla="*/ 108142 h 109663"/>
                  <a:gd name="csX142" fmla="*/ 128701 w 202903"/>
                  <a:gd name="csY142" fmla="*/ 107667 h 109663"/>
                  <a:gd name="csX143" fmla="*/ 132124 w 202903"/>
                  <a:gd name="csY143" fmla="*/ 107097 h 109663"/>
                  <a:gd name="csX144" fmla="*/ 135499 w 202903"/>
                  <a:gd name="csY144" fmla="*/ 106502 h 109663"/>
                  <a:gd name="csX145" fmla="*/ 138826 w 202903"/>
                  <a:gd name="csY145" fmla="*/ 105813 h 109663"/>
                  <a:gd name="csX146" fmla="*/ 142106 w 202903"/>
                  <a:gd name="csY146" fmla="*/ 105076 h 109663"/>
                  <a:gd name="csX147" fmla="*/ 145362 w 202903"/>
                  <a:gd name="csY147" fmla="*/ 104268 h 109663"/>
                  <a:gd name="csX148" fmla="*/ 148547 w 202903"/>
                  <a:gd name="csY148" fmla="*/ 103413 h 109663"/>
                  <a:gd name="csX149" fmla="*/ 151661 w 202903"/>
                  <a:gd name="csY149" fmla="*/ 102486 h 109663"/>
                  <a:gd name="csX150" fmla="*/ 154727 w 202903"/>
                  <a:gd name="csY150" fmla="*/ 101511 h 109663"/>
                  <a:gd name="csX151" fmla="*/ 157722 w 202903"/>
                  <a:gd name="csY151" fmla="*/ 100465 h 109663"/>
                  <a:gd name="csX152" fmla="*/ 160645 w 202903"/>
                  <a:gd name="csY152" fmla="*/ 99372 h 109663"/>
                  <a:gd name="csX153" fmla="*/ 163497 w 202903"/>
                  <a:gd name="csY153" fmla="*/ 98208 h 109663"/>
                  <a:gd name="csX154" fmla="*/ 166278 w 202903"/>
                  <a:gd name="csY154" fmla="*/ 97019 h 109663"/>
                  <a:gd name="csX155" fmla="*/ 168987 w 202903"/>
                  <a:gd name="csY155" fmla="*/ 95759 h 109663"/>
                  <a:gd name="csX156" fmla="*/ 171602 w 202903"/>
                  <a:gd name="csY156" fmla="*/ 94452 h 109663"/>
                  <a:gd name="csX157" fmla="*/ 174121 w 202903"/>
                  <a:gd name="csY157" fmla="*/ 93098 h 109663"/>
                  <a:gd name="csX158" fmla="*/ 176569 w 202903"/>
                  <a:gd name="csY158" fmla="*/ 91695 h 109663"/>
                  <a:gd name="csX159" fmla="*/ 178922 w 202903"/>
                  <a:gd name="csY159" fmla="*/ 90245 h 109663"/>
                  <a:gd name="csX160" fmla="*/ 181156 w 202903"/>
                  <a:gd name="csY160" fmla="*/ 88748 h 109663"/>
                  <a:gd name="csX161" fmla="*/ 183319 w 202903"/>
                  <a:gd name="csY161" fmla="*/ 87227 h 109663"/>
                  <a:gd name="csX162" fmla="*/ 185363 w 202903"/>
                  <a:gd name="csY162" fmla="*/ 85658 h 109663"/>
                  <a:gd name="csX163" fmla="*/ 187312 w 202903"/>
                  <a:gd name="csY163" fmla="*/ 84042 h 109663"/>
                  <a:gd name="csX164" fmla="*/ 189166 w 202903"/>
                  <a:gd name="csY164" fmla="*/ 82378 h 109663"/>
                  <a:gd name="csX165" fmla="*/ 190901 w 202903"/>
                  <a:gd name="csY165" fmla="*/ 80715 h 109663"/>
                  <a:gd name="csX166" fmla="*/ 192517 w 202903"/>
                  <a:gd name="csY166" fmla="*/ 79003 h 109663"/>
                  <a:gd name="csX167" fmla="*/ 194038 w 202903"/>
                  <a:gd name="csY167" fmla="*/ 77245 h 109663"/>
                  <a:gd name="csX168" fmla="*/ 195441 w 202903"/>
                  <a:gd name="csY168" fmla="*/ 75486 h 109663"/>
                  <a:gd name="csX169" fmla="*/ 196724 w 202903"/>
                  <a:gd name="csY169" fmla="*/ 73679 h 109663"/>
                  <a:gd name="csX170" fmla="*/ 197889 w 202903"/>
                  <a:gd name="csY170" fmla="*/ 71873 h 109663"/>
                  <a:gd name="csX171" fmla="*/ 198934 w 202903"/>
                  <a:gd name="csY171" fmla="*/ 70019 h 109663"/>
                  <a:gd name="csX172" fmla="*/ 199861 w 202903"/>
                  <a:gd name="csY172" fmla="*/ 68165 h 109663"/>
                  <a:gd name="csX173" fmla="*/ 200670 w 202903"/>
                  <a:gd name="csY173" fmla="*/ 66288 h 109663"/>
                  <a:gd name="csX174" fmla="*/ 201359 w 202903"/>
                  <a:gd name="csY174" fmla="*/ 64410 h 109663"/>
                  <a:gd name="csX175" fmla="*/ 201905 w 202903"/>
                  <a:gd name="csY175" fmla="*/ 62509 h 109663"/>
                  <a:gd name="csX176" fmla="*/ 202333 w 202903"/>
                  <a:gd name="csY176" fmla="*/ 60584 h 109663"/>
                  <a:gd name="csX177" fmla="*/ 202666 w 202903"/>
                  <a:gd name="csY177" fmla="*/ 58682 h 109663"/>
                  <a:gd name="csX178" fmla="*/ 202832 w 202903"/>
                  <a:gd name="csY178" fmla="*/ 56757 h 109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63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66" y="50981"/>
                    </a:lnTo>
                    <a:lnTo>
                      <a:pt x="202333" y="49056"/>
                    </a:lnTo>
                    <a:lnTo>
                      <a:pt x="201905" y="47155"/>
                    </a:lnTo>
                    <a:lnTo>
                      <a:pt x="201359" y="45253"/>
                    </a:lnTo>
                    <a:lnTo>
                      <a:pt x="200670" y="43376"/>
                    </a:lnTo>
                    <a:lnTo>
                      <a:pt x="199861" y="41498"/>
                    </a:lnTo>
                    <a:lnTo>
                      <a:pt x="198934" y="39621"/>
                    </a:lnTo>
                    <a:lnTo>
                      <a:pt x="197889" y="37790"/>
                    </a:lnTo>
                    <a:lnTo>
                      <a:pt x="196724" y="35960"/>
                    </a:lnTo>
                    <a:lnTo>
                      <a:pt x="195441" y="34178"/>
                    </a:lnTo>
                    <a:lnTo>
                      <a:pt x="194038" y="32395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61"/>
                    </a:lnTo>
                    <a:lnTo>
                      <a:pt x="187312" y="25621"/>
                    </a:lnTo>
                    <a:lnTo>
                      <a:pt x="185363" y="24005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922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44"/>
                    </a:lnTo>
                    <a:lnTo>
                      <a:pt x="163497" y="11432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52"/>
                    </a:lnTo>
                    <a:lnTo>
                      <a:pt x="151661" y="7178"/>
                    </a:lnTo>
                    <a:lnTo>
                      <a:pt x="148547" y="6251"/>
                    </a:lnTo>
                    <a:lnTo>
                      <a:pt x="145362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61"/>
                    </a:lnTo>
                    <a:lnTo>
                      <a:pt x="132124" y="2543"/>
                    </a:lnTo>
                    <a:lnTo>
                      <a:pt x="128701" y="1996"/>
                    </a:lnTo>
                    <a:lnTo>
                      <a:pt x="125255" y="1521"/>
                    </a:lnTo>
                    <a:lnTo>
                      <a:pt x="121785" y="1093"/>
                    </a:lnTo>
                    <a:lnTo>
                      <a:pt x="118291" y="737"/>
                    </a:lnTo>
                    <a:lnTo>
                      <a:pt x="114774" y="452"/>
                    </a:lnTo>
                    <a:lnTo>
                      <a:pt x="111232" y="238"/>
                    </a:lnTo>
                    <a:lnTo>
                      <a:pt x="107667" y="95"/>
                    </a:lnTo>
                    <a:lnTo>
                      <a:pt x="104126" y="0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33"/>
                    </a:lnTo>
                    <a:lnTo>
                      <a:pt x="86371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914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414" y="4207"/>
                    </a:lnTo>
                    <a:lnTo>
                      <a:pt x="59157" y="4967"/>
                    </a:lnTo>
                    <a:lnTo>
                      <a:pt x="55949" y="5823"/>
                    </a:lnTo>
                    <a:lnTo>
                      <a:pt x="52788" y="6702"/>
                    </a:lnTo>
                    <a:lnTo>
                      <a:pt x="49698" y="7653"/>
                    </a:lnTo>
                    <a:lnTo>
                      <a:pt x="46656" y="8675"/>
                    </a:lnTo>
                    <a:lnTo>
                      <a:pt x="43709" y="9745"/>
                    </a:lnTo>
                    <a:lnTo>
                      <a:pt x="40809" y="10862"/>
                    </a:lnTo>
                    <a:lnTo>
                      <a:pt x="37981" y="12026"/>
                    </a:lnTo>
                    <a:lnTo>
                      <a:pt x="35247" y="13262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55"/>
                    </a:lnTo>
                    <a:lnTo>
                      <a:pt x="25146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39" y="23221"/>
                    </a:lnTo>
                    <a:lnTo>
                      <a:pt x="16542" y="24813"/>
                    </a:lnTo>
                    <a:lnTo>
                      <a:pt x="14641" y="26430"/>
                    </a:lnTo>
                    <a:lnTo>
                      <a:pt x="12858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52" y="33298"/>
                    </a:lnTo>
                    <a:lnTo>
                      <a:pt x="6798" y="35081"/>
                    </a:lnTo>
                    <a:lnTo>
                      <a:pt x="5585" y="36887"/>
                    </a:lnTo>
                    <a:lnTo>
                      <a:pt x="4468" y="38717"/>
                    </a:lnTo>
                    <a:lnTo>
                      <a:pt x="3470" y="40547"/>
                    </a:lnTo>
                    <a:lnTo>
                      <a:pt x="2614" y="42425"/>
                    </a:lnTo>
                    <a:lnTo>
                      <a:pt x="1878" y="44303"/>
                    </a:lnTo>
                    <a:lnTo>
                      <a:pt x="1260" y="46204"/>
                    </a:lnTo>
                    <a:lnTo>
                      <a:pt x="761" y="48106"/>
                    </a:lnTo>
                    <a:lnTo>
                      <a:pt x="380" y="50031"/>
                    </a:lnTo>
                    <a:lnTo>
                      <a:pt x="119" y="51932"/>
                    </a:lnTo>
                    <a:lnTo>
                      <a:pt x="0" y="53857"/>
                    </a:lnTo>
                    <a:lnTo>
                      <a:pt x="0" y="55782"/>
                    </a:lnTo>
                    <a:lnTo>
                      <a:pt x="119" y="57708"/>
                    </a:lnTo>
                    <a:lnTo>
                      <a:pt x="380" y="59633"/>
                    </a:lnTo>
                    <a:lnTo>
                      <a:pt x="761" y="61558"/>
                    </a:lnTo>
                    <a:lnTo>
                      <a:pt x="1260" y="63459"/>
                    </a:lnTo>
                    <a:lnTo>
                      <a:pt x="1878" y="65361"/>
                    </a:lnTo>
                    <a:lnTo>
                      <a:pt x="2614" y="67238"/>
                    </a:lnTo>
                    <a:lnTo>
                      <a:pt x="3470" y="69092"/>
                    </a:lnTo>
                    <a:lnTo>
                      <a:pt x="4468" y="70946"/>
                    </a:lnTo>
                    <a:lnTo>
                      <a:pt x="5585" y="72776"/>
                    </a:lnTo>
                    <a:lnTo>
                      <a:pt x="6798" y="74583"/>
                    </a:lnTo>
                    <a:lnTo>
                      <a:pt x="8152" y="76365"/>
                    </a:lnTo>
                    <a:lnTo>
                      <a:pt x="9602" y="78124"/>
                    </a:lnTo>
                    <a:lnTo>
                      <a:pt x="11171" y="79859"/>
                    </a:lnTo>
                    <a:lnTo>
                      <a:pt x="12858" y="81546"/>
                    </a:lnTo>
                    <a:lnTo>
                      <a:pt x="14641" y="83210"/>
                    </a:lnTo>
                    <a:lnTo>
                      <a:pt x="16542" y="84850"/>
                    </a:lnTo>
                    <a:lnTo>
                      <a:pt x="18539" y="86443"/>
                    </a:lnTo>
                    <a:lnTo>
                      <a:pt x="20630" y="87988"/>
                    </a:lnTo>
                    <a:lnTo>
                      <a:pt x="22841" y="89509"/>
                    </a:lnTo>
                    <a:lnTo>
                      <a:pt x="25146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13"/>
                    </a:lnTo>
                    <a:lnTo>
                      <a:pt x="40809" y="98802"/>
                    </a:lnTo>
                    <a:lnTo>
                      <a:pt x="43709" y="99919"/>
                    </a:lnTo>
                    <a:lnTo>
                      <a:pt x="46656" y="100988"/>
                    </a:lnTo>
                    <a:lnTo>
                      <a:pt x="49698" y="102010"/>
                    </a:lnTo>
                    <a:lnTo>
                      <a:pt x="52788" y="102961"/>
                    </a:lnTo>
                    <a:lnTo>
                      <a:pt x="55949" y="103840"/>
                    </a:lnTo>
                    <a:lnTo>
                      <a:pt x="59157" y="104672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382"/>
                    </a:lnTo>
                    <a:lnTo>
                      <a:pt x="75914" y="107905"/>
                    </a:lnTo>
                    <a:lnTo>
                      <a:pt x="79360" y="108356"/>
                    </a:lnTo>
                    <a:lnTo>
                      <a:pt x="82854" y="108737"/>
                    </a:lnTo>
                    <a:lnTo>
                      <a:pt x="86371" y="109069"/>
                    </a:lnTo>
                    <a:lnTo>
                      <a:pt x="89889" y="109307"/>
                    </a:lnTo>
                    <a:lnTo>
                      <a:pt x="93430" y="109497"/>
                    </a:lnTo>
                    <a:lnTo>
                      <a:pt x="96995" y="109616"/>
                    </a:lnTo>
                    <a:lnTo>
                      <a:pt x="100561" y="109664"/>
                    </a:lnTo>
                    <a:lnTo>
                      <a:pt x="104126" y="109664"/>
                    </a:lnTo>
                    <a:lnTo>
                      <a:pt x="107667" y="109568"/>
                    </a:lnTo>
                    <a:lnTo>
                      <a:pt x="111232" y="109426"/>
                    </a:lnTo>
                    <a:lnTo>
                      <a:pt x="114774" y="109188"/>
                    </a:lnTo>
                    <a:lnTo>
                      <a:pt x="118291" y="108903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097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62" y="104268"/>
                    </a:lnTo>
                    <a:lnTo>
                      <a:pt x="148547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08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922" y="90245"/>
                    </a:lnTo>
                    <a:lnTo>
                      <a:pt x="181156" y="88748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378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45"/>
                    </a:lnTo>
                    <a:lnTo>
                      <a:pt x="195441" y="75486"/>
                    </a:lnTo>
                    <a:lnTo>
                      <a:pt x="196724" y="73679"/>
                    </a:lnTo>
                    <a:lnTo>
                      <a:pt x="197889" y="71873"/>
                    </a:lnTo>
                    <a:lnTo>
                      <a:pt x="198934" y="70019"/>
                    </a:lnTo>
                    <a:lnTo>
                      <a:pt x="199861" y="68165"/>
                    </a:lnTo>
                    <a:lnTo>
                      <a:pt x="200670" y="66288"/>
                    </a:lnTo>
                    <a:lnTo>
                      <a:pt x="201359" y="64410"/>
                    </a:lnTo>
                    <a:lnTo>
                      <a:pt x="201905" y="62509"/>
                    </a:lnTo>
                    <a:lnTo>
                      <a:pt x="202333" y="60584"/>
                    </a:lnTo>
                    <a:lnTo>
                      <a:pt x="202666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F7C1D9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799" name="Graphic 2">
                <a:extLst>
                  <a:ext uri="{FF2B5EF4-FFF2-40B4-BE49-F238E27FC236}">
                    <a16:creationId xmlns:a16="http://schemas.microsoft.com/office/drawing/2014/main" id="{096D77E7-1418-C26F-AE9C-9EDA69857BA7}"/>
                  </a:ext>
                </a:extLst>
              </p:cNvPr>
              <p:cNvGrpSpPr/>
              <p:nvPr/>
            </p:nvGrpSpPr>
            <p:grpSpPr>
              <a:xfrm>
                <a:off x="2274159" y="1581219"/>
                <a:ext cx="192612" cy="52193"/>
                <a:chOff x="3550491" y="1581219"/>
                <a:chExt cx="192612" cy="52193"/>
              </a:xfrm>
              <a:solidFill>
                <a:srgbClr val="000000"/>
              </a:solidFill>
            </p:grpSpPr>
            <p:sp>
              <p:nvSpPr>
                <p:cNvPr id="3595" name="Freeform 3594">
                  <a:extLst>
                    <a:ext uri="{FF2B5EF4-FFF2-40B4-BE49-F238E27FC236}">
                      <a16:creationId xmlns:a16="http://schemas.microsoft.com/office/drawing/2014/main" id="{723F5DF8-05CC-2EE3-9A96-7BA8347D8F23}"/>
                    </a:ext>
                  </a:extLst>
                </p:cNvPr>
                <p:cNvSpPr/>
                <p:nvPr/>
              </p:nvSpPr>
              <p:spPr>
                <a:xfrm>
                  <a:off x="3550491" y="1581219"/>
                  <a:ext cx="35841" cy="52193"/>
                </a:xfrm>
                <a:custGeom>
                  <a:avLst/>
                  <a:gdLst>
                    <a:gd name="csX0" fmla="*/ 26728 w 35841"/>
                    <a:gd name="csY0" fmla="*/ 50846 h 52193"/>
                    <a:gd name="csX1" fmla="*/ 36425 w 35841"/>
                    <a:gd name="csY1" fmla="*/ 50846 h 52193"/>
                    <a:gd name="csX2" fmla="*/ 36425 w 35841"/>
                    <a:gd name="csY2" fmla="*/ 268 h 52193"/>
                    <a:gd name="csX3" fmla="*/ 26728 w 35841"/>
                    <a:gd name="csY3" fmla="*/ 268 h 52193"/>
                    <a:gd name="csX4" fmla="*/ 26728 w 35841"/>
                    <a:gd name="csY4" fmla="*/ 18236 h 52193"/>
                    <a:gd name="csX5" fmla="*/ 16365 w 35841"/>
                    <a:gd name="csY5" fmla="*/ 12722 h 52193"/>
                    <a:gd name="csX6" fmla="*/ 583 w 35841"/>
                    <a:gd name="csY6" fmla="*/ 32687 h 52193"/>
                    <a:gd name="csX7" fmla="*/ 4671 w 35841"/>
                    <a:gd name="csY7" fmla="*/ 46472 h 52193"/>
                    <a:gd name="csX8" fmla="*/ 16365 w 35841"/>
                    <a:gd name="csY8" fmla="*/ 52462 h 52193"/>
                    <a:gd name="csX9" fmla="*/ 26728 w 35841"/>
                    <a:gd name="csY9" fmla="*/ 47043 h 52193"/>
                    <a:gd name="csX10" fmla="*/ 18551 w 35841"/>
                    <a:gd name="csY10" fmla="*/ 20898 h 52193"/>
                    <a:gd name="csX11" fmla="*/ 26728 w 35841"/>
                    <a:gd name="csY11" fmla="*/ 32782 h 52193"/>
                    <a:gd name="csX12" fmla="*/ 18551 w 35841"/>
                    <a:gd name="csY12" fmla="*/ 44286 h 52193"/>
                    <a:gd name="csX13" fmla="*/ 10280 w 35841"/>
                    <a:gd name="csY13" fmla="*/ 32687 h 52193"/>
                    <a:gd name="csX14" fmla="*/ 18551 w 35841"/>
                    <a:gd name="csY14" fmla="*/ 20898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26728" y="50846"/>
                      </a:moveTo>
                      <a:lnTo>
                        <a:pt x="36425" y="50846"/>
                      </a:lnTo>
                      <a:lnTo>
                        <a:pt x="36425" y="268"/>
                      </a:lnTo>
                      <a:lnTo>
                        <a:pt x="26728" y="268"/>
                      </a:lnTo>
                      <a:lnTo>
                        <a:pt x="26728" y="18236"/>
                      </a:lnTo>
                      <a:cubicBezTo>
                        <a:pt x="24256" y="14434"/>
                        <a:pt x="21118" y="12722"/>
                        <a:pt x="16365" y="12722"/>
                      </a:cubicBezTo>
                      <a:cubicBezTo>
                        <a:pt x="7428" y="12722"/>
                        <a:pt x="583" y="21374"/>
                        <a:pt x="583" y="32687"/>
                      </a:cubicBezTo>
                      <a:cubicBezTo>
                        <a:pt x="583" y="37726"/>
                        <a:pt x="2104" y="42860"/>
                        <a:pt x="4671" y="46472"/>
                      </a:cubicBezTo>
                      <a:cubicBezTo>
                        <a:pt x="7238" y="50180"/>
                        <a:pt x="11801" y="52462"/>
                        <a:pt x="16365" y="52462"/>
                      </a:cubicBezTo>
                      <a:cubicBezTo>
                        <a:pt x="21118" y="52462"/>
                        <a:pt x="24256" y="50750"/>
                        <a:pt x="26728" y="47043"/>
                      </a:cubicBezTo>
                      <a:close/>
                      <a:moveTo>
                        <a:pt x="18551" y="20898"/>
                      </a:moveTo>
                      <a:cubicBezTo>
                        <a:pt x="23400" y="20898"/>
                        <a:pt x="26728" y="25557"/>
                        <a:pt x="26728" y="32782"/>
                      </a:cubicBezTo>
                      <a:cubicBezTo>
                        <a:pt x="26728" y="39627"/>
                        <a:pt x="23400" y="44286"/>
                        <a:pt x="18551" y="44286"/>
                      </a:cubicBezTo>
                      <a:cubicBezTo>
                        <a:pt x="13608" y="44286"/>
                        <a:pt x="10280" y="39532"/>
                        <a:pt x="10280" y="32687"/>
                      </a:cubicBezTo>
                      <a:cubicBezTo>
                        <a:pt x="10280" y="25652"/>
                        <a:pt x="13608" y="20898"/>
                        <a:pt x="18551" y="208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6" name="Freeform 3595">
                  <a:extLst>
                    <a:ext uri="{FF2B5EF4-FFF2-40B4-BE49-F238E27FC236}">
                      <a16:creationId xmlns:a16="http://schemas.microsoft.com/office/drawing/2014/main" id="{32656215-32BA-D1E1-E3EA-F6D00FCC7256}"/>
                    </a:ext>
                  </a:extLst>
                </p:cNvPr>
                <p:cNvSpPr/>
                <p:nvPr/>
              </p:nvSpPr>
              <p:spPr>
                <a:xfrm>
                  <a:off x="3592988" y="1593674"/>
                  <a:ext cx="34510" cy="39739"/>
                </a:xfrm>
                <a:custGeom>
                  <a:avLst/>
                  <a:gdLst>
                    <a:gd name="csX0" fmla="*/ 35101 w 34510"/>
                    <a:gd name="csY0" fmla="*/ 37251 h 39739"/>
                    <a:gd name="csX1" fmla="*/ 32819 w 34510"/>
                    <a:gd name="csY1" fmla="*/ 32592 h 39739"/>
                    <a:gd name="csX2" fmla="*/ 32819 w 34510"/>
                    <a:gd name="csY2" fmla="*/ 11772 h 39739"/>
                    <a:gd name="csX3" fmla="*/ 17513 w 34510"/>
                    <a:gd name="csY3" fmla="*/ 268 h 39739"/>
                    <a:gd name="csX4" fmla="*/ 1446 w 34510"/>
                    <a:gd name="csY4" fmla="*/ 13293 h 39739"/>
                    <a:gd name="csX5" fmla="*/ 10858 w 34510"/>
                    <a:gd name="csY5" fmla="*/ 13293 h 39739"/>
                    <a:gd name="csX6" fmla="*/ 17703 w 34510"/>
                    <a:gd name="csY6" fmla="*/ 8159 h 39739"/>
                    <a:gd name="csX7" fmla="*/ 23312 w 34510"/>
                    <a:gd name="csY7" fmla="*/ 11867 h 39739"/>
                    <a:gd name="csX8" fmla="*/ 21696 w 34510"/>
                    <a:gd name="csY8" fmla="*/ 14814 h 39739"/>
                    <a:gd name="csX9" fmla="*/ 15516 w 34510"/>
                    <a:gd name="csY9" fmla="*/ 16240 h 39739"/>
                    <a:gd name="csX10" fmla="*/ 11713 w 34510"/>
                    <a:gd name="csY10" fmla="*/ 16905 h 39739"/>
                    <a:gd name="csX11" fmla="*/ 590 w 34510"/>
                    <a:gd name="csY11" fmla="*/ 28789 h 39739"/>
                    <a:gd name="csX12" fmla="*/ 11999 w 34510"/>
                    <a:gd name="csY12" fmla="*/ 40008 h 39739"/>
                    <a:gd name="csX13" fmla="*/ 23407 w 34510"/>
                    <a:gd name="csY13" fmla="*/ 34684 h 39739"/>
                    <a:gd name="csX14" fmla="*/ 24548 w 34510"/>
                    <a:gd name="csY14" fmla="*/ 38391 h 39739"/>
                    <a:gd name="csX15" fmla="*/ 35101 w 34510"/>
                    <a:gd name="csY15" fmla="*/ 38391 h 39739"/>
                    <a:gd name="csX16" fmla="*/ 23312 w 34510"/>
                    <a:gd name="csY16" fmla="*/ 23370 h 39739"/>
                    <a:gd name="csX17" fmla="*/ 15611 w 34510"/>
                    <a:gd name="csY17" fmla="*/ 32117 h 39739"/>
                    <a:gd name="csX18" fmla="*/ 10382 w 34510"/>
                    <a:gd name="csY18" fmla="*/ 27648 h 39739"/>
                    <a:gd name="csX19" fmla="*/ 15897 w 34510"/>
                    <a:gd name="csY19" fmla="*/ 22515 h 39739"/>
                    <a:gd name="csX20" fmla="*/ 19224 w 34510"/>
                    <a:gd name="csY20" fmla="*/ 21849 h 39739"/>
                    <a:gd name="csX21" fmla="*/ 23312 w 34510"/>
                    <a:gd name="csY21" fmla="*/ 2070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101" y="37251"/>
                      </a:moveTo>
                      <a:cubicBezTo>
                        <a:pt x="33389" y="35634"/>
                        <a:pt x="32819" y="34493"/>
                        <a:pt x="32819" y="32592"/>
                      </a:cubicBezTo>
                      <a:lnTo>
                        <a:pt x="32819" y="11772"/>
                      </a:lnTo>
                      <a:cubicBezTo>
                        <a:pt x="32819" y="4166"/>
                        <a:pt x="27590" y="268"/>
                        <a:pt x="17513" y="268"/>
                      </a:cubicBezTo>
                      <a:cubicBezTo>
                        <a:pt x="7340" y="268"/>
                        <a:pt x="2111" y="4546"/>
                        <a:pt x="1446" y="13293"/>
                      </a:cubicBezTo>
                      <a:lnTo>
                        <a:pt x="10858" y="13293"/>
                      </a:lnTo>
                      <a:cubicBezTo>
                        <a:pt x="11333" y="9395"/>
                        <a:pt x="12949" y="8159"/>
                        <a:pt x="17703" y="8159"/>
                      </a:cubicBezTo>
                      <a:cubicBezTo>
                        <a:pt x="21411" y="8159"/>
                        <a:pt x="23312" y="9395"/>
                        <a:pt x="23312" y="11867"/>
                      </a:cubicBezTo>
                      <a:cubicBezTo>
                        <a:pt x="23312" y="13103"/>
                        <a:pt x="22742" y="14148"/>
                        <a:pt x="21696" y="14814"/>
                      </a:cubicBezTo>
                      <a:cubicBezTo>
                        <a:pt x="20365" y="15479"/>
                        <a:pt x="20365" y="15479"/>
                        <a:pt x="15516" y="16240"/>
                      </a:cubicBezTo>
                      <a:lnTo>
                        <a:pt x="11713" y="16905"/>
                      </a:lnTo>
                      <a:cubicBezTo>
                        <a:pt x="4203" y="18236"/>
                        <a:pt x="590" y="22039"/>
                        <a:pt x="590" y="28789"/>
                      </a:cubicBezTo>
                      <a:cubicBezTo>
                        <a:pt x="590" y="35444"/>
                        <a:pt x="5154" y="40008"/>
                        <a:pt x="11999" y="40008"/>
                      </a:cubicBezTo>
                      <a:cubicBezTo>
                        <a:pt x="16182" y="40008"/>
                        <a:pt x="19889" y="38296"/>
                        <a:pt x="23407" y="34684"/>
                      </a:cubicBezTo>
                      <a:cubicBezTo>
                        <a:pt x="23407" y="36585"/>
                        <a:pt x="23597" y="37251"/>
                        <a:pt x="24548" y="38391"/>
                      </a:cubicBezTo>
                      <a:lnTo>
                        <a:pt x="35101" y="38391"/>
                      </a:lnTo>
                      <a:close/>
                      <a:moveTo>
                        <a:pt x="23312" y="23370"/>
                      </a:moveTo>
                      <a:cubicBezTo>
                        <a:pt x="23312" y="28979"/>
                        <a:pt x="20555" y="32117"/>
                        <a:pt x="15611" y="32117"/>
                      </a:cubicBezTo>
                      <a:cubicBezTo>
                        <a:pt x="12379" y="32117"/>
                        <a:pt x="10382" y="30405"/>
                        <a:pt x="10382" y="27648"/>
                      </a:cubicBezTo>
                      <a:cubicBezTo>
                        <a:pt x="10382" y="24701"/>
                        <a:pt x="11904" y="23370"/>
                        <a:pt x="15897" y="22515"/>
                      </a:cubicBezTo>
                      <a:lnTo>
                        <a:pt x="19224" y="21849"/>
                      </a:lnTo>
                      <a:cubicBezTo>
                        <a:pt x="21791" y="21374"/>
                        <a:pt x="22171" y="21279"/>
                        <a:pt x="23312" y="2070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7" name="Freeform 3596">
                  <a:extLst>
                    <a:ext uri="{FF2B5EF4-FFF2-40B4-BE49-F238E27FC236}">
                      <a16:creationId xmlns:a16="http://schemas.microsoft.com/office/drawing/2014/main" id="{D899E7B7-4DDF-93FC-1F48-AE3486432239}"/>
                    </a:ext>
                  </a:extLst>
                </p:cNvPr>
                <p:cNvSpPr/>
                <p:nvPr/>
              </p:nvSpPr>
              <p:spPr>
                <a:xfrm>
                  <a:off x="3631681" y="1581219"/>
                  <a:ext cx="35841" cy="52193"/>
                </a:xfrm>
                <a:custGeom>
                  <a:avLst/>
                  <a:gdLst>
                    <a:gd name="csX0" fmla="*/ 596 w 35841"/>
                    <a:gd name="csY0" fmla="*/ 268 h 52193"/>
                    <a:gd name="csX1" fmla="*/ 596 w 35841"/>
                    <a:gd name="csY1" fmla="*/ 50846 h 52193"/>
                    <a:gd name="csX2" fmla="*/ 10293 w 35841"/>
                    <a:gd name="csY2" fmla="*/ 50846 h 52193"/>
                    <a:gd name="csX3" fmla="*/ 10293 w 35841"/>
                    <a:gd name="csY3" fmla="*/ 47043 h 52193"/>
                    <a:gd name="csX4" fmla="*/ 20656 w 35841"/>
                    <a:gd name="csY4" fmla="*/ 52462 h 52193"/>
                    <a:gd name="csX5" fmla="*/ 36438 w 35841"/>
                    <a:gd name="csY5" fmla="*/ 32592 h 52193"/>
                    <a:gd name="csX6" fmla="*/ 32350 w 35841"/>
                    <a:gd name="csY6" fmla="*/ 18807 h 52193"/>
                    <a:gd name="csX7" fmla="*/ 20656 w 35841"/>
                    <a:gd name="csY7" fmla="*/ 12722 h 52193"/>
                    <a:gd name="csX8" fmla="*/ 10293 w 35841"/>
                    <a:gd name="csY8" fmla="*/ 18236 h 52193"/>
                    <a:gd name="csX9" fmla="*/ 10293 w 35841"/>
                    <a:gd name="csY9" fmla="*/ 268 h 52193"/>
                    <a:gd name="csX10" fmla="*/ 18469 w 35841"/>
                    <a:gd name="csY10" fmla="*/ 20898 h 52193"/>
                    <a:gd name="csX11" fmla="*/ 26741 w 35841"/>
                    <a:gd name="csY11" fmla="*/ 32687 h 52193"/>
                    <a:gd name="csX12" fmla="*/ 18469 w 35841"/>
                    <a:gd name="csY12" fmla="*/ 44286 h 52193"/>
                    <a:gd name="csX13" fmla="*/ 10293 w 35841"/>
                    <a:gd name="csY13" fmla="*/ 32497 h 52193"/>
                    <a:gd name="csX14" fmla="*/ 18469 w 35841"/>
                    <a:gd name="csY14" fmla="*/ 20898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596" y="268"/>
                      </a:moveTo>
                      <a:lnTo>
                        <a:pt x="596" y="50846"/>
                      </a:lnTo>
                      <a:lnTo>
                        <a:pt x="10293" y="50846"/>
                      </a:lnTo>
                      <a:lnTo>
                        <a:pt x="10293" y="47043"/>
                      </a:lnTo>
                      <a:cubicBezTo>
                        <a:pt x="12670" y="50750"/>
                        <a:pt x="15903" y="52462"/>
                        <a:pt x="20656" y="52462"/>
                      </a:cubicBezTo>
                      <a:cubicBezTo>
                        <a:pt x="29593" y="52462"/>
                        <a:pt x="36438" y="43905"/>
                        <a:pt x="36438" y="32592"/>
                      </a:cubicBezTo>
                      <a:cubicBezTo>
                        <a:pt x="36438" y="27553"/>
                        <a:pt x="34917" y="22420"/>
                        <a:pt x="32350" y="18807"/>
                      </a:cubicBezTo>
                      <a:cubicBezTo>
                        <a:pt x="29783" y="15099"/>
                        <a:pt x="25219" y="12722"/>
                        <a:pt x="20656" y="12722"/>
                      </a:cubicBezTo>
                      <a:cubicBezTo>
                        <a:pt x="15903" y="12722"/>
                        <a:pt x="12670" y="14434"/>
                        <a:pt x="10293" y="18236"/>
                      </a:cubicBezTo>
                      <a:lnTo>
                        <a:pt x="10293" y="268"/>
                      </a:lnTo>
                      <a:close/>
                      <a:moveTo>
                        <a:pt x="18469" y="20898"/>
                      </a:moveTo>
                      <a:cubicBezTo>
                        <a:pt x="23318" y="20898"/>
                        <a:pt x="26741" y="25747"/>
                        <a:pt x="26741" y="32687"/>
                      </a:cubicBezTo>
                      <a:cubicBezTo>
                        <a:pt x="26741" y="39532"/>
                        <a:pt x="23413" y="44286"/>
                        <a:pt x="18469" y="44286"/>
                      </a:cubicBezTo>
                      <a:cubicBezTo>
                        <a:pt x="13621" y="44286"/>
                        <a:pt x="10293" y="39627"/>
                        <a:pt x="10293" y="32497"/>
                      </a:cubicBezTo>
                      <a:cubicBezTo>
                        <a:pt x="10293" y="25557"/>
                        <a:pt x="13621" y="20898"/>
                        <a:pt x="18469" y="208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8" name="Freeform 3597">
                  <a:extLst>
                    <a:ext uri="{FF2B5EF4-FFF2-40B4-BE49-F238E27FC236}">
                      <a16:creationId xmlns:a16="http://schemas.microsoft.com/office/drawing/2014/main" id="{62945EEB-804F-62FA-FF3A-B7135DE016BF}"/>
                    </a:ext>
                  </a:extLst>
                </p:cNvPr>
                <p:cNvSpPr/>
                <p:nvPr/>
              </p:nvSpPr>
              <p:spPr>
                <a:xfrm>
                  <a:off x="3674938" y="1582550"/>
                  <a:ext cx="21485" cy="49246"/>
                </a:xfrm>
                <a:custGeom>
                  <a:avLst/>
                  <a:gdLst>
                    <a:gd name="csX0" fmla="*/ 12392 w 21485"/>
                    <a:gd name="csY0" fmla="*/ 15574 h 49246"/>
                    <a:gd name="csX1" fmla="*/ 12392 w 21485"/>
                    <a:gd name="csY1" fmla="*/ 49515 h 49246"/>
                    <a:gd name="csX2" fmla="*/ 22089 w 21485"/>
                    <a:gd name="csY2" fmla="*/ 49515 h 49246"/>
                    <a:gd name="csX3" fmla="*/ 22089 w 21485"/>
                    <a:gd name="csY3" fmla="*/ 268 h 49246"/>
                    <a:gd name="csX4" fmla="*/ 15624 w 21485"/>
                    <a:gd name="csY4" fmla="*/ 268 h 49246"/>
                    <a:gd name="csX5" fmla="*/ 603 w 21485"/>
                    <a:gd name="csY5" fmla="*/ 9110 h 49246"/>
                    <a:gd name="csX6" fmla="*/ 603 w 21485"/>
                    <a:gd name="csY6" fmla="*/ 15574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392" y="15574"/>
                      </a:moveTo>
                      <a:lnTo>
                        <a:pt x="12392" y="49515"/>
                      </a:lnTo>
                      <a:lnTo>
                        <a:pt x="22089" y="49515"/>
                      </a:lnTo>
                      <a:lnTo>
                        <a:pt x="22089" y="268"/>
                      </a:lnTo>
                      <a:lnTo>
                        <a:pt x="15624" y="268"/>
                      </a:lnTo>
                      <a:cubicBezTo>
                        <a:pt x="14103" y="6163"/>
                        <a:pt x="9064" y="9110"/>
                        <a:pt x="603" y="9110"/>
                      </a:cubicBezTo>
                      <a:lnTo>
                        <a:pt x="603" y="155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9" name="Freeform 3598">
                  <a:extLst>
                    <a:ext uri="{FF2B5EF4-FFF2-40B4-BE49-F238E27FC236}">
                      <a16:creationId xmlns:a16="http://schemas.microsoft.com/office/drawing/2014/main" id="{4257E4A5-1B3C-F473-746E-07E5C6F51C76}"/>
                    </a:ext>
                  </a:extLst>
                </p:cNvPr>
                <p:cNvSpPr/>
                <p:nvPr/>
              </p:nvSpPr>
              <p:spPr>
                <a:xfrm>
                  <a:off x="3708593" y="1593674"/>
                  <a:ext cx="34510" cy="39739"/>
                </a:xfrm>
                <a:custGeom>
                  <a:avLst/>
                  <a:gdLst>
                    <a:gd name="csX0" fmla="*/ 35120 w 34510"/>
                    <a:gd name="csY0" fmla="*/ 37251 h 39739"/>
                    <a:gd name="csX1" fmla="*/ 32838 w 34510"/>
                    <a:gd name="csY1" fmla="*/ 32592 h 39739"/>
                    <a:gd name="csX2" fmla="*/ 32838 w 34510"/>
                    <a:gd name="csY2" fmla="*/ 11772 h 39739"/>
                    <a:gd name="csX3" fmla="*/ 17532 w 34510"/>
                    <a:gd name="csY3" fmla="*/ 268 h 39739"/>
                    <a:gd name="csX4" fmla="*/ 1465 w 34510"/>
                    <a:gd name="csY4" fmla="*/ 13293 h 39739"/>
                    <a:gd name="csX5" fmla="*/ 10877 w 34510"/>
                    <a:gd name="csY5" fmla="*/ 13293 h 39739"/>
                    <a:gd name="csX6" fmla="*/ 17722 w 34510"/>
                    <a:gd name="csY6" fmla="*/ 8159 h 39739"/>
                    <a:gd name="csX7" fmla="*/ 23331 w 34510"/>
                    <a:gd name="csY7" fmla="*/ 11867 h 39739"/>
                    <a:gd name="csX8" fmla="*/ 21715 w 34510"/>
                    <a:gd name="csY8" fmla="*/ 14814 h 39739"/>
                    <a:gd name="csX9" fmla="*/ 15535 w 34510"/>
                    <a:gd name="csY9" fmla="*/ 16240 h 39739"/>
                    <a:gd name="csX10" fmla="*/ 11732 w 34510"/>
                    <a:gd name="csY10" fmla="*/ 16905 h 39739"/>
                    <a:gd name="csX11" fmla="*/ 609 w 34510"/>
                    <a:gd name="csY11" fmla="*/ 28789 h 39739"/>
                    <a:gd name="csX12" fmla="*/ 12018 w 34510"/>
                    <a:gd name="csY12" fmla="*/ 40008 h 39739"/>
                    <a:gd name="csX13" fmla="*/ 23426 w 34510"/>
                    <a:gd name="csY13" fmla="*/ 34684 h 39739"/>
                    <a:gd name="csX14" fmla="*/ 24567 w 34510"/>
                    <a:gd name="csY14" fmla="*/ 38391 h 39739"/>
                    <a:gd name="csX15" fmla="*/ 35120 w 34510"/>
                    <a:gd name="csY15" fmla="*/ 38391 h 39739"/>
                    <a:gd name="csX16" fmla="*/ 23331 w 34510"/>
                    <a:gd name="csY16" fmla="*/ 23370 h 39739"/>
                    <a:gd name="csX17" fmla="*/ 15630 w 34510"/>
                    <a:gd name="csY17" fmla="*/ 32117 h 39739"/>
                    <a:gd name="csX18" fmla="*/ 10401 w 34510"/>
                    <a:gd name="csY18" fmla="*/ 27648 h 39739"/>
                    <a:gd name="csX19" fmla="*/ 15916 w 34510"/>
                    <a:gd name="csY19" fmla="*/ 22515 h 39739"/>
                    <a:gd name="csX20" fmla="*/ 19243 w 34510"/>
                    <a:gd name="csY20" fmla="*/ 21849 h 39739"/>
                    <a:gd name="csX21" fmla="*/ 23331 w 34510"/>
                    <a:gd name="csY21" fmla="*/ 2070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120" y="37251"/>
                      </a:moveTo>
                      <a:cubicBezTo>
                        <a:pt x="33408" y="35634"/>
                        <a:pt x="32838" y="34493"/>
                        <a:pt x="32838" y="32592"/>
                      </a:cubicBezTo>
                      <a:lnTo>
                        <a:pt x="32838" y="11772"/>
                      </a:lnTo>
                      <a:cubicBezTo>
                        <a:pt x="32838" y="4166"/>
                        <a:pt x="27609" y="268"/>
                        <a:pt x="17532" y="268"/>
                      </a:cubicBezTo>
                      <a:cubicBezTo>
                        <a:pt x="7359" y="268"/>
                        <a:pt x="2130" y="4546"/>
                        <a:pt x="1465" y="13293"/>
                      </a:cubicBezTo>
                      <a:lnTo>
                        <a:pt x="10877" y="13293"/>
                      </a:lnTo>
                      <a:cubicBezTo>
                        <a:pt x="11352" y="9395"/>
                        <a:pt x="12968" y="8159"/>
                        <a:pt x="17722" y="8159"/>
                      </a:cubicBezTo>
                      <a:cubicBezTo>
                        <a:pt x="21430" y="8159"/>
                        <a:pt x="23331" y="9395"/>
                        <a:pt x="23331" y="11867"/>
                      </a:cubicBezTo>
                      <a:cubicBezTo>
                        <a:pt x="23331" y="13103"/>
                        <a:pt x="22761" y="14148"/>
                        <a:pt x="21715" y="14814"/>
                      </a:cubicBezTo>
                      <a:cubicBezTo>
                        <a:pt x="20384" y="15479"/>
                        <a:pt x="20384" y="15479"/>
                        <a:pt x="15535" y="16240"/>
                      </a:cubicBezTo>
                      <a:lnTo>
                        <a:pt x="11732" y="16905"/>
                      </a:lnTo>
                      <a:cubicBezTo>
                        <a:pt x="4222" y="18236"/>
                        <a:pt x="609" y="22039"/>
                        <a:pt x="609" y="28789"/>
                      </a:cubicBezTo>
                      <a:cubicBezTo>
                        <a:pt x="609" y="35444"/>
                        <a:pt x="5173" y="40008"/>
                        <a:pt x="12018" y="40008"/>
                      </a:cubicBezTo>
                      <a:cubicBezTo>
                        <a:pt x="16201" y="40008"/>
                        <a:pt x="19908" y="38296"/>
                        <a:pt x="23426" y="34684"/>
                      </a:cubicBezTo>
                      <a:cubicBezTo>
                        <a:pt x="23426" y="36585"/>
                        <a:pt x="23616" y="37251"/>
                        <a:pt x="24567" y="38391"/>
                      </a:cubicBezTo>
                      <a:lnTo>
                        <a:pt x="35120" y="38391"/>
                      </a:lnTo>
                      <a:close/>
                      <a:moveTo>
                        <a:pt x="23331" y="23370"/>
                      </a:moveTo>
                      <a:cubicBezTo>
                        <a:pt x="23331" y="28979"/>
                        <a:pt x="20574" y="32117"/>
                        <a:pt x="15630" y="32117"/>
                      </a:cubicBezTo>
                      <a:cubicBezTo>
                        <a:pt x="12398" y="32117"/>
                        <a:pt x="10401" y="30405"/>
                        <a:pt x="10401" y="27648"/>
                      </a:cubicBezTo>
                      <a:cubicBezTo>
                        <a:pt x="10401" y="24701"/>
                        <a:pt x="11923" y="23370"/>
                        <a:pt x="15916" y="22515"/>
                      </a:cubicBezTo>
                      <a:lnTo>
                        <a:pt x="19243" y="21849"/>
                      </a:lnTo>
                      <a:cubicBezTo>
                        <a:pt x="21810" y="21374"/>
                        <a:pt x="22190" y="21279"/>
                        <a:pt x="23331" y="2070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00" name="Freeform 3799">
                <a:extLst>
                  <a:ext uri="{FF2B5EF4-FFF2-40B4-BE49-F238E27FC236}">
                    <a16:creationId xmlns:a16="http://schemas.microsoft.com/office/drawing/2014/main" id="{FE1C539C-9EC3-71DA-D558-68F871A68881}"/>
                  </a:ext>
                </a:extLst>
              </p:cNvPr>
              <p:cNvSpPr/>
              <p:nvPr/>
            </p:nvSpPr>
            <p:spPr>
              <a:xfrm>
                <a:off x="2452196" y="627529"/>
                <a:ext cx="295835" cy="131891"/>
              </a:xfrm>
              <a:custGeom>
                <a:avLst/>
                <a:gdLst>
                  <a:gd name="csX0" fmla="*/ 202904 w 202903"/>
                  <a:gd name="csY0" fmla="*/ 54832 h 109687"/>
                  <a:gd name="csX1" fmla="*/ 202832 w 202903"/>
                  <a:gd name="csY1" fmla="*/ 52907 h 109687"/>
                  <a:gd name="csX2" fmla="*/ 202642 w 202903"/>
                  <a:gd name="csY2" fmla="*/ 50981 h 109687"/>
                  <a:gd name="csX3" fmla="*/ 202333 w 202903"/>
                  <a:gd name="csY3" fmla="*/ 49080 h 109687"/>
                  <a:gd name="csX4" fmla="*/ 201905 w 202903"/>
                  <a:gd name="csY4" fmla="*/ 47155 h 109687"/>
                  <a:gd name="csX5" fmla="*/ 201335 w 202903"/>
                  <a:gd name="csY5" fmla="*/ 45253 h 109687"/>
                  <a:gd name="csX6" fmla="*/ 200646 w 202903"/>
                  <a:gd name="csY6" fmla="*/ 43376 h 109687"/>
                  <a:gd name="csX7" fmla="*/ 199861 w 202903"/>
                  <a:gd name="csY7" fmla="*/ 41498 h 109687"/>
                  <a:gd name="csX8" fmla="*/ 198934 w 202903"/>
                  <a:gd name="csY8" fmla="*/ 39644 h 109687"/>
                  <a:gd name="csX9" fmla="*/ 197889 w 202903"/>
                  <a:gd name="csY9" fmla="*/ 37790 h 109687"/>
                  <a:gd name="csX10" fmla="*/ 196724 w 202903"/>
                  <a:gd name="csY10" fmla="*/ 35984 h 109687"/>
                  <a:gd name="csX11" fmla="*/ 195441 w 202903"/>
                  <a:gd name="csY11" fmla="*/ 34178 h 109687"/>
                  <a:gd name="csX12" fmla="*/ 194038 w 202903"/>
                  <a:gd name="csY12" fmla="*/ 32419 h 109687"/>
                  <a:gd name="csX13" fmla="*/ 192517 w 202903"/>
                  <a:gd name="csY13" fmla="*/ 30660 h 109687"/>
                  <a:gd name="csX14" fmla="*/ 190901 w 202903"/>
                  <a:gd name="csY14" fmla="*/ 28949 h 109687"/>
                  <a:gd name="csX15" fmla="*/ 189166 w 202903"/>
                  <a:gd name="csY15" fmla="*/ 27285 h 109687"/>
                  <a:gd name="csX16" fmla="*/ 187312 w 202903"/>
                  <a:gd name="csY16" fmla="*/ 25621 h 109687"/>
                  <a:gd name="csX17" fmla="*/ 185363 w 202903"/>
                  <a:gd name="csY17" fmla="*/ 24029 h 109687"/>
                  <a:gd name="csX18" fmla="*/ 183319 w 202903"/>
                  <a:gd name="csY18" fmla="*/ 22437 h 109687"/>
                  <a:gd name="csX19" fmla="*/ 181156 w 202903"/>
                  <a:gd name="csY19" fmla="*/ 20915 h 109687"/>
                  <a:gd name="csX20" fmla="*/ 178898 w 202903"/>
                  <a:gd name="csY20" fmla="*/ 19418 h 109687"/>
                  <a:gd name="csX21" fmla="*/ 176569 w 202903"/>
                  <a:gd name="csY21" fmla="*/ 17968 h 109687"/>
                  <a:gd name="csX22" fmla="*/ 174121 w 202903"/>
                  <a:gd name="csY22" fmla="*/ 16566 h 109687"/>
                  <a:gd name="csX23" fmla="*/ 171602 w 202903"/>
                  <a:gd name="csY23" fmla="*/ 15211 h 109687"/>
                  <a:gd name="csX24" fmla="*/ 168964 w 202903"/>
                  <a:gd name="csY24" fmla="*/ 13904 h 109687"/>
                  <a:gd name="csX25" fmla="*/ 166278 w 202903"/>
                  <a:gd name="csY25" fmla="*/ 12644 h 109687"/>
                  <a:gd name="csX26" fmla="*/ 163497 w 202903"/>
                  <a:gd name="csY26" fmla="*/ 11456 h 109687"/>
                  <a:gd name="csX27" fmla="*/ 160645 w 202903"/>
                  <a:gd name="csY27" fmla="*/ 10291 h 109687"/>
                  <a:gd name="csX28" fmla="*/ 157722 w 202903"/>
                  <a:gd name="csY28" fmla="*/ 9198 h 109687"/>
                  <a:gd name="csX29" fmla="*/ 154727 w 202903"/>
                  <a:gd name="csY29" fmla="*/ 8152 h 109687"/>
                  <a:gd name="csX30" fmla="*/ 151661 w 202903"/>
                  <a:gd name="csY30" fmla="*/ 7178 h 109687"/>
                  <a:gd name="csX31" fmla="*/ 148523 w 202903"/>
                  <a:gd name="csY31" fmla="*/ 6251 h 109687"/>
                  <a:gd name="csX32" fmla="*/ 145339 w 202903"/>
                  <a:gd name="csY32" fmla="*/ 5395 h 109687"/>
                  <a:gd name="csX33" fmla="*/ 142106 w 202903"/>
                  <a:gd name="csY33" fmla="*/ 4587 h 109687"/>
                  <a:gd name="csX34" fmla="*/ 138826 w 202903"/>
                  <a:gd name="csY34" fmla="*/ 3850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21 h 109687"/>
                  <a:gd name="csX39" fmla="*/ 121785 w 202903"/>
                  <a:gd name="csY39" fmla="*/ 1117 h 109687"/>
                  <a:gd name="csX40" fmla="*/ 118267 w 202903"/>
                  <a:gd name="csY40" fmla="*/ 761 h 109687"/>
                  <a:gd name="csX41" fmla="*/ 114750 w 202903"/>
                  <a:gd name="csY41" fmla="*/ 475 h 109687"/>
                  <a:gd name="csX42" fmla="*/ 111208 w 202903"/>
                  <a:gd name="csY42" fmla="*/ 238 h 109687"/>
                  <a:gd name="csX43" fmla="*/ 107667 w 202903"/>
                  <a:gd name="csY43" fmla="*/ 95 h 109687"/>
                  <a:gd name="csX44" fmla="*/ 104102 w 202903"/>
                  <a:gd name="csY44" fmla="*/ 0 h 109687"/>
                  <a:gd name="csX45" fmla="*/ 100561 w 202903"/>
                  <a:gd name="csY45" fmla="*/ 0 h 109687"/>
                  <a:gd name="csX46" fmla="*/ 96995 w 202903"/>
                  <a:gd name="csY46" fmla="*/ 48 h 109687"/>
                  <a:gd name="csX47" fmla="*/ 93430 w 202903"/>
                  <a:gd name="csY47" fmla="*/ 166 h 109687"/>
                  <a:gd name="csX48" fmla="*/ 89889 w 202903"/>
                  <a:gd name="csY48" fmla="*/ 357 h 109687"/>
                  <a:gd name="csX49" fmla="*/ 86348 w 202903"/>
                  <a:gd name="csY49" fmla="*/ 594 h 109687"/>
                  <a:gd name="csX50" fmla="*/ 82854 w 202903"/>
                  <a:gd name="csY50" fmla="*/ 927 h 109687"/>
                  <a:gd name="csX51" fmla="*/ 79360 w 202903"/>
                  <a:gd name="csY51" fmla="*/ 1307 h 109687"/>
                  <a:gd name="csX52" fmla="*/ 75890 w 202903"/>
                  <a:gd name="csY52" fmla="*/ 1759 h 109687"/>
                  <a:gd name="csX53" fmla="*/ 72467 w 202903"/>
                  <a:gd name="csY53" fmla="*/ 2282 h 109687"/>
                  <a:gd name="csX54" fmla="*/ 69069 w 202903"/>
                  <a:gd name="csY54" fmla="*/ 2852 h 109687"/>
                  <a:gd name="csX55" fmla="*/ 65717 w 202903"/>
                  <a:gd name="csY55" fmla="*/ 3494 h 109687"/>
                  <a:gd name="csX56" fmla="*/ 62414 w 202903"/>
                  <a:gd name="csY56" fmla="*/ 4207 h 109687"/>
                  <a:gd name="csX57" fmla="*/ 59134 w 202903"/>
                  <a:gd name="csY57" fmla="*/ 4991 h 109687"/>
                  <a:gd name="csX58" fmla="*/ 55925 w 202903"/>
                  <a:gd name="csY58" fmla="*/ 5823 h 109687"/>
                  <a:gd name="csX59" fmla="*/ 52788 w 202903"/>
                  <a:gd name="csY59" fmla="*/ 6702 h 109687"/>
                  <a:gd name="csX60" fmla="*/ 49674 w 202903"/>
                  <a:gd name="csY60" fmla="*/ 7653 h 109687"/>
                  <a:gd name="csX61" fmla="*/ 46656 w 202903"/>
                  <a:gd name="csY61" fmla="*/ 8675 h 109687"/>
                  <a:gd name="csX62" fmla="*/ 43685 w 202903"/>
                  <a:gd name="csY62" fmla="*/ 9745 h 109687"/>
                  <a:gd name="csX63" fmla="*/ 40809 w 202903"/>
                  <a:gd name="csY63" fmla="*/ 10862 h 109687"/>
                  <a:gd name="csX64" fmla="*/ 37981 w 202903"/>
                  <a:gd name="csY64" fmla="*/ 12050 h 109687"/>
                  <a:gd name="csX65" fmla="*/ 35247 w 202903"/>
                  <a:gd name="csY65" fmla="*/ 13262 h 109687"/>
                  <a:gd name="csX66" fmla="*/ 32585 w 202903"/>
                  <a:gd name="csY66" fmla="*/ 14546 h 109687"/>
                  <a:gd name="csX67" fmla="*/ 30018 w 202903"/>
                  <a:gd name="csY67" fmla="*/ 15877 h 109687"/>
                  <a:gd name="csX68" fmla="*/ 27523 w 202903"/>
                  <a:gd name="csY68" fmla="*/ 17255 h 109687"/>
                  <a:gd name="csX69" fmla="*/ 25122 w 202903"/>
                  <a:gd name="csY69" fmla="*/ 18681 h 109687"/>
                  <a:gd name="csX70" fmla="*/ 22841 w 202903"/>
                  <a:gd name="csY70" fmla="*/ 20155 h 109687"/>
                  <a:gd name="csX71" fmla="*/ 20630 w 202903"/>
                  <a:gd name="csY71" fmla="*/ 21676 h 109687"/>
                  <a:gd name="csX72" fmla="*/ 18539 w 202903"/>
                  <a:gd name="csY72" fmla="*/ 23221 h 109687"/>
                  <a:gd name="csX73" fmla="*/ 16518 w 202903"/>
                  <a:gd name="csY73" fmla="*/ 24813 h 109687"/>
                  <a:gd name="csX74" fmla="*/ 14641 w 202903"/>
                  <a:gd name="csY74" fmla="*/ 26453 h 109687"/>
                  <a:gd name="csX75" fmla="*/ 12834 w 202903"/>
                  <a:gd name="csY75" fmla="*/ 28117 h 109687"/>
                  <a:gd name="csX76" fmla="*/ 11171 w 202903"/>
                  <a:gd name="csY76" fmla="*/ 29805 h 109687"/>
                  <a:gd name="csX77" fmla="*/ 9578 w 202903"/>
                  <a:gd name="csY77" fmla="*/ 31540 h 109687"/>
                  <a:gd name="csX78" fmla="*/ 8129 w 202903"/>
                  <a:gd name="csY78" fmla="*/ 33298 h 109687"/>
                  <a:gd name="csX79" fmla="*/ 6798 w 202903"/>
                  <a:gd name="csY79" fmla="*/ 35081 h 109687"/>
                  <a:gd name="csX80" fmla="*/ 5562 w 202903"/>
                  <a:gd name="csY80" fmla="*/ 36887 h 109687"/>
                  <a:gd name="csX81" fmla="*/ 4468 w 202903"/>
                  <a:gd name="csY81" fmla="*/ 38717 h 109687"/>
                  <a:gd name="csX82" fmla="*/ 3470 w 202903"/>
                  <a:gd name="csY82" fmla="*/ 40571 h 109687"/>
                  <a:gd name="csX83" fmla="*/ 2614 w 202903"/>
                  <a:gd name="csY83" fmla="*/ 42425 h 109687"/>
                  <a:gd name="csX84" fmla="*/ 1854 w 202903"/>
                  <a:gd name="csY84" fmla="*/ 44303 h 109687"/>
                  <a:gd name="csX85" fmla="*/ 1236 w 202903"/>
                  <a:gd name="csY85" fmla="*/ 46204 h 109687"/>
                  <a:gd name="csX86" fmla="*/ 737 w 202903"/>
                  <a:gd name="csY86" fmla="*/ 48106 h 109687"/>
                  <a:gd name="csX87" fmla="*/ 380 w 202903"/>
                  <a:gd name="csY87" fmla="*/ 50031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80 w 202903"/>
                  <a:gd name="csY92" fmla="*/ 59633 h 109687"/>
                  <a:gd name="csX93" fmla="*/ 737 w 202903"/>
                  <a:gd name="csY93" fmla="*/ 61558 h 109687"/>
                  <a:gd name="csX94" fmla="*/ 1236 w 202903"/>
                  <a:gd name="csY94" fmla="*/ 63459 h 109687"/>
                  <a:gd name="csX95" fmla="*/ 1854 w 202903"/>
                  <a:gd name="csY95" fmla="*/ 65361 h 109687"/>
                  <a:gd name="csX96" fmla="*/ 2614 w 202903"/>
                  <a:gd name="csY96" fmla="*/ 67238 h 109687"/>
                  <a:gd name="csX97" fmla="*/ 3470 w 202903"/>
                  <a:gd name="csY97" fmla="*/ 69116 h 109687"/>
                  <a:gd name="csX98" fmla="*/ 4468 w 202903"/>
                  <a:gd name="csY98" fmla="*/ 70946 h 109687"/>
                  <a:gd name="csX99" fmla="*/ 5562 w 202903"/>
                  <a:gd name="csY99" fmla="*/ 72776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578 w 202903"/>
                  <a:gd name="csY102" fmla="*/ 78124 h 109687"/>
                  <a:gd name="csX103" fmla="*/ 11171 w 202903"/>
                  <a:gd name="csY103" fmla="*/ 79859 h 109687"/>
                  <a:gd name="csX104" fmla="*/ 12834 w 202903"/>
                  <a:gd name="csY104" fmla="*/ 81570 h 109687"/>
                  <a:gd name="csX105" fmla="*/ 14641 w 202903"/>
                  <a:gd name="csY105" fmla="*/ 83234 h 109687"/>
                  <a:gd name="csX106" fmla="*/ 16518 w 202903"/>
                  <a:gd name="csY106" fmla="*/ 84850 h 109687"/>
                  <a:gd name="csX107" fmla="*/ 18539 w 202903"/>
                  <a:gd name="csY107" fmla="*/ 86443 h 109687"/>
                  <a:gd name="csX108" fmla="*/ 20630 w 202903"/>
                  <a:gd name="csY108" fmla="*/ 87988 h 109687"/>
                  <a:gd name="csX109" fmla="*/ 22841 w 202903"/>
                  <a:gd name="csY109" fmla="*/ 89509 h 109687"/>
                  <a:gd name="csX110" fmla="*/ 25122 w 202903"/>
                  <a:gd name="csY110" fmla="*/ 90982 h 109687"/>
                  <a:gd name="csX111" fmla="*/ 27523 w 202903"/>
                  <a:gd name="csY111" fmla="*/ 92408 h 109687"/>
                  <a:gd name="csX112" fmla="*/ 30018 w 202903"/>
                  <a:gd name="csY112" fmla="*/ 93787 h 109687"/>
                  <a:gd name="csX113" fmla="*/ 32585 w 202903"/>
                  <a:gd name="csY113" fmla="*/ 95118 h 109687"/>
                  <a:gd name="csX114" fmla="*/ 35247 w 202903"/>
                  <a:gd name="csY114" fmla="*/ 96401 h 109687"/>
                  <a:gd name="csX115" fmla="*/ 37981 w 202903"/>
                  <a:gd name="csY115" fmla="*/ 97637 h 109687"/>
                  <a:gd name="csX116" fmla="*/ 40809 w 202903"/>
                  <a:gd name="csY116" fmla="*/ 98802 h 109687"/>
                  <a:gd name="csX117" fmla="*/ 43685 w 202903"/>
                  <a:gd name="csY117" fmla="*/ 99919 h 109687"/>
                  <a:gd name="csX118" fmla="*/ 46656 w 202903"/>
                  <a:gd name="csY118" fmla="*/ 100988 h 109687"/>
                  <a:gd name="csX119" fmla="*/ 49674 w 202903"/>
                  <a:gd name="csY119" fmla="*/ 102010 h 109687"/>
                  <a:gd name="csX120" fmla="*/ 52788 w 202903"/>
                  <a:gd name="csY120" fmla="*/ 102961 h 109687"/>
                  <a:gd name="csX121" fmla="*/ 55925 w 202903"/>
                  <a:gd name="csY121" fmla="*/ 103864 h 109687"/>
                  <a:gd name="csX122" fmla="*/ 59134 w 202903"/>
                  <a:gd name="csY122" fmla="*/ 104696 h 109687"/>
                  <a:gd name="csX123" fmla="*/ 62414 w 202903"/>
                  <a:gd name="csY123" fmla="*/ 105457 h 109687"/>
                  <a:gd name="csX124" fmla="*/ 65717 w 202903"/>
                  <a:gd name="csY124" fmla="*/ 106170 h 109687"/>
                  <a:gd name="csX125" fmla="*/ 69069 w 202903"/>
                  <a:gd name="csY125" fmla="*/ 106811 h 109687"/>
                  <a:gd name="csX126" fmla="*/ 72467 w 202903"/>
                  <a:gd name="csY126" fmla="*/ 107406 h 109687"/>
                  <a:gd name="csX127" fmla="*/ 75890 w 202903"/>
                  <a:gd name="csY127" fmla="*/ 107905 h 109687"/>
                  <a:gd name="csX128" fmla="*/ 79360 w 202903"/>
                  <a:gd name="csY128" fmla="*/ 108356 h 109687"/>
                  <a:gd name="csX129" fmla="*/ 82854 w 202903"/>
                  <a:gd name="csY129" fmla="*/ 108760 h 109687"/>
                  <a:gd name="csX130" fmla="*/ 86348 w 202903"/>
                  <a:gd name="csY130" fmla="*/ 109069 h 109687"/>
                  <a:gd name="csX131" fmla="*/ 89889 w 202903"/>
                  <a:gd name="csY131" fmla="*/ 109331 h 109687"/>
                  <a:gd name="csX132" fmla="*/ 93430 w 202903"/>
                  <a:gd name="csY132" fmla="*/ 109497 h 109687"/>
                  <a:gd name="csX133" fmla="*/ 96995 w 202903"/>
                  <a:gd name="csY133" fmla="*/ 109616 h 109687"/>
                  <a:gd name="csX134" fmla="*/ 100561 w 202903"/>
                  <a:gd name="csY134" fmla="*/ 109687 h 109687"/>
                  <a:gd name="csX135" fmla="*/ 104102 w 202903"/>
                  <a:gd name="csY135" fmla="*/ 109664 h 109687"/>
                  <a:gd name="csX136" fmla="*/ 107667 w 202903"/>
                  <a:gd name="csY136" fmla="*/ 109568 h 109687"/>
                  <a:gd name="csX137" fmla="*/ 111208 w 202903"/>
                  <a:gd name="csY137" fmla="*/ 109426 h 109687"/>
                  <a:gd name="csX138" fmla="*/ 114750 w 202903"/>
                  <a:gd name="csY138" fmla="*/ 109212 h 109687"/>
                  <a:gd name="csX139" fmla="*/ 118267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42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02 h 109687"/>
                  <a:gd name="csX145" fmla="*/ 138826 w 202903"/>
                  <a:gd name="csY145" fmla="*/ 105813 h 109687"/>
                  <a:gd name="csX146" fmla="*/ 142106 w 202903"/>
                  <a:gd name="csY146" fmla="*/ 105076 h 109687"/>
                  <a:gd name="csX147" fmla="*/ 145339 w 202903"/>
                  <a:gd name="csY147" fmla="*/ 104268 h 109687"/>
                  <a:gd name="csX148" fmla="*/ 148523 w 202903"/>
                  <a:gd name="csY148" fmla="*/ 103413 h 109687"/>
                  <a:gd name="csX149" fmla="*/ 151661 w 202903"/>
                  <a:gd name="csY149" fmla="*/ 102486 h 109687"/>
                  <a:gd name="csX150" fmla="*/ 154727 w 202903"/>
                  <a:gd name="csY150" fmla="*/ 101511 h 109687"/>
                  <a:gd name="csX151" fmla="*/ 157722 w 202903"/>
                  <a:gd name="csY151" fmla="*/ 100465 h 109687"/>
                  <a:gd name="csX152" fmla="*/ 160645 w 202903"/>
                  <a:gd name="csY152" fmla="*/ 99372 h 109687"/>
                  <a:gd name="csX153" fmla="*/ 163497 w 202903"/>
                  <a:gd name="csY153" fmla="*/ 98231 h 109687"/>
                  <a:gd name="csX154" fmla="*/ 166278 w 202903"/>
                  <a:gd name="csY154" fmla="*/ 97019 h 109687"/>
                  <a:gd name="csX155" fmla="*/ 168964 w 202903"/>
                  <a:gd name="csY155" fmla="*/ 95759 h 109687"/>
                  <a:gd name="csX156" fmla="*/ 171602 w 202903"/>
                  <a:gd name="csY156" fmla="*/ 94452 h 109687"/>
                  <a:gd name="csX157" fmla="*/ 174121 w 202903"/>
                  <a:gd name="csY157" fmla="*/ 93098 h 109687"/>
                  <a:gd name="csX158" fmla="*/ 176569 w 202903"/>
                  <a:gd name="csY158" fmla="*/ 91695 h 109687"/>
                  <a:gd name="csX159" fmla="*/ 178898 w 202903"/>
                  <a:gd name="csY159" fmla="*/ 90245 h 109687"/>
                  <a:gd name="csX160" fmla="*/ 181156 w 202903"/>
                  <a:gd name="csY160" fmla="*/ 88772 h 109687"/>
                  <a:gd name="csX161" fmla="*/ 183319 w 202903"/>
                  <a:gd name="csY161" fmla="*/ 87227 h 109687"/>
                  <a:gd name="csX162" fmla="*/ 185363 w 202903"/>
                  <a:gd name="csY162" fmla="*/ 85658 h 109687"/>
                  <a:gd name="csX163" fmla="*/ 187312 w 202903"/>
                  <a:gd name="csY163" fmla="*/ 84042 h 109687"/>
                  <a:gd name="csX164" fmla="*/ 189166 w 202903"/>
                  <a:gd name="csY164" fmla="*/ 82402 h 109687"/>
                  <a:gd name="csX165" fmla="*/ 190901 w 202903"/>
                  <a:gd name="csY165" fmla="*/ 80715 h 109687"/>
                  <a:gd name="csX166" fmla="*/ 192517 w 202903"/>
                  <a:gd name="csY166" fmla="*/ 79003 h 109687"/>
                  <a:gd name="csX167" fmla="*/ 194038 w 202903"/>
                  <a:gd name="csY167" fmla="*/ 77268 h 109687"/>
                  <a:gd name="csX168" fmla="*/ 195441 w 202903"/>
                  <a:gd name="csY168" fmla="*/ 75486 h 109687"/>
                  <a:gd name="csX169" fmla="*/ 196724 w 202903"/>
                  <a:gd name="csY169" fmla="*/ 73703 h 109687"/>
                  <a:gd name="csX170" fmla="*/ 197889 w 202903"/>
                  <a:gd name="csY170" fmla="*/ 71873 h 109687"/>
                  <a:gd name="csX171" fmla="*/ 198934 w 202903"/>
                  <a:gd name="csY171" fmla="*/ 70043 h 109687"/>
                  <a:gd name="csX172" fmla="*/ 199861 w 202903"/>
                  <a:gd name="csY172" fmla="*/ 68165 h 109687"/>
                  <a:gd name="csX173" fmla="*/ 200646 w 202903"/>
                  <a:gd name="csY173" fmla="*/ 66311 h 109687"/>
                  <a:gd name="csX174" fmla="*/ 201335 w 202903"/>
                  <a:gd name="csY174" fmla="*/ 64410 h 109687"/>
                  <a:gd name="csX175" fmla="*/ 201905 w 202903"/>
                  <a:gd name="csY175" fmla="*/ 62509 h 109687"/>
                  <a:gd name="csX176" fmla="*/ 202333 w 202903"/>
                  <a:gd name="csY176" fmla="*/ 60607 h 109687"/>
                  <a:gd name="csX177" fmla="*/ 202642 w 202903"/>
                  <a:gd name="csY177" fmla="*/ 58682 h 109687"/>
                  <a:gd name="csX178" fmla="*/ 202832 w 202903"/>
                  <a:gd name="csY178" fmla="*/ 56757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80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46" y="43376"/>
                    </a:lnTo>
                    <a:lnTo>
                      <a:pt x="199861" y="41498"/>
                    </a:lnTo>
                    <a:lnTo>
                      <a:pt x="198934" y="39644"/>
                    </a:lnTo>
                    <a:lnTo>
                      <a:pt x="197889" y="37790"/>
                    </a:lnTo>
                    <a:lnTo>
                      <a:pt x="196724" y="35984"/>
                    </a:lnTo>
                    <a:lnTo>
                      <a:pt x="195441" y="34178"/>
                    </a:lnTo>
                    <a:lnTo>
                      <a:pt x="194038" y="32419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85"/>
                    </a:lnTo>
                    <a:lnTo>
                      <a:pt x="187312" y="25621"/>
                    </a:lnTo>
                    <a:lnTo>
                      <a:pt x="185363" y="24029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898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64" y="13904"/>
                    </a:lnTo>
                    <a:lnTo>
                      <a:pt x="166278" y="12644"/>
                    </a:lnTo>
                    <a:lnTo>
                      <a:pt x="163497" y="11456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52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39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21"/>
                    </a:lnTo>
                    <a:lnTo>
                      <a:pt x="121785" y="1117"/>
                    </a:lnTo>
                    <a:lnTo>
                      <a:pt x="118267" y="761"/>
                    </a:lnTo>
                    <a:lnTo>
                      <a:pt x="114750" y="475"/>
                    </a:lnTo>
                    <a:lnTo>
                      <a:pt x="111208" y="238"/>
                    </a:lnTo>
                    <a:lnTo>
                      <a:pt x="107667" y="95"/>
                    </a:lnTo>
                    <a:lnTo>
                      <a:pt x="104102" y="0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57"/>
                    </a:lnTo>
                    <a:lnTo>
                      <a:pt x="86348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414" y="4207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88" y="6702"/>
                    </a:lnTo>
                    <a:lnTo>
                      <a:pt x="49674" y="7653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809" y="10862"/>
                    </a:lnTo>
                    <a:lnTo>
                      <a:pt x="37981" y="12050"/>
                    </a:lnTo>
                    <a:lnTo>
                      <a:pt x="35247" y="13262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55"/>
                    </a:lnTo>
                    <a:lnTo>
                      <a:pt x="25122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39" y="23221"/>
                    </a:lnTo>
                    <a:lnTo>
                      <a:pt x="16518" y="24813"/>
                    </a:lnTo>
                    <a:lnTo>
                      <a:pt x="14641" y="26453"/>
                    </a:lnTo>
                    <a:lnTo>
                      <a:pt x="12834" y="28117"/>
                    </a:lnTo>
                    <a:lnTo>
                      <a:pt x="11171" y="29805"/>
                    </a:lnTo>
                    <a:lnTo>
                      <a:pt x="9578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71"/>
                    </a:lnTo>
                    <a:lnTo>
                      <a:pt x="2614" y="42425"/>
                    </a:lnTo>
                    <a:lnTo>
                      <a:pt x="1854" y="44303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80" y="50031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80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54" y="65361"/>
                    </a:lnTo>
                    <a:lnTo>
                      <a:pt x="2614" y="67238"/>
                    </a:lnTo>
                    <a:lnTo>
                      <a:pt x="3470" y="69116"/>
                    </a:lnTo>
                    <a:lnTo>
                      <a:pt x="4468" y="70946"/>
                    </a:lnTo>
                    <a:lnTo>
                      <a:pt x="5562" y="72776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578" y="78124"/>
                    </a:lnTo>
                    <a:lnTo>
                      <a:pt x="11171" y="79859"/>
                    </a:lnTo>
                    <a:lnTo>
                      <a:pt x="12834" y="81570"/>
                    </a:lnTo>
                    <a:lnTo>
                      <a:pt x="14641" y="83234"/>
                    </a:lnTo>
                    <a:lnTo>
                      <a:pt x="16518" y="84850"/>
                    </a:lnTo>
                    <a:lnTo>
                      <a:pt x="18539" y="86443"/>
                    </a:lnTo>
                    <a:lnTo>
                      <a:pt x="20630" y="87988"/>
                    </a:lnTo>
                    <a:lnTo>
                      <a:pt x="22841" y="89509"/>
                    </a:lnTo>
                    <a:lnTo>
                      <a:pt x="25122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37"/>
                    </a:lnTo>
                    <a:lnTo>
                      <a:pt x="40809" y="98802"/>
                    </a:lnTo>
                    <a:lnTo>
                      <a:pt x="43685" y="99919"/>
                    </a:lnTo>
                    <a:lnTo>
                      <a:pt x="46656" y="100988"/>
                    </a:lnTo>
                    <a:lnTo>
                      <a:pt x="49674" y="102010"/>
                    </a:lnTo>
                    <a:lnTo>
                      <a:pt x="52788" y="102961"/>
                    </a:lnTo>
                    <a:lnTo>
                      <a:pt x="55925" y="103864"/>
                    </a:lnTo>
                    <a:lnTo>
                      <a:pt x="59134" y="104696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406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60"/>
                    </a:lnTo>
                    <a:lnTo>
                      <a:pt x="86348" y="109069"/>
                    </a:lnTo>
                    <a:lnTo>
                      <a:pt x="89889" y="109331"/>
                    </a:lnTo>
                    <a:lnTo>
                      <a:pt x="93430" y="109497"/>
                    </a:lnTo>
                    <a:lnTo>
                      <a:pt x="96995" y="109616"/>
                    </a:lnTo>
                    <a:lnTo>
                      <a:pt x="100561" y="109687"/>
                    </a:lnTo>
                    <a:lnTo>
                      <a:pt x="104102" y="109664"/>
                    </a:lnTo>
                    <a:lnTo>
                      <a:pt x="107667" y="109568"/>
                    </a:lnTo>
                    <a:lnTo>
                      <a:pt x="111208" y="109426"/>
                    </a:lnTo>
                    <a:lnTo>
                      <a:pt x="114750" y="109212"/>
                    </a:lnTo>
                    <a:lnTo>
                      <a:pt x="118267" y="108927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39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31"/>
                    </a:lnTo>
                    <a:lnTo>
                      <a:pt x="166278" y="97019"/>
                    </a:lnTo>
                    <a:lnTo>
                      <a:pt x="168964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898" y="90245"/>
                    </a:lnTo>
                    <a:lnTo>
                      <a:pt x="181156" y="88772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68"/>
                    </a:lnTo>
                    <a:lnTo>
                      <a:pt x="195441" y="75486"/>
                    </a:lnTo>
                    <a:lnTo>
                      <a:pt x="196724" y="73703"/>
                    </a:lnTo>
                    <a:lnTo>
                      <a:pt x="197889" y="71873"/>
                    </a:lnTo>
                    <a:lnTo>
                      <a:pt x="198934" y="70043"/>
                    </a:lnTo>
                    <a:lnTo>
                      <a:pt x="199861" y="68165"/>
                    </a:lnTo>
                    <a:lnTo>
                      <a:pt x="200646" y="66311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607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FFF2A8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01" name="Graphic 2">
                <a:extLst>
                  <a:ext uri="{FF2B5EF4-FFF2-40B4-BE49-F238E27FC236}">
                    <a16:creationId xmlns:a16="http://schemas.microsoft.com/office/drawing/2014/main" id="{2FF1877B-A169-EDB1-2D95-60297461BE70}"/>
                  </a:ext>
                </a:extLst>
              </p:cNvPr>
              <p:cNvGrpSpPr/>
              <p:nvPr/>
            </p:nvGrpSpPr>
            <p:grpSpPr>
              <a:xfrm>
                <a:off x="2478513" y="668046"/>
                <a:ext cx="262964" cy="65693"/>
                <a:chOff x="3754845" y="668046"/>
                <a:chExt cx="262964" cy="65693"/>
              </a:xfrm>
              <a:solidFill>
                <a:srgbClr val="000000"/>
              </a:solidFill>
            </p:grpSpPr>
            <p:sp>
              <p:nvSpPr>
                <p:cNvPr id="3585" name="Freeform 3584">
                  <a:extLst>
                    <a:ext uri="{FF2B5EF4-FFF2-40B4-BE49-F238E27FC236}">
                      <a16:creationId xmlns:a16="http://schemas.microsoft.com/office/drawing/2014/main" id="{F176D648-55F5-ECCE-E763-97CEDC747662}"/>
                    </a:ext>
                  </a:extLst>
                </p:cNvPr>
                <p:cNvSpPr/>
                <p:nvPr/>
              </p:nvSpPr>
              <p:spPr>
                <a:xfrm>
                  <a:off x="3754845" y="668046"/>
                  <a:ext cx="9697" cy="50577"/>
                </a:xfrm>
                <a:custGeom>
                  <a:avLst/>
                  <a:gdLst>
                    <a:gd name="csX0" fmla="*/ 10314 w 9697"/>
                    <a:gd name="csY0" fmla="*/ 13238 h 50577"/>
                    <a:gd name="csX1" fmla="*/ 616 w 9697"/>
                    <a:gd name="csY1" fmla="*/ 13238 h 50577"/>
                    <a:gd name="csX2" fmla="*/ 616 w 9697"/>
                    <a:gd name="csY2" fmla="*/ 50695 h 50577"/>
                    <a:gd name="csX3" fmla="*/ 10314 w 9697"/>
                    <a:gd name="csY3" fmla="*/ 50695 h 50577"/>
                    <a:gd name="csX4" fmla="*/ 10314 w 9697"/>
                    <a:gd name="csY4" fmla="*/ 118 h 50577"/>
                    <a:gd name="csX5" fmla="*/ 616 w 9697"/>
                    <a:gd name="csY5" fmla="*/ 118 h 50577"/>
                    <a:gd name="csX6" fmla="*/ 616 w 9697"/>
                    <a:gd name="csY6" fmla="*/ 8769 h 50577"/>
                    <a:gd name="csX7" fmla="*/ 10314 w 9697"/>
                    <a:gd name="csY7" fmla="*/ 8769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9697" h="50577">
                      <a:moveTo>
                        <a:pt x="10314" y="13238"/>
                      </a:moveTo>
                      <a:lnTo>
                        <a:pt x="616" y="13238"/>
                      </a:lnTo>
                      <a:lnTo>
                        <a:pt x="616" y="50695"/>
                      </a:lnTo>
                      <a:lnTo>
                        <a:pt x="10314" y="50695"/>
                      </a:lnTo>
                      <a:close/>
                      <a:moveTo>
                        <a:pt x="10314" y="118"/>
                      </a:moveTo>
                      <a:lnTo>
                        <a:pt x="616" y="118"/>
                      </a:lnTo>
                      <a:lnTo>
                        <a:pt x="616" y="8769"/>
                      </a:lnTo>
                      <a:lnTo>
                        <a:pt x="10314" y="87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6" name="Freeform 3585">
                  <a:extLst>
                    <a:ext uri="{FF2B5EF4-FFF2-40B4-BE49-F238E27FC236}">
                      <a16:creationId xmlns:a16="http://schemas.microsoft.com/office/drawing/2014/main" id="{603368DE-BEA8-864E-9DB6-7A58858040B8}"/>
                    </a:ext>
                  </a:extLst>
                </p:cNvPr>
                <p:cNvSpPr/>
                <p:nvPr/>
              </p:nvSpPr>
              <p:spPr>
                <a:xfrm>
                  <a:off x="3773098" y="668046"/>
                  <a:ext cx="9697" cy="50577"/>
                </a:xfrm>
                <a:custGeom>
                  <a:avLst/>
                  <a:gdLst>
                    <a:gd name="csX0" fmla="*/ 10317 w 9697"/>
                    <a:gd name="csY0" fmla="*/ 118 h 50577"/>
                    <a:gd name="csX1" fmla="*/ 619 w 9697"/>
                    <a:gd name="csY1" fmla="*/ 118 h 50577"/>
                    <a:gd name="csX2" fmla="*/ 619 w 9697"/>
                    <a:gd name="csY2" fmla="*/ 50695 h 50577"/>
                    <a:gd name="csX3" fmla="*/ 10317 w 9697"/>
                    <a:gd name="csY3" fmla="*/ 50695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9697" h="50577">
                      <a:moveTo>
                        <a:pt x="10317" y="118"/>
                      </a:moveTo>
                      <a:lnTo>
                        <a:pt x="619" y="118"/>
                      </a:lnTo>
                      <a:lnTo>
                        <a:pt x="619" y="50695"/>
                      </a:lnTo>
                      <a:lnTo>
                        <a:pt x="10317" y="5069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7" name="Freeform 3586">
                  <a:extLst>
                    <a:ext uri="{FF2B5EF4-FFF2-40B4-BE49-F238E27FC236}">
                      <a16:creationId xmlns:a16="http://schemas.microsoft.com/office/drawing/2014/main" id="{F5DB3447-2F38-AEA5-3D98-E158C9D6A9E4}"/>
                    </a:ext>
                  </a:extLst>
                </p:cNvPr>
                <p:cNvSpPr/>
                <p:nvPr/>
              </p:nvSpPr>
              <p:spPr>
                <a:xfrm>
                  <a:off x="3791447" y="669377"/>
                  <a:ext cx="21485" cy="49246"/>
                </a:xfrm>
                <a:custGeom>
                  <a:avLst/>
                  <a:gdLst>
                    <a:gd name="csX0" fmla="*/ 12411 w 21485"/>
                    <a:gd name="csY0" fmla="*/ 15424 h 49246"/>
                    <a:gd name="csX1" fmla="*/ 12411 w 21485"/>
                    <a:gd name="csY1" fmla="*/ 49364 h 49246"/>
                    <a:gd name="csX2" fmla="*/ 22108 w 21485"/>
                    <a:gd name="csY2" fmla="*/ 49364 h 49246"/>
                    <a:gd name="csX3" fmla="*/ 22108 w 21485"/>
                    <a:gd name="csY3" fmla="*/ 118 h 49246"/>
                    <a:gd name="csX4" fmla="*/ 15643 w 21485"/>
                    <a:gd name="csY4" fmla="*/ 118 h 49246"/>
                    <a:gd name="csX5" fmla="*/ 622 w 21485"/>
                    <a:gd name="csY5" fmla="*/ 8960 h 49246"/>
                    <a:gd name="csX6" fmla="*/ 622 w 21485"/>
                    <a:gd name="csY6" fmla="*/ 15424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411" y="15424"/>
                      </a:moveTo>
                      <a:lnTo>
                        <a:pt x="12411" y="49364"/>
                      </a:lnTo>
                      <a:lnTo>
                        <a:pt x="22108" y="49364"/>
                      </a:lnTo>
                      <a:lnTo>
                        <a:pt x="22108" y="118"/>
                      </a:lnTo>
                      <a:lnTo>
                        <a:pt x="15643" y="118"/>
                      </a:lnTo>
                      <a:cubicBezTo>
                        <a:pt x="14122" y="6012"/>
                        <a:pt x="9084" y="8960"/>
                        <a:pt x="622" y="8960"/>
                      </a:cubicBezTo>
                      <a:lnTo>
                        <a:pt x="622" y="154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8" name="Freeform 3587">
                  <a:extLst>
                    <a:ext uri="{FF2B5EF4-FFF2-40B4-BE49-F238E27FC236}">
                      <a16:creationId xmlns:a16="http://schemas.microsoft.com/office/drawing/2014/main" id="{4478B0C7-B420-BD36-6AF9-289F30A08C78}"/>
                    </a:ext>
                  </a:extLst>
                </p:cNvPr>
                <p:cNvSpPr/>
                <p:nvPr/>
              </p:nvSpPr>
              <p:spPr>
                <a:xfrm>
                  <a:off x="3827574" y="680500"/>
                  <a:ext cx="21295" cy="38123"/>
                </a:xfrm>
                <a:custGeom>
                  <a:avLst/>
                  <a:gdLst>
                    <a:gd name="csX0" fmla="*/ 628 w 21295"/>
                    <a:gd name="csY0" fmla="*/ 784 h 38123"/>
                    <a:gd name="csX1" fmla="*/ 628 w 21295"/>
                    <a:gd name="csY1" fmla="*/ 38241 h 38123"/>
                    <a:gd name="csX2" fmla="*/ 10326 w 21295"/>
                    <a:gd name="csY2" fmla="*/ 38241 h 38123"/>
                    <a:gd name="csX3" fmla="*/ 10326 w 21295"/>
                    <a:gd name="csY3" fmla="*/ 18277 h 38123"/>
                    <a:gd name="csX4" fmla="*/ 18882 w 21295"/>
                    <a:gd name="csY4" fmla="*/ 9815 h 38123"/>
                    <a:gd name="csX5" fmla="*/ 21924 w 21295"/>
                    <a:gd name="csY5" fmla="*/ 10100 h 38123"/>
                    <a:gd name="csX6" fmla="*/ 21924 w 21295"/>
                    <a:gd name="csY6" fmla="*/ 213 h 38123"/>
                    <a:gd name="csX7" fmla="*/ 20783 w 21295"/>
                    <a:gd name="csY7" fmla="*/ 118 h 38123"/>
                    <a:gd name="csX8" fmla="*/ 10326 w 21295"/>
                    <a:gd name="csY8" fmla="*/ 8104 h 38123"/>
                    <a:gd name="csX9" fmla="*/ 10326 w 21295"/>
                    <a:gd name="csY9" fmla="*/ 784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1295" h="38123">
                      <a:moveTo>
                        <a:pt x="628" y="784"/>
                      </a:moveTo>
                      <a:lnTo>
                        <a:pt x="628" y="38241"/>
                      </a:lnTo>
                      <a:lnTo>
                        <a:pt x="10326" y="38241"/>
                      </a:lnTo>
                      <a:lnTo>
                        <a:pt x="10326" y="18277"/>
                      </a:lnTo>
                      <a:cubicBezTo>
                        <a:pt x="10326" y="12667"/>
                        <a:pt x="13178" y="9815"/>
                        <a:pt x="18882" y="9815"/>
                      </a:cubicBezTo>
                      <a:cubicBezTo>
                        <a:pt x="19928" y="9815"/>
                        <a:pt x="20593" y="9815"/>
                        <a:pt x="21924" y="10100"/>
                      </a:cubicBezTo>
                      <a:lnTo>
                        <a:pt x="21924" y="213"/>
                      </a:lnTo>
                      <a:cubicBezTo>
                        <a:pt x="21354" y="118"/>
                        <a:pt x="21164" y="118"/>
                        <a:pt x="20783" y="118"/>
                      </a:cubicBezTo>
                      <a:cubicBezTo>
                        <a:pt x="16315" y="118"/>
                        <a:pt x="12512" y="3065"/>
                        <a:pt x="10326" y="8104"/>
                      </a:cubicBezTo>
                      <a:lnTo>
                        <a:pt x="10326" y="7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9" name="Freeform 3588">
                  <a:extLst>
                    <a:ext uri="{FF2B5EF4-FFF2-40B4-BE49-F238E27FC236}">
                      <a16:creationId xmlns:a16="http://schemas.microsoft.com/office/drawing/2014/main" id="{28946702-3AF5-A884-44BC-788ED84B0C8F}"/>
                    </a:ext>
                  </a:extLst>
                </p:cNvPr>
                <p:cNvSpPr/>
                <p:nvPr/>
              </p:nvSpPr>
              <p:spPr>
                <a:xfrm>
                  <a:off x="3849440" y="680500"/>
                  <a:ext cx="34510" cy="39739"/>
                </a:xfrm>
                <a:custGeom>
                  <a:avLst/>
                  <a:gdLst>
                    <a:gd name="csX0" fmla="*/ 35143 w 34510"/>
                    <a:gd name="csY0" fmla="*/ 37100 h 39739"/>
                    <a:gd name="csX1" fmla="*/ 32861 w 34510"/>
                    <a:gd name="csY1" fmla="*/ 32442 h 39739"/>
                    <a:gd name="csX2" fmla="*/ 32861 w 34510"/>
                    <a:gd name="csY2" fmla="*/ 11622 h 39739"/>
                    <a:gd name="csX3" fmla="*/ 17555 w 34510"/>
                    <a:gd name="csY3" fmla="*/ 118 h 39739"/>
                    <a:gd name="csX4" fmla="*/ 1488 w 34510"/>
                    <a:gd name="csY4" fmla="*/ 13143 h 39739"/>
                    <a:gd name="csX5" fmla="*/ 10900 w 34510"/>
                    <a:gd name="csY5" fmla="*/ 13143 h 39739"/>
                    <a:gd name="csX6" fmla="*/ 17745 w 34510"/>
                    <a:gd name="csY6" fmla="*/ 8009 h 39739"/>
                    <a:gd name="csX7" fmla="*/ 23354 w 34510"/>
                    <a:gd name="csY7" fmla="*/ 11717 h 39739"/>
                    <a:gd name="csX8" fmla="*/ 21738 w 34510"/>
                    <a:gd name="csY8" fmla="*/ 14664 h 39739"/>
                    <a:gd name="csX9" fmla="*/ 15558 w 34510"/>
                    <a:gd name="csY9" fmla="*/ 16090 h 39739"/>
                    <a:gd name="csX10" fmla="*/ 11756 w 34510"/>
                    <a:gd name="csY10" fmla="*/ 16755 h 39739"/>
                    <a:gd name="csX11" fmla="*/ 632 w 34510"/>
                    <a:gd name="csY11" fmla="*/ 28639 h 39739"/>
                    <a:gd name="csX12" fmla="*/ 12041 w 34510"/>
                    <a:gd name="csY12" fmla="*/ 39857 h 39739"/>
                    <a:gd name="csX13" fmla="*/ 23449 w 34510"/>
                    <a:gd name="csY13" fmla="*/ 34534 h 39739"/>
                    <a:gd name="csX14" fmla="*/ 24590 w 34510"/>
                    <a:gd name="csY14" fmla="*/ 38241 h 39739"/>
                    <a:gd name="csX15" fmla="*/ 35143 w 34510"/>
                    <a:gd name="csY15" fmla="*/ 38241 h 39739"/>
                    <a:gd name="csX16" fmla="*/ 23354 w 34510"/>
                    <a:gd name="csY16" fmla="*/ 23220 h 39739"/>
                    <a:gd name="csX17" fmla="*/ 15653 w 34510"/>
                    <a:gd name="csY17" fmla="*/ 31967 h 39739"/>
                    <a:gd name="csX18" fmla="*/ 10425 w 34510"/>
                    <a:gd name="csY18" fmla="*/ 27498 h 39739"/>
                    <a:gd name="csX19" fmla="*/ 15939 w 34510"/>
                    <a:gd name="csY19" fmla="*/ 22365 h 39739"/>
                    <a:gd name="csX20" fmla="*/ 19266 w 34510"/>
                    <a:gd name="csY20" fmla="*/ 21699 h 39739"/>
                    <a:gd name="csX21" fmla="*/ 23354 w 34510"/>
                    <a:gd name="csY21" fmla="*/ 2055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143" y="37100"/>
                      </a:moveTo>
                      <a:cubicBezTo>
                        <a:pt x="33432" y="35484"/>
                        <a:pt x="32861" y="34343"/>
                        <a:pt x="32861" y="32442"/>
                      </a:cubicBezTo>
                      <a:lnTo>
                        <a:pt x="32861" y="11622"/>
                      </a:lnTo>
                      <a:cubicBezTo>
                        <a:pt x="32861" y="4016"/>
                        <a:pt x="27632" y="118"/>
                        <a:pt x="17555" y="118"/>
                      </a:cubicBezTo>
                      <a:cubicBezTo>
                        <a:pt x="7382" y="118"/>
                        <a:pt x="2153" y="4396"/>
                        <a:pt x="1488" y="13143"/>
                      </a:cubicBezTo>
                      <a:lnTo>
                        <a:pt x="10900" y="13143"/>
                      </a:lnTo>
                      <a:cubicBezTo>
                        <a:pt x="11375" y="9245"/>
                        <a:pt x="12991" y="8009"/>
                        <a:pt x="17745" y="8009"/>
                      </a:cubicBezTo>
                      <a:cubicBezTo>
                        <a:pt x="21453" y="8009"/>
                        <a:pt x="23354" y="9245"/>
                        <a:pt x="23354" y="11717"/>
                      </a:cubicBezTo>
                      <a:cubicBezTo>
                        <a:pt x="23354" y="12953"/>
                        <a:pt x="22784" y="13998"/>
                        <a:pt x="21738" y="14664"/>
                      </a:cubicBezTo>
                      <a:cubicBezTo>
                        <a:pt x="20407" y="15329"/>
                        <a:pt x="20407" y="15329"/>
                        <a:pt x="15558" y="16090"/>
                      </a:cubicBezTo>
                      <a:lnTo>
                        <a:pt x="11756" y="16755"/>
                      </a:lnTo>
                      <a:cubicBezTo>
                        <a:pt x="4245" y="18086"/>
                        <a:pt x="632" y="21889"/>
                        <a:pt x="632" y="28639"/>
                      </a:cubicBezTo>
                      <a:cubicBezTo>
                        <a:pt x="632" y="35294"/>
                        <a:pt x="5196" y="39857"/>
                        <a:pt x="12041" y="39857"/>
                      </a:cubicBezTo>
                      <a:cubicBezTo>
                        <a:pt x="16224" y="39857"/>
                        <a:pt x="19932" y="38146"/>
                        <a:pt x="23449" y="34534"/>
                      </a:cubicBezTo>
                      <a:cubicBezTo>
                        <a:pt x="23449" y="36435"/>
                        <a:pt x="23639" y="37100"/>
                        <a:pt x="24590" y="38241"/>
                      </a:cubicBezTo>
                      <a:lnTo>
                        <a:pt x="35143" y="38241"/>
                      </a:lnTo>
                      <a:close/>
                      <a:moveTo>
                        <a:pt x="23354" y="23220"/>
                      </a:moveTo>
                      <a:cubicBezTo>
                        <a:pt x="23354" y="28829"/>
                        <a:pt x="20597" y="31967"/>
                        <a:pt x="15653" y="31967"/>
                      </a:cubicBezTo>
                      <a:cubicBezTo>
                        <a:pt x="12421" y="31967"/>
                        <a:pt x="10425" y="30255"/>
                        <a:pt x="10425" y="27498"/>
                      </a:cubicBezTo>
                      <a:cubicBezTo>
                        <a:pt x="10425" y="24551"/>
                        <a:pt x="11946" y="23220"/>
                        <a:pt x="15939" y="22365"/>
                      </a:cubicBezTo>
                      <a:lnTo>
                        <a:pt x="19266" y="21699"/>
                      </a:lnTo>
                      <a:cubicBezTo>
                        <a:pt x="21833" y="21224"/>
                        <a:pt x="22213" y="21129"/>
                        <a:pt x="23354" y="205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0" name="Freeform 3589">
                  <a:extLst>
                    <a:ext uri="{FF2B5EF4-FFF2-40B4-BE49-F238E27FC236}">
                      <a16:creationId xmlns:a16="http://schemas.microsoft.com/office/drawing/2014/main" id="{4C248BEE-59C8-A62B-99E6-D0BF9D7C6C29}"/>
                    </a:ext>
                  </a:extLst>
                </p:cNvPr>
                <p:cNvSpPr/>
                <p:nvPr/>
              </p:nvSpPr>
              <p:spPr>
                <a:xfrm>
                  <a:off x="3888038" y="680500"/>
                  <a:ext cx="35841" cy="53239"/>
                </a:xfrm>
                <a:custGeom>
                  <a:avLst/>
                  <a:gdLst>
                    <a:gd name="csX0" fmla="*/ 10431 w 35841"/>
                    <a:gd name="csY0" fmla="*/ 784 h 53239"/>
                    <a:gd name="csX1" fmla="*/ 638 w 35841"/>
                    <a:gd name="csY1" fmla="*/ 784 h 53239"/>
                    <a:gd name="csX2" fmla="*/ 638 w 35841"/>
                    <a:gd name="csY2" fmla="*/ 53357 h 53239"/>
                    <a:gd name="csX3" fmla="*/ 10431 w 35841"/>
                    <a:gd name="csY3" fmla="*/ 53357 h 53239"/>
                    <a:gd name="csX4" fmla="*/ 10431 w 35841"/>
                    <a:gd name="csY4" fmla="*/ 33773 h 53239"/>
                    <a:gd name="csX5" fmla="*/ 20793 w 35841"/>
                    <a:gd name="csY5" fmla="*/ 39953 h 53239"/>
                    <a:gd name="csX6" fmla="*/ 36480 w 35841"/>
                    <a:gd name="csY6" fmla="*/ 20083 h 53239"/>
                    <a:gd name="csX7" fmla="*/ 32487 w 35841"/>
                    <a:gd name="csY7" fmla="*/ 6012 h 53239"/>
                    <a:gd name="csX8" fmla="*/ 20793 w 35841"/>
                    <a:gd name="csY8" fmla="*/ 118 h 53239"/>
                    <a:gd name="csX9" fmla="*/ 10431 w 35841"/>
                    <a:gd name="csY9" fmla="*/ 6298 h 53239"/>
                    <a:gd name="csX10" fmla="*/ 18607 w 35841"/>
                    <a:gd name="csY10" fmla="*/ 8294 h 53239"/>
                    <a:gd name="csX11" fmla="*/ 26783 w 35841"/>
                    <a:gd name="csY11" fmla="*/ 20178 h 53239"/>
                    <a:gd name="csX12" fmla="*/ 18607 w 35841"/>
                    <a:gd name="csY12" fmla="*/ 31776 h 53239"/>
                    <a:gd name="csX13" fmla="*/ 10431 w 35841"/>
                    <a:gd name="csY13" fmla="*/ 20083 h 53239"/>
                    <a:gd name="csX14" fmla="*/ 18607 w 35841"/>
                    <a:gd name="csY14" fmla="*/ 8294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3239">
                      <a:moveTo>
                        <a:pt x="10431" y="784"/>
                      </a:moveTo>
                      <a:lnTo>
                        <a:pt x="638" y="784"/>
                      </a:lnTo>
                      <a:lnTo>
                        <a:pt x="638" y="53357"/>
                      </a:lnTo>
                      <a:lnTo>
                        <a:pt x="10431" y="53357"/>
                      </a:lnTo>
                      <a:lnTo>
                        <a:pt x="10431" y="33773"/>
                      </a:lnTo>
                      <a:cubicBezTo>
                        <a:pt x="12712" y="37956"/>
                        <a:pt x="16040" y="39953"/>
                        <a:pt x="20793" y="39953"/>
                      </a:cubicBezTo>
                      <a:cubicBezTo>
                        <a:pt x="29825" y="39953"/>
                        <a:pt x="36480" y="31396"/>
                        <a:pt x="36480" y="20083"/>
                      </a:cubicBezTo>
                      <a:cubicBezTo>
                        <a:pt x="36480" y="14759"/>
                        <a:pt x="34959" y="9530"/>
                        <a:pt x="32487" y="6012"/>
                      </a:cubicBezTo>
                      <a:cubicBezTo>
                        <a:pt x="29920" y="2495"/>
                        <a:pt x="25262" y="118"/>
                        <a:pt x="20793" y="118"/>
                      </a:cubicBezTo>
                      <a:cubicBezTo>
                        <a:pt x="16040" y="118"/>
                        <a:pt x="12712" y="2115"/>
                        <a:pt x="10431" y="6298"/>
                      </a:cubicBezTo>
                      <a:close/>
                      <a:moveTo>
                        <a:pt x="18607" y="8294"/>
                      </a:moveTo>
                      <a:cubicBezTo>
                        <a:pt x="23550" y="8294"/>
                        <a:pt x="26783" y="12953"/>
                        <a:pt x="26783" y="20178"/>
                      </a:cubicBezTo>
                      <a:cubicBezTo>
                        <a:pt x="26783" y="27023"/>
                        <a:pt x="23455" y="31776"/>
                        <a:pt x="18607" y="31776"/>
                      </a:cubicBezTo>
                      <a:cubicBezTo>
                        <a:pt x="13663" y="31776"/>
                        <a:pt x="10431" y="27023"/>
                        <a:pt x="10431" y="20083"/>
                      </a:cubicBezTo>
                      <a:cubicBezTo>
                        <a:pt x="10431" y="12953"/>
                        <a:pt x="13663" y="8294"/>
                        <a:pt x="18607" y="829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1" name="Freeform 3590">
                  <a:extLst>
                    <a:ext uri="{FF2B5EF4-FFF2-40B4-BE49-F238E27FC236}">
                      <a16:creationId xmlns:a16="http://schemas.microsoft.com/office/drawing/2014/main" id="{0BABEA05-4483-D460-7A57-195F9CC8218F}"/>
                    </a:ext>
                  </a:extLst>
                </p:cNvPr>
                <p:cNvSpPr/>
                <p:nvPr/>
              </p:nvSpPr>
              <p:spPr>
                <a:xfrm>
                  <a:off x="3931295" y="668046"/>
                  <a:ext cx="9697" cy="50577"/>
                </a:xfrm>
                <a:custGeom>
                  <a:avLst/>
                  <a:gdLst>
                    <a:gd name="csX0" fmla="*/ 10343 w 9697"/>
                    <a:gd name="csY0" fmla="*/ 118 h 50577"/>
                    <a:gd name="csX1" fmla="*/ 645 w 9697"/>
                    <a:gd name="csY1" fmla="*/ 118 h 50577"/>
                    <a:gd name="csX2" fmla="*/ 645 w 9697"/>
                    <a:gd name="csY2" fmla="*/ 50695 h 50577"/>
                    <a:gd name="csX3" fmla="*/ 10343 w 9697"/>
                    <a:gd name="csY3" fmla="*/ 50695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9697" h="50577">
                      <a:moveTo>
                        <a:pt x="10343" y="118"/>
                      </a:moveTo>
                      <a:lnTo>
                        <a:pt x="645" y="118"/>
                      </a:lnTo>
                      <a:lnTo>
                        <a:pt x="645" y="50695"/>
                      </a:lnTo>
                      <a:lnTo>
                        <a:pt x="10343" y="5069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2" name="Freeform 3591">
                  <a:extLst>
                    <a:ext uri="{FF2B5EF4-FFF2-40B4-BE49-F238E27FC236}">
                      <a16:creationId xmlns:a16="http://schemas.microsoft.com/office/drawing/2014/main" id="{6B0AEBE6-679A-37DB-3672-838FD3ABD090}"/>
                    </a:ext>
                  </a:extLst>
                </p:cNvPr>
                <p:cNvSpPr/>
                <p:nvPr/>
              </p:nvSpPr>
              <p:spPr>
                <a:xfrm>
                  <a:off x="3949644" y="669377"/>
                  <a:ext cx="21485" cy="49246"/>
                </a:xfrm>
                <a:custGeom>
                  <a:avLst/>
                  <a:gdLst>
                    <a:gd name="csX0" fmla="*/ 12437 w 21485"/>
                    <a:gd name="csY0" fmla="*/ 15424 h 49246"/>
                    <a:gd name="csX1" fmla="*/ 12437 w 21485"/>
                    <a:gd name="csY1" fmla="*/ 49364 h 49246"/>
                    <a:gd name="csX2" fmla="*/ 22134 w 21485"/>
                    <a:gd name="csY2" fmla="*/ 49364 h 49246"/>
                    <a:gd name="csX3" fmla="*/ 22134 w 21485"/>
                    <a:gd name="csY3" fmla="*/ 118 h 49246"/>
                    <a:gd name="csX4" fmla="*/ 15669 w 21485"/>
                    <a:gd name="csY4" fmla="*/ 118 h 49246"/>
                    <a:gd name="csX5" fmla="*/ 648 w 21485"/>
                    <a:gd name="csY5" fmla="*/ 8960 h 49246"/>
                    <a:gd name="csX6" fmla="*/ 648 w 21485"/>
                    <a:gd name="csY6" fmla="*/ 15424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437" y="15424"/>
                      </a:moveTo>
                      <a:lnTo>
                        <a:pt x="12437" y="49364"/>
                      </a:lnTo>
                      <a:lnTo>
                        <a:pt x="22134" y="49364"/>
                      </a:lnTo>
                      <a:lnTo>
                        <a:pt x="22134" y="118"/>
                      </a:lnTo>
                      <a:lnTo>
                        <a:pt x="15669" y="118"/>
                      </a:lnTo>
                      <a:cubicBezTo>
                        <a:pt x="14148" y="6012"/>
                        <a:pt x="9110" y="8960"/>
                        <a:pt x="648" y="8960"/>
                      </a:cubicBezTo>
                      <a:lnTo>
                        <a:pt x="648" y="154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94" name="Freeform 3593">
                  <a:extLst>
                    <a:ext uri="{FF2B5EF4-FFF2-40B4-BE49-F238E27FC236}">
                      <a16:creationId xmlns:a16="http://schemas.microsoft.com/office/drawing/2014/main" id="{7AA861B0-4404-AE30-8CD9-410FA045407B}"/>
                    </a:ext>
                  </a:extLst>
                </p:cNvPr>
                <p:cNvSpPr/>
                <p:nvPr/>
              </p:nvSpPr>
              <p:spPr>
                <a:xfrm>
                  <a:off x="3983299" y="680500"/>
                  <a:ext cx="34510" cy="39739"/>
                </a:xfrm>
                <a:custGeom>
                  <a:avLst/>
                  <a:gdLst>
                    <a:gd name="csX0" fmla="*/ 35165 w 34510"/>
                    <a:gd name="csY0" fmla="*/ 37100 h 39739"/>
                    <a:gd name="csX1" fmla="*/ 32883 w 34510"/>
                    <a:gd name="csY1" fmla="*/ 32442 h 39739"/>
                    <a:gd name="csX2" fmla="*/ 32883 w 34510"/>
                    <a:gd name="csY2" fmla="*/ 11622 h 39739"/>
                    <a:gd name="csX3" fmla="*/ 17577 w 34510"/>
                    <a:gd name="csY3" fmla="*/ 118 h 39739"/>
                    <a:gd name="csX4" fmla="*/ 1510 w 34510"/>
                    <a:gd name="csY4" fmla="*/ 13143 h 39739"/>
                    <a:gd name="csX5" fmla="*/ 10922 w 34510"/>
                    <a:gd name="csY5" fmla="*/ 13143 h 39739"/>
                    <a:gd name="csX6" fmla="*/ 17767 w 34510"/>
                    <a:gd name="csY6" fmla="*/ 8009 h 39739"/>
                    <a:gd name="csX7" fmla="*/ 23376 w 34510"/>
                    <a:gd name="csY7" fmla="*/ 11717 h 39739"/>
                    <a:gd name="csX8" fmla="*/ 21760 w 34510"/>
                    <a:gd name="csY8" fmla="*/ 14664 h 39739"/>
                    <a:gd name="csX9" fmla="*/ 15580 w 34510"/>
                    <a:gd name="csY9" fmla="*/ 16090 h 39739"/>
                    <a:gd name="csX10" fmla="*/ 11778 w 34510"/>
                    <a:gd name="csY10" fmla="*/ 16755 h 39739"/>
                    <a:gd name="csX11" fmla="*/ 654 w 34510"/>
                    <a:gd name="csY11" fmla="*/ 28639 h 39739"/>
                    <a:gd name="csX12" fmla="*/ 12063 w 34510"/>
                    <a:gd name="csY12" fmla="*/ 39857 h 39739"/>
                    <a:gd name="csX13" fmla="*/ 23471 w 34510"/>
                    <a:gd name="csY13" fmla="*/ 34534 h 39739"/>
                    <a:gd name="csX14" fmla="*/ 24612 w 34510"/>
                    <a:gd name="csY14" fmla="*/ 38241 h 39739"/>
                    <a:gd name="csX15" fmla="*/ 35165 w 34510"/>
                    <a:gd name="csY15" fmla="*/ 38241 h 39739"/>
                    <a:gd name="csX16" fmla="*/ 23376 w 34510"/>
                    <a:gd name="csY16" fmla="*/ 23220 h 39739"/>
                    <a:gd name="csX17" fmla="*/ 15675 w 34510"/>
                    <a:gd name="csY17" fmla="*/ 31967 h 39739"/>
                    <a:gd name="csX18" fmla="*/ 10447 w 34510"/>
                    <a:gd name="csY18" fmla="*/ 27498 h 39739"/>
                    <a:gd name="csX19" fmla="*/ 15961 w 34510"/>
                    <a:gd name="csY19" fmla="*/ 22365 h 39739"/>
                    <a:gd name="csX20" fmla="*/ 19288 w 34510"/>
                    <a:gd name="csY20" fmla="*/ 21699 h 39739"/>
                    <a:gd name="csX21" fmla="*/ 23376 w 34510"/>
                    <a:gd name="csY21" fmla="*/ 2055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165" y="37100"/>
                      </a:moveTo>
                      <a:cubicBezTo>
                        <a:pt x="33454" y="35484"/>
                        <a:pt x="32883" y="34343"/>
                        <a:pt x="32883" y="32442"/>
                      </a:cubicBezTo>
                      <a:lnTo>
                        <a:pt x="32883" y="11622"/>
                      </a:lnTo>
                      <a:cubicBezTo>
                        <a:pt x="32883" y="4016"/>
                        <a:pt x="27654" y="118"/>
                        <a:pt x="17577" y="118"/>
                      </a:cubicBezTo>
                      <a:cubicBezTo>
                        <a:pt x="7404" y="118"/>
                        <a:pt x="2175" y="4396"/>
                        <a:pt x="1510" y="13143"/>
                      </a:cubicBezTo>
                      <a:lnTo>
                        <a:pt x="10922" y="13143"/>
                      </a:lnTo>
                      <a:cubicBezTo>
                        <a:pt x="11397" y="9245"/>
                        <a:pt x="13013" y="8009"/>
                        <a:pt x="17767" y="8009"/>
                      </a:cubicBezTo>
                      <a:cubicBezTo>
                        <a:pt x="21475" y="8009"/>
                        <a:pt x="23376" y="9245"/>
                        <a:pt x="23376" y="11717"/>
                      </a:cubicBezTo>
                      <a:cubicBezTo>
                        <a:pt x="23376" y="12953"/>
                        <a:pt x="22806" y="13998"/>
                        <a:pt x="21760" y="14664"/>
                      </a:cubicBezTo>
                      <a:cubicBezTo>
                        <a:pt x="20429" y="15329"/>
                        <a:pt x="20429" y="15329"/>
                        <a:pt x="15580" y="16090"/>
                      </a:cubicBezTo>
                      <a:lnTo>
                        <a:pt x="11778" y="16755"/>
                      </a:lnTo>
                      <a:cubicBezTo>
                        <a:pt x="4267" y="18086"/>
                        <a:pt x="654" y="21889"/>
                        <a:pt x="654" y="28639"/>
                      </a:cubicBezTo>
                      <a:cubicBezTo>
                        <a:pt x="654" y="35294"/>
                        <a:pt x="5218" y="39857"/>
                        <a:pt x="12063" y="39857"/>
                      </a:cubicBezTo>
                      <a:cubicBezTo>
                        <a:pt x="16246" y="39857"/>
                        <a:pt x="19954" y="38146"/>
                        <a:pt x="23471" y="34534"/>
                      </a:cubicBezTo>
                      <a:cubicBezTo>
                        <a:pt x="23471" y="36435"/>
                        <a:pt x="23661" y="37100"/>
                        <a:pt x="24612" y="38241"/>
                      </a:cubicBezTo>
                      <a:lnTo>
                        <a:pt x="35165" y="38241"/>
                      </a:lnTo>
                      <a:close/>
                      <a:moveTo>
                        <a:pt x="23376" y="23220"/>
                      </a:moveTo>
                      <a:cubicBezTo>
                        <a:pt x="23376" y="28829"/>
                        <a:pt x="20619" y="31967"/>
                        <a:pt x="15675" y="31967"/>
                      </a:cubicBezTo>
                      <a:cubicBezTo>
                        <a:pt x="12443" y="31967"/>
                        <a:pt x="10447" y="30255"/>
                        <a:pt x="10447" y="27498"/>
                      </a:cubicBezTo>
                      <a:cubicBezTo>
                        <a:pt x="10447" y="24551"/>
                        <a:pt x="11968" y="23220"/>
                        <a:pt x="15961" y="22365"/>
                      </a:cubicBezTo>
                      <a:lnTo>
                        <a:pt x="19288" y="21699"/>
                      </a:lnTo>
                      <a:cubicBezTo>
                        <a:pt x="21855" y="21224"/>
                        <a:pt x="22235" y="21129"/>
                        <a:pt x="23376" y="205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02" name="Freeform 3801">
                <a:extLst>
                  <a:ext uri="{FF2B5EF4-FFF2-40B4-BE49-F238E27FC236}">
                    <a16:creationId xmlns:a16="http://schemas.microsoft.com/office/drawing/2014/main" id="{A82F1CD6-3D16-B6EC-910A-9F897FC2DEFB}"/>
                  </a:ext>
                </a:extLst>
              </p:cNvPr>
              <p:cNvSpPr/>
              <p:nvPr/>
            </p:nvSpPr>
            <p:spPr>
              <a:xfrm>
                <a:off x="2918808" y="985987"/>
                <a:ext cx="314563" cy="103890"/>
              </a:xfrm>
              <a:custGeom>
                <a:avLst/>
                <a:gdLst>
                  <a:gd name="csX0" fmla="*/ 202904 w 202903"/>
                  <a:gd name="csY0" fmla="*/ 54856 h 109687"/>
                  <a:gd name="csX1" fmla="*/ 202832 w 202903"/>
                  <a:gd name="csY1" fmla="*/ 52930 h 109687"/>
                  <a:gd name="csX2" fmla="*/ 202642 w 202903"/>
                  <a:gd name="csY2" fmla="*/ 51005 h 109687"/>
                  <a:gd name="csX3" fmla="*/ 202333 w 202903"/>
                  <a:gd name="csY3" fmla="*/ 49080 h 109687"/>
                  <a:gd name="csX4" fmla="*/ 201905 w 202903"/>
                  <a:gd name="csY4" fmla="*/ 47179 h 109687"/>
                  <a:gd name="csX5" fmla="*/ 201335 w 202903"/>
                  <a:gd name="csY5" fmla="*/ 45277 h 109687"/>
                  <a:gd name="csX6" fmla="*/ 200670 w 202903"/>
                  <a:gd name="csY6" fmla="*/ 43376 h 109687"/>
                  <a:gd name="csX7" fmla="*/ 199861 w 202903"/>
                  <a:gd name="csY7" fmla="*/ 41522 h 109687"/>
                  <a:gd name="csX8" fmla="*/ 198934 w 202903"/>
                  <a:gd name="csY8" fmla="*/ 39644 h 109687"/>
                  <a:gd name="csX9" fmla="*/ 197889 w 202903"/>
                  <a:gd name="csY9" fmla="*/ 37814 h 109687"/>
                  <a:gd name="csX10" fmla="*/ 196724 w 202903"/>
                  <a:gd name="csY10" fmla="*/ 35984 h 109687"/>
                  <a:gd name="csX11" fmla="*/ 195441 w 202903"/>
                  <a:gd name="csY11" fmla="*/ 34202 h 109687"/>
                  <a:gd name="csX12" fmla="*/ 194038 w 202903"/>
                  <a:gd name="csY12" fmla="*/ 32419 h 109687"/>
                  <a:gd name="csX13" fmla="*/ 192517 w 202903"/>
                  <a:gd name="csY13" fmla="*/ 30684 h 109687"/>
                  <a:gd name="csX14" fmla="*/ 190901 w 202903"/>
                  <a:gd name="csY14" fmla="*/ 28973 h 109687"/>
                  <a:gd name="csX15" fmla="*/ 189166 w 202903"/>
                  <a:gd name="csY15" fmla="*/ 27285 h 109687"/>
                  <a:gd name="csX16" fmla="*/ 187312 w 202903"/>
                  <a:gd name="csY16" fmla="*/ 25645 h 109687"/>
                  <a:gd name="csX17" fmla="*/ 185363 w 202903"/>
                  <a:gd name="csY17" fmla="*/ 24029 h 109687"/>
                  <a:gd name="csX18" fmla="*/ 183319 w 202903"/>
                  <a:gd name="csY18" fmla="*/ 22460 h 109687"/>
                  <a:gd name="csX19" fmla="*/ 181156 w 202903"/>
                  <a:gd name="csY19" fmla="*/ 20939 h 109687"/>
                  <a:gd name="csX20" fmla="*/ 178898 w 202903"/>
                  <a:gd name="csY20" fmla="*/ 19442 h 109687"/>
                  <a:gd name="csX21" fmla="*/ 176569 w 202903"/>
                  <a:gd name="csY21" fmla="*/ 17992 h 109687"/>
                  <a:gd name="csX22" fmla="*/ 174121 w 202903"/>
                  <a:gd name="csY22" fmla="*/ 16590 h 109687"/>
                  <a:gd name="csX23" fmla="*/ 171602 w 202903"/>
                  <a:gd name="csY23" fmla="*/ 15235 h 109687"/>
                  <a:gd name="csX24" fmla="*/ 168987 w 202903"/>
                  <a:gd name="csY24" fmla="*/ 13928 h 109687"/>
                  <a:gd name="csX25" fmla="*/ 166278 w 202903"/>
                  <a:gd name="csY25" fmla="*/ 12668 h 109687"/>
                  <a:gd name="csX26" fmla="*/ 163497 w 202903"/>
                  <a:gd name="csY26" fmla="*/ 11456 h 109687"/>
                  <a:gd name="csX27" fmla="*/ 160645 w 202903"/>
                  <a:gd name="csY27" fmla="*/ 10315 h 109687"/>
                  <a:gd name="csX28" fmla="*/ 157722 w 202903"/>
                  <a:gd name="csY28" fmla="*/ 9222 h 109687"/>
                  <a:gd name="csX29" fmla="*/ 154727 w 202903"/>
                  <a:gd name="csY29" fmla="*/ 8176 h 109687"/>
                  <a:gd name="csX30" fmla="*/ 151661 w 202903"/>
                  <a:gd name="csY30" fmla="*/ 7202 h 109687"/>
                  <a:gd name="csX31" fmla="*/ 148523 w 202903"/>
                  <a:gd name="csY31" fmla="*/ 6275 h 109687"/>
                  <a:gd name="csX32" fmla="*/ 145339 w 202903"/>
                  <a:gd name="csY32" fmla="*/ 5419 h 109687"/>
                  <a:gd name="csX33" fmla="*/ 142106 w 202903"/>
                  <a:gd name="csY33" fmla="*/ 4611 h 109687"/>
                  <a:gd name="csX34" fmla="*/ 138826 w 202903"/>
                  <a:gd name="csY34" fmla="*/ 3874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45 h 109687"/>
                  <a:gd name="csX39" fmla="*/ 121785 w 202903"/>
                  <a:gd name="csY39" fmla="*/ 1117 h 109687"/>
                  <a:gd name="csX40" fmla="*/ 118291 w 202903"/>
                  <a:gd name="csY40" fmla="*/ 761 h 109687"/>
                  <a:gd name="csX41" fmla="*/ 114750 w 202903"/>
                  <a:gd name="csY41" fmla="*/ 475 h 109687"/>
                  <a:gd name="csX42" fmla="*/ 111232 w 202903"/>
                  <a:gd name="csY42" fmla="*/ 261 h 109687"/>
                  <a:gd name="csX43" fmla="*/ 107667 w 202903"/>
                  <a:gd name="csY43" fmla="*/ 119 h 109687"/>
                  <a:gd name="csX44" fmla="*/ 104102 w 202903"/>
                  <a:gd name="csY44" fmla="*/ 24 h 109687"/>
                  <a:gd name="csX45" fmla="*/ 100561 w 202903"/>
                  <a:gd name="csY45" fmla="*/ 0 h 109687"/>
                  <a:gd name="csX46" fmla="*/ 96995 w 202903"/>
                  <a:gd name="csY46" fmla="*/ 71 h 109687"/>
                  <a:gd name="csX47" fmla="*/ 93430 w 202903"/>
                  <a:gd name="csY47" fmla="*/ 190 h 109687"/>
                  <a:gd name="csX48" fmla="*/ 89889 w 202903"/>
                  <a:gd name="csY48" fmla="*/ 357 h 109687"/>
                  <a:gd name="csX49" fmla="*/ 86371 w 202903"/>
                  <a:gd name="csY49" fmla="*/ 618 h 109687"/>
                  <a:gd name="csX50" fmla="*/ 82854 w 202903"/>
                  <a:gd name="csY50" fmla="*/ 927 h 109687"/>
                  <a:gd name="csX51" fmla="*/ 79360 w 202903"/>
                  <a:gd name="csY51" fmla="*/ 1331 h 109687"/>
                  <a:gd name="csX52" fmla="*/ 75890 w 202903"/>
                  <a:gd name="csY52" fmla="*/ 1783 h 109687"/>
                  <a:gd name="csX53" fmla="*/ 72467 w 202903"/>
                  <a:gd name="csY53" fmla="*/ 2282 h 109687"/>
                  <a:gd name="csX54" fmla="*/ 69069 w 202903"/>
                  <a:gd name="csY54" fmla="*/ 2876 h 109687"/>
                  <a:gd name="csX55" fmla="*/ 65717 w 202903"/>
                  <a:gd name="csY55" fmla="*/ 3518 h 109687"/>
                  <a:gd name="csX56" fmla="*/ 62414 w 202903"/>
                  <a:gd name="csY56" fmla="*/ 4231 h 109687"/>
                  <a:gd name="csX57" fmla="*/ 59157 w 202903"/>
                  <a:gd name="csY57" fmla="*/ 4991 h 109687"/>
                  <a:gd name="csX58" fmla="*/ 55925 w 202903"/>
                  <a:gd name="csY58" fmla="*/ 5823 h 109687"/>
                  <a:gd name="csX59" fmla="*/ 52788 w 202903"/>
                  <a:gd name="csY59" fmla="*/ 6726 h 109687"/>
                  <a:gd name="csX60" fmla="*/ 49698 w 202903"/>
                  <a:gd name="csY60" fmla="*/ 7677 h 109687"/>
                  <a:gd name="csX61" fmla="*/ 46656 w 202903"/>
                  <a:gd name="csY61" fmla="*/ 8699 h 109687"/>
                  <a:gd name="csX62" fmla="*/ 43685 w 202903"/>
                  <a:gd name="csY62" fmla="*/ 9768 h 109687"/>
                  <a:gd name="csX63" fmla="*/ 40809 w 202903"/>
                  <a:gd name="csY63" fmla="*/ 10886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70 h 109687"/>
                  <a:gd name="csX67" fmla="*/ 30018 w 202903"/>
                  <a:gd name="csY67" fmla="*/ 15900 h 109687"/>
                  <a:gd name="csX68" fmla="*/ 27523 w 202903"/>
                  <a:gd name="csY68" fmla="*/ 17279 h 109687"/>
                  <a:gd name="csX69" fmla="*/ 25146 w 202903"/>
                  <a:gd name="csY69" fmla="*/ 18705 h 109687"/>
                  <a:gd name="csX70" fmla="*/ 22841 w 202903"/>
                  <a:gd name="csY70" fmla="*/ 20179 h 109687"/>
                  <a:gd name="csX71" fmla="*/ 20630 w 202903"/>
                  <a:gd name="csY71" fmla="*/ 21700 h 109687"/>
                  <a:gd name="csX72" fmla="*/ 18539 w 202903"/>
                  <a:gd name="csY72" fmla="*/ 23245 h 109687"/>
                  <a:gd name="csX73" fmla="*/ 16518 w 202903"/>
                  <a:gd name="csY73" fmla="*/ 24837 h 109687"/>
                  <a:gd name="csX74" fmla="*/ 14641 w 202903"/>
                  <a:gd name="csY74" fmla="*/ 26453 h 109687"/>
                  <a:gd name="csX75" fmla="*/ 12834 w 202903"/>
                  <a:gd name="csY75" fmla="*/ 28117 h 109687"/>
                  <a:gd name="csX76" fmla="*/ 11171 w 202903"/>
                  <a:gd name="csY76" fmla="*/ 29828 h 109687"/>
                  <a:gd name="csX77" fmla="*/ 9602 w 202903"/>
                  <a:gd name="csY77" fmla="*/ 31563 h 109687"/>
                  <a:gd name="csX78" fmla="*/ 8129 w 202903"/>
                  <a:gd name="csY78" fmla="*/ 33298 h 109687"/>
                  <a:gd name="csX79" fmla="*/ 6798 w 202903"/>
                  <a:gd name="csY79" fmla="*/ 35105 h 109687"/>
                  <a:gd name="csX80" fmla="*/ 5562 w 202903"/>
                  <a:gd name="csY80" fmla="*/ 36911 h 109687"/>
                  <a:gd name="csX81" fmla="*/ 4468 w 202903"/>
                  <a:gd name="csY81" fmla="*/ 38741 h 109687"/>
                  <a:gd name="csX82" fmla="*/ 3470 w 202903"/>
                  <a:gd name="csY82" fmla="*/ 40571 h 109687"/>
                  <a:gd name="csX83" fmla="*/ 2614 w 202903"/>
                  <a:gd name="csY83" fmla="*/ 42449 h 109687"/>
                  <a:gd name="csX84" fmla="*/ 1878 w 202903"/>
                  <a:gd name="csY84" fmla="*/ 44326 h 109687"/>
                  <a:gd name="csX85" fmla="*/ 1236 w 202903"/>
                  <a:gd name="csY85" fmla="*/ 46228 h 109687"/>
                  <a:gd name="csX86" fmla="*/ 737 w 202903"/>
                  <a:gd name="csY86" fmla="*/ 48129 h 109687"/>
                  <a:gd name="csX87" fmla="*/ 380 w 202903"/>
                  <a:gd name="csY87" fmla="*/ 50054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80 w 202903"/>
                  <a:gd name="csY92" fmla="*/ 59657 h 109687"/>
                  <a:gd name="csX93" fmla="*/ 737 w 202903"/>
                  <a:gd name="csY93" fmla="*/ 61582 h 109687"/>
                  <a:gd name="csX94" fmla="*/ 1236 w 202903"/>
                  <a:gd name="csY94" fmla="*/ 63483 h 109687"/>
                  <a:gd name="csX95" fmla="*/ 1878 w 202903"/>
                  <a:gd name="csY95" fmla="*/ 65385 h 109687"/>
                  <a:gd name="csX96" fmla="*/ 2614 w 202903"/>
                  <a:gd name="csY96" fmla="*/ 67262 h 109687"/>
                  <a:gd name="csX97" fmla="*/ 3470 w 202903"/>
                  <a:gd name="csY97" fmla="*/ 69116 h 109687"/>
                  <a:gd name="csX98" fmla="*/ 4468 w 202903"/>
                  <a:gd name="csY98" fmla="*/ 70970 h 109687"/>
                  <a:gd name="csX99" fmla="*/ 5562 w 202903"/>
                  <a:gd name="csY99" fmla="*/ 72800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602 w 202903"/>
                  <a:gd name="csY102" fmla="*/ 78148 h 109687"/>
                  <a:gd name="csX103" fmla="*/ 11171 w 202903"/>
                  <a:gd name="csY103" fmla="*/ 79883 h 109687"/>
                  <a:gd name="csX104" fmla="*/ 12834 w 202903"/>
                  <a:gd name="csY104" fmla="*/ 81570 h 109687"/>
                  <a:gd name="csX105" fmla="*/ 14641 w 202903"/>
                  <a:gd name="csY105" fmla="*/ 83234 h 109687"/>
                  <a:gd name="csX106" fmla="*/ 16518 w 202903"/>
                  <a:gd name="csY106" fmla="*/ 84874 h 109687"/>
                  <a:gd name="csX107" fmla="*/ 18539 w 202903"/>
                  <a:gd name="csY107" fmla="*/ 86466 h 109687"/>
                  <a:gd name="csX108" fmla="*/ 20630 w 202903"/>
                  <a:gd name="csY108" fmla="*/ 88011 h 109687"/>
                  <a:gd name="csX109" fmla="*/ 22841 w 202903"/>
                  <a:gd name="csY109" fmla="*/ 89532 h 109687"/>
                  <a:gd name="csX110" fmla="*/ 25146 w 202903"/>
                  <a:gd name="csY110" fmla="*/ 91006 h 109687"/>
                  <a:gd name="csX111" fmla="*/ 27523 w 202903"/>
                  <a:gd name="csY111" fmla="*/ 92432 h 109687"/>
                  <a:gd name="csX112" fmla="*/ 30018 w 202903"/>
                  <a:gd name="csY112" fmla="*/ 93811 h 109687"/>
                  <a:gd name="csX113" fmla="*/ 32585 w 202903"/>
                  <a:gd name="csY113" fmla="*/ 95142 h 109687"/>
                  <a:gd name="csX114" fmla="*/ 35247 w 202903"/>
                  <a:gd name="csY114" fmla="*/ 96425 h 109687"/>
                  <a:gd name="csX115" fmla="*/ 37981 w 202903"/>
                  <a:gd name="csY115" fmla="*/ 97637 h 109687"/>
                  <a:gd name="csX116" fmla="*/ 40809 w 202903"/>
                  <a:gd name="csY116" fmla="*/ 98826 h 109687"/>
                  <a:gd name="csX117" fmla="*/ 43685 w 202903"/>
                  <a:gd name="csY117" fmla="*/ 99943 h 109687"/>
                  <a:gd name="csX118" fmla="*/ 46656 w 202903"/>
                  <a:gd name="csY118" fmla="*/ 101012 h 109687"/>
                  <a:gd name="csX119" fmla="*/ 49698 w 202903"/>
                  <a:gd name="csY119" fmla="*/ 102034 h 109687"/>
                  <a:gd name="csX120" fmla="*/ 52788 w 202903"/>
                  <a:gd name="csY120" fmla="*/ 102985 h 109687"/>
                  <a:gd name="csX121" fmla="*/ 55925 w 202903"/>
                  <a:gd name="csY121" fmla="*/ 103864 h 109687"/>
                  <a:gd name="csX122" fmla="*/ 59157 w 202903"/>
                  <a:gd name="csY122" fmla="*/ 104696 h 109687"/>
                  <a:gd name="csX123" fmla="*/ 62414 w 202903"/>
                  <a:gd name="csY123" fmla="*/ 105480 h 109687"/>
                  <a:gd name="csX124" fmla="*/ 65717 w 202903"/>
                  <a:gd name="csY124" fmla="*/ 106193 h 109687"/>
                  <a:gd name="csX125" fmla="*/ 69069 w 202903"/>
                  <a:gd name="csY125" fmla="*/ 106835 h 109687"/>
                  <a:gd name="csX126" fmla="*/ 72467 w 202903"/>
                  <a:gd name="csY126" fmla="*/ 107406 h 109687"/>
                  <a:gd name="csX127" fmla="*/ 75890 w 202903"/>
                  <a:gd name="csY127" fmla="*/ 107928 h 109687"/>
                  <a:gd name="csX128" fmla="*/ 79360 w 202903"/>
                  <a:gd name="csY128" fmla="*/ 108380 h 109687"/>
                  <a:gd name="csX129" fmla="*/ 82854 w 202903"/>
                  <a:gd name="csY129" fmla="*/ 108760 h 109687"/>
                  <a:gd name="csX130" fmla="*/ 86371 w 202903"/>
                  <a:gd name="csY130" fmla="*/ 109093 h 109687"/>
                  <a:gd name="csX131" fmla="*/ 89889 w 202903"/>
                  <a:gd name="csY131" fmla="*/ 109331 h 109687"/>
                  <a:gd name="csX132" fmla="*/ 93430 w 202903"/>
                  <a:gd name="csY132" fmla="*/ 109521 h 109687"/>
                  <a:gd name="csX133" fmla="*/ 96995 w 202903"/>
                  <a:gd name="csY133" fmla="*/ 109640 h 109687"/>
                  <a:gd name="csX134" fmla="*/ 100561 w 202903"/>
                  <a:gd name="csY134" fmla="*/ 109687 h 109687"/>
                  <a:gd name="csX135" fmla="*/ 104102 w 202903"/>
                  <a:gd name="csY135" fmla="*/ 109687 h 109687"/>
                  <a:gd name="csX136" fmla="*/ 107667 w 202903"/>
                  <a:gd name="csY136" fmla="*/ 109592 h 109687"/>
                  <a:gd name="csX137" fmla="*/ 111232 w 202903"/>
                  <a:gd name="csY137" fmla="*/ 109450 h 109687"/>
                  <a:gd name="csX138" fmla="*/ 114750 w 202903"/>
                  <a:gd name="csY138" fmla="*/ 109212 h 109687"/>
                  <a:gd name="csX139" fmla="*/ 118291 w 202903"/>
                  <a:gd name="csY139" fmla="*/ 108927 h 109687"/>
                  <a:gd name="csX140" fmla="*/ 121785 w 202903"/>
                  <a:gd name="csY140" fmla="*/ 108594 h 109687"/>
                  <a:gd name="csX141" fmla="*/ 125255 w 202903"/>
                  <a:gd name="csY141" fmla="*/ 108166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26 h 109687"/>
                  <a:gd name="csX145" fmla="*/ 138826 w 202903"/>
                  <a:gd name="csY145" fmla="*/ 105837 h 109687"/>
                  <a:gd name="csX146" fmla="*/ 142106 w 202903"/>
                  <a:gd name="csY146" fmla="*/ 105100 h 109687"/>
                  <a:gd name="csX147" fmla="*/ 145339 w 202903"/>
                  <a:gd name="csY147" fmla="*/ 104292 h 109687"/>
                  <a:gd name="csX148" fmla="*/ 148523 w 202903"/>
                  <a:gd name="csY148" fmla="*/ 103436 h 109687"/>
                  <a:gd name="csX149" fmla="*/ 151661 w 202903"/>
                  <a:gd name="csY149" fmla="*/ 102509 h 109687"/>
                  <a:gd name="csX150" fmla="*/ 154727 w 202903"/>
                  <a:gd name="csY150" fmla="*/ 101535 h 109687"/>
                  <a:gd name="csX151" fmla="*/ 157722 w 202903"/>
                  <a:gd name="csY151" fmla="*/ 100489 h 109687"/>
                  <a:gd name="csX152" fmla="*/ 160645 w 202903"/>
                  <a:gd name="csY152" fmla="*/ 99396 h 109687"/>
                  <a:gd name="csX153" fmla="*/ 163497 w 202903"/>
                  <a:gd name="csY153" fmla="*/ 98231 h 109687"/>
                  <a:gd name="csX154" fmla="*/ 166278 w 202903"/>
                  <a:gd name="csY154" fmla="*/ 97043 h 109687"/>
                  <a:gd name="csX155" fmla="*/ 168987 w 202903"/>
                  <a:gd name="csY155" fmla="*/ 95783 h 109687"/>
                  <a:gd name="csX156" fmla="*/ 171602 w 202903"/>
                  <a:gd name="csY156" fmla="*/ 94476 h 109687"/>
                  <a:gd name="csX157" fmla="*/ 174121 w 202903"/>
                  <a:gd name="csY157" fmla="*/ 93121 h 109687"/>
                  <a:gd name="csX158" fmla="*/ 176569 w 202903"/>
                  <a:gd name="csY158" fmla="*/ 91719 h 109687"/>
                  <a:gd name="csX159" fmla="*/ 178898 w 202903"/>
                  <a:gd name="csY159" fmla="*/ 90269 h 109687"/>
                  <a:gd name="csX160" fmla="*/ 181156 w 202903"/>
                  <a:gd name="csY160" fmla="*/ 88772 h 109687"/>
                  <a:gd name="csX161" fmla="*/ 183319 w 202903"/>
                  <a:gd name="csY161" fmla="*/ 87251 h 109687"/>
                  <a:gd name="csX162" fmla="*/ 185363 w 202903"/>
                  <a:gd name="csY162" fmla="*/ 85682 h 109687"/>
                  <a:gd name="csX163" fmla="*/ 187312 w 202903"/>
                  <a:gd name="csY163" fmla="*/ 84066 h 109687"/>
                  <a:gd name="csX164" fmla="*/ 189166 w 202903"/>
                  <a:gd name="csY164" fmla="*/ 82402 h 109687"/>
                  <a:gd name="csX165" fmla="*/ 190901 w 202903"/>
                  <a:gd name="csY165" fmla="*/ 80738 h 109687"/>
                  <a:gd name="csX166" fmla="*/ 192517 w 202903"/>
                  <a:gd name="csY166" fmla="*/ 79027 h 109687"/>
                  <a:gd name="csX167" fmla="*/ 194038 w 202903"/>
                  <a:gd name="csY167" fmla="*/ 77268 h 109687"/>
                  <a:gd name="csX168" fmla="*/ 195441 w 202903"/>
                  <a:gd name="csY168" fmla="*/ 75510 h 109687"/>
                  <a:gd name="csX169" fmla="*/ 196724 w 202903"/>
                  <a:gd name="csY169" fmla="*/ 73703 h 109687"/>
                  <a:gd name="csX170" fmla="*/ 197889 w 202903"/>
                  <a:gd name="csY170" fmla="*/ 71897 h 109687"/>
                  <a:gd name="csX171" fmla="*/ 198934 w 202903"/>
                  <a:gd name="csY171" fmla="*/ 70043 h 109687"/>
                  <a:gd name="csX172" fmla="*/ 199861 w 202903"/>
                  <a:gd name="csY172" fmla="*/ 68189 h 109687"/>
                  <a:gd name="csX173" fmla="*/ 200670 w 202903"/>
                  <a:gd name="csY173" fmla="*/ 66311 h 109687"/>
                  <a:gd name="csX174" fmla="*/ 201335 w 202903"/>
                  <a:gd name="csY174" fmla="*/ 64434 h 109687"/>
                  <a:gd name="csX175" fmla="*/ 201905 w 202903"/>
                  <a:gd name="csY175" fmla="*/ 62532 h 109687"/>
                  <a:gd name="csX176" fmla="*/ 202333 w 202903"/>
                  <a:gd name="csY176" fmla="*/ 60607 h 109687"/>
                  <a:gd name="csX177" fmla="*/ 202642 w 202903"/>
                  <a:gd name="csY177" fmla="*/ 58706 h 109687"/>
                  <a:gd name="csX178" fmla="*/ 202832 w 202903"/>
                  <a:gd name="csY178" fmla="*/ 56781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56"/>
                    </a:moveTo>
                    <a:lnTo>
                      <a:pt x="202832" y="52930"/>
                    </a:lnTo>
                    <a:lnTo>
                      <a:pt x="202642" y="51005"/>
                    </a:lnTo>
                    <a:lnTo>
                      <a:pt x="202333" y="49080"/>
                    </a:lnTo>
                    <a:lnTo>
                      <a:pt x="201905" y="47179"/>
                    </a:lnTo>
                    <a:lnTo>
                      <a:pt x="201335" y="45277"/>
                    </a:lnTo>
                    <a:lnTo>
                      <a:pt x="200670" y="43376"/>
                    </a:lnTo>
                    <a:lnTo>
                      <a:pt x="199861" y="41522"/>
                    </a:lnTo>
                    <a:lnTo>
                      <a:pt x="198934" y="39644"/>
                    </a:lnTo>
                    <a:lnTo>
                      <a:pt x="197889" y="37814"/>
                    </a:lnTo>
                    <a:lnTo>
                      <a:pt x="196724" y="35984"/>
                    </a:lnTo>
                    <a:lnTo>
                      <a:pt x="195441" y="34202"/>
                    </a:lnTo>
                    <a:lnTo>
                      <a:pt x="194038" y="32419"/>
                    </a:lnTo>
                    <a:lnTo>
                      <a:pt x="192517" y="30684"/>
                    </a:lnTo>
                    <a:lnTo>
                      <a:pt x="190901" y="28973"/>
                    </a:lnTo>
                    <a:lnTo>
                      <a:pt x="189166" y="27285"/>
                    </a:lnTo>
                    <a:lnTo>
                      <a:pt x="187312" y="25645"/>
                    </a:lnTo>
                    <a:lnTo>
                      <a:pt x="185363" y="24029"/>
                    </a:lnTo>
                    <a:lnTo>
                      <a:pt x="183319" y="22460"/>
                    </a:lnTo>
                    <a:lnTo>
                      <a:pt x="181156" y="20939"/>
                    </a:lnTo>
                    <a:lnTo>
                      <a:pt x="178898" y="19442"/>
                    </a:lnTo>
                    <a:lnTo>
                      <a:pt x="176569" y="17992"/>
                    </a:lnTo>
                    <a:lnTo>
                      <a:pt x="174121" y="16590"/>
                    </a:lnTo>
                    <a:lnTo>
                      <a:pt x="171602" y="15235"/>
                    </a:lnTo>
                    <a:lnTo>
                      <a:pt x="168987" y="13928"/>
                    </a:lnTo>
                    <a:lnTo>
                      <a:pt x="166278" y="12668"/>
                    </a:lnTo>
                    <a:lnTo>
                      <a:pt x="163497" y="11456"/>
                    </a:lnTo>
                    <a:lnTo>
                      <a:pt x="160645" y="10315"/>
                    </a:lnTo>
                    <a:lnTo>
                      <a:pt x="157722" y="9222"/>
                    </a:lnTo>
                    <a:lnTo>
                      <a:pt x="154727" y="8176"/>
                    </a:lnTo>
                    <a:lnTo>
                      <a:pt x="151661" y="7202"/>
                    </a:lnTo>
                    <a:lnTo>
                      <a:pt x="148523" y="6275"/>
                    </a:lnTo>
                    <a:lnTo>
                      <a:pt x="145339" y="5419"/>
                    </a:lnTo>
                    <a:lnTo>
                      <a:pt x="142106" y="4611"/>
                    </a:lnTo>
                    <a:lnTo>
                      <a:pt x="138826" y="3874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45"/>
                    </a:lnTo>
                    <a:lnTo>
                      <a:pt x="121785" y="1117"/>
                    </a:lnTo>
                    <a:lnTo>
                      <a:pt x="118291" y="761"/>
                    </a:lnTo>
                    <a:lnTo>
                      <a:pt x="114750" y="475"/>
                    </a:lnTo>
                    <a:lnTo>
                      <a:pt x="111232" y="261"/>
                    </a:lnTo>
                    <a:lnTo>
                      <a:pt x="107667" y="119"/>
                    </a:lnTo>
                    <a:lnTo>
                      <a:pt x="104102" y="24"/>
                    </a:lnTo>
                    <a:lnTo>
                      <a:pt x="100561" y="0"/>
                    </a:lnTo>
                    <a:lnTo>
                      <a:pt x="96995" y="71"/>
                    </a:lnTo>
                    <a:lnTo>
                      <a:pt x="93430" y="190"/>
                    </a:lnTo>
                    <a:lnTo>
                      <a:pt x="89889" y="357"/>
                    </a:lnTo>
                    <a:lnTo>
                      <a:pt x="86371" y="618"/>
                    </a:lnTo>
                    <a:lnTo>
                      <a:pt x="82854" y="927"/>
                    </a:lnTo>
                    <a:lnTo>
                      <a:pt x="79360" y="1331"/>
                    </a:lnTo>
                    <a:lnTo>
                      <a:pt x="75890" y="1783"/>
                    </a:lnTo>
                    <a:lnTo>
                      <a:pt x="72467" y="2282"/>
                    </a:lnTo>
                    <a:lnTo>
                      <a:pt x="69069" y="2876"/>
                    </a:lnTo>
                    <a:lnTo>
                      <a:pt x="65717" y="3518"/>
                    </a:lnTo>
                    <a:lnTo>
                      <a:pt x="62414" y="4231"/>
                    </a:lnTo>
                    <a:lnTo>
                      <a:pt x="59157" y="4991"/>
                    </a:lnTo>
                    <a:lnTo>
                      <a:pt x="55925" y="5823"/>
                    </a:lnTo>
                    <a:lnTo>
                      <a:pt x="52788" y="6726"/>
                    </a:lnTo>
                    <a:lnTo>
                      <a:pt x="49698" y="7677"/>
                    </a:lnTo>
                    <a:lnTo>
                      <a:pt x="46656" y="8699"/>
                    </a:lnTo>
                    <a:lnTo>
                      <a:pt x="43685" y="9768"/>
                    </a:lnTo>
                    <a:lnTo>
                      <a:pt x="40809" y="10886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70"/>
                    </a:lnTo>
                    <a:lnTo>
                      <a:pt x="30018" y="15900"/>
                    </a:lnTo>
                    <a:lnTo>
                      <a:pt x="27523" y="17279"/>
                    </a:lnTo>
                    <a:lnTo>
                      <a:pt x="25146" y="18705"/>
                    </a:lnTo>
                    <a:lnTo>
                      <a:pt x="22841" y="20179"/>
                    </a:lnTo>
                    <a:lnTo>
                      <a:pt x="20630" y="21700"/>
                    </a:lnTo>
                    <a:lnTo>
                      <a:pt x="18539" y="23245"/>
                    </a:lnTo>
                    <a:lnTo>
                      <a:pt x="16518" y="24837"/>
                    </a:lnTo>
                    <a:lnTo>
                      <a:pt x="14641" y="26453"/>
                    </a:lnTo>
                    <a:lnTo>
                      <a:pt x="12834" y="28117"/>
                    </a:lnTo>
                    <a:lnTo>
                      <a:pt x="11171" y="29828"/>
                    </a:lnTo>
                    <a:lnTo>
                      <a:pt x="9602" y="31563"/>
                    </a:lnTo>
                    <a:lnTo>
                      <a:pt x="8129" y="33298"/>
                    </a:lnTo>
                    <a:lnTo>
                      <a:pt x="6798" y="35105"/>
                    </a:lnTo>
                    <a:lnTo>
                      <a:pt x="5562" y="36911"/>
                    </a:lnTo>
                    <a:lnTo>
                      <a:pt x="4468" y="38741"/>
                    </a:lnTo>
                    <a:lnTo>
                      <a:pt x="3470" y="40571"/>
                    </a:lnTo>
                    <a:lnTo>
                      <a:pt x="2614" y="42449"/>
                    </a:lnTo>
                    <a:lnTo>
                      <a:pt x="1878" y="44326"/>
                    </a:lnTo>
                    <a:lnTo>
                      <a:pt x="1236" y="46228"/>
                    </a:lnTo>
                    <a:lnTo>
                      <a:pt x="737" y="48129"/>
                    </a:lnTo>
                    <a:lnTo>
                      <a:pt x="380" y="50054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80" y="59657"/>
                    </a:lnTo>
                    <a:lnTo>
                      <a:pt x="737" y="61582"/>
                    </a:lnTo>
                    <a:lnTo>
                      <a:pt x="1236" y="63483"/>
                    </a:lnTo>
                    <a:lnTo>
                      <a:pt x="1878" y="65385"/>
                    </a:lnTo>
                    <a:lnTo>
                      <a:pt x="2614" y="67262"/>
                    </a:lnTo>
                    <a:lnTo>
                      <a:pt x="3470" y="69116"/>
                    </a:lnTo>
                    <a:lnTo>
                      <a:pt x="4468" y="70970"/>
                    </a:lnTo>
                    <a:lnTo>
                      <a:pt x="5562" y="72800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602" y="78148"/>
                    </a:lnTo>
                    <a:lnTo>
                      <a:pt x="11171" y="79883"/>
                    </a:lnTo>
                    <a:lnTo>
                      <a:pt x="12834" y="81570"/>
                    </a:lnTo>
                    <a:lnTo>
                      <a:pt x="14641" y="83234"/>
                    </a:lnTo>
                    <a:lnTo>
                      <a:pt x="16518" y="84874"/>
                    </a:lnTo>
                    <a:lnTo>
                      <a:pt x="18539" y="86466"/>
                    </a:lnTo>
                    <a:lnTo>
                      <a:pt x="20630" y="88011"/>
                    </a:lnTo>
                    <a:lnTo>
                      <a:pt x="22841" y="89532"/>
                    </a:lnTo>
                    <a:lnTo>
                      <a:pt x="25146" y="91006"/>
                    </a:lnTo>
                    <a:lnTo>
                      <a:pt x="27523" y="92432"/>
                    </a:lnTo>
                    <a:lnTo>
                      <a:pt x="30018" y="93811"/>
                    </a:lnTo>
                    <a:lnTo>
                      <a:pt x="32585" y="95142"/>
                    </a:lnTo>
                    <a:lnTo>
                      <a:pt x="35247" y="96425"/>
                    </a:lnTo>
                    <a:lnTo>
                      <a:pt x="37981" y="97637"/>
                    </a:lnTo>
                    <a:lnTo>
                      <a:pt x="40809" y="98826"/>
                    </a:lnTo>
                    <a:lnTo>
                      <a:pt x="43685" y="99943"/>
                    </a:lnTo>
                    <a:lnTo>
                      <a:pt x="46656" y="101012"/>
                    </a:lnTo>
                    <a:lnTo>
                      <a:pt x="49698" y="102034"/>
                    </a:lnTo>
                    <a:lnTo>
                      <a:pt x="52788" y="102985"/>
                    </a:lnTo>
                    <a:lnTo>
                      <a:pt x="55925" y="103864"/>
                    </a:lnTo>
                    <a:lnTo>
                      <a:pt x="59157" y="104696"/>
                    </a:lnTo>
                    <a:lnTo>
                      <a:pt x="62414" y="105480"/>
                    </a:lnTo>
                    <a:lnTo>
                      <a:pt x="65717" y="106193"/>
                    </a:lnTo>
                    <a:lnTo>
                      <a:pt x="69069" y="106835"/>
                    </a:lnTo>
                    <a:lnTo>
                      <a:pt x="72467" y="107406"/>
                    </a:lnTo>
                    <a:lnTo>
                      <a:pt x="75890" y="107928"/>
                    </a:lnTo>
                    <a:lnTo>
                      <a:pt x="79360" y="108380"/>
                    </a:lnTo>
                    <a:lnTo>
                      <a:pt x="82854" y="108760"/>
                    </a:lnTo>
                    <a:lnTo>
                      <a:pt x="86371" y="109093"/>
                    </a:lnTo>
                    <a:lnTo>
                      <a:pt x="89889" y="109331"/>
                    </a:lnTo>
                    <a:lnTo>
                      <a:pt x="93430" y="109521"/>
                    </a:lnTo>
                    <a:lnTo>
                      <a:pt x="96995" y="109640"/>
                    </a:lnTo>
                    <a:lnTo>
                      <a:pt x="100561" y="109687"/>
                    </a:lnTo>
                    <a:lnTo>
                      <a:pt x="104102" y="109687"/>
                    </a:lnTo>
                    <a:lnTo>
                      <a:pt x="107667" y="109592"/>
                    </a:lnTo>
                    <a:lnTo>
                      <a:pt x="111232" y="109450"/>
                    </a:lnTo>
                    <a:lnTo>
                      <a:pt x="114750" y="109212"/>
                    </a:lnTo>
                    <a:lnTo>
                      <a:pt x="118291" y="108927"/>
                    </a:lnTo>
                    <a:lnTo>
                      <a:pt x="121785" y="108594"/>
                    </a:lnTo>
                    <a:lnTo>
                      <a:pt x="125255" y="108166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26"/>
                    </a:lnTo>
                    <a:lnTo>
                      <a:pt x="138826" y="105837"/>
                    </a:lnTo>
                    <a:lnTo>
                      <a:pt x="142106" y="105100"/>
                    </a:lnTo>
                    <a:lnTo>
                      <a:pt x="145339" y="104292"/>
                    </a:lnTo>
                    <a:lnTo>
                      <a:pt x="148523" y="103436"/>
                    </a:lnTo>
                    <a:lnTo>
                      <a:pt x="151661" y="102509"/>
                    </a:lnTo>
                    <a:lnTo>
                      <a:pt x="154727" y="101535"/>
                    </a:lnTo>
                    <a:lnTo>
                      <a:pt x="157722" y="100489"/>
                    </a:lnTo>
                    <a:lnTo>
                      <a:pt x="160645" y="99396"/>
                    </a:lnTo>
                    <a:lnTo>
                      <a:pt x="163497" y="98231"/>
                    </a:lnTo>
                    <a:lnTo>
                      <a:pt x="166278" y="97043"/>
                    </a:lnTo>
                    <a:lnTo>
                      <a:pt x="168987" y="95783"/>
                    </a:lnTo>
                    <a:lnTo>
                      <a:pt x="171602" y="94476"/>
                    </a:lnTo>
                    <a:lnTo>
                      <a:pt x="174121" y="93121"/>
                    </a:lnTo>
                    <a:lnTo>
                      <a:pt x="176569" y="91719"/>
                    </a:lnTo>
                    <a:lnTo>
                      <a:pt x="178898" y="90269"/>
                    </a:lnTo>
                    <a:lnTo>
                      <a:pt x="181156" y="88772"/>
                    </a:lnTo>
                    <a:lnTo>
                      <a:pt x="183319" y="87251"/>
                    </a:lnTo>
                    <a:lnTo>
                      <a:pt x="185363" y="85682"/>
                    </a:lnTo>
                    <a:lnTo>
                      <a:pt x="187312" y="84066"/>
                    </a:lnTo>
                    <a:lnTo>
                      <a:pt x="189166" y="82402"/>
                    </a:lnTo>
                    <a:lnTo>
                      <a:pt x="190901" y="80738"/>
                    </a:lnTo>
                    <a:lnTo>
                      <a:pt x="192517" y="79027"/>
                    </a:lnTo>
                    <a:lnTo>
                      <a:pt x="194038" y="77268"/>
                    </a:lnTo>
                    <a:lnTo>
                      <a:pt x="195441" y="75510"/>
                    </a:lnTo>
                    <a:lnTo>
                      <a:pt x="196724" y="73703"/>
                    </a:lnTo>
                    <a:lnTo>
                      <a:pt x="197889" y="71897"/>
                    </a:lnTo>
                    <a:lnTo>
                      <a:pt x="198934" y="70043"/>
                    </a:lnTo>
                    <a:lnTo>
                      <a:pt x="199861" y="68189"/>
                    </a:lnTo>
                    <a:lnTo>
                      <a:pt x="200670" y="66311"/>
                    </a:lnTo>
                    <a:lnTo>
                      <a:pt x="201335" y="64434"/>
                    </a:lnTo>
                    <a:lnTo>
                      <a:pt x="201905" y="62532"/>
                    </a:lnTo>
                    <a:lnTo>
                      <a:pt x="202333" y="60607"/>
                    </a:lnTo>
                    <a:lnTo>
                      <a:pt x="202642" y="58706"/>
                    </a:lnTo>
                    <a:lnTo>
                      <a:pt x="202832" y="56781"/>
                    </a:lnTo>
                    <a:close/>
                  </a:path>
                </a:pathLst>
              </a:custGeom>
              <a:solidFill>
                <a:srgbClr val="B8D8F8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03" name="Graphic 2">
                <a:extLst>
                  <a:ext uri="{FF2B5EF4-FFF2-40B4-BE49-F238E27FC236}">
                    <a16:creationId xmlns:a16="http://schemas.microsoft.com/office/drawing/2014/main" id="{AC53343E-960A-1531-BCDC-599AA6A78579}"/>
                  </a:ext>
                </a:extLst>
              </p:cNvPr>
              <p:cNvGrpSpPr/>
              <p:nvPr/>
            </p:nvGrpSpPr>
            <p:grpSpPr>
              <a:xfrm>
                <a:off x="2963870" y="1011226"/>
                <a:ext cx="212006" cy="65693"/>
                <a:chOff x="4240202" y="1011226"/>
                <a:chExt cx="212006" cy="65693"/>
              </a:xfrm>
              <a:solidFill>
                <a:srgbClr val="000000"/>
              </a:solidFill>
            </p:grpSpPr>
            <p:sp>
              <p:nvSpPr>
                <p:cNvPr id="3579" name="Freeform 3578">
                  <a:extLst>
                    <a:ext uri="{FF2B5EF4-FFF2-40B4-BE49-F238E27FC236}">
                      <a16:creationId xmlns:a16="http://schemas.microsoft.com/office/drawing/2014/main" id="{35A54D3C-369C-235C-4FD7-522C9D643E68}"/>
                    </a:ext>
                  </a:extLst>
                </p:cNvPr>
                <p:cNvSpPr/>
                <p:nvPr/>
              </p:nvSpPr>
              <p:spPr>
                <a:xfrm>
                  <a:off x="4240202" y="1023680"/>
                  <a:ext cx="34130" cy="53239"/>
                </a:xfrm>
                <a:custGeom>
                  <a:avLst/>
                  <a:gdLst>
                    <a:gd name="csX0" fmla="*/ 25605 w 34130"/>
                    <a:gd name="csY0" fmla="*/ 840 h 53239"/>
                    <a:gd name="csX1" fmla="*/ 25605 w 34130"/>
                    <a:gd name="csY1" fmla="*/ 6544 h 53239"/>
                    <a:gd name="csX2" fmla="*/ 16003 w 34130"/>
                    <a:gd name="csY2" fmla="*/ 175 h 53239"/>
                    <a:gd name="csX3" fmla="*/ 6401 w 34130"/>
                    <a:gd name="csY3" fmla="*/ 4548 h 53239"/>
                    <a:gd name="csX4" fmla="*/ 696 w 34130"/>
                    <a:gd name="csY4" fmla="*/ 20424 h 53239"/>
                    <a:gd name="csX5" fmla="*/ 15718 w 34130"/>
                    <a:gd name="csY5" fmla="*/ 39914 h 53239"/>
                    <a:gd name="csX6" fmla="*/ 25605 w 34130"/>
                    <a:gd name="csY6" fmla="*/ 34495 h 53239"/>
                    <a:gd name="csX7" fmla="*/ 25605 w 34130"/>
                    <a:gd name="csY7" fmla="*/ 39534 h 53239"/>
                    <a:gd name="csX8" fmla="*/ 17809 w 34130"/>
                    <a:gd name="csY8" fmla="*/ 47139 h 53239"/>
                    <a:gd name="csX9" fmla="*/ 11439 w 34130"/>
                    <a:gd name="csY9" fmla="*/ 42766 h 53239"/>
                    <a:gd name="csX10" fmla="*/ 1457 w 34130"/>
                    <a:gd name="csY10" fmla="*/ 42766 h 53239"/>
                    <a:gd name="csX11" fmla="*/ 5165 w 34130"/>
                    <a:gd name="csY11" fmla="*/ 49801 h 53239"/>
                    <a:gd name="csX12" fmla="*/ 17524 w 34130"/>
                    <a:gd name="csY12" fmla="*/ 53414 h 53239"/>
                    <a:gd name="csX13" fmla="*/ 34827 w 34130"/>
                    <a:gd name="csY13" fmla="*/ 39534 h 53239"/>
                    <a:gd name="csX14" fmla="*/ 34827 w 34130"/>
                    <a:gd name="csY14" fmla="*/ 840 h 53239"/>
                    <a:gd name="csX15" fmla="*/ 17809 w 34130"/>
                    <a:gd name="csY15" fmla="*/ 8351 h 53239"/>
                    <a:gd name="csX16" fmla="*/ 25700 w 34130"/>
                    <a:gd name="csY16" fmla="*/ 20329 h 53239"/>
                    <a:gd name="csX17" fmla="*/ 17619 w 34130"/>
                    <a:gd name="csY17" fmla="*/ 31738 h 53239"/>
                    <a:gd name="csX18" fmla="*/ 10394 w 34130"/>
                    <a:gd name="csY18" fmla="*/ 20329 h 53239"/>
                    <a:gd name="csX19" fmla="*/ 17809 w 34130"/>
                    <a:gd name="csY19" fmla="*/ 8351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34130" h="53239">
                      <a:moveTo>
                        <a:pt x="25605" y="840"/>
                      </a:moveTo>
                      <a:lnTo>
                        <a:pt x="25605" y="6544"/>
                      </a:lnTo>
                      <a:cubicBezTo>
                        <a:pt x="22943" y="2171"/>
                        <a:pt x="19901" y="175"/>
                        <a:pt x="16003" y="175"/>
                      </a:cubicBezTo>
                      <a:cubicBezTo>
                        <a:pt x="12580" y="175"/>
                        <a:pt x="8968" y="1886"/>
                        <a:pt x="6401" y="4548"/>
                      </a:cubicBezTo>
                      <a:cubicBezTo>
                        <a:pt x="2598" y="8446"/>
                        <a:pt x="696" y="13865"/>
                        <a:pt x="696" y="20424"/>
                      </a:cubicBezTo>
                      <a:cubicBezTo>
                        <a:pt x="696" y="32023"/>
                        <a:pt x="6781" y="39914"/>
                        <a:pt x="15718" y="39914"/>
                      </a:cubicBezTo>
                      <a:cubicBezTo>
                        <a:pt x="19806" y="39914"/>
                        <a:pt x="22182" y="38583"/>
                        <a:pt x="25605" y="34495"/>
                      </a:cubicBezTo>
                      <a:lnTo>
                        <a:pt x="25605" y="39534"/>
                      </a:lnTo>
                      <a:cubicBezTo>
                        <a:pt x="25605" y="44097"/>
                        <a:pt x="22372" y="47139"/>
                        <a:pt x="17809" y="47139"/>
                      </a:cubicBezTo>
                      <a:cubicBezTo>
                        <a:pt x="14387" y="47139"/>
                        <a:pt x="12200" y="45618"/>
                        <a:pt x="11439" y="42766"/>
                      </a:cubicBezTo>
                      <a:lnTo>
                        <a:pt x="1457" y="42766"/>
                      </a:lnTo>
                      <a:cubicBezTo>
                        <a:pt x="1552" y="45713"/>
                        <a:pt x="2598" y="47710"/>
                        <a:pt x="5165" y="49801"/>
                      </a:cubicBezTo>
                      <a:cubicBezTo>
                        <a:pt x="8112" y="52273"/>
                        <a:pt x="12200" y="53414"/>
                        <a:pt x="17524" y="53414"/>
                      </a:cubicBezTo>
                      <a:cubicBezTo>
                        <a:pt x="28267" y="53414"/>
                        <a:pt x="34827" y="48185"/>
                        <a:pt x="34827" y="39534"/>
                      </a:cubicBezTo>
                      <a:lnTo>
                        <a:pt x="34827" y="840"/>
                      </a:lnTo>
                      <a:close/>
                      <a:moveTo>
                        <a:pt x="17809" y="8351"/>
                      </a:moveTo>
                      <a:cubicBezTo>
                        <a:pt x="22372" y="8351"/>
                        <a:pt x="25700" y="13389"/>
                        <a:pt x="25700" y="20329"/>
                      </a:cubicBezTo>
                      <a:cubicBezTo>
                        <a:pt x="25700" y="27079"/>
                        <a:pt x="22468" y="31738"/>
                        <a:pt x="17619" y="31738"/>
                      </a:cubicBezTo>
                      <a:cubicBezTo>
                        <a:pt x="13436" y="31738"/>
                        <a:pt x="10394" y="27079"/>
                        <a:pt x="10394" y="20329"/>
                      </a:cubicBezTo>
                      <a:cubicBezTo>
                        <a:pt x="10394" y="13199"/>
                        <a:pt x="13436" y="8351"/>
                        <a:pt x="17809" y="83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0" name="Freeform 3579">
                  <a:extLst>
                    <a:ext uri="{FF2B5EF4-FFF2-40B4-BE49-F238E27FC236}">
                      <a16:creationId xmlns:a16="http://schemas.microsoft.com/office/drawing/2014/main" id="{5FD31CFE-49A4-5CF8-D2AC-63509710650C}"/>
                    </a:ext>
                  </a:extLst>
                </p:cNvPr>
                <p:cNvSpPr/>
                <p:nvPr/>
              </p:nvSpPr>
              <p:spPr>
                <a:xfrm>
                  <a:off x="4281843" y="1023680"/>
                  <a:ext cx="34510" cy="39739"/>
                </a:xfrm>
                <a:custGeom>
                  <a:avLst/>
                  <a:gdLst>
                    <a:gd name="csX0" fmla="*/ 35214 w 34510"/>
                    <a:gd name="csY0" fmla="*/ 37157 h 39739"/>
                    <a:gd name="csX1" fmla="*/ 32932 w 34510"/>
                    <a:gd name="csY1" fmla="*/ 32498 h 39739"/>
                    <a:gd name="csX2" fmla="*/ 32932 w 34510"/>
                    <a:gd name="csY2" fmla="*/ 11678 h 39739"/>
                    <a:gd name="csX3" fmla="*/ 17626 w 34510"/>
                    <a:gd name="csY3" fmla="*/ 175 h 39739"/>
                    <a:gd name="csX4" fmla="*/ 1559 w 34510"/>
                    <a:gd name="csY4" fmla="*/ 13199 h 39739"/>
                    <a:gd name="csX5" fmla="*/ 10971 w 34510"/>
                    <a:gd name="csY5" fmla="*/ 13199 h 39739"/>
                    <a:gd name="csX6" fmla="*/ 17816 w 34510"/>
                    <a:gd name="csY6" fmla="*/ 8065 h 39739"/>
                    <a:gd name="csX7" fmla="*/ 23425 w 34510"/>
                    <a:gd name="csY7" fmla="*/ 11773 h 39739"/>
                    <a:gd name="csX8" fmla="*/ 21809 w 34510"/>
                    <a:gd name="csY8" fmla="*/ 14720 h 39739"/>
                    <a:gd name="csX9" fmla="*/ 15629 w 34510"/>
                    <a:gd name="csY9" fmla="*/ 16146 h 39739"/>
                    <a:gd name="csX10" fmla="*/ 11827 w 34510"/>
                    <a:gd name="csY10" fmla="*/ 16812 h 39739"/>
                    <a:gd name="csX11" fmla="*/ 703 w 34510"/>
                    <a:gd name="csY11" fmla="*/ 28696 h 39739"/>
                    <a:gd name="csX12" fmla="*/ 12112 w 34510"/>
                    <a:gd name="csY12" fmla="*/ 39914 h 39739"/>
                    <a:gd name="csX13" fmla="*/ 23520 w 34510"/>
                    <a:gd name="csY13" fmla="*/ 34590 h 39739"/>
                    <a:gd name="csX14" fmla="*/ 24661 w 34510"/>
                    <a:gd name="csY14" fmla="*/ 38298 h 39739"/>
                    <a:gd name="csX15" fmla="*/ 35214 w 34510"/>
                    <a:gd name="csY15" fmla="*/ 38298 h 39739"/>
                    <a:gd name="csX16" fmla="*/ 23425 w 34510"/>
                    <a:gd name="csY16" fmla="*/ 23277 h 39739"/>
                    <a:gd name="csX17" fmla="*/ 15725 w 34510"/>
                    <a:gd name="csY17" fmla="*/ 32023 h 39739"/>
                    <a:gd name="csX18" fmla="*/ 10496 w 34510"/>
                    <a:gd name="csY18" fmla="*/ 27555 h 39739"/>
                    <a:gd name="csX19" fmla="*/ 16010 w 34510"/>
                    <a:gd name="csY19" fmla="*/ 22421 h 39739"/>
                    <a:gd name="csX20" fmla="*/ 19337 w 34510"/>
                    <a:gd name="csY20" fmla="*/ 21755 h 39739"/>
                    <a:gd name="csX21" fmla="*/ 23425 w 34510"/>
                    <a:gd name="csY21" fmla="*/ 20615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214" y="37157"/>
                      </a:moveTo>
                      <a:cubicBezTo>
                        <a:pt x="33503" y="35541"/>
                        <a:pt x="32932" y="34400"/>
                        <a:pt x="32932" y="32498"/>
                      </a:cubicBezTo>
                      <a:lnTo>
                        <a:pt x="32932" y="11678"/>
                      </a:lnTo>
                      <a:cubicBezTo>
                        <a:pt x="32932" y="4072"/>
                        <a:pt x="27703" y="175"/>
                        <a:pt x="17626" y="175"/>
                      </a:cubicBezTo>
                      <a:cubicBezTo>
                        <a:pt x="7453" y="175"/>
                        <a:pt x="2225" y="4453"/>
                        <a:pt x="1559" y="13199"/>
                      </a:cubicBezTo>
                      <a:lnTo>
                        <a:pt x="10971" y="13199"/>
                      </a:lnTo>
                      <a:cubicBezTo>
                        <a:pt x="11446" y="9301"/>
                        <a:pt x="13063" y="8065"/>
                        <a:pt x="17816" y="8065"/>
                      </a:cubicBezTo>
                      <a:cubicBezTo>
                        <a:pt x="21524" y="8065"/>
                        <a:pt x="23425" y="9301"/>
                        <a:pt x="23425" y="11773"/>
                      </a:cubicBezTo>
                      <a:cubicBezTo>
                        <a:pt x="23425" y="13009"/>
                        <a:pt x="22855" y="14055"/>
                        <a:pt x="21809" y="14720"/>
                      </a:cubicBezTo>
                      <a:cubicBezTo>
                        <a:pt x="20478" y="15386"/>
                        <a:pt x="20478" y="15386"/>
                        <a:pt x="15629" y="16146"/>
                      </a:cubicBezTo>
                      <a:lnTo>
                        <a:pt x="11827" y="16812"/>
                      </a:lnTo>
                      <a:cubicBezTo>
                        <a:pt x="4316" y="18143"/>
                        <a:pt x="703" y="21946"/>
                        <a:pt x="703" y="28696"/>
                      </a:cubicBezTo>
                      <a:cubicBezTo>
                        <a:pt x="703" y="35350"/>
                        <a:pt x="5267" y="39914"/>
                        <a:pt x="12112" y="39914"/>
                      </a:cubicBezTo>
                      <a:cubicBezTo>
                        <a:pt x="16295" y="39914"/>
                        <a:pt x="20003" y="38203"/>
                        <a:pt x="23520" y="34590"/>
                      </a:cubicBezTo>
                      <a:cubicBezTo>
                        <a:pt x="23520" y="36491"/>
                        <a:pt x="23710" y="37157"/>
                        <a:pt x="24661" y="38298"/>
                      </a:cubicBezTo>
                      <a:lnTo>
                        <a:pt x="35214" y="38298"/>
                      </a:lnTo>
                      <a:close/>
                      <a:moveTo>
                        <a:pt x="23425" y="23277"/>
                      </a:moveTo>
                      <a:cubicBezTo>
                        <a:pt x="23425" y="28886"/>
                        <a:pt x="20668" y="32023"/>
                        <a:pt x="15725" y="32023"/>
                      </a:cubicBezTo>
                      <a:cubicBezTo>
                        <a:pt x="12492" y="32023"/>
                        <a:pt x="10496" y="30312"/>
                        <a:pt x="10496" y="27555"/>
                      </a:cubicBezTo>
                      <a:cubicBezTo>
                        <a:pt x="10496" y="24608"/>
                        <a:pt x="12017" y="23277"/>
                        <a:pt x="16010" y="22421"/>
                      </a:cubicBezTo>
                      <a:lnTo>
                        <a:pt x="19337" y="21755"/>
                      </a:lnTo>
                      <a:cubicBezTo>
                        <a:pt x="21904" y="21280"/>
                        <a:pt x="22284" y="21185"/>
                        <a:pt x="23425" y="206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1" name="Freeform 3580">
                  <a:extLst>
                    <a:ext uri="{FF2B5EF4-FFF2-40B4-BE49-F238E27FC236}">
                      <a16:creationId xmlns:a16="http://schemas.microsoft.com/office/drawing/2014/main" id="{6B14A75F-CDF6-92F8-D588-4A57BD70AD54}"/>
                    </a:ext>
                  </a:extLst>
                </p:cNvPr>
                <p:cNvSpPr/>
                <p:nvPr/>
              </p:nvSpPr>
              <p:spPr>
                <a:xfrm>
                  <a:off x="4320537" y="1011226"/>
                  <a:ext cx="35841" cy="52193"/>
                </a:xfrm>
                <a:custGeom>
                  <a:avLst/>
                  <a:gdLst>
                    <a:gd name="csX0" fmla="*/ 709 w 35841"/>
                    <a:gd name="csY0" fmla="*/ 175 h 52193"/>
                    <a:gd name="csX1" fmla="*/ 709 w 35841"/>
                    <a:gd name="csY1" fmla="*/ 50752 h 52193"/>
                    <a:gd name="csX2" fmla="*/ 10407 w 35841"/>
                    <a:gd name="csY2" fmla="*/ 50752 h 52193"/>
                    <a:gd name="csX3" fmla="*/ 10407 w 35841"/>
                    <a:gd name="csY3" fmla="*/ 46949 h 52193"/>
                    <a:gd name="csX4" fmla="*/ 20769 w 35841"/>
                    <a:gd name="csY4" fmla="*/ 52368 h 52193"/>
                    <a:gd name="csX5" fmla="*/ 36551 w 35841"/>
                    <a:gd name="csY5" fmla="*/ 32498 h 52193"/>
                    <a:gd name="csX6" fmla="*/ 32463 w 35841"/>
                    <a:gd name="csY6" fmla="*/ 18713 h 52193"/>
                    <a:gd name="csX7" fmla="*/ 20769 w 35841"/>
                    <a:gd name="csY7" fmla="*/ 12629 h 52193"/>
                    <a:gd name="csX8" fmla="*/ 10407 w 35841"/>
                    <a:gd name="csY8" fmla="*/ 18143 h 52193"/>
                    <a:gd name="csX9" fmla="*/ 10407 w 35841"/>
                    <a:gd name="csY9" fmla="*/ 175 h 52193"/>
                    <a:gd name="csX10" fmla="*/ 18583 w 35841"/>
                    <a:gd name="csY10" fmla="*/ 20805 h 52193"/>
                    <a:gd name="csX11" fmla="*/ 26854 w 35841"/>
                    <a:gd name="csY11" fmla="*/ 32593 h 52193"/>
                    <a:gd name="csX12" fmla="*/ 18583 w 35841"/>
                    <a:gd name="csY12" fmla="*/ 44192 h 52193"/>
                    <a:gd name="csX13" fmla="*/ 10407 w 35841"/>
                    <a:gd name="csY13" fmla="*/ 32403 h 52193"/>
                    <a:gd name="csX14" fmla="*/ 18583 w 35841"/>
                    <a:gd name="csY14" fmla="*/ 2080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709" y="175"/>
                      </a:moveTo>
                      <a:lnTo>
                        <a:pt x="709" y="50752"/>
                      </a:lnTo>
                      <a:lnTo>
                        <a:pt x="10407" y="50752"/>
                      </a:lnTo>
                      <a:lnTo>
                        <a:pt x="10407" y="46949"/>
                      </a:lnTo>
                      <a:cubicBezTo>
                        <a:pt x="12783" y="50657"/>
                        <a:pt x="16016" y="52368"/>
                        <a:pt x="20769" y="52368"/>
                      </a:cubicBezTo>
                      <a:cubicBezTo>
                        <a:pt x="29706" y="52368"/>
                        <a:pt x="36551" y="43812"/>
                        <a:pt x="36551" y="32498"/>
                      </a:cubicBezTo>
                      <a:cubicBezTo>
                        <a:pt x="36551" y="27460"/>
                        <a:pt x="35030" y="22326"/>
                        <a:pt x="32463" y="18713"/>
                      </a:cubicBezTo>
                      <a:cubicBezTo>
                        <a:pt x="29896" y="15005"/>
                        <a:pt x="25333" y="12629"/>
                        <a:pt x="20769" y="12629"/>
                      </a:cubicBezTo>
                      <a:cubicBezTo>
                        <a:pt x="16016" y="12629"/>
                        <a:pt x="12783" y="14340"/>
                        <a:pt x="10407" y="18143"/>
                      </a:cubicBezTo>
                      <a:lnTo>
                        <a:pt x="10407" y="175"/>
                      </a:lnTo>
                      <a:close/>
                      <a:moveTo>
                        <a:pt x="18583" y="20805"/>
                      </a:moveTo>
                      <a:cubicBezTo>
                        <a:pt x="23431" y="20805"/>
                        <a:pt x="26854" y="25653"/>
                        <a:pt x="26854" y="32593"/>
                      </a:cubicBezTo>
                      <a:cubicBezTo>
                        <a:pt x="26854" y="39439"/>
                        <a:pt x="23526" y="44192"/>
                        <a:pt x="18583" y="44192"/>
                      </a:cubicBezTo>
                      <a:cubicBezTo>
                        <a:pt x="13734" y="44192"/>
                        <a:pt x="10407" y="39534"/>
                        <a:pt x="10407" y="32403"/>
                      </a:cubicBezTo>
                      <a:cubicBezTo>
                        <a:pt x="10407" y="25463"/>
                        <a:pt x="13734" y="20805"/>
                        <a:pt x="18583" y="2080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2" name="Freeform 3581">
                  <a:extLst>
                    <a:ext uri="{FF2B5EF4-FFF2-40B4-BE49-F238E27FC236}">
                      <a16:creationId xmlns:a16="http://schemas.microsoft.com/office/drawing/2014/main" id="{C6736BD2-736D-26B8-532E-62B7220AC55E}"/>
                    </a:ext>
                  </a:extLst>
                </p:cNvPr>
                <p:cNvSpPr/>
                <p:nvPr/>
              </p:nvSpPr>
              <p:spPr>
                <a:xfrm>
                  <a:off x="4363413" y="1023680"/>
                  <a:ext cx="21295" cy="38123"/>
                </a:xfrm>
                <a:custGeom>
                  <a:avLst/>
                  <a:gdLst>
                    <a:gd name="csX0" fmla="*/ 716 w 21295"/>
                    <a:gd name="csY0" fmla="*/ 840 h 38123"/>
                    <a:gd name="csX1" fmla="*/ 716 w 21295"/>
                    <a:gd name="csY1" fmla="*/ 38298 h 38123"/>
                    <a:gd name="csX2" fmla="*/ 10414 w 21295"/>
                    <a:gd name="csY2" fmla="*/ 38298 h 38123"/>
                    <a:gd name="csX3" fmla="*/ 10414 w 21295"/>
                    <a:gd name="csY3" fmla="*/ 18333 h 38123"/>
                    <a:gd name="csX4" fmla="*/ 18970 w 21295"/>
                    <a:gd name="csY4" fmla="*/ 9872 h 38123"/>
                    <a:gd name="csX5" fmla="*/ 22012 w 21295"/>
                    <a:gd name="csY5" fmla="*/ 10157 h 38123"/>
                    <a:gd name="csX6" fmla="*/ 22012 w 21295"/>
                    <a:gd name="csY6" fmla="*/ 270 h 38123"/>
                    <a:gd name="csX7" fmla="*/ 20871 w 21295"/>
                    <a:gd name="csY7" fmla="*/ 175 h 38123"/>
                    <a:gd name="csX8" fmla="*/ 10414 w 21295"/>
                    <a:gd name="csY8" fmla="*/ 8160 h 38123"/>
                    <a:gd name="csX9" fmla="*/ 10414 w 21295"/>
                    <a:gd name="csY9" fmla="*/ 840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1295" h="38123">
                      <a:moveTo>
                        <a:pt x="716" y="840"/>
                      </a:moveTo>
                      <a:lnTo>
                        <a:pt x="716" y="38298"/>
                      </a:lnTo>
                      <a:lnTo>
                        <a:pt x="10414" y="38298"/>
                      </a:lnTo>
                      <a:lnTo>
                        <a:pt x="10414" y="18333"/>
                      </a:lnTo>
                      <a:cubicBezTo>
                        <a:pt x="10414" y="12724"/>
                        <a:pt x="13266" y="9872"/>
                        <a:pt x="18970" y="9872"/>
                      </a:cubicBezTo>
                      <a:cubicBezTo>
                        <a:pt x="20016" y="9872"/>
                        <a:pt x="20681" y="9872"/>
                        <a:pt x="22012" y="10157"/>
                      </a:cubicBezTo>
                      <a:lnTo>
                        <a:pt x="22012" y="270"/>
                      </a:lnTo>
                      <a:cubicBezTo>
                        <a:pt x="21442" y="175"/>
                        <a:pt x="21252" y="175"/>
                        <a:pt x="20871" y="175"/>
                      </a:cubicBezTo>
                      <a:cubicBezTo>
                        <a:pt x="16403" y="175"/>
                        <a:pt x="12600" y="3122"/>
                        <a:pt x="10414" y="8160"/>
                      </a:cubicBezTo>
                      <a:lnTo>
                        <a:pt x="10414" y="8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3" name="Freeform 3582">
                  <a:extLst>
                    <a:ext uri="{FF2B5EF4-FFF2-40B4-BE49-F238E27FC236}">
                      <a16:creationId xmlns:a16="http://schemas.microsoft.com/office/drawing/2014/main" id="{D7C8B8B9-9779-2207-84EC-AD656DEB62B5}"/>
                    </a:ext>
                  </a:extLst>
                </p:cNvPr>
                <p:cNvSpPr/>
                <p:nvPr/>
              </p:nvSpPr>
              <p:spPr>
                <a:xfrm>
                  <a:off x="4387466" y="1011226"/>
                  <a:ext cx="35841" cy="52193"/>
                </a:xfrm>
                <a:custGeom>
                  <a:avLst/>
                  <a:gdLst>
                    <a:gd name="csX0" fmla="*/ 720 w 35841"/>
                    <a:gd name="csY0" fmla="*/ 175 h 52193"/>
                    <a:gd name="csX1" fmla="*/ 720 w 35841"/>
                    <a:gd name="csY1" fmla="*/ 50752 h 52193"/>
                    <a:gd name="csX2" fmla="*/ 10418 w 35841"/>
                    <a:gd name="csY2" fmla="*/ 50752 h 52193"/>
                    <a:gd name="csX3" fmla="*/ 10418 w 35841"/>
                    <a:gd name="csY3" fmla="*/ 46949 h 52193"/>
                    <a:gd name="csX4" fmla="*/ 20780 w 35841"/>
                    <a:gd name="csY4" fmla="*/ 52368 h 52193"/>
                    <a:gd name="csX5" fmla="*/ 36562 w 35841"/>
                    <a:gd name="csY5" fmla="*/ 32498 h 52193"/>
                    <a:gd name="csX6" fmla="*/ 32474 w 35841"/>
                    <a:gd name="csY6" fmla="*/ 18713 h 52193"/>
                    <a:gd name="csX7" fmla="*/ 20780 w 35841"/>
                    <a:gd name="csY7" fmla="*/ 12629 h 52193"/>
                    <a:gd name="csX8" fmla="*/ 10418 w 35841"/>
                    <a:gd name="csY8" fmla="*/ 18143 h 52193"/>
                    <a:gd name="csX9" fmla="*/ 10418 w 35841"/>
                    <a:gd name="csY9" fmla="*/ 175 h 52193"/>
                    <a:gd name="csX10" fmla="*/ 18594 w 35841"/>
                    <a:gd name="csY10" fmla="*/ 20805 h 52193"/>
                    <a:gd name="csX11" fmla="*/ 26865 w 35841"/>
                    <a:gd name="csY11" fmla="*/ 32593 h 52193"/>
                    <a:gd name="csX12" fmla="*/ 18594 w 35841"/>
                    <a:gd name="csY12" fmla="*/ 44192 h 52193"/>
                    <a:gd name="csX13" fmla="*/ 10418 w 35841"/>
                    <a:gd name="csY13" fmla="*/ 32403 h 52193"/>
                    <a:gd name="csX14" fmla="*/ 18594 w 35841"/>
                    <a:gd name="csY14" fmla="*/ 2080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720" y="175"/>
                      </a:moveTo>
                      <a:lnTo>
                        <a:pt x="720" y="50752"/>
                      </a:lnTo>
                      <a:lnTo>
                        <a:pt x="10418" y="50752"/>
                      </a:lnTo>
                      <a:lnTo>
                        <a:pt x="10418" y="46949"/>
                      </a:lnTo>
                      <a:cubicBezTo>
                        <a:pt x="12794" y="50657"/>
                        <a:pt x="16027" y="52368"/>
                        <a:pt x="20780" y="52368"/>
                      </a:cubicBezTo>
                      <a:cubicBezTo>
                        <a:pt x="29717" y="52368"/>
                        <a:pt x="36562" y="43812"/>
                        <a:pt x="36562" y="32498"/>
                      </a:cubicBezTo>
                      <a:cubicBezTo>
                        <a:pt x="36562" y="27460"/>
                        <a:pt x="35041" y="22326"/>
                        <a:pt x="32474" y="18713"/>
                      </a:cubicBezTo>
                      <a:cubicBezTo>
                        <a:pt x="29907" y="15005"/>
                        <a:pt x="25344" y="12629"/>
                        <a:pt x="20780" y="12629"/>
                      </a:cubicBezTo>
                      <a:cubicBezTo>
                        <a:pt x="16027" y="12629"/>
                        <a:pt x="12794" y="14340"/>
                        <a:pt x="10418" y="18143"/>
                      </a:cubicBezTo>
                      <a:lnTo>
                        <a:pt x="10418" y="175"/>
                      </a:lnTo>
                      <a:close/>
                      <a:moveTo>
                        <a:pt x="18594" y="20805"/>
                      </a:moveTo>
                      <a:cubicBezTo>
                        <a:pt x="23442" y="20805"/>
                        <a:pt x="26865" y="25653"/>
                        <a:pt x="26865" y="32593"/>
                      </a:cubicBezTo>
                      <a:cubicBezTo>
                        <a:pt x="26865" y="39439"/>
                        <a:pt x="23537" y="44192"/>
                        <a:pt x="18594" y="44192"/>
                      </a:cubicBezTo>
                      <a:cubicBezTo>
                        <a:pt x="13745" y="44192"/>
                        <a:pt x="10418" y="39534"/>
                        <a:pt x="10418" y="32403"/>
                      </a:cubicBezTo>
                      <a:cubicBezTo>
                        <a:pt x="10418" y="25463"/>
                        <a:pt x="13745" y="20805"/>
                        <a:pt x="18594" y="2080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84" name="Freeform 3583">
                  <a:extLst>
                    <a:ext uri="{FF2B5EF4-FFF2-40B4-BE49-F238E27FC236}">
                      <a16:creationId xmlns:a16="http://schemas.microsoft.com/office/drawing/2014/main" id="{BB00B7F9-B7A4-A678-7F1E-51768A7CD6F0}"/>
                    </a:ext>
                  </a:extLst>
                </p:cNvPr>
                <p:cNvSpPr/>
                <p:nvPr/>
              </p:nvSpPr>
              <p:spPr>
                <a:xfrm>
                  <a:off x="4430723" y="1012557"/>
                  <a:ext cx="21485" cy="49246"/>
                </a:xfrm>
                <a:custGeom>
                  <a:avLst/>
                  <a:gdLst>
                    <a:gd name="csX0" fmla="*/ 12516 w 21485"/>
                    <a:gd name="csY0" fmla="*/ 15481 h 49246"/>
                    <a:gd name="csX1" fmla="*/ 12516 w 21485"/>
                    <a:gd name="csY1" fmla="*/ 49421 h 49246"/>
                    <a:gd name="csX2" fmla="*/ 22213 w 21485"/>
                    <a:gd name="csY2" fmla="*/ 49421 h 49246"/>
                    <a:gd name="csX3" fmla="*/ 22213 w 21485"/>
                    <a:gd name="csY3" fmla="*/ 175 h 49246"/>
                    <a:gd name="csX4" fmla="*/ 15749 w 21485"/>
                    <a:gd name="csY4" fmla="*/ 175 h 49246"/>
                    <a:gd name="csX5" fmla="*/ 727 w 21485"/>
                    <a:gd name="csY5" fmla="*/ 9016 h 49246"/>
                    <a:gd name="csX6" fmla="*/ 727 w 21485"/>
                    <a:gd name="csY6" fmla="*/ 15481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516" y="15481"/>
                      </a:moveTo>
                      <a:lnTo>
                        <a:pt x="12516" y="49421"/>
                      </a:lnTo>
                      <a:lnTo>
                        <a:pt x="22213" y="49421"/>
                      </a:lnTo>
                      <a:lnTo>
                        <a:pt x="22213" y="175"/>
                      </a:lnTo>
                      <a:lnTo>
                        <a:pt x="15749" y="175"/>
                      </a:lnTo>
                      <a:cubicBezTo>
                        <a:pt x="14227" y="6069"/>
                        <a:pt x="9189" y="9016"/>
                        <a:pt x="727" y="9016"/>
                      </a:cubicBezTo>
                      <a:lnTo>
                        <a:pt x="727" y="1548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04" name="Freeform 3803">
                <a:extLst>
                  <a:ext uri="{FF2B5EF4-FFF2-40B4-BE49-F238E27FC236}">
                    <a16:creationId xmlns:a16="http://schemas.microsoft.com/office/drawing/2014/main" id="{B84A0150-1439-B28B-1C69-7922AEA55F10}"/>
                  </a:ext>
                </a:extLst>
              </p:cNvPr>
              <p:cNvSpPr/>
              <p:nvPr/>
            </p:nvSpPr>
            <p:spPr>
              <a:xfrm>
                <a:off x="2402318" y="988824"/>
                <a:ext cx="256139" cy="143225"/>
              </a:xfrm>
              <a:custGeom>
                <a:avLst/>
                <a:gdLst>
                  <a:gd name="csX0" fmla="*/ 202904 w 202903"/>
                  <a:gd name="csY0" fmla="*/ 54856 h 109687"/>
                  <a:gd name="csX1" fmla="*/ 202832 w 202903"/>
                  <a:gd name="csY1" fmla="*/ 52930 h 109687"/>
                  <a:gd name="csX2" fmla="*/ 202642 w 202903"/>
                  <a:gd name="csY2" fmla="*/ 51005 h 109687"/>
                  <a:gd name="csX3" fmla="*/ 202333 w 202903"/>
                  <a:gd name="csY3" fmla="*/ 49080 h 109687"/>
                  <a:gd name="csX4" fmla="*/ 201905 w 202903"/>
                  <a:gd name="csY4" fmla="*/ 47179 h 109687"/>
                  <a:gd name="csX5" fmla="*/ 201335 w 202903"/>
                  <a:gd name="csY5" fmla="*/ 45277 h 109687"/>
                  <a:gd name="csX6" fmla="*/ 200646 w 202903"/>
                  <a:gd name="csY6" fmla="*/ 43376 h 109687"/>
                  <a:gd name="csX7" fmla="*/ 199838 w 202903"/>
                  <a:gd name="csY7" fmla="*/ 41522 h 109687"/>
                  <a:gd name="csX8" fmla="*/ 198911 w 202903"/>
                  <a:gd name="csY8" fmla="*/ 39644 h 109687"/>
                  <a:gd name="csX9" fmla="*/ 197865 w 202903"/>
                  <a:gd name="csY9" fmla="*/ 37814 h 109687"/>
                  <a:gd name="csX10" fmla="*/ 196700 w 202903"/>
                  <a:gd name="csY10" fmla="*/ 35984 h 109687"/>
                  <a:gd name="csX11" fmla="*/ 195417 w 202903"/>
                  <a:gd name="csY11" fmla="*/ 34202 h 109687"/>
                  <a:gd name="csX12" fmla="*/ 194038 w 202903"/>
                  <a:gd name="csY12" fmla="*/ 32419 h 109687"/>
                  <a:gd name="csX13" fmla="*/ 192517 w 202903"/>
                  <a:gd name="csY13" fmla="*/ 30684 h 109687"/>
                  <a:gd name="csX14" fmla="*/ 190877 w 202903"/>
                  <a:gd name="csY14" fmla="*/ 28973 h 109687"/>
                  <a:gd name="csX15" fmla="*/ 189142 w 202903"/>
                  <a:gd name="csY15" fmla="*/ 27285 h 109687"/>
                  <a:gd name="csX16" fmla="*/ 187312 w 202903"/>
                  <a:gd name="csY16" fmla="*/ 25645 h 109687"/>
                  <a:gd name="csX17" fmla="*/ 185363 w 202903"/>
                  <a:gd name="csY17" fmla="*/ 24029 h 109687"/>
                  <a:gd name="csX18" fmla="*/ 183319 w 202903"/>
                  <a:gd name="csY18" fmla="*/ 22460 h 109687"/>
                  <a:gd name="csX19" fmla="*/ 181156 w 202903"/>
                  <a:gd name="csY19" fmla="*/ 20939 h 109687"/>
                  <a:gd name="csX20" fmla="*/ 178898 w 202903"/>
                  <a:gd name="csY20" fmla="*/ 19442 h 109687"/>
                  <a:gd name="csX21" fmla="*/ 176545 w 202903"/>
                  <a:gd name="csY21" fmla="*/ 17992 h 109687"/>
                  <a:gd name="csX22" fmla="*/ 174121 w 202903"/>
                  <a:gd name="csY22" fmla="*/ 16590 h 109687"/>
                  <a:gd name="csX23" fmla="*/ 171578 w 202903"/>
                  <a:gd name="csY23" fmla="*/ 15235 h 109687"/>
                  <a:gd name="csX24" fmla="*/ 168964 w 202903"/>
                  <a:gd name="csY24" fmla="*/ 13928 h 109687"/>
                  <a:gd name="csX25" fmla="*/ 166278 w 202903"/>
                  <a:gd name="csY25" fmla="*/ 12668 h 109687"/>
                  <a:gd name="csX26" fmla="*/ 163497 w 202903"/>
                  <a:gd name="csY26" fmla="*/ 11456 h 109687"/>
                  <a:gd name="csX27" fmla="*/ 160645 w 202903"/>
                  <a:gd name="csY27" fmla="*/ 10315 h 109687"/>
                  <a:gd name="csX28" fmla="*/ 157722 w 202903"/>
                  <a:gd name="csY28" fmla="*/ 9222 h 109687"/>
                  <a:gd name="csX29" fmla="*/ 154703 w 202903"/>
                  <a:gd name="csY29" fmla="*/ 8176 h 109687"/>
                  <a:gd name="csX30" fmla="*/ 151661 w 202903"/>
                  <a:gd name="csY30" fmla="*/ 7202 h 109687"/>
                  <a:gd name="csX31" fmla="*/ 148523 w 202903"/>
                  <a:gd name="csY31" fmla="*/ 6275 h 109687"/>
                  <a:gd name="csX32" fmla="*/ 145339 w 202903"/>
                  <a:gd name="csY32" fmla="*/ 5419 h 109687"/>
                  <a:gd name="csX33" fmla="*/ 142106 w 202903"/>
                  <a:gd name="csY33" fmla="*/ 4611 h 109687"/>
                  <a:gd name="csX34" fmla="*/ 138826 w 202903"/>
                  <a:gd name="csY34" fmla="*/ 3874 h 109687"/>
                  <a:gd name="csX35" fmla="*/ 135475 w 202903"/>
                  <a:gd name="csY35" fmla="*/ 3185 h 109687"/>
                  <a:gd name="csX36" fmla="*/ 132100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45 h 109687"/>
                  <a:gd name="csX39" fmla="*/ 121785 w 202903"/>
                  <a:gd name="csY39" fmla="*/ 1117 h 109687"/>
                  <a:gd name="csX40" fmla="*/ 118267 w 202903"/>
                  <a:gd name="csY40" fmla="*/ 761 h 109687"/>
                  <a:gd name="csX41" fmla="*/ 114750 w 202903"/>
                  <a:gd name="csY41" fmla="*/ 475 h 109687"/>
                  <a:gd name="csX42" fmla="*/ 111208 w 202903"/>
                  <a:gd name="csY42" fmla="*/ 261 h 109687"/>
                  <a:gd name="csX43" fmla="*/ 107667 w 202903"/>
                  <a:gd name="csY43" fmla="*/ 119 h 109687"/>
                  <a:gd name="csX44" fmla="*/ 104102 w 202903"/>
                  <a:gd name="csY44" fmla="*/ 24 h 109687"/>
                  <a:gd name="csX45" fmla="*/ 100537 w 202903"/>
                  <a:gd name="csY45" fmla="*/ 0 h 109687"/>
                  <a:gd name="csX46" fmla="*/ 96995 w 202903"/>
                  <a:gd name="csY46" fmla="*/ 71 h 109687"/>
                  <a:gd name="csX47" fmla="*/ 93430 w 202903"/>
                  <a:gd name="csY47" fmla="*/ 190 h 109687"/>
                  <a:gd name="csX48" fmla="*/ 89889 w 202903"/>
                  <a:gd name="csY48" fmla="*/ 357 h 109687"/>
                  <a:gd name="csX49" fmla="*/ 86348 w 202903"/>
                  <a:gd name="csY49" fmla="*/ 618 h 109687"/>
                  <a:gd name="csX50" fmla="*/ 82854 w 202903"/>
                  <a:gd name="csY50" fmla="*/ 927 h 109687"/>
                  <a:gd name="csX51" fmla="*/ 79360 w 202903"/>
                  <a:gd name="csY51" fmla="*/ 1331 h 109687"/>
                  <a:gd name="csX52" fmla="*/ 75890 w 202903"/>
                  <a:gd name="csY52" fmla="*/ 1783 h 109687"/>
                  <a:gd name="csX53" fmla="*/ 72467 w 202903"/>
                  <a:gd name="csY53" fmla="*/ 2282 h 109687"/>
                  <a:gd name="csX54" fmla="*/ 69069 w 202903"/>
                  <a:gd name="csY54" fmla="*/ 2876 h 109687"/>
                  <a:gd name="csX55" fmla="*/ 65717 w 202903"/>
                  <a:gd name="csY55" fmla="*/ 3518 h 109687"/>
                  <a:gd name="csX56" fmla="*/ 62414 w 202903"/>
                  <a:gd name="csY56" fmla="*/ 4231 h 109687"/>
                  <a:gd name="csX57" fmla="*/ 59134 w 202903"/>
                  <a:gd name="csY57" fmla="*/ 4991 h 109687"/>
                  <a:gd name="csX58" fmla="*/ 55925 w 202903"/>
                  <a:gd name="csY58" fmla="*/ 5823 h 109687"/>
                  <a:gd name="csX59" fmla="*/ 52764 w 202903"/>
                  <a:gd name="csY59" fmla="*/ 6726 h 109687"/>
                  <a:gd name="csX60" fmla="*/ 49674 w 202903"/>
                  <a:gd name="csY60" fmla="*/ 7677 h 109687"/>
                  <a:gd name="csX61" fmla="*/ 46656 w 202903"/>
                  <a:gd name="csY61" fmla="*/ 8699 h 109687"/>
                  <a:gd name="csX62" fmla="*/ 43685 w 202903"/>
                  <a:gd name="csY62" fmla="*/ 9768 h 109687"/>
                  <a:gd name="csX63" fmla="*/ 40785 w 202903"/>
                  <a:gd name="csY63" fmla="*/ 10886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70 h 109687"/>
                  <a:gd name="csX67" fmla="*/ 30018 w 202903"/>
                  <a:gd name="csY67" fmla="*/ 15900 h 109687"/>
                  <a:gd name="csX68" fmla="*/ 27523 w 202903"/>
                  <a:gd name="csY68" fmla="*/ 17279 h 109687"/>
                  <a:gd name="csX69" fmla="*/ 25122 w 202903"/>
                  <a:gd name="csY69" fmla="*/ 18705 h 109687"/>
                  <a:gd name="csX70" fmla="*/ 22841 w 202903"/>
                  <a:gd name="csY70" fmla="*/ 20179 h 109687"/>
                  <a:gd name="csX71" fmla="*/ 20630 w 202903"/>
                  <a:gd name="csY71" fmla="*/ 21700 h 109687"/>
                  <a:gd name="csX72" fmla="*/ 18515 w 202903"/>
                  <a:gd name="csY72" fmla="*/ 23245 h 109687"/>
                  <a:gd name="csX73" fmla="*/ 16518 w 202903"/>
                  <a:gd name="csY73" fmla="*/ 24837 h 109687"/>
                  <a:gd name="csX74" fmla="*/ 14617 w 202903"/>
                  <a:gd name="csY74" fmla="*/ 26453 h 109687"/>
                  <a:gd name="csX75" fmla="*/ 12834 w 202903"/>
                  <a:gd name="csY75" fmla="*/ 28117 h 109687"/>
                  <a:gd name="csX76" fmla="*/ 11147 w 202903"/>
                  <a:gd name="csY76" fmla="*/ 29828 h 109687"/>
                  <a:gd name="csX77" fmla="*/ 9578 w 202903"/>
                  <a:gd name="csY77" fmla="*/ 31563 h 109687"/>
                  <a:gd name="csX78" fmla="*/ 8129 w 202903"/>
                  <a:gd name="csY78" fmla="*/ 33298 h 109687"/>
                  <a:gd name="csX79" fmla="*/ 6798 w 202903"/>
                  <a:gd name="csY79" fmla="*/ 35105 h 109687"/>
                  <a:gd name="csX80" fmla="*/ 5562 w 202903"/>
                  <a:gd name="csY80" fmla="*/ 36911 h 109687"/>
                  <a:gd name="csX81" fmla="*/ 4468 w 202903"/>
                  <a:gd name="csY81" fmla="*/ 38741 h 109687"/>
                  <a:gd name="csX82" fmla="*/ 3470 w 202903"/>
                  <a:gd name="csY82" fmla="*/ 40571 h 109687"/>
                  <a:gd name="csX83" fmla="*/ 2614 w 202903"/>
                  <a:gd name="csY83" fmla="*/ 42449 h 109687"/>
                  <a:gd name="csX84" fmla="*/ 1854 w 202903"/>
                  <a:gd name="csY84" fmla="*/ 44326 h 109687"/>
                  <a:gd name="csX85" fmla="*/ 1236 w 202903"/>
                  <a:gd name="csY85" fmla="*/ 46228 h 109687"/>
                  <a:gd name="csX86" fmla="*/ 737 w 202903"/>
                  <a:gd name="csY86" fmla="*/ 48129 h 109687"/>
                  <a:gd name="csX87" fmla="*/ 357 w 202903"/>
                  <a:gd name="csY87" fmla="*/ 50054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57 w 202903"/>
                  <a:gd name="csY92" fmla="*/ 59657 h 109687"/>
                  <a:gd name="csX93" fmla="*/ 737 w 202903"/>
                  <a:gd name="csY93" fmla="*/ 61582 h 109687"/>
                  <a:gd name="csX94" fmla="*/ 1236 w 202903"/>
                  <a:gd name="csY94" fmla="*/ 63483 h 109687"/>
                  <a:gd name="csX95" fmla="*/ 1854 w 202903"/>
                  <a:gd name="csY95" fmla="*/ 65385 h 109687"/>
                  <a:gd name="csX96" fmla="*/ 2614 w 202903"/>
                  <a:gd name="csY96" fmla="*/ 67262 h 109687"/>
                  <a:gd name="csX97" fmla="*/ 3470 w 202903"/>
                  <a:gd name="csY97" fmla="*/ 69116 h 109687"/>
                  <a:gd name="csX98" fmla="*/ 4468 w 202903"/>
                  <a:gd name="csY98" fmla="*/ 70970 h 109687"/>
                  <a:gd name="csX99" fmla="*/ 5562 w 202903"/>
                  <a:gd name="csY99" fmla="*/ 72800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578 w 202903"/>
                  <a:gd name="csY102" fmla="*/ 78148 h 109687"/>
                  <a:gd name="csX103" fmla="*/ 11147 w 202903"/>
                  <a:gd name="csY103" fmla="*/ 79883 h 109687"/>
                  <a:gd name="csX104" fmla="*/ 12834 w 202903"/>
                  <a:gd name="csY104" fmla="*/ 81570 h 109687"/>
                  <a:gd name="csX105" fmla="*/ 14617 w 202903"/>
                  <a:gd name="csY105" fmla="*/ 83234 h 109687"/>
                  <a:gd name="csX106" fmla="*/ 16518 w 202903"/>
                  <a:gd name="csY106" fmla="*/ 84874 h 109687"/>
                  <a:gd name="csX107" fmla="*/ 18515 w 202903"/>
                  <a:gd name="csY107" fmla="*/ 86466 h 109687"/>
                  <a:gd name="csX108" fmla="*/ 20630 w 202903"/>
                  <a:gd name="csY108" fmla="*/ 88011 h 109687"/>
                  <a:gd name="csX109" fmla="*/ 22841 w 202903"/>
                  <a:gd name="csY109" fmla="*/ 89532 h 109687"/>
                  <a:gd name="csX110" fmla="*/ 25122 w 202903"/>
                  <a:gd name="csY110" fmla="*/ 91006 h 109687"/>
                  <a:gd name="csX111" fmla="*/ 27523 w 202903"/>
                  <a:gd name="csY111" fmla="*/ 92432 h 109687"/>
                  <a:gd name="csX112" fmla="*/ 30018 w 202903"/>
                  <a:gd name="csY112" fmla="*/ 93811 h 109687"/>
                  <a:gd name="csX113" fmla="*/ 32585 w 202903"/>
                  <a:gd name="csY113" fmla="*/ 95142 h 109687"/>
                  <a:gd name="csX114" fmla="*/ 35247 w 202903"/>
                  <a:gd name="csY114" fmla="*/ 96425 h 109687"/>
                  <a:gd name="csX115" fmla="*/ 37981 w 202903"/>
                  <a:gd name="csY115" fmla="*/ 97637 h 109687"/>
                  <a:gd name="csX116" fmla="*/ 40785 w 202903"/>
                  <a:gd name="csY116" fmla="*/ 98826 h 109687"/>
                  <a:gd name="csX117" fmla="*/ 43685 w 202903"/>
                  <a:gd name="csY117" fmla="*/ 99943 h 109687"/>
                  <a:gd name="csX118" fmla="*/ 46656 w 202903"/>
                  <a:gd name="csY118" fmla="*/ 101012 h 109687"/>
                  <a:gd name="csX119" fmla="*/ 49674 w 202903"/>
                  <a:gd name="csY119" fmla="*/ 102034 h 109687"/>
                  <a:gd name="csX120" fmla="*/ 52764 w 202903"/>
                  <a:gd name="csY120" fmla="*/ 102985 h 109687"/>
                  <a:gd name="csX121" fmla="*/ 55925 w 202903"/>
                  <a:gd name="csY121" fmla="*/ 103864 h 109687"/>
                  <a:gd name="csX122" fmla="*/ 59134 w 202903"/>
                  <a:gd name="csY122" fmla="*/ 104696 h 109687"/>
                  <a:gd name="csX123" fmla="*/ 62414 w 202903"/>
                  <a:gd name="csY123" fmla="*/ 105480 h 109687"/>
                  <a:gd name="csX124" fmla="*/ 65717 w 202903"/>
                  <a:gd name="csY124" fmla="*/ 106193 h 109687"/>
                  <a:gd name="csX125" fmla="*/ 69069 w 202903"/>
                  <a:gd name="csY125" fmla="*/ 106835 h 109687"/>
                  <a:gd name="csX126" fmla="*/ 72467 w 202903"/>
                  <a:gd name="csY126" fmla="*/ 107406 h 109687"/>
                  <a:gd name="csX127" fmla="*/ 75890 w 202903"/>
                  <a:gd name="csY127" fmla="*/ 107928 h 109687"/>
                  <a:gd name="csX128" fmla="*/ 79360 w 202903"/>
                  <a:gd name="csY128" fmla="*/ 108380 h 109687"/>
                  <a:gd name="csX129" fmla="*/ 82854 w 202903"/>
                  <a:gd name="csY129" fmla="*/ 108760 h 109687"/>
                  <a:gd name="csX130" fmla="*/ 86348 w 202903"/>
                  <a:gd name="csY130" fmla="*/ 109093 h 109687"/>
                  <a:gd name="csX131" fmla="*/ 89889 w 202903"/>
                  <a:gd name="csY131" fmla="*/ 109331 h 109687"/>
                  <a:gd name="csX132" fmla="*/ 93430 w 202903"/>
                  <a:gd name="csY132" fmla="*/ 109521 h 109687"/>
                  <a:gd name="csX133" fmla="*/ 96995 w 202903"/>
                  <a:gd name="csY133" fmla="*/ 109640 h 109687"/>
                  <a:gd name="csX134" fmla="*/ 100537 w 202903"/>
                  <a:gd name="csY134" fmla="*/ 109687 h 109687"/>
                  <a:gd name="csX135" fmla="*/ 104102 w 202903"/>
                  <a:gd name="csY135" fmla="*/ 109687 h 109687"/>
                  <a:gd name="csX136" fmla="*/ 107667 w 202903"/>
                  <a:gd name="csY136" fmla="*/ 109592 h 109687"/>
                  <a:gd name="csX137" fmla="*/ 111208 w 202903"/>
                  <a:gd name="csY137" fmla="*/ 109450 h 109687"/>
                  <a:gd name="csX138" fmla="*/ 114750 w 202903"/>
                  <a:gd name="csY138" fmla="*/ 109212 h 109687"/>
                  <a:gd name="csX139" fmla="*/ 118267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66 h 109687"/>
                  <a:gd name="csX142" fmla="*/ 128701 w 202903"/>
                  <a:gd name="csY142" fmla="*/ 107667 h 109687"/>
                  <a:gd name="csX143" fmla="*/ 132100 w 202903"/>
                  <a:gd name="csY143" fmla="*/ 107120 h 109687"/>
                  <a:gd name="csX144" fmla="*/ 135475 w 202903"/>
                  <a:gd name="csY144" fmla="*/ 106526 h 109687"/>
                  <a:gd name="csX145" fmla="*/ 138826 w 202903"/>
                  <a:gd name="csY145" fmla="*/ 105837 h 109687"/>
                  <a:gd name="csX146" fmla="*/ 142106 w 202903"/>
                  <a:gd name="csY146" fmla="*/ 105100 h 109687"/>
                  <a:gd name="csX147" fmla="*/ 145339 w 202903"/>
                  <a:gd name="csY147" fmla="*/ 104292 h 109687"/>
                  <a:gd name="csX148" fmla="*/ 148523 w 202903"/>
                  <a:gd name="csY148" fmla="*/ 103436 h 109687"/>
                  <a:gd name="csX149" fmla="*/ 151661 w 202903"/>
                  <a:gd name="csY149" fmla="*/ 102509 h 109687"/>
                  <a:gd name="csX150" fmla="*/ 154703 w 202903"/>
                  <a:gd name="csY150" fmla="*/ 101535 h 109687"/>
                  <a:gd name="csX151" fmla="*/ 157722 w 202903"/>
                  <a:gd name="csY151" fmla="*/ 100489 h 109687"/>
                  <a:gd name="csX152" fmla="*/ 160645 w 202903"/>
                  <a:gd name="csY152" fmla="*/ 99396 h 109687"/>
                  <a:gd name="csX153" fmla="*/ 163497 w 202903"/>
                  <a:gd name="csY153" fmla="*/ 98231 h 109687"/>
                  <a:gd name="csX154" fmla="*/ 166278 w 202903"/>
                  <a:gd name="csY154" fmla="*/ 97043 h 109687"/>
                  <a:gd name="csX155" fmla="*/ 168964 w 202903"/>
                  <a:gd name="csY155" fmla="*/ 95783 h 109687"/>
                  <a:gd name="csX156" fmla="*/ 171578 w 202903"/>
                  <a:gd name="csY156" fmla="*/ 94476 h 109687"/>
                  <a:gd name="csX157" fmla="*/ 174121 w 202903"/>
                  <a:gd name="csY157" fmla="*/ 93121 h 109687"/>
                  <a:gd name="csX158" fmla="*/ 176545 w 202903"/>
                  <a:gd name="csY158" fmla="*/ 91719 h 109687"/>
                  <a:gd name="csX159" fmla="*/ 178898 w 202903"/>
                  <a:gd name="csY159" fmla="*/ 90269 h 109687"/>
                  <a:gd name="csX160" fmla="*/ 181156 w 202903"/>
                  <a:gd name="csY160" fmla="*/ 88772 h 109687"/>
                  <a:gd name="csX161" fmla="*/ 183319 w 202903"/>
                  <a:gd name="csY161" fmla="*/ 87251 h 109687"/>
                  <a:gd name="csX162" fmla="*/ 185363 w 202903"/>
                  <a:gd name="csY162" fmla="*/ 85682 h 109687"/>
                  <a:gd name="csX163" fmla="*/ 187312 w 202903"/>
                  <a:gd name="csY163" fmla="*/ 84066 h 109687"/>
                  <a:gd name="csX164" fmla="*/ 189142 w 202903"/>
                  <a:gd name="csY164" fmla="*/ 82402 h 109687"/>
                  <a:gd name="csX165" fmla="*/ 190877 w 202903"/>
                  <a:gd name="csY165" fmla="*/ 80738 h 109687"/>
                  <a:gd name="csX166" fmla="*/ 192517 w 202903"/>
                  <a:gd name="csY166" fmla="*/ 79027 h 109687"/>
                  <a:gd name="csX167" fmla="*/ 194038 w 202903"/>
                  <a:gd name="csY167" fmla="*/ 77268 h 109687"/>
                  <a:gd name="csX168" fmla="*/ 195417 w 202903"/>
                  <a:gd name="csY168" fmla="*/ 75510 h 109687"/>
                  <a:gd name="csX169" fmla="*/ 196700 w 202903"/>
                  <a:gd name="csY169" fmla="*/ 73703 h 109687"/>
                  <a:gd name="csX170" fmla="*/ 197865 w 202903"/>
                  <a:gd name="csY170" fmla="*/ 71897 h 109687"/>
                  <a:gd name="csX171" fmla="*/ 198911 w 202903"/>
                  <a:gd name="csY171" fmla="*/ 70043 h 109687"/>
                  <a:gd name="csX172" fmla="*/ 199838 w 202903"/>
                  <a:gd name="csY172" fmla="*/ 68189 h 109687"/>
                  <a:gd name="csX173" fmla="*/ 200646 w 202903"/>
                  <a:gd name="csY173" fmla="*/ 66311 h 109687"/>
                  <a:gd name="csX174" fmla="*/ 201335 w 202903"/>
                  <a:gd name="csY174" fmla="*/ 64434 h 109687"/>
                  <a:gd name="csX175" fmla="*/ 201905 w 202903"/>
                  <a:gd name="csY175" fmla="*/ 62532 h 109687"/>
                  <a:gd name="csX176" fmla="*/ 202333 w 202903"/>
                  <a:gd name="csY176" fmla="*/ 60607 h 109687"/>
                  <a:gd name="csX177" fmla="*/ 202642 w 202903"/>
                  <a:gd name="csY177" fmla="*/ 58706 h 109687"/>
                  <a:gd name="csX178" fmla="*/ 202832 w 202903"/>
                  <a:gd name="csY178" fmla="*/ 56781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56"/>
                    </a:moveTo>
                    <a:lnTo>
                      <a:pt x="202832" y="52930"/>
                    </a:lnTo>
                    <a:lnTo>
                      <a:pt x="202642" y="51005"/>
                    </a:lnTo>
                    <a:lnTo>
                      <a:pt x="202333" y="49080"/>
                    </a:lnTo>
                    <a:lnTo>
                      <a:pt x="201905" y="47179"/>
                    </a:lnTo>
                    <a:lnTo>
                      <a:pt x="201335" y="45277"/>
                    </a:lnTo>
                    <a:lnTo>
                      <a:pt x="200646" y="43376"/>
                    </a:lnTo>
                    <a:lnTo>
                      <a:pt x="199838" y="41522"/>
                    </a:lnTo>
                    <a:lnTo>
                      <a:pt x="198911" y="39644"/>
                    </a:lnTo>
                    <a:lnTo>
                      <a:pt x="197865" y="37814"/>
                    </a:lnTo>
                    <a:lnTo>
                      <a:pt x="196700" y="35984"/>
                    </a:lnTo>
                    <a:lnTo>
                      <a:pt x="195417" y="34202"/>
                    </a:lnTo>
                    <a:lnTo>
                      <a:pt x="194038" y="32419"/>
                    </a:lnTo>
                    <a:lnTo>
                      <a:pt x="192517" y="30684"/>
                    </a:lnTo>
                    <a:lnTo>
                      <a:pt x="190877" y="28973"/>
                    </a:lnTo>
                    <a:lnTo>
                      <a:pt x="189142" y="27285"/>
                    </a:lnTo>
                    <a:lnTo>
                      <a:pt x="187312" y="25645"/>
                    </a:lnTo>
                    <a:lnTo>
                      <a:pt x="185363" y="24029"/>
                    </a:lnTo>
                    <a:lnTo>
                      <a:pt x="183319" y="22460"/>
                    </a:lnTo>
                    <a:lnTo>
                      <a:pt x="181156" y="20939"/>
                    </a:lnTo>
                    <a:lnTo>
                      <a:pt x="178898" y="19442"/>
                    </a:lnTo>
                    <a:lnTo>
                      <a:pt x="176545" y="17992"/>
                    </a:lnTo>
                    <a:lnTo>
                      <a:pt x="174121" y="16590"/>
                    </a:lnTo>
                    <a:lnTo>
                      <a:pt x="171578" y="15235"/>
                    </a:lnTo>
                    <a:lnTo>
                      <a:pt x="168964" y="13928"/>
                    </a:lnTo>
                    <a:lnTo>
                      <a:pt x="166278" y="12668"/>
                    </a:lnTo>
                    <a:lnTo>
                      <a:pt x="163497" y="11456"/>
                    </a:lnTo>
                    <a:lnTo>
                      <a:pt x="160645" y="10315"/>
                    </a:lnTo>
                    <a:lnTo>
                      <a:pt x="157722" y="9222"/>
                    </a:lnTo>
                    <a:lnTo>
                      <a:pt x="154703" y="8176"/>
                    </a:lnTo>
                    <a:lnTo>
                      <a:pt x="151661" y="7202"/>
                    </a:lnTo>
                    <a:lnTo>
                      <a:pt x="148523" y="6275"/>
                    </a:lnTo>
                    <a:lnTo>
                      <a:pt x="145339" y="5419"/>
                    </a:lnTo>
                    <a:lnTo>
                      <a:pt x="142106" y="4611"/>
                    </a:lnTo>
                    <a:lnTo>
                      <a:pt x="138826" y="3874"/>
                    </a:lnTo>
                    <a:lnTo>
                      <a:pt x="135475" y="3185"/>
                    </a:lnTo>
                    <a:lnTo>
                      <a:pt x="132100" y="2567"/>
                    </a:lnTo>
                    <a:lnTo>
                      <a:pt x="128701" y="2020"/>
                    </a:lnTo>
                    <a:lnTo>
                      <a:pt x="125255" y="1545"/>
                    </a:lnTo>
                    <a:lnTo>
                      <a:pt x="121785" y="1117"/>
                    </a:lnTo>
                    <a:lnTo>
                      <a:pt x="118267" y="761"/>
                    </a:lnTo>
                    <a:lnTo>
                      <a:pt x="114750" y="475"/>
                    </a:lnTo>
                    <a:lnTo>
                      <a:pt x="111208" y="261"/>
                    </a:lnTo>
                    <a:lnTo>
                      <a:pt x="107667" y="119"/>
                    </a:lnTo>
                    <a:lnTo>
                      <a:pt x="104102" y="24"/>
                    </a:lnTo>
                    <a:lnTo>
                      <a:pt x="100537" y="0"/>
                    </a:lnTo>
                    <a:lnTo>
                      <a:pt x="96995" y="71"/>
                    </a:lnTo>
                    <a:lnTo>
                      <a:pt x="93430" y="190"/>
                    </a:lnTo>
                    <a:lnTo>
                      <a:pt x="89889" y="357"/>
                    </a:lnTo>
                    <a:lnTo>
                      <a:pt x="86348" y="618"/>
                    </a:lnTo>
                    <a:lnTo>
                      <a:pt x="82854" y="927"/>
                    </a:lnTo>
                    <a:lnTo>
                      <a:pt x="79360" y="1331"/>
                    </a:lnTo>
                    <a:lnTo>
                      <a:pt x="75890" y="1783"/>
                    </a:lnTo>
                    <a:lnTo>
                      <a:pt x="72467" y="2282"/>
                    </a:lnTo>
                    <a:lnTo>
                      <a:pt x="69069" y="2876"/>
                    </a:lnTo>
                    <a:lnTo>
                      <a:pt x="65717" y="3518"/>
                    </a:lnTo>
                    <a:lnTo>
                      <a:pt x="62414" y="4231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64" y="6726"/>
                    </a:lnTo>
                    <a:lnTo>
                      <a:pt x="49674" y="7677"/>
                    </a:lnTo>
                    <a:lnTo>
                      <a:pt x="46656" y="8699"/>
                    </a:lnTo>
                    <a:lnTo>
                      <a:pt x="43685" y="9768"/>
                    </a:lnTo>
                    <a:lnTo>
                      <a:pt x="40785" y="10886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70"/>
                    </a:lnTo>
                    <a:lnTo>
                      <a:pt x="30018" y="15900"/>
                    </a:lnTo>
                    <a:lnTo>
                      <a:pt x="27523" y="17279"/>
                    </a:lnTo>
                    <a:lnTo>
                      <a:pt x="25122" y="18705"/>
                    </a:lnTo>
                    <a:lnTo>
                      <a:pt x="22841" y="20179"/>
                    </a:lnTo>
                    <a:lnTo>
                      <a:pt x="20630" y="21700"/>
                    </a:lnTo>
                    <a:lnTo>
                      <a:pt x="18515" y="23245"/>
                    </a:lnTo>
                    <a:lnTo>
                      <a:pt x="16518" y="24837"/>
                    </a:lnTo>
                    <a:lnTo>
                      <a:pt x="14617" y="26453"/>
                    </a:lnTo>
                    <a:lnTo>
                      <a:pt x="12834" y="28117"/>
                    </a:lnTo>
                    <a:lnTo>
                      <a:pt x="11147" y="29828"/>
                    </a:lnTo>
                    <a:lnTo>
                      <a:pt x="9578" y="31563"/>
                    </a:lnTo>
                    <a:lnTo>
                      <a:pt x="8129" y="33298"/>
                    </a:lnTo>
                    <a:lnTo>
                      <a:pt x="6798" y="35105"/>
                    </a:lnTo>
                    <a:lnTo>
                      <a:pt x="5562" y="36911"/>
                    </a:lnTo>
                    <a:lnTo>
                      <a:pt x="4468" y="38741"/>
                    </a:lnTo>
                    <a:lnTo>
                      <a:pt x="3470" y="40571"/>
                    </a:lnTo>
                    <a:lnTo>
                      <a:pt x="2614" y="42449"/>
                    </a:lnTo>
                    <a:lnTo>
                      <a:pt x="1854" y="44326"/>
                    </a:lnTo>
                    <a:lnTo>
                      <a:pt x="1236" y="46228"/>
                    </a:lnTo>
                    <a:lnTo>
                      <a:pt x="737" y="48129"/>
                    </a:lnTo>
                    <a:lnTo>
                      <a:pt x="357" y="50054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57" y="59657"/>
                    </a:lnTo>
                    <a:lnTo>
                      <a:pt x="737" y="61582"/>
                    </a:lnTo>
                    <a:lnTo>
                      <a:pt x="1236" y="63483"/>
                    </a:lnTo>
                    <a:lnTo>
                      <a:pt x="1854" y="65385"/>
                    </a:lnTo>
                    <a:lnTo>
                      <a:pt x="2614" y="67262"/>
                    </a:lnTo>
                    <a:lnTo>
                      <a:pt x="3470" y="69116"/>
                    </a:lnTo>
                    <a:lnTo>
                      <a:pt x="4468" y="70970"/>
                    </a:lnTo>
                    <a:lnTo>
                      <a:pt x="5562" y="72800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578" y="78148"/>
                    </a:lnTo>
                    <a:lnTo>
                      <a:pt x="11147" y="79883"/>
                    </a:lnTo>
                    <a:lnTo>
                      <a:pt x="12834" y="81570"/>
                    </a:lnTo>
                    <a:lnTo>
                      <a:pt x="14617" y="83234"/>
                    </a:lnTo>
                    <a:lnTo>
                      <a:pt x="16518" y="84874"/>
                    </a:lnTo>
                    <a:lnTo>
                      <a:pt x="18515" y="86466"/>
                    </a:lnTo>
                    <a:lnTo>
                      <a:pt x="20630" y="88011"/>
                    </a:lnTo>
                    <a:lnTo>
                      <a:pt x="22841" y="89532"/>
                    </a:lnTo>
                    <a:lnTo>
                      <a:pt x="25122" y="91006"/>
                    </a:lnTo>
                    <a:lnTo>
                      <a:pt x="27523" y="92432"/>
                    </a:lnTo>
                    <a:lnTo>
                      <a:pt x="30018" y="93811"/>
                    </a:lnTo>
                    <a:lnTo>
                      <a:pt x="32585" y="95142"/>
                    </a:lnTo>
                    <a:lnTo>
                      <a:pt x="35247" y="96425"/>
                    </a:lnTo>
                    <a:lnTo>
                      <a:pt x="37981" y="97637"/>
                    </a:lnTo>
                    <a:lnTo>
                      <a:pt x="40785" y="98826"/>
                    </a:lnTo>
                    <a:lnTo>
                      <a:pt x="43685" y="99943"/>
                    </a:lnTo>
                    <a:lnTo>
                      <a:pt x="46656" y="101012"/>
                    </a:lnTo>
                    <a:lnTo>
                      <a:pt x="49674" y="102034"/>
                    </a:lnTo>
                    <a:lnTo>
                      <a:pt x="52764" y="102985"/>
                    </a:lnTo>
                    <a:lnTo>
                      <a:pt x="55925" y="103864"/>
                    </a:lnTo>
                    <a:lnTo>
                      <a:pt x="59134" y="104696"/>
                    </a:lnTo>
                    <a:lnTo>
                      <a:pt x="62414" y="105480"/>
                    </a:lnTo>
                    <a:lnTo>
                      <a:pt x="65717" y="106193"/>
                    </a:lnTo>
                    <a:lnTo>
                      <a:pt x="69069" y="106835"/>
                    </a:lnTo>
                    <a:lnTo>
                      <a:pt x="72467" y="107406"/>
                    </a:lnTo>
                    <a:lnTo>
                      <a:pt x="75890" y="107928"/>
                    </a:lnTo>
                    <a:lnTo>
                      <a:pt x="79360" y="108380"/>
                    </a:lnTo>
                    <a:lnTo>
                      <a:pt x="82854" y="108760"/>
                    </a:lnTo>
                    <a:lnTo>
                      <a:pt x="86348" y="109093"/>
                    </a:lnTo>
                    <a:lnTo>
                      <a:pt x="89889" y="109331"/>
                    </a:lnTo>
                    <a:lnTo>
                      <a:pt x="93430" y="109521"/>
                    </a:lnTo>
                    <a:lnTo>
                      <a:pt x="96995" y="109640"/>
                    </a:lnTo>
                    <a:lnTo>
                      <a:pt x="100537" y="109687"/>
                    </a:lnTo>
                    <a:lnTo>
                      <a:pt x="104102" y="109687"/>
                    </a:lnTo>
                    <a:lnTo>
                      <a:pt x="107667" y="109592"/>
                    </a:lnTo>
                    <a:lnTo>
                      <a:pt x="111208" y="109450"/>
                    </a:lnTo>
                    <a:lnTo>
                      <a:pt x="114750" y="109212"/>
                    </a:lnTo>
                    <a:lnTo>
                      <a:pt x="118267" y="108927"/>
                    </a:lnTo>
                    <a:lnTo>
                      <a:pt x="121785" y="108570"/>
                    </a:lnTo>
                    <a:lnTo>
                      <a:pt x="125255" y="108166"/>
                    </a:lnTo>
                    <a:lnTo>
                      <a:pt x="128701" y="107667"/>
                    </a:lnTo>
                    <a:lnTo>
                      <a:pt x="132100" y="107120"/>
                    </a:lnTo>
                    <a:lnTo>
                      <a:pt x="135475" y="106526"/>
                    </a:lnTo>
                    <a:lnTo>
                      <a:pt x="138826" y="105837"/>
                    </a:lnTo>
                    <a:lnTo>
                      <a:pt x="142106" y="105100"/>
                    </a:lnTo>
                    <a:lnTo>
                      <a:pt x="145339" y="104292"/>
                    </a:lnTo>
                    <a:lnTo>
                      <a:pt x="148523" y="103436"/>
                    </a:lnTo>
                    <a:lnTo>
                      <a:pt x="151661" y="102509"/>
                    </a:lnTo>
                    <a:lnTo>
                      <a:pt x="154703" y="101535"/>
                    </a:lnTo>
                    <a:lnTo>
                      <a:pt x="157722" y="100489"/>
                    </a:lnTo>
                    <a:lnTo>
                      <a:pt x="160645" y="99396"/>
                    </a:lnTo>
                    <a:lnTo>
                      <a:pt x="163497" y="98231"/>
                    </a:lnTo>
                    <a:lnTo>
                      <a:pt x="166278" y="97043"/>
                    </a:lnTo>
                    <a:lnTo>
                      <a:pt x="168964" y="95783"/>
                    </a:lnTo>
                    <a:lnTo>
                      <a:pt x="171578" y="94476"/>
                    </a:lnTo>
                    <a:lnTo>
                      <a:pt x="174121" y="93121"/>
                    </a:lnTo>
                    <a:lnTo>
                      <a:pt x="176545" y="91719"/>
                    </a:lnTo>
                    <a:lnTo>
                      <a:pt x="178898" y="90269"/>
                    </a:lnTo>
                    <a:lnTo>
                      <a:pt x="181156" y="88772"/>
                    </a:lnTo>
                    <a:lnTo>
                      <a:pt x="183319" y="87251"/>
                    </a:lnTo>
                    <a:lnTo>
                      <a:pt x="185363" y="85682"/>
                    </a:lnTo>
                    <a:lnTo>
                      <a:pt x="187312" y="84066"/>
                    </a:lnTo>
                    <a:lnTo>
                      <a:pt x="189142" y="82402"/>
                    </a:lnTo>
                    <a:lnTo>
                      <a:pt x="190877" y="80738"/>
                    </a:lnTo>
                    <a:lnTo>
                      <a:pt x="192517" y="79027"/>
                    </a:lnTo>
                    <a:lnTo>
                      <a:pt x="194038" y="77268"/>
                    </a:lnTo>
                    <a:lnTo>
                      <a:pt x="195417" y="75510"/>
                    </a:lnTo>
                    <a:lnTo>
                      <a:pt x="196700" y="73703"/>
                    </a:lnTo>
                    <a:lnTo>
                      <a:pt x="197865" y="71897"/>
                    </a:lnTo>
                    <a:lnTo>
                      <a:pt x="198911" y="70043"/>
                    </a:lnTo>
                    <a:lnTo>
                      <a:pt x="199838" y="68189"/>
                    </a:lnTo>
                    <a:lnTo>
                      <a:pt x="200646" y="66311"/>
                    </a:lnTo>
                    <a:lnTo>
                      <a:pt x="201335" y="64434"/>
                    </a:lnTo>
                    <a:lnTo>
                      <a:pt x="201905" y="62532"/>
                    </a:lnTo>
                    <a:lnTo>
                      <a:pt x="202333" y="60607"/>
                    </a:lnTo>
                    <a:lnTo>
                      <a:pt x="202642" y="58706"/>
                    </a:lnTo>
                    <a:lnTo>
                      <a:pt x="202832" y="56781"/>
                    </a:lnTo>
                    <a:close/>
                  </a:path>
                </a:pathLst>
              </a:custGeom>
              <a:solidFill>
                <a:srgbClr val="D7C2F0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05" name="Graphic 2">
                <a:extLst>
                  <a:ext uri="{FF2B5EF4-FFF2-40B4-BE49-F238E27FC236}">
                    <a16:creationId xmlns:a16="http://schemas.microsoft.com/office/drawing/2014/main" id="{803F357E-E44B-2C25-E576-CC7215C8758A}"/>
                  </a:ext>
                </a:extLst>
              </p:cNvPr>
              <p:cNvGrpSpPr/>
              <p:nvPr/>
            </p:nvGrpSpPr>
            <p:grpSpPr>
              <a:xfrm>
                <a:off x="2417288" y="1027911"/>
                <a:ext cx="232541" cy="65693"/>
                <a:chOff x="3693620" y="1027911"/>
                <a:chExt cx="232541" cy="65693"/>
              </a:xfrm>
              <a:solidFill>
                <a:srgbClr val="000000"/>
              </a:solidFill>
            </p:grpSpPr>
            <p:sp>
              <p:nvSpPr>
                <p:cNvPr id="3572" name="Freeform 3571">
                  <a:extLst>
                    <a:ext uri="{FF2B5EF4-FFF2-40B4-BE49-F238E27FC236}">
                      <a16:creationId xmlns:a16="http://schemas.microsoft.com/office/drawing/2014/main" id="{10B0A9F8-B674-58EE-C19A-31806648C7B8}"/>
                    </a:ext>
                  </a:extLst>
                </p:cNvPr>
                <p:cNvSpPr/>
                <p:nvPr/>
              </p:nvSpPr>
              <p:spPr>
                <a:xfrm>
                  <a:off x="3693620" y="1040365"/>
                  <a:ext cx="35841" cy="53239"/>
                </a:xfrm>
                <a:custGeom>
                  <a:avLst/>
                  <a:gdLst>
                    <a:gd name="csX0" fmla="*/ 10399 w 35841"/>
                    <a:gd name="csY0" fmla="*/ 843 h 53239"/>
                    <a:gd name="csX1" fmla="*/ 606 w 35841"/>
                    <a:gd name="csY1" fmla="*/ 843 h 53239"/>
                    <a:gd name="csX2" fmla="*/ 606 w 35841"/>
                    <a:gd name="csY2" fmla="*/ 53417 h 53239"/>
                    <a:gd name="csX3" fmla="*/ 10399 w 35841"/>
                    <a:gd name="csY3" fmla="*/ 53417 h 53239"/>
                    <a:gd name="csX4" fmla="*/ 10399 w 35841"/>
                    <a:gd name="csY4" fmla="*/ 33832 h 53239"/>
                    <a:gd name="csX5" fmla="*/ 20761 w 35841"/>
                    <a:gd name="csY5" fmla="*/ 40012 h 53239"/>
                    <a:gd name="csX6" fmla="*/ 36448 w 35841"/>
                    <a:gd name="csY6" fmla="*/ 20142 h 53239"/>
                    <a:gd name="csX7" fmla="*/ 32455 w 35841"/>
                    <a:gd name="csY7" fmla="*/ 6072 h 53239"/>
                    <a:gd name="csX8" fmla="*/ 20761 w 35841"/>
                    <a:gd name="csY8" fmla="*/ 177 h 53239"/>
                    <a:gd name="csX9" fmla="*/ 10399 w 35841"/>
                    <a:gd name="csY9" fmla="*/ 6357 h 53239"/>
                    <a:gd name="csX10" fmla="*/ 18575 w 35841"/>
                    <a:gd name="csY10" fmla="*/ 8353 h 53239"/>
                    <a:gd name="csX11" fmla="*/ 26751 w 35841"/>
                    <a:gd name="csY11" fmla="*/ 20237 h 53239"/>
                    <a:gd name="csX12" fmla="*/ 18575 w 35841"/>
                    <a:gd name="csY12" fmla="*/ 31836 h 53239"/>
                    <a:gd name="csX13" fmla="*/ 10399 w 35841"/>
                    <a:gd name="csY13" fmla="*/ 20142 h 53239"/>
                    <a:gd name="csX14" fmla="*/ 18575 w 35841"/>
                    <a:gd name="csY14" fmla="*/ 8353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3239">
                      <a:moveTo>
                        <a:pt x="10399" y="843"/>
                      </a:moveTo>
                      <a:lnTo>
                        <a:pt x="606" y="843"/>
                      </a:lnTo>
                      <a:lnTo>
                        <a:pt x="606" y="53417"/>
                      </a:lnTo>
                      <a:lnTo>
                        <a:pt x="10399" y="53417"/>
                      </a:lnTo>
                      <a:lnTo>
                        <a:pt x="10399" y="33832"/>
                      </a:lnTo>
                      <a:cubicBezTo>
                        <a:pt x="12680" y="38015"/>
                        <a:pt x="16008" y="40012"/>
                        <a:pt x="20761" y="40012"/>
                      </a:cubicBezTo>
                      <a:cubicBezTo>
                        <a:pt x="29793" y="40012"/>
                        <a:pt x="36448" y="31455"/>
                        <a:pt x="36448" y="20142"/>
                      </a:cubicBezTo>
                      <a:cubicBezTo>
                        <a:pt x="36448" y="14818"/>
                        <a:pt x="34927" y="9589"/>
                        <a:pt x="32455" y="6072"/>
                      </a:cubicBezTo>
                      <a:cubicBezTo>
                        <a:pt x="29888" y="2554"/>
                        <a:pt x="25230" y="177"/>
                        <a:pt x="20761" y="177"/>
                      </a:cubicBezTo>
                      <a:cubicBezTo>
                        <a:pt x="16008" y="177"/>
                        <a:pt x="12680" y="2174"/>
                        <a:pt x="10399" y="6357"/>
                      </a:cubicBezTo>
                      <a:close/>
                      <a:moveTo>
                        <a:pt x="18575" y="8353"/>
                      </a:moveTo>
                      <a:cubicBezTo>
                        <a:pt x="23518" y="8353"/>
                        <a:pt x="26751" y="13012"/>
                        <a:pt x="26751" y="20237"/>
                      </a:cubicBezTo>
                      <a:cubicBezTo>
                        <a:pt x="26751" y="27082"/>
                        <a:pt x="23423" y="31836"/>
                        <a:pt x="18575" y="31836"/>
                      </a:cubicBezTo>
                      <a:cubicBezTo>
                        <a:pt x="13631" y="31836"/>
                        <a:pt x="10399" y="27082"/>
                        <a:pt x="10399" y="20142"/>
                      </a:cubicBezTo>
                      <a:cubicBezTo>
                        <a:pt x="10399" y="13012"/>
                        <a:pt x="13631" y="8353"/>
                        <a:pt x="18575" y="83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4" name="Freeform 3573">
                  <a:extLst>
                    <a:ext uri="{FF2B5EF4-FFF2-40B4-BE49-F238E27FC236}">
                      <a16:creationId xmlns:a16="http://schemas.microsoft.com/office/drawing/2014/main" id="{2D121C93-33C1-C852-2002-56366DBBF89C}"/>
                    </a:ext>
                  </a:extLst>
                </p:cNvPr>
                <p:cNvSpPr/>
                <p:nvPr/>
              </p:nvSpPr>
              <p:spPr>
                <a:xfrm>
                  <a:off x="3736306" y="1027911"/>
                  <a:ext cx="33940" cy="50577"/>
                </a:xfrm>
                <a:custGeom>
                  <a:avLst/>
                  <a:gdLst>
                    <a:gd name="csX0" fmla="*/ 10311 w 33940"/>
                    <a:gd name="csY0" fmla="*/ 27843 h 50577"/>
                    <a:gd name="csX1" fmla="*/ 10311 w 33940"/>
                    <a:gd name="csY1" fmla="*/ 177 h 50577"/>
                    <a:gd name="csX2" fmla="*/ 613 w 33940"/>
                    <a:gd name="csY2" fmla="*/ 177 h 50577"/>
                    <a:gd name="csX3" fmla="*/ 613 w 33940"/>
                    <a:gd name="csY3" fmla="*/ 50755 h 50577"/>
                    <a:gd name="csX4" fmla="*/ 10311 w 33940"/>
                    <a:gd name="csY4" fmla="*/ 50755 h 50577"/>
                    <a:gd name="csX5" fmla="*/ 10311 w 33940"/>
                    <a:gd name="csY5" fmla="*/ 38491 h 50577"/>
                    <a:gd name="csX6" fmla="*/ 14208 w 33940"/>
                    <a:gd name="csY6" fmla="*/ 34212 h 50577"/>
                    <a:gd name="csX7" fmla="*/ 23145 w 33940"/>
                    <a:gd name="csY7" fmla="*/ 50755 h 50577"/>
                    <a:gd name="csX8" fmla="*/ 34553 w 33940"/>
                    <a:gd name="csY8" fmla="*/ 50755 h 50577"/>
                    <a:gd name="csX9" fmla="*/ 20863 w 33940"/>
                    <a:gd name="csY9" fmla="*/ 27462 h 50577"/>
                    <a:gd name="csX10" fmla="*/ 33698 w 33940"/>
                    <a:gd name="csY10" fmla="*/ 13297 h 50577"/>
                    <a:gd name="csX11" fmla="*/ 22575 w 33940"/>
                    <a:gd name="csY11" fmla="*/ 13297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940" h="50577">
                      <a:moveTo>
                        <a:pt x="10311" y="27843"/>
                      </a:moveTo>
                      <a:lnTo>
                        <a:pt x="10311" y="177"/>
                      </a:lnTo>
                      <a:lnTo>
                        <a:pt x="613" y="177"/>
                      </a:lnTo>
                      <a:lnTo>
                        <a:pt x="613" y="50755"/>
                      </a:lnTo>
                      <a:lnTo>
                        <a:pt x="10311" y="50755"/>
                      </a:lnTo>
                      <a:lnTo>
                        <a:pt x="10311" y="38491"/>
                      </a:lnTo>
                      <a:lnTo>
                        <a:pt x="14208" y="34212"/>
                      </a:lnTo>
                      <a:lnTo>
                        <a:pt x="23145" y="50755"/>
                      </a:lnTo>
                      <a:lnTo>
                        <a:pt x="34553" y="50755"/>
                      </a:lnTo>
                      <a:lnTo>
                        <a:pt x="20863" y="27462"/>
                      </a:lnTo>
                      <a:lnTo>
                        <a:pt x="33698" y="13297"/>
                      </a:lnTo>
                      <a:lnTo>
                        <a:pt x="22575" y="132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5" name="Freeform 3574">
                  <a:extLst>
                    <a:ext uri="{FF2B5EF4-FFF2-40B4-BE49-F238E27FC236}">
                      <a16:creationId xmlns:a16="http://schemas.microsoft.com/office/drawing/2014/main" id="{FE353C45-81CB-1F71-F50A-2CF04DB95482}"/>
                    </a:ext>
                  </a:extLst>
                </p:cNvPr>
                <p:cNvSpPr/>
                <p:nvPr/>
              </p:nvSpPr>
              <p:spPr>
                <a:xfrm>
                  <a:off x="3773098" y="1040365"/>
                  <a:ext cx="33559" cy="38123"/>
                </a:xfrm>
                <a:custGeom>
                  <a:avLst/>
                  <a:gdLst>
                    <a:gd name="csX0" fmla="*/ 619 w 33559"/>
                    <a:gd name="csY0" fmla="*/ 843 h 38123"/>
                    <a:gd name="csX1" fmla="*/ 619 w 33559"/>
                    <a:gd name="csY1" fmla="*/ 38300 h 38123"/>
                    <a:gd name="csX2" fmla="*/ 10317 w 33559"/>
                    <a:gd name="csY2" fmla="*/ 38300 h 38123"/>
                    <a:gd name="csX3" fmla="*/ 10317 w 33559"/>
                    <a:gd name="csY3" fmla="*/ 15769 h 38123"/>
                    <a:gd name="csX4" fmla="*/ 18207 w 33559"/>
                    <a:gd name="csY4" fmla="*/ 8448 h 38123"/>
                    <a:gd name="csX5" fmla="*/ 24387 w 33559"/>
                    <a:gd name="csY5" fmla="*/ 15198 h 38123"/>
                    <a:gd name="csX6" fmla="*/ 24387 w 33559"/>
                    <a:gd name="csY6" fmla="*/ 38300 h 38123"/>
                    <a:gd name="csX7" fmla="*/ 34179 w 33559"/>
                    <a:gd name="csY7" fmla="*/ 38300 h 38123"/>
                    <a:gd name="csX8" fmla="*/ 34179 w 33559"/>
                    <a:gd name="csY8" fmla="*/ 13202 h 38123"/>
                    <a:gd name="csX9" fmla="*/ 21535 w 33559"/>
                    <a:gd name="csY9" fmla="*/ 177 h 38123"/>
                    <a:gd name="csX10" fmla="*/ 10317 w 33559"/>
                    <a:gd name="csY10" fmla="*/ 6262 h 38123"/>
                    <a:gd name="csX11" fmla="*/ 10317 w 33559"/>
                    <a:gd name="csY11" fmla="*/ 843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559" h="38123">
                      <a:moveTo>
                        <a:pt x="619" y="843"/>
                      </a:moveTo>
                      <a:lnTo>
                        <a:pt x="619" y="38300"/>
                      </a:lnTo>
                      <a:lnTo>
                        <a:pt x="10317" y="38300"/>
                      </a:lnTo>
                      <a:lnTo>
                        <a:pt x="10317" y="15769"/>
                      </a:lnTo>
                      <a:cubicBezTo>
                        <a:pt x="10317" y="11396"/>
                        <a:pt x="13359" y="8448"/>
                        <a:pt x="18207" y="8448"/>
                      </a:cubicBezTo>
                      <a:cubicBezTo>
                        <a:pt x="22295" y="8448"/>
                        <a:pt x="24387" y="10730"/>
                        <a:pt x="24387" y="15198"/>
                      </a:cubicBezTo>
                      <a:lnTo>
                        <a:pt x="24387" y="38300"/>
                      </a:lnTo>
                      <a:lnTo>
                        <a:pt x="34179" y="38300"/>
                      </a:lnTo>
                      <a:lnTo>
                        <a:pt x="34179" y="13202"/>
                      </a:lnTo>
                      <a:cubicBezTo>
                        <a:pt x="34179" y="4836"/>
                        <a:pt x="29616" y="177"/>
                        <a:pt x="21535" y="177"/>
                      </a:cubicBezTo>
                      <a:cubicBezTo>
                        <a:pt x="16496" y="177"/>
                        <a:pt x="13074" y="1984"/>
                        <a:pt x="10317" y="6262"/>
                      </a:cubicBezTo>
                      <a:lnTo>
                        <a:pt x="10317" y="8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6" name="Freeform 3575">
                  <a:extLst>
                    <a:ext uri="{FF2B5EF4-FFF2-40B4-BE49-F238E27FC236}">
                      <a16:creationId xmlns:a16="http://schemas.microsoft.com/office/drawing/2014/main" id="{D199A78B-89A4-D268-4613-35A72A256F3F}"/>
                    </a:ext>
                  </a:extLst>
                </p:cNvPr>
                <p:cNvSpPr/>
                <p:nvPr/>
              </p:nvSpPr>
              <p:spPr>
                <a:xfrm>
                  <a:off x="3813789" y="1040365"/>
                  <a:ext cx="36982" cy="39739"/>
                </a:xfrm>
                <a:custGeom>
                  <a:avLst/>
                  <a:gdLst>
                    <a:gd name="csX0" fmla="*/ 19070 w 36982"/>
                    <a:gd name="csY0" fmla="*/ 177 h 39739"/>
                    <a:gd name="csX1" fmla="*/ 626 w 36982"/>
                    <a:gd name="csY1" fmla="*/ 20047 h 39739"/>
                    <a:gd name="csX2" fmla="*/ 19070 w 36982"/>
                    <a:gd name="csY2" fmla="*/ 39917 h 39739"/>
                    <a:gd name="csX3" fmla="*/ 37609 w 36982"/>
                    <a:gd name="csY3" fmla="*/ 20332 h 39739"/>
                    <a:gd name="csX4" fmla="*/ 19070 w 36982"/>
                    <a:gd name="csY4" fmla="*/ 177 h 39739"/>
                    <a:gd name="csX5" fmla="*/ 19070 w 36982"/>
                    <a:gd name="csY5" fmla="*/ 8068 h 39739"/>
                    <a:gd name="csX6" fmla="*/ 27912 w 36982"/>
                    <a:gd name="csY6" fmla="*/ 20142 h 39739"/>
                    <a:gd name="csX7" fmla="*/ 19070 w 36982"/>
                    <a:gd name="csY7" fmla="*/ 32026 h 39739"/>
                    <a:gd name="csX8" fmla="*/ 10324 w 36982"/>
                    <a:gd name="csY8" fmla="*/ 20047 h 39739"/>
                    <a:gd name="csX9" fmla="*/ 19070 w 36982"/>
                    <a:gd name="csY9" fmla="*/ 8068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6982" h="39739">
                      <a:moveTo>
                        <a:pt x="19070" y="177"/>
                      </a:moveTo>
                      <a:cubicBezTo>
                        <a:pt x="7567" y="177"/>
                        <a:pt x="626" y="7783"/>
                        <a:pt x="626" y="20047"/>
                      </a:cubicBezTo>
                      <a:cubicBezTo>
                        <a:pt x="626" y="32406"/>
                        <a:pt x="7567" y="39917"/>
                        <a:pt x="19070" y="39917"/>
                      </a:cubicBezTo>
                      <a:cubicBezTo>
                        <a:pt x="30574" y="39917"/>
                        <a:pt x="37609" y="32406"/>
                        <a:pt x="37609" y="20332"/>
                      </a:cubicBezTo>
                      <a:cubicBezTo>
                        <a:pt x="37609" y="7593"/>
                        <a:pt x="30764" y="177"/>
                        <a:pt x="19070" y="177"/>
                      </a:cubicBezTo>
                      <a:close/>
                      <a:moveTo>
                        <a:pt x="19070" y="8068"/>
                      </a:moveTo>
                      <a:cubicBezTo>
                        <a:pt x="24489" y="8068"/>
                        <a:pt x="27912" y="12822"/>
                        <a:pt x="27912" y="20142"/>
                      </a:cubicBezTo>
                      <a:cubicBezTo>
                        <a:pt x="27912" y="27177"/>
                        <a:pt x="24299" y="32026"/>
                        <a:pt x="19070" y="32026"/>
                      </a:cubicBezTo>
                      <a:cubicBezTo>
                        <a:pt x="13841" y="32026"/>
                        <a:pt x="10324" y="27272"/>
                        <a:pt x="10324" y="20047"/>
                      </a:cubicBezTo>
                      <a:cubicBezTo>
                        <a:pt x="10324" y="12822"/>
                        <a:pt x="13841" y="8068"/>
                        <a:pt x="19070" y="80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7" name="Freeform 3576">
                  <a:extLst>
                    <a:ext uri="{FF2B5EF4-FFF2-40B4-BE49-F238E27FC236}">
                      <a16:creationId xmlns:a16="http://schemas.microsoft.com/office/drawing/2014/main" id="{6A2B3B16-71A8-4D97-3355-3FC5FA4CA700}"/>
                    </a:ext>
                  </a:extLst>
                </p:cNvPr>
                <p:cNvSpPr/>
                <p:nvPr/>
              </p:nvSpPr>
              <p:spPr>
                <a:xfrm>
                  <a:off x="3855049" y="1041030"/>
                  <a:ext cx="36031" cy="37457"/>
                </a:xfrm>
                <a:custGeom>
                  <a:avLst/>
                  <a:gdLst>
                    <a:gd name="csX0" fmla="*/ 24116 w 36031"/>
                    <a:gd name="csY0" fmla="*/ 18716 h 37457"/>
                    <a:gd name="csX1" fmla="*/ 36380 w 36031"/>
                    <a:gd name="csY1" fmla="*/ 177 h 37457"/>
                    <a:gd name="csX2" fmla="*/ 24686 w 36031"/>
                    <a:gd name="csY2" fmla="*/ 177 h 37457"/>
                    <a:gd name="csX3" fmla="*/ 18602 w 36031"/>
                    <a:gd name="csY3" fmla="*/ 11491 h 37457"/>
                    <a:gd name="csX4" fmla="*/ 12517 w 36031"/>
                    <a:gd name="csY4" fmla="*/ 177 h 37457"/>
                    <a:gd name="csX5" fmla="*/ 919 w 36031"/>
                    <a:gd name="csY5" fmla="*/ 177 h 37457"/>
                    <a:gd name="csX6" fmla="*/ 13088 w 36031"/>
                    <a:gd name="csY6" fmla="*/ 18716 h 37457"/>
                    <a:gd name="csX7" fmla="*/ 633 w 36031"/>
                    <a:gd name="csY7" fmla="*/ 37635 h 37457"/>
                    <a:gd name="csX8" fmla="*/ 12232 w 36031"/>
                    <a:gd name="csY8" fmla="*/ 37635 h 37457"/>
                    <a:gd name="csX9" fmla="*/ 18602 w 36031"/>
                    <a:gd name="csY9" fmla="*/ 25941 h 37457"/>
                    <a:gd name="csX10" fmla="*/ 24971 w 36031"/>
                    <a:gd name="csY10" fmla="*/ 37635 h 37457"/>
                    <a:gd name="csX11" fmla="*/ 36665 w 36031"/>
                    <a:gd name="csY11" fmla="*/ 37635 h 374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6031" h="37457">
                      <a:moveTo>
                        <a:pt x="24116" y="18716"/>
                      </a:moveTo>
                      <a:lnTo>
                        <a:pt x="36380" y="177"/>
                      </a:lnTo>
                      <a:lnTo>
                        <a:pt x="24686" y="177"/>
                      </a:lnTo>
                      <a:lnTo>
                        <a:pt x="18602" y="11491"/>
                      </a:lnTo>
                      <a:lnTo>
                        <a:pt x="12517" y="177"/>
                      </a:lnTo>
                      <a:lnTo>
                        <a:pt x="919" y="177"/>
                      </a:lnTo>
                      <a:lnTo>
                        <a:pt x="13088" y="18716"/>
                      </a:lnTo>
                      <a:lnTo>
                        <a:pt x="633" y="37635"/>
                      </a:lnTo>
                      <a:lnTo>
                        <a:pt x="12232" y="37635"/>
                      </a:lnTo>
                      <a:lnTo>
                        <a:pt x="18602" y="25941"/>
                      </a:lnTo>
                      <a:lnTo>
                        <a:pt x="24971" y="37635"/>
                      </a:lnTo>
                      <a:lnTo>
                        <a:pt x="36665" y="3763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8" name="Freeform 3577">
                  <a:extLst>
                    <a:ext uri="{FF2B5EF4-FFF2-40B4-BE49-F238E27FC236}">
                      <a16:creationId xmlns:a16="http://schemas.microsoft.com/office/drawing/2014/main" id="{EE3A1B7B-2B17-E0A7-0C4A-698C9839D2F6}"/>
                    </a:ext>
                  </a:extLst>
                </p:cNvPr>
                <p:cNvSpPr/>
                <p:nvPr/>
              </p:nvSpPr>
              <p:spPr>
                <a:xfrm>
                  <a:off x="3892507" y="1028196"/>
                  <a:ext cx="33654" cy="50292"/>
                </a:xfrm>
                <a:custGeom>
                  <a:avLst/>
                  <a:gdLst>
                    <a:gd name="csX0" fmla="*/ 34104 w 33654"/>
                    <a:gd name="csY0" fmla="*/ 41818 h 50292"/>
                    <a:gd name="csX1" fmla="*/ 13189 w 33654"/>
                    <a:gd name="csY1" fmla="*/ 41818 h 50292"/>
                    <a:gd name="csX2" fmla="*/ 23266 w 33654"/>
                    <a:gd name="csY2" fmla="*/ 32501 h 50292"/>
                    <a:gd name="csX3" fmla="*/ 34294 w 33654"/>
                    <a:gd name="csY3" fmla="*/ 15864 h 50292"/>
                    <a:gd name="csX4" fmla="*/ 17467 w 33654"/>
                    <a:gd name="csY4" fmla="*/ 177 h 50292"/>
                    <a:gd name="csX5" fmla="*/ 1210 w 33654"/>
                    <a:gd name="csY5" fmla="*/ 16624 h 50292"/>
                    <a:gd name="csX6" fmla="*/ 1210 w 33654"/>
                    <a:gd name="csY6" fmla="*/ 18431 h 50292"/>
                    <a:gd name="csX7" fmla="*/ 10622 w 33654"/>
                    <a:gd name="csY7" fmla="*/ 18431 h 50292"/>
                    <a:gd name="csX8" fmla="*/ 10622 w 33654"/>
                    <a:gd name="csY8" fmla="*/ 16815 h 50292"/>
                    <a:gd name="csX9" fmla="*/ 17657 w 33654"/>
                    <a:gd name="csY9" fmla="*/ 8163 h 50292"/>
                    <a:gd name="csX10" fmla="*/ 24597 w 33654"/>
                    <a:gd name="csY10" fmla="*/ 16054 h 50292"/>
                    <a:gd name="csX11" fmla="*/ 11953 w 33654"/>
                    <a:gd name="csY11" fmla="*/ 31360 h 50292"/>
                    <a:gd name="csX12" fmla="*/ 639 w 33654"/>
                    <a:gd name="csY12" fmla="*/ 50469 h 50292"/>
                    <a:gd name="csX13" fmla="*/ 34104 w 33654"/>
                    <a:gd name="csY13" fmla="*/ 50469 h 502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3654" h="50292">
                      <a:moveTo>
                        <a:pt x="34104" y="41818"/>
                      </a:moveTo>
                      <a:lnTo>
                        <a:pt x="13189" y="41818"/>
                      </a:lnTo>
                      <a:cubicBezTo>
                        <a:pt x="14520" y="39156"/>
                        <a:pt x="16041" y="37730"/>
                        <a:pt x="23266" y="32501"/>
                      </a:cubicBezTo>
                      <a:cubicBezTo>
                        <a:pt x="31822" y="26226"/>
                        <a:pt x="34294" y="22614"/>
                        <a:pt x="34294" y="15864"/>
                      </a:cubicBezTo>
                      <a:cubicBezTo>
                        <a:pt x="34294" y="6357"/>
                        <a:pt x="27734" y="177"/>
                        <a:pt x="17467" y="177"/>
                      </a:cubicBezTo>
                      <a:cubicBezTo>
                        <a:pt x="7199" y="177"/>
                        <a:pt x="1210" y="6262"/>
                        <a:pt x="1210" y="16624"/>
                      </a:cubicBezTo>
                      <a:lnTo>
                        <a:pt x="1210" y="18431"/>
                      </a:lnTo>
                      <a:lnTo>
                        <a:pt x="10622" y="18431"/>
                      </a:lnTo>
                      <a:lnTo>
                        <a:pt x="10622" y="16815"/>
                      </a:lnTo>
                      <a:cubicBezTo>
                        <a:pt x="10622" y="11300"/>
                        <a:pt x="13189" y="8163"/>
                        <a:pt x="17657" y="8163"/>
                      </a:cubicBezTo>
                      <a:cubicBezTo>
                        <a:pt x="21935" y="8163"/>
                        <a:pt x="24597" y="11110"/>
                        <a:pt x="24597" y="16054"/>
                      </a:cubicBezTo>
                      <a:cubicBezTo>
                        <a:pt x="24597" y="21568"/>
                        <a:pt x="22886" y="23565"/>
                        <a:pt x="11953" y="31360"/>
                      </a:cubicBezTo>
                      <a:cubicBezTo>
                        <a:pt x="3587" y="36969"/>
                        <a:pt x="1020" y="41343"/>
                        <a:pt x="639" y="50469"/>
                      </a:cubicBezTo>
                      <a:lnTo>
                        <a:pt x="34104" y="504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06" name="Freeform 3805">
                <a:extLst>
                  <a:ext uri="{FF2B5EF4-FFF2-40B4-BE49-F238E27FC236}">
                    <a16:creationId xmlns:a16="http://schemas.microsoft.com/office/drawing/2014/main" id="{AEA7BBE7-2BB5-F801-591D-D7ED31FE30F8}"/>
                  </a:ext>
                </a:extLst>
              </p:cNvPr>
              <p:cNvSpPr/>
              <p:nvPr/>
            </p:nvSpPr>
            <p:spPr>
              <a:xfrm>
                <a:off x="1850324" y="1973752"/>
                <a:ext cx="303587" cy="164116"/>
              </a:xfrm>
              <a:custGeom>
                <a:avLst/>
                <a:gdLst>
                  <a:gd name="csX0" fmla="*/ 202904 w 202903"/>
                  <a:gd name="csY0" fmla="*/ 54856 h 109687"/>
                  <a:gd name="csX1" fmla="*/ 202832 w 202903"/>
                  <a:gd name="csY1" fmla="*/ 52930 h 109687"/>
                  <a:gd name="csX2" fmla="*/ 202642 w 202903"/>
                  <a:gd name="csY2" fmla="*/ 51005 h 109687"/>
                  <a:gd name="csX3" fmla="*/ 202333 w 202903"/>
                  <a:gd name="csY3" fmla="*/ 49080 h 109687"/>
                  <a:gd name="csX4" fmla="*/ 201905 w 202903"/>
                  <a:gd name="csY4" fmla="*/ 47179 h 109687"/>
                  <a:gd name="csX5" fmla="*/ 201335 w 202903"/>
                  <a:gd name="csY5" fmla="*/ 45277 h 109687"/>
                  <a:gd name="csX6" fmla="*/ 200646 w 202903"/>
                  <a:gd name="csY6" fmla="*/ 43376 h 109687"/>
                  <a:gd name="csX7" fmla="*/ 199838 w 202903"/>
                  <a:gd name="csY7" fmla="*/ 41498 h 109687"/>
                  <a:gd name="csX8" fmla="*/ 198934 w 202903"/>
                  <a:gd name="csY8" fmla="*/ 39644 h 109687"/>
                  <a:gd name="csX9" fmla="*/ 197865 w 202903"/>
                  <a:gd name="csY9" fmla="*/ 37814 h 109687"/>
                  <a:gd name="csX10" fmla="*/ 196700 w 202903"/>
                  <a:gd name="csY10" fmla="*/ 35984 h 109687"/>
                  <a:gd name="csX11" fmla="*/ 195417 w 202903"/>
                  <a:gd name="csY11" fmla="*/ 34202 h 109687"/>
                  <a:gd name="csX12" fmla="*/ 194038 w 202903"/>
                  <a:gd name="csY12" fmla="*/ 32419 h 109687"/>
                  <a:gd name="csX13" fmla="*/ 192517 w 202903"/>
                  <a:gd name="csY13" fmla="*/ 30684 h 109687"/>
                  <a:gd name="csX14" fmla="*/ 190901 w 202903"/>
                  <a:gd name="csY14" fmla="*/ 28973 h 109687"/>
                  <a:gd name="csX15" fmla="*/ 189166 w 202903"/>
                  <a:gd name="csY15" fmla="*/ 27285 h 109687"/>
                  <a:gd name="csX16" fmla="*/ 187312 w 202903"/>
                  <a:gd name="csY16" fmla="*/ 25645 h 109687"/>
                  <a:gd name="csX17" fmla="*/ 185363 w 202903"/>
                  <a:gd name="csY17" fmla="*/ 24029 h 109687"/>
                  <a:gd name="csX18" fmla="*/ 183319 w 202903"/>
                  <a:gd name="csY18" fmla="*/ 22460 h 109687"/>
                  <a:gd name="csX19" fmla="*/ 181156 w 202903"/>
                  <a:gd name="csY19" fmla="*/ 20915 h 109687"/>
                  <a:gd name="csX20" fmla="*/ 178898 w 202903"/>
                  <a:gd name="csY20" fmla="*/ 19442 h 109687"/>
                  <a:gd name="csX21" fmla="*/ 176569 w 202903"/>
                  <a:gd name="csY21" fmla="*/ 17992 h 109687"/>
                  <a:gd name="csX22" fmla="*/ 174121 w 202903"/>
                  <a:gd name="csY22" fmla="*/ 16590 h 109687"/>
                  <a:gd name="csX23" fmla="*/ 171578 w 202903"/>
                  <a:gd name="csY23" fmla="*/ 15235 h 109687"/>
                  <a:gd name="csX24" fmla="*/ 168964 w 202903"/>
                  <a:gd name="csY24" fmla="*/ 13928 h 109687"/>
                  <a:gd name="csX25" fmla="*/ 166278 w 202903"/>
                  <a:gd name="csY25" fmla="*/ 12668 h 109687"/>
                  <a:gd name="csX26" fmla="*/ 163497 w 202903"/>
                  <a:gd name="csY26" fmla="*/ 11456 h 109687"/>
                  <a:gd name="csX27" fmla="*/ 160645 w 202903"/>
                  <a:gd name="csY27" fmla="*/ 10315 h 109687"/>
                  <a:gd name="csX28" fmla="*/ 157722 w 202903"/>
                  <a:gd name="csY28" fmla="*/ 9222 h 109687"/>
                  <a:gd name="csX29" fmla="*/ 154703 w 202903"/>
                  <a:gd name="csY29" fmla="*/ 8176 h 109687"/>
                  <a:gd name="csX30" fmla="*/ 151661 w 202903"/>
                  <a:gd name="csY30" fmla="*/ 7202 h 109687"/>
                  <a:gd name="csX31" fmla="*/ 148523 w 202903"/>
                  <a:gd name="csY31" fmla="*/ 6275 h 109687"/>
                  <a:gd name="csX32" fmla="*/ 145339 w 202903"/>
                  <a:gd name="csY32" fmla="*/ 5419 h 109687"/>
                  <a:gd name="csX33" fmla="*/ 142106 w 202903"/>
                  <a:gd name="csY33" fmla="*/ 4611 h 109687"/>
                  <a:gd name="csX34" fmla="*/ 138826 w 202903"/>
                  <a:gd name="csY34" fmla="*/ 3874 h 109687"/>
                  <a:gd name="csX35" fmla="*/ 135475 w 202903"/>
                  <a:gd name="csY35" fmla="*/ 3185 h 109687"/>
                  <a:gd name="csX36" fmla="*/ 132100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45 h 109687"/>
                  <a:gd name="csX39" fmla="*/ 121785 w 202903"/>
                  <a:gd name="csY39" fmla="*/ 1117 h 109687"/>
                  <a:gd name="csX40" fmla="*/ 118267 w 202903"/>
                  <a:gd name="csY40" fmla="*/ 761 h 109687"/>
                  <a:gd name="csX41" fmla="*/ 114750 w 202903"/>
                  <a:gd name="csY41" fmla="*/ 475 h 109687"/>
                  <a:gd name="csX42" fmla="*/ 111208 w 202903"/>
                  <a:gd name="csY42" fmla="*/ 261 h 109687"/>
                  <a:gd name="csX43" fmla="*/ 107667 w 202903"/>
                  <a:gd name="csY43" fmla="*/ 119 h 109687"/>
                  <a:gd name="csX44" fmla="*/ 104102 w 202903"/>
                  <a:gd name="csY44" fmla="*/ 24 h 109687"/>
                  <a:gd name="csX45" fmla="*/ 100537 w 202903"/>
                  <a:gd name="csY45" fmla="*/ 0 h 109687"/>
                  <a:gd name="csX46" fmla="*/ 96995 w 202903"/>
                  <a:gd name="csY46" fmla="*/ 48 h 109687"/>
                  <a:gd name="csX47" fmla="*/ 93430 w 202903"/>
                  <a:gd name="csY47" fmla="*/ 166 h 109687"/>
                  <a:gd name="csX48" fmla="*/ 89889 w 202903"/>
                  <a:gd name="csY48" fmla="*/ 357 h 109687"/>
                  <a:gd name="csX49" fmla="*/ 86348 w 202903"/>
                  <a:gd name="csY49" fmla="*/ 618 h 109687"/>
                  <a:gd name="csX50" fmla="*/ 82854 w 202903"/>
                  <a:gd name="csY50" fmla="*/ 927 h 109687"/>
                  <a:gd name="csX51" fmla="*/ 79360 w 202903"/>
                  <a:gd name="csY51" fmla="*/ 1331 h 109687"/>
                  <a:gd name="csX52" fmla="*/ 75890 w 202903"/>
                  <a:gd name="csY52" fmla="*/ 1783 h 109687"/>
                  <a:gd name="csX53" fmla="*/ 72467 w 202903"/>
                  <a:gd name="csY53" fmla="*/ 2282 h 109687"/>
                  <a:gd name="csX54" fmla="*/ 69069 w 202903"/>
                  <a:gd name="csY54" fmla="*/ 2876 h 109687"/>
                  <a:gd name="csX55" fmla="*/ 65717 w 202903"/>
                  <a:gd name="csY55" fmla="*/ 3518 h 109687"/>
                  <a:gd name="csX56" fmla="*/ 62414 w 202903"/>
                  <a:gd name="csY56" fmla="*/ 4231 h 109687"/>
                  <a:gd name="csX57" fmla="*/ 59134 w 202903"/>
                  <a:gd name="csY57" fmla="*/ 4991 h 109687"/>
                  <a:gd name="csX58" fmla="*/ 55925 w 202903"/>
                  <a:gd name="csY58" fmla="*/ 5823 h 109687"/>
                  <a:gd name="csX59" fmla="*/ 52788 w 202903"/>
                  <a:gd name="csY59" fmla="*/ 6726 h 109687"/>
                  <a:gd name="csX60" fmla="*/ 49674 w 202903"/>
                  <a:gd name="csY60" fmla="*/ 7677 h 109687"/>
                  <a:gd name="csX61" fmla="*/ 46656 w 202903"/>
                  <a:gd name="csY61" fmla="*/ 8699 h 109687"/>
                  <a:gd name="csX62" fmla="*/ 43685 w 202903"/>
                  <a:gd name="csY62" fmla="*/ 9768 h 109687"/>
                  <a:gd name="csX63" fmla="*/ 40785 w 202903"/>
                  <a:gd name="csY63" fmla="*/ 10886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70 h 109687"/>
                  <a:gd name="csX67" fmla="*/ 30018 w 202903"/>
                  <a:gd name="csY67" fmla="*/ 15900 h 109687"/>
                  <a:gd name="csX68" fmla="*/ 27523 w 202903"/>
                  <a:gd name="csY68" fmla="*/ 17279 h 109687"/>
                  <a:gd name="csX69" fmla="*/ 25122 w 202903"/>
                  <a:gd name="csY69" fmla="*/ 18705 h 109687"/>
                  <a:gd name="csX70" fmla="*/ 22841 w 202903"/>
                  <a:gd name="csY70" fmla="*/ 20179 h 109687"/>
                  <a:gd name="csX71" fmla="*/ 20630 w 202903"/>
                  <a:gd name="csY71" fmla="*/ 21676 h 109687"/>
                  <a:gd name="csX72" fmla="*/ 18515 w 202903"/>
                  <a:gd name="csY72" fmla="*/ 23245 h 109687"/>
                  <a:gd name="csX73" fmla="*/ 16518 w 202903"/>
                  <a:gd name="csY73" fmla="*/ 24837 h 109687"/>
                  <a:gd name="csX74" fmla="*/ 14617 w 202903"/>
                  <a:gd name="csY74" fmla="*/ 26453 h 109687"/>
                  <a:gd name="csX75" fmla="*/ 12834 w 202903"/>
                  <a:gd name="csY75" fmla="*/ 28117 h 109687"/>
                  <a:gd name="csX76" fmla="*/ 11147 w 202903"/>
                  <a:gd name="csY76" fmla="*/ 29828 h 109687"/>
                  <a:gd name="csX77" fmla="*/ 9578 w 202903"/>
                  <a:gd name="csY77" fmla="*/ 31540 h 109687"/>
                  <a:gd name="csX78" fmla="*/ 8129 w 202903"/>
                  <a:gd name="csY78" fmla="*/ 33298 h 109687"/>
                  <a:gd name="csX79" fmla="*/ 6798 w 202903"/>
                  <a:gd name="csY79" fmla="*/ 35081 h 109687"/>
                  <a:gd name="csX80" fmla="*/ 5562 w 202903"/>
                  <a:gd name="csY80" fmla="*/ 36887 h 109687"/>
                  <a:gd name="csX81" fmla="*/ 4468 w 202903"/>
                  <a:gd name="csY81" fmla="*/ 38717 h 109687"/>
                  <a:gd name="csX82" fmla="*/ 3470 w 202903"/>
                  <a:gd name="csY82" fmla="*/ 40571 h 109687"/>
                  <a:gd name="csX83" fmla="*/ 2614 w 202903"/>
                  <a:gd name="csY83" fmla="*/ 42449 h 109687"/>
                  <a:gd name="csX84" fmla="*/ 1854 w 202903"/>
                  <a:gd name="csY84" fmla="*/ 44326 h 109687"/>
                  <a:gd name="csX85" fmla="*/ 1236 w 202903"/>
                  <a:gd name="csY85" fmla="*/ 46228 h 109687"/>
                  <a:gd name="csX86" fmla="*/ 737 w 202903"/>
                  <a:gd name="csY86" fmla="*/ 48129 h 109687"/>
                  <a:gd name="csX87" fmla="*/ 357 w 202903"/>
                  <a:gd name="csY87" fmla="*/ 50054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57 w 202903"/>
                  <a:gd name="csY92" fmla="*/ 59657 h 109687"/>
                  <a:gd name="csX93" fmla="*/ 737 w 202903"/>
                  <a:gd name="csY93" fmla="*/ 61582 h 109687"/>
                  <a:gd name="csX94" fmla="*/ 1236 w 202903"/>
                  <a:gd name="csY94" fmla="*/ 63483 h 109687"/>
                  <a:gd name="csX95" fmla="*/ 1854 w 202903"/>
                  <a:gd name="csY95" fmla="*/ 65361 h 109687"/>
                  <a:gd name="csX96" fmla="*/ 2614 w 202903"/>
                  <a:gd name="csY96" fmla="*/ 67262 h 109687"/>
                  <a:gd name="csX97" fmla="*/ 3470 w 202903"/>
                  <a:gd name="csY97" fmla="*/ 69116 h 109687"/>
                  <a:gd name="csX98" fmla="*/ 4468 w 202903"/>
                  <a:gd name="csY98" fmla="*/ 70970 h 109687"/>
                  <a:gd name="csX99" fmla="*/ 5562 w 202903"/>
                  <a:gd name="csY99" fmla="*/ 72800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578 w 202903"/>
                  <a:gd name="csY102" fmla="*/ 78148 h 109687"/>
                  <a:gd name="csX103" fmla="*/ 11147 w 202903"/>
                  <a:gd name="csY103" fmla="*/ 79883 h 109687"/>
                  <a:gd name="csX104" fmla="*/ 12834 w 202903"/>
                  <a:gd name="csY104" fmla="*/ 81570 h 109687"/>
                  <a:gd name="csX105" fmla="*/ 14617 w 202903"/>
                  <a:gd name="csY105" fmla="*/ 83234 h 109687"/>
                  <a:gd name="csX106" fmla="*/ 16518 w 202903"/>
                  <a:gd name="csY106" fmla="*/ 84874 h 109687"/>
                  <a:gd name="csX107" fmla="*/ 18515 w 202903"/>
                  <a:gd name="csY107" fmla="*/ 86466 h 109687"/>
                  <a:gd name="csX108" fmla="*/ 20630 w 202903"/>
                  <a:gd name="csY108" fmla="*/ 88011 h 109687"/>
                  <a:gd name="csX109" fmla="*/ 22841 w 202903"/>
                  <a:gd name="csY109" fmla="*/ 89532 h 109687"/>
                  <a:gd name="csX110" fmla="*/ 25122 w 202903"/>
                  <a:gd name="csY110" fmla="*/ 91006 h 109687"/>
                  <a:gd name="csX111" fmla="*/ 27523 w 202903"/>
                  <a:gd name="csY111" fmla="*/ 92432 h 109687"/>
                  <a:gd name="csX112" fmla="*/ 30018 w 202903"/>
                  <a:gd name="csY112" fmla="*/ 93811 h 109687"/>
                  <a:gd name="csX113" fmla="*/ 32585 w 202903"/>
                  <a:gd name="csY113" fmla="*/ 95142 h 109687"/>
                  <a:gd name="csX114" fmla="*/ 35247 w 202903"/>
                  <a:gd name="csY114" fmla="*/ 96401 h 109687"/>
                  <a:gd name="csX115" fmla="*/ 37981 w 202903"/>
                  <a:gd name="csY115" fmla="*/ 97637 h 109687"/>
                  <a:gd name="csX116" fmla="*/ 40785 w 202903"/>
                  <a:gd name="csY116" fmla="*/ 98826 h 109687"/>
                  <a:gd name="csX117" fmla="*/ 43685 w 202903"/>
                  <a:gd name="csY117" fmla="*/ 99943 h 109687"/>
                  <a:gd name="csX118" fmla="*/ 46656 w 202903"/>
                  <a:gd name="csY118" fmla="*/ 101012 h 109687"/>
                  <a:gd name="csX119" fmla="*/ 49674 w 202903"/>
                  <a:gd name="csY119" fmla="*/ 102010 h 109687"/>
                  <a:gd name="csX120" fmla="*/ 52788 w 202903"/>
                  <a:gd name="csY120" fmla="*/ 102985 h 109687"/>
                  <a:gd name="csX121" fmla="*/ 55925 w 202903"/>
                  <a:gd name="csY121" fmla="*/ 103864 h 109687"/>
                  <a:gd name="csX122" fmla="*/ 59134 w 202903"/>
                  <a:gd name="csY122" fmla="*/ 104696 h 109687"/>
                  <a:gd name="csX123" fmla="*/ 62414 w 202903"/>
                  <a:gd name="csY123" fmla="*/ 105480 h 109687"/>
                  <a:gd name="csX124" fmla="*/ 65717 w 202903"/>
                  <a:gd name="csY124" fmla="*/ 106170 h 109687"/>
                  <a:gd name="csX125" fmla="*/ 69069 w 202903"/>
                  <a:gd name="csY125" fmla="*/ 106835 h 109687"/>
                  <a:gd name="csX126" fmla="*/ 72467 w 202903"/>
                  <a:gd name="csY126" fmla="*/ 107406 h 109687"/>
                  <a:gd name="csX127" fmla="*/ 75890 w 202903"/>
                  <a:gd name="csY127" fmla="*/ 107928 h 109687"/>
                  <a:gd name="csX128" fmla="*/ 79360 w 202903"/>
                  <a:gd name="csY128" fmla="*/ 108380 h 109687"/>
                  <a:gd name="csX129" fmla="*/ 82854 w 202903"/>
                  <a:gd name="csY129" fmla="*/ 108760 h 109687"/>
                  <a:gd name="csX130" fmla="*/ 86348 w 202903"/>
                  <a:gd name="csY130" fmla="*/ 109093 h 109687"/>
                  <a:gd name="csX131" fmla="*/ 89889 w 202903"/>
                  <a:gd name="csY131" fmla="*/ 109331 h 109687"/>
                  <a:gd name="csX132" fmla="*/ 93430 w 202903"/>
                  <a:gd name="csY132" fmla="*/ 109521 h 109687"/>
                  <a:gd name="csX133" fmla="*/ 96995 w 202903"/>
                  <a:gd name="csY133" fmla="*/ 109640 h 109687"/>
                  <a:gd name="csX134" fmla="*/ 100537 w 202903"/>
                  <a:gd name="csY134" fmla="*/ 109687 h 109687"/>
                  <a:gd name="csX135" fmla="*/ 104102 w 202903"/>
                  <a:gd name="csY135" fmla="*/ 109664 h 109687"/>
                  <a:gd name="csX136" fmla="*/ 107667 w 202903"/>
                  <a:gd name="csY136" fmla="*/ 109592 h 109687"/>
                  <a:gd name="csX137" fmla="*/ 111208 w 202903"/>
                  <a:gd name="csY137" fmla="*/ 109426 h 109687"/>
                  <a:gd name="csX138" fmla="*/ 114750 w 202903"/>
                  <a:gd name="csY138" fmla="*/ 109212 h 109687"/>
                  <a:gd name="csX139" fmla="*/ 118267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66 h 109687"/>
                  <a:gd name="csX142" fmla="*/ 128701 w 202903"/>
                  <a:gd name="csY142" fmla="*/ 107667 h 109687"/>
                  <a:gd name="csX143" fmla="*/ 132100 w 202903"/>
                  <a:gd name="csY143" fmla="*/ 107120 h 109687"/>
                  <a:gd name="csX144" fmla="*/ 135475 w 202903"/>
                  <a:gd name="csY144" fmla="*/ 106502 h 109687"/>
                  <a:gd name="csX145" fmla="*/ 138826 w 202903"/>
                  <a:gd name="csY145" fmla="*/ 105837 h 109687"/>
                  <a:gd name="csX146" fmla="*/ 142106 w 202903"/>
                  <a:gd name="csY146" fmla="*/ 105100 h 109687"/>
                  <a:gd name="csX147" fmla="*/ 145339 w 202903"/>
                  <a:gd name="csY147" fmla="*/ 104292 h 109687"/>
                  <a:gd name="csX148" fmla="*/ 148523 w 202903"/>
                  <a:gd name="csY148" fmla="*/ 103436 h 109687"/>
                  <a:gd name="csX149" fmla="*/ 151661 w 202903"/>
                  <a:gd name="csY149" fmla="*/ 102509 h 109687"/>
                  <a:gd name="csX150" fmla="*/ 154703 w 202903"/>
                  <a:gd name="csY150" fmla="*/ 101511 h 109687"/>
                  <a:gd name="csX151" fmla="*/ 157722 w 202903"/>
                  <a:gd name="csY151" fmla="*/ 100489 h 109687"/>
                  <a:gd name="csX152" fmla="*/ 160645 w 202903"/>
                  <a:gd name="csY152" fmla="*/ 99396 h 109687"/>
                  <a:gd name="csX153" fmla="*/ 163497 w 202903"/>
                  <a:gd name="csY153" fmla="*/ 98231 h 109687"/>
                  <a:gd name="csX154" fmla="*/ 166278 w 202903"/>
                  <a:gd name="csY154" fmla="*/ 97043 h 109687"/>
                  <a:gd name="csX155" fmla="*/ 168964 w 202903"/>
                  <a:gd name="csY155" fmla="*/ 95783 h 109687"/>
                  <a:gd name="csX156" fmla="*/ 171578 w 202903"/>
                  <a:gd name="csY156" fmla="*/ 94476 h 109687"/>
                  <a:gd name="csX157" fmla="*/ 174121 w 202903"/>
                  <a:gd name="csY157" fmla="*/ 93121 h 109687"/>
                  <a:gd name="csX158" fmla="*/ 176569 w 202903"/>
                  <a:gd name="csY158" fmla="*/ 91719 h 109687"/>
                  <a:gd name="csX159" fmla="*/ 178898 w 202903"/>
                  <a:gd name="csY159" fmla="*/ 90269 h 109687"/>
                  <a:gd name="csX160" fmla="*/ 181156 w 202903"/>
                  <a:gd name="csY160" fmla="*/ 88772 h 109687"/>
                  <a:gd name="csX161" fmla="*/ 183319 w 202903"/>
                  <a:gd name="csY161" fmla="*/ 87251 h 109687"/>
                  <a:gd name="csX162" fmla="*/ 185363 w 202903"/>
                  <a:gd name="csY162" fmla="*/ 85658 h 109687"/>
                  <a:gd name="csX163" fmla="*/ 187312 w 202903"/>
                  <a:gd name="csY163" fmla="*/ 84066 h 109687"/>
                  <a:gd name="csX164" fmla="*/ 189166 w 202903"/>
                  <a:gd name="csY164" fmla="*/ 82402 h 109687"/>
                  <a:gd name="csX165" fmla="*/ 190901 w 202903"/>
                  <a:gd name="csY165" fmla="*/ 80738 h 109687"/>
                  <a:gd name="csX166" fmla="*/ 192517 w 202903"/>
                  <a:gd name="csY166" fmla="*/ 79027 h 109687"/>
                  <a:gd name="csX167" fmla="*/ 194038 w 202903"/>
                  <a:gd name="csY167" fmla="*/ 77268 h 109687"/>
                  <a:gd name="csX168" fmla="*/ 195417 w 202903"/>
                  <a:gd name="csY168" fmla="*/ 75510 h 109687"/>
                  <a:gd name="csX169" fmla="*/ 196700 w 202903"/>
                  <a:gd name="csY169" fmla="*/ 73703 h 109687"/>
                  <a:gd name="csX170" fmla="*/ 197865 w 202903"/>
                  <a:gd name="csY170" fmla="*/ 71897 h 109687"/>
                  <a:gd name="csX171" fmla="*/ 198934 w 202903"/>
                  <a:gd name="csY171" fmla="*/ 70043 h 109687"/>
                  <a:gd name="csX172" fmla="*/ 199838 w 202903"/>
                  <a:gd name="csY172" fmla="*/ 68189 h 109687"/>
                  <a:gd name="csX173" fmla="*/ 200646 w 202903"/>
                  <a:gd name="csY173" fmla="*/ 66311 h 109687"/>
                  <a:gd name="csX174" fmla="*/ 201335 w 202903"/>
                  <a:gd name="csY174" fmla="*/ 64434 h 109687"/>
                  <a:gd name="csX175" fmla="*/ 201905 w 202903"/>
                  <a:gd name="csY175" fmla="*/ 62532 h 109687"/>
                  <a:gd name="csX176" fmla="*/ 202333 w 202903"/>
                  <a:gd name="csY176" fmla="*/ 60607 h 109687"/>
                  <a:gd name="csX177" fmla="*/ 202642 w 202903"/>
                  <a:gd name="csY177" fmla="*/ 58706 h 109687"/>
                  <a:gd name="csX178" fmla="*/ 202832 w 202903"/>
                  <a:gd name="csY178" fmla="*/ 56781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56"/>
                    </a:moveTo>
                    <a:lnTo>
                      <a:pt x="202832" y="52930"/>
                    </a:lnTo>
                    <a:lnTo>
                      <a:pt x="202642" y="51005"/>
                    </a:lnTo>
                    <a:lnTo>
                      <a:pt x="202333" y="49080"/>
                    </a:lnTo>
                    <a:lnTo>
                      <a:pt x="201905" y="47179"/>
                    </a:lnTo>
                    <a:lnTo>
                      <a:pt x="201335" y="45277"/>
                    </a:lnTo>
                    <a:lnTo>
                      <a:pt x="200646" y="43376"/>
                    </a:lnTo>
                    <a:lnTo>
                      <a:pt x="199838" y="41498"/>
                    </a:lnTo>
                    <a:lnTo>
                      <a:pt x="198934" y="39644"/>
                    </a:lnTo>
                    <a:lnTo>
                      <a:pt x="197865" y="37814"/>
                    </a:lnTo>
                    <a:lnTo>
                      <a:pt x="196700" y="35984"/>
                    </a:lnTo>
                    <a:lnTo>
                      <a:pt x="195417" y="34202"/>
                    </a:lnTo>
                    <a:lnTo>
                      <a:pt x="194038" y="32419"/>
                    </a:lnTo>
                    <a:lnTo>
                      <a:pt x="192517" y="30684"/>
                    </a:lnTo>
                    <a:lnTo>
                      <a:pt x="190901" y="28973"/>
                    </a:lnTo>
                    <a:lnTo>
                      <a:pt x="189166" y="27285"/>
                    </a:lnTo>
                    <a:lnTo>
                      <a:pt x="187312" y="25645"/>
                    </a:lnTo>
                    <a:lnTo>
                      <a:pt x="185363" y="24029"/>
                    </a:lnTo>
                    <a:lnTo>
                      <a:pt x="183319" y="22460"/>
                    </a:lnTo>
                    <a:lnTo>
                      <a:pt x="181156" y="20915"/>
                    </a:lnTo>
                    <a:lnTo>
                      <a:pt x="178898" y="19442"/>
                    </a:lnTo>
                    <a:lnTo>
                      <a:pt x="176569" y="17992"/>
                    </a:lnTo>
                    <a:lnTo>
                      <a:pt x="174121" y="16590"/>
                    </a:lnTo>
                    <a:lnTo>
                      <a:pt x="171578" y="15235"/>
                    </a:lnTo>
                    <a:lnTo>
                      <a:pt x="168964" y="13928"/>
                    </a:lnTo>
                    <a:lnTo>
                      <a:pt x="166278" y="12668"/>
                    </a:lnTo>
                    <a:lnTo>
                      <a:pt x="163497" y="11456"/>
                    </a:lnTo>
                    <a:lnTo>
                      <a:pt x="160645" y="10315"/>
                    </a:lnTo>
                    <a:lnTo>
                      <a:pt x="157722" y="9222"/>
                    </a:lnTo>
                    <a:lnTo>
                      <a:pt x="154703" y="8176"/>
                    </a:lnTo>
                    <a:lnTo>
                      <a:pt x="151661" y="7202"/>
                    </a:lnTo>
                    <a:lnTo>
                      <a:pt x="148523" y="6275"/>
                    </a:lnTo>
                    <a:lnTo>
                      <a:pt x="145339" y="5419"/>
                    </a:lnTo>
                    <a:lnTo>
                      <a:pt x="142106" y="4611"/>
                    </a:lnTo>
                    <a:lnTo>
                      <a:pt x="138826" y="3874"/>
                    </a:lnTo>
                    <a:lnTo>
                      <a:pt x="135475" y="3185"/>
                    </a:lnTo>
                    <a:lnTo>
                      <a:pt x="132100" y="2567"/>
                    </a:lnTo>
                    <a:lnTo>
                      <a:pt x="128701" y="2020"/>
                    </a:lnTo>
                    <a:lnTo>
                      <a:pt x="125255" y="1545"/>
                    </a:lnTo>
                    <a:lnTo>
                      <a:pt x="121785" y="1117"/>
                    </a:lnTo>
                    <a:lnTo>
                      <a:pt x="118267" y="761"/>
                    </a:lnTo>
                    <a:lnTo>
                      <a:pt x="114750" y="475"/>
                    </a:lnTo>
                    <a:lnTo>
                      <a:pt x="111208" y="261"/>
                    </a:lnTo>
                    <a:lnTo>
                      <a:pt x="107667" y="119"/>
                    </a:lnTo>
                    <a:lnTo>
                      <a:pt x="104102" y="24"/>
                    </a:lnTo>
                    <a:lnTo>
                      <a:pt x="100537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57"/>
                    </a:lnTo>
                    <a:lnTo>
                      <a:pt x="86348" y="618"/>
                    </a:lnTo>
                    <a:lnTo>
                      <a:pt x="82854" y="927"/>
                    </a:lnTo>
                    <a:lnTo>
                      <a:pt x="79360" y="1331"/>
                    </a:lnTo>
                    <a:lnTo>
                      <a:pt x="75890" y="1783"/>
                    </a:lnTo>
                    <a:lnTo>
                      <a:pt x="72467" y="2282"/>
                    </a:lnTo>
                    <a:lnTo>
                      <a:pt x="69069" y="2876"/>
                    </a:lnTo>
                    <a:lnTo>
                      <a:pt x="65717" y="3518"/>
                    </a:lnTo>
                    <a:lnTo>
                      <a:pt x="62414" y="4231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88" y="6726"/>
                    </a:lnTo>
                    <a:lnTo>
                      <a:pt x="49674" y="7677"/>
                    </a:lnTo>
                    <a:lnTo>
                      <a:pt x="46656" y="8699"/>
                    </a:lnTo>
                    <a:lnTo>
                      <a:pt x="43685" y="9768"/>
                    </a:lnTo>
                    <a:lnTo>
                      <a:pt x="40785" y="10886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70"/>
                    </a:lnTo>
                    <a:lnTo>
                      <a:pt x="30018" y="15900"/>
                    </a:lnTo>
                    <a:lnTo>
                      <a:pt x="27523" y="17279"/>
                    </a:lnTo>
                    <a:lnTo>
                      <a:pt x="25122" y="18705"/>
                    </a:lnTo>
                    <a:lnTo>
                      <a:pt x="22841" y="20179"/>
                    </a:lnTo>
                    <a:lnTo>
                      <a:pt x="20630" y="21676"/>
                    </a:lnTo>
                    <a:lnTo>
                      <a:pt x="18515" y="23245"/>
                    </a:lnTo>
                    <a:lnTo>
                      <a:pt x="16518" y="24837"/>
                    </a:lnTo>
                    <a:lnTo>
                      <a:pt x="14617" y="26453"/>
                    </a:lnTo>
                    <a:lnTo>
                      <a:pt x="12834" y="28117"/>
                    </a:lnTo>
                    <a:lnTo>
                      <a:pt x="11147" y="29828"/>
                    </a:lnTo>
                    <a:lnTo>
                      <a:pt x="9578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71"/>
                    </a:lnTo>
                    <a:lnTo>
                      <a:pt x="2614" y="42449"/>
                    </a:lnTo>
                    <a:lnTo>
                      <a:pt x="1854" y="44326"/>
                    </a:lnTo>
                    <a:lnTo>
                      <a:pt x="1236" y="46228"/>
                    </a:lnTo>
                    <a:lnTo>
                      <a:pt x="737" y="48129"/>
                    </a:lnTo>
                    <a:lnTo>
                      <a:pt x="357" y="50054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57" y="59657"/>
                    </a:lnTo>
                    <a:lnTo>
                      <a:pt x="737" y="61582"/>
                    </a:lnTo>
                    <a:lnTo>
                      <a:pt x="1236" y="63483"/>
                    </a:lnTo>
                    <a:lnTo>
                      <a:pt x="1854" y="65361"/>
                    </a:lnTo>
                    <a:lnTo>
                      <a:pt x="2614" y="67262"/>
                    </a:lnTo>
                    <a:lnTo>
                      <a:pt x="3470" y="69116"/>
                    </a:lnTo>
                    <a:lnTo>
                      <a:pt x="4468" y="70970"/>
                    </a:lnTo>
                    <a:lnTo>
                      <a:pt x="5562" y="72800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578" y="78148"/>
                    </a:lnTo>
                    <a:lnTo>
                      <a:pt x="11147" y="79883"/>
                    </a:lnTo>
                    <a:lnTo>
                      <a:pt x="12834" y="81570"/>
                    </a:lnTo>
                    <a:lnTo>
                      <a:pt x="14617" y="83234"/>
                    </a:lnTo>
                    <a:lnTo>
                      <a:pt x="16518" y="84874"/>
                    </a:lnTo>
                    <a:lnTo>
                      <a:pt x="18515" y="86466"/>
                    </a:lnTo>
                    <a:lnTo>
                      <a:pt x="20630" y="88011"/>
                    </a:lnTo>
                    <a:lnTo>
                      <a:pt x="22841" y="89532"/>
                    </a:lnTo>
                    <a:lnTo>
                      <a:pt x="25122" y="91006"/>
                    </a:lnTo>
                    <a:lnTo>
                      <a:pt x="27523" y="92432"/>
                    </a:lnTo>
                    <a:lnTo>
                      <a:pt x="30018" y="93811"/>
                    </a:lnTo>
                    <a:lnTo>
                      <a:pt x="32585" y="95142"/>
                    </a:lnTo>
                    <a:lnTo>
                      <a:pt x="35247" y="96401"/>
                    </a:lnTo>
                    <a:lnTo>
                      <a:pt x="37981" y="97637"/>
                    </a:lnTo>
                    <a:lnTo>
                      <a:pt x="40785" y="98826"/>
                    </a:lnTo>
                    <a:lnTo>
                      <a:pt x="43685" y="99943"/>
                    </a:lnTo>
                    <a:lnTo>
                      <a:pt x="46656" y="101012"/>
                    </a:lnTo>
                    <a:lnTo>
                      <a:pt x="49674" y="102010"/>
                    </a:lnTo>
                    <a:lnTo>
                      <a:pt x="52788" y="102985"/>
                    </a:lnTo>
                    <a:lnTo>
                      <a:pt x="55925" y="103864"/>
                    </a:lnTo>
                    <a:lnTo>
                      <a:pt x="59134" y="104696"/>
                    </a:lnTo>
                    <a:lnTo>
                      <a:pt x="62414" y="105480"/>
                    </a:lnTo>
                    <a:lnTo>
                      <a:pt x="65717" y="106170"/>
                    </a:lnTo>
                    <a:lnTo>
                      <a:pt x="69069" y="106835"/>
                    </a:lnTo>
                    <a:lnTo>
                      <a:pt x="72467" y="107406"/>
                    </a:lnTo>
                    <a:lnTo>
                      <a:pt x="75890" y="107928"/>
                    </a:lnTo>
                    <a:lnTo>
                      <a:pt x="79360" y="108380"/>
                    </a:lnTo>
                    <a:lnTo>
                      <a:pt x="82854" y="108760"/>
                    </a:lnTo>
                    <a:lnTo>
                      <a:pt x="86348" y="109093"/>
                    </a:lnTo>
                    <a:lnTo>
                      <a:pt x="89889" y="109331"/>
                    </a:lnTo>
                    <a:lnTo>
                      <a:pt x="93430" y="109521"/>
                    </a:lnTo>
                    <a:lnTo>
                      <a:pt x="96995" y="109640"/>
                    </a:lnTo>
                    <a:lnTo>
                      <a:pt x="100537" y="109687"/>
                    </a:lnTo>
                    <a:lnTo>
                      <a:pt x="104102" y="109664"/>
                    </a:lnTo>
                    <a:lnTo>
                      <a:pt x="107667" y="109592"/>
                    </a:lnTo>
                    <a:lnTo>
                      <a:pt x="111208" y="109426"/>
                    </a:lnTo>
                    <a:lnTo>
                      <a:pt x="114750" y="109212"/>
                    </a:lnTo>
                    <a:lnTo>
                      <a:pt x="118267" y="108927"/>
                    </a:lnTo>
                    <a:lnTo>
                      <a:pt x="121785" y="108570"/>
                    </a:lnTo>
                    <a:lnTo>
                      <a:pt x="125255" y="108166"/>
                    </a:lnTo>
                    <a:lnTo>
                      <a:pt x="128701" y="107667"/>
                    </a:lnTo>
                    <a:lnTo>
                      <a:pt x="132100" y="107120"/>
                    </a:lnTo>
                    <a:lnTo>
                      <a:pt x="135475" y="106502"/>
                    </a:lnTo>
                    <a:lnTo>
                      <a:pt x="138826" y="105837"/>
                    </a:lnTo>
                    <a:lnTo>
                      <a:pt x="142106" y="105100"/>
                    </a:lnTo>
                    <a:lnTo>
                      <a:pt x="145339" y="104292"/>
                    </a:lnTo>
                    <a:lnTo>
                      <a:pt x="148523" y="103436"/>
                    </a:lnTo>
                    <a:lnTo>
                      <a:pt x="151661" y="102509"/>
                    </a:lnTo>
                    <a:lnTo>
                      <a:pt x="154703" y="101511"/>
                    </a:lnTo>
                    <a:lnTo>
                      <a:pt x="157722" y="100489"/>
                    </a:lnTo>
                    <a:lnTo>
                      <a:pt x="160645" y="99396"/>
                    </a:lnTo>
                    <a:lnTo>
                      <a:pt x="163497" y="98231"/>
                    </a:lnTo>
                    <a:lnTo>
                      <a:pt x="166278" y="97043"/>
                    </a:lnTo>
                    <a:lnTo>
                      <a:pt x="168964" y="95783"/>
                    </a:lnTo>
                    <a:lnTo>
                      <a:pt x="171578" y="94476"/>
                    </a:lnTo>
                    <a:lnTo>
                      <a:pt x="174121" y="93121"/>
                    </a:lnTo>
                    <a:lnTo>
                      <a:pt x="176569" y="91719"/>
                    </a:lnTo>
                    <a:lnTo>
                      <a:pt x="178898" y="90269"/>
                    </a:lnTo>
                    <a:lnTo>
                      <a:pt x="181156" y="88772"/>
                    </a:lnTo>
                    <a:lnTo>
                      <a:pt x="183319" y="87251"/>
                    </a:lnTo>
                    <a:lnTo>
                      <a:pt x="185363" y="85658"/>
                    </a:lnTo>
                    <a:lnTo>
                      <a:pt x="187312" y="84066"/>
                    </a:lnTo>
                    <a:lnTo>
                      <a:pt x="189166" y="82402"/>
                    </a:lnTo>
                    <a:lnTo>
                      <a:pt x="190901" y="80738"/>
                    </a:lnTo>
                    <a:lnTo>
                      <a:pt x="192517" y="79027"/>
                    </a:lnTo>
                    <a:lnTo>
                      <a:pt x="194038" y="77268"/>
                    </a:lnTo>
                    <a:lnTo>
                      <a:pt x="195417" y="75510"/>
                    </a:lnTo>
                    <a:lnTo>
                      <a:pt x="196700" y="73703"/>
                    </a:lnTo>
                    <a:lnTo>
                      <a:pt x="197865" y="71897"/>
                    </a:lnTo>
                    <a:lnTo>
                      <a:pt x="198934" y="70043"/>
                    </a:lnTo>
                    <a:lnTo>
                      <a:pt x="199838" y="68189"/>
                    </a:lnTo>
                    <a:lnTo>
                      <a:pt x="200646" y="66311"/>
                    </a:lnTo>
                    <a:lnTo>
                      <a:pt x="201335" y="64434"/>
                    </a:lnTo>
                    <a:lnTo>
                      <a:pt x="201905" y="62532"/>
                    </a:lnTo>
                    <a:lnTo>
                      <a:pt x="202333" y="60607"/>
                    </a:lnTo>
                    <a:lnTo>
                      <a:pt x="202642" y="58706"/>
                    </a:lnTo>
                    <a:lnTo>
                      <a:pt x="202832" y="56781"/>
                    </a:lnTo>
                    <a:close/>
                  </a:path>
                </a:pathLst>
              </a:custGeom>
              <a:solidFill>
                <a:srgbClr val="F4A261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07" name="Graphic 2">
                <a:extLst>
                  <a:ext uri="{FF2B5EF4-FFF2-40B4-BE49-F238E27FC236}">
                    <a16:creationId xmlns:a16="http://schemas.microsoft.com/office/drawing/2014/main" id="{A23B2EEB-3A4A-C2BE-3E57-1922EEAEB858}"/>
                  </a:ext>
                </a:extLst>
              </p:cNvPr>
              <p:cNvGrpSpPr/>
              <p:nvPr/>
            </p:nvGrpSpPr>
            <p:grpSpPr>
              <a:xfrm>
                <a:off x="1878263" y="2032304"/>
                <a:ext cx="266672" cy="52193"/>
                <a:chOff x="3154595" y="2032304"/>
                <a:chExt cx="266672" cy="52193"/>
              </a:xfrm>
              <a:solidFill>
                <a:srgbClr val="000000"/>
              </a:solidFill>
            </p:grpSpPr>
            <p:sp>
              <p:nvSpPr>
                <p:cNvPr id="3565" name="Freeform 3564">
                  <a:extLst>
                    <a:ext uri="{FF2B5EF4-FFF2-40B4-BE49-F238E27FC236}">
                      <a16:creationId xmlns:a16="http://schemas.microsoft.com/office/drawing/2014/main" id="{B3190E3E-3A13-91A2-BAE2-C82AEEBAC0E5}"/>
                    </a:ext>
                  </a:extLst>
                </p:cNvPr>
                <p:cNvSpPr/>
                <p:nvPr/>
              </p:nvSpPr>
              <p:spPr>
                <a:xfrm>
                  <a:off x="3154595" y="2032304"/>
                  <a:ext cx="20725" cy="50577"/>
                </a:xfrm>
                <a:custGeom>
                  <a:avLst/>
                  <a:gdLst>
                    <a:gd name="csX0" fmla="*/ 21244 w 20725"/>
                    <a:gd name="csY0" fmla="*/ 14223 h 50577"/>
                    <a:gd name="csX1" fmla="*/ 15539 w 20725"/>
                    <a:gd name="csY1" fmla="*/ 14223 h 50577"/>
                    <a:gd name="csX2" fmla="*/ 15539 w 20725"/>
                    <a:gd name="csY2" fmla="*/ 10515 h 50577"/>
                    <a:gd name="csX3" fmla="*/ 18201 w 20725"/>
                    <a:gd name="csY3" fmla="*/ 7568 h 50577"/>
                    <a:gd name="csX4" fmla="*/ 20958 w 20725"/>
                    <a:gd name="csY4" fmla="*/ 7853 h 50577"/>
                    <a:gd name="csX5" fmla="*/ 20958 w 20725"/>
                    <a:gd name="csY5" fmla="*/ 532 h 50577"/>
                    <a:gd name="csX6" fmla="*/ 15349 w 20725"/>
                    <a:gd name="csY6" fmla="*/ 342 h 50577"/>
                    <a:gd name="csX7" fmla="*/ 5842 w 20725"/>
                    <a:gd name="csY7" fmla="*/ 9659 h 50577"/>
                    <a:gd name="csX8" fmla="*/ 5842 w 20725"/>
                    <a:gd name="csY8" fmla="*/ 14223 h 50577"/>
                    <a:gd name="csX9" fmla="*/ 518 w 20725"/>
                    <a:gd name="csY9" fmla="*/ 14223 h 50577"/>
                    <a:gd name="csX10" fmla="*/ 518 w 20725"/>
                    <a:gd name="csY10" fmla="*/ 20687 h 50577"/>
                    <a:gd name="csX11" fmla="*/ 5842 w 20725"/>
                    <a:gd name="csY11" fmla="*/ 20687 h 50577"/>
                    <a:gd name="csX12" fmla="*/ 5842 w 20725"/>
                    <a:gd name="csY12" fmla="*/ 50920 h 50577"/>
                    <a:gd name="csX13" fmla="*/ 15539 w 20725"/>
                    <a:gd name="csY13" fmla="*/ 50920 h 50577"/>
                    <a:gd name="csX14" fmla="*/ 15539 w 20725"/>
                    <a:gd name="csY14" fmla="*/ 20687 h 50577"/>
                    <a:gd name="csX15" fmla="*/ 21244 w 20725"/>
                    <a:gd name="csY15" fmla="*/ 20687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0725" h="50577">
                      <a:moveTo>
                        <a:pt x="21244" y="14223"/>
                      </a:moveTo>
                      <a:lnTo>
                        <a:pt x="15539" y="14223"/>
                      </a:lnTo>
                      <a:lnTo>
                        <a:pt x="15539" y="10515"/>
                      </a:lnTo>
                      <a:cubicBezTo>
                        <a:pt x="15539" y="8613"/>
                        <a:pt x="16395" y="7568"/>
                        <a:pt x="18201" y="7568"/>
                      </a:cubicBezTo>
                      <a:cubicBezTo>
                        <a:pt x="19057" y="7568"/>
                        <a:pt x="20008" y="7663"/>
                        <a:pt x="20958" y="7853"/>
                      </a:cubicBezTo>
                      <a:lnTo>
                        <a:pt x="20958" y="532"/>
                      </a:lnTo>
                      <a:cubicBezTo>
                        <a:pt x="18867" y="437"/>
                        <a:pt x="16870" y="342"/>
                        <a:pt x="15349" y="342"/>
                      </a:cubicBezTo>
                      <a:cubicBezTo>
                        <a:pt x="8980" y="342"/>
                        <a:pt x="5842" y="3385"/>
                        <a:pt x="5842" y="9659"/>
                      </a:cubicBezTo>
                      <a:lnTo>
                        <a:pt x="5842" y="14223"/>
                      </a:lnTo>
                      <a:lnTo>
                        <a:pt x="518" y="14223"/>
                      </a:lnTo>
                      <a:lnTo>
                        <a:pt x="518" y="20687"/>
                      </a:lnTo>
                      <a:lnTo>
                        <a:pt x="5842" y="20687"/>
                      </a:lnTo>
                      <a:lnTo>
                        <a:pt x="5842" y="50920"/>
                      </a:lnTo>
                      <a:lnTo>
                        <a:pt x="15539" y="50920"/>
                      </a:lnTo>
                      <a:lnTo>
                        <a:pt x="15539" y="20687"/>
                      </a:lnTo>
                      <a:lnTo>
                        <a:pt x="21244" y="2068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6" name="Freeform 3565">
                  <a:extLst>
                    <a:ext uri="{FF2B5EF4-FFF2-40B4-BE49-F238E27FC236}">
                      <a16:creationId xmlns:a16="http://schemas.microsoft.com/office/drawing/2014/main" id="{9C7D07F3-0EFC-7F16-F8D0-252C957EB950}"/>
                    </a:ext>
                  </a:extLst>
                </p:cNvPr>
                <p:cNvSpPr/>
                <p:nvPr/>
              </p:nvSpPr>
              <p:spPr>
                <a:xfrm>
                  <a:off x="3179884" y="2044758"/>
                  <a:ext cx="34510" cy="39739"/>
                </a:xfrm>
                <a:custGeom>
                  <a:avLst/>
                  <a:gdLst>
                    <a:gd name="csX0" fmla="*/ 35033 w 34510"/>
                    <a:gd name="csY0" fmla="*/ 37325 h 39739"/>
                    <a:gd name="csX1" fmla="*/ 32751 w 34510"/>
                    <a:gd name="csY1" fmla="*/ 32666 h 39739"/>
                    <a:gd name="csX2" fmla="*/ 32751 w 34510"/>
                    <a:gd name="csY2" fmla="*/ 11846 h 39739"/>
                    <a:gd name="csX3" fmla="*/ 17445 w 34510"/>
                    <a:gd name="csY3" fmla="*/ 342 h 39739"/>
                    <a:gd name="csX4" fmla="*/ 1378 w 34510"/>
                    <a:gd name="csY4" fmla="*/ 13367 h 39739"/>
                    <a:gd name="csX5" fmla="*/ 10790 w 34510"/>
                    <a:gd name="csY5" fmla="*/ 13367 h 39739"/>
                    <a:gd name="csX6" fmla="*/ 17635 w 34510"/>
                    <a:gd name="csY6" fmla="*/ 8233 h 39739"/>
                    <a:gd name="csX7" fmla="*/ 23244 w 34510"/>
                    <a:gd name="csY7" fmla="*/ 11941 h 39739"/>
                    <a:gd name="csX8" fmla="*/ 21628 w 34510"/>
                    <a:gd name="csY8" fmla="*/ 14888 h 39739"/>
                    <a:gd name="csX9" fmla="*/ 15448 w 34510"/>
                    <a:gd name="csY9" fmla="*/ 16314 h 39739"/>
                    <a:gd name="csX10" fmla="*/ 11646 w 34510"/>
                    <a:gd name="csY10" fmla="*/ 16980 h 39739"/>
                    <a:gd name="csX11" fmla="*/ 522 w 34510"/>
                    <a:gd name="csY11" fmla="*/ 28863 h 39739"/>
                    <a:gd name="csX12" fmla="*/ 11931 w 34510"/>
                    <a:gd name="csY12" fmla="*/ 40082 h 39739"/>
                    <a:gd name="csX13" fmla="*/ 23339 w 34510"/>
                    <a:gd name="csY13" fmla="*/ 34758 h 39739"/>
                    <a:gd name="csX14" fmla="*/ 24480 w 34510"/>
                    <a:gd name="csY14" fmla="*/ 38465 h 39739"/>
                    <a:gd name="csX15" fmla="*/ 35033 w 34510"/>
                    <a:gd name="csY15" fmla="*/ 38465 h 39739"/>
                    <a:gd name="csX16" fmla="*/ 23244 w 34510"/>
                    <a:gd name="csY16" fmla="*/ 23444 h 39739"/>
                    <a:gd name="csX17" fmla="*/ 15543 w 34510"/>
                    <a:gd name="csY17" fmla="*/ 32191 h 39739"/>
                    <a:gd name="csX18" fmla="*/ 10315 w 34510"/>
                    <a:gd name="csY18" fmla="*/ 27723 h 39739"/>
                    <a:gd name="csX19" fmla="*/ 15829 w 34510"/>
                    <a:gd name="csY19" fmla="*/ 22589 h 39739"/>
                    <a:gd name="csX20" fmla="*/ 19156 w 34510"/>
                    <a:gd name="csY20" fmla="*/ 21923 h 39739"/>
                    <a:gd name="csX21" fmla="*/ 23244 w 34510"/>
                    <a:gd name="csY21" fmla="*/ 20782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033" y="37325"/>
                      </a:moveTo>
                      <a:cubicBezTo>
                        <a:pt x="33322" y="35708"/>
                        <a:pt x="32751" y="34568"/>
                        <a:pt x="32751" y="32666"/>
                      </a:cubicBezTo>
                      <a:lnTo>
                        <a:pt x="32751" y="11846"/>
                      </a:lnTo>
                      <a:cubicBezTo>
                        <a:pt x="32751" y="4240"/>
                        <a:pt x="27522" y="342"/>
                        <a:pt x="17445" y="342"/>
                      </a:cubicBezTo>
                      <a:cubicBezTo>
                        <a:pt x="7272" y="342"/>
                        <a:pt x="2043" y="4620"/>
                        <a:pt x="1378" y="13367"/>
                      </a:cubicBezTo>
                      <a:lnTo>
                        <a:pt x="10790" y="13367"/>
                      </a:lnTo>
                      <a:cubicBezTo>
                        <a:pt x="11265" y="9469"/>
                        <a:pt x="12881" y="8233"/>
                        <a:pt x="17635" y="8233"/>
                      </a:cubicBezTo>
                      <a:cubicBezTo>
                        <a:pt x="21343" y="8233"/>
                        <a:pt x="23244" y="9469"/>
                        <a:pt x="23244" y="11941"/>
                      </a:cubicBezTo>
                      <a:cubicBezTo>
                        <a:pt x="23244" y="13177"/>
                        <a:pt x="22674" y="14223"/>
                        <a:pt x="21628" y="14888"/>
                      </a:cubicBezTo>
                      <a:cubicBezTo>
                        <a:pt x="20297" y="15554"/>
                        <a:pt x="20297" y="15554"/>
                        <a:pt x="15448" y="16314"/>
                      </a:cubicBezTo>
                      <a:lnTo>
                        <a:pt x="11646" y="16980"/>
                      </a:lnTo>
                      <a:cubicBezTo>
                        <a:pt x="4135" y="18311"/>
                        <a:pt x="522" y="22113"/>
                        <a:pt x="522" y="28863"/>
                      </a:cubicBezTo>
                      <a:cubicBezTo>
                        <a:pt x="522" y="35518"/>
                        <a:pt x="5086" y="40082"/>
                        <a:pt x="11931" y="40082"/>
                      </a:cubicBezTo>
                      <a:cubicBezTo>
                        <a:pt x="16114" y="40082"/>
                        <a:pt x="19822" y="38370"/>
                        <a:pt x="23339" y="34758"/>
                      </a:cubicBezTo>
                      <a:cubicBezTo>
                        <a:pt x="23339" y="36659"/>
                        <a:pt x="23529" y="37325"/>
                        <a:pt x="24480" y="38465"/>
                      </a:cubicBezTo>
                      <a:lnTo>
                        <a:pt x="35033" y="38465"/>
                      </a:lnTo>
                      <a:close/>
                      <a:moveTo>
                        <a:pt x="23244" y="23444"/>
                      </a:moveTo>
                      <a:cubicBezTo>
                        <a:pt x="23244" y="29054"/>
                        <a:pt x="20487" y="32191"/>
                        <a:pt x="15543" y="32191"/>
                      </a:cubicBezTo>
                      <a:cubicBezTo>
                        <a:pt x="12311" y="32191"/>
                        <a:pt x="10315" y="30480"/>
                        <a:pt x="10315" y="27723"/>
                      </a:cubicBezTo>
                      <a:cubicBezTo>
                        <a:pt x="10315" y="24775"/>
                        <a:pt x="11836" y="23444"/>
                        <a:pt x="15829" y="22589"/>
                      </a:cubicBezTo>
                      <a:lnTo>
                        <a:pt x="19156" y="21923"/>
                      </a:lnTo>
                      <a:cubicBezTo>
                        <a:pt x="21723" y="21448"/>
                        <a:pt x="22103" y="21353"/>
                        <a:pt x="23244" y="2078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7" name="Freeform 3566">
                  <a:extLst>
                    <a:ext uri="{FF2B5EF4-FFF2-40B4-BE49-F238E27FC236}">
                      <a16:creationId xmlns:a16="http://schemas.microsoft.com/office/drawing/2014/main" id="{22BE6073-4A48-AC22-1CE7-DB33113D98FE}"/>
                    </a:ext>
                  </a:extLst>
                </p:cNvPr>
                <p:cNvSpPr/>
                <p:nvPr/>
              </p:nvSpPr>
              <p:spPr>
                <a:xfrm>
                  <a:off x="3218673" y="2044758"/>
                  <a:ext cx="53049" cy="38123"/>
                </a:xfrm>
                <a:custGeom>
                  <a:avLst/>
                  <a:gdLst>
                    <a:gd name="csX0" fmla="*/ 528 w 53049"/>
                    <a:gd name="csY0" fmla="*/ 1008 h 38123"/>
                    <a:gd name="csX1" fmla="*/ 528 w 53049"/>
                    <a:gd name="csY1" fmla="*/ 38465 h 38123"/>
                    <a:gd name="csX2" fmla="*/ 10225 w 53049"/>
                    <a:gd name="csY2" fmla="*/ 38465 h 38123"/>
                    <a:gd name="csX3" fmla="*/ 10225 w 53049"/>
                    <a:gd name="csY3" fmla="*/ 15934 h 38123"/>
                    <a:gd name="csX4" fmla="*/ 16880 w 53049"/>
                    <a:gd name="csY4" fmla="*/ 8613 h 38123"/>
                    <a:gd name="csX5" fmla="*/ 22204 w 53049"/>
                    <a:gd name="csY5" fmla="*/ 13462 h 38123"/>
                    <a:gd name="csX6" fmla="*/ 22204 w 53049"/>
                    <a:gd name="csY6" fmla="*/ 38465 h 38123"/>
                    <a:gd name="csX7" fmla="*/ 31901 w 53049"/>
                    <a:gd name="csY7" fmla="*/ 38465 h 38123"/>
                    <a:gd name="csX8" fmla="*/ 31901 w 53049"/>
                    <a:gd name="csY8" fmla="*/ 15934 h 38123"/>
                    <a:gd name="csX9" fmla="*/ 38556 w 53049"/>
                    <a:gd name="csY9" fmla="*/ 8613 h 38123"/>
                    <a:gd name="csX10" fmla="*/ 43785 w 53049"/>
                    <a:gd name="csY10" fmla="*/ 13462 h 38123"/>
                    <a:gd name="csX11" fmla="*/ 43785 w 53049"/>
                    <a:gd name="csY11" fmla="*/ 38465 h 38123"/>
                    <a:gd name="csX12" fmla="*/ 53578 w 53049"/>
                    <a:gd name="csY12" fmla="*/ 38465 h 38123"/>
                    <a:gd name="csX13" fmla="*/ 53578 w 53049"/>
                    <a:gd name="csY13" fmla="*/ 11941 h 38123"/>
                    <a:gd name="csX14" fmla="*/ 41599 w 53049"/>
                    <a:gd name="csY14" fmla="*/ 342 h 38123"/>
                    <a:gd name="csX15" fmla="*/ 30666 w 53049"/>
                    <a:gd name="csY15" fmla="*/ 5951 h 38123"/>
                    <a:gd name="csX16" fmla="*/ 20398 w 53049"/>
                    <a:gd name="csY16" fmla="*/ 342 h 38123"/>
                    <a:gd name="csX17" fmla="*/ 10130 w 53049"/>
                    <a:gd name="csY17" fmla="*/ 5666 h 38123"/>
                    <a:gd name="csX18" fmla="*/ 10130 w 53049"/>
                    <a:gd name="csY18" fmla="*/ 1008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53049" h="38123">
                      <a:moveTo>
                        <a:pt x="528" y="1008"/>
                      </a:moveTo>
                      <a:lnTo>
                        <a:pt x="528" y="38465"/>
                      </a:lnTo>
                      <a:lnTo>
                        <a:pt x="10225" y="38465"/>
                      </a:lnTo>
                      <a:lnTo>
                        <a:pt x="10225" y="15934"/>
                      </a:lnTo>
                      <a:cubicBezTo>
                        <a:pt x="10225" y="11370"/>
                        <a:pt x="12697" y="8613"/>
                        <a:pt x="16880" y="8613"/>
                      </a:cubicBezTo>
                      <a:cubicBezTo>
                        <a:pt x="20113" y="8613"/>
                        <a:pt x="22204" y="10515"/>
                        <a:pt x="22204" y="13462"/>
                      </a:cubicBezTo>
                      <a:lnTo>
                        <a:pt x="22204" y="38465"/>
                      </a:lnTo>
                      <a:lnTo>
                        <a:pt x="31901" y="38465"/>
                      </a:lnTo>
                      <a:lnTo>
                        <a:pt x="31901" y="15934"/>
                      </a:lnTo>
                      <a:cubicBezTo>
                        <a:pt x="31901" y="11370"/>
                        <a:pt x="34373" y="8613"/>
                        <a:pt x="38556" y="8613"/>
                      </a:cubicBezTo>
                      <a:cubicBezTo>
                        <a:pt x="41789" y="8613"/>
                        <a:pt x="43785" y="10515"/>
                        <a:pt x="43785" y="13462"/>
                      </a:cubicBezTo>
                      <a:lnTo>
                        <a:pt x="43785" y="38465"/>
                      </a:lnTo>
                      <a:lnTo>
                        <a:pt x="53578" y="38465"/>
                      </a:lnTo>
                      <a:lnTo>
                        <a:pt x="53578" y="11941"/>
                      </a:lnTo>
                      <a:cubicBezTo>
                        <a:pt x="53578" y="4620"/>
                        <a:pt x="49109" y="342"/>
                        <a:pt x="41599" y="342"/>
                      </a:cubicBezTo>
                      <a:cubicBezTo>
                        <a:pt x="36845" y="342"/>
                        <a:pt x="33518" y="2054"/>
                        <a:pt x="30666" y="5951"/>
                      </a:cubicBezTo>
                      <a:cubicBezTo>
                        <a:pt x="28859" y="2339"/>
                        <a:pt x="25056" y="342"/>
                        <a:pt x="20398" y="342"/>
                      </a:cubicBezTo>
                      <a:cubicBezTo>
                        <a:pt x="16120" y="342"/>
                        <a:pt x="13363" y="1768"/>
                        <a:pt x="10130" y="5666"/>
                      </a:cubicBezTo>
                      <a:lnTo>
                        <a:pt x="10130" y="10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8" name="Freeform 3567">
                  <a:extLst>
                    <a:ext uri="{FF2B5EF4-FFF2-40B4-BE49-F238E27FC236}">
                      <a16:creationId xmlns:a16="http://schemas.microsoft.com/office/drawing/2014/main" id="{D22EA908-FBCB-4DF1-BEBD-884E03DE907D}"/>
                    </a:ext>
                  </a:extLst>
                </p:cNvPr>
                <p:cNvSpPr/>
                <p:nvPr/>
              </p:nvSpPr>
              <p:spPr>
                <a:xfrm>
                  <a:off x="3280088" y="2033635"/>
                  <a:ext cx="21485" cy="49246"/>
                </a:xfrm>
                <a:custGeom>
                  <a:avLst/>
                  <a:gdLst>
                    <a:gd name="csX0" fmla="*/ 12327 w 21485"/>
                    <a:gd name="csY0" fmla="*/ 15649 h 49246"/>
                    <a:gd name="csX1" fmla="*/ 12327 w 21485"/>
                    <a:gd name="csY1" fmla="*/ 49589 h 49246"/>
                    <a:gd name="csX2" fmla="*/ 22024 w 21485"/>
                    <a:gd name="csY2" fmla="*/ 49589 h 49246"/>
                    <a:gd name="csX3" fmla="*/ 22024 w 21485"/>
                    <a:gd name="csY3" fmla="*/ 342 h 49246"/>
                    <a:gd name="csX4" fmla="*/ 15559 w 21485"/>
                    <a:gd name="csY4" fmla="*/ 342 h 49246"/>
                    <a:gd name="csX5" fmla="*/ 538 w 21485"/>
                    <a:gd name="csY5" fmla="*/ 9184 h 49246"/>
                    <a:gd name="csX6" fmla="*/ 538 w 21485"/>
                    <a:gd name="csY6" fmla="*/ 15649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327" y="15649"/>
                      </a:moveTo>
                      <a:lnTo>
                        <a:pt x="12327" y="49589"/>
                      </a:lnTo>
                      <a:lnTo>
                        <a:pt x="22024" y="49589"/>
                      </a:lnTo>
                      <a:lnTo>
                        <a:pt x="22024" y="342"/>
                      </a:lnTo>
                      <a:lnTo>
                        <a:pt x="15559" y="342"/>
                      </a:lnTo>
                      <a:cubicBezTo>
                        <a:pt x="14038" y="6237"/>
                        <a:pt x="9000" y="9184"/>
                        <a:pt x="538" y="9184"/>
                      </a:cubicBezTo>
                      <a:lnTo>
                        <a:pt x="538" y="1564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9" name="Freeform 3568">
                  <a:extLst>
                    <a:ext uri="{FF2B5EF4-FFF2-40B4-BE49-F238E27FC236}">
                      <a16:creationId xmlns:a16="http://schemas.microsoft.com/office/drawing/2014/main" id="{AF90E23C-5F91-8873-2B96-0472A83DF47D}"/>
                    </a:ext>
                  </a:extLst>
                </p:cNvPr>
                <p:cNvSpPr/>
                <p:nvPr/>
              </p:nvSpPr>
              <p:spPr>
                <a:xfrm>
                  <a:off x="3313838" y="2033635"/>
                  <a:ext cx="34605" cy="49246"/>
                </a:xfrm>
                <a:custGeom>
                  <a:avLst/>
                  <a:gdLst>
                    <a:gd name="csX0" fmla="*/ 35150 w 34605"/>
                    <a:gd name="csY0" fmla="*/ 342 h 49246"/>
                    <a:gd name="csX1" fmla="*/ 544 w 34605"/>
                    <a:gd name="csY1" fmla="*/ 342 h 49246"/>
                    <a:gd name="csX2" fmla="*/ 544 w 34605"/>
                    <a:gd name="csY2" fmla="*/ 9089 h 49246"/>
                    <a:gd name="csX3" fmla="*/ 25072 w 34605"/>
                    <a:gd name="csY3" fmla="*/ 9089 h 49246"/>
                    <a:gd name="csX4" fmla="*/ 14234 w 34605"/>
                    <a:gd name="csY4" fmla="*/ 25536 h 49246"/>
                    <a:gd name="csX5" fmla="*/ 7770 w 34605"/>
                    <a:gd name="csY5" fmla="*/ 49589 h 49246"/>
                    <a:gd name="csX6" fmla="*/ 17562 w 34605"/>
                    <a:gd name="csY6" fmla="*/ 49589 h 49246"/>
                    <a:gd name="csX7" fmla="*/ 35150 w 34605"/>
                    <a:gd name="csY7" fmla="*/ 8043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605" h="49246">
                      <a:moveTo>
                        <a:pt x="35150" y="342"/>
                      </a:moveTo>
                      <a:lnTo>
                        <a:pt x="544" y="342"/>
                      </a:lnTo>
                      <a:lnTo>
                        <a:pt x="544" y="9089"/>
                      </a:lnTo>
                      <a:lnTo>
                        <a:pt x="25072" y="9089"/>
                      </a:lnTo>
                      <a:cubicBezTo>
                        <a:pt x="22030" y="12226"/>
                        <a:pt x="16136" y="21163"/>
                        <a:pt x="14234" y="25536"/>
                      </a:cubicBezTo>
                      <a:cubicBezTo>
                        <a:pt x="10812" y="32666"/>
                        <a:pt x="9101" y="39131"/>
                        <a:pt x="7770" y="49589"/>
                      </a:cubicBezTo>
                      <a:lnTo>
                        <a:pt x="17562" y="49589"/>
                      </a:lnTo>
                      <a:cubicBezTo>
                        <a:pt x="18513" y="33997"/>
                        <a:pt x="23551" y="22113"/>
                        <a:pt x="35150" y="804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0" name="Freeform 3569">
                  <a:extLst>
                    <a:ext uri="{FF2B5EF4-FFF2-40B4-BE49-F238E27FC236}">
                      <a16:creationId xmlns:a16="http://schemas.microsoft.com/office/drawing/2014/main" id="{4DD62225-CCDB-FEA1-7252-DF1D11E16B92}"/>
                    </a:ext>
                  </a:extLst>
                </p:cNvPr>
                <p:cNvSpPr/>
                <p:nvPr/>
              </p:nvSpPr>
              <p:spPr>
                <a:xfrm>
                  <a:off x="3350440" y="2032589"/>
                  <a:ext cx="33654" cy="50292"/>
                </a:xfrm>
                <a:custGeom>
                  <a:avLst/>
                  <a:gdLst>
                    <a:gd name="csX0" fmla="*/ 34015 w 33654"/>
                    <a:gd name="csY0" fmla="*/ 41983 h 50292"/>
                    <a:gd name="csX1" fmla="*/ 13100 w 33654"/>
                    <a:gd name="csY1" fmla="*/ 41983 h 50292"/>
                    <a:gd name="csX2" fmla="*/ 23177 w 33654"/>
                    <a:gd name="csY2" fmla="*/ 32666 h 50292"/>
                    <a:gd name="csX3" fmla="*/ 34205 w 33654"/>
                    <a:gd name="csY3" fmla="*/ 16029 h 50292"/>
                    <a:gd name="csX4" fmla="*/ 17378 w 33654"/>
                    <a:gd name="csY4" fmla="*/ 342 h 50292"/>
                    <a:gd name="csX5" fmla="*/ 1121 w 33654"/>
                    <a:gd name="csY5" fmla="*/ 16789 h 50292"/>
                    <a:gd name="csX6" fmla="*/ 1121 w 33654"/>
                    <a:gd name="csY6" fmla="*/ 18596 h 50292"/>
                    <a:gd name="csX7" fmla="*/ 10533 w 33654"/>
                    <a:gd name="csY7" fmla="*/ 18596 h 50292"/>
                    <a:gd name="csX8" fmla="*/ 10533 w 33654"/>
                    <a:gd name="csY8" fmla="*/ 16980 h 50292"/>
                    <a:gd name="csX9" fmla="*/ 17568 w 33654"/>
                    <a:gd name="csY9" fmla="*/ 8328 h 50292"/>
                    <a:gd name="csX10" fmla="*/ 24508 w 33654"/>
                    <a:gd name="csY10" fmla="*/ 16219 h 50292"/>
                    <a:gd name="csX11" fmla="*/ 11864 w 33654"/>
                    <a:gd name="csY11" fmla="*/ 31525 h 50292"/>
                    <a:gd name="csX12" fmla="*/ 550 w 33654"/>
                    <a:gd name="csY12" fmla="*/ 50634 h 50292"/>
                    <a:gd name="csX13" fmla="*/ 34015 w 33654"/>
                    <a:gd name="csY13" fmla="*/ 50634 h 502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3654" h="50292">
                      <a:moveTo>
                        <a:pt x="34015" y="41983"/>
                      </a:moveTo>
                      <a:lnTo>
                        <a:pt x="13100" y="41983"/>
                      </a:lnTo>
                      <a:cubicBezTo>
                        <a:pt x="14431" y="39321"/>
                        <a:pt x="15952" y="37895"/>
                        <a:pt x="23177" y="32666"/>
                      </a:cubicBezTo>
                      <a:cubicBezTo>
                        <a:pt x="31733" y="26392"/>
                        <a:pt x="34205" y="22779"/>
                        <a:pt x="34205" y="16029"/>
                      </a:cubicBezTo>
                      <a:cubicBezTo>
                        <a:pt x="34205" y="6522"/>
                        <a:pt x="27645" y="342"/>
                        <a:pt x="17378" y="342"/>
                      </a:cubicBezTo>
                      <a:cubicBezTo>
                        <a:pt x="7110" y="342"/>
                        <a:pt x="1121" y="6427"/>
                        <a:pt x="1121" y="16789"/>
                      </a:cubicBezTo>
                      <a:lnTo>
                        <a:pt x="1121" y="18596"/>
                      </a:lnTo>
                      <a:lnTo>
                        <a:pt x="10533" y="18596"/>
                      </a:lnTo>
                      <a:lnTo>
                        <a:pt x="10533" y="16980"/>
                      </a:lnTo>
                      <a:cubicBezTo>
                        <a:pt x="10533" y="11466"/>
                        <a:pt x="13100" y="8328"/>
                        <a:pt x="17568" y="8328"/>
                      </a:cubicBezTo>
                      <a:cubicBezTo>
                        <a:pt x="21846" y="8328"/>
                        <a:pt x="24508" y="11275"/>
                        <a:pt x="24508" y="16219"/>
                      </a:cubicBezTo>
                      <a:cubicBezTo>
                        <a:pt x="24508" y="21733"/>
                        <a:pt x="22797" y="23730"/>
                        <a:pt x="11864" y="31525"/>
                      </a:cubicBezTo>
                      <a:cubicBezTo>
                        <a:pt x="3497" y="37135"/>
                        <a:pt x="931" y="41508"/>
                        <a:pt x="550" y="50634"/>
                      </a:cubicBezTo>
                      <a:lnTo>
                        <a:pt x="34015" y="506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71" name="Freeform 3570">
                  <a:extLst>
                    <a:ext uri="{FF2B5EF4-FFF2-40B4-BE49-F238E27FC236}">
                      <a16:creationId xmlns:a16="http://schemas.microsoft.com/office/drawing/2014/main" id="{0279536C-0878-878D-8F27-45E5022E64F3}"/>
                    </a:ext>
                  </a:extLst>
                </p:cNvPr>
                <p:cNvSpPr/>
                <p:nvPr/>
              </p:nvSpPr>
              <p:spPr>
                <a:xfrm>
                  <a:off x="3386757" y="2044758"/>
                  <a:ext cx="34510" cy="39739"/>
                </a:xfrm>
                <a:custGeom>
                  <a:avLst/>
                  <a:gdLst>
                    <a:gd name="csX0" fmla="*/ 35067 w 34510"/>
                    <a:gd name="csY0" fmla="*/ 37325 h 39739"/>
                    <a:gd name="csX1" fmla="*/ 32785 w 34510"/>
                    <a:gd name="csY1" fmla="*/ 32666 h 39739"/>
                    <a:gd name="csX2" fmla="*/ 32785 w 34510"/>
                    <a:gd name="csY2" fmla="*/ 11846 h 39739"/>
                    <a:gd name="csX3" fmla="*/ 17479 w 34510"/>
                    <a:gd name="csY3" fmla="*/ 342 h 39739"/>
                    <a:gd name="csX4" fmla="*/ 1412 w 34510"/>
                    <a:gd name="csY4" fmla="*/ 13367 h 39739"/>
                    <a:gd name="csX5" fmla="*/ 10824 w 34510"/>
                    <a:gd name="csY5" fmla="*/ 13367 h 39739"/>
                    <a:gd name="csX6" fmla="*/ 17669 w 34510"/>
                    <a:gd name="csY6" fmla="*/ 8233 h 39739"/>
                    <a:gd name="csX7" fmla="*/ 23278 w 34510"/>
                    <a:gd name="csY7" fmla="*/ 11941 h 39739"/>
                    <a:gd name="csX8" fmla="*/ 21662 w 34510"/>
                    <a:gd name="csY8" fmla="*/ 14888 h 39739"/>
                    <a:gd name="csX9" fmla="*/ 15482 w 34510"/>
                    <a:gd name="csY9" fmla="*/ 16314 h 39739"/>
                    <a:gd name="csX10" fmla="*/ 11680 w 34510"/>
                    <a:gd name="csY10" fmla="*/ 16980 h 39739"/>
                    <a:gd name="csX11" fmla="*/ 556 w 34510"/>
                    <a:gd name="csY11" fmla="*/ 28863 h 39739"/>
                    <a:gd name="csX12" fmla="*/ 11965 w 34510"/>
                    <a:gd name="csY12" fmla="*/ 40082 h 39739"/>
                    <a:gd name="csX13" fmla="*/ 23373 w 34510"/>
                    <a:gd name="csY13" fmla="*/ 34758 h 39739"/>
                    <a:gd name="csX14" fmla="*/ 24514 w 34510"/>
                    <a:gd name="csY14" fmla="*/ 38465 h 39739"/>
                    <a:gd name="csX15" fmla="*/ 35067 w 34510"/>
                    <a:gd name="csY15" fmla="*/ 38465 h 39739"/>
                    <a:gd name="csX16" fmla="*/ 23278 w 34510"/>
                    <a:gd name="csY16" fmla="*/ 23444 h 39739"/>
                    <a:gd name="csX17" fmla="*/ 15577 w 34510"/>
                    <a:gd name="csY17" fmla="*/ 32191 h 39739"/>
                    <a:gd name="csX18" fmla="*/ 10349 w 34510"/>
                    <a:gd name="csY18" fmla="*/ 27723 h 39739"/>
                    <a:gd name="csX19" fmla="*/ 15863 w 34510"/>
                    <a:gd name="csY19" fmla="*/ 22589 h 39739"/>
                    <a:gd name="csX20" fmla="*/ 19190 w 34510"/>
                    <a:gd name="csY20" fmla="*/ 21923 h 39739"/>
                    <a:gd name="csX21" fmla="*/ 23278 w 34510"/>
                    <a:gd name="csY21" fmla="*/ 20782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5067" y="37325"/>
                      </a:moveTo>
                      <a:cubicBezTo>
                        <a:pt x="33356" y="35708"/>
                        <a:pt x="32785" y="34568"/>
                        <a:pt x="32785" y="32666"/>
                      </a:cubicBezTo>
                      <a:lnTo>
                        <a:pt x="32785" y="11846"/>
                      </a:lnTo>
                      <a:cubicBezTo>
                        <a:pt x="32785" y="4240"/>
                        <a:pt x="27556" y="342"/>
                        <a:pt x="17479" y="342"/>
                      </a:cubicBezTo>
                      <a:cubicBezTo>
                        <a:pt x="7306" y="342"/>
                        <a:pt x="2077" y="4620"/>
                        <a:pt x="1412" y="13367"/>
                      </a:cubicBezTo>
                      <a:lnTo>
                        <a:pt x="10824" y="13367"/>
                      </a:lnTo>
                      <a:cubicBezTo>
                        <a:pt x="11299" y="9469"/>
                        <a:pt x="12915" y="8233"/>
                        <a:pt x="17669" y="8233"/>
                      </a:cubicBezTo>
                      <a:cubicBezTo>
                        <a:pt x="21377" y="8233"/>
                        <a:pt x="23278" y="9469"/>
                        <a:pt x="23278" y="11941"/>
                      </a:cubicBezTo>
                      <a:cubicBezTo>
                        <a:pt x="23278" y="13177"/>
                        <a:pt x="22708" y="14223"/>
                        <a:pt x="21662" y="14888"/>
                      </a:cubicBezTo>
                      <a:cubicBezTo>
                        <a:pt x="20331" y="15554"/>
                        <a:pt x="20331" y="15554"/>
                        <a:pt x="15482" y="16314"/>
                      </a:cubicBezTo>
                      <a:lnTo>
                        <a:pt x="11680" y="16980"/>
                      </a:lnTo>
                      <a:cubicBezTo>
                        <a:pt x="4169" y="18311"/>
                        <a:pt x="556" y="22113"/>
                        <a:pt x="556" y="28863"/>
                      </a:cubicBezTo>
                      <a:cubicBezTo>
                        <a:pt x="556" y="35518"/>
                        <a:pt x="5120" y="40082"/>
                        <a:pt x="11965" y="40082"/>
                      </a:cubicBezTo>
                      <a:cubicBezTo>
                        <a:pt x="16148" y="40082"/>
                        <a:pt x="19856" y="38370"/>
                        <a:pt x="23373" y="34758"/>
                      </a:cubicBezTo>
                      <a:cubicBezTo>
                        <a:pt x="23373" y="36659"/>
                        <a:pt x="23563" y="37325"/>
                        <a:pt x="24514" y="38465"/>
                      </a:cubicBezTo>
                      <a:lnTo>
                        <a:pt x="35067" y="38465"/>
                      </a:lnTo>
                      <a:close/>
                      <a:moveTo>
                        <a:pt x="23278" y="23444"/>
                      </a:moveTo>
                      <a:cubicBezTo>
                        <a:pt x="23278" y="29054"/>
                        <a:pt x="20521" y="32191"/>
                        <a:pt x="15577" y="32191"/>
                      </a:cubicBezTo>
                      <a:cubicBezTo>
                        <a:pt x="12345" y="32191"/>
                        <a:pt x="10349" y="30480"/>
                        <a:pt x="10349" y="27723"/>
                      </a:cubicBezTo>
                      <a:cubicBezTo>
                        <a:pt x="10349" y="24775"/>
                        <a:pt x="11870" y="23444"/>
                        <a:pt x="15863" y="22589"/>
                      </a:cubicBezTo>
                      <a:lnTo>
                        <a:pt x="19190" y="21923"/>
                      </a:lnTo>
                      <a:cubicBezTo>
                        <a:pt x="21757" y="21448"/>
                        <a:pt x="22137" y="21353"/>
                        <a:pt x="23278" y="2078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08" name="Freeform 3807">
                <a:extLst>
                  <a:ext uri="{FF2B5EF4-FFF2-40B4-BE49-F238E27FC236}">
                    <a16:creationId xmlns:a16="http://schemas.microsoft.com/office/drawing/2014/main" id="{BF10E19B-73AE-DEBE-1F9C-5BC7053065B6}"/>
                  </a:ext>
                </a:extLst>
              </p:cNvPr>
              <p:cNvSpPr/>
              <p:nvPr/>
            </p:nvSpPr>
            <p:spPr>
              <a:xfrm>
                <a:off x="1333239" y="1339012"/>
                <a:ext cx="225815" cy="113609"/>
              </a:xfrm>
              <a:custGeom>
                <a:avLst/>
                <a:gdLst>
                  <a:gd name="csX0" fmla="*/ 202904 w 202903"/>
                  <a:gd name="csY0" fmla="*/ 54832 h 109687"/>
                  <a:gd name="csX1" fmla="*/ 202832 w 202903"/>
                  <a:gd name="csY1" fmla="*/ 52907 h 109687"/>
                  <a:gd name="csX2" fmla="*/ 202642 w 202903"/>
                  <a:gd name="csY2" fmla="*/ 50981 h 109687"/>
                  <a:gd name="csX3" fmla="*/ 202333 w 202903"/>
                  <a:gd name="csY3" fmla="*/ 49080 h 109687"/>
                  <a:gd name="csX4" fmla="*/ 201905 w 202903"/>
                  <a:gd name="csY4" fmla="*/ 47155 h 109687"/>
                  <a:gd name="csX5" fmla="*/ 201335 w 202903"/>
                  <a:gd name="csY5" fmla="*/ 45253 h 109687"/>
                  <a:gd name="csX6" fmla="*/ 200670 w 202903"/>
                  <a:gd name="csY6" fmla="*/ 43376 h 109687"/>
                  <a:gd name="csX7" fmla="*/ 199861 w 202903"/>
                  <a:gd name="csY7" fmla="*/ 41498 h 109687"/>
                  <a:gd name="csX8" fmla="*/ 198934 w 202903"/>
                  <a:gd name="csY8" fmla="*/ 39644 h 109687"/>
                  <a:gd name="csX9" fmla="*/ 197889 w 202903"/>
                  <a:gd name="csY9" fmla="*/ 37790 h 109687"/>
                  <a:gd name="csX10" fmla="*/ 196724 w 202903"/>
                  <a:gd name="csY10" fmla="*/ 35984 h 109687"/>
                  <a:gd name="csX11" fmla="*/ 195441 w 202903"/>
                  <a:gd name="csY11" fmla="*/ 34178 h 109687"/>
                  <a:gd name="csX12" fmla="*/ 194038 w 202903"/>
                  <a:gd name="csY12" fmla="*/ 32419 h 109687"/>
                  <a:gd name="csX13" fmla="*/ 192517 w 202903"/>
                  <a:gd name="csY13" fmla="*/ 30660 h 109687"/>
                  <a:gd name="csX14" fmla="*/ 190901 w 202903"/>
                  <a:gd name="csY14" fmla="*/ 28949 h 109687"/>
                  <a:gd name="csX15" fmla="*/ 189166 w 202903"/>
                  <a:gd name="csY15" fmla="*/ 27285 h 109687"/>
                  <a:gd name="csX16" fmla="*/ 187312 w 202903"/>
                  <a:gd name="csY16" fmla="*/ 25621 h 109687"/>
                  <a:gd name="csX17" fmla="*/ 185363 w 202903"/>
                  <a:gd name="csY17" fmla="*/ 24029 h 109687"/>
                  <a:gd name="csX18" fmla="*/ 183319 w 202903"/>
                  <a:gd name="csY18" fmla="*/ 22437 h 109687"/>
                  <a:gd name="csX19" fmla="*/ 181156 w 202903"/>
                  <a:gd name="csY19" fmla="*/ 20915 h 109687"/>
                  <a:gd name="csX20" fmla="*/ 178898 w 202903"/>
                  <a:gd name="csY20" fmla="*/ 19418 h 109687"/>
                  <a:gd name="csX21" fmla="*/ 176569 w 202903"/>
                  <a:gd name="csY21" fmla="*/ 17968 h 109687"/>
                  <a:gd name="csX22" fmla="*/ 174121 w 202903"/>
                  <a:gd name="csY22" fmla="*/ 16566 h 109687"/>
                  <a:gd name="csX23" fmla="*/ 171602 w 202903"/>
                  <a:gd name="csY23" fmla="*/ 15211 h 109687"/>
                  <a:gd name="csX24" fmla="*/ 168987 w 202903"/>
                  <a:gd name="csY24" fmla="*/ 13904 h 109687"/>
                  <a:gd name="csX25" fmla="*/ 166278 w 202903"/>
                  <a:gd name="csY25" fmla="*/ 12644 h 109687"/>
                  <a:gd name="csX26" fmla="*/ 163497 w 202903"/>
                  <a:gd name="csY26" fmla="*/ 11456 h 109687"/>
                  <a:gd name="csX27" fmla="*/ 160645 w 202903"/>
                  <a:gd name="csY27" fmla="*/ 10291 h 109687"/>
                  <a:gd name="csX28" fmla="*/ 157722 w 202903"/>
                  <a:gd name="csY28" fmla="*/ 9198 h 109687"/>
                  <a:gd name="csX29" fmla="*/ 154727 w 202903"/>
                  <a:gd name="csY29" fmla="*/ 8176 h 109687"/>
                  <a:gd name="csX30" fmla="*/ 151661 w 202903"/>
                  <a:gd name="csY30" fmla="*/ 7178 h 109687"/>
                  <a:gd name="csX31" fmla="*/ 148523 w 202903"/>
                  <a:gd name="csY31" fmla="*/ 6251 h 109687"/>
                  <a:gd name="csX32" fmla="*/ 145339 w 202903"/>
                  <a:gd name="csY32" fmla="*/ 5395 h 109687"/>
                  <a:gd name="csX33" fmla="*/ 142106 w 202903"/>
                  <a:gd name="csY33" fmla="*/ 4587 h 109687"/>
                  <a:gd name="csX34" fmla="*/ 138826 w 202903"/>
                  <a:gd name="csY34" fmla="*/ 3850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21 h 109687"/>
                  <a:gd name="csX39" fmla="*/ 121785 w 202903"/>
                  <a:gd name="csY39" fmla="*/ 1117 h 109687"/>
                  <a:gd name="csX40" fmla="*/ 118267 w 202903"/>
                  <a:gd name="csY40" fmla="*/ 761 h 109687"/>
                  <a:gd name="csX41" fmla="*/ 114750 w 202903"/>
                  <a:gd name="csY41" fmla="*/ 475 h 109687"/>
                  <a:gd name="csX42" fmla="*/ 111208 w 202903"/>
                  <a:gd name="csY42" fmla="*/ 261 h 109687"/>
                  <a:gd name="csX43" fmla="*/ 107667 w 202903"/>
                  <a:gd name="csY43" fmla="*/ 95 h 109687"/>
                  <a:gd name="csX44" fmla="*/ 104102 w 202903"/>
                  <a:gd name="csY44" fmla="*/ 24 h 109687"/>
                  <a:gd name="csX45" fmla="*/ 100561 w 202903"/>
                  <a:gd name="csY45" fmla="*/ 0 h 109687"/>
                  <a:gd name="csX46" fmla="*/ 96995 w 202903"/>
                  <a:gd name="csY46" fmla="*/ 48 h 109687"/>
                  <a:gd name="csX47" fmla="*/ 93430 w 202903"/>
                  <a:gd name="csY47" fmla="*/ 166 h 109687"/>
                  <a:gd name="csX48" fmla="*/ 89889 w 202903"/>
                  <a:gd name="csY48" fmla="*/ 357 h 109687"/>
                  <a:gd name="csX49" fmla="*/ 86371 w 202903"/>
                  <a:gd name="csY49" fmla="*/ 594 h 109687"/>
                  <a:gd name="csX50" fmla="*/ 82854 w 202903"/>
                  <a:gd name="csY50" fmla="*/ 927 h 109687"/>
                  <a:gd name="csX51" fmla="*/ 79360 w 202903"/>
                  <a:gd name="csY51" fmla="*/ 1307 h 109687"/>
                  <a:gd name="csX52" fmla="*/ 75890 w 202903"/>
                  <a:gd name="csY52" fmla="*/ 1759 h 109687"/>
                  <a:gd name="csX53" fmla="*/ 72467 w 202903"/>
                  <a:gd name="csY53" fmla="*/ 2282 h 109687"/>
                  <a:gd name="csX54" fmla="*/ 69069 w 202903"/>
                  <a:gd name="csY54" fmla="*/ 2852 h 109687"/>
                  <a:gd name="csX55" fmla="*/ 65717 w 202903"/>
                  <a:gd name="csY55" fmla="*/ 3518 h 109687"/>
                  <a:gd name="csX56" fmla="*/ 62414 w 202903"/>
                  <a:gd name="csY56" fmla="*/ 4207 h 109687"/>
                  <a:gd name="csX57" fmla="*/ 59134 w 202903"/>
                  <a:gd name="csY57" fmla="*/ 4991 h 109687"/>
                  <a:gd name="csX58" fmla="*/ 55925 w 202903"/>
                  <a:gd name="csY58" fmla="*/ 5823 h 109687"/>
                  <a:gd name="csX59" fmla="*/ 52788 w 202903"/>
                  <a:gd name="csY59" fmla="*/ 6702 h 109687"/>
                  <a:gd name="csX60" fmla="*/ 49674 w 202903"/>
                  <a:gd name="csY60" fmla="*/ 7677 h 109687"/>
                  <a:gd name="csX61" fmla="*/ 46656 w 202903"/>
                  <a:gd name="csY61" fmla="*/ 8675 h 109687"/>
                  <a:gd name="csX62" fmla="*/ 43685 w 202903"/>
                  <a:gd name="csY62" fmla="*/ 9745 h 109687"/>
                  <a:gd name="csX63" fmla="*/ 40809 w 202903"/>
                  <a:gd name="csY63" fmla="*/ 10862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46 h 109687"/>
                  <a:gd name="csX67" fmla="*/ 30018 w 202903"/>
                  <a:gd name="csY67" fmla="*/ 15877 h 109687"/>
                  <a:gd name="csX68" fmla="*/ 27523 w 202903"/>
                  <a:gd name="csY68" fmla="*/ 17279 h 109687"/>
                  <a:gd name="csX69" fmla="*/ 25122 w 202903"/>
                  <a:gd name="csY69" fmla="*/ 18681 h 109687"/>
                  <a:gd name="csX70" fmla="*/ 22841 w 202903"/>
                  <a:gd name="csY70" fmla="*/ 20155 h 109687"/>
                  <a:gd name="csX71" fmla="*/ 20630 w 202903"/>
                  <a:gd name="csY71" fmla="*/ 21676 h 109687"/>
                  <a:gd name="csX72" fmla="*/ 18539 w 202903"/>
                  <a:gd name="csY72" fmla="*/ 23221 h 109687"/>
                  <a:gd name="csX73" fmla="*/ 16518 w 202903"/>
                  <a:gd name="csY73" fmla="*/ 24813 h 109687"/>
                  <a:gd name="csX74" fmla="*/ 14641 w 202903"/>
                  <a:gd name="csY74" fmla="*/ 26453 h 109687"/>
                  <a:gd name="csX75" fmla="*/ 12834 w 202903"/>
                  <a:gd name="csY75" fmla="*/ 28117 h 109687"/>
                  <a:gd name="csX76" fmla="*/ 11171 w 202903"/>
                  <a:gd name="csY76" fmla="*/ 29805 h 109687"/>
                  <a:gd name="csX77" fmla="*/ 9602 w 202903"/>
                  <a:gd name="csY77" fmla="*/ 31540 h 109687"/>
                  <a:gd name="csX78" fmla="*/ 8129 w 202903"/>
                  <a:gd name="csY78" fmla="*/ 33298 h 109687"/>
                  <a:gd name="csX79" fmla="*/ 6798 w 202903"/>
                  <a:gd name="csY79" fmla="*/ 35081 h 109687"/>
                  <a:gd name="csX80" fmla="*/ 5562 w 202903"/>
                  <a:gd name="csY80" fmla="*/ 36887 h 109687"/>
                  <a:gd name="csX81" fmla="*/ 4468 w 202903"/>
                  <a:gd name="csY81" fmla="*/ 38717 h 109687"/>
                  <a:gd name="csX82" fmla="*/ 3470 w 202903"/>
                  <a:gd name="csY82" fmla="*/ 40571 h 109687"/>
                  <a:gd name="csX83" fmla="*/ 2614 w 202903"/>
                  <a:gd name="csY83" fmla="*/ 42425 h 109687"/>
                  <a:gd name="csX84" fmla="*/ 1854 w 202903"/>
                  <a:gd name="csY84" fmla="*/ 44326 h 109687"/>
                  <a:gd name="csX85" fmla="*/ 1236 w 202903"/>
                  <a:gd name="csY85" fmla="*/ 46204 h 109687"/>
                  <a:gd name="csX86" fmla="*/ 737 w 202903"/>
                  <a:gd name="csY86" fmla="*/ 48106 h 109687"/>
                  <a:gd name="csX87" fmla="*/ 380 w 202903"/>
                  <a:gd name="csY87" fmla="*/ 50031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80 w 202903"/>
                  <a:gd name="csY92" fmla="*/ 59633 h 109687"/>
                  <a:gd name="csX93" fmla="*/ 737 w 202903"/>
                  <a:gd name="csY93" fmla="*/ 61558 h 109687"/>
                  <a:gd name="csX94" fmla="*/ 1236 w 202903"/>
                  <a:gd name="csY94" fmla="*/ 63459 h 109687"/>
                  <a:gd name="csX95" fmla="*/ 1854 w 202903"/>
                  <a:gd name="csY95" fmla="*/ 65361 h 109687"/>
                  <a:gd name="csX96" fmla="*/ 2614 w 202903"/>
                  <a:gd name="csY96" fmla="*/ 67238 h 109687"/>
                  <a:gd name="csX97" fmla="*/ 3470 w 202903"/>
                  <a:gd name="csY97" fmla="*/ 69116 h 109687"/>
                  <a:gd name="csX98" fmla="*/ 4468 w 202903"/>
                  <a:gd name="csY98" fmla="*/ 70970 h 109687"/>
                  <a:gd name="csX99" fmla="*/ 5562 w 202903"/>
                  <a:gd name="csY99" fmla="*/ 72800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602 w 202903"/>
                  <a:gd name="csY102" fmla="*/ 78148 h 109687"/>
                  <a:gd name="csX103" fmla="*/ 11171 w 202903"/>
                  <a:gd name="csY103" fmla="*/ 79859 h 109687"/>
                  <a:gd name="csX104" fmla="*/ 12834 w 202903"/>
                  <a:gd name="csY104" fmla="*/ 81570 h 109687"/>
                  <a:gd name="csX105" fmla="*/ 14641 w 202903"/>
                  <a:gd name="csY105" fmla="*/ 83234 h 109687"/>
                  <a:gd name="csX106" fmla="*/ 16518 w 202903"/>
                  <a:gd name="csY106" fmla="*/ 84850 h 109687"/>
                  <a:gd name="csX107" fmla="*/ 18539 w 202903"/>
                  <a:gd name="csY107" fmla="*/ 86443 h 109687"/>
                  <a:gd name="csX108" fmla="*/ 20630 w 202903"/>
                  <a:gd name="csY108" fmla="*/ 88011 h 109687"/>
                  <a:gd name="csX109" fmla="*/ 22841 w 202903"/>
                  <a:gd name="csY109" fmla="*/ 89509 h 109687"/>
                  <a:gd name="csX110" fmla="*/ 25122 w 202903"/>
                  <a:gd name="csY110" fmla="*/ 90982 h 109687"/>
                  <a:gd name="csX111" fmla="*/ 27523 w 202903"/>
                  <a:gd name="csY111" fmla="*/ 92408 h 109687"/>
                  <a:gd name="csX112" fmla="*/ 30018 w 202903"/>
                  <a:gd name="csY112" fmla="*/ 93787 h 109687"/>
                  <a:gd name="csX113" fmla="*/ 32585 w 202903"/>
                  <a:gd name="csY113" fmla="*/ 95118 h 109687"/>
                  <a:gd name="csX114" fmla="*/ 35247 w 202903"/>
                  <a:gd name="csY114" fmla="*/ 96401 h 109687"/>
                  <a:gd name="csX115" fmla="*/ 37981 w 202903"/>
                  <a:gd name="csY115" fmla="*/ 97637 h 109687"/>
                  <a:gd name="csX116" fmla="*/ 40809 w 202903"/>
                  <a:gd name="csY116" fmla="*/ 98802 h 109687"/>
                  <a:gd name="csX117" fmla="*/ 43685 w 202903"/>
                  <a:gd name="csY117" fmla="*/ 99943 h 109687"/>
                  <a:gd name="csX118" fmla="*/ 46656 w 202903"/>
                  <a:gd name="csY118" fmla="*/ 100988 h 109687"/>
                  <a:gd name="csX119" fmla="*/ 49674 w 202903"/>
                  <a:gd name="csY119" fmla="*/ 102010 h 109687"/>
                  <a:gd name="csX120" fmla="*/ 52788 w 202903"/>
                  <a:gd name="csY120" fmla="*/ 102961 h 109687"/>
                  <a:gd name="csX121" fmla="*/ 55925 w 202903"/>
                  <a:gd name="csY121" fmla="*/ 103864 h 109687"/>
                  <a:gd name="csX122" fmla="*/ 59134 w 202903"/>
                  <a:gd name="csY122" fmla="*/ 104696 h 109687"/>
                  <a:gd name="csX123" fmla="*/ 62414 w 202903"/>
                  <a:gd name="csY123" fmla="*/ 105457 h 109687"/>
                  <a:gd name="csX124" fmla="*/ 65717 w 202903"/>
                  <a:gd name="csY124" fmla="*/ 106170 h 109687"/>
                  <a:gd name="csX125" fmla="*/ 69069 w 202903"/>
                  <a:gd name="csY125" fmla="*/ 106811 h 109687"/>
                  <a:gd name="csX126" fmla="*/ 72467 w 202903"/>
                  <a:gd name="csY126" fmla="*/ 107406 h 109687"/>
                  <a:gd name="csX127" fmla="*/ 75890 w 202903"/>
                  <a:gd name="csY127" fmla="*/ 107905 h 109687"/>
                  <a:gd name="csX128" fmla="*/ 79360 w 202903"/>
                  <a:gd name="csY128" fmla="*/ 108356 h 109687"/>
                  <a:gd name="csX129" fmla="*/ 82854 w 202903"/>
                  <a:gd name="csY129" fmla="*/ 108760 h 109687"/>
                  <a:gd name="csX130" fmla="*/ 86371 w 202903"/>
                  <a:gd name="csY130" fmla="*/ 109069 h 109687"/>
                  <a:gd name="csX131" fmla="*/ 89889 w 202903"/>
                  <a:gd name="csY131" fmla="*/ 109331 h 109687"/>
                  <a:gd name="csX132" fmla="*/ 93430 w 202903"/>
                  <a:gd name="csY132" fmla="*/ 109521 h 109687"/>
                  <a:gd name="csX133" fmla="*/ 96995 w 202903"/>
                  <a:gd name="csY133" fmla="*/ 109640 h 109687"/>
                  <a:gd name="csX134" fmla="*/ 100561 w 202903"/>
                  <a:gd name="csY134" fmla="*/ 109687 h 109687"/>
                  <a:gd name="csX135" fmla="*/ 104102 w 202903"/>
                  <a:gd name="csY135" fmla="*/ 109664 h 109687"/>
                  <a:gd name="csX136" fmla="*/ 107667 w 202903"/>
                  <a:gd name="csY136" fmla="*/ 109568 h 109687"/>
                  <a:gd name="csX137" fmla="*/ 111208 w 202903"/>
                  <a:gd name="csY137" fmla="*/ 109426 h 109687"/>
                  <a:gd name="csX138" fmla="*/ 114750 w 202903"/>
                  <a:gd name="csY138" fmla="*/ 109212 h 109687"/>
                  <a:gd name="csX139" fmla="*/ 118267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42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02 h 109687"/>
                  <a:gd name="csX145" fmla="*/ 138826 w 202903"/>
                  <a:gd name="csY145" fmla="*/ 105813 h 109687"/>
                  <a:gd name="csX146" fmla="*/ 142106 w 202903"/>
                  <a:gd name="csY146" fmla="*/ 105076 h 109687"/>
                  <a:gd name="csX147" fmla="*/ 145339 w 202903"/>
                  <a:gd name="csY147" fmla="*/ 104268 h 109687"/>
                  <a:gd name="csX148" fmla="*/ 148523 w 202903"/>
                  <a:gd name="csY148" fmla="*/ 103413 h 109687"/>
                  <a:gd name="csX149" fmla="*/ 151661 w 202903"/>
                  <a:gd name="csY149" fmla="*/ 102486 h 109687"/>
                  <a:gd name="csX150" fmla="*/ 154727 w 202903"/>
                  <a:gd name="csY150" fmla="*/ 101511 h 109687"/>
                  <a:gd name="csX151" fmla="*/ 157722 w 202903"/>
                  <a:gd name="csY151" fmla="*/ 100465 h 109687"/>
                  <a:gd name="csX152" fmla="*/ 160645 w 202903"/>
                  <a:gd name="csY152" fmla="*/ 99372 h 109687"/>
                  <a:gd name="csX153" fmla="*/ 163497 w 202903"/>
                  <a:gd name="csY153" fmla="*/ 98231 h 109687"/>
                  <a:gd name="csX154" fmla="*/ 166278 w 202903"/>
                  <a:gd name="csY154" fmla="*/ 97019 h 109687"/>
                  <a:gd name="csX155" fmla="*/ 168987 w 202903"/>
                  <a:gd name="csY155" fmla="*/ 95759 h 109687"/>
                  <a:gd name="csX156" fmla="*/ 171602 w 202903"/>
                  <a:gd name="csY156" fmla="*/ 94452 h 109687"/>
                  <a:gd name="csX157" fmla="*/ 174121 w 202903"/>
                  <a:gd name="csY157" fmla="*/ 93098 h 109687"/>
                  <a:gd name="csX158" fmla="*/ 176569 w 202903"/>
                  <a:gd name="csY158" fmla="*/ 91695 h 109687"/>
                  <a:gd name="csX159" fmla="*/ 178898 w 202903"/>
                  <a:gd name="csY159" fmla="*/ 90245 h 109687"/>
                  <a:gd name="csX160" fmla="*/ 181156 w 202903"/>
                  <a:gd name="csY160" fmla="*/ 88772 h 109687"/>
                  <a:gd name="csX161" fmla="*/ 183319 w 202903"/>
                  <a:gd name="csY161" fmla="*/ 87227 h 109687"/>
                  <a:gd name="csX162" fmla="*/ 185363 w 202903"/>
                  <a:gd name="csY162" fmla="*/ 85658 h 109687"/>
                  <a:gd name="csX163" fmla="*/ 187312 w 202903"/>
                  <a:gd name="csY163" fmla="*/ 84042 h 109687"/>
                  <a:gd name="csX164" fmla="*/ 189166 w 202903"/>
                  <a:gd name="csY164" fmla="*/ 82402 h 109687"/>
                  <a:gd name="csX165" fmla="*/ 190901 w 202903"/>
                  <a:gd name="csY165" fmla="*/ 80715 h 109687"/>
                  <a:gd name="csX166" fmla="*/ 192517 w 202903"/>
                  <a:gd name="csY166" fmla="*/ 79003 h 109687"/>
                  <a:gd name="csX167" fmla="*/ 194038 w 202903"/>
                  <a:gd name="csY167" fmla="*/ 77268 h 109687"/>
                  <a:gd name="csX168" fmla="*/ 195441 w 202903"/>
                  <a:gd name="csY168" fmla="*/ 75486 h 109687"/>
                  <a:gd name="csX169" fmla="*/ 196724 w 202903"/>
                  <a:gd name="csY169" fmla="*/ 73703 h 109687"/>
                  <a:gd name="csX170" fmla="*/ 197889 w 202903"/>
                  <a:gd name="csY170" fmla="*/ 71873 h 109687"/>
                  <a:gd name="csX171" fmla="*/ 198934 w 202903"/>
                  <a:gd name="csY171" fmla="*/ 70043 h 109687"/>
                  <a:gd name="csX172" fmla="*/ 199861 w 202903"/>
                  <a:gd name="csY172" fmla="*/ 68189 h 109687"/>
                  <a:gd name="csX173" fmla="*/ 200670 w 202903"/>
                  <a:gd name="csY173" fmla="*/ 66311 h 109687"/>
                  <a:gd name="csX174" fmla="*/ 201335 w 202903"/>
                  <a:gd name="csY174" fmla="*/ 64410 h 109687"/>
                  <a:gd name="csX175" fmla="*/ 201905 w 202903"/>
                  <a:gd name="csY175" fmla="*/ 62509 h 109687"/>
                  <a:gd name="csX176" fmla="*/ 202333 w 202903"/>
                  <a:gd name="csY176" fmla="*/ 60607 h 109687"/>
                  <a:gd name="csX177" fmla="*/ 202642 w 202903"/>
                  <a:gd name="csY177" fmla="*/ 58682 h 109687"/>
                  <a:gd name="csX178" fmla="*/ 202832 w 202903"/>
                  <a:gd name="csY178" fmla="*/ 56757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80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70" y="43376"/>
                    </a:lnTo>
                    <a:lnTo>
                      <a:pt x="199861" y="41498"/>
                    </a:lnTo>
                    <a:lnTo>
                      <a:pt x="198934" y="39644"/>
                    </a:lnTo>
                    <a:lnTo>
                      <a:pt x="197889" y="37790"/>
                    </a:lnTo>
                    <a:lnTo>
                      <a:pt x="196724" y="35984"/>
                    </a:lnTo>
                    <a:lnTo>
                      <a:pt x="195441" y="34178"/>
                    </a:lnTo>
                    <a:lnTo>
                      <a:pt x="194038" y="32419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85"/>
                    </a:lnTo>
                    <a:lnTo>
                      <a:pt x="187312" y="25621"/>
                    </a:lnTo>
                    <a:lnTo>
                      <a:pt x="185363" y="24029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898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44"/>
                    </a:lnTo>
                    <a:lnTo>
                      <a:pt x="163497" y="11456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76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39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21"/>
                    </a:lnTo>
                    <a:lnTo>
                      <a:pt x="121785" y="1117"/>
                    </a:lnTo>
                    <a:lnTo>
                      <a:pt x="118267" y="761"/>
                    </a:lnTo>
                    <a:lnTo>
                      <a:pt x="114750" y="475"/>
                    </a:lnTo>
                    <a:lnTo>
                      <a:pt x="111208" y="261"/>
                    </a:lnTo>
                    <a:lnTo>
                      <a:pt x="107667" y="95"/>
                    </a:lnTo>
                    <a:lnTo>
                      <a:pt x="104102" y="24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57"/>
                    </a:lnTo>
                    <a:lnTo>
                      <a:pt x="86371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518"/>
                    </a:lnTo>
                    <a:lnTo>
                      <a:pt x="62414" y="4207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88" y="6702"/>
                    </a:lnTo>
                    <a:lnTo>
                      <a:pt x="49674" y="7677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809" y="10862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79"/>
                    </a:lnTo>
                    <a:lnTo>
                      <a:pt x="25122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39" y="23221"/>
                    </a:lnTo>
                    <a:lnTo>
                      <a:pt x="16518" y="24813"/>
                    </a:lnTo>
                    <a:lnTo>
                      <a:pt x="14641" y="26453"/>
                    </a:lnTo>
                    <a:lnTo>
                      <a:pt x="12834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71"/>
                    </a:lnTo>
                    <a:lnTo>
                      <a:pt x="2614" y="42425"/>
                    </a:lnTo>
                    <a:lnTo>
                      <a:pt x="1854" y="44326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80" y="50031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80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54" y="65361"/>
                    </a:lnTo>
                    <a:lnTo>
                      <a:pt x="2614" y="67238"/>
                    </a:lnTo>
                    <a:lnTo>
                      <a:pt x="3470" y="69116"/>
                    </a:lnTo>
                    <a:lnTo>
                      <a:pt x="4468" y="70970"/>
                    </a:lnTo>
                    <a:lnTo>
                      <a:pt x="5562" y="72800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602" y="78148"/>
                    </a:lnTo>
                    <a:lnTo>
                      <a:pt x="11171" y="79859"/>
                    </a:lnTo>
                    <a:lnTo>
                      <a:pt x="12834" y="81570"/>
                    </a:lnTo>
                    <a:lnTo>
                      <a:pt x="14641" y="83234"/>
                    </a:lnTo>
                    <a:lnTo>
                      <a:pt x="16518" y="84850"/>
                    </a:lnTo>
                    <a:lnTo>
                      <a:pt x="18539" y="86443"/>
                    </a:lnTo>
                    <a:lnTo>
                      <a:pt x="20630" y="88011"/>
                    </a:lnTo>
                    <a:lnTo>
                      <a:pt x="22841" y="89509"/>
                    </a:lnTo>
                    <a:lnTo>
                      <a:pt x="25122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37"/>
                    </a:lnTo>
                    <a:lnTo>
                      <a:pt x="40809" y="98802"/>
                    </a:lnTo>
                    <a:lnTo>
                      <a:pt x="43685" y="99943"/>
                    </a:lnTo>
                    <a:lnTo>
                      <a:pt x="46656" y="100988"/>
                    </a:lnTo>
                    <a:lnTo>
                      <a:pt x="49674" y="102010"/>
                    </a:lnTo>
                    <a:lnTo>
                      <a:pt x="52788" y="102961"/>
                    </a:lnTo>
                    <a:lnTo>
                      <a:pt x="55925" y="103864"/>
                    </a:lnTo>
                    <a:lnTo>
                      <a:pt x="59134" y="104696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406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60"/>
                    </a:lnTo>
                    <a:lnTo>
                      <a:pt x="86371" y="109069"/>
                    </a:lnTo>
                    <a:lnTo>
                      <a:pt x="89889" y="109331"/>
                    </a:lnTo>
                    <a:lnTo>
                      <a:pt x="93430" y="109521"/>
                    </a:lnTo>
                    <a:lnTo>
                      <a:pt x="96995" y="109640"/>
                    </a:lnTo>
                    <a:lnTo>
                      <a:pt x="100561" y="109687"/>
                    </a:lnTo>
                    <a:lnTo>
                      <a:pt x="104102" y="109664"/>
                    </a:lnTo>
                    <a:lnTo>
                      <a:pt x="107667" y="109568"/>
                    </a:lnTo>
                    <a:lnTo>
                      <a:pt x="111208" y="109426"/>
                    </a:lnTo>
                    <a:lnTo>
                      <a:pt x="114750" y="109212"/>
                    </a:lnTo>
                    <a:lnTo>
                      <a:pt x="118267" y="108927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39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31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898" y="90245"/>
                    </a:lnTo>
                    <a:lnTo>
                      <a:pt x="181156" y="88772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68"/>
                    </a:lnTo>
                    <a:lnTo>
                      <a:pt x="195441" y="75486"/>
                    </a:lnTo>
                    <a:lnTo>
                      <a:pt x="196724" y="73703"/>
                    </a:lnTo>
                    <a:lnTo>
                      <a:pt x="197889" y="71873"/>
                    </a:lnTo>
                    <a:lnTo>
                      <a:pt x="198934" y="70043"/>
                    </a:lnTo>
                    <a:lnTo>
                      <a:pt x="199861" y="68189"/>
                    </a:lnTo>
                    <a:lnTo>
                      <a:pt x="200670" y="66311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607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B8D8F8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09" name="Graphic 2">
                <a:extLst>
                  <a:ext uri="{FF2B5EF4-FFF2-40B4-BE49-F238E27FC236}">
                    <a16:creationId xmlns:a16="http://schemas.microsoft.com/office/drawing/2014/main" id="{863600EC-5B37-93F9-E2E7-9AC78E646ACE}"/>
                  </a:ext>
                </a:extLst>
              </p:cNvPr>
              <p:cNvGrpSpPr/>
              <p:nvPr/>
            </p:nvGrpSpPr>
            <p:grpSpPr>
              <a:xfrm>
                <a:off x="1367807" y="1367597"/>
                <a:ext cx="177210" cy="65693"/>
                <a:chOff x="2644139" y="1367597"/>
                <a:chExt cx="177210" cy="65693"/>
              </a:xfrm>
              <a:solidFill>
                <a:srgbClr val="000000"/>
              </a:solidFill>
            </p:grpSpPr>
            <p:sp>
              <p:nvSpPr>
                <p:cNvPr id="3558" name="Freeform 3557">
                  <a:extLst>
                    <a:ext uri="{FF2B5EF4-FFF2-40B4-BE49-F238E27FC236}">
                      <a16:creationId xmlns:a16="http://schemas.microsoft.com/office/drawing/2014/main" id="{C2BC3BBC-30B1-DA85-2D0E-967C1D3ED2B5}"/>
                    </a:ext>
                  </a:extLst>
                </p:cNvPr>
                <p:cNvSpPr/>
                <p:nvPr/>
              </p:nvSpPr>
              <p:spPr>
                <a:xfrm>
                  <a:off x="2644139" y="1367597"/>
                  <a:ext cx="9697" cy="50577"/>
                </a:xfrm>
                <a:custGeom>
                  <a:avLst/>
                  <a:gdLst>
                    <a:gd name="csX0" fmla="*/ 10131 w 9697"/>
                    <a:gd name="csY0" fmla="*/ 233 h 50577"/>
                    <a:gd name="csX1" fmla="*/ 434 w 9697"/>
                    <a:gd name="csY1" fmla="*/ 233 h 50577"/>
                    <a:gd name="csX2" fmla="*/ 434 w 9697"/>
                    <a:gd name="csY2" fmla="*/ 50810 h 50577"/>
                    <a:gd name="csX3" fmla="*/ 10131 w 9697"/>
                    <a:gd name="csY3" fmla="*/ 50810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9697" h="50577">
                      <a:moveTo>
                        <a:pt x="10131" y="233"/>
                      </a:moveTo>
                      <a:lnTo>
                        <a:pt x="434" y="233"/>
                      </a:lnTo>
                      <a:lnTo>
                        <a:pt x="434" y="50810"/>
                      </a:lnTo>
                      <a:lnTo>
                        <a:pt x="10131" y="508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9" name="Freeform 3558">
                  <a:extLst>
                    <a:ext uri="{FF2B5EF4-FFF2-40B4-BE49-F238E27FC236}">
                      <a16:creationId xmlns:a16="http://schemas.microsoft.com/office/drawing/2014/main" id="{FEFF12EF-0CB0-ED17-08EF-0809FF2EBBFF}"/>
                    </a:ext>
                  </a:extLst>
                </p:cNvPr>
                <p:cNvSpPr/>
                <p:nvPr/>
              </p:nvSpPr>
              <p:spPr>
                <a:xfrm>
                  <a:off x="2662393" y="1367597"/>
                  <a:ext cx="32894" cy="50577"/>
                </a:xfrm>
                <a:custGeom>
                  <a:avLst/>
                  <a:gdLst>
                    <a:gd name="csX0" fmla="*/ 437 w 32894"/>
                    <a:gd name="csY0" fmla="*/ 233 h 50577"/>
                    <a:gd name="csX1" fmla="*/ 437 w 32894"/>
                    <a:gd name="csY1" fmla="*/ 50810 h 50577"/>
                    <a:gd name="csX2" fmla="*/ 10134 w 32894"/>
                    <a:gd name="csY2" fmla="*/ 50810 h 50577"/>
                    <a:gd name="csX3" fmla="*/ 10134 w 32894"/>
                    <a:gd name="csY3" fmla="*/ 28279 h 50577"/>
                    <a:gd name="csX4" fmla="*/ 17645 w 32894"/>
                    <a:gd name="csY4" fmla="*/ 20958 h 50577"/>
                    <a:gd name="csX5" fmla="*/ 22493 w 32894"/>
                    <a:gd name="csY5" fmla="*/ 23240 h 50577"/>
                    <a:gd name="csX6" fmla="*/ 23634 w 32894"/>
                    <a:gd name="csY6" fmla="*/ 27899 h 50577"/>
                    <a:gd name="csX7" fmla="*/ 23634 w 32894"/>
                    <a:gd name="csY7" fmla="*/ 50810 h 50577"/>
                    <a:gd name="csX8" fmla="*/ 33331 w 32894"/>
                    <a:gd name="csY8" fmla="*/ 50810 h 50577"/>
                    <a:gd name="csX9" fmla="*/ 33331 w 32894"/>
                    <a:gd name="csY9" fmla="*/ 25712 h 50577"/>
                    <a:gd name="csX10" fmla="*/ 29528 w 32894"/>
                    <a:gd name="csY10" fmla="*/ 15539 h 50577"/>
                    <a:gd name="csX11" fmla="*/ 21067 w 32894"/>
                    <a:gd name="csY11" fmla="*/ 12687 h 50577"/>
                    <a:gd name="csX12" fmla="*/ 10134 w 32894"/>
                    <a:gd name="csY12" fmla="*/ 18772 h 50577"/>
                    <a:gd name="csX13" fmla="*/ 10134 w 32894"/>
                    <a:gd name="csY13" fmla="*/ 233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2894" h="50577">
                      <a:moveTo>
                        <a:pt x="437" y="233"/>
                      </a:moveTo>
                      <a:lnTo>
                        <a:pt x="437" y="50810"/>
                      </a:lnTo>
                      <a:lnTo>
                        <a:pt x="10134" y="50810"/>
                      </a:lnTo>
                      <a:lnTo>
                        <a:pt x="10134" y="28279"/>
                      </a:lnTo>
                      <a:cubicBezTo>
                        <a:pt x="10134" y="24001"/>
                        <a:pt x="13271" y="20958"/>
                        <a:pt x="17645" y="20958"/>
                      </a:cubicBezTo>
                      <a:cubicBezTo>
                        <a:pt x="19831" y="20958"/>
                        <a:pt x="21352" y="21719"/>
                        <a:pt x="22493" y="23240"/>
                      </a:cubicBezTo>
                      <a:cubicBezTo>
                        <a:pt x="23444" y="24476"/>
                        <a:pt x="23634" y="25522"/>
                        <a:pt x="23634" y="27899"/>
                      </a:cubicBezTo>
                      <a:lnTo>
                        <a:pt x="23634" y="50810"/>
                      </a:lnTo>
                      <a:lnTo>
                        <a:pt x="33331" y="50810"/>
                      </a:lnTo>
                      <a:lnTo>
                        <a:pt x="33331" y="25712"/>
                      </a:lnTo>
                      <a:cubicBezTo>
                        <a:pt x="33331" y="21053"/>
                        <a:pt x="32095" y="17726"/>
                        <a:pt x="29528" y="15539"/>
                      </a:cubicBezTo>
                      <a:cubicBezTo>
                        <a:pt x="27342" y="13733"/>
                        <a:pt x="24204" y="12687"/>
                        <a:pt x="21067" y="12687"/>
                      </a:cubicBezTo>
                      <a:cubicBezTo>
                        <a:pt x="16314" y="12687"/>
                        <a:pt x="12891" y="14589"/>
                        <a:pt x="10134" y="18772"/>
                      </a:cubicBezTo>
                      <a:lnTo>
                        <a:pt x="10134" y="23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0" name="Freeform 3559">
                  <a:extLst>
                    <a:ext uri="{FF2B5EF4-FFF2-40B4-BE49-F238E27FC236}">
                      <a16:creationId xmlns:a16="http://schemas.microsoft.com/office/drawing/2014/main" id="{071ED89A-F1BF-BCFF-279F-B049E2BCFDE2}"/>
                    </a:ext>
                  </a:extLst>
                </p:cNvPr>
                <p:cNvSpPr/>
                <p:nvPr/>
              </p:nvSpPr>
              <p:spPr>
                <a:xfrm>
                  <a:off x="2701277" y="1367597"/>
                  <a:ext cx="20725" cy="50577"/>
                </a:xfrm>
                <a:custGeom>
                  <a:avLst/>
                  <a:gdLst>
                    <a:gd name="csX0" fmla="*/ 21169 w 20725"/>
                    <a:gd name="csY0" fmla="*/ 14113 h 50577"/>
                    <a:gd name="csX1" fmla="*/ 15465 w 20725"/>
                    <a:gd name="csY1" fmla="*/ 14113 h 50577"/>
                    <a:gd name="csX2" fmla="*/ 15465 w 20725"/>
                    <a:gd name="csY2" fmla="*/ 10406 h 50577"/>
                    <a:gd name="csX3" fmla="*/ 18127 w 20725"/>
                    <a:gd name="csY3" fmla="*/ 7458 h 50577"/>
                    <a:gd name="csX4" fmla="*/ 20884 w 20725"/>
                    <a:gd name="csY4" fmla="*/ 7744 h 50577"/>
                    <a:gd name="csX5" fmla="*/ 20884 w 20725"/>
                    <a:gd name="csY5" fmla="*/ 423 h 50577"/>
                    <a:gd name="csX6" fmla="*/ 15275 w 20725"/>
                    <a:gd name="csY6" fmla="*/ 233 h 50577"/>
                    <a:gd name="csX7" fmla="*/ 5768 w 20725"/>
                    <a:gd name="csY7" fmla="*/ 9550 h 50577"/>
                    <a:gd name="csX8" fmla="*/ 5768 w 20725"/>
                    <a:gd name="csY8" fmla="*/ 14113 h 50577"/>
                    <a:gd name="csX9" fmla="*/ 444 w 20725"/>
                    <a:gd name="csY9" fmla="*/ 14113 h 50577"/>
                    <a:gd name="csX10" fmla="*/ 444 w 20725"/>
                    <a:gd name="csY10" fmla="*/ 20578 h 50577"/>
                    <a:gd name="csX11" fmla="*/ 5768 w 20725"/>
                    <a:gd name="csY11" fmla="*/ 20578 h 50577"/>
                    <a:gd name="csX12" fmla="*/ 5768 w 20725"/>
                    <a:gd name="csY12" fmla="*/ 50810 h 50577"/>
                    <a:gd name="csX13" fmla="*/ 15465 w 20725"/>
                    <a:gd name="csY13" fmla="*/ 50810 h 50577"/>
                    <a:gd name="csX14" fmla="*/ 15465 w 20725"/>
                    <a:gd name="csY14" fmla="*/ 20578 h 50577"/>
                    <a:gd name="csX15" fmla="*/ 21169 w 20725"/>
                    <a:gd name="csY15" fmla="*/ 20578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0725" h="50577">
                      <a:moveTo>
                        <a:pt x="21169" y="14113"/>
                      </a:moveTo>
                      <a:lnTo>
                        <a:pt x="15465" y="14113"/>
                      </a:lnTo>
                      <a:lnTo>
                        <a:pt x="15465" y="10406"/>
                      </a:lnTo>
                      <a:cubicBezTo>
                        <a:pt x="15465" y="8504"/>
                        <a:pt x="16321" y="7458"/>
                        <a:pt x="18127" y="7458"/>
                      </a:cubicBezTo>
                      <a:cubicBezTo>
                        <a:pt x="18983" y="7458"/>
                        <a:pt x="19933" y="7553"/>
                        <a:pt x="20884" y="7744"/>
                      </a:cubicBezTo>
                      <a:lnTo>
                        <a:pt x="20884" y="423"/>
                      </a:lnTo>
                      <a:cubicBezTo>
                        <a:pt x="18792" y="328"/>
                        <a:pt x="16796" y="233"/>
                        <a:pt x="15275" y="233"/>
                      </a:cubicBezTo>
                      <a:cubicBezTo>
                        <a:pt x="8905" y="233"/>
                        <a:pt x="5768" y="3275"/>
                        <a:pt x="5768" y="9550"/>
                      </a:cubicBezTo>
                      <a:lnTo>
                        <a:pt x="5768" y="14113"/>
                      </a:lnTo>
                      <a:lnTo>
                        <a:pt x="444" y="14113"/>
                      </a:lnTo>
                      <a:lnTo>
                        <a:pt x="444" y="20578"/>
                      </a:lnTo>
                      <a:lnTo>
                        <a:pt x="5768" y="20578"/>
                      </a:lnTo>
                      <a:lnTo>
                        <a:pt x="5768" y="50810"/>
                      </a:lnTo>
                      <a:lnTo>
                        <a:pt x="15465" y="50810"/>
                      </a:lnTo>
                      <a:lnTo>
                        <a:pt x="15465" y="20578"/>
                      </a:lnTo>
                      <a:lnTo>
                        <a:pt x="21169" y="205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1" name="Freeform 3560">
                  <a:extLst>
                    <a:ext uri="{FF2B5EF4-FFF2-40B4-BE49-F238E27FC236}">
                      <a16:creationId xmlns:a16="http://schemas.microsoft.com/office/drawing/2014/main" id="{0C66E9B0-699F-178C-4595-AD772A1E1594}"/>
                    </a:ext>
                  </a:extLst>
                </p:cNvPr>
                <p:cNvSpPr/>
                <p:nvPr/>
              </p:nvSpPr>
              <p:spPr>
                <a:xfrm>
                  <a:off x="2728657" y="1380051"/>
                  <a:ext cx="35841" cy="53239"/>
                </a:xfrm>
                <a:custGeom>
                  <a:avLst/>
                  <a:gdLst>
                    <a:gd name="csX0" fmla="*/ 10240 w 35841"/>
                    <a:gd name="csY0" fmla="*/ 899 h 53239"/>
                    <a:gd name="csX1" fmla="*/ 448 w 35841"/>
                    <a:gd name="csY1" fmla="*/ 899 h 53239"/>
                    <a:gd name="csX2" fmla="*/ 448 w 35841"/>
                    <a:gd name="csY2" fmla="*/ 53472 h 53239"/>
                    <a:gd name="csX3" fmla="*/ 10240 w 35841"/>
                    <a:gd name="csY3" fmla="*/ 53472 h 53239"/>
                    <a:gd name="csX4" fmla="*/ 10240 w 35841"/>
                    <a:gd name="csY4" fmla="*/ 33888 h 53239"/>
                    <a:gd name="csX5" fmla="*/ 20603 w 35841"/>
                    <a:gd name="csY5" fmla="*/ 40068 h 53239"/>
                    <a:gd name="csX6" fmla="*/ 36289 w 35841"/>
                    <a:gd name="csY6" fmla="*/ 20198 h 53239"/>
                    <a:gd name="csX7" fmla="*/ 32296 w 35841"/>
                    <a:gd name="csY7" fmla="*/ 6127 h 53239"/>
                    <a:gd name="csX8" fmla="*/ 20603 w 35841"/>
                    <a:gd name="csY8" fmla="*/ 233 h 53239"/>
                    <a:gd name="csX9" fmla="*/ 10240 w 35841"/>
                    <a:gd name="csY9" fmla="*/ 6413 h 53239"/>
                    <a:gd name="csX10" fmla="*/ 18416 w 35841"/>
                    <a:gd name="csY10" fmla="*/ 8409 h 53239"/>
                    <a:gd name="csX11" fmla="*/ 26592 w 35841"/>
                    <a:gd name="csY11" fmla="*/ 20293 h 53239"/>
                    <a:gd name="csX12" fmla="*/ 18416 w 35841"/>
                    <a:gd name="csY12" fmla="*/ 31891 h 53239"/>
                    <a:gd name="csX13" fmla="*/ 10240 w 35841"/>
                    <a:gd name="csY13" fmla="*/ 20198 h 53239"/>
                    <a:gd name="csX14" fmla="*/ 18416 w 35841"/>
                    <a:gd name="csY14" fmla="*/ 8409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3239">
                      <a:moveTo>
                        <a:pt x="10240" y="899"/>
                      </a:moveTo>
                      <a:lnTo>
                        <a:pt x="448" y="899"/>
                      </a:lnTo>
                      <a:lnTo>
                        <a:pt x="448" y="53472"/>
                      </a:lnTo>
                      <a:lnTo>
                        <a:pt x="10240" y="53472"/>
                      </a:lnTo>
                      <a:lnTo>
                        <a:pt x="10240" y="33888"/>
                      </a:lnTo>
                      <a:cubicBezTo>
                        <a:pt x="12522" y="38071"/>
                        <a:pt x="15849" y="40068"/>
                        <a:pt x="20603" y="40068"/>
                      </a:cubicBezTo>
                      <a:cubicBezTo>
                        <a:pt x="29634" y="40068"/>
                        <a:pt x="36289" y="31511"/>
                        <a:pt x="36289" y="20198"/>
                      </a:cubicBezTo>
                      <a:cubicBezTo>
                        <a:pt x="36289" y="14874"/>
                        <a:pt x="34768" y="9645"/>
                        <a:pt x="32296" y="6127"/>
                      </a:cubicBezTo>
                      <a:cubicBezTo>
                        <a:pt x="29729" y="2610"/>
                        <a:pt x="25071" y="233"/>
                        <a:pt x="20603" y="233"/>
                      </a:cubicBezTo>
                      <a:cubicBezTo>
                        <a:pt x="15849" y="233"/>
                        <a:pt x="12522" y="2230"/>
                        <a:pt x="10240" y="6413"/>
                      </a:cubicBezTo>
                      <a:close/>
                      <a:moveTo>
                        <a:pt x="18416" y="8409"/>
                      </a:moveTo>
                      <a:cubicBezTo>
                        <a:pt x="23360" y="8409"/>
                        <a:pt x="26592" y="13068"/>
                        <a:pt x="26592" y="20293"/>
                      </a:cubicBezTo>
                      <a:cubicBezTo>
                        <a:pt x="26592" y="27138"/>
                        <a:pt x="23265" y="31891"/>
                        <a:pt x="18416" y="31891"/>
                      </a:cubicBezTo>
                      <a:cubicBezTo>
                        <a:pt x="13472" y="31891"/>
                        <a:pt x="10240" y="27138"/>
                        <a:pt x="10240" y="20198"/>
                      </a:cubicBezTo>
                      <a:cubicBezTo>
                        <a:pt x="10240" y="13068"/>
                        <a:pt x="13472" y="8409"/>
                        <a:pt x="18416" y="840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3" name="Freeform 3562">
                  <a:extLst>
                    <a:ext uri="{FF2B5EF4-FFF2-40B4-BE49-F238E27FC236}">
                      <a16:creationId xmlns:a16="http://schemas.microsoft.com/office/drawing/2014/main" id="{F52046E5-BD53-8794-B3F7-7EE56303EDC6}"/>
                    </a:ext>
                  </a:extLst>
                </p:cNvPr>
                <p:cNvSpPr/>
                <p:nvPr/>
              </p:nvSpPr>
              <p:spPr>
                <a:xfrm>
                  <a:off x="2771914" y="1367597"/>
                  <a:ext cx="9697" cy="50577"/>
                </a:xfrm>
                <a:custGeom>
                  <a:avLst/>
                  <a:gdLst>
                    <a:gd name="csX0" fmla="*/ 10152 w 9697"/>
                    <a:gd name="csY0" fmla="*/ 233 h 50577"/>
                    <a:gd name="csX1" fmla="*/ 455 w 9697"/>
                    <a:gd name="csY1" fmla="*/ 233 h 50577"/>
                    <a:gd name="csX2" fmla="*/ 455 w 9697"/>
                    <a:gd name="csY2" fmla="*/ 50810 h 50577"/>
                    <a:gd name="csX3" fmla="*/ 10152 w 9697"/>
                    <a:gd name="csY3" fmla="*/ 50810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9697" h="50577">
                      <a:moveTo>
                        <a:pt x="10152" y="233"/>
                      </a:moveTo>
                      <a:lnTo>
                        <a:pt x="455" y="233"/>
                      </a:lnTo>
                      <a:lnTo>
                        <a:pt x="455" y="50810"/>
                      </a:lnTo>
                      <a:lnTo>
                        <a:pt x="10152" y="508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64" name="Freeform 3563">
                  <a:extLst>
                    <a:ext uri="{FF2B5EF4-FFF2-40B4-BE49-F238E27FC236}">
                      <a16:creationId xmlns:a16="http://schemas.microsoft.com/office/drawing/2014/main" id="{05F0A28C-6625-504F-4B69-96E57BA3E171}"/>
                    </a:ext>
                  </a:extLst>
                </p:cNvPr>
                <p:cNvSpPr/>
                <p:nvPr/>
              </p:nvSpPr>
              <p:spPr>
                <a:xfrm>
                  <a:off x="2787505" y="1367882"/>
                  <a:ext cx="33845" cy="51908"/>
                </a:xfrm>
                <a:custGeom>
                  <a:avLst/>
                  <a:gdLst>
                    <a:gd name="csX0" fmla="*/ 13482 w 33845"/>
                    <a:gd name="csY0" fmla="*/ 28564 h 51908"/>
                    <a:gd name="csX1" fmla="*/ 19187 w 33845"/>
                    <a:gd name="csY1" fmla="*/ 29039 h 51908"/>
                    <a:gd name="csX2" fmla="*/ 24511 w 33845"/>
                    <a:gd name="csY2" fmla="*/ 36360 h 51908"/>
                    <a:gd name="csX3" fmla="*/ 17285 w 33845"/>
                    <a:gd name="csY3" fmla="*/ 43775 h 51908"/>
                    <a:gd name="csX4" fmla="*/ 9870 w 33845"/>
                    <a:gd name="csY4" fmla="*/ 36075 h 51908"/>
                    <a:gd name="csX5" fmla="*/ 458 w 33845"/>
                    <a:gd name="csY5" fmla="*/ 36075 h 51908"/>
                    <a:gd name="csX6" fmla="*/ 17095 w 33845"/>
                    <a:gd name="csY6" fmla="*/ 52141 h 51908"/>
                    <a:gd name="csX7" fmla="*/ 34303 w 33845"/>
                    <a:gd name="csY7" fmla="*/ 36360 h 51908"/>
                    <a:gd name="csX8" fmla="*/ 26222 w 33845"/>
                    <a:gd name="csY8" fmla="*/ 24191 h 51908"/>
                    <a:gd name="csX9" fmla="*/ 32687 w 33845"/>
                    <a:gd name="csY9" fmla="*/ 13638 h 51908"/>
                    <a:gd name="csX10" fmla="*/ 17095 w 33845"/>
                    <a:gd name="csY10" fmla="*/ 233 h 51908"/>
                    <a:gd name="csX11" fmla="*/ 2264 w 33845"/>
                    <a:gd name="csY11" fmla="*/ 8789 h 51908"/>
                    <a:gd name="csX12" fmla="*/ 1123 w 33845"/>
                    <a:gd name="csY12" fmla="*/ 16775 h 51908"/>
                    <a:gd name="csX13" fmla="*/ 10155 w 33845"/>
                    <a:gd name="csY13" fmla="*/ 16775 h 51908"/>
                    <a:gd name="csX14" fmla="*/ 10916 w 33845"/>
                    <a:gd name="csY14" fmla="*/ 11546 h 51908"/>
                    <a:gd name="csX15" fmla="*/ 16810 w 33845"/>
                    <a:gd name="csY15" fmla="*/ 8124 h 51908"/>
                    <a:gd name="csX16" fmla="*/ 22989 w 33845"/>
                    <a:gd name="csY16" fmla="*/ 14589 h 51908"/>
                    <a:gd name="csX17" fmla="*/ 14338 w 33845"/>
                    <a:gd name="csY17" fmla="*/ 22004 h 51908"/>
                    <a:gd name="csX18" fmla="*/ 13482 w 33845"/>
                    <a:gd name="csY18" fmla="*/ 22004 h 51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845" h="51908">
                      <a:moveTo>
                        <a:pt x="13482" y="28564"/>
                      </a:moveTo>
                      <a:cubicBezTo>
                        <a:pt x="17285" y="28564"/>
                        <a:pt x="17475" y="28564"/>
                        <a:pt x="19187" y="29039"/>
                      </a:cubicBezTo>
                      <a:cubicBezTo>
                        <a:pt x="22514" y="29895"/>
                        <a:pt x="24511" y="32747"/>
                        <a:pt x="24511" y="36360"/>
                      </a:cubicBezTo>
                      <a:cubicBezTo>
                        <a:pt x="24511" y="40733"/>
                        <a:pt x="21468" y="43775"/>
                        <a:pt x="17285" y="43775"/>
                      </a:cubicBezTo>
                      <a:cubicBezTo>
                        <a:pt x="12722" y="43775"/>
                        <a:pt x="10155" y="41113"/>
                        <a:pt x="9870" y="36075"/>
                      </a:cubicBezTo>
                      <a:lnTo>
                        <a:pt x="458" y="36075"/>
                      </a:lnTo>
                      <a:cubicBezTo>
                        <a:pt x="553" y="45962"/>
                        <a:pt x="6923" y="52141"/>
                        <a:pt x="17095" y="52141"/>
                      </a:cubicBezTo>
                      <a:cubicBezTo>
                        <a:pt x="27553" y="52141"/>
                        <a:pt x="34303" y="45962"/>
                        <a:pt x="34303" y="36360"/>
                      </a:cubicBezTo>
                      <a:cubicBezTo>
                        <a:pt x="34303" y="30560"/>
                        <a:pt x="31736" y="26853"/>
                        <a:pt x="26222" y="24191"/>
                      </a:cubicBezTo>
                      <a:cubicBezTo>
                        <a:pt x="30690" y="21339"/>
                        <a:pt x="32687" y="18201"/>
                        <a:pt x="32687" y="13638"/>
                      </a:cubicBezTo>
                      <a:cubicBezTo>
                        <a:pt x="32687" y="5462"/>
                        <a:pt x="26602" y="233"/>
                        <a:pt x="17095" y="233"/>
                      </a:cubicBezTo>
                      <a:cubicBezTo>
                        <a:pt x="9870" y="233"/>
                        <a:pt x="4451" y="3370"/>
                        <a:pt x="2264" y="8789"/>
                      </a:cubicBezTo>
                      <a:cubicBezTo>
                        <a:pt x="1409" y="11071"/>
                        <a:pt x="1123" y="12687"/>
                        <a:pt x="1123" y="16775"/>
                      </a:cubicBezTo>
                      <a:lnTo>
                        <a:pt x="10155" y="16775"/>
                      </a:lnTo>
                      <a:cubicBezTo>
                        <a:pt x="10155" y="14113"/>
                        <a:pt x="10440" y="12877"/>
                        <a:pt x="10916" y="11546"/>
                      </a:cubicBezTo>
                      <a:cubicBezTo>
                        <a:pt x="11771" y="9455"/>
                        <a:pt x="14053" y="8124"/>
                        <a:pt x="16810" y="8124"/>
                      </a:cubicBezTo>
                      <a:cubicBezTo>
                        <a:pt x="20708" y="8124"/>
                        <a:pt x="22989" y="10501"/>
                        <a:pt x="22989" y="14589"/>
                      </a:cubicBezTo>
                      <a:cubicBezTo>
                        <a:pt x="22989" y="19532"/>
                        <a:pt x="20137" y="22004"/>
                        <a:pt x="14338" y="22004"/>
                      </a:cubicBezTo>
                      <a:lnTo>
                        <a:pt x="13482" y="22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31" name="Freeform 3830">
                <a:extLst>
                  <a:ext uri="{FF2B5EF4-FFF2-40B4-BE49-F238E27FC236}">
                    <a16:creationId xmlns:a16="http://schemas.microsoft.com/office/drawing/2014/main" id="{350C0E80-05D3-D510-82D7-26C4CE1022B9}"/>
                  </a:ext>
                </a:extLst>
              </p:cNvPr>
              <p:cNvSpPr/>
              <p:nvPr/>
            </p:nvSpPr>
            <p:spPr>
              <a:xfrm>
                <a:off x="1242053" y="2798867"/>
                <a:ext cx="202903" cy="109663"/>
              </a:xfrm>
              <a:custGeom>
                <a:avLst/>
                <a:gdLst>
                  <a:gd name="csX0" fmla="*/ 202904 w 202903"/>
                  <a:gd name="csY0" fmla="*/ 54832 h 109663"/>
                  <a:gd name="csX1" fmla="*/ 202832 w 202903"/>
                  <a:gd name="csY1" fmla="*/ 52907 h 109663"/>
                  <a:gd name="csX2" fmla="*/ 202642 w 202903"/>
                  <a:gd name="csY2" fmla="*/ 50981 h 109663"/>
                  <a:gd name="csX3" fmla="*/ 202333 w 202903"/>
                  <a:gd name="csY3" fmla="*/ 49056 h 109663"/>
                  <a:gd name="csX4" fmla="*/ 201905 w 202903"/>
                  <a:gd name="csY4" fmla="*/ 47155 h 109663"/>
                  <a:gd name="csX5" fmla="*/ 201335 w 202903"/>
                  <a:gd name="csY5" fmla="*/ 45253 h 109663"/>
                  <a:gd name="csX6" fmla="*/ 200646 w 202903"/>
                  <a:gd name="csY6" fmla="*/ 43376 h 109663"/>
                  <a:gd name="csX7" fmla="*/ 199861 w 202903"/>
                  <a:gd name="csY7" fmla="*/ 41498 h 109663"/>
                  <a:gd name="csX8" fmla="*/ 198934 w 202903"/>
                  <a:gd name="csY8" fmla="*/ 39621 h 109663"/>
                  <a:gd name="csX9" fmla="*/ 197889 w 202903"/>
                  <a:gd name="csY9" fmla="*/ 37790 h 109663"/>
                  <a:gd name="csX10" fmla="*/ 196724 w 202903"/>
                  <a:gd name="csY10" fmla="*/ 35960 h 109663"/>
                  <a:gd name="csX11" fmla="*/ 195441 w 202903"/>
                  <a:gd name="csY11" fmla="*/ 34178 h 109663"/>
                  <a:gd name="csX12" fmla="*/ 194038 w 202903"/>
                  <a:gd name="csY12" fmla="*/ 32395 h 109663"/>
                  <a:gd name="csX13" fmla="*/ 192517 w 202903"/>
                  <a:gd name="csY13" fmla="*/ 30660 h 109663"/>
                  <a:gd name="csX14" fmla="*/ 190901 w 202903"/>
                  <a:gd name="csY14" fmla="*/ 28949 h 109663"/>
                  <a:gd name="csX15" fmla="*/ 189166 w 202903"/>
                  <a:gd name="csY15" fmla="*/ 27261 h 109663"/>
                  <a:gd name="csX16" fmla="*/ 187312 w 202903"/>
                  <a:gd name="csY16" fmla="*/ 25621 h 109663"/>
                  <a:gd name="csX17" fmla="*/ 185363 w 202903"/>
                  <a:gd name="csY17" fmla="*/ 24005 h 109663"/>
                  <a:gd name="csX18" fmla="*/ 183319 w 202903"/>
                  <a:gd name="csY18" fmla="*/ 22437 h 109663"/>
                  <a:gd name="csX19" fmla="*/ 181156 w 202903"/>
                  <a:gd name="csY19" fmla="*/ 20915 h 109663"/>
                  <a:gd name="csX20" fmla="*/ 178898 w 202903"/>
                  <a:gd name="csY20" fmla="*/ 19418 h 109663"/>
                  <a:gd name="csX21" fmla="*/ 176569 w 202903"/>
                  <a:gd name="csY21" fmla="*/ 17968 h 109663"/>
                  <a:gd name="csX22" fmla="*/ 174121 w 202903"/>
                  <a:gd name="csY22" fmla="*/ 16566 h 109663"/>
                  <a:gd name="csX23" fmla="*/ 171602 w 202903"/>
                  <a:gd name="csY23" fmla="*/ 15211 h 109663"/>
                  <a:gd name="csX24" fmla="*/ 168987 w 202903"/>
                  <a:gd name="csY24" fmla="*/ 13904 h 109663"/>
                  <a:gd name="csX25" fmla="*/ 166278 w 202903"/>
                  <a:gd name="csY25" fmla="*/ 12644 h 109663"/>
                  <a:gd name="csX26" fmla="*/ 163497 w 202903"/>
                  <a:gd name="csY26" fmla="*/ 11432 h 109663"/>
                  <a:gd name="csX27" fmla="*/ 160645 w 202903"/>
                  <a:gd name="csY27" fmla="*/ 10291 h 109663"/>
                  <a:gd name="csX28" fmla="*/ 157722 w 202903"/>
                  <a:gd name="csY28" fmla="*/ 9198 h 109663"/>
                  <a:gd name="csX29" fmla="*/ 154727 w 202903"/>
                  <a:gd name="csY29" fmla="*/ 8152 h 109663"/>
                  <a:gd name="csX30" fmla="*/ 151661 w 202903"/>
                  <a:gd name="csY30" fmla="*/ 7178 h 109663"/>
                  <a:gd name="csX31" fmla="*/ 148523 w 202903"/>
                  <a:gd name="csY31" fmla="*/ 6251 h 109663"/>
                  <a:gd name="csX32" fmla="*/ 145339 w 202903"/>
                  <a:gd name="csY32" fmla="*/ 5395 h 109663"/>
                  <a:gd name="csX33" fmla="*/ 142106 w 202903"/>
                  <a:gd name="csY33" fmla="*/ 4587 h 109663"/>
                  <a:gd name="csX34" fmla="*/ 138826 w 202903"/>
                  <a:gd name="csY34" fmla="*/ 3850 h 109663"/>
                  <a:gd name="csX35" fmla="*/ 135499 w 202903"/>
                  <a:gd name="csY35" fmla="*/ 3161 h 109663"/>
                  <a:gd name="csX36" fmla="*/ 132124 w 202903"/>
                  <a:gd name="csY36" fmla="*/ 2543 h 109663"/>
                  <a:gd name="csX37" fmla="*/ 128701 w 202903"/>
                  <a:gd name="csY37" fmla="*/ 1996 h 109663"/>
                  <a:gd name="csX38" fmla="*/ 125255 w 202903"/>
                  <a:gd name="csY38" fmla="*/ 1521 h 109663"/>
                  <a:gd name="csX39" fmla="*/ 121785 w 202903"/>
                  <a:gd name="csY39" fmla="*/ 1093 h 109663"/>
                  <a:gd name="csX40" fmla="*/ 118267 w 202903"/>
                  <a:gd name="csY40" fmla="*/ 737 h 109663"/>
                  <a:gd name="csX41" fmla="*/ 114750 w 202903"/>
                  <a:gd name="csY41" fmla="*/ 452 h 109663"/>
                  <a:gd name="csX42" fmla="*/ 111208 w 202903"/>
                  <a:gd name="csY42" fmla="*/ 238 h 109663"/>
                  <a:gd name="csX43" fmla="*/ 107667 w 202903"/>
                  <a:gd name="csY43" fmla="*/ 95 h 109663"/>
                  <a:gd name="csX44" fmla="*/ 104102 w 202903"/>
                  <a:gd name="csY44" fmla="*/ 0 h 109663"/>
                  <a:gd name="csX45" fmla="*/ 100561 w 202903"/>
                  <a:gd name="csY45" fmla="*/ 0 h 109663"/>
                  <a:gd name="csX46" fmla="*/ 96995 w 202903"/>
                  <a:gd name="csY46" fmla="*/ 48 h 109663"/>
                  <a:gd name="csX47" fmla="*/ 93430 w 202903"/>
                  <a:gd name="csY47" fmla="*/ 166 h 109663"/>
                  <a:gd name="csX48" fmla="*/ 89889 w 202903"/>
                  <a:gd name="csY48" fmla="*/ 333 h 109663"/>
                  <a:gd name="csX49" fmla="*/ 86371 w 202903"/>
                  <a:gd name="csY49" fmla="*/ 594 h 109663"/>
                  <a:gd name="csX50" fmla="*/ 82854 w 202903"/>
                  <a:gd name="csY50" fmla="*/ 927 h 109663"/>
                  <a:gd name="csX51" fmla="*/ 79360 w 202903"/>
                  <a:gd name="csY51" fmla="*/ 1307 h 109663"/>
                  <a:gd name="csX52" fmla="*/ 75890 w 202903"/>
                  <a:gd name="csY52" fmla="*/ 1759 h 109663"/>
                  <a:gd name="csX53" fmla="*/ 72467 w 202903"/>
                  <a:gd name="csY53" fmla="*/ 2282 h 109663"/>
                  <a:gd name="csX54" fmla="*/ 69069 w 202903"/>
                  <a:gd name="csY54" fmla="*/ 2852 h 109663"/>
                  <a:gd name="csX55" fmla="*/ 65717 w 202903"/>
                  <a:gd name="csY55" fmla="*/ 3494 h 109663"/>
                  <a:gd name="csX56" fmla="*/ 62414 w 202903"/>
                  <a:gd name="csY56" fmla="*/ 4207 h 109663"/>
                  <a:gd name="csX57" fmla="*/ 59134 w 202903"/>
                  <a:gd name="csY57" fmla="*/ 4967 h 109663"/>
                  <a:gd name="csX58" fmla="*/ 55925 w 202903"/>
                  <a:gd name="csY58" fmla="*/ 5823 h 109663"/>
                  <a:gd name="csX59" fmla="*/ 52788 w 202903"/>
                  <a:gd name="csY59" fmla="*/ 6702 h 109663"/>
                  <a:gd name="csX60" fmla="*/ 49674 w 202903"/>
                  <a:gd name="csY60" fmla="*/ 7653 h 109663"/>
                  <a:gd name="csX61" fmla="*/ 46656 w 202903"/>
                  <a:gd name="csY61" fmla="*/ 8675 h 109663"/>
                  <a:gd name="csX62" fmla="*/ 43685 w 202903"/>
                  <a:gd name="csY62" fmla="*/ 9745 h 109663"/>
                  <a:gd name="csX63" fmla="*/ 40809 w 202903"/>
                  <a:gd name="csY63" fmla="*/ 10862 h 109663"/>
                  <a:gd name="csX64" fmla="*/ 37981 w 202903"/>
                  <a:gd name="csY64" fmla="*/ 12026 h 109663"/>
                  <a:gd name="csX65" fmla="*/ 35247 w 202903"/>
                  <a:gd name="csY65" fmla="*/ 13262 h 109663"/>
                  <a:gd name="csX66" fmla="*/ 32585 w 202903"/>
                  <a:gd name="csY66" fmla="*/ 14546 h 109663"/>
                  <a:gd name="csX67" fmla="*/ 30018 w 202903"/>
                  <a:gd name="csY67" fmla="*/ 15877 h 109663"/>
                  <a:gd name="csX68" fmla="*/ 27523 w 202903"/>
                  <a:gd name="csY68" fmla="*/ 17255 h 109663"/>
                  <a:gd name="csX69" fmla="*/ 25122 w 202903"/>
                  <a:gd name="csY69" fmla="*/ 18681 h 109663"/>
                  <a:gd name="csX70" fmla="*/ 22841 w 202903"/>
                  <a:gd name="csY70" fmla="*/ 20155 h 109663"/>
                  <a:gd name="csX71" fmla="*/ 20630 w 202903"/>
                  <a:gd name="csY71" fmla="*/ 21676 h 109663"/>
                  <a:gd name="csX72" fmla="*/ 18539 w 202903"/>
                  <a:gd name="csY72" fmla="*/ 23221 h 109663"/>
                  <a:gd name="csX73" fmla="*/ 16518 w 202903"/>
                  <a:gd name="csY73" fmla="*/ 24813 h 109663"/>
                  <a:gd name="csX74" fmla="*/ 14641 w 202903"/>
                  <a:gd name="csY74" fmla="*/ 26453 h 109663"/>
                  <a:gd name="csX75" fmla="*/ 12834 w 202903"/>
                  <a:gd name="csY75" fmla="*/ 28117 h 109663"/>
                  <a:gd name="csX76" fmla="*/ 11171 w 202903"/>
                  <a:gd name="csY76" fmla="*/ 29805 h 109663"/>
                  <a:gd name="csX77" fmla="*/ 9602 w 202903"/>
                  <a:gd name="csY77" fmla="*/ 31540 h 109663"/>
                  <a:gd name="csX78" fmla="*/ 8129 w 202903"/>
                  <a:gd name="csY78" fmla="*/ 33298 h 109663"/>
                  <a:gd name="csX79" fmla="*/ 6798 w 202903"/>
                  <a:gd name="csY79" fmla="*/ 35081 h 109663"/>
                  <a:gd name="csX80" fmla="*/ 5562 w 202903"/>
                  <a:gd name="csY80" fmla="*/ 36887 h 109663"/>
                  <a:gd name="csX81" fmla="*/ 4468 w 202903"/>
                  <a:gd name="csY81" fmla="*/ 38717 h 109663"/>
                  <a:gd name="csX82" fmla="*/ 3470 w 202903"/>
                  <a:gd name="csY82" fmla="*/ 40547 h 109663"/>
                  <a:gd name="csX83" fmla="*/ 2614 w 202903"/>
                  <a:gd name="csY83" fmla="*/ 42425 h 109663"/>
                  <a:gd name="csX84" fmla="*/ 1854 w 202903"/>
                  <a:gd name="csY84" fmla="*/ 44303 h 109663"/>
                  <a:gd name="csX85" fmla="*/ 1236 w 202903"/>
                  <a:gd name="csY85" fmla="*/ 46204 h 109663"/>
                  <a:gd name="csX86" fmla="*/ 737 w 202903"/>
                  <a:gd name="csY86" fmla="*/ 48106 h 109663"/>
                  <a:gd name="csX87" fmla="*/ 380 w 202903"/>
                  <a:gd name="csY87" fmla="*/ 50031 h 109663"/>
                  <a:gd name="csX88" fmla="*/ 119 w 202903"/>
                  <a:gd name="csY88" fmla="*/ 51932 h 109663"/>
                  <a:gd name="csX89" fmla="*/ 0 w 202903"/>
                  <a:gd name="csY89" fmla="*/ 53857 h 109663"/>
                  <a:gd name="csX90" fmla="*/ 0 w 202903"/>
                  <a:gd name="csY90" fmla="*/ 55782 h 109663"/>
                  <a:gd name="csX91" fmla="*/ 119 w 202903"/>
                  <a:gd name="csY91" fmla="*/ 57708 h 109663"/>
                  <a:gd name="csX92" fmla="*/ 380 w 202903"/>
                  <a:gd name="csY92" fmla="*/ 59633 h 109663"/>
                  <a:gd name="csX93" fmla="*/ 737 w 202903"/>
                  <a:gd name="csY93" fmla="*/ 61558 h 109663"/>
                  <a:gd name="csX94" fmla="*/ 1236 w 202903"/>
                  <a:gd name="csY94" fmla="*/ 63459 h 109663"/>
                  <a:gd name="csX95" fmla="*/ 1854 w 202903"/>
                  <a:gd name="csY95" fmla="*/ 65361 h 109663"/>
                  <a:gd name="csX96" fmla="*/ 2614 w 202903"/>
                  <a:gd name="csY96" fmla="*/ 67238 h 109663"/>
                  <a:gd name="csX97" fmla="*/ 3470 w 202903"/>
                  <a:gd name="csY97" fmla="*/ 69092 h 109663"/>
                  <a:gd name="csX98" fmla="*/ 4468 w 202903"/>
                  <a:gd name="csY98" fmla="*/ 70946 h 109663"/>
                  <a:gd name="csX99" fmla="*/ 5562 w 202903"/>
                  <a:gd name="csY99" fmla="*/ 72776 h 109663"/>
                  <a:gd name="csX100" fmla="*/ 6798 w 202903"/>
                  <a:gd name="csY100" fmla="*/ 74583 h 109663"/>
                  <a:gd name="csX101" fmla="*/ 8129 w 202903"/>
                  <a:gd name="csY101" fmla="*/ 76365 h 109663"/>
                  <a:gd name="csX102" fmla="*/ 9602 w 202903"/>
                  <a:gd name="csY102" fmla="*/ 78124 h 109663"/>
                  <a:gd name="csX103" fmla="*/ 11171 w 202903"/>
                  <a:gd name="csY103" fmla="*/ 79859 h 109663"/>
                  <a:gd name="csX104" fmla="*/ 12834 w 202903"/>
                  <a:gd name="csY104" fmla="*/ 81546 h 109663"/>
                  <a:gd name="csX105" fmla="*/ 14641 w 202903"/>
                  <a:gd name="csY105" fmla="*/ 83210 h 109663"/>
                  <a:gd name="csX106" fmla="*/ 16518 w 202903"/>
                  <a:gd name="csY106" fmla="*/ 84850 h 109663"/>
                  <a:gd name="csX107" fmla="*/ 18539 w 202903"/>
                  <a:gd name="csY107" fmla="*/ 86443 h 109663"/>
                  <a:gd name="csX108" fmla="*/ 20630 w 202903"/>
                  <a:gd name="csY108" fmla="*/ 87988 h 109663"/>
                  <a:gd name="csX109" fmla="*/ 22841 w 202903"/>
                  <a:gd name="csY109" fmla="*/ 89509 h 109663"/>
                  <a:gd name="csX110" fmla="*/ 25122 w 202903"/>
                  <a:gd name="csY110" fmla="*/ 90982 h 109663"/>
                  <a:gd name="csX111" fmla="*/ 27523 w 202903"/>
                  <a:gd name="csY111" fmla="*/ 92408 h 109663"/>
                  <a:gd name="csX112" fmla="*/ 30018 w 202903"/>
                  <a:gd name="csY112" fmla="*/ 93787 h 109663"/>
                  <a:gd name="csX113" fmla="*/ 32585 w 202903"/>
                  <a:gd name="csY113" fmla="*/ 95118 h 109663"/>
                  <a:gd name="csX114" fmla="*/ 35247 w 202903"/>
                  <a:gd name="csY114" fmla="*/ 96401 h 109663"/>
                  <a:gd name="csX115" fmla="*/ 37981 w 202903"/>
                  <a:gd name="csY115" fmla="*/ 97613 h 109663"/>
                  <a:gd name="csX116" fmla="*/ 40809 w 202903"/>
                  <a:gd name="csY116" fmla="*/ 98802 h 109663"/>
                  <a:gd name="csX117" fmla="*/ 43685 w 202903"/>
                  <a:gd name="csY117" fmla="*/ 99919 h 109663"/>
                  <a:gd name="csX118" fmla="*/ 46656 w 202903"/>
                  <a:gd name="csY118" fmla="*/ 100988 h 109663"/>
                  <a:gd name="csX119" fmla="*/ 49674 w 202903"/>
                  <a:gd name="csY119" fmla="*/ 102010 h 109663"/>
                  <a:gd name="csX120" fmla="*/ 52788 w 202903"/>
                  <a:gd name="csY120" fmla="*/ 102961 h 109663"/>
                  <a:gd name="csX121" fmla="*/ 55925 w 202903"/>
                  <a:gd name="csY121" fmla="*/ 103840 h 109663"/>
                  <a:gd name="csX122" fmla="*/ 59134 w 202903"/>
                  <a:gd name="csY122" fmla="*/ 104672 h 109663"/>
                  <a:gd name="csX123" fmla="*/ 62414 w 202903"/>
                  <a:gd name="csY123" fmla="*/ 105457 h 109663"/>
                  <a:gd name="csX124" fmla="*/ 65717 w 202903"/>
                  <a:gd name="csY124" fmla="*/ 106170 h 109663"/>
                  <a:gd name="csX125" fmla="*/ 69069 w 202903"/>
                  <a:gd name="csY125" fmla="*/ 106811 h 109663"/>
                  <a:gd name="csX126" fmla="*/ 72467 w 202903"/>
                  <a:gd name="csY126" fmla="*/ 107382 h 109663"/>
                  <a:gd name="csX127" fmla="*/ 75890 w 202903"/>
                  <a:gd name="csY127" fmla="*/ 107905 h 109663"/>
                  <a:gd name="csX128" fmla="*/ 79360 w 202903"/>
                  <a:gd name="csY128" fmla="*/ 108356 h 109663"/>
                  <a:gd name="csX129" fmla="*/ 82854 w 202903"/>
                  <a:gd name="csY129" fmla="*/ 108737 h 109663"/>
                  <a:gd name="csX130" fmla="*/ 86371 w 202903"/>
                  <a:gd name="csY130" fmla="*/ 109069 h 109663"/>
                  <a:gd name="csX131" fmla="*/ 89889 w 202903"/>
                  <a:gd name="csY131" fmla="*/ 109307 h 109663"/>
                  <a:gd name="csX132" fmla="*/ 93430 w 202903"/>
                  <a:gd name="csY132" fmla="*/ 109497 h 109663"/>
                  <a:gd name="csX133" fmla="*/ 96995 w 202903"/>
                  <a:gd name="csY133" fmla="*/ 109616 h 109663"/>
                  <a:gd name="csX134" fmla="*/ 100561 w 202903"/>
                  <a:gd name="csY134" fmla="*/ 109664 h 109663"/>
                  <a:gd name="csX135" fmla="*/ 104102 w 202903"/>
                  <a:gd name="csY135" fmla="*/ 109664 h 109663"/>
                  <a:gd name="csX136" fmla="*/ 107667 w 202903"/>
                  <a:gd name="csY136" fmla="*/ 109568 h 109663"/>
                  <a:gd name="csX137" fmla="*/ 111208 w 202903"/>
                  <a:gd name="csY137" fmla="*/ 109426 h 109663"/>
                  <a:gd name="csX138" fmla="*/ 114750 w 202903"/>
                  <a:gd name="csY138" fmla="*/ 109188 h 109663"/>
                  <a:gd name="csX139" fmla="*/ 118267 w 202903"/>
                  <a:gd name="csY139" fmla="*/ 108903 h 109663"/>
                  <a:gd name="csX140" fmla="*/ 121785 w 202903"/>
                  <a:gd name="csY140" fmla="*/ 108570 h 109663"/>
                  <a:gd name="csX141" fmla="*/ 125255 w 202903"/>
                  <a:gd name="csY141" fmla="*/ 108142 h 109663"/>
                  <a:gd name="csX142" fmla="*/ 128701 w 202903"/>
                  <a:gd name="csY142" fmla="*/ 107667 h 109663"/>
                  <a:gd name="csX143" fmla="*/ 132124 w 202903"/>
                  <a:gd name="csY143" fmla="*/ 107097 h 109663"/>
                  <a:gd name="csX144" fmla="*/ 135499 w 202903"/>
                  <a:gd name="csY144" fmla="*/ 106502 h 109663"/>
                  <a:gd name="csX145" fmla="*/ 138826 w 202903"/>
                  <a:gd name="csY145" fmla="*/ 105813 h 109663"/>
                  <a:gd name="csX146" fmla="*/ 142106 w 202903"/>
                  <a:gd name="csY146" fmla="*/ 105076 h 109663"/>
                  <a:gd name="csX147" fmla="*/ 145339 w 202903"/>
                  <a:gd name="csY147" fmla="*/ 104268 h 109663"/>
                  <a:gd name="csX148" fmla="*/ 148523 w 202903"/>
                  <a:gd name="csY148" fmla="*/ 103413 h 109663"/>
                  <a:gd name="csX149" fmla="*/ 151661 w 202903"/>
                  <a:gd name="csY149" fmla="*/ 102486 h 109663"/>
                  <a:gd name="csX150" fmla="*/ 154727 w 202903"/>
                  <a:gd name="csY150" fmla="*/ 101511 h 109663"/>
                  <a:gd name="csX151" fmla="*/ 157722 w 202903"/>
                  <a:gd name="csY151" fmla="*/ 100465 h 109663"/>
                  <a:gd name="csX152" fmla="*/ 160645 w 202903"/>
                  <a:gd name="csY152" fmla="*/ 99372 h 109663"/>
                  <a:gd name="csX153" fmla="*/ 163497 w 202903"/>
                  <a:gd name="csY153" fmla="*/ 98208 h 109663"/>
                  <a:gd name="csX154" fmla="*/ 166278 w 202903"/>
                  <a:gd name="csY154" fmla="*/ 97019 h 109663"/>
                  <a:gd name="csX155" fmla="*/ 168987 w 202903"/>
                  <a:gd name="csY155" fmla="*/ 95759 h 109663"/>
                  <a:gd name="csX156" fmla="*/ 171602 w 202903"/>
                  <a:gd name="csY156" fmla="*/ 94452 h 109663"/>
                  <a:gd name="csX157" fmla="*/ 174121 w 202903"/>
                  <a:gd name="csY157" fmla="*/ 93098 h 109663"/>
                  <a:gd name="csX158" fmla="*/ 176569 w 202903"/>
                  <a:gd name="csY158" fmla="*/ 91695 h 109663"/>
                  <a:gd name="csX159" fmla="*/ 178898 w 202903"/>
                  <a:gd name="csY159" fmla="*/ 90245 h 109663"/>
                  <a:gd name="csX160" fmla="*/ 181156 w 202903"/>
                  <a:gd name="csY160" fmla="*/ 88748 h 109663"/>
                  <a:gd name="csX161" fmla="*/ 183319 w 202903"/>
                  <a:gd name="csY161" fmla="*/ 87227 h 109663"/>
                  <a:gd name="csX162" fmla="*/ 185363 w 202903"/>
                  <a:gd name="csY162" fmla="*/ 85658 h 109663"/>
                  <a:gd name="csX163" fmla="*/ 187312 w 202903"/>
                  <a:gd name="csY163" fmla="*/ 84042 h 109663"/>
                  <a:gd name="csX164" fmla="*/ 189166 w 202903"/>
                  <a:gd name="csY164" fmla="*/ 82402 h 109663"/>
                  <a:gd name="csX165" fmla="*/ 190901 w 202903"/>
                  <a:gd name="csY165" fmla="*/ 80715 h 109663"/>
                  <a:gd name="csX166" fmla="*/ 192517 w 202903"/>
                  <a:gd name="csY166" fmla="*/ 79003 h 109663"/>
                  <a:gd name="csX167" fmla="*/ 194038 w 202903"/>
                  <a:gd name="csY167" fmla="*/ 77245 h 109663"/>
                  <a:gd name="csX168" fmla="*/ 195441 w 202903"/>
                  <a:gd name="csY168" fmla="*/ 75486 h 109663"/>
                  <a:gd name="csX169" fmla="*/ 196724 w 202903"/>
                  <a:gd name="csY169" fmla="*/ 73679 h 109663"/>
                  <a:gd name="csX170" fmla="*/ 197889 w 202903"/>
                  <a:gd name="csY170" fmla="*/ 71873 h 109663"/>
                  <a:gd name="csX171" fmla="*/ 198934 w 202903"/>
                  <a:gd name="csY171" fmla="*/ 70019 h 109663"/>
                  <a:gd name="csX172" fmla="*/ 199861 w 202903"/>
                  <a:gd name="csY172" fmla="*/ 68165 h 109663"/>
                  <a:gd name="csX173" fmla="*/ 200646 w 202903"/>
                  <a:gd name="csY173" fmla="*/ 66288 h 109663"/>
                  <a:gd name="csX174" fmla="*/ 201335 w 202903"/>
                  <a:gd name="csY174" fmla="*/ 64410 h 109663"/>
                  <a:gd name="csX175" fmla="*/ 201905 w 202903"/>
                  <a:gd name="csY175" fmla="*/ 62509 h 109663"/>
                  <a:gd name="csX176" fmla="*/ 202333 w 202903"/>
                  <a:gd name="csY176" fmla="*/ 60584 h 109663"/>
                  <a:gd name="csX177" fmla="*/ 202642 w 202903"/>
                  <a:gd name="csY177" fmla="*/ 58682 h 109663"/>
                  <a:gd name="csX178" fmla="*/ 202832 w 202903"/>
                  <a:gd name="csY178" fmla="*/ 56757 h 109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63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56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46" y="43376"/>
                    </a:lnTo>
                    <a:lnTo>
                      <a:pt x="199861" y="41498"/>
                    </a:lnTo>
                    <a:lnTo>
                      <a:pt x="198934" y="39621"/>
                    </a:lnTo>
                    <a:lnTo>
                      <a:pt x="197889" y="37790"/>
                    </a:lnTo>
                    <a:lnTo>
                      <a:pt x="196724" y="35960"/>
                    </a:lnTo>
                    <a:lnTo>
                      <a:pt x="195441" y="34178"/>
                    </a:lnTo>
                    <a:lnTo>
                      <a:pt x="194038" y="32395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61"/>
                    </a:lnTo>
                    <a:lnTo>
                      <a:pt x="187312" y="25621"/>
                    </a:lnTo>
                    <a:lnTo>
                      <a:pt x="185363" y="24005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898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44"/>
                    </a:lnTo>
                    <a:lnTo>
                      <a:pt x="163497" y="11432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52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39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61"/>
                    </a:lnTo>
                    <a:lnTo>
                      <a:pt x="132124" y="2543"/>
                    </a:lnTo>
                    <a:lnTo>
                      <a:pt x="128701" y="1996"/>
                    </a:lnTo>
                    <a:lnTo>
                      <a:pt x="125255" y="1521"/>
                    </a:lnTo>
                    <a:lnTo>
                      <a:pt x="121785" y="1093"/>
                    </a:lnTo>
                    <a:lnTo>
                      <a:pt x="118267" y="737"/>
                    </a:lnTo>
                    <a:lnTo>
                      <a:pt x="114750" y="452"/>
                    </a:lnTo>
                    <a:lnTo>
                      <a:pt x="111208" y="238"/>
                    </a:lnTo>
                    <a:lnTo>
                      <a:pt x="107667" y="95"/>
                    </a:lnTo>
                    <a:lnTo>
                      <a:pt x="104102" y="0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33"/>
                    </a:lnTo>
                    <a:lnTo>
                      <a:pt x="86371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414" y="4207"/>
                    </a:lnTo>
                    <a:lnTo>
                      <a:pt x="59134" y="4967"/>
                    </a:lnTo>
                    <a:lnTo>
                      <a:pt x="55925" y="5823"/>
                    </a:lnTo>
                    <a:lnTo>
                      <a:pt x="52788" y="6702"/>
                    </a:lnTo>
                    <a:lnTo>
                      <a:pt x="49674" y="7653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809" y="10862"/>
                    </a:lnTo>
                    <a:lnTo>
                      <a:pt x="37981" y="12026"/>
                    </a:lnTo>
                    <a:lnTo>
                      <a:pt x="35247" y="13262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55"/>
                    </a:lnTo>
                    <a:lnTo>
                      <a:pt x="25122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39" y="23221"/>
                    </a:lnTo>
                    <a:lnTo>
                      <a:pt x="16518" y="24813"/>
                    </a:lnTo>
                    <a:lnTo>
                      <a:pt x="14641" y="26453"/>
                    </a:lnTo>
                    <a:lnTo>
                      <a:pt x="12834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47"/>
                    </a:lnTo>
                    <a:lnTo>
                      <a:pt x="2614" y="42425"/>
                    </a:lnTo>
                    <a:lnTo>
                      <a:pt x="1854" y="44303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80" y="50031"/>
                    </a:lnTo>
                    <a:lnTo>
                      <a:pt x="119" y="51932"/>
                    </a:lnTo>
                    <a:lnTo>
                      <a:pt x="0" y="53857"/>
                    </a:lnTo>
                    <a:lnTo>
                      <a:pt x="0" y="55782"/>
                    </a:lnTo>
                    <a:lnTo>
                      <a:pt x="119" y="57708"/>
                    </a:lnTo>
                    <a:lnTo>
                      <a:pt x="380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54" y="65361"/>
                    </a:lnTo>
                    <a:lnTo>
                      <a:pt x="2614" y="67238"/>
                    </a:lnTo>
                    <a:lnTo>
                      <a:pt x="3470" y="69092"/>
                    </a:lnTo>
                    <a:lnTo>
                      <a:pt x="4468" y="70946"/>
                    </a:lnTo>
                    <a:lnTo>
                      <a:pt x="5562" y="72776"/>
                    </a:lnTo>
                    <a:lnTo>
                      <a:pt x="6798" y="74583"/>
                    </a:lnTo>
                    <a:lnTo>
                      <a:pt x="8129" y="76365"/>
                    </a:lnTo>
                    <a:lnTo>
                      <a:pt x="9602" y="78124"/>
                    </a:lnTo>
                    <a:lnTo>
                      <a:pt x="11171" y="79859"/>
                    </a:lnTo>
                    <a:lnTo>
                      <a:pt x="12834" y="81546"/>
                    </a:lnTo>
                    <a:lnTo>
                      <a:pt x="14641" y="83210"/>
                    </a:lnTo>
                    <a:lnTo>
                      <a:pt x="16518" y="84850"/>
                    </a:lnTo>
                    <a:lnTo>
                      <a:pt x="18539" y="86443"/>
                    </a:lnTo>
                    <a:lnTo>
                      <a:pt x="20630" y="87988"/>
                    </a:lnTo>
                    <a:lnTo>
                      <a:pt x="22841" y="89509"/>
                    </a:lnTo>
                    <a:lnTo>
                      <a:pt x="25122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13"/>
                    </a:lnTo>
                    <a:lnTo>
                      <a:pt x="40809" y="98802"/>
                    </a:lnTo>
                    <a:lnTo>
                      <a:pt x="43685" y="99919"/>
                    </a:lnTo>
                    <a:lnTo>
                      <a:pt x="46656" y="100988"/>
                    </a:lnTo>
                    <a:lnTo>
                      <a:pt x="49674" y="102010"/>
                    </a:lnTo>
                    <a:lnTo>
                      <a:pt x="52788" y="102961"/>
                    </a:lnTo>
                    <a:lnTo>
                      <a:pt x="55925" y="103840"/>
                    </a:lnTo>
                    <a:lnTo>
                      <a:pt x="59134" y="104672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382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37"/>
                    </a:lnTo>
                    <a:lnTo>
                      <a:pt x="86371" y="109069"/>
                    </a:lnTo>
                    <a:lnTo>
                      <a:pt x="89889" y="109307"/>
                    </a:lnTo>
                    <a:lnTo>
                      <a:pt x="93430" y="109497"/>
                    </a:lnTo>
                    <a:lnTo>
                      <a:pt x="96995" y="109616"/>
                    </a:lnTo>
                    <a:lnTo>
                      <a:pt x="100561" y="109664"/>
                    </a:lnTo>
                    <a:lnTo>
                      <a:pt x="104102" y="109664"/>
                    </a:lnTo>
                    <a:lnTo>
                      <a:pt x="107667" y="109568"/>
                    </a:lnTo>
                    <a:lnTo>
                      <a:pt x="111208" y="109426"/>
                    </a:lnTo>
                    <a:lnTo>
                      <a:pt x="114750" y="109188"/>
                    </a:lnTo>
                    <a:lnTo>
                      <a:pt x="118267" y="108903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097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39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08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898" y="90245"/>
                    </a:lnTo>
                    <a:lnTo>
                      <a:pt x="181156" y="88748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45"/>
                    </a:lnTo>
                    <a:lnTo>
                      <a:pt x="195441" y="75486"/>
                    </a:lnTo>
                    <a:lnTo>
                      <a:pt x="196724" y="73679"/>
                    </a:lnTo>
                    <a:lnTo>
                      <a:pt x="197889" y="71873"/>
                    </a:lnTo>
                    <a:lnTo>
                      <a:pt x="198934" y="70019"/>
                    </a:lnTo>
                    <a:lnTo>
                      <a:pt x="199861" y="68165"/>
                    </a:lnTo>
                    <a:lnTo>
                      <a:pt x="200646" y="66288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584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B8D8F8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34" name="Graphic 2">
                <a:extLst>
                  <a:ext uri="{FF2B5EF4-FFF2-40B4-BE49-F238E27FC236}">
                    <a16:creationId xmlns:a16="http://schemas.microsoft.com/office/drawing/2014/main" id="{E2CB2595-0FA2-9B93-E30B-78C178559CF3}"/>
                  </a:ext>
                </a:extLst>
              </p:cNvPr>
              <p:cNvGrpSpPr/>
              <p:nvPr/>
            </p:nvGrpSpPr>
            <p:grpSpPr>
              <a:xfrm>
                <a:off x="1250134" y="2818511"/>
                <a:ext cx="190425" cy="64362"/>
                <a:chOff x="2526466" y="2818511"/>
                <a:chExt cx="190425" cy="64362"/>
              </a:xfrm>
              <a:solidFill>
                <a:srgbClr val="000000"/>
              </a:solidFill>
            </p:grpSpPr>
            <p:sp>
              <p:nvSpPr>
                <p:cNvPr id="3553" name="Freeform 3552">
                  <a:extLst>
                    <a:ext uri="{FF2B5EF4-FFF2-40B4-BE49-F238E27FC236}">
                      <a16:creationId xmlns:a16="http://schemas.microsoft.com/office/drawing/2014/main" id="{E5AD524E-18AE-4CDF-BCC5-F128D54FDFF1}"/>
                    </a:ext>
                  </a:extLst>
                </p:cNvPr>
                <p:cNvSpPr/>
                <p:nvPr/>
              </p:nvSpPr>
              <p:spPr>
                <a:xfrm>
                  <a:off x="2526466" y="2829634"/>
                  <a:ext cx="35841" cy="53239"/>
                </a:xfrm>
                <a:custGeom>
                  <a:avLst/>
                  <a:gdLst>
                    <a:gd name="csX0" fmla="*/ 10207 w 35841"/>
                    <a:gd name="csY0" fmla="*/ 1137 h 53239"/>
                    <a:gd name="csX1" fmla="*/ 415 w 35841"/>
                    <a:gd name="csY1" fmla="*/ 1137 h 53239"/>
                    <a:gd name="csX2" fmla="*/ 415 w 35841"/>
                    <a:gd name="csY2" fmla="*/ 53711 h 53239"/>
                    <a:gd name="csX3" fmla="*/ 10207 w 35841"/>
                    <a:gd name="csY3" fmla="*/ 53711 h 53239"/>
                    <a:gd name="csX4" fmla="*/ 10207 w 35841"/>
                    <a:gd name="csY4" fmla="*/ 34126 h 53239"/>
                    <a:gd name="csX5" fmla="*/ 20569 w 35841"/>
                    <a:gd name="csY5" fmla="*/ 40306 h 53239"/>
                    <a:gd name="csX6" fmla="*/ 36256 w 35841"/>
                    <a:gd name="csY6" fmla="*/ 20436 h 53239"/>
                    <a:gd name="csX7" fmla="*/ 32263 w 35841"/>
                    <a:gd name="csY7" fmla="*/ 6366 h 53239"/>
                    <a:gd name="csX8" fmla="*/ 20569 w 35841"/>
                    <a:gd name="csY8" fmla="*/ 471 h 53239"/>
                    <a:gd name="csX9" fmla="*/ 10207 w 35841"/>
                    <a:gd name="csY9" fmla="*/ 6651 h 53239"/>
                    <a:gd name="csX10" fmla="*/ 18383 w 35841"/>
                    <a:gd name="csY10" fmla="*/ 8647 h 53239"/>
                    <a:gd name="csX11" fmla="*/ 26559 w 35841"/>
                    <a:gd name="csY11" fmla="*/ 20531 h 53239"/>
                    <a:gd name="csX12" fmla="*/ 18383 w 35841"/>
                    <a:gd name="csY12" fmla="*/ 32130 h 53239"/>
                    <a:gd name="csX13" fmla="*/ 10207 w 35841"/>
                    <a:gd name="csY13" fmla="*/ 20436 h 53239"/>
                    <a:gd name="csX14" fmla="*/ 18383 w 35841"/>
                    <a:gd name="csY14" fmla="*/ 8647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3239">
                      <a:moveTo>
                        <a:pt x="10207" y="1137"/>
                      </a:moveTo>
                      <a:lnTo>
                        <a:pt x="415" y="1137"/>
                      </a:lnTo>
                      <a:lnTo>
                        <a:pt x="415" y="53711"/>
                      </a:lnTo>
                      <a:lnTo>
                        <a:pt x="10207" y="53711"/>
                      </a:lnTo>
                      <a:lnTo>
                        <a:pt x="10207" y="34126"/>
                      </a:lnTo>
                      <a:cubicBezTo>
                        <a:pt x="12488" y="38309"/>
                        <a:pt x="15816" y="40306"/>
                        <a:pt x="20569" y="40306"/>
                      </a:cubicBezTo>
                      <a:cubicBezTo>
                        <a:pt x="29601" y="40306"/>
                        <a:pt x="36256" y="31749"/>
                        <a:pt x="36256" y="20436"/>
                      </a:cubicBezTo>
                      <a:cubicBezTo>
                        <a:pt x="36256" y="15112"/>
                        <a:pt x="34735" y="9883"/>
                        <a:pt x="32263" y="6366"/>
                      </a:cubicBezTo>
                      <a:cubicBezTo>
                        <a:pt x="29696" y="2848"/>
                        <a:pt x="25038" y="471"/>
                        <a:pt x="20569" y="471"/>
                      </a:cubicBezTo>
                      <a:cubicBezTo>
                        <a:pt x="15816" y="471"/>
                        <a:pt x="12488" y="2468"/>
                        <a:pt x="10207" y="6651"/>
                      </a:cubicBezTo>
                      <a:close/>
                      <a:moveTo>
                        <a:pt x="18383" y="8647"/>
                      </a:moveTo>
                      <a:cubicBezTo>
                        <a:pt x="23327" y="8647"/>
                        <a:pt x="26559" y="13306"/>
                        <a:pt x="26559" y="20531"/>
                      </a:cubicBezTo>
                      <a:cubicBezTo>
                        <a:pt x="26559" y="27376"/>
                        <a:pt x="23231" y="32130"/>
                        <a:pt x="18383" y="32130"/>
                      </a:cubicBezTo>
                      <a:cubicBezTo>
                        <a:pt x="13439" y="32130"/>
                        <a:pt x="10207" y="27376"/>
                        <a:pt x="10207" y="20436"/>
                      </a:cubicBezTo>
                      <a:cubicBezTo>
                        <a:pt x="10207" y="13306"/>
                        <a:pt x="13439" y="8647"/>
                        <a:pt x="18383" y="86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4" name="Freeform 3553">
                  <a:extLst>
                    <a:ext uri="{FF2B5EF4-FFF2-40B4-BE49-F238E27FC236}">
                      <a16:creationId xmlns:a16="http://schemas.microsoft.com/office/drawing/2014/main" id="{132AC619-A87F-0BF3-EE07-C3ED70616684}"/>
                    </a:ext>
                  </a:extLst>
                </p:cNvPr>
                <p:cNvSpPr/>
                <p:nvPr/>
              </p:nvSpPr>
              <p:spPr>
                <a:xfrm>
                  <a:off x="2567442" y="2829634"/>
                  <a:ext cx="33845" cy="39739"/>
                </a:xfrm>
                <a:custGeom>
                  <a:avLst/>
                  <a:gdLst>
                    <a:gd name="csX0" fmla="*/ 34267 w 33845"/>
                    <a:gd name="csY0" fmla="*/ 15112 h 39739"/>
                    <a:gd name="csX1" fmla="*/ 18105 w 33845"/>
                    <a:gd name="csY1" fmla="*/ 471 h 39739"/>
                    <a:gd name="csX2" fmla="*/ 422 w 33845"/>
                    <a:gd name="csY2" fmla="*/ 20626 h 39739"/>
                    <a:gd name="csX3" fmla="*/ 18010 w 33845"/>
                    <a:gd name="csY3" fmla="*/ 40211 h 39739"/>
                    <a:gd name="csX4" fmla="*/ 34267 w 33845"/>
                    <a:gd name="csY4" fmla="*/ 25570 h 39739"/>
                    <a:gd name="csX5" fmla="*/ 24950 w 33845"/>
                    <a:gd name="csY5" fmla="*/ 25570 h 39739"/>
                    <a:gd name="csX6" fmla="*/ 18010 w 33845"/>
                    <a:gd name="csY6" fmla="*/ 32320 h 39739"/>
                    <a:gd name="csX7" fmla="*/ 10119 w 33845"/>
                    <a:gd name="csY7" fmla="*/ 20626 h 39739"/>
                    <a:gd name="csX8" fmla="*/ 12020 w 33845"/>
                    <a:gd name="csY8" fmla="*/ 11499 h 39739"/>
                    <a:gd name="csX9" fmla="*/ 18010 w 33845"/>
                    <a:gd name="csY9" fmla="*/ 8362 h 39739"/>
                    <a:gd name="csX10" fmla="*/ 24950 w 33845"/>
                    <a:gd name="csY10" fmla="*/ 15112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267" y="15112"/>
                      </a:moveTo>
                      <a:cubicBezTo>
                        <a:pt x="33601" y="5985"/>
                        <a:pt x="27517" y="471"/>
                        <a:pt x="18105" y="471"/>
                      </a:cubicBezTo>
                      <a:cubicBezTo>
                        <a:pt x="6886" y="471"/>
                        <a:pt x="422" y="7887"/>
                        <a:pt x="422" y="20626"/>
                      </a:cubicBezTo>
                      <a:cubicBezTo>
                        <a:pt x="422" y="32985"/>
                        <a:pt x="6886" y="40211"/>
                        <a:pt x="18010" y="40211"/>
                      </a:cubicBezTo>
                      <a:cubicBezTo>
                        <a:pt x="27041" y="40211"/>
                        <a:pt x="33411" y="34602"/>
                        <a:pt x="34267" y="25570"/>
                      </a:cubicBezTo>
                      <a:lnTo>
                        <a:pt x="24950" y="25570"/>
                      </a:lnTo>
                      <a:cubicBezTo>
                        <a:pt x="23809" y="30514"/>
                        <a:pt x="21812" y="32320"/>
                        <a:pt x="18010" y="32320"/>
                      </a:cubicBezTo>
                      <a:cubicBezTo>
                        <a:pt x="13066" y="32320"/>
                        <a:pt x="10119" y="27947"/>
                        <a:pt x="10119" y="20626"/>
                      </a:cubicBezTo>
                      <a:cubicBezTo>
                        <a:pt x="10119" y="17014"/>
                        <a:pt x="10784" y="13781"/>
                        <a:pt x="12020" y="11499"/>
                      </a:cubicBezTo>
                      <a:cubicBezTo>
                        <a:pt x="13066" y="9408"/>
                        <a:pt x="15253" y="8362"/>
                        <a:pt x="18010" y="8362"/>
                      </a:cubicBezTo>
                      <a:cubicBezTo>
                        <a:pt x="22003" y="8362"/>
                        <a:pt x="23904" y="10168"/>
                        <a:pt x="24950" y="1511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5" name="Freeform 3554">
                  <a:extLst>
                    <a:ext uri="{FF2B5EF4-FFF2-40B4-BE49-F238E27FC236}">
                      <a16:creationId xmlns:a16="http://schemas.microsoft.com/office/drawing/2014/main" id="{C9F89BDA-DBAF-3116-DDAA-EF6482DFC542}"/>
                    </a:ext>
                  </a:extLst>
                </p:cNvPr>
                <p:cNvSpPr/>
                <p:nvPr/>
              </p:nvSpPr>
              <p:spPr>
                <a:xfrm>
                  <a:off x="2605945" y="2829634"/>
                  <a:ext cx="33559" cy="38123"/>
                </a:xfrm>
                <a:custGeom>
                  <a:avLst/>
                  <a:gdLst>
                    <a:gd name="csX0" fmla="*/ 428 w 33559"/>
                    <a:gd name="csY0" fmla="*/ 1137 h 38123"/>
                    <a:gd name="csX1" fmla="*/ 428 w 33559"/>
                    <a:gd name="csY1" fmla="*/ 38594 h 38123"/>
                    <a:gd name="csX2" fmla="*/ 10125 w 33559"/>
                    <a:gd name="csY2" fmla="*/ 38594 h 38123"/>
                    <a:gd name="csX3" fmla="*/ 10125 w 33559"/>
                    <a:gd name="csY3" fmla="*/ 16063 h 38123"/>
                    <a:gd name="csX4" fmla="*/ 18016 w 33559"/>
                    <a:gd name="csY4" fmla="*/ 8742 h 38123"/>
                    <a:gd name="csX5" fmla="*/ 24195 w 33559"/>
                    <a:gd name="csY5" fmla="*/ 15492 h 38123"/>
                    <a:gd name="csX6" fmla="*/ 24195 w 33559"/>
                    <a:gd name="csY6" fmla="*/ 38594 h 38123"/>
                    <a:gd name="csX7" fmla="*/ 33987 w 33559"/>
                    <a:gd name="csY7" fmla="*/ 38594 h 38123"/>
                    <a:gd name="csX8" fmla="*/ 33987 w 33559"/>
                    <a:gd name="csY8" fmla="*/ 13496 h 38123"/>
                    <a:gd name="csX9" fmla="*/ 21343 w 33559"/>
                    <a:gd name="csY9" fmla="*/ 471 h 38123"/>
                    <a:gd name="csX10" fmla="*/ 10125 w 33559"/>
                    <a:gd name="csY10" fmla="*/ 6556 h 38123"/>
                    <a:gd name="csX11" fmla="*/ 10125 w 33559"/>
                    <a:gd name="csY11" fmla="*/ 1137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559" h="38123">
                      <a:moveTo>
                        <a:pt x="428" y="1137"/>
                      </a:moveTo>
                      <a:lnTo>
                        <a:pt x="428" y="38594"/>
                      </a:lnTo>
                      <a:lnTo>
                        <a:pt x="10125" y="38594"/>
                      </a:lnTo>
                      <a:lnTo>
                        <a:pt x="10125" y="16063"/>
                      </a:lnTo>
                      <a:cubicBezTo>
                        <a:pt x="10125" y="11690"/>
                        <a:pt x="13167" y="8742"/>
                        <a:pt x="18016" y="8742"/>
                      </a:cubicBezTo>
                      <a:cubicBezTo>
                        <a:pt x="22104" y="8742"/>
                        <a:pt x="24195" y="11024"/>
                        <a:pt x="24195" y="15492"/>
                      </a:cubicBezTo>
                      <a:lnTo>
                        <a:pt x="24195" y="38594"/>
                      </a:lnTo>
                      <a:lnTo>
                        <a:pt x="33987" y="38594"/>
                      </a:lnTo>
                      <a:lnTo>
                        <a:pt x="33987" y="13496"/>
                      </a:lnTo>
                      <a:cubicBezTo>
                        <a:pt x="33987" y="5130"/>
                        <a:pt x="29424" y="471"/>
                        <a:pt x="21343" y="471"/>
                      </a:cubicBezTo>
                      <a:cubicBezTo>
                        <a:pt x="16304" y="471"/>
                        <a:pt x="12882" y="2278"/>
                        <a:pt x="10125" y="6556"/>
                      </a:cubicBezTo>
                      <a:lnTo>
                        <a:pt x="10125" y="11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6" name="Freeform 3555">
                  <a:extLst>
                    <a:ext uri="{FF2B5EF4-FFF2-40B4-BE49-F238E27FC236}">
                      <a16:creationId xmlns:a16="http://schemas.microsoft.com/office/drawing/2014/main" id="{CC78C30E-8F53-0F2A-F561-9405CCA3BE50}"/>
                    </a:ext>
                  </a:extLst>
                </p:cNvPr>
                <p:cNvSpPr/>
                <p:nvPr/>
              </p:nvSpPr>
              <p:spPr>
                <a:xfrm>
                  <a:off x="2645304" y="2830300"/>
                  <a:ext cx="36031" cy="37457"/>
                </a:xfrm>
                <a:custGeom>
                  <a:avLst/>
                  <a:gdLst>
                    <a:gd name="csX0" fmla="*/ 23917 w 36031"/>
                    <a:gd name="csY0" fmla="*/ 19010 h 37457"/>
                    <a:gd name="csX1" fmla="*/ 36181 w 36031"/>
                    <a:gd name="csY1" fmla="*/ 471 h 37457"/>
                    <a:gd name="csX2" fmla="*/ 24487 w 36031"/>
                    <a:gd name="csY2" fmla="*/ 471 h 37457"/>
                    <a:gd name="csX3" fmla="*/ 18403 w 36031"/>
                    <a:gd name="csY3" fmla="*/ 11785 h 37457"/>
                    <a:gd name="csX4" fmla="*/ 12318 w 36031"/>
                    <a:gd name="csY4" fmla="*/ 471 h 37457"/>
                    <a:gd name="csX5" fmla="*/ 720 w 36031"/>
                    <a:gd name="csY5" fmla="*/ 471 h 37457"/>
                    <a:gd name="csX6" fmla="*/ 12889 w 36031"/>
                    <a:gd name="csY6" fmla="*/ 19010 h 37457"/>
                    <a:gd name="csX7" fmla="*/ 435 w 36031"/>
                    <a:gd name="csY7" fmla="*/ 37929 h 37457"/>
                    <a:gd name="csX8" fmla="*/ 12033 w 36031"/>
                    <a:gd name="csY8" fmla="*/ 37929 h 37457"/>
                    <a:gd name="csX9" fmla="*/ 18403 w 36031"/>
                    <a:gd name="csY9" fmla="*/ 26235 h 37457"/>
                    <a:gd name="csX10" fmla="*/ 24773 w 36031"/>
                    <a:gd name="csY10" fmla="*/ 37929 h 37457"/>
                    <a:gd name="csX11" fmla="*/ 36466 w 36031"/>
                    <a:gd name="csY11" fmla="*/ 37929 h 374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6031" h="37457">
                      <a:moveTo>
                        <a:pt x="23917" y="19010"/>
                      </a:moveTo>
                      <a:lnTo>
                        <a:pt x="36181" y="471"/>
                      </a:lnTo>
                      <a:lnTo>
                        <a:pt x="24487" y="471"/>
                      </a:lnTo>
                      <a:lnTo>
                        <a:pt x="18403" y="11785"/>
                      </a:lnTo>
                      <a:lnTo>
                        <a:pt x="12318" y="471"/>
                      </a:lnTo>
                      <a:lnTo>
                        <a:pt x="720" y="471"/>
                      </a:lnTo>
                      <a:lnTo>
                        <a:pt x="12889" y="19010"/>
                      </a:lnTo>
                      <a:lnTo>
                        <a:pt x="435" y="37929"/>
                      </a:lnTo>
                      <a:lnTo>
                        <a:pt x="12033" y="37929"/>
                      </a:lnTo>
                      <a:lnTo>
                        <a:pt x="18403" y="26235"/>
                      </a:lnTo>
                      <a:lnTo>
                        <a:pt x="24773" y="37929"/>
                      </a:lnTo>
                      <a:lnTo>
                        <a:pt x="36466" y="379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7" name="Freeform 3556">
                  <a:extLst>
                    <a:ext uri="{FF2B5EF4-FFF2-40B4-BE49-F238E27FC236}">
                      <a16:creationId xmlns:a16="http://schemas.microsoft.com/office/drawing/2014/main" id="{DD5E539E-7AD8-8044-0D00-340AB69A8A84}"/>
                    </a:ext>
                  </a:extLst>
                </p:cNvPr>
                <p:cNvSpPr/>
                <p:nvPr/>
              </p:nvSpPr>
              <p:spPr>
                <a:xfrm>
                  <a:off x="2682381" y="2818511"/>
                  <a:ext cx="34510" cy="49246"/>
                </a:xfrm>
                <a:custGeom>
                  <a:avLst/>
                  <a:gdLst>
                    <a:gd name="csX0" fmla="*/ 34951 w 34510"/>
                    <a:gd name="csY0" fmla="*/ 30799 h 49246"/>
                    <a:gd name="csX1" fmla="*/ 29817 w 34510"/>
                    <a:gd name="csY1" fmla="*/ 30799 h 49246"/>
                    <a:gd name="csX2" fmla="*/ 29817 w 34510"/>
                    <a:gd name="csY2" fmla="*/ 471 h 49246"/>
                    <a:gd name="csX3" fmla="*/ 18409 w 34510"/>
                    <a:gd name="csY3" fmla="*/ 471 h 49246"/>
                    <a:gd name="csX4" fmla="*/ 441 w 34510"/>
                    <a:gd name="csY4" fmla="*/ 30609 h 49246"/>
                    <a:gd name="csX5" fmla="*/ 441 w 34510"/>
                    <a:gd name="csY5" fmla="*/ 38785 h 49246"/>
                    <a:gd name="csX6" fmla="*/ 20120 w 34510"/>
                    <a:gd name="csY6" fmla="*/ 38785 h 49246"/>
                    <a:gd name="csX7" fmla="*/ 20120 w 34510"/>
                    <a:gd name="csY7" fmla="*/ 49718 h 49246"/>
                    <a:gd name="csX8" fmla="*/ 29817 w 34510"/>
                    <a:gd name="csY8" fmla="*/ 49718 h 49246"/>
                    <a:gd name="csX9" fmla="*/ 29817 w 34510"/>
                    <a:gd name="csY9" fmla="*/ 38785 h 49246"/>
                    <a:gd name="csX10" fmla="*/ 34951 w 34510"/>
                    <a:gd name="csY10" fmla="*/ 38785 h 49246"/>
                    <a:gd name="csX11" fmla="*/ 20120 w 34510"/>
                    <a:gd name="csY11" fmla="*/ 30799 h 49246"/>
                    <a:gd name="csX12" fmla="*/ 7286 w 34510"/>
                    <a:gd name="csY12" fmla="*/ 30799 h 49246"/>
                    <a:gd name="csX13" fmla="*/ 20120 w 34510"/>
                    <a:gd name="csY13" fmla="*/ 9788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4510" h="49246">
                      <a:moveTo>
                        <a:pt x="34951" y="30799"/>
                      </a:moveTo>
                      <a:lnTo>
                        <a:pt x="29817" y="30799"/>
                      </a:lnTo>
                      <a:lnTo>
                        <a:pt x="29817" y="471"/>
                      </a:lnTo>
                      <a:lnTo>
                        <a:pt x="18409" y="471"/>
                      </a:lnTo>
                      <a:lnTo>
                        <a:pt x="441" y="30609"/>
                      </a:lnTo>
                      <a:lnTo>
                        <a:pt x="441" y="38785"/>
                      </a:lnTo>
                      <a:lnTo>
                        <a:pt x="20120" y="38785"/>
                      </a:lnTo>
                      <a:lnTo>
                        <a:pt x="20120" y="49718"/>
                      </a:lnTo>
                      <a:lnTo>
                        <a:pt x="29817" y="49718"/>
                      </a:lnTo>
                      <a:lnTo>
                        <a:pt x="29817" y="38785"/>
                      </a:lnTo>
                      <a:lnTo>
                        <a:pt x="34951" y="38785"/>
                      </a:lnTo>
                      <a:close/>
                      <a:moveTo>
                        <a:pt x="20120" y="30799"/>
                      </a:moveTo>
                      <a:lnTo>
                        <a:pt x="7286" y="30799"/>
                      </a:lnTo>
                      <a:lnTo>
                        <a:pt x="20120" y="978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35" name="Freeform 3834">
                <a:extLst>
                  <a:ext uri="{FF2B5EF4-FFF2-40B4-BE49-F238E27FC236}">
                    <a16:creationId xmlns:a16="http://schemas.microsoft.com/office/drawing/2014/main" id="{6ADFA2A5-75AF-1406-FCF7-A5699E56E1E3}"/>
                  </a:ext>
                </a:extLst>
              </p:cNvPr>
              <p:cNvSpPr/>
              <p:nvPr/>
            </p:nvSpPr>
            <p:spPr>
              <a:xfrm>
                <a:off x="2805460" y="2129311"/>
                <a:ext cx="202903" cy="109687"/>
              </a:xfrm>
              <a:custGeom>
                <a:avLst/>
                <a:gdLst>
                  <a:gd name="csX0" fmla="*/ 202904 w 202903"/>
                  <a:gd name="csY0" fmla="*/ 54832 h 109687"/>
                  <a:gd name="csX1" fmla="*/ 202832 w 202903"/>
                  <a:gd name="csY1" fmla="*/ 52907 h 109687"/>
                  <a:gd name="csX2" fmla="*/ 202642 w 202903"/>
                  <a:gd name="csY2" fmla="*/ 50981 h 109687"/>
                  <a:gd name="csX3" fmla="*/ 202333 w 202903"/>
                  <a:gd name="csY3" fmla="*/ 49080 h 109687"/>
                  <a:gd name="csX4" fmla="*/ 201905 w 202903"/>
                  <a:gd name="csY4" fmla="*/ 47155 h 109687"/>
                  <a:gd name="csX5" fmla="*/ 201335 w 202903"/>
                  <a:gd name="csY5" fmla="*/ 45253 h 109687"/>
                  <a:gd name="csX6" fmla="*/ 200670 w 202903"/>
                  <a:gd name="csY6" fmla="*/ 43376 h 109687"/>
                  <a:gd name="csX7" fmla="*/ 199861 w 202903"/>
                  <a:gd name="csY7" fmla="*/ 41498 h 109687"/>
                  <a:gd name="csX8" fmla="*/ 198934 w 202903"/>
                  <a:gd name="csY8" fmla="*/ 39644 h 109687"/>
                  <a:gd name="csX9" fmla="*/ 197889 w 202903"/>
                  <a:gd name="csY9" fmla="*/ 37790 h 109687"/>
                  <a:gd name="csX10" fmla="*/ 196724 w 202903"/>
                  <a:gd name="csY10" fmla="*/ 35984 h 109687"/>
                  <a:gd name="csX11" fmla="*/ 195441 w 202903"/>
                  <a:gd name="csY11" fmla="*/ 34178 h 109687"/>
                  <a:gd name="csX12" fmla="*/ 194038 w 202903"/>
                  <a:gd name="csY12" fmla="*/ 32419 h 109687"/>
                  <a:gd name="csX13" fmla="*/ 192517 w 202903"/>
                  <a:gd name="csY13" fmla="*/ 30660 h 109687"/>
                  <a:gd name="csX14" fmla="*/ 190901 w 202903"/>
                  <a:gd name="csY14" fmla="*/ 28949 h 109687"/>
                  <a:gd name="csX15" fmla="*/ 189166 w 202903"/>
                  <a:gd name="csY15" fmla="*/ 27285 h 109687"/>
                  <a:gd name="csX16" fmla="*/ 187312 w 202903"/>
                  <a:gd name="csY16" fmla="*/ 25621 h 109687"/>
                  <a:gd name="csX17" fmla="*/ 185363 w 202903"/>
                  <a:gd name="csY17" fmla="*/ 24029 h 109687"/>
                  <a:gd name="csX18" fmla="*/ 183319 w 202903"/>
                  <a:gd name="csY18" fmla="*/ 22437 h 109687"/>
                  <a:gd name="csX19" fmla="*/ 181156 w 202903"/>
                  <a:gd name="csY19" fmla="*/ 20915 h 109687"/>
                  <a:gd name="csX20" fmla="*/ 178922 w 202903"/>
                  <a:gd name="csY20" fmla="*/ 19418 h 109687"/>
                  <a:gd name="csX21" fmla="*/ 176569 w 202903"/>
                  <a:gd name="csY21" fmla="*/ 17968 h 109687"/>
                  <a:gd name="csX22" fmla="*/ 174121 w 202903"/>
                  <a:gd name="csY22" fmla="*/ 16566 h 109687"/>
                  <a:gd name="csX23" fmla="*/ 171602 w 202903"/>
                  <a:gd name="csY23" fmla="*/ 15211 h 109687"/>
                  <a:gd name="csX24" fmla="*/ 168987 w 202903"/>
                  <a:gd name="csY24" fmla="*/ 13904 h 109687"/>
                  <a:gd name="csX25" fmla="*/ 166278 w 202903"/>
                  <a:gd name="csY25" fmla="*/ 12644 h 109687"/>
                  <a:gd name="csX26" fmla="*/ 163497 w 202903"/>
                  <a:gd name="csY26" fmla="*/ 11456 h 109687"/>
                  <a:gd name="csX27" fmla="*/ 160645 w 202903"/>
                  <a:gd name="csY27" fmla="*/ 10291 h 109687"/>
                  <a:gd name="csX28" fmla="*/ 157722 w 202903"/>
                  <a:gd name="csY28" fmla="*/ 9198 h 109687"/>
                  <a:gd name="csX29" fmla="*/ 154727 w 202903"/>
                  <a:gd name="csY29" fmla="*/ 8152 h 109687"/>
                  <a:gd name="csX30" fmla="*/ 151661 w 202903"/>
                  <a:gd name="csY30" fmla="*/ 7178 h 109687"/>
                  <a:gd name="csX31" fmla="*/ 148523 w 202903"/>
                  <a:gd name="csY31" fmla="*/ 6251 h 109687"/>
                  <a:gd name="csX32" fmla="*/ 145362 w 202903"/>
                  <a:gd name="csY32" fmla="*/ 5395 h 109687"/>
                  <a:gd name="csX33" fmla="*/ 142106 w 202903"/>
                  <a:gd name="csY33" fmla="*/ 4587 h 109687"/>
                  <a:gd name="csX34" fmla="*/ 138826 w 202903"/>
                  <a:gd name="csY34" fmla="*/ 3850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21 h 109687"/>
                  <a:gd name="csX39" fmla="*/ 121785 w 202903"/>
                  <a:gd name="csY39" fmla="*/ 1117 h 109687"/>
                  <a:gd name="csX40" fmla="*/ 118291 w 202903"/>
                  <a:gd name="csY40" fmla="*/ 761 h 109687"/>
                  <a:gd name="csX41" fmla="*/ 114750 w 202903"/>
                  <a:gd name="csY41" fmla="*/ 475 h 109687"/>
                  <a:gd name="csX42" fmla="*/ 111232 w 202903"/>
                  <a:gd name="csY42" fmla="*/ 238 h 109687"/>
                  <a:gd name="csX43" fmla="*/ 107667 w 202903"/>
                  <a:gd name="csY43" fmla="*/ 95 h 109687"/>
                  <a:gd name="csX44" fmla="*/ 104126 w 202903"/>
                  <a:gd name="csY44" fmla="*/ 24 h 109687"/>
                  <a:gd name="csX45" fmla="*/ 100561 w 202903"/>
                  <a:gd name="csY45" fmla="*/ 0 h 109687"/>
                  <a:gd name="csX46" fmla="*/ 96995 w 202903"/>
                  <a:gd name="csY46" fmla="*/ 48 h 109687"/>
                  <a:gd name="csX47" fmla="*/ 93430 w 202903"/>
                  <a:gd name="csY47" fmla="*/ 166 h 109687"/>
                  <a:gd name="csX48" fmla="*/ 89889 w 202903"/>
                  <a:gd name="csY48" fmla="*/ 357 h 109687"/>
                  <a:gd name="csX49" fmla="*/ 86371 w 202903"/>
                  <a:gd name="csY49" fmla="*/ 594 h 109687"/>
                  <a:gd name="csX50" fmla="*/ 82854 w 202903"/>
                  <a:gd name="csY50" fmla="*/ 927 h 109687"/>
                  <a:gd name="csX51" fmla="*/ 79360 w 202903"/>
                  <a:gd name="csY51" fmla="*/ 1307 h 109687"/>
                  <a:gd name="csX52" fmla="*/ 75890 w 202903"/>
                  <a:gd name="csY52" fmla="*/ 1759 h 109687"/>
                  <a:gd name="csX53" fmla="*/ 72467 w 202903"/>
                  <a:gd name="csY53" fmla="*/ 2282 h 109687"/>
                  <a:gd name="csX54" fmla="*/ 69069 w 202903"/>
                  <a:gd name="csY54" fmla="*/ 2852 h 109687"/>
                  <a:gd name="csX55" fmla="*/ 65717 w 202903"/>
                  <a:gd name="csY55" fmla="*/ 3494 h 109687"/>
                  <a:gd name="csX56" fmla="*/ 62414 w 202903"/>
                  <a:gd name="csY56" fmla="*/ 4207 h 109687"/>
                  <a:gd name="csX57" fmla="*/ 59157 w 202903"/>
                  <a:gd name="csY57" fmla="*/ 4991 h 109687"/>
                  <a:gd name="csX58" fmla="*/ 55949 w 202903"/>
                  <a:gd name="csY58" fmla="*/ 5823 h 109687"/>
                  <a:gd name="csX59" fmla="*/ 52788 w 202903"/>
                  <a:gd name="csY59" fmla="*/ 6702 h 109687"/>
                  <a:gd name="csX60" fmla="*/ 49698 w 202903"/>
                  <a:gd name="csY60" fmla="*/ 7677 h 109687"/>
                  <a:gd name="csX61" fmla="*/ 46656 w 202903"/>
                  <a:gd name="csY61" fmla="*/ 8675 h 109687"/>
                  <a:gd name="csX62" fmla="*/ 43685 w 202903"/>
                  <a:gd name="csY62" fmla="*/ 9745 h 109687"/>
                  <a:gd name="csX63" fmla="*/ 40809 w 202903"/>
                  <a:gd name="csY63" fmla="*/ 10862 h 109687"/>
                  <a:gd name="csX64" fmla="*/ 37981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46 h 109687"/>
                  <a:gd name="csX67" fmla="*/ 30018 w 202903"/>
                  <a:gd name="csY67" fmla="*/ 15877 h 109687"/>
                  <a:gd name="csX68" fmla="*/ 27523 w 202903"/>
                  <a:gd name="csY68" fmla="*/ 17255 h 109687"/>
                  <a:gd name="csX69" fmla="*/ 25146 w 202903"/>
                  <a:gd name="csY69" fmla="*/ 18681 h 109687"/>
                  <a:gd name="csX70" fmla="*/ 22841 w 202903"/>
                  <a:gd name="csY70" fmla="*/ 20155 h 109687"/>
                  <a:gd name="csX71" fmla="*/ 20630 w 202903"/>
                  <a:gd name="csY71" fmla="*/ 21676 h 109687"/>
                  <a:gd name="csX72" fmla="*/ 18539 w 202903"/>
                  <a:gd name="csY72" fmla="*/ 23221 h 109687"/>
                  <a:gd name="csX73" fmla="*/ 16518 w 202903"/>
                  <a:gd name="csY73" fmla="*/ 24813 h 109687"/>
                  <a:gd name="csX74" fmla="*/ 14641 w 202903"/>
                  <a:gd name="csY74" fmla="*/ 26453 h 109687"/>
                  <a:gd name="csX75" fmla="*/ 12834 w 202903"/>
                  <a:gd name="csY75" fmla="*/ 28117 h 109687"/>
                  <a:gd name="csX76" fmla="*/ 11171 w 202903"/>
                  <a:gd name="csY76" fmla="*/ 29805 h 109687"/>
                  <a:gd name="csX77" fmla="*/ 9602 w 202903"/>
                  <a:gd name="csY77" fmla="*/ 31540 h 109687"/>
                  <a:gd name="csX78" fmla="*/ 8129 w 202903"/>
                  <a:gd name="csY78" fmla="*/ 33298 h 109687"/>
                  <a:gd name="csX79" fmla="*/ 6798 w 202903"/>
                  <a:gd name="csY79" fmla="*/ 35081 h 109687"/>
                  <a:gd name="csX80" fmla="*/ 5562 w 202903"/>
                  <a:gd name="csY80" fmla="*/ 36887 h 109687"/>
                  <a:gd name="csX81" fmla="*/ 4468 w 202903"/>
                  <a:gd name="csY81" fmla="*/ 38717 h 109687"/>
                  <a:gd name="csX82" fmla="*/ 3470 w 202903"/>
                  <a:gd name="csY82" fmla="*/ 40571 h 109687"/>
                  <a:gd name="csX83" fmla="*/ 2614 w 202903"/>
                  <a:gd name="csY83" fmla="*/ 42425 h 109687"/>
                  <a:gd name="csX84" fmla="*/ 1878 w 202903"/>
                  <a:gd name="csY84" fmla="*/ 44303 h 109687"/>
                  <a:gd name="csX85" fmla="*/ 1236 w 202903"/>
                  <a:gd name="csY85" fmla="*/ 46204 h 109687"/>
                  <a:gd name="csX86" fmla="*/ 737 w 202903"/>
                  <a:gd name="csY86" fmla="*/ 48106 h 109687"/>
                  <a:gd name="csX87" fmla="*/ 380 w 202903"/>
                  <a:gd name="csY87" fmla="*/ 50031 h 109687"/>
                  <a:gd name="csX88" fmla="*/ 119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19 w 202903"/>
                  <a:gd name="csY91" fmla="*/ 57731 h 109687"/>
                  <a:gd name="csX92" fmla="*/ 380 w 202903"/>
                  <a:gd name="csY92" fmla="*/ 59633 h 109687"/>
                  <a:gd name="csX93" fmla="*/ 737 w 202903"/>
                  <a:gd name="csY93" fmla="*/ 61558 h 109687"/>
                  <a:gd name="csX94" fmla="*/ 1236 w 202903"/>
                  <a:gd name="csY94" fmla="*/ 63459 h 109687"/>
                  <a:gd name="csX95" fmla="*/ 1878 w 202903"/>
                  <a:gd name="csY95" fmla="*/ 65361 h 109687"/>
                  <a:gd name="csX96" fmla="*/ 2614 w 202903"/>
                  <a:gd name="csY96" fmla="*/ 67238 h 109687"/>
                  <a:gd name="csX97" fmla="*/ 3470 w 202903"/>
                  <a:gd name="csY97" fmla="*/ 69116 h 109687"/>
                  <a:gd name="csX98" fmla="*/ 4468 w 202903"/>
                  <a:gd name="csY98" fmla="*/ 70970 h 109687"/>
                  <a:gd name="csX99" fmla="*/ 5562 w 202903"/>
                  <a:gd name="csY99" fmla="*/ 72776 h 109687"/>
                  <a:gd name="csX100" fmla="*/ 6798 w 202903"/>
                  <a:gd name="csY100" fmla="*/ 74606 h 109687"/>
                  <a:gd name="csX101" fmla="*/ 8129 w 202903"/>
                  <a:gd name="csY101" fmla="*/ 76389 h 109687"/>
                  <a:gd name="csX102" fmla="*/ 9602 w 202903"/>
                  <a:gd name="csY102" fmla="*/ 78124 h 109687"/>
                  <a:gd name="csX103" fmla="*/ 11171 w 202903"/>
                  <a:gd name="csY103" fmla="*/ 79859 h 109687"/>
                  <a:gd name="csX104" fmla="*/ 12834 w 202903"/>
                  <a:gd name="csY104" fmla="*/ 81570 h 109687"/>
                  <a:gd name="csX105" fmla="*/ 14641 w 202903"/>
                  <a:gd name="csY105" fmla="*/ 83234 h 109687"/>
                  <a:gd name="csX106" fmla="*/ 16518 w 202903"/>
                  <a:gd name="csY106" fmla="*/ 84850 h 109687"/>
                  <a:gd name="csX107" fmla="*/ 18539 w 202903"/>
                  <a:gd name="csY107" fmla="*/ 86443 h 109687"/>
                  <a:gd name="csX108" fmla="*/ 20630 w 202903"/>
                  <a:gd name="csY108" fmla="*/ 88011 h 109687"/>
                  <a:gd name="csX109" fmla="*/ 22841 w 202903"/>
                  <a:gd name="csY109" fmla="*/ 89509 h 109687"/>
                  <a:gd name="csX110" fmla="*/ 25146 w 202903"/>
                  <a:gd name="csY110" fmla="*/ 90982 h 109687"/>
                  <a:gd name="csX111" fmla="*/ 27523 w 202903"/>
                  <a:gd name="csY111" fmla="*/ 92408 h 109687"/>
                  <a:gd name="csX112" fmla="*/ 30018 w 202903"/>
                  <a:gd name="csY112" fmla="*/ 93787 h 109687"/>
                  <a:gd name="csX113" fmla="*/ 32585 w 202903"/>
                  <a:gd name="csY113" fmla="*/ 95118 h 109687"/>
                  <a:gd name="csX114" fmla="*/ 35247 w 202903"/>
                  <a:gd name="csY114" fmla="*/ 96401 h 109687"/>
                  <a:gd name="csX115" fmla="*/ 37981 w 202903"/>
                  <a:gd name="csY115" fmla="*/ 97637 h 109687"/>
                  <a:gd name="csX116" fmla="*/ 40809 w 202903"/>
                  <a:gd name="csY116" fmla="*/ 98802 h 109687"/>
                  <a:gd name="csX117" fmla="*/ 43685 w 202903"/>
                  <a:gd name="csY117" fmla="*/ 99919 h 109687"/>
                  <a:gd name="csX118" fmla="*/ 46656 w 202903"/>
                  <a:gd name="csY118" fmla="*/ 100988 h 109687"/>
                  <a:gd name="csX119" fmla="*/ 49698 w 202903"/>
                  <a:gd name="csY119" fmla="*/ 102010 h 109687"/>
                  <a:gd name="csX120" fmla="*/ 52788 w 202903"/>
                  <a:gd name="csY120" fmla="*/ 102961 h 109687"/>
                  <a:gd name="csX121" fmla="*/ 55949 w 202903"/>
                  <a:gd name="csY121" fmla="*/ 103864 h 109687"/>
                  <a:gd name="csX122" fmla="*/ 59157 w 202903"/>
                  <a:gd name="csY122" fmla="*/ 104696 h 109687"/>
                  <a:gd name="csX123" fmla="*/ 62414 w 202903"/>
                  <a:gd name="csY123" fmla="*/ 105457 h 109687"/>
                  <a:gd name="csX124" fmla="*/ 65717 w 202903"/>
                  <a:gd name="csY124" fmla="*/ 106170 h 109687"/>
                  <a:gd name="csX125" fmla="*/ 69069 w 202903"/>
                  <a:gd name="csY125" fmla="*/ 106811 h 109687"/>
                  <a:gd name="csX126" fmla="*/ 72467 w 202903"/>
                  <a:gd name="csY126" fmla="*/ 107406 h 109687"/>
                  <a:gd name="csX127" fmla="*/ 75890 w 202903"/>
                  <a:gd name="csY127" fmla="*/ 107905 h 109687"/>
                  <a:gd name="csX128" fmla="*/ 79360 w 202903"/>
                  <a:gd name="csY128" fmla="*/ 108356 h 109687"/>
                  <a:gd name="csX129" fmla="*/ 82854 w 202903"/>
                  <a:gd name="csY129" fmla="*/ 108760 h 109687"/>
                  <a:gd name="csX130" fmla="*/ 86371 w 202903"/>
                  <a:gd name="csY130" fmla="*/ 109069 h 109687"/>
                  <a:gd name="csX131" fmla="*/ 89889 w 202903"/>
                  <a:gd name="csY131" fmla="*/ 109331 h 109687"/>
                  <a:gd name="csX132" fmla="*/ 93430 w 202903"/>
                  <a:gd name="csY132" fmla="*/ 109497 h 109687"/>
                  <a:gd name="csX133" fmla="*/ 96995 w 202903"/>
                  <a:gd name="csY133" fmla="*/ 109616 h 109687"/>
                  <a:gd name="csX134" fmla="*/ 100561 w 202903"/>
                  <a:gd name="csY134" fmla="*/ 109687 h 109687"/>
                  <a:gd name="csX135" fmla="*/ 104126 w 202903"/>
                  <a:gd name="csY135" fmla="*/ 109664 h 109687"/>
                  <a:gd name="csX136" fmla="*/ 107667 w 202903"/>
                  <a:gd name="csY136" fmla="*/ 109568 h 109687"/>
                  <a:gd name="csX137" fmla="*/ 111232 w 202903"/>
                  <a:gd name="csY137" fmla="*/ 109426 h 109687"/>
                  <a:gd name="csX138" fmla="*/ 114750 w 202903"/>
                  <a:gd name="csY138" fmla="*/ 109212 h 109687"/>
                  <a:gd name="csX139" fmla="*/ 118291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42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02 h 109687"/>
                  <a:gd name="csX145" fmla="*/ 138826 w 202903"/>
                  <a:gd name="csY145" fmla="*/ 105813 h 109687"/>
                  <a:gd name="csX146" fmla="*/ 142106 w 202903"/>
                  <a:gd name="csY146" fmla="*/ 105076 h 109687"/>
                  <a:gd name="csX147" fmla="*/ 145362 w 202903"/>
                  <a:gd name="csY147" fmla="*/ 104268 h 109687"/>
                  <a:gd name="csX148" fmla="*/ 148523 w 202903"/>
                  <a:gd name="csY148" fmla="*/ 103413 h 109687"/>
                  <a:gd name="csX149" fmla="*/ 151661 w 202903"/>
                  <a:gd name="csY149" fmla="*/ 102486 h 109687"/>
                  <a:gd name="csX150" fmla="*/ 154727 w 202903"/>
                  <a:gd name="csY150" fmla="*/ 101511 h 109687"/>
                  <a:gd name="csX151" fmla="*/ 157722 w 202903"/>
                  <a:gd name="csY151" fmla="*/ 100465 h 109687"/>
                  <a:gd name="csX152" fmla="*/ 160645 w 202903"/>
                  <a:gd name="csY152" fmla="*/ 99372 h 109687"/>
                  <a:gd name="csX153" fmla="*/ 163497 w 202903"/>
                  <a:gd name="csY153" fmla="*/ 98231 h 109687"/>
                  <a:gd name="csX154" fmla="*/ 166278 w 202903"/>
                  <a:gd name="csY154" fmla="*/ 97019 h 109687"/>
                  <a:gd name="csX155" fmla="*/ 168987 w 202903"/>
                  <a:gd name="csY155" fmla="*/ 95759 h 109687"/>
                  <a:gd name="csX156" fmla="*/ 171602 w 202903"/>
                  <a:gd name="csY156" fmla="*/ 94452 h 109687"/>
                  <a:gd name="csX157" fmla="*/ 174121 w 202903"/>
                  <a:gd name="csY157" fmla="*/ 93098 h 109687"/>
                  <a:gd name="csX158" fmla="*/ 176569 w 202903"/>
                  <a:gd name="csY158" fmla="*/ 91695 h 109687"/>
                  <a:gd name="csX159" fmla="*/ 178922 w 202903"/>
                  <a:gd name="csY159" fmla="*/ 90245 h 109687"/>
                  <a:gd name="csX160" fmla="*/ 181156 w 202903"/>
                  <a:gd name="csY160" fmla="*/ 88772 h 109687"/>
                  <a:gd name="csX161" fmla="*/ 183319 w 202903"/>
                  <a:gd name="csY161" fmla="*/ 87227 h 109687"/>
                  <a:gd name="csX162" fmla="*/ 185363 w 202903"/>
                  <a:gd name="csY162" fmla="*/ 85658 h 109687"/>
                  <a:gd name="csX163" fmla="*/ 187312 w 202903"/>
                  <a:gd name="csY163" fmla="*/ 84042 h 109687"/>
                  <a:gd name="csX164" fmla="*/ 189166 w 202903"/>
                  <a:gd name="csY164" fmla="*/ 82402 h 109687"/>
                  <a:gd name="csX165" fmla="*/ 190901 w 202903"/>
                  <a:gd name="csY165" fmla="*/ 80715 h 109687"/>
                  <a:gd name="csX166" fmla="*/ 192517 w 202903"/>
                  <a:gd name="csY166" fmla="*/ 79003 h 109687"/>
                  <a:gd name="csX167" fmla="*/ 194038 w 202903"/>
                  <a:gd name="csY167" fmla="*/ 77268 h 109687"/>
                  <a:gd name="csX168" fmla="*/ 195441 w 202903"/>
                  <a:gd name="csY168" fmla="*/ 75486 h 109687"/>
                  <a:gd name="csX169" fmla="*/ 196724 w 202903"/>
                  <a:gd name="csY169" fmla="*/ 73703 h 109687"/>
                  <a:gd name="csX170" fmla="*/ 197889 w 202903"/>
                  <a:gd name="csY170" fmla="*/ 71873 h 109687"/>
                  <a:gd name="csX171" fmla="*/ 198934 w 202903"/>
                  <a:gd name="csY171" fmla="*/ 70043 h 109687"/>
                  <a:gd name="csX172" fmla="*/ 199861 w 202903"/>
                  <a:gd name="csY172" fmla="*/ 68165 h 109687"/>
                  <a:gd name="csX173" fmla="*/ 200670 w 202903"/>
                  <a:gd name="csY173" fmla="*/ 66311 h 109687"/>
                  <a:gd name="csX174" fmla="*/ 201335 w 202903"/>
                  <a:gd name="csY174" fmla="*/ 64410 h 109687"/>
                  <a:gd name="csX175" fmla="*/ 201905 w 202903"/>
                  <a:gd name="csY175" fmla="*/ 62509 h 109687"/>
                  <a:gd name="csX176" fmla="*/ 202333 w 202903"/>
                  <a:gd name="csY176" fmla="*/ 60607 h 109687"/>
                  <a:gd name="csX177" fmla="*/ 202642 w 202903"/>
                  <a:gd name="csY177" fmla="*/ 58682 h 109687"/>
                  <a:gd name="csX178" fmla="*/ 202832 w 202903"/>
                  <a:gd name="csY178" fmla="*/ 56757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80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70" y="43376"/>
                    </a:lnTo>
                    <a:lnTo>
                      <a:pt x="199861" y="41498"/>
                    </a:lnTo>
                    <a:lnTo>
                      <a:pt x="198934" y="39644"/>
                    </a:lnTo>
                    <a:lnTo>
                      <a:pt x="197889" y="37790"/>
                    </a:lnTo>
                    <a:lnTo>
                      <a:pt x="196724" y="35984"/>
                    </a:lnTo>
                    <a:lnTo>
                      <a:pt x="195441" y="34178"/>
                    </a:lnTo>
                    <a:lnTo>
                      <a:pt x="194038" y="32419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85"/>
                    </a:lnTo>
                    <a:lnTo>
                      <a:pt x="187312" y="25621"/>
                    </a:lnTo>
                    <a:lnTo>
                      <a:pt x="185363" y="24029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922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44"/>
                    </a:lnTo>
                    <a:lnTo>
                      <a:pt x="163497" y="11456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52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62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21"/>
                    </a:lnTo>
                    <a:lnTo>
                      <a:pt x="121785" y="1117"/>
                    </a:lnTo>
                    <a:lnTo>
                      <a:pt x="118291" y="761"/>
                    </a:lnTo>
                    <a:lnTo>
                      <a:pt x="114750" y="475"/>
                    </a:lnTo>
                    <a:lnTo>
                      <a:pt x="111232" y="238"/>
                    </a:lnTo>
                    <a:lnTo>
                      <a:pt x="107667" y="95"/>
                    </a:lnTo>
                    <a:lnTo>
                      <a:pt x="104126" y="24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57"/>
                    </a:lnTo>
                    <a:lnTo>
                      <a:pt x="86371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414" y="4207"/>
                    </a:lnTo>
                    <a:lnTo>
                      <a:pt x="59157" y="4991"/>
                    </a:lnTo>
                    <a:lnTo>
                      <a:pt x="55949" y="5823"/>
                    </a:lnTo>
                    <a:lnTo>
                      <a:pt x="52788" y="6702"/>
                    </a:lnTo>
                    <a:lnTo>
                      <a:pt x="49698" y="7677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809" y="10862"/>
                    </a:lnTo>
                    <a:lnTo>
                      <a:pt x="37981" y="12050"/>
                    </a:lnTo>
                    <a:lnTo>
                      <a:pt x="35247" y="13286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55"/>
                    </a:lnTo>
                    <a:lnTo>
                      <a:pt x="25146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39" y="23221"/>
                    </a:lnTo>
                    <a:lnTo>
                      <a:pt x="16518" y="24813"/>
                    </a:lnTo>
                    <a:lnTo>
                      <a:pt x="14641" y="26453"/>
                    </a:lnTo>
                    <a:lnTo>
                      <a:pt x="12834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71"/>
                    </a:lnTo>
                    <a:lnTo>
                      <a:pt x="2614" y="42425"/>
                    </a:lnTo>
                    <a:lnTo>
                      <a:pt x="1878" y="44303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80" y="50031"/>
                    </a:lnTo>
                    <a:lnTo>
                      <a:pt x="119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19" y="57731"/>
                    </a:lnTo>
                    <a:lnTo>
                      <a:pt x="380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78" y="65361"/>
                    </a:lnTo>
                    <a:lnTo>
                      <a:pt x="2614" y="67238"/>
                    </a:lnTo>
                    <a:lnTo>
                      <a:pt x="3470" y="69116"/>
                    </a:lnTo>
                    <a:lnTo>
                      <a:pt x="4468" y="70970"/>
                    </a:lnTo>
                    <a:lnTo>
                      <a:pt x="5562" y="72776"/>
                    </a:lnTo>
                    <a:lnTo>
                      <a:pt x="6798" y="74606"/>
                    </a:lnTo>
                    <a:lnTo>
                      <a:pt x="8129" y="76389"/>
                    </a:lnTo>
                    <a:lnTo>
                      <a:pt x="9602" y="78124"/>
                    </a:lnTo>
                    <a:lnTo>
                      <a:pt x="11171" y="79859"/>
                    </a:lnTo>
                    <a:lnTo>
                      <a:pt x="12834" y="81570"/>
                    </a:lnTo>
                    <a:lnTo>
                      <a:pt x="14641" y="83234"/>
                    </a:lnTo>
                    <a:lnTo>
                      <a:pt x="16518" y="84850"/>
                    </a:lnTo>
                    <a:lnTo>
                      <a:pt x="18539" y="86443"/>
                    </a:lnTo>
                    <a:lnTo>
                      <a:pt x="20630" y="88011"/>
                    </a:lnTo>
                    <a:lnTo>
                      <a:pt x="22841" y="89509"/>
                    </a:lnTo>
                    <a:lnTo>
                      <a:pt x="25146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37"/>
                    </a:lnTo>
                    <a:lnTo>
                      <a:pt x="40809" y="98802"/>
                    </a:lnTo>
                    <a:lnTo>
                      <a:pt x="43685" y="99919"/>
                    </a:lnTo>
                    <a:lnTo>
                      <a:pt x="46656" y="100988"/>
                    </a:lnTo>
                    <a:lnTo>
                      <a:pt x="49698" y="102010"/>
                    </a:lnTo>
                    <a:lnTo>
                      <a:pt x="52788" y="102961"/>
                    </a:lnTo>
                    <a:lnTo>
                      <a:pt x="55949" y="103864"/>
                    </a:lnTo>
                    <a:lnTo>
                      <a:pt x="59157" y="104696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406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60"/>
                    </a:lnTo>
                    <a:lnTo>
                      <a:pt x="86371" y="109069"/>
                    </a:lnTo>
                    <a:lnTo>
                      <a:pt x="89889" y="109331"/>
                    </a:lnTo>
                    <a:lnTo>
                      <a:pt x="93430" y="109497"/>
                    </a:lnTo>
                    <a:lnTo>
                      <a:pt x="96995" y="109616"/>
                    </a:lnTo>
                    <a:lnTo>
                      <a:pt x="100561" y="109687"/>
                    </a:lnTo>
                    <a:lnTo>
                      <a:pt x="104126" y="109664"/>
                    </a:lnTo>
                    <a:lnTo>
                      <a:pt x="107667" y="109568"/>
                    </a:lnTo>
                    <a:lnTo>
                      <a:pt x="111232" y="109426"/>
                    </a:lnTo>
                    <a:lnTo>
                      <a:pt x="114750" y="109212"/>
                    </a:lnTo>
                    <a:lnTo>
                      <a:pt x="118291" y="108927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62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31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922" y="90245"/>
                    </a:lnTo>
                    <a:lnTo>
                      <a:pt x="181156" y="88772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68"/>
                    </a:lnTo>
                    <a:lnTo>
                      <a:pt x="195441" y="75486"/>
                    </a:lnTo>
                    <a:lnTo>
                      <a:pt x="196724" y="73703"/>
                    </a:lnTo>
                    <a:lnTo>
                      <a:pt x="197889" y="71873"/>
                    </a:lnTo>
                    <a:lnTo>
                      <a:pt x="198934" y="70043"/>
                    </a:lnTo>
                    <a:lnTo>
                      <a:pt x="199861" y="68165"/>
                    </a:lnTo>
                    <a:lnTo>
                      <a:pt x="200670" y="66311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607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F7C1D9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36" name="Graphic 2">
                <a:extLst>
                  <a:ext uri="{FF2B5EF4-FFF2-40B4-BE49-F238E27FC236}">
                    <a16:creationId xmlns:a16="http://schemas.microsoft.com/office/drawing/2014/main" id="{C20F9123-0285-0ACF-9D27-85FE54B96612}"/>
                  </a:ext>
                </a:extLst>
              </p:cNvPr>
              <p:cNvGrpSpPr/>
              <p:nvPr/>
            </p:nvGrpSpPr>
            <p:grpSpPr>
              <a:xfrm>
                <a:off x="2837974" y="2153709"/>
                <a:ext cx="141274" cy="52193"/>
                <a:chOff x="4114306" y="2153709"/>
                <a:chExt cx="141274" cy="52193"/>
              </a:xfrm>
              <a:solidFill>
                <a:srgbClr val="000000"/>
              </a:solidFill>
            </p:grpSpPr>
            <p:sp>
              <p:nvSpPr>
                <p:cNvPr id="3548" name="Freeform 3547">
                  <a:extLst>
                    <a:ext uri="{FF2B5EF4-FFF2-40B4-BE49-F238E27FC236}">
                      <a16:creationId xmlns:a16="http://schemas.microsoft.com/office/drawing/2014/main" id="{1697EFEA-BC4E-DFC0-6819-B9D6C60BD09D}"/>
                    </a:ext>
                  </a:extLst>
                </p:cNvPr>
                <p:cNvSpPr/>
                <p:nvPr/>
              </p:nvSpPr>
              <p:spPr>
                <a:xfrm>
                  <a:off x="4114306" y="2153709"/>
                  <a:ext cx="35841" cy="52193"/>
                </a:xfrm>
                <a:custGeom>
                  <a:avLst/>
                  <a:gdLst>
                    <a:gd name="csX0" fmla="*/ 676 w 35841"/>
                    <a:gd name="csY0" fmla="*/ 362 h 52193"/>
                    <a:gd name="csX1" fmla="*/ 676 w 35841"/>
                    <a:gd name="csY1" fmla="*/ 50940 h 52193"/>
                    <a:gd name="csX2" fmla="*/ 10373 w 35841"/>
                    <a:gd name="csY2" fmla="*/ 50940 h 52193"/>
                    <a:gd name="csX3" fmla="*/ 10373 w 35841"/>
                    <a:gd name="csY3" fmla="*/ 47137 h 52193"/>
                    <a:gd name="csX4" fmla="*/ 20735 w 35841"/>
                    <a:gd name="csY4" fmla="*/ 52556 h 52193"/>
                    <a:gd name="csX5" fmla="*/ 36517 w 35841"/>
                    <a:gd name="csY5" fmla="*/ 32686 h 52193"/>
                    <a:gd name="csX6" fmla="*/ 32429 w 35841"/>
                    <a:gd name="csY6" fmla="*/ 18901 h 52193"/>
                    <a:gd name="csX7" fmla="*/ 20735 w 35841"/>
                    <a:gd name="csY7" fmla="*/ 12816 h 52193"/>
                    <a:gd name="csX8" fmla="*/ 10373 w 35841"/>
                    <a:gd name="csY8" fmla="*/ 18331 h 52193"/>
                    <a:gd name="csX9" fmla="*/ 10373 w 35841"/>
                    <a:gd name="csY9" fmla="*/ 362 h 52193"/>
                    <a:gd name="csX10" fmla="*/ 18549 w 35841"/>
                    <a:gd name="csY10" fmla="*/ 20993 h 52193"/>
                    <a:gd name="csX11" fmla="*/ 26820 w 35841"/>
                    <a:gd name="csY11" fmla="*/ 32781 h 52193"/>
                    <a:gd name="csX12" fmla="*/ 18549 w 35841"/>
                    <a:gd name="csY12" fmla="*/ 44380 h 52193"/>
                    <a:gd name="csX13" fmla="*/ 10373 w 35841"/>
                    <a:gd name="csY13" fmla="*/ 32591 h 52193"/>
                    <a:gd name="csX14" fmla="*/ 18549 w 35841"/>
                    <a:gd name="csY14" fmla="*/ 20993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676" y="362"/>
                      </a:moveTo>
                      <a:lnTo>
                        <a:pt x="676" y="50940"/>
                      </a:lnTo>
                      <a:lnTo>
                        <a:pt x="10373" y="50940"/>
                      </a:lnTo>
                      <a:lnTo>
                        <a:pt x="10373" y="47137"/>
                      </a:lnTo>
                      <a:cubicBezTo>
                        <a:pt x="12749" y="50845"/>
                        <a:pt x="15982" y="52556"/>
                        <a:pt x="20735" y="52556"/>
                      </a:cubicBezTo>
                      <a:cubicBezTo>
                        <a:pt x="29672" y="52556"/>
                        <a:pt x="36517" y="44000"/>
                        <a:pt x="36517" y="32686"/>
                      </a:cubicBezTo>
                      <a:cubicBezTo>
                        <a:pt x="36517" y="27647"/>
                        <a:pt x="34996" y="22514"/>
                        <a:pt x="32429" y="18901"/>
                      </a:cubicBezTo>
                      <a:cubicBezTo>
                        <a:pt x="29862" y="15193"/>
                        <a:pt x="25299" y="12816"/>
                        <a:pt x="20735" y="12816"/>
                      </a:cubicBezTo>
                      <a:cubicBezTo>
                        <a:pt x="15982" y="12816"/>
                        <a:pt x="12749" y="14528"/>
                        <a:pt x="10373" y="18331"/>
                      </a:cubicBezTo>
                      <a:lnTo>
                        <a:pt x="10373" y="362"/>
                      </a:lnTo>
                      <a:close/>
                      <a:moveTo>
                        <a:pt x="18549" y="20993"/>
                      </a:moveTo>
                      <a:cubicBezTo>
                        <a:pt x="23397" y="20993"/>
                        <a:pt x="26820" y="25841"/>
                        <a:pt x="26820" y="32781"/>
                      </a:cubicBezTo>
                      <a:cubicBezTo>
                        <a:pt x="26820" y="39626"/>
                        <a:pt x="23492" y="44380"/>
                        <a:pt x="18549" y="44380"/>
                      </a:cubicBezTo>
                      <a:cubicBezTo>
                        <a:pt x="13700" y="44380"/>
                        <a:pt x="10373" y="39721"/>
                        <a:pt x="10373" y="32591"/>
                      </a:cubicBezTo>
                      <a:cubicBezTo>
                        <a:pt x="10373" y="25651"/>
                        <a:pt x="13700" y="20993"/>
                        <a:pt x="18549" y="20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49" name="Freeform 3548">
                  <a:extLst>
                    <a:ext uri="{FF2B5EF4-FFF2-40B4-BE49-F238E27FC236}">
                      <a16:creationId xmlns:a16="http://schemas.microsoft.com/office/drawing/2014/main" id="{D4DBA36B-D6D6-1DC0-613C-FC738874CDEF}"/>
                    </a:ext>
                  </a:extLst>
                </p:cNvPr>
                <p:cNvSpPr/>
                <p:nvPr/>
              </p:nvSpPr>
              <p:spPr>
                <a:xfrm>
                  <a:off x="4157182" y="2166163"/>
                  <a:ext cx="21295" cy="38123"/>
                </a:xfrm>
                <a:custGeom>
                  <a:avLst/>
                  <a:gdLst>
                    <a:gd name="csX0" fmla="*/ 683 w 21295"/>
                    <a:gd name="csY0" fmla="*/ 1028 h 38123"/>
                    <a:gd name="csX1" fmla="*/ 683 w 21295"/>
                    <a:gd name="csY1" fmla="*/ 38485 h 38123"/>
                    <a:gd name="csX2" fmla="*/ 10380 w 21295"/>
                    <a:gd name="csY2" fmla="*/ 38485 h 38123"/>
                    <a:gd name="csX3" fmla="*/ 10380 w 21295"/>
                    <a:gd name="csY3" fmla="*/ 18521 h 38123"/>
                    <a:gd name="csX4" fmla="*/ 18936 w 21295"/>
                    <a:gd name="csY4" fmla="*/ 10059 h 38123"/>
                    <a:gd name="csX5" fmla="*/ 21978 w 21295"/>
                    <a:gd name="csY5" fmla="*/ 10345 h 38123"/>
                    <a:gd name="csX6" fmla="*/ 21978 w 21295"/>
                    <a:gd name="csY6" fmla="*/ 457 h 38123"/>
                    <a:gd name="csX7" fmla="*/ 20837 w 21295"/>
                    <a:gd name="csY7" fmla="*/ 362 h 38123"/>
                    <a:gd name="csX8" fmla="*/ 10380 w 21295"/>
                    <a:gd name="csY8" fmla="*/ 8348 h 38123"/>
                    <a:gd name="csX9" fmla="*/ 10380 w 21295"/>
                    <a:gd name="csY9" fmla="*/ 1028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1295" h="38123">
                      <a:moveTo>
                        <a:pt x="683" y="1028"/>
                      </a:moveTo>
                      <a:lnTo>
                        <a:pt x="683" y="38485"/>
                      </a:lnTo>
                      <a:lnTo>
                        <a:pt x="10380" y="38485"/>
                      </a:lnTo>
                      <a:lnTo>
                        <a:pt x="10380" y="18521"/>
                      </a:lnTo>
                      <a:cubicBezTo>
                        <a:pt x="10380" y="12912"/>
                        <a:pt x="13232" y="10059"/>
                        <a:pt x="18936" y="10059"/>
                      </a:cubicBezTo>
                      <a:cubicBezTo>
                        <a:pt x="19982" y="10059"/>
                        <a:pt x="20647" y="10059"/>
                        <a:pt x="21978" y="10345"/>
                      </a:cubicBezTo>
                      <a:lnTo>
                        <a:pt x="21978" y="457"/>
                      </a:lnTo>
                      <a:cubicBezTo>
                        <a:pt x="21408" y="362"/>
                        <a:pt x="21218" y="362"/>
                        <a:pt x="20837" y="362"/>
                      </a:cubicBezTo>
                      <a:cubicBezTo>
                        <a:pt x="16369" y="362"/>
                        <a:pt x="12566" y="3309"/>
                        <a:pt x="10380" y="8348"/>
                      </a:cubicBezTo>
                      <a:lnTo>
                        <a:pt x="10380" y="10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1" name="Freeform 3550">
                  <a:extLst>
                    <a:ext uri="{FF2B5EF4-FFF2-40B4-BE49-F238E27FC236}">
                      <a16:creationId xmlns:a16="http://schemas.microsoft.com/office/drawing/2014/main" id="{4DA8B4A0-1261-AA5A-B208-95F841F25B76}"/>
                    </a:ext>
                  </a:extLst>
                </p:cNvPr>
                <p:cNvSpPr/>
                <p:nvPr/>
              </p:nvSpPr>
              <p:spPr>
                <a:xfrm>
                  <a:off x="4179143" y="2153709"/>
                  <a:ext cx="35841" cy="52193"/>
                </a:xfrm>
                <a:custGeom>
                  <a:avLst/>
                  <a:gdLst>
                    <a:gd name="csX0" fmla="*/ 26831 w 35841"/>
                    <a:gd name="csY0" fmla="*/ 50940 h 52193"/>
                    <a:gd name="csX1" fmla="*/ 36528 w 35841"/>
                    <a:gd name="csY1" fmla="*/ 50940 h 52193"/>
                    <a:gd name="csX2" fmla="*/ 36528 w 35841"/>
                    <a:gd name="csY2" fmla="*/ 362 h 52193"/>
                    <a:gd name="csX3" fmla="*/ 26831 w 35841"/>
                    <a:gd name="csY3" fmla="*/ 362 h 52193"/>
                    <a:gd name="csX4" fmla="*/ 26831 w 35841"/>
                    <a:gd name="csY4" fmla="*/ 18331 h 52193"/>
                    <a:gd name="csX5" fmla="*/ 16468 w 35841"/>
                    <a:gd name="csY5" fmla="*/ 12816 h 52193"/>
                    <a:gd name="csX6" fmla="*/ 687 w 35841"/>
                    <a:gd name="csY6" fmla="*/ 32781 h 52193"/>
                    <a:gd name="csX7" fmla="*/ 4775 w 35841"/>
                    <a:gd name="csY7" fmla="*/ 46566 h 52193"/>
                    <a:gd name="csX8" fmla="*/ 16468 w 35841"/>
                    <a:gd name="csY8" fmla="*/ 52556 h 52193"/>
                    <a:gd name="csX9" fmla="*/ 26831 w 35841"/>
                    <a:gd name="csY9" fmla="*/ 47137 h 52193"/>
                    <a:gd name="csX10" fmla="*/ 18655 w 35841"/>
                    <a:gd name="csY10" fmla="*/ 20993 h 52193"/>
                    <a:gd name="csX11" fmla="*/ 26831 w 35841"/>
                    <a:gd name="csY11" fmla="*/ 32876 h 52193"/>
                    <a:gd name="csX12" fmla="*/ 18655 w 35841"/>
                    <a:gd name="csY12" fmla="*/ 44380 h 52193"/>
                    <a:gd name="csX13" fmla="*/ 10384 w 35841"/>
                    <a:gd name="csY13" fmla="*/ 32781 h 52193"/>
                    <a:gd name="csX14" fmla="*/ 18655 w 35841"/>
                    <a:gd name="csY14" fmla="*/ 20993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26831" y="50940"/>
                      </a:moveTo>
                      <a:lnTo>
                        <a:pt x="36528" y="50940"/>
                      </a:lnTo>
                      <a:lnTo>
                        <a:pt x="36528" y="362"/>
                      </a:lnTo>
                      <a:lnTo>
                        <a:pt x="26831" y="362"/>
                      </a:lnTo>
                      <a:lnTo>
                        <a:pt x="26831" y="18331"/>
                      </a:lnTo>
                      <a:cubicBezTo>
                        <a:pt x="24359" y="14528"/>
                        <a:pt x="21222" y="12816"/>
                        <a:pt x="16468" y="12816"/>
                      </a:cubicBezTo>
                      <a:cubicBezTo>
                        <a:pt x="7532" y="12816"/>
                        <a:pt x="687" y="21468"/>
                        <a:pt x="687" y="32781"/>
                      </a:cubicBezTo>
                      <a:cubicBezTo>
                        <a:pt x="687" y="37820"/>
                        <a:pt x="2208" y="42954"/>
                        <a:pt x="4775" y="46566"/>
                      </a:cubicBezTo>
                      <a:cubicBezTo>
                        <a:pt x="7341" y="50274"/>
                        <a:pt x="11905" y="52556"/>
                        <a:pt x="16468" y="52556"/>
                      </a:cubicBezTo>
                      <a:cubicBezTo>
                        <a:pt x="21222" y="52556"/>
                        <a:pt x="24359" y="50845"/>
                        <a:pt x="26831" y="47137"/>
                      </a:cubicBezTo>
                      <a:close/>
                      <a:moveTo>
                        <a:pt x="18655" y="20993"/>
                      </a:moveTo>
                      <a:cubicBezTo>
                        <a:pt x="23503" y="20993"/>
                        <a:pt x="26831" y="25651"/>
                        <a:pt x="26831" y="32876"/>
                      </a:cubicBezTo>
                      <a:cubicBezTo>
                        <a:pt x="26831" y="39721"/>
                        <a:pt x="23503" y="44380"/>
                        <a:pt x="18655" y="44380"/>
                      </a:cubicBezTo>
                      <a:cubicBezTo>
                        <a:pt x="13711" y="44380"/>
                        <a:pt x="10384" y="39626"/>
                        <a:pt x="10384" y="32781"/>
                      </a:cubicBezTo>
                      <a:cubicBezTo>
                        <a:pt x="10384" y="25746"/>
                        <a:pt x="13711" y="20993"/>
                        <a:pt x="18655" y="20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52" name="Freeform 3551">
                  <a:extLst>
                    <a:ext uri="{FF2B5EF4-FFF2-40B4-BE49-F238E27FC236}">
                      <a16:creationId xmlns:a16="http://schemas.microsoft.com/office/drawing/2014/main" id="{66AEB818-5478-0400-D0E4-A169E74869A8}"/>
                    </a:ext>
                  </a:extLst>
                </p:cNvPr>
                <p:cNvSpPr/>
                <p:nvPr/>
              </p:nvSpPr>
              <p:spPr>
                <a:xfrm>
                  <a:off x="4221735" y="2153994"/>
                  <a:ext cx="33845" cy="51908"/>
                </a:xfrm>
                <a:custGeom>
                  <a:avLst/>
                  <a:gdLst>
                    <a:gd name="csX0" fmla="*/ 13718 w 33845"/>
                    <a:gd name="csY0" fmla="*/ 28693 h 51908"/>
                    <a:gd name="csX1" fmla="*/ 19422 w 33845"/>
                    <a:gd name="csY1" fmla="*/ 29169 h 51908"/>
                    <a:gd name="csX2" fmla="*/ 24746 w 33845"/>
                    <a:gd name="csY2" fmla="*/ 36489 h 51908"/>
                    <a:gd name="csX3" fmla="*/ 17521 w 33845"/>
                    <a:gd name="csY3" fmla="*/ 43904 h 51908"/>
                    <a:gd name="csX4" fmla="*/ 10105 w 33845"/>
                    <a:gd name="csY4" fmla="*/ 36204 h 51908"/>
                    <a:gd name="csX5" fmla="*/ 694 w 33845"/>
                    <a:gd name="csY5" fmla="*/ 36204 h 51908"/>
                    <a:gd name="csX6" fmla="*/ 17331 w 33845"/>
                    <a:gd name="csY6" fmla="*/ 52271 h 51908"/>
                    <a:gd name="csX7" fmla="*/ 34539 w 33845"/>
                    <a:gd name="csY7" fmla="*/ 36489 h 51908"/>
                    <a:gd name="csX8" fmla="*/ 26458 w 33845"/>
                    <a:gd name="csY8" fmla="*/ 24320 h 51908"/>
                    <a:gd name="csX9" fmla="*/ 32922 w 33845"/>
                    <a:gd name="csY9" fmla="*/ 13767 h 51908"/>
                    <a:gd name="csX10" fmla="*/ 17331 w 33845"/>
                    <a:gd name="csY10" fmla="*/ 362 h 51908"/>
                    <a:gd name="csX11" fmla="*/ 2500 w 33845"/>
                    <a:gd name="csY11" fmla="*/ 8919 h 51908"/>
                    <a:gd name="csX12" fmla="*/ 1359 w 33845"/>
                    <a:gd name="csY12" fmla="*/ 16905 h 51908"/>
                    <a:gd name="csX13" fmla="*/ 10391 w 33845"/>
                    <a:gd name="csY13" fmla="*/ 16905 h 51908"/>
                    <a:gd name="csX14" fmla="*/ 11151 w 33845"/>
                    <a:gd name="csY14" fmla="*/ 11676 h 51908"/>
                    <a:gd name="csX15" fmla="*/ 17046 w 33845"/>
                    <a:gd name="csY15" fmla="*/ 8253 h 51908"/>
                    <a:gd name="csX16" fmla="*/ 23225 w 33845"/>
                    <a:gd name="csY16" fmla="*/ 14718 h 51908"/>
                    <a:gd name="csX17" fmla="*/ 14574 w 33845"/>
                    <a:gd name="csY17" fmla="*/ 22133 h 51908"/>
                    <a:gd name="csX18" fmla="*/ 13718 w 33845"/>
                    <a:gd name="csY18" fmla="*/ 22133 h 51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33845" h="51908">
                      <a:moveTo>
                        <a:pt x="13718" y="28693"/>
                      </a:moveTo>
                      <a:cubicBezTo>
                        <a:pt x="17521" y="28693"/>
                        <a:pt x="17711" y="28693"/>
                        <a:pt x="19422" y="29169"/>
                      </a:cubicBezTo>
                      <a:cubicBezTo>
                        <a:pt x="22750" y="30024"/>
                        <a:pt x="24746" y="32876"/>
                        <a:pt x="24746" y="36489"/>
                      </a:cubicBezTo>
                      <a:cubicBezTo>
                        <a:pt x="24746" y="40862"/>
                        <a:pt x="21704" y="43904"/>
                        <a:pt x="17521" y="43904"/>
                      </a:cubicBezTo>
                      <a:cubicBezTo>
                        <a:pt x="12958" y="43904"/>
                        <a:pt x="10391" y="41242"/>
                        <a:pt x="10105" y="36204"/>
                      </a:cubicBezTo>
                      <a:lnTo>
                        <a:pt x="694" y="36204"/>
                      </a:lnTo>
                      <a:cubicBezTo>
                        <a:pt x="789" y="46091"/>
                        <a:pt x="7158" y="52271"/>
                        <a:pt x="17331" y="52271"/>
                      </a:cubicBezTo>
                      <a:cubicBezTo>
                        <a:pt x="27789" y="52271"/>
                        <a:pt x="34539" y="46091"/>
                        <a:pt x="34539" y="36489"/>
                      </a:cubicBezTo>
                      <a:cubicBezTo>
                        <a:pt x="34539" y="30690"/>
                        <a:pt x="31972" y="26982"/>
                        <a:pt x="26458" y="24320"/>
                      </a:cubicBezTo>
                      <a:cubicBezTo>
                        <a:pt x="30926" y="21468"/>
                        <a:pt x="32922" y="18331"/>
                        <a:pt x="32922" y="13767"/>
                      </a:cubicBezTo>
                      <a:cubicBezTo>
                        <a:pt x="32922" y="5591"/>
                        <a:pt x="26838" y="362"/>
                        <a:pt x="17331" y="362"/>
                      </a:cubicBezTo>
                      <a:cubicBezTo>
                        <a:pt x="10105" y="362"/>
                        <a:pt x="4686" y="3500"/>
                        <a:pt x="2500" y="8919"/>
                      </a:cubicBezTo>
                      <a:cubicBezTo>
                        <a:pt x="1644" y="11200"/>
                        <a:pt x="1359" y="12816"/>
                        <a:pt x="1359" y="16905"/>
                      </a:cubicBezTo>
                      <a:lnTo>
                        <a:pt x="10391" y="16905"/>
                      </a:lnTo>
                      <a:cubicBezTo>
                        <a:pt x="10391" y="14243"/>
                        <a:pt x="10676" y="13007"/>
                        <a:pt x="11151" y="11676"/>
                      </a:cubicBezTo>
                      <a:cubicBezTo>
                        <a:pt x="12007" y="9584"/>
                        <a:pt x="14289" y="8253"/>
                        <a:pt x="17046" y="8253"/>
                      </a:cubicBezTo>
                      <a:cubicBezTo>
                        <a:pt x="20943" y="8253"/>
                        <a:pt x="23225" y="10630"/>
                        <a:pt x="23225" y="14718"/>
                      </a:cubicBezTo>
                      <a:cubicBezTo>
                        <a:pt x="23225" y="19662"/>
                        <a:pt x="20373" y="22133"/>
                        <a:pt x="14574" y="22133"/>
                      </a:cubicBezTo>
                      <a:lnTo>
                        <a:pt x="13718" y="2213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37" name="Freeform 3836">
                <a:extLst>
                  <a:ext uri="{FF2B5EF4-FFF2-40B4-BE49-F238E27FC236}">
                    <a16:creationId xmlns:a16="http://schemas.microsoft.com/office/drawing/2014/main" id="{D6ED4A1C-0D8F-2C29-2D27-B7634A0BACD4}"/>
                  </a:ext>
                </a:extLst>
              </p:cNvPr>
              <p:cNvSpPr/>
              <p:nvPr/>
            </p:nvSpPr>
            <p:spPr>
              <a:xfrm>
                <a:off x="505354" y="434975"/>
                <a:ext cx="354991" cy="124085"/>
              </a:xfrm>
              <a:custGeom>
                <a:avLst/>
                <a:gdLst>
                  <a:gd name="csX0" fmla="*/ 202904 w 202903"/>
                  <a:gd name="csY0" fmla="*/ 54832 h 109687"/>
                  <a:gd name="csX1" fmla="*/ 202856 w 202903"/>
                  <a:gd name="csY1" fmla="*/ 52907 h 109687"/>
                  <a:gd name="csX2" fmla="*/ 202666 w 202903"/>
                  <a:gd name="csY2" fmla="*/ 50981 h 109687"/>
                  <a:gd name="csX3" fmla="*/ 202357 w 202903"/>
                  <a:gd name="csY3" fmla="*/ 49080 h 109687"/>
                  <a:gd name="csX4" fmla="*/ 201905 w 202903"/>
                  <a:gd name="csY4" fmla="*/ 47155 h 109687"/>
                  <a:gd name="csX5" fmla="*/ 201359 w 202903"/>
                  <a:gd name="csY5" fmla="*/ 45253 h 109687"/>
                  <a:gd name="csX6" fmla="*/ 200670 w 202903"/>
                  <a:gd name="csY6" fmla="*/ 43376 h 109687"/>
                  <a:gd name="csX7" fmla="*/ 199861 w 202903"/>
                  <a:gd name="csY7" fmla="*/ 41498 h 109687"/>
                  <a:gd name="csX8" fmla="*/ 198934 w 202903"/>
                  <a:gd name="csY8" fmla="*/ 39644 h 109687"/>
                  <a:gd name="csX9" fmla="*/ 197889 w 202903"/>
                  <a:gd name="csY9" fmla="*/ 37790 h 109687"/>
                  <a:gd name="csX10" fmla="*/ 196724 w 202903"/>
                  <a:gd name="csY10" fmla="*/ 35984 h 109687"/>
                  <a:gd name="csX11" fmla="*/ 195441 w 202903"/>
                  <a:gd name="csY11" fmla="*/ 34178 h 109687"/>
                  <a:gd name="csX12" fmla="*/ 194038 w 202903"/>
                  <a:gd name="csY12" fmla="*/ 32419 h 109687"/>
                  <a:gd name="csX13" fmla="*/ 192541 w 202903"/>
                  <a:gd name="csY13" fmla="*/ 30684 h 109687"/>
                  <a:gd name="csX14" fmla="*/ 190901 w 202903"/>
                  <a:gd name="csY14" fmla="*/ 28949 h 109687"/>
                  <a:gd name="csX15" fmla="*/ 189166 w 202903"/>
                  <a:gd name="csY15" fmla="*/ 27285 h 109687"/>
                  <a:gd name="csX16" fmla="*/ 187336 w 202903"/>
                  <a:gd name="csY16" fmla="*/ 25621 h 109687"/>
                  <a:gd name="csX17" fmla="*/ 185387 w 202903"/>
                  <a:gd name="csY17" fmla="*/ 24029 h 109687"/>
                  <a:gd name="csX18" fmla="*/ 183319 w 202903"/>
                  <a:gd name="csY18" fmla="*/ 22460 h 109687"/>
                  <a:gd name="csX19" fmla="*/ 181180 w 202903"/>
                  <a:gd name="csY19" fmla="*/ 20915 h 109687"/>
                  <a:gd name="csX20" fmla="*/ 178922 w 202903"/>
                  <a:gd name="csY20" fmla="*/ 19418 h 109687"/>
                  <a:gd name="csX21" fmla="*/ 176569 w 202903"/>
                  <a:gd name="csY21" fmla="*/ 17968 h 109687"/>
                  <a:gd name="csX22" fmla="*/ 174121 w 202903"/>
                  <a:gd name="csY22" fmla="*/ 16566 h 109687"/>
                  <a:gd name="csX23" fmla="*/ 171602 w 202903"/>
                  <a:gd name="csY23" fmla="*/ 15211 h 109687"/>
                  <a:gd name="csX24" fmla="*/ 168987 w 202903"/>
                  <a:gd name="csY24" fmla="*/ 13904 h 109687"/>
                  <a:gd name="csX25" fmla="*/ 166278 w 202903"/>
                  <a:gd name="csY25" fmla="*/ 12668 h 109687"/>
                  <a:gd name="csX26" fmla="*/ 163521 w 202903"/>
                  <a:gd name="csY26" fmla="*/ 11456 h 109687"/>
                  <a:gd name="csX27" fmla="*/ 160645 w 202903"/>
                  <a:gd name="csY27" fmla="*/ 10291 h 109687"/>
                  <a:gd name="csX28" fmla="*/ 157722 w 202903"/>
                  <a:gd name="csY28" fmla="*/ 9198 h 109687"/>
                  <a:gd name="csX29" fmla="*/ 154727 w 202903"/>
                  <a:gd name="csY29" fmla="*/ 8176 h 109687"/>
                  <a:gd name="csX30" fmla="*/ 151661 w 202903"/>
                  <a:gd name="csY30" fmla="*/ 7178 h 109687"/>
                  <a:gd name="csX31" fmla="*/ 148547 w 202903"/>
                  <a:gd name="csY31" fmla="*/ 6251 h 109687"/>
                  <a:gd name="csX32" fmla="*/ 145362 w 202903"/>
                  <a:gd name="csY32" fmla="*/ 5395 h 109687"/>
                  <a:gd name="csX33" fmla="*/ 142130 w 202903"/>
                  <a:gd name="csY33" fmla="*/ 4587 h 109687"/>
                  <a:gd name="csX34" fmla="*/ 138826 w 202903"/>
                  <a:gd name="csY34" fmla="*/ 3850 h 109687"/>
                  <a:gd name="csX35" fmla="*/ 135499 w 202903"/>
                  <a:gd name="csY35" fmla="*/ 3185 h 109687"/>
                  <a:gd name="csX36" fmla="*/ 132124 w 202903"/>
                  <a:gd name="csY36" fmla="*/ 2567 h 109687"/>
                  <a:gd name="csX37" fmla="*/ 128701 w 202903"/>
                  <a:gd name="csY37" fmla="*/ 2020 h 109687"/>
                  <a:gd name="csX38" fmla="*/ 125255 w 202903"/>
                  <a:gd name="csY38" fmla="*/ 1521 h 109687"/>
                  <a:gd name="csX39" fmla="*/ 121785 w 202903"/>
                  <a:gd name="csY39" fmla="*/ 1117 h 109687"/>
                  <a:gd name="csX40" fmla="*/ 118291 w 202903"/>
                  <a:gd name="csY40" fmla="*/ 761 h 109687"/>
                  <a:gd name="csX41" fmla="*/ 114774 w 202903"/>
                  <a:gd name="csY41" fmla="*/ 475 h 109687"/>
                  <a:gd name="csX42" fmla="*/ 111232 w 202903"/>
                  <a:gd name="csY42" fmla="*/ 261 h 109687"/>
                  <a:gd name="csX43" fmla="*/ 107691 w 202903"/>
                  <a:gd name="csY43" fmla="*/ 95 h 109687"/>
                  <a:gd name="csX44" fmla="*/ 104126 w 202903"/>
                  <a:gd name="csY44" fmla="*/ 24 h 109687"/>
                  <a:gd name="csX45" fmla="*/ 100561 w 202903"/>
                  <a:gd name="csY45" fmla="*/ 0 h 109687"/>
                  <a:gd name="csX46" fmla="*/ 96995 w 202903"/>
                  <a:gd name="csY46" fmla="*/ 48 h 109687"/>
                  <a:gd name="csX47" fmla="*/ 93454 w 202903"/>
                  <a:gd name="csY47" fmla="*/ 166 h 109687"/>
                  <a:gd name="csX48" fmla="*/ 89913 w 202903"/>
                  <a:gd name="csY48" fmla="*/ 357 h 109687"/>
                  <a:gd name="csX49" fmla="*/ 86371 w 202903"/>
                  <a:gd name="csY49" fmla="*/ 618 h 109687"/>
                  <a:gd name="csX50" fmla="*/ 82854 w 202903"/>
                  <a:gd name="csY50" fmla="*/ 927 h 109687"/>
                  <a:gd name="csX51" fmla="*/ 79360 w 202903"/>
                  <a:gd name="csY51" fmla="*/ 1307 h 109687"/>
                  <a:gd name="csX52" fmla="*/ 75914 w 202903"/>
                  <a:gd name="csY52" fmla="*/ 1759 h 109687"/>
                  <a:gd name="csX53" fmla="*/ 72467 w 202903"/>
                  <a:gd name="csY53" fmla="*/ 2282 h 109687"/>
                  <a:gd name="csX54" fmla="*/ 69092 w 202903"/>
                  <a:gd name="csY54" fmla="*/ 2852 h 109687"/>
                  <a:gd name="csX55" fmla="*/ 65717 w 202903"/>
                  <a:gd name="csY55" fmla="*/ 3518 h 109687"/>
                  <a:gd name="csX56" fmla="*/ 62414 w 202903"/>
                  <a:gd name="csY56" fmla="*/ 4207 h 109687"/>
                  <a:gd name="csX57" fmla="*/ 59157 w 202903"/>
                  <a:gd name="csY57" fmla="*/ 4991 h 109687"/>
                  <a:gd name="csX58" fmla="*/ 55949 w 202903"/>
                  <a:gd name="csY58" fmla="*/ 5823 h 109687"/>
                  <a:gd name="csX59" fmla="*/ 52788 w 202903"/>
                  <a:gd name="csY59" fmla="*/ 6726 h 109687"/>
                  <a:gd name="csX60" fmla="*/ 49698 w 202903"/>
                  <a:gd name="csY60" fmla="*/ 7677 h 109687"/>
                  <a:gd name="csX61" fmla="*/ 46656 w 202903"/>
                  <a:gd name="csY61" fmla="*/ 8675 h 109687"/>
                  <a:gd name="csX62" fmla="*/ 43709 w 202903"/>
                  <a:gd name="csY62" fmla="*/ 9745 h 109687"/>
                  <a:gd name="csX63" fmla="*/ 40809 w 202903"/>
                  <a:gd name="csY63" fmla="*/ 10862 h 109687"/>
                  <a:gd name="csX64" fmla="*/ 38004 w 202903"/>
                  <a:gd name="csY64" fmla="*/ 12050 h 109687"/>
                  <a:gd name="csX65" fmla="*/ 35247 w 202903"/>
                  <a:gd name="csY65" fmla="*/ 13286 h 109687"/>
                  <a:gd name="csX66" fmla="*/ 32585 w 202903"/>
                  <a:gd name="csY66" fmla="*/ 14570 h 109687"/>
                  <a:gd name="csX67" fmla="*/ 30018 w 202903"/>
                  <a:gd name="csY67" fmla="*/ 15900 h 109687"/>
                  <a:gd name="csX68" fmla="*/ 27547 w 202903"/>
                  <a:gd name="csY68" fmla="*/ 17279 h 109687"/>
                  <a:gd name="csX69" fmla="*/ 25146 w 202903"/>
                  <a:gd name="csY69" fmla="*/ 18705 h 109687"/>
                  <a:gd name="csX70" fmla="*/ 22841 w 202903"/>
                  <a:gd name="csY70" fmla="*/ 20155 h 109687"/>
                  <a:gd name="csX71" fmla="*/ 20654 w 202903"/>
                  <a:gd name="csY71" fmla="*/ 21676 h 109687"/>
                  <a:gd name="csX72" fmla="*/ 18539 w 202903"/>
                  <a:gd name="csY72" fmla="*/ 23221 h 109687"/>
                  <a:gd name="csX73" fmla="*/ 16542 w 202903"/>
                  <a:gd name="csY73" fmla="*/ 24813 h 109687"/>
                  <a:gd name="csX74" fmla="*/ 14641 w 202903"/>
                  <a:gd name="csY74" fmla="*/ 26453 h 109687"/>
                  <a:gd name="csX75" fmla="*/ 12858 w 202903"/>
                  <a:gd name="csY75" fmla="*/ 28117 h 109687"/>
                  <a:gd name="csX76" fmla="*/ 11171 w 202903"/>
                  <a:gd name="csY76" fmla="*/ 29805 h 109687"/>
                  <a:gd name="csX77" fmla="*/ 9602 w 202903"/>
                  <a:gd name="csY77" fmla="*/ 31540 h 109687"/>
                  <a:gd name="csX78" fmla="*/ 8152 w 202903"/>
                  <a:gd name="csY78" fmla="*/ 33298 h 109687"/>
                  <a:gd name="csX79" fmla="*/ 6798 w 202903"/>
                  <a:gd name="csY79" fmla="*/ 35081 h 109687"/>
                  <a:gd name="csX80" fmla="*/ 5585 w 202903"/>
                  <a:gd name="csY80" fmla="*/ 36887 h 109687"/>
                  <a:gd name="csX81" fmla="*/ 4468 w 202903"/>
                  <a:gd name="csY81" fmla="*/ 38717 h 109687"/>
                  <a:gd name="csX82" fmla="*/ 3494 w 202903"/>
                  <a:gd name="csY82" fmla="*/ 40571 h 109687"/>
                  <a:gd name="csX83" fmla="*/ 2614 w 202903"/>
                  <a:gd name="csY83" fmla="*/ 42425 h 109687"/>
                  <a:gd name="csX84" fmla="*/ 1878 w 202903"/>
                  <a:gd name="csY84" fmla="*/ 44326 h 109687"/>
                  <a:gd name="csX85" fmla="*/ 1260 w 202903"/>
                  <a:gd name="csY85" fmla="*/ 46204 h 109687"/>
                  <a:gd name="csX86" fmla="*/ 761 w 202903"/>
                  <a:gd name="csY86" fmla="*/ 48129 h 109687"/>
                  <a:gd name="csX87" fmla="*/ 380 w 202903"/>
                  <a:gd name="csY87" fmla="*/ 50031 h 109687"/>
                  <a:gd name="csX88" fmla="*/ 143 w 202903"/>
                  <a:gd name="csY88" fmla="*/ 51956 h 109687"/>
                  <a:gd name="csX89" fmla="*/ 0 w 202903"/>
                  <a:gd name="csY89" fmla="*/ 53881 h 109687"/>
                  <a:gd name="csX90" fmla="*/ 0 w 202903"/>
                  <a:gd name="csY90" fmla="*/ 55806 h 109687"/>
                  <a:gd name="csX91" fmla="*/ 143 w 202903"/>
                  <a:gd name="csY91" fmla="*/ 57731 h 109687"/>
                  <a:gd name="csX92" fmla="*/ 380 w 202903"/>
                  <a:gd name="csY92" fmla="*/ 59657 h 109687"/>
                  <a:gd name="csX93" fmla="*/ 761 w 202903"/>
                  <a:gd name="csY93" fmla="*/ 61558 h 109687"/>
                  <a:gd name="csX94" fmla="*/ 1260 w 202903"/>
                  <a:gd name="csY94" fmla="*/ 63459 h 109687"/>
                  <a:gd name="csX95" fmla="*/ 1878 w 202903"/>
                  <a:gd name="csY95" fmla="*/ 65361 h 109687"/>
                  <a:gd name="csX96" fmla="*/ 2614 w 202903"/>
                  <a:gd name="csY96" fmla="*/ 67238 h 109687"/>
                  <a:gd name="csX97" fmla="*/ 3494 w 202903"/>
                  <a:gd name="csY97" fmla="*/ 69116 h 109687"/>
                  <a:gd name="csX98" fmla="*/ 4468 w 202903"/>
                  <a:gd name="csY98" fmla="*/ 70970 h 109687"/>
                  <a:gd name="csX99" fmla="*/ 5585 w 202903"/>
                  <a:gd name="csY99" fmla="*/ 72800 h 109687"/>
                  <a:gd name="csX100" fmla="*/ 6798 w 202903"/>
                  <a:gd name="csY100" fmla="*/ 74606 h 109687"/>
                  <a:gd name="csX101" fmla="*/ 8152 w 202903"/>
                  <a:gd name="csY101" fmla="*/ 76389 h 109687"/>
                  <a:gd name="csX102" fmla="*/ 9602 w 202903"/>
                  <a:gd name="csY102" fmla="*/ 78148 h 109687"/>
                  <a:gd name="csX103" fmla="*/ 11171 w 202903"/>
                  <a:gd name="csY103" fmla="*/ 79859 h 109687"/>
                  <a:gd name="csX104" fmla="*/ 12858 w 202903"/>
                  <a:gd name="csY104" fmla="*/ 81570 h 109687"/>
                  <a:gd name="csX105" fmla="*/ 14641 w 202903"/>
                  <a:gd name="csY105" fmla="*/ 83234 h 109687"/>
                  <a:gd name="csX106" fmla="*/ 16542 w 202903"/>
                  <a:gd name="csY106" fmla="*/ 84850 h 109687"/>
                  <a:gd name="csX107" fmla="*/ 18539 w 202903"/>
                  <a:gd name="csY107" fmla="*/ 86443 h 109687"/>
                  <a:gd name="csX108" fmla="*/ 20654 w 202903"/>
                  <a:gd name="csY108" fmla="*/ 88011 h 109687"/>
                  <a:gd name="csX109" fmla="*/ 22841 w 202903"/>
                  <a:gd name="csY109" fmla="*/ 89509 h 109687"/>
                  <a:gd name="csX110" fmla="*/ 25146 w 202903"/>
                  <a:gd name="csY110" fmla="*/ 90982 h 109687"/>
                  <a:gd name="csX111" fmla="*/ 27547 w 202903"/>
                  <a:gd name="csY111" fmla="*/ 92408 h 109687"/>
                  <a:gd name="csX112" fmla="*/ 30018 w 202903"/>
                  <a:gd name="csY112" fmla="*/ 93787 h 109687"/>
                  <a:gd name="csX113" fmla="*/ 32585 w 202903"/>
                  <a:gd name="csY113" fmla="*/ 95118 h 109687"/>
                  <a:gd name="csX114" fmla="*/ 35247 w 202903"/>
                  <a:gd name="csY114" fmla="*/ 96401 h 109687"/>
                  <a:gd name="csX115" fmla="*/ 38004 w 202903"/>
                  <a:gd name="csY115" fmla="*/ 97637 h 109687"/>
                  <a:gd name="csX116" fmla="*/ 40809 w 202903"/>
                  <a:gd name="csY116" fmla="*/ 98802 h 109687"/>
                  <a:gd name="csX117" fmla="*/ 43709 w 202903"/>
                  <a:gd name="csY117" fmla="*/ 99943 h 109687"/>
                  <a:gd name="csX118" fmla="*/ 46656 w 202903"/>
                  <a:gd name="csY118" fmla="*/ 101012 h 109687"/>
                  <a:gd name="csX119" fmla="*/ 49698 w 202903"/>
                  <a:gd name="csY119" fmla="*/ 102010 h 109687"/>
                  <a:gd name="csX120" fmla="*/ 52788 w 202903"/>
                  <a:gd name="csY120" fmla="*/ 102961 h 109687"/>
                  <a:gd name="csX121" fmla="*/ 55949 w 202903"/>
                  <a:gd name="csY121" fmla="*/ 103864 h 109687"/>
                  <a:gd name="csX122" fmla="*/ 59157 w 202903"/>
                  <a:gd name="csY122" fmla="*/ 104696 h 109687"/>
                  <a:gd name="csX123" fmla="*/ 62414 w 202903"/>
                  <a:gd name="csY123" fmla="*/ 105457 h 109687"/>
                  <a:gd name="csX124" fmla="*/ 65717 w 202903"/>
                  <a:gd name="csY124" fmla="*/ 106170 h 109687"/>
                  <a:gd name="csX125" fmla="*/ 69092 w 202903"/>
                  <a:gd name="csY125" fmla="*/ 106811 h 109687"/>
                  <a:gd name="csX126" fmla="*/ 72467 w 202903"/>
                  <a:gd name="csY126" fmla="*/ 107406 h 109687"/>
                  <a:gd name="csX127" fmla="*/ 75914 w 202903"/>
                  <a:gd name="csY127" fmla="*/ 107928 h 109687"/>
                  <a:gd name="csX128" fmla="*/ 79360 w 202903"/>
                  <a:gd name="csY128" fmla="*/ 108380 h 109687"/>
                  <a:gd name="csX129" fmla="*/ 82854 w 202903"/>
                  <a:gd name="csY129" fmla="*/ 108760 h 109687"/>
                  <a:gd name="csX130" fmla="*/ 86371 w 202903"/>
                  <a:gd name="csY130" fmla="*/ 109069 h 109687"/>
                  <a:gd name="csX131" fmla="*/ 89913 w 202903"/>
                  <a:gd name="csY131" fmla="*/ 109331 h 109687"/>
                  <a:gd name="csX132" fmla="*/ 93454 w 202903"/>
                  <a:gd name="csY132" fmla="*/ 109521 h 109687"/>
                  <a:gd name="csX133" fmla="*/ 96995 w 202903"/>
                  <a:gd name="csY133" fmla="*/ 109640 h 109687"/>
                  <a:gd name="csX134" fmla="*/ 100561 w 202903"/>
                  <a:gd name="csY134" fmla="*/ 109687 h 109687"/>
                  <a:gd name="csX135" fmla="*/ 104126 w 202903"/>
                  <a:gd name="csY135" fmla="*/ 109664 h 109687"/>
                  <a:gd name="csX136" fmla="*/ 107691 w 202903"/>
                  <a:gd name="csY136" fmla="*/ 109568 h 109687"/>
                  <a:gd name="csX137" fmla="*/ 111232 w 202903"/>
                  <a:gd name="csY137" fmla="*/ 109426 h 109687"/>
                  <a:gd name="csX138" fmla="*/ 114774 w 202903"/>
                  <a:gd name="csY138" fmla="*/ 109212 h 109687"/>
                  <a:gd name="csX139" fmla="*/ 118291 w 202903"/>
                  <a:gd name="csY139" fmla="*/ 108927 h 109687"/>
                  <a:gd name="csX140" fmla="*/ 121785 w 202903"/>
                  <a:gd name="csY140" fmla="*/ 108570 h 109687"/>
                  <a:gd name="csX141" fmla="*/ 125255 w 202903"/>
                  <a:gd name="csY141" fmla="*/ 108142 h 109687"/>
                  <a:gd name="csX142" fmla="*/ 128701 w 202903"/>
                  <a:gd name="csY142" fmla="*/ 107667 h 109687"/>
                  <a:gd name="csX143" fmla="*/ 132124 w 202903"/>
                  <a:gd name="csY143" fmla="*/ 107120 h 109687"/>
                  <a:gd name="csX144" fmla="*/ 135499 w 202903"/>
                  <a:gd name="csY144" fmla="*/ 106502 h 109687"/>
                  <a:gd name="csX145" fmla="*/ 138826 w 202903"/>
                  <a:gd name="csY145" fmla="*/ 105813 h 109687"/>
                  <a:gd name="csX146" fmla="*/ 142130 w 202903"/>
                  <a:gd name="csY146" fmla="*/ 105076 h 109687"/>
                  <a:gd name="csX147" fmla="*/ 145362 w 202903"/>
                  <a:gd name="csY147" fmla="*/ 104292 h 109687"/>
                  <a:gd name="csX148" fmla="*/ 148547 w 202903"/>
                  <a:gd name="csY148" fmla="*/ 103413 h 109687"/>
                  <a:gd name="csX149" fmla="*/ 151661 w 202903"/>
                  <a:gd name="csY149" fmla="*/ 102486 h 109687"/>
                  <a:gd name="csX150" fmla="*/ 154727 w 202903"/>
                  <a:gd name="csY150" fmla="*/ 101511 h 109687"/>
                  <a:gd name="csX151" fmla="*/ 157722 w 202903"/>
                  <a:gd name="csY151" fmla="*/ 100465 h 109687"/>
                  <a:gd name="csX152" fmla="*/ 160645 w 202903"/>
                  <a:gd name="csY152" fmla="*/ 99372 h 109687"/>
                  <a:gd name="csX153" fmla="*/ 163521 w 202903"/>
                  <a:gd name="csY153" fmla="*/ 98231 h 109687"/>
                  <a:gd name="csX154" fmla="*/ 166278 w 202903"/>
                  <a:gd name="csY154" fmla="*/ 97019 h 109687"/>
                  <a:gd name="csX155" fmla="*/ 168987 w 202903"/>
                  <a:gd name="csY155" fmla="*/ 95759 h 109687"/>
                  <a:gd name="csX156" fmla="*/ 171602 w 202903"/>
                  <a:gd name="csY156" fmla="*/ 94452 h 109687"/>
                  <a:gd name="csX157" fmla="*/ 174121 w 202903"/>
                  <a:gd name="csY157" fmla="*/ 93098 h 109687"/>
                  <a:gd name="csX158" fmla="*/ 176569 w 202903"/>
                  <a:gd name="csY158" fmla="*/ 91695 h 109687"/>
                  <a:gd name="csX159" fmla="*/ 178922 w 202903"/>
                  <a:gd name="csY159" fmla="*/ 90245 h 109687"/>
                  <a:gd name="csX160" fmla="*/ 181180 w 202903"/>
                  <a:gd name="csY160" fmla="*/ 88772 h 109687"/>
                  <a:gd name="csX161" fmla="*/ 183319 w 202903"/>
                  <a:gd name="csY161" fmla="*/ 87227 h 109687"/>
                  <a:gd name="csX162" fmla="*/ 185387 w 202903"/>
                  <a:gd name="csY162" fmla="*/ 85658 h 109687"/>
                  <a:gd name="csX163" fmla="*/ 187336 w 202903"/>
                  <a:gd name="csY163" fmla="*/ 84042 h 109687"/>
                  <a:gd name="csX164" fmla="*/ 189166 w 202903"/>
                  <a:gd name="csY164" fmla="*/ 82402 h 109687"/>
                  <a:gd name="csX165" fmla="*/ 190901 w 202903"/>
                  <a:gd name="csY165" fmla="*/ 80715 h 109687"/>
                  <a:gd name="csX166" fmla="*/ 192541 w 202903"/>
                  <a:gd name="csY166" fmla="*/ 79003 h 109687"/>
                  <a:gd name="csX167" fmla="*/ 194038 w 202903"/>
                  <a:gd name="csY167" fmla="*/ 77268 h 109687"/>
                  <a:gd name="csX168" fmla="*/ 195441 w 202903"/>
                  <a:gd name="csY168" fmla="*/ 75486 h 109687"/>
                  <a:gd name="csX169" fmla="*/ 196724 w 202903"/>
                  <a:gd name="csY169" fmla="*/ 73703 h 109687"/>
                  <a:gd name="csX170" fmla="*/ 197889 w 202903"/>
                  <a:gd name="csY170" fmla="*/ 71873 h 109687"/>
                  <a:gd name="csX171" fmla="*/ 198934 w 202903"/>
                  <a:gd name="csY171" fmla="*/ 70043 h 109687"/>
                  <a:gd name="csX172" fmla="*/ 199861 w 202903"/>
                  <a:gd name="csY172" fmla="*/ 68189 h 109687"/>
                  <a:gd name="csX173" fmla="*/ 200670 w 202903"/>
                  <a:gd name="csY173" fmla="*/ 66311 h 109687"/>
                  <a:gd name="csX174" fmla="*/ 201359 w 202903"/>
                  <a:gd name="csY174" fmla="*/ 64410 h 109687"/>
                  <a:gd name="csX175" fmla="*/ 201905 w 202903"/>
                  <a:gd name="csY175" fmla="*/ 62509 h 109687"/>
                  <a:gd name="csX176" fmla="*/ 202357 w 202903"/>
                  <a:gd name="csY176" fmla="*/ 60607 h 109687"/>
                  <a:gd name="csX177" fmla="*/ 202666 w 202903"/>
                  <a:gd name="csY177" fmla="*/ 58682 h 109687"/>
                  <a:gd name="csX178" fmla="*/ 202856 w 202903"/>
                  <a:gd name="csY178" fmla="*/ 56757 h 109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87">
                    <a:moveTo>
                      <a:pt x="202904" y="54832"/>
                    </a:moveTo>
                    <a:lnTo>
                      <a:pt x="202856" y="52907"/>
                    </a:lnTo>
                    <a:lnTo>
                      <a:pt x="202666" y="50981"/>
                    </a:lnTo>
                    <a:lnTo>
                      <a:pt x="202357" y="49080"/>
                    </a:lnTo>
                    <a:lnTo>
                      <a:pt x="201905" y="47155"/>
                    </a:lnTo>
                    <a:lnTo>
                      <a:pt x="201359" y="45253"/>
                    </a:lnTo>
                    <a:lnTo>
                      <a:pt x="200670" y="43376"/>
                    </a:lnTo>
                    <a:lnTo>
                      <a:pt x="199861" y="41498"/>
                    </a:lnTo>
                    <a:lnTo>
                      <a:pt x="198934" y="39644"/>
                    </a:lnTo>
                    <a:lnTo>
                      <a:pt x="197889" y="37790"/>
                    </a:lnTo>
                    <a:lnTo>
                      <a:pt x="196724" y="35984"/>
                    </a:lnTo>
                    <a:lnTo>
                      <a:pt x="195441" y="34178"/>
                    </a:lnTo>
                    <a:lnTo>
                      <a:pt x="194038" y="32419"/>
                    </a:lnTo>
                    <a:lnTo>
                      <a:pt x="192541" y="30684"/>
                    </a:lnTo>
                    <a:lnTo>
                      <a:pt x="190901" y="28949"/>
                    </a:lnTo>
                    <a:lnTo>
                      <a:pt x="189166" y="27285"/>
                    </a:lnTo>
                    <a:lnTo>
                      <a:pt x="187336" y="25621"/>
                    </a:lnTo>
                    <a:lnTo>
                      <a:pt x="185387" y="24029"/>
                    </a:lnTo>
                    <a:lnTo>
                      <a:pt x="183319" y="22460"/>
                    </a:lnTo>
                    <a:lnTo>
                      <a:pt x="181180" y="20915"/>
                    </a:lnTo>
                    <a:lnTo>
                      <a:pt x="178922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602" y="15211"/>
                    </a:lnTo>
                    <a:lnTo>
                      <a:pt x="168987" y="13904"/>
                    </a:lnTo>
                    <a:lnTo>
                      <a:pt x="166278" y="12668"/>
                    </a:lnTo>
                    <a:lnTo>
                      <a:pt x="163521" y="11456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76"/>
                    </a:lnTo>
                    <a:lnTo>
                      <a:pt x="151661" y="7178"/>
                    </a:lnTo>
                    <a:lnTo>
                      <a:pt x="148547" y="6251"/>
                    </a:lnTo>
                    <a:lnTo>
                      <a:pt x="145362" y="5395"/>
                    </a:lnTo>
                    <a:lnTo>
                      <a:pt x="142130" y="4587"/>
                    </a:lnTo>
                    <a:lnTo>
                      <a:pt x="138826" y="3850"/>
                    </a:lnTo>
                    <a:lnTo>
                      <a:pt x="135499" y="3185"/>
                    </a:lnTo>
                    <a:lnTo>
                      <a:pt x="132124" y="2567"/>
                    </a:lnTo>
                    <a:lnTo>
                      <a:pt x="128701" y="2020"/>
                    </a:lnTo>
                    <a:lnTo>
                      <a:pt x="125255" y="1521"/>
                    </a:lnTo>
                    <a:lnTo>
                      <a:pt x="121785" y="1117"/>
                    </a:lnTo>
                    <a:lnTo>
                      <a:pt x="118291" y="761"/>
                    </a:lnTo>
                    <a:lnTo>
                      <a:pt x="114774" y="475"/>
                    </a:lnTo>
                    <a:lnTo>
                      <a:pt x="111232" y="261"/>
                    </a:lnTo>
                    <a:lnTo>
                      <a:pt x="107691" y="95"/>
                    </a:lnTo>
                    <a:lnTo>
                      <a:pt x="104126" y="24"/>
                    </a:lnTo>
                    <a:lnTo>
                      <a:pt x="100561" y="0"/>
                    </a:lnTo>
                    <a:lnTo>
                      <a:pt x="96995" y="48"/>
                    </a:lnTo>
                    <a:lnTo>
                      <a:pt x="93454" y="166"/>
                    </a:lnTo>
                    <a:lnTo>
                      <a:pt x="89913" y="357"/>
                    </a:lnTo>
                    <a:lnTo>
                      <a:pt x="86371" y="618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914" y="1759"/>
                    </a:lnTo>
                    <a:lnTo>
                      <a:pt x="72467" y="2282"/>
                    </a:lnTo>
                    <a:lnTo>
                      <a:pt x="69092" y="2852"/>
                    </a:lnTo>
                    <a:lnTo>
                      <a:pt x="65717" y="3518"/>
                    </a:lnTo>
                    <a:lnTo>
                      <a:pt x="62414" y="4207"/>
                    </a:lnTo>
                    <a:lnTo>
                      <a:pt x="59157" y="4991"/>
                    </a:lnTo>
                    <a:lnTo>
                      <a:pt x="55949" y="5823"/>
                    </a:lnTo>
                    <a:lnTo>
                      <a:pt x="52788" y="6726"/>
                    </a:lnTo>
                    <a:lnTo>
                      <a:pt x="49698" y="7677"/>
                    </a:lnTo>
                    <a:lnTo>
                      <a:pt x="46656" y="8675"/>
                    </a:lnTo>
                    <a:lnTo>
                      <a:pt x="43709" y="9745"/>
                    </a:lnTo>
                    <a:lnTo>
                      <a:pt x="40809" y="10862"/>
                    </a:lnTo>
                    <a:lnTo>
                      <a:pt x="38004" y="12050"/>
                    </a:lnTo>
                    <a:lnTo>
                      <a:pt x="35247" y="13286"/>
                    </a:lnTo>
                    <a:lnTo>
                      <a:pt x="32585" y="14570"/>
                    </a:lnTo>
                    <a:lnTo>
                      <a:pt x="30018" y="15900"/>
                    </a:lnTo>
                    <a:lnTo>
                      <a:pt x="27547" y="17279"/>
                    </a:lnTo>
                    <a:lnTo>
                      <a:pt x="25146" y="18705"/>
                    </a:lnTo>
                    <a:lnTo>
                      <a:pt x="22841" y="20155"/>
                    </a:lnTo>
                    <a:lnTo>
                      <a:pt x="20654" y="21676"/>
                    </a:lnTo>
                    <a:lnTo>
                      <a:pt x="18539" y="23221"/>
                    </a:lnTo>
                    <a:lnTo>
                      <a:pt x="16542" y="24813"/>
                    </a:lnTo>
                    <a:lnTo>
                      <a:pt x="14641" y="26453"/>
                    </a:lnTo>
                    <a:lnTo>
                      <a:pt x="12858" y="28117"/>
                    </a:lnTo>
                    <a:lnTo>
                      <a:pt x="11171" y="29805"/>
                    </a:lnTo>
                    <a:lnTo>
                      <a:pt x="9602" y="31540"/>
                    </a:lnTo>
                    <a:lnTo>
                      <a:pt x="8152" y="33298"/>
                    </a:lnTo>
                    <a:lnTo>
                      <a:pt x="6798" y="35081"/>
                    </a:lnTo>
                    <a:lnTo>
                      <a:pt x="5585" y="36887"/>
                    </a:lnTo>
                    <a:lnTo>
                      <a:pt x="4468" y="38717"/>
                    </a:lnTo>
                    <a:lnTo>
                      <a:pt x="3494" y="40571"/>
                    </a:lnTo>
                    <a:lnTo>
                      <a:pt x="2614" y="42425"/>
                    </a:lnTo>
                    <a:lnTo>
                      <a:pt x="1878" y="44326"/>
                    </a:lnTo>
                    <a:lnTo>
                      <a:pt x="1260" y="46204"/>
                    </a:lnTo>
                    <a:lnTo>
                      <a:pt x="761" y="48129"/>
                    </a:lnTo>
                    <a:lnTo>
                      <a:pt x="380" y="50031"/>
                    </a:lnTo>
                    <a:lnTo>
                      <a:pt x="143" y="51956"/>
                    </a:lnTo>
                    <a:lnTo>
                      <a:pt x="0" y="53881"/>
                    </a:lnTo>
                    <a:lnTo>
                      <a:pt x="0" y="55806"/>
                    </a:lnTo>
                    <a:lnTo>
                      <a:pt x="143" y="57731"/>
                    </a:lnTo>
                    <a:lnTo>
                      <a:pt x="380" y="59657"/>
                    </a:lnTo>
                    <a:lnTo>
                      <a:pt x="761" y="61558"/>
                    </a:lnTo>
                    <a:lnTo>
                      <a:pt x="1260" y="63459"/>
                    </a:lnTo>
                    <a:lnTo>
                      <a:pt x="1878" y="65361"/>
                    </a:lnTo>
                    <a:lnTo>
                      <a:pt x="2614" y="67238"/>
                    </a:lnTo>
                    <a:lnTo>
                      <a:pt x="3494" y="69116"/>
                    </a:lnTo>
                    <a:lnTo>
                      <a:pt x="4468" y="70970"/>
                    </a:lnTo>
                    <a:lnTo>
                      <a:pt x="5585" y="72800"/>
                    </a:lnTo>
                    <a:lnTo>
                      <a:pt x="6798" y="74606"/>
                    </a:lnTo>
                    <a:lnTo>
                      <a:pt x="8152" y="76389"/>
                    </a:lnTo>
                    <a:lnTo>
                      <a:pt x="9602" y="78148"/>
                    </a:lnTo>
                    <a:lnTo>
                      <a:pt x="11171" y="79859"/>
                    </a:lnTo>
                    <a:lnTo>
                      <a:pt x="12858" y="81570"/>
                    </a:lnTo>
                    <a:lnTo>
                      <a:pt x="14641" y="83234"/>
                    </a:lnTo>
                    <a:lnTo>
                      <a:pt x="16542" y="84850"/>
                    </a:lnTo>
                    <a:lnTo>
                      <a:pt x="18539" y="86443"/>
                    </a:lnTo>
                    <a:lnTo>
                      <a:pt x="20654" y="88011"/>
                    </a:lnTo>
                    <a:lnTo>
                      <a:pt x="22841" y="89509"/>
                    </a:lnTo>
                    <a:lnTo>
                      <a:pt x="25146" y="90982"/>
                    </a:lnTo>
                    <a:lnTo>
                      <a:pt x="27547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8004" y="97637"/>
                    </a:lnTo>
                    <a:lnTo>
                      <a:pt x="40809" y="98802"/>
                    </a:lnTo>
                    <a:lnTo>
                      <a:pt x="43709" y="99943"/>
                    </a:lnTo>
                    <a:lnTo>
                      <a:pt x="46656" y="101012"/>
                    </a:lnTo>
                    <a:lnTo>
                      <a:pt x="49698" y="102010"/>
                    </a:lnTo>
                    <a:lnTo>
                      <a:pt x="52788" y="102961"/>
                    </a:lnTo>
                    <a:lnTo>
                      <a:pt x="55949" y="103864"/>
                    </a:lnTo>
                    <a:lnTo>
                      <a:pt x="59157" y="104696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92" y="106811"/>
                    </a:lnTo>
                    <a:lnTo>
                      <a:pt x="72467" y="107406"/>
                    </a:lnTo>
                    <a:lnTo>
                      <a:pt x="75914" y="107928"/>
                    </a:lnTo>
                    <a:lnTo>
                      <a:pt x="79360" y="108380"/>
                    </a:lnTo>
                    <a:lnTo>
                      <a:pt x="82854" y="108760"/>
                    </a:lnTo>
                    <a:lnTo>
                      <a:pt x="86371" y="109069"/>
                    </a:lnTo>
                    <a:lnTo>
                      <a:pt x="89913" y="109331"/>
                    </a:lnTo>
                    <a:lnTo>
                      <a:pt x="93454" y="109521"/>
                    </a:lnTo>
                    <a:lnTo>
                      <a:pt x="96995" y="109640"/>
                    </a:lnTo>
                    <a:lnTo>
                      <a:pt x="100561" y="109687"/>
                    </a:lnTo>
                    <a:lnTo>
                      <a:pt x="104126" y="109664"/>
                    </a:lnTo>
                    <a:lnTo>
                      <a:pt x="107691" y="109568"/>
                    </a:lnTo>
                    <a:lnTo>
                      <a:pt x="111232" y="109426"/>
                    </a:lnTo>
                    <a:lnTo>
                      <a:pt x="114774" y="109212"/>
                    </a:lnTo>
                    <a:lnTo>
                      <a:pt x="118291" y="108927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120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30" y="105076"/>
                    </a:lnTo>
                    <a:lnTo>
                      <a:pt x="145362" y="104292"/>
                    </a:lnTo>
                    <a:lnTo>
                      <a:pt x="148547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521" y="98231"/>
                    </a:lnTo>
                    <a:lnTo>
                      <a:pt x="166278" y="97019"/>
                    </a:lnTo>
                    <a:lnTo>
                      <a:pt x="168987" y="95759"/>
                    </a:lnTo>
                    <a:lnTo>
                      <a:pt x="171602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922" y="90245"/>
                    </a:lnTo>
                    <a:lnTo>
                      <a:pt x="181180" y="88772"/>
                    </a:lnTo>
                    <a:lnTo>
                      <a:pt x="183319" y="87227"/>
                    </a:lnTo>
                    <a:lnTo>
                      <a:pt x="185387" y="85658"/>
                    </a:lnTo>
                    <a:lnTo>
                      <a:pt x="187336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41" y="79003"/>
                    </a:lnTo>
                    <a:lnTo>
                      <a:pt x="194038" y="77268"/>
                    </a:lnTo>
                    <a:lnTo>
                      <a:pt x="195441" y="75486"/>
                    </a:lnTo>
                    <a:lnTo>
                      <a:pt x="196724" y="73703"/>
                    </a:lnTo>
                    <a:lnTo>
                      <a:pt x="197889" y="71873"/>
                    </a:lnTo>
                    <a:lnTo>
                      <a:pt x="198934" y="70043"/>
                    </a:lnTo>
                    <a:lnTo>
                      <a:pt x="199861" y="68189"/>
                    </a:lnTo>
                    <a:lnTo>
                      <a:pt x="200670" y="66311"/>
                    </a:lnTo>
                    <a:lnTo>
                      <a:pt x="201359" y="64410"/>
                    </a:lnTo>
                    <a:lnTo>
                      <a:pt x="201905" y="62509"/>
                    </a:lnTo>
                    <a:lnTo>
                      <a:pt x="202357" y="60607"/>
                    </a:lnTo>
                    <a:lnTo>
                      <a:pt x="202666" y="58682"/>
                    </a:lnTo>
                    <a:lnTo>
                      <a:pt x="202856" y="56757"/>
                    </a:lnTo>
                    <a:close/>
                  </a:path>
                </a:pathLst>
              </a:custGeom>
              <a:solidFill>
                <a:srgbClr val="D8C7A8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838" name="Graphic 2">
                <a:extLst>
                  <a:ext uri="{FF2B5EF4-FFF2-40B4-BE49-F238E27FC236}">
                    <a16:creationId xmlns:a16="http://schemas.microsoft.com/office/drawing/2014/main" id="{40C1BC2D-E41B-AD3E-0CF8-B09AC1C0AFAD}"/>
                  </a:ext>
                </a:extLst>
              </p:cNvPr>
              <p:cNvGrpSpPr/>
              <p:nvPr/>
            </p:nvGrpSpPr>
            <p:grpSpPr>
              <a:xfrm>
                <a:off x="531760" y="467686"/>
                <a:ext cx="299186" cy="65788"/>
                <a:chOff x="1808092" y="467686"/>
                <a:chExt cx="299186" cy="65788"/>
              </a:xfrm>
              <a:solidFill>
                <a:srgbClr val="000000"/>
              </a:solidFill>
            </p:grpSpPr>
            <p:sp>
              <p:nvSpPr>
                <p:cNvPr id="3300" name="Freeform 3299">
                  <a:extLst>
                    <a:ext uri="{FF2B5EF4-FFF2-40B4-BE49-F238E27FC236}">
                      <a16:creationId xmlns:a16="http://schemas.microsoft.com/office/drawing/2014/main" id="{9B2D469C-B492-5625-89AC-CBDBE8880C87}"/>
                    </a:ext>
                  </a:extLst>
                </p:cNvPr>
                <p:cNvSpPr/>
                <p:nvPr/>
              </p:nvSpPr>
              <p:spPr>
                <a:xfrm>
                  <a:off x="1808092" y="480140"/>
                  <a:ext cx="33845" cy="39739"/>
                </a:xfrm>
                <a:custGeom>
                  <a:avLst/>
                  <a:gdLst>
                    <a:gd name="csX0" fmla="*/ 34142 w 33845"/>
                    <a:gd name="csY0" fmla="*/ 14726 h 39739"/>
                    <a:gd name="csX1" fmla="*/ 17980 w 33845"/>
                    <a:gd name="csY1" fmla="*/ 85 h 39739"/>
                    <a:gd name="csX2" fmla="*/ 297 w 33845"/>
                    <a:gd name="csY2" fmla="*/ 20240 h 39739"/>
                    <a:gd name="csX3" fmla="*/ 17885 w 33845"/>
                    <a:gd name="csY3" fmla="*/ 39825 h 39739"/>
                    <a:gd name="csX4" fmla="*/ 34142 w 33845"/>
                    <a:gd name="csY4" fmla="*/ 25184 h 39739"/>
                    <a:gd name="csX5" fmla="*/ 24825 w 33845"/>
                    <a:gd name="csY5" fmla="*/ 25184 h 39739"/>
                    <a:gd name="csX6" fmla="*/ 17885 w 33845"/>
                    <a:gd name="csY6" fmla="*/ 31934 h 39739"/>
                    <a:gd name="csX7" fmla="*/ 9994 w 33845"/>
                    <a:gd name="csY7" fmla="*/ 20240 h 39739"/>
                    <a:gd name="csX8" fmla="*/ 11895 w 33845"/>
                    <a:gd name="csY8" fmla="*/ 11113 h 39739"/>
                    <a:gd name="csX9" fmla="*/ 17885 w 33845"/>
                    <a:gd name="csY9" fmla="*/ 7976 h 39739"/>
                    <a:gd name="csX10" fmla="*/ 24825 w 33845"/>
                    <a:gd name="csY10" fmla="*/ 14726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33845" h="39739">
                      <a:moveTo>
                        <a:pt x="34142" y="14726"/>
                      </a:moveTo>
                      <a:cubicBezTo>
                        <a:pt x="33476" y="5599"/>
                        <a:pt x="27392" y="85"/>
                        <a:pt x="17980" y="85"/>
                      </a:cubicBezTo>
                      <a:cubicBezTo>
                        <a:pt x="6762" y="85"/>
                        <a:pt x="297" y="7501"/>
                        <a:pt x="297" y="20240"/>
                      </a:cubicBezTo>
                      <a:cubicBezTo>
                        <a:pt x="297" y="32599"/>
                        <a:pt x="6762" y="39825"/>
                        <a:pt x="17885" y="39825"/>
                      </a:cubicBezTo>
                      <a:cubicBezTo>
                        <a:pt x="26916" y="39825"/>
                        <a:pt x="33286" y="34215"/>
                        <a:pt x="34142" y="25184"/>
                      </a:cubicBezTo>
                      <a:lnTo>
                        <a:pt x="24825" y="25184"/>
                      </a:lnTo>
                      <a:cubicBezTo>
                        <a:pt x="23684" y="30127"/>
                        <a:pt x="21688" y="31934"/>
                        <a:pt x="17885" y="31934"/>
                      </a:cubicBezTo>
                      <a:cubicBezTo>
                        <a:pt x="12941" y="31934"/>
                        <a:pt x="9994" y="27560"/>
                        <a:pt x="9994" y="20240"/>
                      </a:cubicBezTo>
                      <a:cubicBezTo>
                        <a:pt x="9994" y="16627"/>
                        <a:pt x="10659" y="13395"/>
                        <a:pt x="11895" y="11113"/>
                      </a:cubicBezTo>
                      <a:cubicBezTo>
                        <a:pt x="12941" y="9022"/>
                        <a:pt x="15128" y="7976"/>
                        <a:pt x="17885" y="7976"/>
                      </a:cubicBezTo>
                      <a:cubicBezTo>
                        <a:pt x="21878" y="7976"/>
                        <a:pt x="23779" y="9782"/>
                        <a:pt x="24825" y="1472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1" name="Freeform 3300">
                  <a:extLst>
                    <a:ext uri="{FF2B5EF4-FFF2-40B4-BE49-F238E27FC236}">
                      <a16:creationId xmlns:a16="http://schemas.microsoft.com/office/drawing/2014/main" id="{76DEDACE-B3F9-D001-075B-437B3AF4A9A2}"/>
                    </a:ext>
                  </a:extLst>
                </p:cNvPr>
                <p:cNvSpPr/>
                <p:nvPr/>
              </p:nvSpPr>
              <p:spPr>
                <a:xfrm>
                  <a:off x="1842887" y="480805"/>
                  <a:ext cx="36697" cy="52668"/>
                </a:xfrm>
                <a:custGeom>
                  <a:avLst/>
                  <a:gdLst>
                    <a:gd name="csX0" fmla="*/ 27018 w 36697"/>
                    <a:gd name="csY0" fmla="*/ 85 h 52668"/>
                    <a:gd name="csX1" fmla="*/ 19222 w 36697"/>
                    <a:gd name="csY1" fmla="*/ 27370 h 52668"/>
                    <a:gd name="csX2" fmla="*/ 10951 w 36697"/>
                    <a:gd name="csY2" fmla="*/ 85 h 52668"/>
                    <a:gd name="csX3" fmla="*/ 303 w 36697"/>
                    <a:gd name="csY3" fmla="*/ 85 h 52668"/>
                    <a:gd name="csX4" fmla="*/ 14183 w 36697"/>
                    <a:gd name="csY4" fmla="*/ 39064 h 52668"/>
                    <a:gd name="csX5" fmla="*/ 8194 w 36697"/>
                    <a:gd name="csY5" fmla="*/ 45624 h 52668"/>
                    <a:gd name="csX6" fmla="*/ 5627 w 36697"/>
                    <a:gd name="csY6" fmla="*/ 45148 h 52668"/>
                    <a:gd name="csX7" fmla="*/ 5627 w 36697"/>
                    <a:gd name="csY7" fmla="*/ 52469 h 52668"/>
                    <a:gd name="csX8" fmla="*/ 9049 w 36697"/>
                    <a:gd name="csY8" fmla="*/ 52754 h 52668"/>
                    <a:gd name="csX9" fmla="*/ 16084 w 36697"/>
                    <a:gd name="csY9" fmla="*/ 51518 h 52668"/>
                    <a:gd name="csX10" fmla="*/ 21599 w 36697"/>
                    <a:gd name="csY10" fmla="*/ 44388 h 52668"/>
                    <a:gd name="csX11" fmla="*/ 37000 w 36697"/>
                    <a:gd name="csY11" fmla="*/ 85 h 526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6697" h="52668">
                      <a:moveTo>
                        <a:pt x="27018" y="85"/>
                      </a:moveTo>
                      <a:lnTo>
                        <a:pt x="19222" y="27370"/>
                      </a:lnTo>
                      <a:lnTo>
                        <a:pt x="10951" y="85"/>
                      </a:lnTo>
                      <a:lnTo>
                        <a:pt x="303" y="85"/>
                      </a:lnTo>
                      <a:lnTo>
                        <a:pt x="14183" y="39064"/>
                      </a:lnTo>
                      <a:cubicBezTo>
                        <a:pt x="14183" y="42962"/>
                        <a:pt x="11806" y="45624"/>
                        <a:pt x="8194" y="45624"/>
                      </a:cubicBezTo>
                      <a:cubicBezTo>
                        <a:pt x="7433" y="45624"/>
                        <a:pt x="6768" y="45434"/>
                        <a:pt x="5627" y="45148"/>
                      </a:cubicBezTo>
                      <a:lnTo>
                        <a:pt x="5627" y="52469"/>
                      </a:lnTo>
                      <a:cubicBezTo>
                        <a:pt x="7053" y="52659"/>
                        <a:pt x="7908" y="52754"/>
                        <a:pt x="9049" y="52754"/>
                      </a:cubicBezTo>
                      <a:cubicBezTo>
                        <a:pt x="11616" y="52754"/>
                        <a:pt x="14373" y="52279"/>
                        <a:pt x="16084" y="51518"/>
                      </a:cubicBezTo>
                      <a:cubicBezTo>
                        <a:pt x="18746" y="50472"/>
                        <a:pt x="19982" y="48951"/>
                        <a:pt x="21599" y="44388"/>
                      </a:cubicBezTo>
                      <a:lnTo>
                        <a:pt x="37000" y="8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2" name="Freeform 3301">
                  <a:extLst>
                    <a:ext uri="{FF2B5EF4-FFF2-40B4-BE49-F238E27FC236}">
                      <a16:creationId xmlns:a16="http://schemas.microsoft.com/office/drawing/2014/main" id="{242A7C3F-C8C1-4B89-8A3D-ADB0477C2019}"/>
                    </a:ext>
                  </a:extLst>
                </p:cNvPr>
                <p:cNvSpPr/>
                <p:nvPr/>
              </p:nvSpPr>
              <p:spPr>
                <a:xfrm>
                  <a:off x="1882722" y="480140"/>
                  <a:ext cx="35841" cy="53239"/>
                </a:xfrm>
                <a:custGeom>
                  <a:avLst/>
                  <a:gdLst>
                    <a:gd name="csX0" fmla="*/ 10101 w 35841"/>
                    <a:gd name="csY0" fmla="*/ 751 h 53239"/>
                    <a:gd name="csX1" fmla="*/ 309 w 35841"/>
                    <a:gd name="csY1" fmla="*/ 751 h 53239"/>
                    <a:gd name="csX2" fmla="*/ 309 w 35841"/>
                    <a:gd name="csY2" fmla="*/ 53325 h 53239"/>
                    <a:gd name="csX3" fmla="*/ 10101 w 35841"/>
                    <a:gd name="csY3" fmla="*/ 53325 h 53239"/>
                    <a:gd name="csX4" fmla="*/ 10101 w 35841"/>
                    <a:gd name="csY4" fmla="*/ 33740 h 53239"/>
                    <a:gd name="csX5" fmla="*/ 20464 w 35841"/>
                    <a:gd name="csY5" fmla="*/ 39920 h 53239"/>
                    <a:gd name="csX6" fmla="*/ 36150 w 35841"/>
                    <a:gd name="csY6" fmla="*/ 20050 h 53239"/>
                    <a:gd name="csX7" fmla="*/ 32157 w 35841"/>
                    <a:gd name="csY7" fmla="*/ 5980 h 53239"/>
                    <a:gd name="csX8" fmla="*/ 20464 w 35841"/>
                    <a:gd name="csY8" fmla="*/ 85 h 53239"/>
                    <a:gd name="csX9" fmla="*/ 10101 w 35841"/>
                    <a:gd name="csY9" fmla="*/ 6265 h 53239"/>
                    <a:gd name="csX10" fmla="*/ 18277 w 35841"/>
                    <a:gd name="csY10" fmla="*/ 8261 h 53239"/>
                    <a:gd name="csX11" fmla="*/ 26453 w 35841"/>
                    <a:gd name="csY11" fmla="*/ 20145 h 53239"/>
                    <a:gd name="csX12" fmla="*/ 18277 w 35841"/>
                    <a:gd name="csY12" fmla="*/ 31744 h 53239"/>
                    <a:gd name="csX13" fmla="*/ 10101 w 35841"/>
                    <a:gd name="csY13" fmla="*/ 20050 h 53239"/>
                    <a:gd name="csX14" fmla="*/ 18277 w 35841"/>
                    <a:gd name="csY14" fmla="*/ 8261 h 532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3239">
                      <a:moveTo>
                        <a:pt x="10101" y="751"/>
                      </a:moveTo>
                      <a:lnTo>
                        <a:pt x="309" y="751"/>
                      </a:lnTo>
                      <a:lnTo>
                        <a:pt x="309" y="53325"/>
                      </a:lnTo>
                      <a:lnTo>
                        <a:pt x="10101" y="53325"/>
                      </a:lnTo>
                      <a:lnTo>
                        <a:pt x="10101" y="33740"/>
                      </a:lnTo>
                      <a:cubicBezTo>
                        <a:pt x="12383" y="37923"/>
                        <a:pt x="15710" y="39920"/>
                        <a:pt x="20464" y="39920"/>
                      </a:cubicBezTo>
                      <a:cubicBezTo>
                        <a:pt x="29495" y="39920"/>
                        <a:pt x="36150" y="31363"/>
                        <a:pt x="36150" y="20050"/>
                      </a:cubicBezTo>
                      <a:cubicBezTo>
                        <a:pt x="36150" y="14726"/>
                        <a:pt x="34629" y="9497"/>
                        <a:pt x="32157" y="5980"/>
                      </a:cubicBezTo>
                      <a:cubicBezTo>
                        <a:pt x="29590" y="2462"/>
                        <a:pt x="24932" y="85"/>
                        <a:pt x="20464" y="85"/>
                      </a:cubicBezTo>
                      <a:cubicBezTo>
                        <a:pt x="15710" y="85"/>
                        <a:pt x="12383" y="2082"/>
                        <a:pt x="10101" y="6265"/>
                      </a:cubicBezTo>
                      <a:close/>
                      <a:moveTo>
                        <a:pt x="18277" y="8261"/>
                      </a:moveTo>
                      <a:cubicBezTo>
                        <a:pt x="23221" y="8261"/>
                        <a:pt x="26453" y="12920"/>
                        <a:pt x="26453" y="20145"/>
                      </a:cubicBezTo>
                      <a:cubicBezTo>
                        <a:pt x="26453" y="26990"/>
                        <a:pt x="23126" y="31744"/>
                        <a:pt x="18277" y="31744"/>
                      </a:cubicBezTo>
                      <a:cubicBezTo>
                        <a:pt x="13333" y="31744"/>
                        <a:pt x="10101" y="26990"/>
                        <a:pt x="10101" y="20050"/>
                      </a:cubicBezTo>
                      <a:cubicBezTo>
                        <a:pt x="10101" y="12920"/>
                        <a:pt x="13333" y="8261"/>
                        <a:pt x="18277" y="826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3" name="Freeform 3302">
                  <a:extLst>
                    <a:ext uri="{FF2B5EF4-FFF2-40B4-BE49-F238E27FC236}">
                      <a16:creationId xmlns:a16="http://schemas.microsoft.com/office/drawing/2014/main" id="{0D83E61C-8CAA-E9D8-E0CB-A14C190AD183}"/>
                    </a:ext>
                  </a:extLst>
                </p:cNvPr>
                <p:cNvSpPr/>
                <p:nvPr/>
              </p:nvSpPr>
              <p:spPr>
                <a:xfrm>
                  <a:off x="1926074" y="469017"/>
                  <a:ext cx="21485" cy="49246"/>
                </a:xfrm>
                <a:custGeom>
                  <a:avLst/>
                  <a:gdLst>
                    <a:gd name="csX0" fmla="*/ 12104 w 21485"/>
                    <a:gd name="csY0" fmla="*/ 15391 h 49246"/>
                    <a:gd name="csX1" fmla="*/ 12104 w 21485"/>
                    <a:gd name="csY1" fmla="*/ 49332 h 49246"/>
                    <a:gd name="csX2" fmla="*/ 21802 w 21485"/>
                    <a:gd name="csY2" fmla="*/ 49332 h 49246"/>
                    <a:gd name="csX3" fmla="*/ 21802 w 21485"/>
                    <a:gd name="csY3" fmla="*/ 85 h 49246"/>
                    <a:gd name="csX4" fmla="*/ 15337 w 21485"/>
                    <a:gd name="csY4" fmla="*/ 85 h 49246"/>
                    <a:gd name="csX5" fmla="*/ 316 w 21485"/>
                    <a:gd name="csY5" fmla="*/ 8927 h 49246"/>
                    <a:gd name="csX6" fmla="*/ 316 w 21485"/>
                    <a:gd name="csY6" fmla="*/ 15391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104" y="15391"/>
                      </a:moveTo>
                      <a:lnTo>
                        <a:pt x="12104" y="49332"/>
                      </a:lnTo>
                      <a:lnTo>
                        <a:pt x="21802" y="49332"/>
                      </a:lnTo>
                      <a:lnTo>
                        <a:pt x="21802" y="85"/>
                      </a:lnTo>
                      <a:lnTo>
                        <a:pt x="15337" y="85"/>
                      </a:lnTo>
                      <a:cubicBezTo>
                        <a:pt x="13816" y="5980"/>
                        <a:pt x="8777" y="8927"/>
                        <a:pt x="316" y="8927"/>
                      </a:cubicBezTo>
                      <a:lnTo>
                        <a:pt x="316" y="153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4" name="Freeform 3303">
                  <a:extLst>
                    <a:ext uri="{FF2B5EF4-FFF2-40B4-BE49-F238E27FC236}">
                      <a16:creationId xmlns:a16="http://schemas.microsoft.com/office/drawing/2014/main" id="{D5F40EB8-5AB4-CE55-45C1-7B582C73C014}"/>
                    </a:ext>
                  </a:extLst>
                </p:cNvPr>
                <p:cNvSpPr/>
                <p:nvPr/>
              </p:nvSpPr>
              <p:spPr>
                <a:xfrm>
                  <a:off x="1959729" y="467971"/>
                  <a:ext cx="33940" cy="52003"/>
                </a:xfrm>
                <a:custGeom>
                  <a:avLst/>
                  <a:gdLst>
                    <a:gd name="csX0" fmla="*/ 1082 w 33940"/>
                    <a:gd name="csY0" fmla="*/ 38969 h 52003"/>
                    <a:gd name="csX1" fmla="*/ 16103 w 33940"/>
                    <a:gd name="csY1" fmla="*/ 52089 h 52003"/>
                    <a:gd name="csX2" fmla="*/ 30174 w 33940"/>
                    <a:gd name="csY2" fmla="*/ 44388 h 52003"/>
                    <a:gd name="csX3" fmla="*/ 34262 w 33940"/>
                    <a:gd name="csY3" fmla="*/ 24708 h 52003"/>
                    <a:gd name="csX4" fmla="*/ 30839 w 33940"/>
                    <a:gd name="csY4" fmla="*/ 8166 h 52003"/>
                    <a:gd name="csX5" fmla="*/ 16959 w 33940"/>
                    <a:gd name="csY5" fmla="*/ 85 h 52003"/>
                    <a:gd name="csX6" fmla="*/ 322 w 33940"/>
                    <a:gd name="csY6" fmla="*/ 17483 h 52003"/>
                    <a:gd name="csX7" fmla="*/ 15058 w 33940"/>
                    <a:gd name="csY7" fmla="*/ 34596 h 52003"/>
                    <a:gd name="csX8" fmla="*/ 21427 w 33940"/>
                    <a:gd name="csY8" fmla="*/ 32789 h 52003"/>
                    <a:gd name="csX9" fmla="*/ 24470 w 33940"/>
                    <a:gd name="csY9" fmla="*/ 29652 h 52003"/>
                    <a:gd name="csX10" fmla="*/ 16389 w 33940"/>
                    <a:gd name="csY10" fmla="*/ 43722 h 52003"/>
                    <a:gd name="csX11" fmla="*/ 10399 w 33940"/>
                    <a:gd name="csY11" fmla="*/ 38969 h 52003"/>
                    <a:gd name="csX12" fmla="*/ 16674 w 33940"/>
                    <a:gd name="csY12" fmla="*/ 8071 h 52003"/>
                    <a:gd name="csX13" fmla="*/ 24279 w 33940"/>
                    <a:gd name="csY13" fmla="*/ 17483 h 52003"/>
                    <a:gd name="csX14" fmla="*/ 16769 w 33940"/>
                    <a:gd name="csY14" fmla="*/ 26515 h 52003"/>
                    <a:gd name="csX15" fmla="*/ 9639 w 33940"/>
                    <a:gd name="csY15" fmla="*/ 17388 h 52003"/>
                    <a:gd name="csX16" fmla="*/ 16674 w 33940"/>
                    <a:gd name="csY16" fmla="*/ 8071 h 520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33940" h="52003">
                      <a:moveTo>
                        <a:pt x="1082" y="38969"/>
                      </a:moveTo>
                      <a:cubicBezTo>
                        <a:pt x="1272" y="46479"/>
                        <a:pt x="7642" y="52089"/>
                        <a:pt x="16103" y="52089"/>
                      </a:cubicBezTo>
                      <a:cubicBezTo>
                        <a:pt x="22473" y="52089"/>
                        <a:pt x="27227" y="49427"/>
                        <a:pt x="30174" y="44388"/>
                      </a:cubicBezTo>
                      <a:cubicBezTo>
                        <a:pt x="32741" y="40015"/>
                        <a:pt x="34262" y="32599"/>
                        <a:pt x="34262" y="24708"/>
                      </a:cubicBezTo>
                      <a:cubicBezTo>
                        <a:pt x="34262" y="17483"/>
                        <a:pt x="33121" y="11969"/>
                        <a:pt x="30839" y="8166"/>
                      </a:cubicBezTo>
                      <a:cubicBezTo>
                        <a:pt x="27702" y="2937"/>
                        <a:pt x="22853" y="85"/>
                        <a:pt x="16959" y="85"/>
                      </a:cubicBezTo>
                      <a:cubicBezTo>
                        <a:pt x="7072" y="85"/>
                        <a:pt x="322" y="7215"/>
                        <a:pt x="322" y="17483"/>
                      </a:cubicBezTo>
                      <a:cubicBezTo>
                        <a:pt x="322" y="27656"/>
                        <a:pt x="6311" y="34596"/>
                        <a:pt x="15058" y="34596"/>
                      </a:cubicBezTo>
                      <a:cubicBezTo>
                        <a:pt x="17529" y="34596"/>
                        <a:pt x="19906" y="33835"/>
                        <a:pt x="21427" y="32789"/>
                      </a:cubicBezTo>
                      <a:cubicBezTo>
                        <a:pt x="22378" y="32124"/>
                        <a:pt x="22948" y="31458"/>
                        <a:pt x="24470" y="29652"/>
                      </a:cubicBezTo>
                      <a:cubicBezTo>
                        <a:pt x="24470" y="39159"/>
                        <a:pt x="21903" y="43722"/>
                        <a:pt x="16389" y="43722"/>
                      </a:cubicBezTo>
                      <a:cubicBezTo>
                        <a:pt x="12966" y="43722"/>
                        <a:pt x="10589" y="41821"/>
                        <a:pt x="10399" y="38969"/>
                      </a:cubicBezTo>
                      <a:close/>
                      <a:moveTo>
                        <a:pt x="16674" y="8071"/>
                      </a:moveTo>
                      <a:cubicBezTo>
                        <a:pt x="21427" y="8071"/>
                        <a:pt x="24279" y="11684"/>
                        <a:pt x="24279" y="17483"/>
                      </a:cubicBezTo>
                      <a:cubicBezTo>
                        <a:pt x="24279" y="22902"/>
                        <a:pt x="21332" y="26515"/>
                        <a:pt x="16769" y="26515"/>
                      </a:cubicBezTo>
                      <a:cubicBezTo>
                        <a:pt x="12396" y="26515"/>
                        <a:pt x="9639" y="22997"/>
                        <a:pt x="9639" y="17388"/>
                      </a:cubicBezTo>
                      <a:cubicBezTo>
                        <a:pt x="9639" y="11684"/>
                        <a:pt x="12301" y="8071"/>
                        <a:pt x="16674" y="807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5" name="Freeform 3304">
                  <a:extLst>
                    <a:ext uri="{FF2B5EF4-FFF2-40B4-BE49-F238E27FC236}">
                      <a16:creationId xmlns:a16="http://schemas.microsoft.com/office/drawing/2014/main" id="{8C8342D8-C847-FF7B-C069-E148111B6B79}"/>
                    </a:ext>
                  </a:extLst>
                </p:cNvPr>
                <p:cNvSpPr/>
                <p:nvPr/>
              </p:nvSpPr>
              <p:spPr>
                <a:xfrm>
                  <a:off x="1996236" y="480140"/>
                  <a:ext cx="34510" cy="39739"/>
                </a:xfrm>
                <a:custGeom>
                  <a:avLst/>
                  <a:gdLst>
                    <a:gd name="csX0" fmla="*/ 34838 w 34510"/>
                    <a:gd name="csY0" fmla="*/ 37067 h 39739"/>
                    <a:gd name="csX1" fmla="*/ 32557 w 34510"/>
                    <a:gd name="csY1" fmla="*/ 32409 h 39739"/>
                    <a:gd name="csX2" fmla="*/ 32557 w 34510"/>
                    <a:gd name="csY2" fmla="*/ 11589 h 39739"/>
                    <a:gd name="csX3" fmla="*/ 17250 w 34510"/>
                    <a:gd name="csY3" fmla="*/ 85 h 39739"/>
                    <a:gd name="csX4" fmla="*/ 1183 w 34510"/>
                    <a:gd name="csY4" fmla="*/ 13110 h 39739"/>
                    <a:gd name="csX5" fmla="*/ 10595 w 34510"/>
                    <a:gd name="csY5" fmla="*/ 13110 h 39739"/>
                    <a:gd name="csX6" fmla="*/ 17440 w 34510"/>
                    <a:gd name="csY6" fmla="*/ 7976 h 39739"/>
                    <a:gd name="csX7" fmla="*/ 23050 w 34510"/>
                    <a:gd name="csY7" fmla="*/ 11684 h 39739"/>
                    <a:gd name="csX8" fmla="*/ 21433 w 34510"/>
                    <a:gd name="csY8" fmla="*/ 14631 h 39739"/>
                    <a:gd name="csX9" fmla="*/ 15254 w 34510"/>
                    <a:gd name="csY9" fmla="*/ 16057 h 39739"/>
                    <a:gd name="csX10" fmla="*/ 11451 w 34510"/>
                    <a:gd name="csY10" fmla="*/ 16722 h 39739"/>
                    <a:gd name="csX11" fmla="*/ 328 w 34510"/>
                    <a:gd name="csY11" fmla="*/ 28606 h 39739"/>
                    <a:gd name="csX12" fmla="*/ 11736 w 34510"/>
                    <a:gd name="csY12" fmla="*/ 39825 h 39739"/>
                    <a:gd name="csX13" fmla="*/ 23145 w 34510"/>
                    <a:gd name="csY13" fmla="*/ 34501 h 39739"/>
                    <a:gd name="csX14" fmla="*/ 24285 w 34510"/>
                    <a:gd name="csY14" fmla="*/ 38208 h 39739"/>
                    <a:gd name="csX15" fmla="*/ 34838 w 34510"/>
                    <a:gd name="csY15" fmla="*/ 38208 h 39739"/>
                    <a:gd name="csX16" fmla="*/ 23050 w 34510"/>
                    <a:gd name="csY16" fmla="*/ 23187 h 39739"/>
                    <a:gd name="csX17" fmla="*/ 15349 w 34510"/>
                    <a:gd name="csY17" fmla="*/ 31934 h 39739"/>
                    <a:gd name="csX18" fmla="*/ 10120 w 34510"/>
                    <a:gd name="csY18" fmla="*/ 27465 h 39739"/>
                    <a:gd name="csX19" fmla="*/ 15634 w 34510"/>
                    <a:gd name="csY19" fmla="*/ 22332 h 39739"/>
                    <a:gd name="csX20" fmla="*/ 18962 w 34510"/>
                    <a:gd name="csY20" fmla="*/ 21666 h 39739"/>
                    <a:gd name="csX21" fmla="*/ 23050 w 34510"/>
                    <a:gd name="csY21" fmla="*/ 20525 h 3973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34510" h="39739">
                      <a:moveTo>
                        <a:pt x="34838" y="37067"/>
                      </a:moveTo>
                      <a:cubicBezTo>
                        <a:pt x="33127" y="35451"/>
                        <a:pt x="32557" y="34310"/>
                        <a:pt x="32557" y="32409"/>
                      </a:cubicBezTo>
                      <a:lnTo>
                        <a:pt x="32557" y="11589"/>
                      </a:lnTo>
                      <a:cubicBezTo>
                        <a:pt x="32557" y="3983"/>
                        <a:pt x="27328" y="85"/>
                        <a:pt x="17250" y="85"/>
                      </a:cubicBezTo>
                      <a:cubicBezTo>
                        <a:pt x="7078" y="85"/>
                        <a:pt x="1849" y="4363"/>
                        <a:pt x="1183" y="13110"/>
                      </a:cubicBezTo>
                      <a:lnTo>
                        <a:pt x="10595" y="13110"/>
                      </a:lnTo>
                      <a:cubicBezTo>
                        <a:pt x="11071" y="9212"/>
                        <a:pt x="12687" y="7976"/>
                        <a:pt x="17440" y="7976"/>
                      </a:cubicBezTo>
                      <a:cubicBezTo>
                        <a:pt x="21148" y="7976"/>
                        <a:pt x="23050" y="9212"/>
                        <a:pt x="23050" y="11684"/>
                      </a:cubicBezTo>
                      <a:cubicBezTo>
                        <a:pt x="23050" y="12920"/>
                        <a:pt x="22479" y="13965"/>
                        <a:pt x="21433" y="14631"/>
                      </a:cubicBezTo>
                      <a:cubicBezTo>
                        <a:pt x="20102" y="15296"/>
                        <a:pt x="20102" y="15296"/>
                        <a:pt x="15254" y="16057"/>
                      </a:cubicBezTo>
                      <a:lnTo>
                        <a:pt x="11451" y="16722"/>
                      </a:lnTo>
                      <a:cubicBezTo>
                        <a:pt x="3940" y="18053"/>
                        <a:pt x="328" y="21856"/>
                        <a:pt x="328" y="28606"/>
                      </a:cubicBezTo>
                      <a:cubicBezTo>
                        <a:pt x="328" y="35261"/>
                        <a:pt x="4891" y="39825"/>
                        <a:pt x="11736" y="39825"/>
                      </a:cubicBezTo>
                      <a:cubicBezTo>
                        <a:pt x="15919" y="39825"/>
                        <a:pt x="19627" y="38113"/>
                        <a:pt x="23145" y="34501"/>
                      </a:cubicBezTo>
                      <a:cubicBezTo>
                        <a:pt x="23145" y="36402"/>
                        <a:pt x="23335" y="37067"/>
                        <a:pt x="24285" y="38208"/>
                      </a:cubicBezTo>
                      <a:lnTo>
                        <a:pt x="34838" y="38208"/>
                      </a:lnTo>
                      <a:close/>
                      <a:moveTo>
                        <a:pt x="23050" y="23187"/>
                      </a:moveTo>
                      <a:cubicBezTo>
                        <a:pt x="23050" y="28796"/>
                        <a:pt x="20293" y="31934"/>
                        <a:pt x="15349" y="31934"/>
                      </a:cubicBezTo>
                      <a:cubicBezTo>
                        <a:pt x="12116" y="31934"/>
                        <a:pt x="10120" y="30222"/>
                        <a:pt x="10120" y="27465"/>
                      </a:cubicBezTo>
                      <a:cubicBezTo>
                        <a:pt x="10120" y="24518"/>
                        <a:pt x="11641" y="23187"/>
                        <a:pt x="15634" y="22332"/>
                      </a:cubicBezTo>
                      <a:lnTo>
                        <a:pt x="18962" y="21666"/>
                      </a:lnTo>
                      <a:cubicBezTo>
                        <a:pt x="21528" y="21191"/>
                        <a:pt x="21909" y="21096"/>
                        <a:pt x="23050" y="2052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06" name="Freeform 3305">
                  <a:extLst>
                    <a:ext uri="{FF2B5EF4-FFF2-40B4-BE49-F238E27FC236}">
                      <a16:creationId xmlns:a16="http://schemas.microsoft.com/office/drawing/2014/main" id="{44CC851B-1486-F91C-1423-9B7CC4CA008B}"/>
                    </a:ext>
                  </a:extLst>
                </p:cNvPr>
                <p:cNvSpPr/>
                <p:nvPr/>
              </p:nvSpPr>
              <p:spPr>
                <a:xfrm>
                  <a:off x="2035595" y="469017"/>
                  <a:ext cx="21485" cy="49246"/>
                </a:xfrm>
                <a:custGeom>
                  <a:avLst/>
                  <a:gdLst>
                    <a:gd name="csX0" fmla="*/ 12122 w 21485"/>
                    <a:gd name="csY0" fmla="*/ 15391 h 49246"/>
                    <a:gd name="csX1" fmla="*/ 12122 w 21485"/>
                    <a:gd name="csY1" fmla="*/ 49332 h 49246"/>
                    <a:gd name="csX2" fmla="*/ 21820 w 21485"/>
                    <a:gd name="csY2" fmla="*/ 49332 h 49246"/>
                    <a:gd name="csX3" fmla="*/ 21820 w 21485"/>
                    <a:gd name="csY3" fmla="*/ 85 h 49246"/>
                    <a:gd name="csX4" fmla="*/ 15355 w 21485"/>
                    <a:gd name="csY4" fmla="*/ 85 h 49246"/>
                    <a:gd name="csX5" fmla="*/ 334 w 21485"/>
                    <a:gd name="csY5" fmla="*/ 8927 h 49246"/>
                    <a:gd name="csX6" fmla="*/ 334 w 21485"/>
                    <a:gd name="csY6" fmla="*/ 15391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122" y="15391"/>
                      </a:moveTo>
                      <a:lnTo>
                        <a:pt x="12122" y="49332"/>
                      </a:lnTo>
                      <a:lnTo>
                        <a:pt x="21820" y="49332"/>
                      </a:lnTo>
                      <a:lnTo>
                        <a:pt x="21820" y="85"/>
                      </a:lnTo>
                      <a:lnTo>
                        <a:pt x="15355" y="85"/>
                      </a:lnTo>
                      <a:cubicBezTo>
                        <a:pt x="13834" y="5980"/>
                        <a:pt x="8795" y="8927"/>
                        <a:pt x="334" y="8927"/>
                      </a:cubicBezTo>
                      <a:lnTo>
                        <a:pt x="334" y="153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47" name="Freeform 3546">
                  <a:extLst>
                    <a:ext uri="{FF2B5EF4-FFF2-40B4-BE49-F238E27FC236}">
                      <a16:creationId xmlns:a16="http://schemas.microsoft.com/office/drawing/2014/main" id="{073872A8-8D81-26DD-BD35-5F93AE7B24F9}"/>
                    </a:ext>
                  </a:extLst>
                </p:cNvPr>
                <p:cNvSpPr/>
                <p:nvPr/>
              </p:nvSpPr>
              <p:spPr>
                <a:xfrm>
                  <a:off x="2071436" y="467686"/>
                  <a:ext cx="35841" cy="52193"/>
                </a:xfrm>
                <a:custGeom>
                  <a:avLst/>
                  <a:gdLst>
                    <a:gd name="csX0" fmla="*/ 340 w 35841"/>
                    <a:gd name="csY0" fmla="*/ 85 h 52193"/>
                    <a:gd name="csX1" fmla="*/ 340 w 35841"/>
                    <a:gd name="csY1" fmla="*/ 50663 h 52193"/>
                    <a:gd name="csX2" fmla="*/ 10037 w 35841"/>
                    <a:gd name="csY2" fmla="*/ 50663 h 52193"/>
                    <a:gd name="csX3" fmla="*/ 10037 w 35841"/>
                    <a:gd name="csY3" fmla="*/ 46860 h 52193"/>
                    <a:gd name="csX4" fmla="*/ 20400 w 35841"/>
                    <a:gd name="csY4" fmla="*/ 52279 h 52193"/>
                    <a:gd name="csX5" fmla="*/ 36181 w 35841"/>
                    <a:gd name="csY5" fmla="*/ 32409 h 52193"/>
                    <a:gd name="csX6" fmla="*/ 32093 w 35841"/>
                    <a:gd name="csY6" fmla="*/ 18624 h 52193"/>
                    <a:gd name="csX7" fmla="*/ 20400 w 35841"/>
                    <a:gd name="csY7" fmla="*/ 12539 h 52193"/>
                    <a:gd name="csX8" fmla="*/ 10037 w 35841"/>
                    <a:gd name="csY8" fmla="*/ 18053 h 52193"/>
                    <a:gd name="csX9" fmla="*/ 10037 w 35841"/>
                    <a:gd name="csY9" fmla="*/ 85 h 52193"/>
                    <a:gd name="csX10" fmla="*/ 18213 w 35841"/>
                    <a:gd name="csY10" fmla="*/ 20715 h 52193"/>
                    <a:gd name="csX11" fmla="*/ 26484 w 35841"/>
                    <a:gd name="csY11" fmla="*/ 32504 h 52193"/>
                    <a:gd name="csX12" fmla="*/ 18213 w 35841"/>
                    <a:gd name="csY12" fmla="*/ 44103 h 52193"/>
                    <a:gd name="csX13" fmla="*/ 10037 w 35841"/>
                    <a:gd name="csY13" fmla="*/ 32314 h 52193"/>
                    <a:gd name="csX14" fmla="*/ 18213 w 35841"/>
                    <a:gd name="csY14" fmla="*/ 2071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340" y="85"/>
                      </a:moveTo>
                      <a:lnTo>
                        <a:pt x="340" y="50663"/>
                      </a:lnTo>
                      <a:lnTo>
                        <a:pt x="10037" y="50663"/>
                      </a:lnTo>
                      <a:lnTo>
                        <a:pt x="10037" y="46860"/>
                      </a:lnTo>
                      <a:cubicBezTo>
                        <a:pt x="12414" y="50567"/>
                        <a:pt x="15646" y="52279"/>
                        <a:pt x="20400" y="52279"/>
                      </a:cubicBezTo>
                      <a:cubicBezTo>
                        <a:pt x="29336" y="52279"/>
                        <a:pt x="36181" y="43722"/>
                        <a:pt x="36181" y="32409"/>
                      </a:cubicBezTo>
                      <a:cubicBezTo>
                        <a:pt x="36181" y="27370"/>
                        <a:pt x="34660" y="22237"/>
                        <a:pt x="32093" y="18624"/>
                      </a:cubicBezTo>
                      <a:cubicBezTo>
                        <a:pt x="29526" y="14916"/>
                        <a:pt x="24963" y="12539"/>
                        <a:pt x="20400" y="12539"/>
                      </a:cubicBezTo>
                      <a:cubicBezTo>
                        <a:pt x="15646" y="12539"/>
                        <a:pt x="12414" y="14251"/>
                        <a:pt x="10037" y="18053"/>
                      </a:cubicBezTo>
                      <a:lnTo>
                        <a:pt x="10037" y="85"/>
                      </a:lnTo>
                      <a:close/>
                      <a:moveTo>
                        <a:pt x="18213" y="20715"/>
                      </a:moveTo>
                      <a:cubicBezTo>
                        <a:pt x="23062" y="20715"/>
                        <a:pt x="26484" y="25564"/>
                        <a:pt x="26484" y="32504"/>
                      </a:cubicBezTo>
                      <a:cubicBezTo>
                        <a:pt x="26484" y="39349"/>
                        <a:pt x="23157" y="44103"/>
                        <a:pt x="18213" y="44103"/>
                      </a:cubicBezTo>
                      <a:cubicBezTo>
                        <a:pt x="13364" y="44103"/>
                        <a:pt x="10037" y="39444"/>
                        <a:pt x="10037" y="32314"/>
                      </a:cubicBezTo>
                      <a:cubicBezTo>
                        <a:pt x="10037" y="25374"/>
                        <a:pt x="13364" y="20715"/>
                        <a:pt x="18213" y="207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839" name="Freeform 3838">
                <a:extLst>
                  <a:ext uri="{FF2B5EF4-FFF2-40B4-BE49-F238E27FC236}">
                    <a16:creationId xmlns:a16="http://schemas.microsoft.com/office/drawing/2014/main" id="{958F5BFF-0331-3F4E-D32A-F3A2AAEE50B4}"/>
                  </a:ext>
                </a:extLst>
              </p:cNvPr>
              <p:cNvSpPr/>
              <p:nvPr/>
            </p:nvSpPr>
            <p:spPr>
              <a:xfrm>
                <a:off x="345569" y="865000"/>
                <a:ext cx="306293" cy="117601"/>
              </a:xfrm>
              <a:custGeom>
                <a:avLst/>
                <a:gdLst>
                  <a:gd name="csX0" fmla="*/ 202904 w 202903"/>
                  <a:gd name="csY0" fmla="*/ 54832 h 109663"/>
                  <a:gd name="csX1" fmla="*/ 202832 w 202903"/>
                  <a:gd name="csY1" fmla="*/ 52907 h 109663"/>
                  <a:gd name="csX2" fmla="*/ 202642 w 202903"/>
                  <a:gd name="csY2" fmla="*/ 50981 h 109663"/>
                  <a:gd name="csX3" fmla="*/ 202333 w 202903"/>
                  <a:gd name="csY3" fmla="*/ 49056 h 109663"/>
                  <a:gd name="csX4" fmla="*/ 201905 w 202903"/>
                  <a:gd name="csY4" fmla="*/ 47155 h 109663"/>
                  <a:gd name="csX5" fmla="*/ 201335 w 202903"/>
                  <a:gd name="csY5" fmla="*/ 45253 h 109663"/>
                  <a:gd name="csX6" fmla="*/ 200646 w 202903"/>
                  <a:gd name="csY6" fmla="*/ 43376 h 109663"/>
                  <a:gd name="csX7" fmla="*/ 199861 w 202903"/>
                  <a:gd name="csY7" fmla="*/ 41498 h 109663"/>
                  <a:gd name="csX8" fmla="*/ 198934 w 202903"/>
                  <a:gd name="csY8" fmla="*/ 39621 h 109663"/>
                  <a:gd name="csX9" fmla="*/ 197865 w 202903"/>
                  <a:gd name="csY9" fmla="*/ 37790 h 109663"/>
                  <a:gd name="csX10" fmla="*/ 196700 w 202903"/>
                  <a:gd name="csY10" fmla="*/ 35960 h 109663"/>
                  <a:gd name="csX11" fmla="*/ 195417 w 202903"/>
                  <a:gd name="csY11" fmla="*/ 34178 h 109663"/>
                  <a:gd name="csX12" fmla="*/ 194038 w 202903"/>
                  <a:gd name="csY12" fmla="*/ 32395 h 109663"/>
                  <a:gd name="csX13" fmla="*/ 192517 w 202903"/>
                  <a:gd name="csY13" fmla="*/ 30660 h 109663"/>
                  <a:gd name="csX14" fmla="*/ 190901 w 202903"/>
                  <a:gd name="csY14" fmla="*/ 28949 h 109663"/>
                  <a:gd name="csX15" fmla="*/ 189166 w 202903"/>
                  <a:gd name="csY15" fmla="*/ 27261 h 109663"/>
                  <a:gd name="csX16" fmla="*/ 187312 w 202903"/>
                  <a:gd name="csY16" fmla="*/ 25621 h 109663"/>
                  <a:gd name="csX17" fmla="*/ 185363 w 202903"/>
                  <a:gd name="csY17" fmla="*/ 24005 h 109663"/>
                  <a:gd name="csX18" fmla="*/ 183319 w 202903"/>
                  <a:gd name="csY18" fmla="*/ 22437 h 109663"/>
                  <a:gd name="csX19" fmla="*/ 181156 w 202903"/>
                  <a:gd name="csY19" fmla="*/ 20915 h 109663"/>
                  <a:gd name="csX20" fmla="*/ 178898 w 202903"/>
                  <a:gd name="csY20" fmla="*/ 19418 h 109663"/>
                  <a:gd name="csX21" fmla="*/ 176569 w 202903"/>
                  <a:gd name="csY21" fmla="*/ 17968 h 109663"/>
                  <a:gd name="csX22" fmla="*/ 174121 w 202903"/>
                  <a:gd name="csY22" fmla="*/ 16566 h 109663"/>
                  <a:gd name="csX23" fmla="*/ 171578 w 202903"/>
                  <a:gd name="csY23" fmla="*/ 15211 h 109663"/>
                  <a:gd name="csX24" fmla="*/ 168964 w 202903"/>
                  <a:gd name="csY24" fmla="*/ 13904 h 109663"/>
                  <a:gd name="csX25" fmla="*/ 166278 w 202903"/>
                  <a:gd name="csY25" fmla="*/ 12644 h 109663"/>
                  <a:gd name="csX26" fmla="*/ 163497 w 202903"/>
                  <a:gd name="csY26" fmla="*/ 11432 h 109663"/>
                  <a:gd name="csX27" fmla="*/ 160645 w 202903"/>
                  <a:gd name="csY27" fmla="*/ 10291 h 109663"/>
                  <a:gd name="csX28" fmla="*/ 157722 w 202903"/>
                  <a:gd name="csY28" fmla="*/ 9198 h 109663"/>
                  <a:gd name="csX29" fmla="*/ 154727 w 202903"/>
                  <a:gd name="csY29" fmla="*/ 8152 h 109663"/>
                  <a:gd name="csX30" fmla="*/ 151661 w 202903"/>
                  <a:gd name="csY30" fmla="*/ 7178 h 109663"/>
                  <a:gd name="csX31" fmla="*/ 148523 w 202903"/>
                  <a:gd name="csY31" fmla="*/ 6251 h 109663"/>
                  <a:gd name="csX32" fmla="*/ 145339 w 202903"/>
                  <a:gd name="csY32" fmla="*/ 5395 h 109663"/>
                  <a:gd name="csX33" fmla="*/ 142106 w 202903"/>
                  <a:gd name="csY33" fmla="*/ 4587 h 109663"/>
                  <a:gd name="csX34" fmla="*/ 138826 w 202903"/>
                  <a:gd name="csY34" fmla="*/ 3850 h 109663"/>
                  <a:gd name="csX35" fmla="*/ 135499 w 202903"/>
                  <a:gd name="csY35" fmla="*/ 3161 h 109663"/>
                  <a:gd name="csX36" fmla="*/ 132124 w 202903"/>
                  <a:gd name="csY36" fmla="*/ 2543 h 109663"/>
                  <a:gd name="csX37" fmla="*/ 128701 w 202903"/>
                  <a:gd name="csY37" fmla="*/ 1996 h 109663"/>
                  <a:gd name="csX38" fmla="*/ 125255 w 202903"/>
                  <a:gd name="csY38" fmla="*/ 1521 h 109663"/>
                  <a:gd name="csX39" fmla="*/ 121785 w 202903"/>
                  <a:gd name="csY39" fmla="*/ 1093 h 109663"/>
                  <a:gd name="csX40" fmla="*/ 118267 w 202903"/>
                  <a:gd name="csY40" fmla="*/ 737 h 109663"/>
                  <a:gd name="csX41" fmla="*/ 114750 w 202903"/>
                  <a:gd name="csY41" fmla="*/ 452 h 109663"/>
                  <a:gd name="csX42" fmla="*/ 111208 w 202903"/>
                  <a:gd name="csY42" fmla="*/ 238 h 109663"/>
                  <a:gd name="csX43" fmla="*/ 107667 w 202903"/>
                  <a:gd name="csY43" fmla="*/ 95 h 109663"/>
                  <a:gd name="csX44" fmla="*/ 104102 w 202903"/>
                  <a:gd name="csY44" fmla="*/ 0 h 109663"/>
                  <a:gd name="csX45" fmla="*/ 100537 w 202903"/>
                  <a:gd name="csY45" fmla="*/ 0 h 109663"/>
                  <a:gd name="csX46" fmla="*/ 96995 w 202903"/>
                  <a:gd name="csY46" fmla="*/ 48 h 109663"/>
                  <a:gd name="csX47" fmla="*/ 93430 w 202903"/>
                  <a:gd name="csY47" fmla="*/ 166 h 109663"/>
                  <a:gd name="csX48" fmla="*/ 89889 w 202903"/>
                  <a:gd name="csY48" fmla="*/ 333 h 109663"/>
                  <a:gd name="csX49" fmla="*/ 86348 w 202903"/>
                  <a:gd name="csY49" fmla="*/ 594 h 109663"/>
                  <a:gd name="csX50" fmla="*/ 82854 w 202903"/>
                  <a:gd name="csY50" fmla="*/ 927 h 109663"/>
                  <a:gd name="csX51" fmla="*/ 79360 w 202903"/>
                  <a:gd name="csY51" fmla="*/ 1307 h 109663"/>
                  <a:gd name="csX52" fmla="*/ 75890 w 202903"/>
                  <a:gd name="csY52" fmla="*/ 1759 h 109663"/>
                  <a:gd name="csX53" fmla="*/ 72467 w 202903"/>
                  <a:gd name="csY53" fmla="*/ 2282 h 109663"/>
                  <a:gd name="csX54" fmla="*/ 69069 w 202903"/>
                  <a:gd name="csY54" fmla="*/ 2852 h 109663"/>
                  <a:gd name="csX55" fmla="*/ 65717 w 202903"/>
                  <a:gd name="csY55" fmla="*/ 3494 h 109663"/>
                  <a:gd name="csX56" fmla="*/ 62414 w 202903"/>
                  <a:gd name="csY56" fmla="*/ 4207 h 109663"/>
                  <a:gd name="csX57" fmla="*/ 59134 w 202903"/>
                  <a:gd name="csY57" fmla="*/ 4991 h 109663"/>
                  <a:gd name="csX58" fmla="*/ 55925 w 202903"/>
                  <a:gd name="csY58" fmla="*/ 5823 h 109663"/>
                  <a:gd name="csX59" fmla="*/ 52788 w 202903"/>
                  <a:gd name="csY59" fmla="*/ 6702 h 109663"/>
                  <a:gd name="csX60" fmla="*/ 49674 w 202903"/>
                  <a:gd name="csY60" fmla="*/ 7653 h 109663"/>
                  <a:gd name="csX61" fmla="*/ 46656 w 202903"/>
                  <a:gd name="csY61" fmla="*/ 8675 h 109663"/>
                  <a:gd name="csX62" fmla="*/ 43685 w 202903"/>
                  <a:gd name="csY62" fmla="*/ 9745 h 109663"/>
                  <a:gd name="csX63" fmla="*/ 40785 w 202903"/>
                  <a:gd name="csY63" fmla="*/ 10862 h 109663"/>
                  <a:gd name="csX64" fmla="*/ 37981 w 202903"/>
                  <a:gd name="csY64" fmla="*/ 12026 h 109663"/>
                  <a:gd name="csX65" fmla="*/ 35247 w 202903"/>
                  <a:gd name="csY65" fmla="*/ 13262 h 109663"/>
                  <a:gd name="csX66" fmla="*/ 32585 w 202903"/>
                  <a:gd name="csY66" fmla="*/ 14546 h 109663"/>
                  <a:gd name="csX67" fmla="*/ 30018 w 202903"/>
                  <a:gd name="csY67" fmla="*/ 15877 h 109663"/>
                  <a:gd name="csX68" fmla="*/ 27523 w 202903"/>
                  <a:gd name="csY68" fmla="*/ 17255 h 109663"/>
                  <a:gd name="csX69" fmla="*/ 25122 w 202903"/>
                  <a:gd name="csY69" fmla="*/ 18681 h 109663"/>
                  <a:gd name="csX70" fmla="*/ 22841 w 202903"/>
                  <a:gd name="csY70" fmla="*/ 20155 h 109663"/>
                  <a:gd name="csX71" fmla="*/ 20630 w 202903"/>
                  <a:gd name="csY71" fmla="*/ 21676 h 109663"/>
                  <a:gd name="csX72" fmla="*/ 18515 w 202903"/>
                  <a:gd name="csY72" fmla="*/ 23221 h 109663"/>
                  <a:gd name="csX73" fmla="*/ 16518 w 202903"/>
                  <a:gd name="csY73" fmla="*/ 24813 h 109663"/>
                  <a:gd name="csX74" fmla="*/ 14617 w 202903"/>
                  <a:gd name="csY74" fmla="*/ 26453 h 109663"/>
                  <a:gd name="csX75" fmla="*/ 12834 w 202903"/>
                  <a:gd name="csY75" fmla="*/ 28117 h 109663"/>
                  <a:gd name="csX76" fmla="*/ 11147 w 202903"/>
                  <a:gd name="csY76" fmla="*/ 29805 h 109663"/>
                  <a:gd name="csX77" fmla="*/ 9578 w 202903"/>
                  <a:gd name="csY77" fmla="*/ 31540 h 109663"/>
                  <a:gd name="csX78" fmla="*/ 8129 w 202903"/>
                  <a:gd name="csY78" fmla="*/ 33298 h 109663"/>
                  <a:gd name="csX79" fmla="*/ 6798 w 202903"/>
                  <a:gd name="csY79" fmla="*/ 35081 h 109663"/>
                  <a:gd name="csX80" fmla="*/ 5562 w 202903"/>
                  <a:gd name="csY80" fmla="*/ 36887 h 109663"/>
                  <a:gd name="csX81" fmla="*/ 4468 w 202903"/>
                  <a:gd name="csY81" fmla="*/ 38717 h 109663"/>
                  <a:gd name="csX82" fmla="*/ 3470 w 202903"/>
                  <a:gd name="csY82" fmla="*/ 40547 h 109663"/>
                  <a:gd name="csX83" fmla="*/ 2614 w 202903"/>
                  <a:gd name="csY83" fmla="*/ 42425 h 109663"/>
                  <a:gd name="csX84" fmla="*/ 1854 w 202903"/>
                  <a:gd name="csY84" fmla="*/ 44303 h 109663"/>
                  <a:gd name="csX85" fmla="*/ 1236 w 202903"/>
                  <a:gd name="csY85" fmla="*/ 46204 h 109663"/>
                  <a:gd name="csX86" fmla="*/ 737 w 202903"/>
                  <a:gd name="csY86" fmla="*/ 48106 h 109663"/>
                  <a:gd name="csX87" fmla="*/ 357 w 202903"/>
                  <a:gd name="csY87" fmla="*/ 50031 h 109663"/>
                  <a:gd name="csX88" fmla="*/ 119 w 202903"/>
                  <a:gd name="csY88" fmla="*/ 51932 h 109663"/>
                  <a:gd name="csX89" fmla="*/ 0 w 202903"/>
                  <a:gd name="csY89" fmla="*/ 53857 h 109663"/>
                  <a:gd name="csX90" fmla="*/ 0 w 202903"/>
                  <a:gd name="csY90" fmla="*/ 55782 h 109663"/>
                  <a:gd name="csX91" fmla="*/ 119 w 202903"/>
                  <a:gd name="csY91" fmla="*/ 57708 h 109663"/>
                  <a:gd name="csX92" fmla="*/ 357 w 202903"/>
                  <a:gd name="csY92" fmla="*/ 59633 h 109663"/>
                  <a:gd name="csX93" fmla="*/ 737 w 202903"/>
                  <a:gd name="csY93" fmla="*/ 61558 h 109663"/>
                  <a:gd name="csX94" fmla="*/ 1236 w 202903"/>
                  <a:gd name="csY94" fmla="*/ 63459 h 109663"/>
                  <a:gd name="csX95" fmla="*/ 1854 w 202903"/>
                  <a:gd name="csY95" fmla="*/ 65361 h 109663"/>
                  <a:gd name="csX96" fmla="*/ 2614 w 202903"/>
                  <a:gd name="csY96" fmla="*/ 67238 h 109663"/>
                  <a:gd name="csX97" fmla="*/ 3470 w 202903"/>
                  <a:gd name="csY97" fmla="*/ 69092 h 109663"/>
                  <a:gd name="csX98" fmla="*/ 4468 w 202903"/>
                  <a:gd name="csY98" fmla="*/ 70946 h 109663"/>
                  <a:gd name="csX99" fmla="*/ 5562 w 202903"/>
                  <a:gd name="csY99" fmla="*/ 72776 h 109663"/>
                  <a:gd name="csX100" fmla="*/ 6798 w 202903"/>
                  <a:gd name="csY100" fmla="*/ 74583 h 109663"/>
                  <a:gd name="csX101" fmla="*/ 8129 w 202903"/>
                  <a:gd name="csY101" fmla="*/ 76365 h 109663"/>
                  <a:gd name="csX102" fmla="*/ 9578 w 202903"/>
                  <a:gd name="csY102" fmla="*/ 78124 h 109663"/>
                  <a:gd name="csX103" fmla="*/ 11147 w 202903"/>
                  <a:gd name="csY103" fmla="*/ 79859 h 109663"/>
                  <a:gd name="csX104" fmla="*/ 12834 w 202903"/>
                  <a:gd name="csY104" fmla="*/ 81546 h 109663"/>
                  <a:gd name="csX105" fmla="*/ 14617 w 202903"/>
                  <a:gd name="csY105" fmla="*/ 83210 h 109663"/>
                  <a:gd name="csX106" fmla="*/ 16518 w 202903"/>
                  <a:gd name="csY106" fmla="*/ 84850 h 109663"/>
                  <a:gd name="csX107" fmla="*/ 18515 w 202903"/>
                  <a:gd name="csY107" fmla="*/ 86443 h 109663"/>
                  <a:gd name="csX108" fmla="*/ 20630 w 202903"/>
                  <a:gd name="csY108" fmla="*/ 87988 h 109663"/>
                  <a:gd name="csX109" fmla="*/ 22841 w 202903"/>
                  <a:gd name="csY109" fmla="*/ 89509 h 109663"/>
                  <a:gd name="csX110" fmla="*/ 25122 w 202903"/>
                  <a:gd name="csY110" fmla="*/ 90982 h 109663"/>
                  <a:gd name="csX111" fmla="*/ 27523 w 202903"/>
                  <a:gd name="csY111" fmla="*/ 92408 h 109663"/>
                  <a:gd name="csX112" fmla="*/ 30018 w 202903"/>
                  <a:gd name="csY112" fmla="*/ 93787 h 109663"/>
                  <a:gd name="csX113" fmla="*/ 32585 w 202903"/>
                  <a:gd name="csY113" fmla="*/ 95118 h 109663"/>
                  <a:gd name="csX114" fmla="*/ 35247 w 202903"/>
                  <a:gd name="csY114" fmla="*/ 96401 h 109663"/>
                  <a:gd name="csX115" fmla="*/ 37981 w 202903"/>
                  <a:gd name="csY115" fmla="*/ 97613 h 109663"/>
                  <a:gd name="csX116" fmla="*/ 40785 w 202903"/>
                  <a:gd name="csY116" fmla="*/ 98802 h 109663"/>
                  <a:gd name="csX117" fmla="*/ 43685 w 202903"/>
                  <a:gd name="csY117" fmla="*/ 99919 h 109663"/>
                  <a:gd name="csX118" fmla="*/ 46656 w 202903"/>
                  <a:gd name="csY118" fmla="*/ 100988 h 109663"/>
                  <a:gd name="csX119" fmla="*/ 49674 w 202903"/>
                  <a:gd name="csY119" fmla="*/ 102010 h 109663"/>
                  <a:gd name="csX120" fmla="*/ 52788 w 202903"/>
                  <a:gd name="csY120" fmla="*/ 102961 h 109663"/>
                  <a:gd name="csX121" fmla="*/ 55925 w 202903"/>
                  <a:gd name="csY121" fmla="*/ 103840 h 109663"/>
                  <a:gd name="csX122" fmla="*/ 59134 w 202903"/>
                  <a:gd name="csY122" fmla="*/ 104672 h 109663"/>
                  <a:gd name="csX123" fmla="*/ 62414 w 202903"/>
                  <a:gd name="csY123" fmla="*/ 105457 h 109663"/>
                  <a:gd name="csX124" fmla="*/ 65717 w 202903"/>
                  <a:gd name="csY124" fmla="*/ 106170 h 109663"/>
                  <a:gd name="csX125" fmla="*/ 69069 w 202903"/>
                  <a:gd name="csY125" fmla="*/ 106811 h 109663"/>
                  <a:gd name="csX126" fmla="*/ 72467 w 202903"/>
                  <a:gd name="csY126" fmla="*/ 107382 h 109663"/>
                  <a:gd name="csX127" fmla="*/ 75890 w 202903"/>
                  <a:gd name="csY127" fmla="*/ 107905 h 109663"/>
                  <a:gd name="csX128" fmla="*/ 79360 w 202903"/>
                  <a:gd name="csY128" fmla="*/ 108356 h 109663"/>
                  <a:gd name="csX129" fmla="*/ 82854 w 202903"/>
                  <a:gd name="csY129" fmla="*/ 108737 h 109663"/>
                  <a:gd name="csX130" fmla="*/ 86348 w 202903"/>
                  <a:gd name="csY130" fmla="*/ 109069 h 109663"/>
                  <a:gd name="csX131" fmla="*/ 89889 w 202903"/>
                  <a:gd name="csY131" fmla="*/ 109307 h 109663"/>
                  <a:gd name="csX132" fmla="*/ 93430 w 202903"/>
                  <a:gd name="csY132" fmla="*/ 109497 h 109663"/>
                  <a:gd name="csX133" fmla="*/ 96995 w 202903"/>
                  <a:gd name="csY133" fmla="*/ 109616 h 109663"/>
                  <a:gd name="csX134" fmla="*/ 100537 w 202903"/>
                  <a:gd name="csY134" fmla="*/ 109664 h 109663"/>
                  <a:gd name="csX135" fmla="*/ 104102 w 202903"/>
                  <a:gd name="csY135" fmla="*/ 109664 h 109663"/>
                  <a:gd name="csX136" fmla="*/ 107667 w 202903"/>
                  <a:gd name="csY136" fmla="*/ 109568 h 109663"/>
                  <a:gd name="csX137" fmla="*/ 111208 w 202903"/>
                  <a:gd name="csY137" fmla="*/ 109426 h 109663"/>
                  <a:gd name="csX138" fmla="*/ 114750 w 202903"/>
                  <a:gd name="csY138" fmla="*/ 109188 h 109663"/>
                  <a:gd name="csX139" fmla="*/ 118267 w 202903"/>
                  <a:gd name="csY139" fmla="*/ 108903 h 109663"/>
                  <a:gd name="csX140" fmla="*/ 121785 w 202903"/>
                  <a:gd name="csY140" fmla="*/ 108570 h 109663"/>
                  <a:gd name="csX141" fmla="*/ 125255 w 202903"/>
                  <a:gd name="csY141" fmla="*/ 108142 h 109663"/>
                  <a:gd name="csX142" fmla="*/ 128701 w 202903"/>
                  <a:gd name="csY142" fmla="*/ 107667 h 109663"/>
                  <a:gd name="csX143" fmla="*/ 132124 w 202903"/>
                  <a:gd name="csY143" fmla="*/ 107097 h 109663"/>
                  <a:gd name="csX144" fmla="*/ 135499 w 202903"/>
                  <a:gd name="csY144" fmla="*/ 106502 h 109663"/>
                  <a:gd name="csX145" fmla="*/ 138826 w 202903"/>
                  <a:gd name="csY145" fmla="*/ 105813 h 109663"/>
                  <a:gd name="csX146" fmla="*/ 142106 w 202903"/>
                  <a:gd name="csY146" fmla="*/ 105076 h 109663"/>
                  <a:gd name="csX147" fmla="*/ 145339 w 202903"/>
                  <a:gd name="csY147" fmla="*/ 104268 h 109663"/>
                  <a:gd name="csX148" fmla="*/ 148523 w 202903"/>
                  <a:gd name="csY148" fmla="*/ 103413 h 109663"/>
                  <a:gd name="csX149" fmla="*/ 151661 w 202903"/>
                  <a:gd name="csY149" fmla="*/ 102486 h 109663"/>
                  <a:gd name="csX150" fmla="*/ 154727 w 202903"/>
                  <a:gd name="csY150" fmla="*/ 101511 h 109663"/>
                  <a:gd name="csX151" fmla="*/ 157722 w 202903"/>
                  <a:gd name="csY151" fmla="*/ 100465 h 109663"/>
                  <a:gd name="csX152" fmla="*/ 160645 w 202903"/>
                  <a:gd name="csY152" fmla="*/ 99372 h 109663"/>
                  <a:gd name="csX153" fmla="*/ 163497 w 202903"/>
                  <a:gd name="csY153" fmla="*/ 98208 h 109663"/>
                  <a:gd name="csX154" fmla="*/ 166278 w 202903"/>
                  <a:gd name="csY154" fmla="*/ 97019 h 109663"/>
                  <a:gd name="csX155" fmla="*/ 168964 w 202903"/>
                  <a:gd name="csY155" fmla="*/ 95759 h 109663"/>
                  <a:gd name="csX156" fmla="*/ 171578 w 202903"/>
                  <a:gd name="csY156" fmla="*/ 94452 h 109663"/>
                  <a:gd name="csX157" fmla="*/ 174121 w 202903"/>
                  <a:gd name="csY157" fmla="*/ 93098 h 109663"/>
                  <a:gd name="csX158" fmla="*/ 176569 w 202903"/>
                  <a:gd name="csY158" fmla="*/ 91695 h 109663"/>
                  <a:gd name="csX159" fmla="*/ 178898 w 202903"/>
                  <a:gd name="csY159" fmla="*/ 90245 h 109663"/>
                  <a:gd name="csX160" fmla="*/ 181156 w 202903"/>
                  <a:gd name="csY160" fmla="*/ 88748 h 109663"/>
                  <a:gd name="csX161" fmla="*/ 183319 w 202903"/>
                  <a:gd name="csY161" fmla="*/ 87227 h 109663"/>
                  <a:gd name="csX162" fmla="*/ 185363 w 202903"/>
                  <a:gd name="csY162" fmla="*/ 85658 h 109663"/>
                  <a:gd name="csX163" fmla="*/ 187312 w 202903"/>
                  <a:gd name="csY163" fmla="*/ 84042 h 109663"/>
                  <a:gd name="csX164" fmla="*/ 189166 w 202903"/>
                  <a:gd name="csY164" fmla="*/ 82402 h 109663"/>
                  <a:gd name="csX165" fmla="*/ 190901 w 202903"/>
                  <a:gd name="csY165" fmla="*/ 80715 h 109663"/>
                  <a:gd name="csX166" fmla="*/ 192517 w 202903"/>
                  <a:gd name="csY166" fmla="*/ 79003 h 109663"/>
                  <a:gd name="csX167" fmla="*/ 194038 w 202903"/>
                  <a:gd name="csY167" fmla="*/ 77245 h 109663"/>
                  <a:gd name="csX168" fmla="*/ 195417 w 202903"/>
                  <a:gd name="csY168" fmla="*/ 75486 h 109663"/>
                  <a:gd name="csX169" fmla="*/ 196700 w 202903"/>
                  <a:gd name="csY169" fmla="*/ 73679 h 109663"/>
                  <a:gd name="csX170" fmla="*/ 197865 w 202903"/>
                  <a:gd name="csY170" fmla="*/ 71873 h 109663"/>
                  <a:gd name="csX171" fmla="*/ 198934 w 202903"/>
                  <a:gd name="csY171" fmla="*/ 70019 h 109663"/>
                  <a:gd name="csX172" fmla="*/ 199861 w 202903"/>
                  <a:gd name="csY172" fmla="*/ 68165 h 109663"/>
                  <a:gd name="csX173" fmla="*/ 200646 w 202903"/>
                  <a:gd name="csY173" fmla="*/ 66288 h 109663"/>
                  <a:gd name="csX174" fmla="*/ 201335 w 202903"/>
                  <a:gd name="csY174" fmla="*/ 64410 h 109663"/>
                  <a:gd name="csX175" fmla="*/ 201905 w 202903"/>
                  <a:gd name="csY175" fmla="*/ 62509 h 109663"/>
                  <a:gd name="csX176" fmla="*/ 202333 w 202903"/>
                  <a:gd name="csY176" fmla="*/ 60584 h 109663"/>
                  <a:gd name="csX177" fmla="*/ 202642 w 202903"/>
                  <a:gd name="csY177" fmla="*/ 58682 h 109663"/>
                  <a:gd name="csX178" fmla="*/ 202832 w 202903"/>
                  <a:gd name="csY178" fmla="*/ 56757 h 109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</a:cxnLst>
                <a:rect l="l" t="t" r="r" b="b"/>
                <a:pathLst>
                  <a:path w="202903" h="109663">
                    <a:moveTo>
                      <a:pt x="202904" y="54832"/>
                    </a:moveTo>
                    <a:lnTo>
                      <a:pt x="202832" y="52907"/>
                    </a:lnTo>
                    <a:lnTo>
                      <a:pt x="202642" y="50981"/>
                    </a:lnTo>
                    <a:lnTo>
                      <a:pt x="202333" y="49056"/>
                    </a:lnTo>
                    <a:lnTo>
                      <a:pt x="201905" y="47155"/>
                    </a:lnTo>
                    <a:lnTo>
                      <a:pt x="201335" y="45253"/>
                    </a:lnTo>
                    <a:lnTo>
                      <a:pt x="200646" y="43376"/>
                    </a:lnTo>
                    <a:lnTo>
                      <a:pt x="199861" y="41498"/>
                    </a:lnTo>
                    <a:lnTo>
                      <a:pt x="198934" y="39621"/>
                    </a:lnTo>
                    <a:lnTo>
                      <a:pt x="197865" y="37790"/>
                    </a:lnTo>
                    <a:lnTo>
                      <a:pt x="196700" y="35960"/>
                    </a:lnTo>
                    <a:lnTo>
                      <a:pt x="195417" y="34178"/>
                    </a:lnTo>
                    <a:lnTo>
                      <a:pt x="194038" y="32395"/>
                    </a:lnTo>
                    <a:lnTo>
                      <a:pt x="192517" y="30660"/>
                    </a:lnTo>
                    <a:lnTo>
                      <a:pt x="190901" y="28949"/>
                    </a:lnTo>
                    <a:lnTo>
                      <a:pt x="189166" y="27261"/>
                    </a:lnTo>
                    <a:lnTo>
                      <a:pt x="187312" y="25621"/>
                    </a:lnTo>
                    <a:lnTo>
                      <a:pt x="185363" y="24005"/>
                    </a:lnTo>
                    <a:lnTo>
                      <a:pt x="183319" y="22437"/>
                    </a:lnTo>
                    <a:lnTo>
                      <a:pt x="181156" y="20915"/>
                    </a:lnTo>
                    <a:lnTo>
                      <a:pt x="178898" y="19418"/>
                    </a:lnTo>
                    <a:lnTo>
                      <a:pt x="176569" y="17968"/>
                    </a:lnTo>
                    <a:lnTo>
                      <a:pt x="174121" y="16566"/>
                    </a:lnTo>
                    <a:lnTo>
                      <a:pt x="171578" y="15211"/>
                    </a:lnTo>
                    <a:lnTo>
                      <a:pt x="168964" y="13904"/>
                    </a:lnTo>
                    <a:lnTo>
                      <a:pt x="166278" y="12644"/>
                    </a:lnTo>
                    <a:lnTo>
                      <a:pt x="163497" y="11432"/>
                    </a:lnTo>
                    <a:lnTo>
                      <a:pt x="160645" y="10291"/>
                    </a:lnTo>
                    <a:lnTo>
                      <a:pt x="157722" y="9198"/>
                    </a:lnTo>
                    <a:lnTo>
                      <a:pt x="154727" y="8152"/>
                    </a:lnTo>
                    <a:lnTo>
                      <a:pt x="151661" y="7178"/>
                    </a:lnTo>
                    <a:lnTo>
                      <a:pt x="148523" y="6251"/>
                    </a:lnTo>
                    <a:lnTo>
                      <a:pt x="145339" y="5395"/>
                    </a:lnTo>
                    <a:lnTo>
                      <a:pt x="142106" y="4587"/>
                    </a:lnTo>
                    <a:lnTo>
                      <a:pt x="138826" y="3850"/>
                    </a:lnTo>
                    <a:lnTo>
                      <a:pt x="135499" y="3161"/>
                    </a:lnTo>
                    <a:lnTo>
                      <a:pt x="132124" y="2543"/>
                    </a:lnTo>
                    <a:lnTo>
                      <a:pt x="128701" y="1996"/>
                    </a:lnTo>
                    <a:lnTo>
                      <a:pt x="125255" y="1521"/>
                    </a:lnTo>
                    <a:lnTo>
                      <a:pt x="121785" y="1093"/>
                    </a:lnTo>
                    <a:lnTo>
                      <a:pt x="118267" y="737"/>
                    </a:lnTo>
                    <a:lnTo>
                      <a:pt x="114750" y="452"/>
                    </a:lnTo>
                    <a:lnTo>
                      <a:pt x="111208" y="238"/>
                    </a:lnTo>
                    <a:lnTo>
                      <a:pt x="107667" y="95"/>
                    </a:lnTo>
                    <a:lnTo>
                      <a:pt x="104102" y="0"/>
                    </a:lnTo>
                    <a:lnTo>
                      <a:pt x="100537" y="0"/>
                    </a:lnTo>
                    <a:lnTo>
                      <a:pt x="96995" y="48"/>
                    </a:lnTo>
                    <a:lnTo>
                      <a:pt x="93430" y="166"/>
                    </a:lnTo>
                    <a:lnTo>
                      <a:pt x="89889" y="333"/>
                    </a:lnTo>
                    <a:lnTo>
                      <a:pt x="86348" y="594"/>
                    </a:lnTo>
                    <a:lnTo>
                      <a:pt x="82854" y="927"/>
                    </a:lnTo>
                    <a:lnTo>
                      <a:pt x="79360" y="1307"/>
                    </a:lnTo>
                    <a:lnTo>
                      <a:pt x="75890" y="1759"/>
                    </a:lnTo>
                    <a:lnTo>
                      <a:pt x="72467" y="2282"/>
                    </a:lnTo>
                    <a:lnTo>
                      <a:pt x="69069" y="2852"/>
                    </a:lnTo>
                    <a:lnTo>
                      <a:pt x="65717" y="3494"/>
                    </a:lnTo>
                    <a:lnTo>
                      <a:pt x="62414" y="4207"/>
                    </a:lnTo>
                    <a:lnTo>
                      <a:pt x="59134" y="4991"/>
                    </a:lnTo>
                    <a:lnTo>
                      <a:pt x="55925" y="5823"/>
                    </a:lnTo>
                    <a:lnTo>
                      <a:pt x="52788" y="6702"/>
                    </a:lnTo>
                    <a:lnTo>
                      <a:pt x="49674" y="7653"/>
                    </a:lnTo>
                    <a:lnTo>
                      <a:pt x="46656" y="8675"/>
                    </a:lnTo>
                    <a:lnTo>
                      <a:pt x="43685" y="9745"/>
                    </a:lnTo>
                    <a:lnTo>
                      <a:pt x="40785" y="10862"/>
                    </a:lnTo>
                    <a:lnTo>
                      <a:pt x="37981" y="12026"/>
                    </a:lnTo>
                    <a:lnTo>
                      <a:pt x="35247" y="13262"/>
                    </a:lnTo>
                    <a:lnTo>
                      <a:pt x="32585" y="14546"/>
                    </a:lnTo>
                    <a:lnTo>
                      <a:pt x="30018" y="15877"/>
                    </a:lnTo>
                    <a:lnTo>
                      <a:pt x="27523" y="17255"/>
                    </a:lnTo>
                    <a:lnTo>
                      <a:pt x="25122" y="18681"/>
                    </a:lnTo>
                    <a:lnTo>
                      <a:pt x="22841" y="20155"/>
                    </a:lnTo>
                    <a:lnTo>
                      <a:pt x="20630" y="21676"/>
                    </a:lnTo>
                    <a:lnTo>
                      <a:pt x="18515" y="23221"/>
                    </a:lnTo>
                    <a:lnTo>
                      <a:pt x="16518" y="24813"/>
                    </a:lnTo>
                    <a:lnTo>
                      <a:pt x="14617" y="26453"/>
                    </a:lnTo>
                    <a:lnTo>
                      <a:pt x="12834" y="28117"/>
                    </a:lnTo>
                    <a:lnTo>
                      <a:pt x="11147" y="29805"/>
                    </a:lnTo>
                    <a:lnTo>
                      <a:pt x="9578" y="31540"/>
                    </a:lnTo>
                    <a:lnTo>
                      <a:pt x="8129" y="33298"/>
                    </a:lnTo>
                    <a:lnTo>
                      <a:pt x="6798" y="35081"/>
                    </a:lnTo>
                    <a:lnTo>
                      <a:pt x="5562" y="36887"/>
                    </a:lnTo>
                    <a:lnTo>
                      <a:pt x="4468" y="38717"/>
                    </a:lnTo>
                    <a:lnTo>
                      <a:pt x="3470" y="40547"/>
                    </a:lnTo>
                    <a:lnTo>
                      <a:pt x="2614" y="42425"/>
                    </a:lnTo>
                    <a:lnTo>
                      <a:pt x="1854" y="44303"/>
                    </a:lnTo>
                    <a:lnTo>
                      <a:pt x="1236" y="46204"/>
                    </a:lnTo>
                    <a:lnTo>
                      <a:pt x="737" y="48106"/>
                    </a:lnTo>
                    <a:lnTo>
                      <a:pt x="357" y="50031"/>
                    </a:lnTo>
                    <a:lnTo>
                      <a:pt x="119" y="51932"/>
                    </a:lnTo>
                    <a:lnTo>
                      <a:pt x="0" y="53857"/>
                    </a:lnTo>
                    <a:lnTo>
                      <a:pt x="0" y="55782"/>
                    </a:lnTo>
                    <a:lnTo>
                      <a:pt x="119" y="57708"/>
                    </a:lnTo>
                    <a:lnTo>
                      <a:pt x="357" y="59633"/>
                    </a:lnTo>
                    <a:lnTo>
                      <a:pt x="737" y="61558"/>
                    </a:lnTo>
                    <a:lnTo>
                      <a:pt x="1236" y="63459"/>
                    </a:lnTo>
                    <a:lnTo>
                      <a:pt x="1854" y="65361"/>
                    </a:lnTo>
                    <a:lnTo>
                      <a:pt x="2614" y="67238"/>
                    </a:lnTo>
                    <a:lnTo>
                      <a:pt x="3470" y="69092"/>
                    </a:lnTo>
                    <a:lnTo>
                      <a:pt x="4468" y="70946"/>
                    </a:lnTo>
                    <a:lnTo>
                      <a:pt x="5562" y="72776"/>
                    </a:lnTo>
                    <a:lnTo>
                      <a:pt x="6798" y="74583"/>
                    </a:lnTo>
                    <a:lnTo>
                      <a:pt x="8129" y="76365"/>
                    </a:lnTo>
                    <a:lnTo>
                      <a:pt x="9578" y="78124"/>
                    </a:lnTo>
                    <a:lnTo>
                      <a:pt x="11147" y="79859"/>
                    </a:lnTo>
                    <a:lnTo>
                      <a:pt x="12834" y="81546"/>
                    </a:lnTo>
                    <a:lnTo>
                      <a:pt x="14617" y="83210"/>
                    </a:lnTo>
                    <a:lnTo>
                      <a:pt x="16518" y="84850"/>
                    </a:lnTo>
                    <a:lnTo>
                      <a:pt x="18515" y="86443"/>
                    </a:lnTo>
                    <a:lnTo>
                      <a:pt x="20630" y="87988"/>
                    </a:lnTo>
                    <a:lnTo>
                      <a:pt x="22841" y="89509"/>
                    </a:lnTo>
                    <a:lnTo>
                      <a:pt x="25122" y="90982"/>
                    </a:lnTo>
                    <a:lnTo>
                      <a:pt x="27523" y="92408"/>
                    </a:lnTo>
                    <a:lnTo>
                      <a:pt x="30018" y="93787"/>
                    </a:lnTo>
                    <a:lnTo>
                      <a:pt x="32585" y="95118"/>
                    </a:lnTo>
                    <a:lnTo>
                      <a:pt x="35247" y="96401"/>
                    </a:lnTo>
                    <a:lnTo>
                      <a:pt x="37981" y="97613"/>
                    </a:lnTo>
                    <a:lnTo>
                      <a:pt x="40785" y="98802"/>
                    </a:lnTo>
                    <a:lnTo>
                      <a:pt x="43685" y="99919"/>
                    </a:lnTo>
                    <a:lnTo>
                      <a:pt x="46656" y="100988"/>
                    </a:lnTo>
                    <a:lnTo>
                      <a:pt x="49674" y="102010"/>
                    </a:lnTo>
                    <a:lnTo>
                      <a:pt x="52788" y="102961"/>
                    </a:lnTo>
                    <a:lnTo>
                      <a:pt x="55925" y="103840"/>
                    </a:lnTo>
                    <a:lnTo>
                      <a:pt x="59134" y="104672"/>
                    </a:lnTo>
                    <a:lnTo>
                      <a:pt x="62414" y="105457"/>
                    </a:lnTo>
                    <a:lnTo>
                      <a:pt x="65717" y="106170"/>
                    </a:lnTo>
                    <a:lnTo>
                      <a:pt x="69069" y="106811"/>
                    </a:lnTo>
                    <a:lnTo>
                      <a:pt x="72467" y="107382"/>
                    </a:lnTo>
                    <a:lnTo>
                      <a:pt x="75890" y="107905"/>
                    </a:lnTo>
                    <a:lnTo>
                      <a:pt x="79360" y="108356"/>
                    </a:lnTo>
                    <a:lnTo>
                      <a:pt x="82854" y="108737"/>
                    </a:lnTo>
                    <a:lnTo>
                      <a:pt x="86348" y="109069"/>
                    </a:lnTo>
                    <a:lnTo>
                      <a:pt x="89889" y="109307"/>
                    </a:lnTo>
                    <a:lnTo>
                      <a:pt x="93430" y="109497"/>
                    </a:lnTo>
                    <a:lnTo>
                      <a:pt x="96995" y="109616"/>
                    </a:lnTo>
                    <a:lnTo>
                      <a:pt x="100537" y="109664"/>
                    </a:lnTo>
                    <a:lnTo>
                      <a:pt x="104102" y="109664"/>
                    </a:lnTo>
                    <a:lnTo>
                      <a:pt x="107667" y="109568"/>
                    </a:lnTo>
                    <a:lnTo>
                      <a:pt x="111208" y="109426"/>
                    </a:lnTo>
                    <a:lnTo>
                      <a:pt x="114750" y="109188"/>
                    </a:lnTo>
                    <a:lnTo>
                      <a:pt x="118267" y="108903"/>
                    </a:lnTo>
                    <a:lnTo>
                      <a:pt x="121785" y="108570"/>
                    </a:lnTo>
                    <a:lnTo>
                      <a:pt x="125255" y="108142"/>
                    </a:lnTo>
                    <a:lnTo>
                      <a:pt x="128701" y="107667"/>
                    </a:lnTo>
                    <a:lnTo>
                      <a:pt x="132124" y="107097"/>
                    </a:lnTo>
                    <a:lnTo>
                      <a:pt x="135499" y="106502"/>
                    </a:lnTo>
                    <a:lnTo>
                      <a:pt x="138826" y="105813"/>
                    </a:lnTo>
                    <a:lnTo>
                      <a:pt x="142106" y="105076"/>
                    </a:lnTo>
                    <a:lnTo>
                      <a:pt x="145339" y="104268"/>
                    </a:lnTo>
                    <a:lnTo>
                      <a:pt x="148523" y="103413"/>
                    </a:lnTo>
                    <a:lnTo>
                      <a:pt x="151661" y="102486"/>
                    </a:lnTo>
                    <a:lnTo>
                      <a:pt x="154727" y="101511"/>
                    </a:lnTo>
                    <a:lnTo>
                      <a:pt x="157722" y="100465"/>
                    </a:lnTo>
                    <a:lnTo>
                      <a:pt x="160645" y="99372"/>
                    </a:lnTo>
                    <a:lnTo>
                      <a:pt x="163497" y="98208"/>
                    </a:lnTo>
                    <a:lnTo>
                      <a:pt x="166278" y="97019"/>
                    </a:lnTo>
                    <a:lnTo>
                      <a:pt x="168964" y="95759"/>
                    </a:lnTo>
                    <a:lnTo>
                      <a:pt x="171578" y="94452"/>
                    </a:lnTo>
                    <a:lnTo>
                      <a:pt x="174121" y="93098"/>
                    </a:lnTo>
                    <a:lnTo>
                      <a:pt x="176569" y="91695"/>
                    </a:lnTo>
                    <a:lnTo>
                      <a:pt x="178898" y="90245"/>
                    </a:lnTo>
                    <a:lnTo>
                      <a:pt x="181156" y="88748"/>
                    </a:lnTo>
                    <a:lnTo>
                      <a:pt x="183319" y="87227"/>
                    </a:lnTo>
                    <a:lnTo>
                      <a:pt x="185363" y="85658"/>
                    </a:lnTo>
                    <a:lnTo>
                      <a:pt x="187312" y="84042"/>
                    </a:lnTo>
                    <a:lnTo>
                      <a:pt x="189166" y="82402"/>
                    </a:lnTo>
                    <a:lnTo>
                      <a:pt x="190901" y="80715"/>
                    </a:lnTo>
                    <a:lnTo>
                      <a:pt x="192517" y="79003"/>
                    </a:lnTo>
                    <a:lnTo>
                      <a:pt x="194038" y="77245"/>
                    </a:lnTo>
                    <a:lnTo>
                      <a:pt x="195417" y="75486"/>
                    </a:lnTo>
                    <a:lnTo>
                      <a:pt x="196700" y="73679"/>
                    </a:lnTo>
                    <a:lnTo>
                      <a:pt x="197865" y="71873"/>
                    </a:lnTo>
                    <a:lnTo>
                      <a:pt x="198934" y="70019"/>
                    </a:lnTo>
                    <a:lnTo>
                      <a:pt x="199861" y="68165"/>
                    </a:lnTo>
                    <a:lnTo>
                      <a:pt x="200646" y="66288"/>
                    </a:lnTo>
                    <a:lnTo>
                      <a:pt x="201335" y="64410"/>
                    </a:lnTo>
                    <a:lnTo>
                      <a:pt x="201905" y="62509"/>
                    </a:lnTo>
                    <a:lnTo>
                      <a:pt x="202333" y="60584"/>
                    </a:lnTo>
                    <a:lnTo>
                      <a:pt x="202642" y="58682"/>
                    </a:lnTo>
                    <a:lnTo>
                      <a:pt x="202832" y="56757"/>
                    </a:lnTo>
                    <a:close/>
                  </a:path>
                </a:pathLst>
              </a:custGeom>
              <a:solidFill>
                <a:srgbClr val="F7C1D9"/>
              </a:solidFill>
              <a:ln w="5241" cap="rnd">
                <a:solidFill>
                  <a:srgbClr val="4D4D4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88" name="Graphic 2">
                <a:extLst>
                  <a:ext uri="{FF2B5EF4-FFF2-40B4-BE49-F238E27FC236}">
                    <a16:creationId xmlns:a16="http://schemas.microsoft.com/office/drawing/2014/main" id="{172A27CD-0DEB-630E-F891-23AA37C3DEEF}"/>
                  </a:ext>
                </a:extLst>
              </p:cNvPr>
              <p:cNvGrpSpPr/>
              <p:nvPr/>
            </p:nvGrpSpPr>
            <p:grpSpPr>
              <a:xfrm>
                <a:off x="380574" y="890986"/>
                <a:ext cx="251460" cy="52193"/>
                <a:chOff x="1656906" y="890986"/>
                <a:chExt cx="251460" cy="52193"/>
              </a:xfrm>
              <a:solidFill>
                <a:srgbClr val="000000"/>
              </a:solidFill>
            </p:grpSpPr>
            <p:sp>
              <p:nvSpPr>
                <p:cNvPr id="3293" name="Freeform 3292">
                  <a:extLst>
                    <a:ext uri="{FF2B5EF4-FFF2-40B4-BE49-F238E27FC236}">
                      <a16:creationId xmlns:a16="http://schemas.microsoft.com/office/drawing/2014/main" id="{D76C5109-EDF1-C9FA-937E-3CE1D3054AAA}"/>
                    </a:ext>
                  </a:extLst>
                </p:cNvPr>
                <p:cNvSpPr/>
                <p:nvPr/>
              </p:nvSpPr>
              <p:spPr>
                <a:xfrm>
                  <a:off x="1656906" y="904106"/>
                  <a:ext cx="31087" cy="37457"/>
                </a:xfrm>
                <a:custGeom>
                  <a:avLst/>
                  <a:gdLst>
                    <a:gd name="csX0" fmla="*/ 30695 w 31087"/>
                    <a:gd name="csY0" fmla="*/ 155 h 37457"/>
                    <a:gd name="csX1" fmla="*/ 1508 w 31087"/>
                    <a:gd name="csY1" fmla="*/ 155 h 37457"/>
                    <a:gd name="csX2" fmla="*/ 1508 w 31087"/>
                    <a:gd name="csY2" fmla="*/ 7951 h 37457"/>
                    <a:gd name="csX3" fmla="*/ 18811 w 31087"/>
                    <a:gd name="csY3" fmla="*/ 7951 h 37457"/>
                    <a:gd name="csX4" fmla="*/ 272 w 31087"/>
                    <a:gd name="csY4" fmla="*/ 29817 h 37457"/>
                    <a:gd name="csX5" fmla="*/ 272 w 31087"/>
                    <a:gd name="csY5" fmla="*/ 37612 h 37457"/>
                    <a:gd name="csX6" fmla="*/ 31360 w 31087"/>
                    <a:gd name="csY6" fmla="*/ 37612 h 37457"/>
                    <a:gd name="csX7" fmla="*/ 31360 w 31087"/>
                    <a:gd name="csY7" fmla="*/ 29817 h 37457"/>
                    <a:gd name="csX8" fmla="*/ 12346 w 31087"/>
                    <a:gd name="csY8" fmla="*/ 29817 h 37457"/>
                    <a:gd name="csX9" fmla="*/ 30695 w 31087"/>
                    <a:gd name="csY9" fmla="*/ 7951 h 374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1087" h="37457">
                      <a:moveTo>
                        <a:pt x="30695" y="155"/>
                      </a:moveTo>
                      <a:lnTo>
                        <a:pt x="1508" y="155"/>
                      </a:lnTo>
                      <a:lnTo>
                        <a:pt x="1508" y="7951"/>
                      </a:lnTo>
                      <a:lnTo>
                        <a:pt x="18811" y="7951"/>
                      </a:lnTo>
                      <a:lnTo>
                        <a:pt x="272" y="29817"/>
                      </a:lnTo>
                      <a:lnTo>
                        <a:pt x="272" y="37612"/>
                      </a:lnTo>
                      <a:lnTo>
                        <a:pt x="31360" y="37612"/>
                      </a:lnTo>
                      <a:lnTo>
                        <a:pt x="31360" y="29817"/>
                      </a:lnTo>
                      <a:lnTo>
                        <a:pt x="12346" y="29817"/>
                      </a:lnTo>
                      <a:lnTo>
                        <a:pt x="30695" y="79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4" name="Freeform 3293">
                  <a:extLst>
                    <a:ext uri="{FF2B5EF4-FFF2-40B4-BE49-F238E27FC236}">
                      <a16:creationId xmlns:a16="http://schemas.microsoft.com/office/drawing/2014/main" id="{54C80620-3549-2A58-594F-45E2ED75D50B}"/>
                    </a:ext>
                  </a:extLst>
                </p:cNvPr>
                <p:cNvSpPr/>
                <p:nvPr/>
              </p:nvSpPr>
              <p:spPr>
                <a:xfrm>
                  <a:off x="1696360" y="903440"/>
                  <a:ext cx="33559" cy="38123"/>
                </a:xfrm>
                <a:custGeom>
                  <a:avLst/>
                  <a:gdLst>
                    <a:gd name="csX0" fmla="*/ 278 w 33559"/>
                    <a:gd name="csY0" fmla="*/ 820 h 38123"/>
                    <a:gd name="csX1" fmla="*/ 278 w 33559"/>
                    <a:gd name="csY1" fmla="*/ 38278 h 38123"/>
                    <a:gd name="csX2" fmla="*/ 9975 w 33559"/>
                    <a:gd name="csY2" fmla="*/ 38278 h 38123"/>
                    <a:gd name="csX3" fmla="*/ 9975 w 33559"/>
                    <a:gd name="csY3" fmla="*/ 15746 h 38123"/>
                    <a:gd name="csX4" fmla="*/ 17866 w 33559"/>
                    <a:gd name="csY4" fmla="*/ 8426 h 38123"/>
                    <a:gd name="csX5" fmla="*/ 24046 w 33559"/>
                    <a:gd name="csY5" fmla="*/ 15176 h 38123"/>
                    <a:gd name="csX6" fmla="*/ 24046 w 33559"/>
                    <a:gd name="csY6" fmla="*/ 38278 h 38123"/>
                    <a:gd name="csX7" fmla="*/ 33838 w 33559"/>
                    <a:gd name="csY7" fmla="*/ 38278 h 38123"/>
                    <a:gd name="csX8" fmla="*/ 33838 w 33559"/>
                    <a:gd name="csY8" fmla="*/ 13179 h 38123"/>
                    <a:gd name="csX9" fmla="*/ 21194 w 33559"/>
                    <a:gd name="csY9" fmla="*/ 155 h 38123"/>
                    <a:gd name="csX10" fmla="*/ 9975 w 33559"/>
                    <a:gd name="csY10" fmla="*/ 6239 h 38123"/>
                    <a:gd name="csX11" fmla="*/ 9975 w 33559"/>
                    <a:gd name="csY11" fmla="*/ 820 h 381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3559" h="38123">
                      <a:moveTo>
                        <a:pt x="278" y="820"/>
                      </a:moveTo>
                      <a:lnTo>
                        <a:pt x="278" y="38278"/>
                      </a:lnTo>
                      <a:lnTo>
                        <a:pt x="9975" y="38278"/>
                      </a:lnTo>
                      <a:lnTo>
                        <a:pt x="9975" y="15746"/>
                      </a:lnTo>
                      <a:cubicBezTo>
                        <a:pt x="9975" y="11373"/>
                        <a:pt x="13017" y="8426"/>
                        <a:pt x="17866" y="8426"/>
                      </a:cubicBezTo>
                      <a:cubicBezTo>
                        <a:pt x="21954" y="8426"/>
                        <a:pt x="24046" y="10708"/>
                        <a:pt x="24046" y="15176"/>
                      </a:cubicBezTo>
                      <a:lnTo>
                        <a:pt x="24046" y="38278"/>
                      </a:lnTo>
                      <a:lnTo>
                        <a:pt x="33838" y="38278"/>
                      </a:lnTo>
                      <a:lnTo>
                        <a:pt x="33838" y="13179"/>
                      </a:lnTo>
                      <a:cubicBezTo>
                        <a:pt x="33838" y="4813"/>
                        <a:pt x="29275" y="155"/>
                        <a:pt x="21194" y="155"/>
                      </a:cubicBezTo>
                      <a:cubicBezTo>
                        <a:pt x="16155" y="155"/>
                        <a:pt x="12732" y="1961"/>
                        <a:pt x="9975" y="6239"/>
                      </a:cubicBezTo>
                      <a:lnTo>
                        <a:pt x="9975" y="8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5" name="Freeform 3294">
                  <a:extLst>
                    <a:ext uri="{FF2B5EF4-FFF2-40B4-BE49-F238E27FC236}">
                      <a16:creationId xmlns:a16="http://schemas.microsoft.com/office/drawing/2014/main" id="{410C8CEE-DD79-C1E5-0B6B-0B0266F70DBC}"/>
                    </a:ext>
                  </a:extLst>
                </p:cNvPr>
                <p:cNvSpPr/>
                <p:nvPr/>
              </p:nvSpPr>
              <p:spPr>
                <a:xfrm>
                  <a:off x="1735529" y="890986"/>
                  <a:ext cx="20725" cy="50577"/>
                </a:xfrm>
                <a:custGeom>
                  <a:avLst/>
                  <a:gdLst>
                    <a:gd name="csX0" fmla="*/ 21010 w 20725"/>
                    <a:gd name="csY0" fmla="*/ 14035 h 50577"/>
                    <a:gd name="csX1" fmla="*/ 15306 w 20725"/>
                    <a:gd name="csY1" fmla="*/ 14035 h 50577"/>
                    <a:gd name="csX2" fmla="*/ 15306 w 20725"/>
                    <a:gd name="csY2" fmla="*/ 10327 h 50577"/>
                    <a:gd name="csX3" fmla="*/ 17968 w 20725"/>
                    <a:gd name="csY3" fmla="*/ 7380 h 50577"/>
                    <a:gd name="csX4" fmla="*/ 20725 w 20725"/>
                    <a:gd name="csY4" fmla="*/ 7665 h 50577"/>
                    <a:gd name="csX5" fmla="*/ 20725 w 20725"/>
                    <a:gd name="csY5" fmla="*/ 345 h 50577"/>
                    <a:gd name="csX6" fmla="*/ 15116 w 20725"/>
                    <a:gd name="csY6" fmla="*/ 155 h 50577"/>
                    <a:gd name="csX7" fmla="*/ 5609 w 20725"/>
                    <a:gd name="csY7" fmla="*/ 9472 h 50577"/>
                    <a:gd name="csX8" fmla="*/ 5609 w 20725"/>
                    <a:gd name="csY8" fmla="*/ 14035 h 50577"/>
                    <a:gd name="csX9" fmla="*/ 285 w 20725"/>
                    <a:gd name="csY9" fmla="*/ 14035 h 50577"/>
                    <a:gd name="csX10" fmla="*/ 285 w 20725"/>
                    <a:gd name="csY10" fmla="*/ 20500 h 50577"/>
                    <a:gd name="csX11" fmla="*/ 5609 w 20725"/>
                    <a:gd name="csY11" fmla="*/ 20500 h 50577"/>
                    <a:gd name="csX12" fmla="*/ 5609 w 20725"/>
                    <a:gd name="csY12" fmla="*/ 50732 h 50577"/>
                    <a:gd name="csX13" fmla="*/ 15306 w 20725"/>
                    <a:gd name="csY13" fmla="*/ 50732 h 50577"/>
                    <a:gd name="csX14" fmla="*/ 15306 w 20725"/>
                    <a:gd name="csY14" fmla="*/ 20500 h 50577"/>
                    <a:gd name="csX15" fmla="*/ 21010 w 20725"/>
                    <a:gd name="csY15" fmla="*/ 20500 h 505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0725" h="50577">
                      <a:moveTo>
                        <a:pt x="21010" y="14035"/>
                      </a:moveTo>
                      <a:lnTo>
                        <a:pt x="15306" y="14035"/>
                      </a:lnTo>
                      <a:lnTo>
                        <a:pt x="15306" y="10327"/>
                      </a:lnTo>
                      <a:cubicBezTo>
                        <a:pt x="15306" y="8426"/>
                        <a:pt x="16162" y="7380"/>
                        <a:pt x="17968" y="7380"/>
                      </a:cubicBezTo>
                      <a:cubicBezTo>
                        <a:pt x="18824" y="7380"/>
                        <a:pt x="19774" y="7475"/>
                        <a:pt x="20725" y="7665"/>
                      </a:cubicBezTo>
                      <a:lnTo>
                        <a:pt x="20725" y="345"/>
                      </a:lnTo>
                      <a:cubicBezTo>
                        <a:pt x="18634" y="250"/>
                        <a:pt x="16637" y="155"/>
                        <a:pt x="15116" y="155"/>
                      </a:cubicBezTo>
                      <a:cubicBezTo>
                        <a:pt x="8746" y="155"/>
                        <a:pt x="5609" y="3197"/>
                        <a:pt x="5609" y="9472"/>
                      </a:cubicBezTo>
                      <a:lnTo>
                        <a:pt x="5609" y="14035"/>
                      </a:lnTo>
                      <a:lnTo>
                        <a:pt x="285" y="14035"/>
                      </a:lnTo>
                      <a:lnTo>
                        <a:pt x="285" y="20500"/>
                      </a:lnTo>
                      <a:lnTo>
                        <a:pt x="5609" y="20500"/>
                      </a:lnTo>
                      <a:lnTo>
                        <a:pt x="5609" y="50732"/>
                      </a:lnTo>
                      <a:lnTo>
                        <a:pt x="15306" y="50732"/>
                      </a:lnTo>
                      <a:lnTo>
                        <a:pt x="15306" y="20500"/>
                      </a:lnTo>
                      <a:lnTo>
                        <a:pt x="21010" y="205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6" name="Freeform 3295">
                  <a:extLst>
                    <a:ext uri="{FF2B5EF4-FFF2-40B4-BE49-F238E27FC236}">
                      <a16:creationId xmlns:a16="http://schemas.microsoft.com/office/drawing/2014/main" id="{AE899005-D1B2-179E-D5C0-CFA387EF5D1F}"/>
                    </a:ext>
                  </a:extLst>
                </p:cNvPr>
                <p:cNvSpPr/>
                <p:nvPr/>
              </p:nvSpPr>
              <p:spPr>
                <a:xfrm>
                  <a:off x="1760913" y="892317"/>
                  <a:ext cx="34605" cy="49246"/>
                </a:xfrm>
                <a:custGeom>
                  <a:avLst/>
                  <a:gdLst>
                    <a:gd name="csX0" fmla="*/ 34895 w 34605"/>
                    <a:gd name="csY0" fmla="*/ 155 h 49246"/>
                    <a:gd name="csX1" fmla="*/ 289 w 34605"/>
                    <a:gd name="csY1" fmla="*/ 155 h 49246"/>
                    <a:gd name="csX2" fmla="*/ 289 w 34605"/>
                    <a:gd name="csY2" fmla="*/ 8901 h 49246"/>
                    <a:gd name="csX3" fmla="*/ 24817 w 34605"/>
                    <a:gd name="csY3" fmla="*/ 8901 h 49246"/>
                    <a:gd name="csX4" fmla="*/ 13979 w 34605"/>
                    <a:gd name="csY4" fmla="*/ 25348 h 49246"/>
                    <a:gd name="csX5" fmla="*/ 7514 w 34605"/>
                    <a:gd name="csY5" fmla="*/ 49401 h 49246"/>
                    <a:gd name="csX6" fmla="*/ 17307 w 34605"/>
                    <a:gd name="csY6" fmla="*/ 49401 h 49246"/>
                    <a:gd name="csX7" fmla="*/ 34895 w 34605"/>
                    <a:gd name="csY7" fmla="*/ 7855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605" h="49246">
                      <a:moveTo>
                        <a:pt x="34895" y="155"/>
                      </a:moveTo>
                      <a:lnTo>
                        <a:pt x="289" y="155"/>
                      </a:lnTo>
                      <a:lnTo>
                        <a:pt x="289" y="8901"/>
                      </a:lnTo>
                      <a:lnTo>
                        <a:pt x="24817" y="8901"/>
                      </a:lnTo>
                      <a:cubicBezTo>
                        <a:pt x="21775" y="12039"/>
                        <a:pt x="15881" y="20975"/>
                        <a:pt x="13979" y="25348"/>
                      </a:cubicBezTo>
                      <a:cubicBezTo>
                        <a:pt x="10557" y="32479"/>
                        <a:pt x="8845" y="38943"/>
                        <a:pt x="7514" y="49401"/>
                      </a:cubicBezTo>
                      <a:lnTo>
                        <a:pt x="17307" y="49401"/>
                      </a:lnTo>
                      <a:cubicBezTo>
                        <a:pt x="18257" y="33810"/>
                        <a:pt x="23296" y="21926"/>
                        <a:pt x="34895" y="785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7" name="Freeform 3296">
                  <a:extLst>
                    <a:ext uri="{FF2B5EF4-FFF2-40B4-BE49-F238E27FC236}">
                      <a16:creationId xmlns:a16="http://schemas.microsoft.com/office/drawing/2014/main" id="{B8A18DD1-3D49-62F0-F3A3-BF10DDD5D95F}"/>
                    </a:ext>
                  </a:extLst>
                </p:cNvPr>
                <p:cNvSpPr/>
                <p:nvPr/>
              </p:nvSpPr>
              <p:spPr>
                <a:xfrm>
                  <a:off x="1800177" y="892317"/>
                  <a:ext cx="21485" cy="49246"/>
                </a:xfrm>
                <a:custGeom>
                  <a:avLst/>
                  <a:gdLst>
                    <a:gd name="csX0" fmla="*/ 12084 w 21485"/>
                    <a:gd name="csY0" fmla="*/ 15461 h 49246"/>
                    <a:gd name="csX1" fmla="*/ 12084 w 21485"/>
                    <a:gd name="csY1" fmla="*/ 49401 h 49246"/>
                    <a:gd name="csX2" fmla="*/ 21781 w 21485"/>
                    <a:gd name="csY2" fmla="*/ 49401 h 49246"/>
                    <a:gd name="csX3" fmla="*/ 21781 w 21485"/>
                    <a:gd name="csY3" fmla="*/ 155 h 49246"/>
                    <a:gd name="csX4" fmla="*/ 15316 w 21485"/>
                    <a:gd name="csY4" fmla="*/ 155 h 49246"/>
                    <a:gd name="csX5" fmla="*/ 295 w 21485"/>
                    <a:gd name="csY5" fmla="*/ 8996 h 49246"/>
                    <a:gd name="csX6" fmla="*/ 295 w 21485"/>
                    <a:gd name="csY6" fmla="*/ 15461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485" h="49246">
                      <a:moveTo>
                        <a:pt x="12084" y="15461"/>
                      </a:moveTo>
                      <a:lnTo>
                        <a:pt x="12084" y="49401"/>
                      </a:lnTo>
                      <a:lnTo>
                        <a:pt x="21781" y="49401"/>
                      </a:lnTo>
                      <a:lnTo>
                        <a:pt x="21781" y="155"/>
                      </a:lnTo>
                      <a:lnTo>
                        <a:pt x="15316" y="155"/>
                      </a:lnTo>
                      <a:cubicBezTo>
                        <a:pt x="13795" y="6049"/>
                        <a:pt x="8756" y="8996"/>
                        <a:pt x="295" y="8996"/>
                      </a:cubicBezTo>
                      <a:lnTo>
                        <a:pt x="295" y="154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8" name="Freeform 3297">
                  <a:extLst>
                    <a:ext uri="{FF2B5EF4-FFF2-40B4-BE49-F238E27FC236}">
                      <a16:creationId xmlns:a16="http://schemas.microsoft.com/office/drawing/2014/main" id="{CDE3F1A3-09E3-52F7-4027-3DFFD01C52FD}"/>
                    </a:ext>
                  </a:extLst>
                </p:cNvPr>
                <p:cNvSpPr/>
                <p:nvPr/>
              </p:nvSpPr>
              <p:spPr>
                <a:xfrm>
                  <a:off x="1833927" y="891271"/>
                  <a:ext cx="33845" cy="51908"/>
                </a:xfrm>
                <a:custGeom>
                  <a:avLst/>
                  <a:gdLst>
                    <a:gd name="csX0" fmla="*/ 17224 w 33845"/>
                    <a:gd name="csY0" fmla="*/ 155 h 51908"/>
                    <a:gd name="csX1" fmla="*/ 4484 w 33845"/>
                    <a:gd name="csY1" fmla="*/ 6524 h 51908"/>
                    <a:gd name="csX2" fmla="*/ 301 w 33845"/>
                    <a:gd name="csY2" fmla="*/ 26204 h 51908"/>
                    <a:gd name="csX3" fmla="*/ 3819 w 33845"/>
                    <a:gd name="csY3" fmla="*/ 44743 h 51908"/>
                    <a:gd name="csX4" fmla="*/ 17224 w 33845"/>
                    <a:gd name="csY4" fmla="*/ 52063 h 51908"/>
                    <a:gd name="csX5" fmla="*/ 30058 w 33845"/>
                    <a:gd name="csY5" fmla="*/ 45788 h 51908"/>
                    <a:gd name="csX6" fmla="*/ 34146 w 33845"/>
                    <a:gd name="csY6" fmla="*/ 26394 h 51908"/>
                    <a:gd name="csX7" fmla="*/ 30724 w 33845"/>
                    <a:gd name="csY7" fmla="*/ 7475 h 51908"/>
                    <a:gd name="csX8" fmla="*/ 17224 w 33845"/>
                    <a:gd name="csY8" fmla="*/ 155 h 51908"/>
                    <a:gd name="csX9" fmla="*/ 17224 w 33845"/>
                    <a:gd name="csY9" fmla="*/ 8046 h 51908"/>
                    <a:gd name="csX10" fmla="*/ 22928 w 33845"/>
                    <a:gd name="csY10" fmla="*/ 12039 h 51908"/>
                    <a:gd name="csX11" fmla="*/ 24449 w 33845"/>
                    <a:gd name="csY11" fmla="*/ 26204 h 51908"/>
                    <a:gd name="csX12" fmla="*/ 23213 w 33845"/>
                    <a:gd name="csY12" fmla="*/ 39229 h 51908"/>
                    <a:gd name="csX13" fmla="*/ 17224 w 33845"/>
                    <a:gd name="csY13" fmla="*/ 43697 h 51908"/>
                    <a:gd name="csX14" fmla="*/ 11519 w 33845"/>
                    <a:gd name="csY14" fmla="*/ 39894 h 51908"/>
                    <a:gd name="csX15" fmla="*/ 9998 w 33845"/>
                    <a:gd name="csY15" fmla="*/ 26109 h 51908"/>
                    <a:gd name="csX16" fmla="*/ 11329 w 33845"/>
                    <a:gd name="csY16" fmla="*/ 12704 h 51908"/>
                    <a:gd name="csX17" fmla="*/ 17224 w 33845"/>
                    <a:gd name="csY17" fmla="*/ 8046 h 51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33845" h="51908">
                      <a:moveTo>
                        <a:pt x="17224" y="155"/>
                      </a:moveTo>
                      <a:cubicBezTo>
                        <a:pt x="11995" y="155"/>
                        <a:pt x="7431" y="2436"/>
                        <a:pt x="4484" y="6524"/>
                      </a:cubicBezTo>
                      <a:cubicBezTo>
                        <a:pt x="1632" y="10327"/>
                        <a:pt x="301" y="16602"/>
                        <a:pt x="301" y="26204"/>
                      </a:cubicBezTo>
                      <a:cubicBezTo>
                        <a:pt x="301" y="34855"/>
                        <a:pt x="1442" y="41035"/>
                        <a:pt x="3819" y="44743"/>
                      </a:cubicBezTo>
                      <a:cubicBezTo>
                        <a:pt x="6671" y="49496"/>
                        <a:pt x="11519" y="52063"/>
                        <a:pt x="17224" y="52063"/>
                      </a:cubicBezTo>
                      <a:cubicBezTo>
                        <a:pt x="22548" y="52063"/>
                        <a:pt x="26921" y="49876"/>
                        <a:pt x="30058" y="45788"/>
                      </a:cubicBezTo>
                      <a:cubicBezTo>
                        <a:pt x="32815" y="41986"/>
                        <a:pt x="34146" y="35711"/>
                        <a:pt x="34146" y="26394"/>
                      </a:cubicBezTo>
                      <a:cubicBezTo>
                        <a:pt x="34146" y="17458"/>
                        <a:pt x="33100" y="11278"/>
                        <a:pt x="30724" y="7475"/>
                      </a:cubicBezTo>
                      <a:cubicBezTo>
                        <a:pt x="27776" y="2722"/>
                        <a:pt x="23023" y="155"/>
                        <a:pt x="17224" y="155"/>
                      </a:cubicBezTo>
                      <a:close/>
                      <a:moveTo>
                        <a:pt x="17224" y="8046"/>
                      </a:moveTo>
                      <a:cubicBezTo>
                        <a:pt x="19790" y="8046"/>
                        <a:pt x="21787" y="9472"/>
                        <a:pt x="22928" y="12039"/>
                      </a:cubicBezTo>
                      <a:cubicBezTo>
                        <a:pt x="23879" y="14035"/>
                        <a:pt x="24449" y="19454"/>
                        <a:pt x="24449" y="26204"/>
                      </a:cubicBezTo>
                      <a:cubicBezTo>
                        <a:pt x="24449" y="31813"/>
                        <a:pt x="23974" y="37232"/>
                        <a:pt x="23213" y="39229"/>
                      </a:cubicBezTo>
                      <a:cubicBezTo>
                        <a:pt x="22072" y="42081"/>
                        <a:pt x="19981" y="43697"/>
                        <a:pt x="17224" y="43697"/>
                      </a:cubicBezTo>
                      <a:cubicBezTo>
                        <a:pt x="14657" y="43697"/>
                        <a:pt x="12755" y="42366"/>
                        <a:pt x="11519" y="39894"/>
                      </a:cubicBezTo>
                      <a:cubicBezTo>
                        <a:pt x="10569" y="37803"/>
                        <a:pt x="9998" y="32669"/>
                        <a:pt x="9998" y="26109"/>
                      </a:cubicBezTo>
                      <a:cubicBezTo>
                        <a:pt x="9998" y="20215"/>
                        <a:pt x="10474" y="14700"/>
                        <a:pt x="11329" y="12704"/>
                      </a:cubicBezTo>
                      <a:cubicBezTo>
                        <a:pt x="12280" y="9662"/>
                        <a:pt x="14467" y="8046"/>
                        <a:pt x="17224" y="80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9" name="Freeform 3298">
                  <a:extLst>
                    <a:ext uri="{FF2B5EF4-FFF2-40B4-BE49-F238E27FC236}">
                      <a16:creationId xmlns:a16="http://schemas.microsoft.com/office/drawing/2014/main" id="{F30DDDC5-35BE-BEEE-B6A2-E8F775ACD5C9}"/>
                    </a:ext>
                  </a:extLst>
                </p:cNvPr>
                <p:cNvSpPr/>
                <p:nvPr/>
              </p:nvSpPr>
              <p:spPr>
                <a:xfrm>
                  <a:off x="1872526" y="890986"/>
                  <a:ext cx="35841" cy="52193"/>
                </a:xfrm>
                <a:custGeom>
                  <a:avLst/>
                  <a:gdLst>
                    <a:gd name="csX0" fmla="*/ 307 w 35841"/>
                    <a:gd name="csY0" fmla="*/ 155 h 52193"/>
                    <a:gd name="csX1" fmla="*/ 307 w 35841"/>
                    <a:gd name="csY1" fmla="*/ 50732 h 52193"/>
                    <a:gd name="csX2" fmla="*/ 10004 w 35841"/>
                    <a:gd name="csY2" fmla="*/ 50732 h 52193"/>
                    <a:gd name="csX3" fmla="*/ 10004 w 35841"/>
                    <a:gd name="csY3" fmla="*/ 46929 h 52193"/>
                    <a:gd name="csX4" fmla="*/ 20367 w 35841"/>
                    <a:gd name="csY4" fmla="*/ 52348 h 52193"/>
                    <a:gd name="csX5" fmla="*/ 36149 w 35841"/>
                    <a:gd name="csY5" fmla="*/ 32479 h 52193"/>
                    <a:gd name="csX6" fmla="*/ 32061 w 35841"/>
                    <a:gd name="csY6" fmla="*/ 18693 h 52193"/>
                    <a:gd name="csX7" fmla="*/ 20367 w 35841"/>
                    <a:gd name="csY7" fmla="*/ 12609 h 52193"/>
                    <a:gd name="csX8" fmla="*/ 10004 w 35841"/>
                    <a:gd name="csY8" fmla="*/ 18123 h 52193"/>
                    <a:gd name="csX9" fmla="*/ 10004 w 35841"/>
                    <a:gd name="csY9" fmla="*/ 155 h 52193"/>
                    <a:gd name="csX10" fmla="*/ 18180 w 35841"/>
                    <a:gd name="csY10" fmla="*/ 20785 h 52193"/>
                    <a:gd name="csX11" fmla="*/ 26451 w 35841"/>
                    <a:gd name="csY11" fmla="*/ 32574 h 52193"/>
                    <a:gd name="csX12" fmla="*/ 18180 w 35841"/>
                    <a:gd name="csY12" fmla="*/ 44172 h 52193"/>
                    <a:gd name="csX13" fmla="*/ 10004 w 35841"/>
                    <a:gd name="csY13" fmla="*/ 32384 h 52193"/>
                    <a:gd name="csX14" fmla="*/ 18180 w 35841"/>
                    <a:gd name="csY14" fmla="*/ 2078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35841" h="52193">
                      <a:moveTo>
                        <a:pt x="307" y="155"/>
                      </a:moveTo>
                      <a:lnTo>
                        <a:pt x="307" y="50732"/>
                      </a:lnTo>
                      <a:lnTo>
                        <a:pt x="10004" y="50732"/>
                      </a:lnTo>
                      <a:lnTo>
                        <a:pt x="10004" y="46929"/>
                      </a:lnTo>
                      <a:cubicBezTo>
                        <a:pt x="12381" y="50637"/>
                        <a:pt x="15613" y="52348"/>
                        <a:pt x="20367" y="52348"/>
                      </a:cubicBezTo>
                      <a:cubicBezTo>
                        <a:pt x="29304" y="52348"/>
                        <a:pt x="36149" y="43792"/>
                        <a:pt x="36149" y="32479"/>
                      </a:cubicBezTo>
                      <a:cubicBezTo>
                        <a:pt x="36149" y="27440"/>
                        <a:pt x="34627" y="22306"/>
                        <a:pt x="32061" y="18693"/>
                      </a:cubicBezTo>
                      <a:cubicBezTo>
                        <a:pt x="29494" y="14986"/>
                        <a:pt x="24930" y="12609"/>
                        <a:pt x="20367" y="12609"/>
                      </a:cubicBezTo>
                      <a:cubicBezTo>
                        <a:pt x="15613" y="12609"/>
                        <a:pt x="12381" y="14320"/>
                        <a:pt x="10004" y="18123"/>
                      </a:cubicBezTo>
                      <a:lnTo>
                        <a:pt x="10004" y="155"/>
                      </a:lnTo>
                      <a:close/>
                      <a:moveTo>
                        <a:pt x="18180" y="20785"/>
                      </a:moveTo>
                      <a:cubicBezTo>
                        <a:pt x="23029" y="20785"/>
                        <a:pt x="26451" y="25634"/>
                        <a:pt x="26451" y="32574"/>
                      </a:cubicBezTo>
                      <a:cubicBezTo>
                        <a:pt x="26451" y="39419"/>
                        <a:pt x="23124" y="44172"/>
                        <a:pt x="18180" y="44172"/>
                      </a:cubicBezTo>
                      <a:cubicBezTo>
                        <a:pt x="13332" y="44172"/>
                        <a:pt x="10004" y="39514"/>
                        <a:pt x="10004" y="32384"/>
                      </a:cubicBezTo>
                      <a:cubicBezTo>
                        <a:pt x="10004" y="25443"/>
                        <a:pt x="13332" y="20785"/>
                        <a:pt x="18180" y="207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89" name="Freeform 2688">
                <a:extLst>
                  <a:ext uri="{FF2B5EF4-FFF2-40B4-BE49-F238E27FC236}">
                    <a16:creationId xmlns:a16="http://schemas.microsoft.com/office/drawing/2014/main" id="{5F74B8C2-CBE1-A729-A431-DC87D36636A1}"/>
                  </a:ext>
                </a:extLst>
              </p:cNvPr>
              <p:cNvSpPr/>
              <p:nvPr/>
            </p:nvSpPr>
            <p:spPr>
              <a:xfrm>
                <a:off x="1941556" y="1282972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C2F0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90" name="Graphic 2">
                <a:extLst>
                  <a:ext uri="{FF2B5EF4-FFF2-40B4-BE49-F238E27FC236}">
                    <a16:creationId xmlns:a16="http://schemas.microsoft.com/office/drawing/2014/main" id="{DE562063-79B4-08C0-C03A-7EAE654C3770}"/>
                  </a:ext>
                </a:extLst>
              </p:cNvPr>
              <p:cNvGrpSpPr/>
              <p:nvPr/>
            </p:nvGrpSpPr>
            <p:grpSpPr>
              <a:xfrm>
                <a:off x="1992609" y="1305890"/>
                <a:ext cx="134239" cy="86418"/>
                <a:chOff x="3268941" y="1305890"/>
                <a:chExt cx="134239" cy="86418"/>
              </a:xfrm>
              <a:solidFill>
                <a:srgbClr val="000000"/>
              </a:solidFill>
            </p:grpSpPr>
            <p:sp>
              <p:nvSpPr>
                <p:cNvPr id="3289" name="Freeform 3288">
                  <a:extLst>
                    <a:ext uri="{FF2B5EF4-FFF2-40B4-BE49-F238E27FC236}">
                      <a16:creationId xmlns:a16="http://schemas.microsoft.com/office/drawing/2014/main" id="{CA952487-1733-4330-6BD0-0EFD44FB28F5}"/>
                    </a:ext>
                  </a:extLst>
                </p:cNvPr>
                <p:cNvSpPr/>
                <p:nvPr/>
              </p:nvSpPr>
              <p:spPr>
                <a:xfrm>
                  <a:off x="3268941" y="1322337"/>
                  <a:ext cx="44968" cy="69971"/>
                </a:xfrm>
                <a:custGeom>
                  <a:avLst/>
                  <a:gdLst>
                    <a:gd name="csX0" fmla="*/ 33336 w 44968"/>
                    <a:gd name="csY0" fmla="*/ 1081 h 69971"/>
                    <a:gd name="csX1" fmla="*/ 33336 w 44968"/>
                    <a:gd name="csY1" fmla="*/ 8592 h 69971"/>
                    <a:gd name="csX2" fmla="*/ 20692 w 44968"/>
                    <a:gd name="csY2" fmla="*/ 226 h 69971"/>
                    <a:gd name="csX3" fmla="*/ 8047 w 44968"/>
                    <a:gd name="csY3" fmla="*/ 5930 h 69971"/>
                    <a:gd name="csX4" fmla="*/ 537 w 44968"/>
                    <a:gd name="csY4" fmla="*/ 26845 h 69971"/>
                    <a:gd name="csX5" fmla="*/ 20406 w 44968"/>
                    <a:gd name="csY5" fmla="*/ 52419 h 69971"/>
                    <a:gd name="csX6" fmla="*/ 33336 w 44968"/>
                    <a:gd name="csY6" fmla="*/ 45289 h 69971"/>
                    <a:gd name="csX7" fmla="*/ 33336 w 44968"/>
                    <a:gd name="csY7" fmla="*/ 51944 h 69971"/>
                    <a:gd name="csX8" fmla="*/ 23068 w 44968"/>
                    <a:gd name="csY8" fmla="*/ 62021 h 69971"/>
                    <a:gd name="csX9" fmla="*/ 14702 w 44968"/>
                    <a:gd name="csY9" fmla="*/ 56222 h 69971"/>
                    <a:gd name="csX10" fmla="*/ 1582 w 44968"/>
                    <a:gd name="csY10" fmla="*/ 56222 h 69971"/>
                    <a:gd name="csX11" fmla="*/ 6431 w 44968"/>
                    <a:gd name="csY11" fmla="*/ 65444 h 69971"/>
                    <a:gd name="csX12" fmla="*/ 22688 w 44968"/>
                    <a:gd name="csY12" fmla="*/ 70197 h 69971"/>
                    <a:gd name="csX13" fmla="*/ 45505 w 44968"/>
                    <a:gd name="csY13" fmla="*/ 51944 h 69971"/>
                    <a:gd name="csX14" fmla="*/ 45505 w 44968"/>
                    <a:gd name="csY14" fmla="*/ 1081 h 69971"/>
                    <a:gd name="csX15" fmla="*/ 23068 w 44968"/>
                    <a:gd name="csY15" fmla="*/ 10873 h 69971"/>
                    <a:gd name="csX16" fmla="*/ 33526 w 44968"/>
                    <a:gd name="csY16" fmla="*/ 26655 h 69971"/>
                    <a:gd name="csX17" fmla="*/ 22878 w 44968"/>
                    <a:gd name="csY17" fmla="*/ 41771 h 69971"/>
                    <a:gd name="csX18" fmla="*/ 13371 w 44968"/>
                    <a:gd name="csY18" fmla="*/ 26655 h 69971"/>
                    <a:gd name="csX19" fmla="*/ 23068 w 44968"/>
                    <a:gd name="csY19" fmla="*/ 10873 h 699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44968" h="69971">
                      <a:moveTo>
                        <a:pt x="33336" y="1081"/>
                      </a:moveTo>
                      <a:lnTo>
                        <a:pt x="33336" y="8592"/>
                      </a:lnTo>
                      <a:cubicBezTo>
                        <a:pt x="29818" y="2888"/>
                        <a:pt x="25825" y="226"/>
                        <a:pt x="20692" y="226"/>
                      </a:cubicBezTo>
                      <a:cubicBezTo>
                        <a:pt x="16223" y="226"/>
                        <a:pt x="11470" y="2412"/>
                        <a:pt x="8047" y="5930"/>
                      </a:cubicBezTo>
                      <a:cubicBezTo>
                        <a:pt x="3104" y="11064"/>
                        <a:pt x="537" y="18194"/>
                        <a:pt x="537" y="26845"/>
                      </a:cubicBezTo>
                      <a:cubicBezTo>
                        <a:pt x="537" y="42056"/>
                        <a:pt x="8618" y="52419"/>
                        <a:pt x="20406" y="52419"/>
                      </a:cubicBezTo>
                      <a:cubicBezTo>
                        <a:pt x="25635" y="52419"/>
                        <a:pt x="28868" y="50708"/>
                        <a:pt x="33336" y="45289"/>
                      </a:cubicBezTo>
                      <a:lnTo>
                        <a:pt x="33336" y="51944"/>
                      </a:lnTo>
                      <a:cubicBezTo>
                        <a:pt x="33336" y="57933"/>
                        <a:pt x="29153" y="62021"/>
                        <a:pt x="23068" y="62021"/>
                      </a:cubicBezTo>
                      <a:cubicBezTo>
                        <a:pt x="18505" y="62021"/>
                        <a:pt x="15748" y="60025"/>
                        <a:pt x="14702" y="56222"/>
                      </a:cubicBezTo>
                      <a:lnTo>
                        <a:pt x="1582" y="56222"/>
                      </a:lnTo>
                      <a:cubicBezTo>
                        <a:pt x="1677" y="60120"/>
                        <a:pt x="3008" y="62782"/>
                        <a:pt x="6431" y="65444"/>
                      </a:cubicBezTo>
                      <a:cubicBezTo>
                        <a:pt x="10329" y="68676"/>
                        <a:pt x="15748" y="70197"/>
                        <a:pt x="22688" y="70197"/>
                      </a:cubicBezTo>
                      <a:cubicBezTo>
                        <a:pt x="36853" y="70197"/>
                        <a:pt x="45505" y="63352"/>
                        <a:pt x="45505" y="51944"/>
                      </a:cubicBezTo>
                      <a:lnTo>
                        <a:pt x="45505" y="1081"/>
                      </a:lnTo>
                      <a:close/>
                      <a:moveTo>
                        <a:pt x="23068" y="10873"/>
                      </a:moveTo>
                      <a:cubicBezTo>
                        <a:pt x="29058" y="10873"/>
                        <a:pt x="33526" y="17528"/>
                        <a:pt x="33526" y="26655"/>
                      </a:cubicBezTo>
                      <a:cubicBezTo>
                        <a:pt x="33526" y="35592"/>
                        <a:pt x="29248" y="41771"/>
                        <a:pt x="22878" y="41771"/>
                      </a:cubicBezTo>
                      <a:cubicBezTo>
                        <a:pt x="17269" y="41771"/>
                        <a:pt x="13371" y="35592"/>
                        <a:pt x="13371" y="26655"/>
                      </a:cubicBezTo>
                      <a:cubicBezTo>
                        <a:pt x="13371" y="17338"/>
                        <a:pt x="17269" y="10873"/>
                        <a:pt x="23068" y="1087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0" name="Freeform 3289">
                  <a:extLst>
                    <a:ext uri="{FF2B5EF4-FFF2-40B4-BE49-F238E27FC236}">
                      <a16:creationId xmlns:a16="http://schemas.microsoft.com/office/drawing/2014/main" id="{CB163592-88A2-0083-C8EC-3213EE630B50}"/>
                    </a:ext>
                  </a:extLst>
                </p:cNvPr>
                <p:cNvSpPr/>
                <p:nvPr/>
              </p:nvSpPr>
              <p:spPr>
                <a:xfrm>
                  <a:off x="3326078" y="1305890"/>
                  <a:ext cx="12834" cy="66549"/>
                </a:xfrm>
                <a:custGeom>
                  <a:avLst/>
                  <a:gdLst>
                    <a:gd name="csX0" fmla="*/ 13380 w 12834"/>
                    <a:gd name="csY0" fmla="*/ 226 h 66549"/>
                    <a:gd name="csX1" fmla="*/ 546 w 12834"/>
                    <a:gd name="csY1" fmla="*/ 226 h 66549"/>
                    <a:gd name="csX2" fmla="*/ 546 w 12834"/>
                    <a:gd name="csY2" fmla="*/ 66775 h 66549"/>
                    <a:gd name="csX3" fmla="*/ 13380 w 12834"/>
                    <a:gd name="csY3" fmla="*/ 66775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2834" h="66549">
                      <a:moveTo>
                        <a:pt x="13380" y="226"/>
                      </a:moveTo>
                      <a:lnTo>
                        <a:pt x="546" y="226"/>
                      </a:lnTo>
                      <a:lnTo>
                        <a:pt x="546" y="66775"/>
                      </a:lnTo>
                      <a:lnTo>
                        <a:pt x="13380" y="667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1" name="Freeform 3290">
                  <a:extLst>
                    <a:ext uri="{FF2B5EF4-FFF2-40B4-BE49-F238E27FC236}">
                      <a16:creationId xmlns:a16="http://schemas.microsoft.com/office/drawing/2014/main" id="{783AA634-EEF2-97CB-0377-F3718775704A}"/>
                    </a:ext>
                  </a:extLst>
                </p:cNvPr>
                <p:cNvSpPr/>
                <p:nvPr/>
              </p:nvSpPr>
              <p:spPr>
                <a:xfrm>
                  <a:off x="3350416" y="1305890"/>
                  <a:ext cx="12834" cy="66549"/>
                </a:xfrm>
                <a:custGeom>
                  <a:avLst/>
                  <a:gdLst>
                    <a:gd name="csX0" fmla="*/ 13384 w 12834"/>
                    <a:gd name="csY0" fmla="*/ 17528 h 66549"/>
                    <a:gd name="csX1" fmla="*/ 550 w 12834"/>
                    <a:gd name="csY1" fmla="*/ 17528 h 66549"/>
                    <a:gd name="csX2" fmla="*/ 550 w 12834"/>
                    <a:gd name="csY2" fmla="*/ 66775 h 66549"/>
                    <a:gd name="csX3" fmla="*/ 13384 w 12834"/>
                    <a:gd name="csY3" fmla="*/ 66775 h 66549"/>
                    <a:gd name="csX4" fmla="*/ 13384 w 12834"/>
                    <a:gd name="csY4" fmla="*/ 226 h 66549"/>
                    <a:gd name="csX5" fmla="*/ 550 w 12834"/>
                    <a:gd name="csY5" fmla="*/ 226 h 66549"/>
                    <a:gd name="csX6" fmla="*/ 550 w 12834"/>
                    <a:gd name="csY6" fmla="*/ 11634 h 66549"/>
                    <a:gd name="csX7" fmla="*/ 13384 w 12834"/>
                    <a:gd name="csY7" fmla="*/ 11634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2834" h="66549">
                      <a:moveTo>
                        <a:pt x="13384" y="17528"/>
                      </a:moveTo>
                      <a:lnTo>
                        <a:pt x="550" y="17528"/>
                      </a:lnTo>
                      <a:lnTo>
                        <a:pt x="550" y="66775"/>
                      </a:lnTo>
                      <a:lnTo>
                        <a:pt x="13384" y="66775"/>
                      </a:lnTo>
                      <a:close/>
                      <a:moveTo>
                        <a:pt x="13384" y="226"/>
                      </a:moveTo>
                      <a:lnTo>
                        <a:pt x="550" y="226"/>
                      </a:lnTo>
                      <a:lnTo>
                        <a:pt x="550" y="11634"/>
                      </a:lnTo>
                      <a:lnTo>
                        <a:pt x="13384" y="116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92" name="Freeform 3291">
                  <a:extLst>
                    <a:ext uri="{FF2B5EF4-FFF2-40B4-BE49-F238E27FC236}">
                      <a16:creationId xmlns:a16="http://schemas.microsoft.com/office/drawing/2014/main" id="{0EB08C74-6248-44D0-6A32-16438AA190DC}"/>
                    </a:ext>
                  </a:extLst>
                </p:cNvPr>
                <p:cNvSpPr/>
                <p:nvPr/>
              </p:nvSpPr>
              <p:spPr>
                <a:xfrm>
                  <a:off x="3374849" y="1307696"/>
                  <a:ext cx="28330" cy="64742"/>
                </a:xfrm>
                <a:custGeom>
                  <a:avLst/>
                  <a:gdLst>
                    <a:gd name="csX0" fmla="*/ 16050 w 28330"/>
                    <a:gd name="csY0" fmla="*/ 20380 h 64742"/>
                    <a:gd name="csX1" fmla="*/ 16050 w 28330"/>
                    <a:gd name="csY1" fmla="*/ 64968 h 64742"/>
                    <a:gd name="csX2" fmla="*/ 28885 w 28330"/>
                    <a:gd name="csY2" fmla="*/ 64968 h 64742"/>
                    <a:gd name="csX3" fmla="*/ 28885 w 28330"/>
                    <a:gd name="csY3" fmla="*/ 226 h 64742"/>
                    <a:gd name="csX4" fmla="*/ 20423 w 28330"/>
                    <a:gd name="csY4" fmla="*/ 226 h 64742"/>
                    <a:gd name="csX5" fmla="*/ 554 w 28330"/>
                    <a:gd name="csY5" fmla="*/ 11824 h 64742"/>
                    <a:gd name="csX6" fmla="*/ 554 w 28330"/>
                    <a:gd name="csY6" fmla="*/ 20380 h 647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8330" h="64742">
                      <a:moveTo>
                        <a:pt x="16050" y="20380"/>
                      </a:moveTo>
                      <a:lnTo>
                        <a:pt x="16050" y="64968"/>
                      </a:lnTo>
                      <a:lnTo>
                        <a:pt x="28885" y="64968"/>
                      </a:lnTo>
                      <a:lnTo>
                        <a:pt x="28885" y="226"/>
                      </a:lnTo>
                      <a:lnTo>
                        <a:pt x="20423" y="226"/>
                      </a:lnTo>
                      <a:cubicBezTo>
                        <a:pt x="18332" y="7926"/>
                        <a:pt x="11677" y="11824"/>
                        <a:pt x="554" y="11824"/>
                      </a:cubicBezTo>
                      <a:lnTo>
                        <a:pt x="554" y="203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91" name="Freeform 2690">
                <a:extLst>
                  <a:ext uri="{FF2B5EF4-FFF2-40B4-BE49-F238E27FC236}">
                    <a16:creationId xmlns:a16="http://schemas.microsoft.com/office/drawing/2014/main" id="{8D306A7A-6F07-2794-C0A9-4F5122D32D42}"/>
                  </a:ext>
                </a:extLst>
              </p:cNvPr>
              <p:cNvSpPr/>
              <p:nvPr/>
            </p:nvSpPr>
            <p:spPr>
              <a:xfrm>
                <a:off x="2819673" y="1509501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92" name="Graphic 2">
                <a:extLst>
                  <a:ext uri="{FF2B5EF4-FFF2-40B4-BE49-F238E27FC236}">
                    <a16:creationId xmlns:a16="http://schemas.microsoft.com/office/drawing/2014/main" id="{3CFBD4DA-5FC3-7770-466F-BC377B7B119D}"/>
                  </a:ext>
                </a:extLst>
              </p:cNvPr>
              <p:cNvGrpSpPr/>
              <p:nvPr/>
            </p:nvGrpSpPr>
            <p:grpSpPr>
              <a:xfrm>
                <a:off x="2862834" y="1541545"/>
                <a:ext cx="160763" cy="68640"/>
                <a:chOff x="4139166" y="1541545"/>
                <a:chExt cx="160763" cy="68640"/>
              </a:xfrm>
              <a:solidFill>
                <a:srgbClr val="000000"/>
              </a:solidFill>
            </p:grpSpPr>
            <p:sp>
              <p:nvSpPr>
                <p:cNvPr id="3285" name="Freeform 3284">
                  <a:extLst>
                    <a:ext uri="{FF2B5EF4-FFF2-40B4-BE49-F238E27FC236}">
                      <a16:creationId xmlns:a16="http://schemas.microsoft.com/office/drawing/2014/main" id="{4AA99916-227F-3B8F-324D-A83402494F91}"/>
                    </a:ext>
                  </a:extLst>
                </p:cNvPr>
                <p:cNvSpPr/>
                <p:nvPr/>
              </p:nvSpPr>
              <p:spPr>
                <a:xfrm>
                  <a:off x="4139166" y="1558848"/>
                  <a:ext cx="40785" cy="49246"/>
                </a:xfrm>
                <a:custGeom>
                  <a:avLst/>
                  <a:gdLst>
                    <a:gd name="csX0" fmla="*/ 40705 w 40785"/>
                    <a:gd name="csY0" fmla="*/ 264 h 49246"/>
                    <a:gd name="csX1" fmla="*/ 2296 w 40785"/>
                    <a:gd name="csY1" fmla="*/ 264 h 49246"/>
                    <a:gd name="csX2" fmla="*/ 2296 w 40785"/>
                    <a:gd name="csY2" fmla="*/ 10532 h 49246"/>
                    <a:gd name="csX3" fmla="*/ 25018 w 40785"/>
                    <a:gd name="csY3" fmla="*/ 10532 h 49246"/>
                    <a:gd name="csX4" fmla="*/ 680 w 40785"/>
                    <a:gd name="csY4" fmla="*/ 39243 h 49246"/>
                    <a:gd name="csX5" fmla="*/ 680 w 40785"/>
                    <a:gd name="csY5" fmla="*/ 49511 h 49246"/>
                    <a:gd name="csX6" fmla="*/ 41465 w 40785"/>
                    <a:gd name="csY6" fmla="*/ 49511 h 49246"/>
                    <a:gd name="csX7" fmla="*/ 41465 w 40785"/>
                    <a:gd name="csY7" fmla="*/ 39243 h 49246"/>
                    <a:gd name="csX8" fmla="*/ 16462 w 40785"/>
                    <a:gd name="csY8" fmla="*/ 39243 h 49246"/>
                    <a:gd name="csX9" fmla="*/ 40705 w 40785"/>
                    <a:gd name="csY9" fmla="*/ 10532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0785" h="49246">
                      <a:moveTo>
                        <a:pt x="40705" y="264"/>
                      </a:moveTo>
                      <a:lnTo>
                        <a:pt x="2296" y="264"/>
                      </a:lnTo>
                      <a:lnTo>
                        <a:pt x="2296" y="10532"/>
                      </a:lnTo>
                      <a:lnTo>
                        <a:pt x="25018" y="10532"/>
                      </a:lnTo>
                      <a:lnTo>
                        <a:pt x="680" y="39243"/>
                      </a:lnTo>
                      <a:lnTo>
                        <a:pt x="680" y="49511"/>
                      </a:lnTo>
                      <a:lnTo>
                        <a:pt x="41465" y="49511"/>
                      </a:lnTo>
                      <a:lnTo>
                        <a:pt x="41465" y="39243"/>
                      </a:lnTo>
                      <a:lnTo>
                        <a:pt x="16462" y="39243"/>
                      </a:lnTo>
                      <a:lnTo>
                        <a:pt x="40705" y="105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6" name="Freeform 3285">
                  <a:extLst>
                    <a:ext uri="{FF2B5EF4-FFF2-40B4-BE49-F238E27FC236}">
                      <a16:creationId xmlns:a16="http://schemas.microsoft.com/office/drawing/2014/main" id="{CABACFFC-13F1-F9DD-C34A-88C12031F457}"/>
                    </a:ext>
                  </a:extLst>
                </p:cNvPr>
                <p:cNvSpPr/>
                <p:nvPr/>
              </p:nvSpPr>
              <p:spPr>
                <a:xfrm>
                  <a:off x="4185941" y="1541545"/>
                  <a:ext cx="12834" cy="66549"/>
                </a:xfrm>
                <a:custGeom>
                  <a:avLst/>
                  <a:gdLst>
                    <a:gd name="csX0" fmla="*/ 13521 w 12834"/>
                    <a:gd name="csY0" fmla="*/ 17567 h 66549"/>
                    <a:gd name="csX1" fmla="*/ 687 w 12834"/>
                    <a:gd name="csY1" fmla="*/ 17567 h 66549"/>
                    <a:gd name="csX2" fmla="*/ 687 w 12834"/>
                    <a:gd name="csY2" fmla="*/ 66813 h 66549"/>
                    <a:gd name="csX3" fmla="*/ 13521 w 12834"/>
                    <a:gd name="csY3" fmla="*/ 66813 h 66549"/>
                    <a:gd name="csX4" fmla="*/ 13521 w 12834"/>
                    <a:gd name="csY4" fmla="*/ 264 h 66549"/>
                    <a:gd name="csX5" fmla="*/ 687 w 12834"/>
                    <a:gd name="csY5" fmla="*/ 264 h 66549"/>
                    <a:gd name="csX6" fmla="*/ 687 w 12834"/>
                    <a:gd name="csY6" fmla="*/ 11673 h 66549"/>
                    <a:gd name="csX7" fmla="*/ 13521 w 12834"/>
                    <a:gd name="csY7" fmla="*/ 11673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2834" h="66549">
                      <a:moveTo>
                        <a:pt x="13521" y="17567"/>
                      </a:moveTo>
                      <a:lnTo>
                        <a:pt x="687" y="17567"/>
                      </a:lnTo>
                      <a:lnTo>
                        <a:pt x="687" y="66813"/>
                      </a:lnTo>
                      <a:lnTo>
                        <a:pt x="13521" y="66813"/>
                      </a:lnTo>
                      <a:close/>
                      <a:moveTo>
                        <a:pt x="13521" y="264"/>
                      </a:moveTo>
                      <a:lnTo>
                        <a:pt x="687" y="264"/>
                      </a:lnTo>
                      <a:lnTo>
                        <a:pt x="687" y="11673"/>
                      </a:lnTo>
                      <a:lnTo>
                        <a:pt x="13521" y="116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7" name="Freeform 3286">
                  <a:extLst>
                    <a:ext uri="{FF2B5EF4-FFF2-40B4-BE49-F238E27FC236}">
                      <a16:creationId xmlns:a16="http://schemas.microsoft.com/office/drawing/2014/main" id="{33A69107-F4E0-8343-8D64-3999B20E406D}"/>
                    </a:ext>
                  </a:extLst>
                </p:cNvPr>
                <p:cNvSpPr/>
                <p:nvPr/>
              </p:nvSpPr>
              <p:spPr>
                <a:xfrm>
                  <a:off x="4207332" y="1557993"/>
                  <a:ext cx="44492" cy="52193"/>
                </a:xfrm>
                <a:custGeom>
                  <a:avLst/>
                  <a:gdLst>
                    <a:gd name="csX0" fmla="*/ 45184 w 44492"/>
                    <a:gd name="csY0" fmla="*/ 19564 h 52193"/>
                    <a:gd name="csX1" fmla="*/ 23888 w 44492"/>
                    <a:gd name="csY1" fmla="*/ 264 h 52193"/>
                    <a:gd name="csX2" fmla="*/ 691 w 44492"/>
                    <a:gd name="csY2" fmla="*/ 26694 h 52193"/>
                    <a:gd name="csX3" fmla="*/ 23793 w 44492"/>
                    <a:gd name="csY3" fmla="*/ 52458 h 52193"/>
                    <a:gd name="csX4" fmla="*/ 45184 w 44492"/>
                    <a:gd name="csY4" fmla="*/ 33254 h 52193"/>
                    <a:gd name="csX5" fmla="*/ 32920 w 44492"/>
                    <a:gd name="csY5" fmla="*/ 33254 h 52193"/>
                    <a:gd name="csX6" fmla="*/ 23793 w 44492"/>
                    <a:gd name="csY6" fmla="*/ 42190 h 52193"/>
                    <a:gd name="csX7" fmla="*/ 13430 w 44492"/>
                    <a:gd name="csY7" fmla="*/ 26694 h 52193"/>
                    <a:gd name="csX8" fmla="*/ 15902 w 44492"/>
                    <a:gd name="csY8" fmla="*/ 14810 h 52193"/>
                    <a:gd name="csX9" fmla="*/ 23793 w 44492"/>
                    <a:gd name="csY9" fmla="*/ 10532 h 52193"/>
                    <a:gd name="csX10" fmla="*/ 32920 w 44492"/>
                    <a:gd name="csY10" fmla="*/ 19564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4492" h="52193">
                      <a:moveTo>
                        <a:pt x="45184" y="19564"/>
                      </a:moveTo>
                      <a:cubicBezTo>
                        <a:pt x="44328" y="7490"/>
                        <a:pt x="36342" y="264"/>
                        <a:pt x="23888" y="264"/>
                      </a:cubicBezTo>
                      <a:cubicBezTo>
                        <a:pt x="9152" y="264"/>
                        <a:pt x="691" y="9961"/>
                        <a:pt x="691" y="26694"/>
                      </a:cubicBezTo>
                      <a:cubicBezTo>
                        <a:pt x="691" y="42951"/>
                        <a:pt x="9152" y="52458"/>
                        <a:pt x="23793" y="52458"/>
                      </a:cubicBezTo>
                      <a:cubicBezTo>
                        <a:pt x="35677" y="52458"/>
                        <a:pt x="44043" y="45042"/>
                        <a:pt x="45184" y="33254"/>
                      </a:cubicBezTo>
                      <a:lnTo>
                        <a:pt x="32920" y="33254"/>
                      </a:lnTo>
                      <a:cubicBezTo>
                        <a:pt x="31399" y="39718"/>
                        <a:pt x="28832" y="42190"/>
                        <a:pt x="23793" y="42190"/>
                      </a:cubicBezTo>
                      <a:cubicBezTo>
                        <a:pt x="17233" y="42190"/>
                        <a:pt x="13430" y="36391"/>
                        <a:pt x="13430" y="26694"/>
                      </a:cubicBezTo>
                      <a:cubicBezTo>
                        <a:pt x="13430" y="21940"/>
                        <a:pt x="14381" y="17662"/>
                        <a:pt x="15902" y="14810"/>
                      </a:cubicBezTo>
                      <a:cubicBezTo>
                        <a:pt x="17328" y="12053"/>
                        <a:pt x="20180" y="10532"/>
                        <a:pt x="23793" y="10532"/>
                      </a:cubicBezTo>
                      <a:cubicBezTo>
                        <a:pt x="29022" y="10532"/>
                        <a:pt x="31494" y="13004"/>
                        <a:pt x="32920" y="19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8" name="Freeform 3287">
                  <a:extLst>
                    <a:ext uri="{FF2B5EF4-FFF2-40B4-BE49-F238E27FC236}">
                      <a16:creationId xmlns:a16="http://schemas.microsoft.com/office/drawing/2014/main" id="{A5558DBB-8163-D615-66B1-BAEE167A76CA}"/>
                    </a:ext>
                  </a:extLst>
                </p:cNvPr>
                <p:cNvSpPr/>
                <p:nvPr/>
              </p:nvSpPr>
              <p:spPr>
                <a:xfrm>
                  <a:off x="4255532" y="1542021"/>
                  <a:ext cx="44397" cy="68165"/>
                </a:xfrm>
                <a:custGeom>
                  <a:avLst/>
                  <a:gdLst>
                    <a:gd name="csX0" fmla="*/ 17812 w 44397"/>
                    <a:gd name="csY0" fmla="*/ 37437 h 68165"/>
                    <a:gd name="csX1" fmla="*/ 25322 w 44397"/>
                    <a:gd name="csY1" fmla="*/ 38007 h 68165"/>
                    <a:gd name="csX2" fmla="*/ 32357 w 44397"/>
                    <a:gd name="csY2" fmla="*/ 47704 h 68165"/>
                    <a:gd name="csX3" fmla="*/ 22755 w 44397"/>
                    <a:gd name="csY3" fmla="*/ 57497 h 68165"/>
                    <a:gd name="csX4" fmla="*/ 13058 w 44397"/>
                    <a:gd name="csY4" fmla="*/ 47324 h 68165"/>
                    <a:gd name="csX5" fmla="*/ 699 w 44397"/>
                    <a:gd name="csY5" fmla="*/ 47324 h 68165"/>
                    <a:gd name="csX6" fmla="*/ 22470 w 44397"/>
                    <a:gd name="csY6" fmla="*/ 68430 h 68165"/>
                    <a:gd name="csX7" fmla="*/ 45097 w 44397"/>
                    <a:gd name="csY7" fmla="*/ 47704 h 68165"/>
                    <a:gd name="csX8" fmla="*/ 34544 w 44397"/>
                    <a:gd name="csY8" fmla="*/ 31637 h 68165"/>
                    <a:gd name="csX9" fmla="*/ 43005 w 44397"/>
                    <a:gd name="csY9" fmla="*/ 17852 h 68165"/>
                    <a:gd name="csX10" fmla="*/ 22470 w 44397"/>
                    <a:gd name="csY10" fmla="*/ 264 h 68165"/>
                    <a:gd name="csX11" fmla="*/ 3076 w 44397"/>
                    <a:gd name="csY11" fmla="*/ 11388 h 68165"/>
                    <a:gd name="csX12" fmla="*/ 1460 w 44397"/>
                    <a:gd name="csY12" fmla="*/ 21940 h 68165"/>
                    <a:gd name="csX13" fmla="*/ 13343 w 44397"/>
                    <a:gd name="csY13" fmla="*/ 21940 h 68165"/>
                    <a:gd name="csX14" fmla="*/ 14389 w 44397"/>
                    <a:gd name="csY14" fmla="*/ 15095 h 68165"/>
                    <a:gd name="csX15" fmla="*/ 22185 w 44397"/>
                    <a:gd name="csY15" fmla="*/ 10532 h 68165"/>
                    <a:gd name="csX16" fmla="*/ 30266 w 44397"/>
                    <a:gd name="csY16" fmla="*/ 19088 h 68165"/>
                    <a:gd name="csX17" fmla="*/ 18952 w 44397"/>
                    <a:gd name="csY17" fmla="*/ 28785 h 68165"/>
                    <a:gd name="csX18" fmla="*/ 17812 w 44397"/>
                    <a:gd name="csY18" fmla="*/ 28785 h 6816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4397" h="68165">
                      <a:moveTo>
                        <a:pt x="17812" y="37437"/>
                      </a:moveTo>
                      <a:cubicBezTo>
                        <a:pt x="22755" y="37437"/>
                        <a:pt x="23040" y="37437"/>
                        <a:pt x="25322" y="38007"/>
                      </a:cubicBezTo>
                      <a:cubicBezTo>
                        <a:pt x="29600" y="39243"/>
                        <a:pt x="32357" y="42951"/>
                        <a:pt x="32357" y="47704"/>
                      </a:cubicBezTo>
                      <a:cubicBezTo>
                        <a:pt x="32357" y="53504"/>
                        <a:pt x="28364" y="57497"/>
                        <a:pt x="22755" y="57497"/>
                      </a:cubicBezTo>
                      <a:cubicBezTo>
                        <a:pt x="16766" y="57497"/>
                        <a:pt x="13438" y="53979"/>
                        <a:pt x="13058" y="47324"/>
                      </a:cubicBezTo>
                      <a:lnTo>
                        <a:pt x="699" y="47324"/>
                      </a:lnTo>
                      <a:cubicBezTo>
                        <a:pt x="794" y="60349"/>
                        <a:pt x="9160" y="68430"/>
                        <a:pt x="22470" y="68430"/>
                      </a:cubicBezTo>
                      <a:cubicBezTo>
                        <a:pt x="36255" y="68430"/>
                        <a:pt x="45097" y="60349"/>
                        <a:pt x="45097" y="47704"/>
                      </a:cubicBezTo>
                      <a:cubicBezTo>
                        <a:pt x="45097" y="40099"/>
                        <a:pt x="41864" y="35250"/>
                        <a:pt x="34544" y="31637"/>
                      </a:cubicBezTo>
                      <a:cubicBezTo>
                        <a:pt x="40438" y="27930"/>
                        <a:pt x="43005" y="23842"/>
                        <a:pt x="43005" y="17852"/>
                      </a:cubicBezTo>
                      <a:cubicBezTo>
                        <a:pt x="43005" y="7109"/>
                        <a:pt x="35019" y="264"/>
                        <a:pt x="22470" y="264"/>
                      </a:cubicBezTo>
                      <a:cubicBezTo>
                        <a:pt x="13058" y="264"/>
                        <a:pt x="5928" y="4352"/>
                        <a:pt x="3076" y="11388"/>
                      </a:cubicBezTo>
                      <a:cubicBezTo>
                        <a:pt x="1840" y="14525"/>
                        <a:pt x="1460" y="16616"/>
                        <a:pt x="1460" y="21940"/>
                      </a:cubicBezTo>
                      <a:lnTo>
                        <a:pt x="13343" y="21940"/>
                      </a:lnTo>
                      <a:cubicBezTo>
                        <a:pt x="13438" y="18518"/>
                        <a:pt x="13724" y="16807"/>
                        <a:pt x="14389" y="15095"/>
                      </a:cubicBezTo>
                      <a:cubicBezTo>
                        <a:pt x="15530" y="12338"/>
                        <a:pt x="18477" y="10532"/>
                        <a:pt x="22185" y="10532"/>
                      </a:cubicBezTo>
                      <a:cubicBezTo>
                        <a:pt x="27319" y="10532"/>
                        <a:pt x="30266" y="13669"/>
                        <a:pt x="30266" y="19088"/>
                      </a:cubicBezTo>
                      <a:cubicBezTo>
                        <a:pt x="30266" y="25648"/>
                        <a:pt x="26558" y="28785"/>
                        <a:pt x="18952" y="28785"/>
                      </a:cubicBezTo>
                      <a:lnTo>
                        <a:pt x="17812" y="2878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93" name="Freeform 2692">
                <a:extLst>
                  <a:ext uri="{FF2B5EF4-FFF2-40B4-BE49-F238E27FC236}">
                    <a16:creationId xmlns:a16="http://schemas.microsoft.com/office/drawing/2014/main" id="{0E842A20-B531-B10B-26E2-BFE9C7306273}"/>
                  </a:ext>
                </a:extLst>
              </p:cNvPr>
              <p:cNvSpPr/>
              <p:nvPr/>
            </p:nvSpPr>
            <p:spPr>
              <a:xfrm>
                <a:off x="2571397" y="393685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94" name="Graphic 2">
                <a:extLst>
                  <a:ext uri="{FF2B5EF4-FFF2-40B4-BE49-F238E27FC236}">
                    <a16:creationId xmlns:a16="http://schemas.microsoft.com/office/drawing/2014/main" id="{CD3C24CE-428D-8AD1-182A-140FDE18F633}"/>
                  </a:ext>
                </a:extLst>
              </p:cNvPr>
              <p:cNvGrpSpPr/>
              <p:nvPr/>
            </p:nvGrpSpPr>
            <p:grpSpPr>
              <a:xfrm>
                <a:off x="2612182" y="430769"/>
                <a:ext cx="164851" cy="63601"/>
                <a:chOff x="3888514" y="430769"/>
                <a:chExt cx="164851" cy="63601"/>
              </a:xfrm>
              <a:solidFill>
                <a:srgbClr val="000000"/>
              </a:solidFill>
            </p:grpSpPr>
            <p:sp>
              <p:nvSpPr>
                <p:cNvPr id="3281" name="Freeform 3280">
                  <a:extLst>
                    <a:ext uri="{FF2B5EF4-FFF2-40B4-BE49-F238E27FC236}">
                      <a16:creationId xmlns:a16="http://schemas.microsoft.com/office/drawing/2014/main" id="{2F07F2A7-C028-1381-8759-56A0E8FBEF4E}"/>
                    </a:ext>
                  </a:extLst>
                </p:cNvPr>
                <p:cNvSpPr/>
                <p:nvPr/>
              </p:nvSpPr>
              <p:spPr>
                <a:xfrm>
                  <a:off x="3888514" y="442177"/>
                  <a:ext cx="45253" cy="52193"/>
                </a:xfrm>
                <a:custGeom>
                  <a:avLst/>
                  <a:gdLst>
                    <a:gd name="csX0" fmla="*/ 45892 w 45253"/>
                    <a:gd name="csY0" fmla="*/ 48662 h 52193"/>
                    <a:gd name="csX1" fmla="*/ 42945 w 45253"/>
                    <a:gd name="csY1" fmla="*/ 42577 h 52193"/>
                    <a:gd name="csX2" fmla="*/ 42945 w 45253"/>
                    <a:gd name="csY2" fmla="*/ 15197 h 52193"/>
                    <a:gd name="csX3" fmla="*/ 22790 w 45253"/>
                    <a:gd name="csY3" fmla="*/ 81 h 52193"/>
                    <a:gd name="csX4" fmla="*/ 1684 w 45253"/>
                    <a:gd name="csY4" fmla="*/ 17098 h 52193"/>
                    <a:gd name="csX5" fmla="*/ 14044 w 45253"/>
                    <a:gd name="csY5" fmla="*/ 17098 h 52193"/>
                    <a:gd name="csX6" fmla="*/ 23075 w 45253"/>
                    <a:gd name="csY6" fmla="*/ 10348 h 52193"/>
                    <a:gd name="csX7" fmla="*/ 30491 w 45253"/>
                    <a:gd name="csY7" fmla="*/ 15292 h 52193"/>
                    <a:gd name="csX8" fmla="*/ 28304 w 45253"/>
                    <a:gd name="csY8" fmla="*/ 19190 h 52193"/>
                    <a:gd name="csX9" fmla="*/ 20223 w 45253"/>
                    <a:gd name="csY9" fmla="*/ 21091 h 52193"/>
                    <a:gd name="csX10" fmla="*/ 15184 w 45253"/>
                    <a:gd name="csY10" fmla="*/ 21947 h 52193"/>
                    <a:gd name="csX11" fmla="*/ 639 w 45253"/>
                    <a:gd name="csY11" fmla="*/ 37539 h 52193"/>
                    <a:gd name="csX12" fmla="*/ 15565 w 45253"/>
                    <a:gd name="csY12" fmla="*/ 52274 h 52193"/>
                    <a:gd name="csX13" fmla="*/ 30586 w 45253"/>
                    <a:gd name="csY13" fmla="*/ 45239 h 52193"/>
                    <a:gd name="csX14" fmla="*/ 32012 w 45253"/>
                    <a:gd name="csY14" fmla="*/ 50183 h 52193"/>
                    <a:gd name="csX15" fmla="*/ 45892 w 45253"/>
                    <a:gd name="csY15" fmla="*/ 50183 h 52193"/>
                    <a:gd name="csX16" fmla="*/ 30491 w 45253"/>
                    <a:gd name="csY16" fmla="*/ 30408 h 52193"/>
                    <a:gd name="csX17" fmla="*/ 20318 w 45253"/>
                    <a:gd name="csY17" fmla="*/ 42007 h 52193"/>
                    <a:gd name="csX18" fmla="*/ 13378 w 45253"/>
                    <a:gd name="csY18" fmla="*/ 36017 h 52193"/>
                    <a:gd name="csX19" fmla="*/ 20698 w 45253"/>
                    <a:gd name="csY19" fmla="*/ 29267 h 52193"/>
                    <a:gd name="csX20" fmla="*/ 25072 w 45253"/>
                    <a:gd name="csY20" fmla="*/ 28507 h 52193"/>
                    <a:gd name="csX21" fmla="*/ 30491 w 45253"/>
                    <a:gd name="csY21" fmla="*/ 26891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5253" h="52193">
                      <a:moveTo>
                        <a:pt x="45892" y="48662"/>
                      </a:moveTo>
                      <a:cubicBezTo>
                        <a:pt x="43705" y="46570"/>
                        <a:pt x="42945" y="45049"/>
                        <a:pt x="42945" y="42577"/>
                      </a:cubicBezTo>
                      <a:lnTo>
                        <a:pt x="42945" y="15197"/>
                      </a:lnTo>
                      <a:cubicBezTo>
                        <a:pt x="42945" y="5215"/>
                        <a:pt x="36100" y="81"/>
                        <a:pt x="22790" y="81"/>
                      </a:cubicBezTo>
                      <a:cubicBezTo>
                        <a:pt x="9480" y="81"/>
                        <a:pt x="2540" y="5690"/>
                        <a:pt x="1684" y="17098"/>
                      </a:cubicBezTo>
                      <a:lnTo>
                        <a:pt x="14044" y="17098"/>
                      </a:lnTo>
                      <a:cubicBezTo>
                        <a:pt x="14709" y="12060"/>
                        <a:pt x="16801" y="10348"/>
                        <a:pt x="23075" y="10348"/>
                      </a:cubicBezTo>
                      <a:cubicBezTo>
                        <a:pt x="28019" y="10348"/>
                        <a:pt x="30491" y="12060"/>
                        <a:pt x="30491" y="15292"/>
                      </a:cubicBezTo>
                      <a:cubicBezTo>
                        <a:pt x="30491" y="17003"/>
                        <a:pt x="29635" y="18334"/>
                        <a:pt x="28304" y="19190"/>
                      </a:cubicBezTo>
                      <a:cubicBezTo>
                        <a:pt x="26593" y="20046"/>
                        <a:pt x="26593" y="20046"/>
                        <a:pt x="20223" y="21091"/>
                      </a:cubicBezTo>
                      <a:lnTo>
                        <a:pt x="15184" y="21947"/>
                      </a:lnTo>
                      <a:cubicBezTo>
                        <a:pt x="5392" y="23658"/>
                        <a:pt x="639" y="28602"/>
                        <a:pt x="639" y="37539"/>
                      </a:cubicBezTo>
                      <a:cubicBezTo>
                        <a:pt x="639" y="46380"/>
                        <a:pt x="6533" y="52274"/>
                        <a:pt x="15565" y="52274"/>
                      </a:cubicBezTo>
                      <a:cubicBezTo>
                        <a:pt x="21079" y="52274"/>
                        <a:pt x="26022" y="49993"/>
                        <a:pt x="30586" y="45239"/>
                      </a:cubicBezTo>
                      <a:cubicBezTo>
                        <a:pt x="30586" y="47806"/>
                        <a:pt x="30871" y="48757"/>
                        <a:pt x="32012" y="50183"/>
                      </a:cubicBezTo>
                      <a:lnTo>
                        <a:pt x="45892" y="50183"/>
                      </a:lnTo>
                      <a:close/>
                      <a:moveTo>
                        <a:pt x="30491" y="30408"/>
                      </a:moveTo>
                      <a:cubicBezTo>
                        <a:pt x="30491" y="37729"/>
                        <a:pt x="26783" y="42007"/>
                        <a:pt x="20318" y="42007"/>
                      </a:cubicBezTo>
                      <a:cubicBezTo>
                        <a:pt x="16040" y="42007"/>
                        <a:pt x="13378" y="39725"/>
                        <a:pt x="13378" y="36017"/>
                      </a:cubicBezTo>
                      <a:cubicBezTo>
                        <a:pt x="13378" y="32215"/>
                        <a:pt x="15375" y="30408"/>
                        <a:pt x="20698" y="29267"/>
                      </a:cubicBezTo>
                      <a:lnTo>
                        <a:pt x="25072" y="28507"/>
                      </a:lnTo>
                      <a:cubicBezTo>
                        <a:pt x="28494" y="27841"/>
                        <a:pt x="28970" y="27651"/>
                        <a:pt x="30491" y="268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2" name="Freeform 3281">
                  <a:extLst>
                    <a:ext uri="{FF2B5EF4-FFF2-40B4-BE49-F238E27FC236}">
                      <a16:creationId xmlns:a16="http://schemas.microsoft.com/office/drawing/2014/main" id="{26BEBF56-5BF0-914B-CF22-E177CE2C1B7C}"/>
                    </a:ext>
                  </a:extLst>
                </p:cNvPr>
                <p:cNvSpPr/>
                <p:nvPr/>
              </p:nvSpPr>
              <p:spPr>
                <a:xfrm>
                  <a:off x="3940327" y="442177"/>
                  <a:ext cx="28045" cy="50102"/>
                </a:xfrm>
                <a:custGeom>
                  <a:avLst/>
                  <a:gdLst>
                    <a:gd name="csX0" fmla="*/ 647 w 28045"/>
                    <a:gd name="csY0" fmla="*/ 937 h 50102"/>
                    <a:gd name="csX1" fmla="*/ 647 w 28045"/>
                    <a:gd name="csY1" fmla="*/ 50183 h 50102"/>
                    <a:gd name="csX2" fmla="*/ 13481 w 28045"/>
                    <a:gd name="csY2" fmla="*/ 50183 h 50102"/>
                    <a:gd name="csX3" fmla="*/ 13481 w 28045"/>
                    <a:gd name="csY3" fmla="*/ 23944 h 50102"/>
                    <a:gd name="csX4" fmla="*/ 24699 w 28045"/>
                    <a:gd name="csY4" fmla="*/ 12725 h 50102"/>
                    <a:gd name="csX5" fmla="*/ 28692 w 28045"/>
                    <a:gd name="csY5" fmla="*/ 13106 h 50102"/>
                    <a:gd name="csX6" fmla="*/ 28692 w 28045"/>
                    <a:gd name="csY6" fmla="*/ 176 h 50102"/>
                    <a:gd name="csX7" fmla="*/ 27171 w 28045"/>
                    <a:gd name="csY7" fmla="*/ 81 h 50102"/>
                    <a:gd name="csX8" fmla="*/ 13481 w 28045"/>
                    <a:gd name="csY8" fmla="*/ 10539 h 50102"/>
                    <a:gd name="csX9" fmla="*/ 13481 w 28045"/>
                    <a:gd name="csY9" fmla="*/ 937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8045" h="50102">
                      <a:moveTo>
                        <a:pt x="647" y="937"/>
                      </a:moveTo>
                      <a:lnTo>
                        <a:pt x="647" y="50183"/>
                      </a:lnTo>
                      <a:lnTo>
                        <a:pt x="13481" y="50183"/>
                      </a:lnTo>
                      <a:lnTo>
                        <a:pt x="13481" y="23944"/>
                      </a:lnTo>
                      <a:cubicBezTo>
                        <a:pt x="13481" y="16528"/>
                        <a:pt x="17189" y="12725"/>
                        <a:pt x="24699" y="12725"/>
                      </a:cubicBezTo>
                      <a:cubicBezTo>
                        <a:pt x="26030" y="12725"/>
                        <a:pt x="26981" y="12820"/>
                        <a:pt x="28692" y="13106"/>
                      </a:cubicBezTo>
                      <a:lnTo>
                        <a:pt x="28692" y="176"/>
                      </a:lnTo>
                      <a:cubicBezTo>
                        <a:pt x="28027" y="81"/>
                        <a:pt x="27742" y="81"/>
                        <a:pt x="27171" y="81"/>
                      </a:cubicBezTo>
                      <a:cubicBezTo>
                        <a:pt x="21277" y="81"/>
                        <a:pt x="16333" y="3884"/>
                        <a:pt x="13481" y="10539"/>
                      </a:cubicBezTo>
                      <a:lnTo>
                        <a:pt x="13481" y="9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3" name="Freeform 3282">
                  <a:extLst>
                    <a:ext uri="{FF2B5EF4-FFF2-40B4-BE49-F238E27FC236}">
                      <a16:creationId xmlns:a16="http://schemas.microsoft.com/office/drawing/2014/main" id="{38B586C1-5B2E-357F-0664-8525D008084B}"/>
                    </a:ext>
                  </a:extLst>
                </p:cNvPr>
                <p:cNvSpPr/>
                <p:nvPr/>
              </p:nvSpPr>
              <p:spPr>
                <a:xfrm>
                  <a:off x="3976834" y="442177"/>
                  <a:ext cx="44112" cy="50102"/>
                </a:xfrm>
                <a:custGeom>
                  <a:avLst/>
                  <a:gdLst>
                    <a:gd name="csX0" fmla="*/ 653 w 44112"/>
                    <a:gd name="csY0" fmla="*/ 937 h 50102"/>
                    <a:gd name="csX1" fmla="*/ 653 w 44112"/>
                    <a:gd name="csY1" fmla="*/ 50183 h 50102"/>
                    <a:gd name="csX2" fmla="*/ 13487 w 44112"/>
                    <a:gd name="csY2" fmla="*/ 50183 h 50102"/>
                    <a:gd name="csX3" fmla="*/ 13487 w 44112"/>
                    <a:gd name="csY3" fmla="*/ 20616 h 50102"/>
                    <a:gd name="csX4" fmla="*/ 23755 w 44112"/>
                    <a:gd name="csY4" fmla="*/ 10919 h 50102"/>
                    <a:gd name="csX5" fmla="*/ 32026 w 44112"/>
                    <a:gd name="csY5" fmla="*/ 19760 h 50102"/>
                    <a:gd name="csX6" fmla="*/ 32026 w 44112"/>
                    <a:gd name="csY6" fmla="*/ 50183 h 50102"/>
                    <a:gd name="csX7" fmla="*/ 44765 w 44112"/>
                    <a:gd name="csY7" fmla="*/ 50183 h 50102"/>
                    <a:gd name="csX8" fmla="*/ 44765 w 44112"/>
                    <a:gd name="csY8" fmla="*/ 17098 h 50102"/>
                    <a:gd name="csX9" fmla="*/ 28223 w 44112"/>
                    <a:gd name="csY9" fmla="*/ 81 h 50102"/>
                    <a:gd name="csX10" fmla="*/ 13487 w 44112"/>
                    <a:gd name="csY10" fmla="*/ 7972 h 50102"/>
                    <a:gd name="csX11" fmla="*/ 13487 w 44112"/>
                    <a:gd name="csY11" fmla="*/ 937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112" h="50102">
                      <a:moveTo>
                        <a:pt x="653" y="937"/>
                      </a:moveTo>
                      <a:lnTo>
                        <a:pt x="653" y="50183"/>
                      </a:lnTo>
                      <a:lnTo>
                        <a:pt x="13487" y="50183"/>
                      </a:lnTo>
                      <a:lnTo>
                        <a:pt x="13487" y="20616"/>
                      </a:lnTo>
                      <a:cubicBezTo>
                        <a:pt x="13487" y="14817"/>
                        <a:pt x="17480" y="10919"/>
                        <a:pt x="23755" y="10919"/>
                      </a:cubicBezTo>
                      <a:cubicBezTo>
                        <a:pt x="29269" y="10919"/>
                        <a:pt x="32026" y="13961"/>
                        <a:pt x="32026" y="19760"/>
                      </a:cubicBezTo>
                      <a:lnTo>
                        <a:pt x="32026" y="50183"/>
                      </a:lnTo>
                      <a:lnTo>
                        <a:pt x="44765" y="50183"/>
                      </a:lnTo>
                      <a:lnTo>
                        <a:pt x="44765" y="17098"/>
                      </a:lnTo>
                      <a:cubicBezTo>
                        <a:pt x="44765" y="6165"/>
                        <a:pt x="38871" y="81"/>
                        <a:pt x="28223" y="81"/>
                      </a:cubicBezTo>
                      <a:cubicBezTo>
                        <a:pt x="21568" y="81"/>
                        <a:pt x="17100" y="2458"/>
                        <a:pt x="13487" y="7972"/>
                      </a:cubicBezTo>
                      <a:lnTo>
                        <a:pt x="13487" y="9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4" name="Freeform 3283">
                  <a:extLst>
                    <a:ext uri="{FF2B5EF4-FFF2-40B4-BE49-F238E27FC236}">
                      <a16:creationId xmlns:a16="http://schemas.microsoft.com/office/drawing/2014/main" id="{A5FE9419-32A8-4AE1-35F8-552C7C5A8A5F}"/>
                    </a:ext>
                  </a:extLst>
                </p:cNvPr>
                <p:cNvSpPr/>
                <p:nvPr/>
              </p:nvSpPr>
              <p:spPr>
                <a:xfrm>
                  <a:off x="4027126" y="430769"/>
                  <a:ext cx="26239" cy="63601"/>
                </a:xfrm>
                <a:custGeom>
                  <a:avLst/>
                  <a:gdLst>
                    <a:gd name="csX0" fmla="*/ 26901 w 26239"/>
                    <a:gd name="csY0" fmla="*/ 13296 h 63601"/>
                    <a:gd name="csX1" fmla="*/ 19771 w 26239"/>
                    <a:gd name="csY1" fmla="*/ 13296 h 63601"/>
                    <a:gd name="csX2" fmla="*/ 19771 w 26239"/>
                    <a:gd name="csY2" fmla="*/ 81 h 63601"/>
                    <a:gd name="csX3" fmla="*/ 7031 w 26239"/>
                    <a:gd name="csY3" fmla="*/ 81 h 63601"/>
                    <a:gd name="csX4" fmla="*/ 7031 w 26239"/>
                    <a:gd name="csY4" fmla="*/ 13296 h 63601"/>
                    <a:gd name="csX5" fmla="*/ 662 w 26239"/>
                    <a:gd name="csY5" fmla="*/ 13296 h 63601"/>
                    <a:gd name="csX6" fmla="*/ 662 w 26239"/>
                    <a:gd name="csY6" fmla="*/ 21757 h 63601"/>
                    <a:gd name="csX7" fmla="*/ 7031 w 26239"/>
                    <a:gd name="csY7" fmla="*/ 21757 h 63601"/>
                    <a:gd name="csX8" fmla="*/ 7031 w 26239"/>
                    <a:gd name="csY8" fmla="*/ 52084 h 63601"/>
                    <a:gd name="csX9" fmla="*/ 19486 w 26239"/>
                    <a:gd name="csY9" fmla="*/ 63683 h 63601"/>
                    <a:gd name="csX10" fmla="*/ 26901 w 26239"/>
                    <a:gd name="csY10" fmla="*/ 62732 h 63601"/>
                    <a:gd name="csX11" fmla="*/ 26901 w 26239"/>
                    <a:gd name="csY11" fmla="*/ 53701 h 63601"/>
                    <a:gd name="csX12" fmla="*/ 23954 w 26239"/>
                    <a:gd name="csY12" fmla="*/ 53986 h 63601"/>
                    <a:gd name="csX13" fmla="*/ 19771 w 26239"/>
                    <a:gd name="csY13" fmla="*/ 48662 h 63601"/>
                    <a:gd name="csX14" fmla="*/ 19771 w 26239"/>
                    <a:gd name="csY14" fmla="*/ 21757 h 63601"/>
                    <a:gd name="csX15" fmla="*/ 26901 w 26239"/>
                    <a:gd name="csY15" fmla="*/ 21757 h 636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6239" h="63601">
                      <a:moveTo>
                        <a:pt x="26901" y="13296"/>
                      </a:moveTo>
                      <a:lnTo>
                        <a:pt x="19771" y="13296"/>
                      </a:lnTo>
                      <a:lnTo>
                        <a:pt x="19771" y="81"/>
                      </a:lnTo>
                      <a:lnTo>
                        <a:pt x="7031" y="81"/>
                      </a:lnTo>
                      <a:lnTo>
                        <a:pt x="7031" y="13296"/>
                      </a:lnTo>
                      <a:lnTo>
                        <a:pt x="662" y="13296"/>
                      </a:lnTo>
                      <a:lnTo>
                        <a:pt x="662" y="21757"/>
                      </a:lnTo>
                      <a:lnTo>
                        <a:pt x="7031" y="21757"/>
                      </a:lnTo>
                      <a:lnTo>
                        <a:pt x="7031" y="52084"/>
                      </a:lnTo>
                      <a:cubicBezTo>
                        <a:pt x="7031" y="59880"/>
                        <a:pt x="11119" y="63683"/>
                        <a:pt x="19486" y="63683"/>
                      </a:cubicBezTo>
                      <a:cubicBezTo>
                        <a:pt x="22433" y="63683"/>
                        <a:pt x="24524" y="63398"/>
                        <a:pt x="26901" y="62732"/>
                      </a:cubicBezTo>
                      <a:lnTo>
                        <a:pt x="26901" y="53701"/>
                      </a:lnTo>
                      <a:cubicBezTo>
                        <a:pt x="25665" y="53891"/>
                        <a:pt x="25000" y="53986"/>
                        <a:pt x="23954" y="53986"/>
                      </a:cubicBezTo>
                      <a:cubicBezTo>
                        <a:pt x="20626" y="53986"/>
                        <a:pt x="19771" y="53035"/>
                        <a:pt x="19771" y="48662"/>
                      </a:cubicBezTo>
                      <a:lnTo>
                        <a:pt x="19771" y="21757"/>
                      </a:lnTo>
                      <a:lnTo>
                        <a:pt x="26901" y="217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95" name="Freeform 2694">
                <a:extLst>
                  <a:ext uri="{FF2B5EF4-FFF2-40B4-BE49-F238E27FC236}">
                    <a16:creationId xmlns:a16="http://schemas.microsoft.com/office/drawing/2014/main" id="{2759EF20-51D0-EA94-B334-F9D704260C8C}"/>
                  </a:ext>
                </a:extLst>
              </p:cNvPr>
              <p:cNvSpPr/>
              <p:nvPr/>
            </p:nvSpPr>
            <p:spPr>
              <a:xfrm>
                <a:off x="1528226" y="2254305"/>
                <a:ext cx="28682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96" name="Graphic 2">
                <a:extLst>
                  <a:ext uri="{FF2B5EF4-FFF2-40B4-BE49-F238E27FC236}">
                    <a16:creationId xmlns:a16="http://schemas.microsoft.com/office/drawing/2014/main" id="{1FD0CAA3-D390-480E-B226-DB5F47D3B393}"/>
                  </a:ext>
                </a:extLst>
              </p:cNvPr>
              <p:cNvGrpSpPr/>
              <p:nvPr/>
            </p:nvGrpSpPr>
            <p:grpSpPr>
              <a:xfrm>
                <a:off x="1540075" y="2286326"/>
                <a:ext cx="241763" cy="68640"/>
                <a:chOff x="2816407" y="2286326"/>
                <a:chExt cx="241763" cy="68640"/>
              </a:xfrm>
              <a:solidFill>
                <a:srgbClr val="000000"/>
              </a:solidFill>
            </p:grpSpPr>
            <p:sp>
              <p:nvSpPr>
                <p:cNvPr id="3275" name="Freeform 3274">
                  <a:extLst>
                    <a:ext uri="{FF2B5EF4-FFF2-40B4-BE49-F238E27FC236}">
                      <a16:creationId xmlns:a16="http://schemas.microsoft.com/office/drawing/2014/main" id="{7522F5F7-9A8C-AB85-03B4-AC06B9169F6A}"/>
                    </a:ext>
                  </a:extLst>
                </p:cNvPr>
                <p:cNvSpPr/>
                <p:nvPr/>
              </p:nvSpPr>
              <p:spPr>
                <a:xfrm>
                  <a:off x="2816407" y="2302773"/>
                  <a:ext cx="44112" cy="50102"/>
                </a:xfrm>
                <a:custGeom>
                  <a:avLst/>
                  <a:gdLst>
                    <a:gd name="csX0" fmla="*/ 462 w 44112"/>
                    <a:gd name="csY0" fmla="*/ 1242 h 50102"/>
                    <a:gd name="csX1" fmla="*/ 462 w 44112"/>
                    <a:gd name="csY1" fmla="*/ 50489 h 50102"/>
                    <a:gd name="csX2" fmla="*/ 13296 w 44112"/>
                    <a:gd name="csY2" fmla="*/ 50489 h 50102"/>
                    <a:gd name="csX3" fmla="*/ 13296 w 44112"/>
                    <a:gd name="csY3" fmla="*/ 20922 h 50102"/>
                    <a:gd name="csX4" fmla="*/ 23564 w 44112"/>
                    <a:gd name="csY4" fmla="*/ 11225 h 50102"/>
                    <a:gd name="csX5" fmla="*/ 31835 w 44112"/>
                    <a:gd name="csY5" fmla="*/ 20066 h 50102"/>
                    <a:gd name="csX6" fmla="*/ 31835 w 44112"/>
                    <a:gd name="csY6" fmla="*/ 50489 h 50102"/>
                    <a:gd name="csX7" fmla="*/ 44575 w 44112"/>
                    <a:gd name="csY7" fmla="*/ 50489 h 50102"/>
                    <a:gd name="csX8" fmla="*/ 44575 w 44112"/>
                    <a:gd name="csY8" fmla="*/ 17404 h 50102"/>
                    <a:gd name="csX9" fmla="*/ 28032 w 44112"/>
                    <a:gd name="csY9" fmla="*/ 387 h 50102"/>
                    <a:gd name="csX10" fmla="*/ 13296 w 44112"/>
                    <a:gd name="csY10" fmla="*/ 8278 h 50102"/>
                    <a:gd name="csX11" fmla="*/ 13296 w 44112"/>
                    <a:gd name="csY11" fmla="*/ 1242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112" h="50102">
                      <a:moveTo>
                        <a:pt x="462" y="1242"/>
                      </a:moveTo>
                      <a:lnTo>
                        <a:pt x="462" y="50489"/>
                      </a:lnTo>
                      <a:lnTo>
                        <a:pt x="13296" y="50489"/>
                      </a:lnTo>
                      <a:lnTo>
                        <a:pt x="13296" y="20922"/>
                      </a:lnTo>
                      <a:cubicBezTo>
                        <a:pt x="13296" y="15123"/>
                        <a:pt x="17289" y="11225"/>
                        <a:pt x="23564" y="11225"/>
                      </a:cubicBezTo>
                      <a:cubicBezTo>
                        <a:pt x="29078" y="11225"/>
                        <a:pt x="31835" y="14267"/>
                        <a:pt x="31835" y="20066"/>
                      </a:cubicBezTo>
                      <a:lnTo>
                        <a:pt x="31835" y="50489"/>
                      </a:lnTo>
                      <a:lnTo>
                        <a:pt x="44575" y="50489"/>
                      </a:lnTo>
                      <a:lnTo>
                        <a:pt x="44575" y="17404"/>
                      </a:lnTo>
                      <a:cubicBezTo>
                        <a:pt x="44575" y="6471"/>
                        <a:pt x="38680" y="387"/>
                        <a:pt x="28032" y="387"/>
                      </a:cubicBezTo>
                      <a:cubicBezTo>
                        <a:pt x="21377" y="387"/>
                        <a:pt x="16909" y="2763"/>
                        <a:pt x="13296" y="8278"/>
                      </a:cubicBezTo>
                      <a:lnTo>
                        <a:pt x="13296" y="12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6" name="Freeform 3275">
                  <a:extLst>
                    <a:ext uri="{FF2B5EF4-FFF2-40B4-BE49-F238E27FC236}">
                      <a16:creationId xmlns:a16="http://schemas.microsoft.com/office/drawing/2014/main" id="{83281BD7-81E1-D586-BD54-ACF5F7EC96E8}"/>
                    </a:ext>
                  </a:extLst>
                </p:cNvPr>
                <p:cNvSpPr/>
                <p:nvPr/>
              </p:nvSpPr>
              <p:spPr>
                <a:xfrm>
                  <a:off x="2866699" y="2286326"/>
                  <a:ext cx="27285" cy="66549"/>
                </a:xfrm>
                <a:custGeom>
                  <a:avLst/>
                  <a:gdLst>
                    <a:gd name="csX0" fmla="*/ 27756 w 27285"/>
                    <a:gd name="csY0" fmla="*/ 18640 h 66549"/>
                    <a:gd name="csX1" fmla="*/ 20246 w 27285"/>
                    <a:gd name="csY1" fmla="*/ 18640 h 66549"/>
                    <a:gd name="csX2" fmla="*/ 20246 w 27285"/>
                    <a:gd name="csY2" fmla="*/ 13792 h 66549"/>
                    <a:gd name="csX3" fmla="*/ 23668 w 27285"/>
                    <a:gd name="csY3" fmla="*/ 9989 h 66549"/>
                    <a:gd name="csX4" fmla="*/ 27376 w 27285"/>
                    <a:gd name="csY4" fmla="*/ 10274 h 66549"/>
                    <a:gd name="csX5" fmla="*/ 27376 w 27285"/>
                    <a:gd name="csY5" fmla="*/ 672 h 66549"/>
                    <a:gd name="csX6" fmla="*/ 20055 w 27285"/>
                    <a:gd name="csY6" fmla="*/ 387 h 66549"/>
                    <a:gd name="csX7" fmla="*/ 7411 w 27285"/>
                    <a:gd name="csY7" fmla="*/ 12746 h 66549"/>
                    <a:gd name="csX8" fmla="*/ 7411 w 27285"/>
                    <a:gd name="csY8" fmla="*/ 18640 h 66549"/>
                    <a:gd name="csX9" fmla="*/ 471 w 27285"/>
                    <a:gd name="csY9" fmla="*/ 18640 h 66549"/>
                    <a:gd name="csX10" fmla="*/ 471 w 27285"/>
                    <a:gd name="csY10" fmla="*/ 27101 h 66549"/>
                    <a:gd name="csX11" fmla="*/ 7411 w 27285"/>
                    <a:gd name="csY11" fmla="*/ 27101 h 66549"/>
                    <a:gd name="csX12" fmla="*/ 7411 w 27285"/>
                    <a:gd name="csY12" fmla="*/ 66936 h 66549"/>
                    <a:gd name="csX13" fmla="*/ 20246 w 27285"/>
                    <a:gd name="csY13" fmla="*/ 66936 h 66549"/>
                    <a:gd name="csX14" fmla="*/ 20246 w 27285"/>
                    <a:gd name="csY14" fmla="*/ 27101 h 66549"/>
                    <a:gd name="csX15" fmla="*/ 27756 w 27285"/>
                    <a:gd name="csY15" fmla="*/ 27101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7285" h="66549">
                      <a:moveTo>
                        <a:pt x="27756" y="18640"/>
                      </a:moveTo>
                      <a:lnTo>
                        <a:pt x="20246" y="18640"/>
                      </a:lnTo>
                      <a:lnTo>
                        <a:pt x="20246" y="13792"/>
                      </a:lnTo>
                      <a:cubicBezTo>
                        <a:pt x="20246" y="11225"/>
                        <a:pt x="21291" y="9989"/>
                        <a:pt x="23668" y="9989"/>
                      </a:cubicBezTo>
                      <a:cubicBezTo>
                        <a:pt x="24904" y="9989"/>
                        <a:pt x="26045" y="10084"/>
                        <a:pt x="27376" y="10274"/>
                      </a:cubicBezTo>
                      <a:lnTo>
                        <a:pt x="27376" y="672"/>
                      </a:lnTo>
                      <a:cubicBezTo>
                        <a:pt x="24619" y="482"/>
                        <a:pt x="21957" y="387"/>
                        <a:pt x="20055" y="387"/>
                      </a:cubicBezTo>
                      <a:cubicBezTo>
                        <a:pt x="11594" y="387"/>
                        <a:pt x="7411" y="4380"/>
                        <a:pt x="7411" y="12746"/>
                      </a:cubicBezTo>
                      <a:lnTo>
                        <a:pt x="7411" y="18640"/>
                      </a:lnTo>
                      <a:lnTo>
                        <a:pt x="471" y="18640"/>
                      </a:lnTo>
                      <a:lnTo>
                        <a:pt x="471" y="27101"/>
                      </a:lnTo>
                      <a:lnTo>
                        <a:pt x="7411" y="27101"/>
                      </a:lnTo>
                      <a:lnTo>
                        <a:pt x="7411" y="66936"/>
                      </a:lnTo>
                      <a:lnTo>
                        <a:pt x="20246" y="66936"/>
                      </a:lnTo>
                      <a:lnTo>
                        <a:pt x="20246" y="27101"/>
                      </a:lnTo>
                      <a:lnTo>
                        <a:pt x="27756" y="2710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7" name="Freeform 3276">
                  <a:extLst>
                    <a:ext uri="{FF2B5EF4-FFF2-40B4-BE49-F238E27FC236}">
                      <a16:creationId xmlns:a16="http://schemas.microsoft.com/office/drawing/2014/main" id="{CAA7B20F-A03B-FAFD-3A3D-F3EB4DA1C458}"/>
                    </a:ext>
                  </a:extLst>
                </p:cNvPr>
                <p:cNvSpPr/>
                <p:nvPr/>
              </p:nvSpPr>
              <p:spPr>
                <a:xfrm>
                  <a:off x="2898452" y="2302773"/>
                  <a:ext cx="45253" cy="52193"/>
                </a:xfrm>
                <a:custGeom>
                  <a:avLst/>
                  <a:gdLst>
                    <a:gd name="csX0" fmla="*/ 45729 w 45253"/>
                    <a:gd name="csY0" fmla="*/ 48968 h 52193"/>
                    <a:gd name="csX1" fmla="*/ 42782 w 45253"/>
                    <a:gd name="csY1" fmla="*/ 42883 h 52193"/>
                    <a:gd name="csX2" fmla="*/ 42782 w 45253"/>
                    <a:gd name="csY2" fmla="*/ 15503 h 52193"/>
                    <a:gd name="csX3" fmla="*/ 22627 w 45253"/>
                    <a:gd name="csY3" fmla="*/ 387 h 52193"/>
                    <a:gd name="csX4" fmla="*/ 1522 w 45253"/>
                    <a:gd name="csY4" fmla="*/ 17404 h 52193"/>
                    <a:gd name="csX5" fmla="*/ 13881 w 45253"/>
                    <a:gd name="csY5" fmla="*/ 17404 h 52193"/>
                    <a:gd name="csX6" fmla="*/ 22913 w 45253"/>
                    <a:gd name="csY6" fmla="*/ 10654 h 52193"/>
                    <a:gd name="csX7" fmla="*/ 30328 w 45253"/>
                    <a:gd name="csY7" fmla="*/ 15598 h 52193"/>
                    <a:gd name="csX8" fmla="*/ 28141 w 45253"/>
                    <a:gd name="csY8" fmla="*/ 19496 h 52193"/>
                    <a:gd name="csX9" fmla="*/ 20060 w 45253"/>
                    <a:gd name="csY9" fmla="*/ 21397 h 52193"/>
                    <a:gd name="csX10" fmla="*/ 15022 w 45253"/>
                    <a:gd name="csY10" fmla="*/ 22253 h 52193"/>
                    <a:gd name="csX11" fmla="*/ 476 w 45253"/>
                    <a:gd name="csY11" fmla="*/ 37844 h 52193"/>
                    <a:gd name="csX12" fmla="*/ 15402 w 45253"/>
                    <a:gd name="csY12" fmla="*/ 52580 h 52193"/>
                    <a:gd name="csX13" fmla="*/ 30423 w 45253"/>
                    <a:gd name="csY13" fmla="*/ 45545 h 52193"/>
                    <a:gd name="csX14" fmla="*/ 31849 w 45253"/>
                    <a:gd name="csY14" fmla="*/ 50489 h 52193"/>
                    <a:gd name="csX15" fmla="*/ 45729 w 45253"/>
                    <a:gd name="csY15" fmla="*/ 50489 h 52193"/>
                    <a:gd name="csX16" fmla="*/ 30328 w 45253"/>
                    <a:gd name="csY16" fmla="*/ 30714 h 52193"/>
                    <a:gd name="csX17" fmla="*/ 20155 w 45253"/>
                    <a:gd name="csY17" fmla="*/ 42313 h 52193"/>
                    <a:gd name="csX18" fmla="*/ 13215 w 45253"/>
                    <a:gd name="csY18" fmla="*/ 36323 h 52193"/>
                    <a:gd name="csX19" fmla="*/ 20536 w 45253"/>
                    <a:gd name="csY19" fmla="*/ 29573 h 52193"/>
                    <a:gd name="csX20" fmla="*/ 24909 w 45253"/>
                    <a:gd name="csY20" fmla="*/ 28813 h 52193"/>
                    <a:gd name="csX21" fmla="*/ 30328 w 45253"/>
                    <a:gd name="csY21" fmla="*/ 27197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5253" h="52193">
                      <a:moveTo>
                        <a:pt x="45729" y="48968"/>
                      </a:moveTo>
                      <a:cubicBezTo>
                        <a:pt x="43543" y="46876"/>
                        <a:pt x="42782" y="45355"/>
                        <a:pt x="42782" y="42883"/>
                      </a:cubicBezTo>
                      <a:lnTo>
                        <a:pt x="42782" y="15503"/>
                      </a:lnTo>
                      <a:cubicBezTo>
                        <a:pt x="42782" y="5520"/>
                        <a:pt x="35937" y="387"/>
                        <a:pt x="22627" y="387"/>
                      </a:cubicBezTo>
                      <a:cubicBezTo>
                        <a:pt x="9317" y="387"/>
                        <a:pt x="2377" y="5996"/>
                        <a:pt x="1522" y="17404"/>
                      </a:cubicBezTo>
                      <a:lnTo>
                        <a:pt x="13881" y="17404"/>
                      </a:lnTo>
                      <a:cubicBezTo>
                        <a:pt x="14546" y="12366"/>
                        <a:pt x="16638" y="10654"/>
                        <a:pt x="22913" y="10654"/>
                      </a:cubicBezTo>
                      <a:cubicBezTo>
                        <a:pt x="27856" y="10654"/>
                        <a:pt x="30328" y="12366"/>
                        <a:pt x="30328" y="15598"/>
                      </a:cubicBezTo>
                      <a:cubicBezTo>
                        <a:pt x="30328" y="17309"/>
                        <a:pt x="29472" y="18640"/>
                        <a:pt x="28141" y="19496"/>
                      </a:cubicBezTo>
                      <a:cubicBezTo>
                        <a:pt x="26430" y="20351"/>
                        <a:pt x="26430" y="20351"/>
                        <a:pt x="20060" y="21397"/>
                      </a:cubicBezTo>
                      <a:lnTo>
                        <a:pt x="15022" y="22253"/>
                      </a:lnTo>
                      <a:cubicBezTo>
                        <a:pt x="5229" y="23964"/>
                        <a:pt x="476" y="28908"/>
                        <a:pt x="476" y="37844"/>
                      </a:cubicBezTo>
                      <a:cubicBezTo>
                        <a:pt x="476" y="46686"/>
                        <a:pt x="6370" y="52580"/>
                        <a:pt x="15402" y="52580"/>
                      </a:cubicBezTo>
                      <a:cubicBezTo>
                        <a:pt x="20916" y="52580"/>
                        <a:pt x="25860" y="50299"/>
                        <a:pt x="30423" y="45545"/>
                      </a:cubicBezTo>
                      <a:cubicBezTo>
                        <a:pt x="30423" y="48112"/>
                        <a:pt x="30708" y="49063"/>
                        <a:pt x="31849" y="50489"/>
                      </a:cubicBezTo>
                      <a:lnTo>
                        <a:pt x="45729" y="50489"/>
                      </a:lnTo>
                      <a:close/>
                      <a:moveTo>
                        <a:pt x="30328" y="30714"/>
                      </a:moveTo>
                      <a:cubicBezTo>
                        <a:pt x="30328" y="38035"/>
                        <a:pt x="26620" y="42313"/>
                        <a:pt x="20155" y="42313"/>
                      </a:cubicBezTo>
                      <a:cubicBezTo>
                        <a:pt x="15877" y="42313"/>
                        <a:pt x="13215" y="40031"/>
                        <a:pt x="13215" y="36323"/>
                      </a:cubicBezTo>
                      <a:cubicBezTo>
                        <a:pt x="13215" y="32520"/>
                        <a:pt x="15212" y="30714"/>
                        <a:pt x="20536" y="29573"/>
                      </a:cubicBezTo>
                      <a:lnTo>
                        <a:pt x="24909" y="28813"/>
                      </a:lnTo>
                      <a:cubicBezTo>
                        <a:pt x="28332" y="28147"/>
                        <a:pt x="28807" y="27957"/>
                        <a:pt x="30328" y="2719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8" name="Freeform 3277">
                  <a:extLst>
                    <a:ext uri="{FF2B5EF4-FFF2-40B4-BE49-F238E27FC236}">
                      <a16:creationId xmlns:a16="http://schemas.microsoft.com/office/drawing/2014/main" id="{A98E6E8A-380C-8B41-910F-825DCAB49255}"/>
                    </a:ext>
                  </a:extLst>
                </p:cNvPr>
                <p:cNvSpPr/>
                <p:nvPr/>
              </p:nvSpPr>
              <p:spPr>
                <a:xfrm>
                  <a:off x="2945797" y="2291364"/>
                  <a:ext cx="26239" cy="63601"/>
                </a:xfrm>
                <a:custGeom>
                  <a:avLst/>
                  <a:gdLst>
                    <a:gd name="csX0" fmla="*/ 26723 w 26239"/>
                    <a:gd name="csY0" fmla="*/ 13601 h 63601"/>
                    <a:gd name="csX1" fmla="*/ 19593 w 26239"/>
                    <a:gd name="csY1" fmla="*/ 13601 h 63601"/>
                    <a:gd name="csX2" fmla="*/ 19593 w 26239"/>
                    <a:gd name="csY2" fmla="*/ 387 h 63601"/>
                    <a:gd name="csX3" fmla="*/ 6854 w 26239"/>
                    <a:gd name="csY3" fmla="*/ 387 h 63601"/>
                    <a:gd name="csX4" fmla="*/ 6854 w 26239"/>
                    <a:gd name="csY4" fmla="*/ 13601 h 63601"/>
                    <a:gd name="csX5" fmla="*/ 484 w 26239"/>
                    <a:gd name="csY5" fmla="*/ 13601 h 63601"/>
                    <a:gd name="csX6" fmla="*/ 484 w 26239"/>
                    <a:gd name="csY6" fmla="*/ 22063 h 63601"/>
                    <a:gd name="csX7" fmla="*/ 6854 w 26239"/>
                    <a:gd name="csY7" fmla="*/ 22063 h 63601"/>
                    <a:gd name="csX8" fmla="*/ 6854 w 26239"/>
                    <a:gd name="csY8" fmla="*/ 52390 h 63601"/>
                    <a:gd name="csX9" fmla="*/ 19308 w 26239"/>
                    <a:gd name="csY9" fmla="*/ 63989 h 63601"/>
                    <a:gd name="csX10" fmla="*/ 26723 w 26239"/>
                    <a:gd name="csY10" fmla="*/ 63038 h 63601"/>
                    <a:gd name="csX11" fmla="*/ 26723 w 26239"/>
                    <a:gd name="csY11" fmla="*/ 54006 h 63601"/>
                    <a:gd name="csX12" fmla="*/ 23776 w 26239"/>
                    <a:gd name="csY12" fmla="*/ 54292 h 63601"/>
                    <a:gd name="csX13" fmla="*/ 19593 w 26239"/>
                    <a:gd name="csY13" fmla="*/ 48968 h 63601"/>
                    <a:gd name="csX14" fmla="*/ 19593 w 26239"/>
                    <a:gd name="csY14" fmla="*/ 22063 h 63601"/>
                    <a:gd name="csX15" fmla="*/ 26723 w 26239"/>
                    <a:gd name="csY15" fmla="*/ 22063 h 636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6239" h="63601">
                      <a:moveTo>
                        <a:pt x="26723" y="13601"/>
                      </a:moveTo>
                      <a:lnTo>
                        <a:pt x="19593" y="13601"/>
                      </a:lnTo>
                      <a:lnTo>
                        <a:pt x="19593" y="387"/>
                      </a:lnTo>
                      <a:lnTo>
                        <a:pt x="6854" y="387"/>
                      </a:lnTo>
                      <a:lnTo>
                        <a:pt x="6854" y="13601"/>
                      </a:lnTo>
                      <a:lnTo>
                        <a:pt x="484" y="13601"/>
                      </a:lnTo>
                      <a:lnTo>
                        <a:pt x="484" y="22063"/>
                      </a:lnTo>
                      <a:lnTo>
                        <a:pt x="6854" y="22063"/>
                      </a:lnTo>
                      <a:lnTo>
                        <a:pt x="6854" y="52390"/>
                      </a:lnTo>
                      <a:cubicBezTo>
                        <a:pt x="6854" y="60186"/>
                        <a:pt x="10942" y="63989"/>
                        <a:pt x="19308" y="63989"/>
                      </a:cubicBezTo>
                      <a:cubicBezTo>
                        <a:pt x="22255" y="63989"/>
                        <a:pt x="24347" y="63703"/>
                        <a:pt x="26723" y="63038"/>
                      </a:cubicBezTo>
                      <a:lnTo>
                        <a:pt x="26723" y="54006"/>
                      </a:lnTo>
                      <a:cubicBezTo>
                        <a:pt x="25487" y="54196"/>
                        <a:pt x="24822" y="54292"/>
                        <a:pt x="23776" y="54292"/>
                      </a:cubicBezTo>
                      <a:cubicBezTo>
                        <a:pt x="20449" y="54292"/>
                        <a:pt x="19593" y="53341"/>
                        <a:pt x="19593" y="48968"/>
                      </a:cubicBezTo>
                      <a:lnTo>
                        <a:pt x="19593" y="22063"/>
                      </a:lnTo>
                      <a:lnTo>
                        <a:pt x="26723" y="2206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9" name="Freeform 3278">
                  <a:extLst>
                    <a:ext uri="{FF2B5EF4-FFF2-40B4-BE49-F238E27FC236}">
                      <a16:creationId xmlns:a16="http://schemas.microsoft.com/office/drawing/2014/main" id="{2D227B86-A064-B04C-92D1-149846BE9F97}"/>
                    </a:ext>
                  </a:extLst>
                </p:cNvPr>
                <p:cNvSpPr/>
                <p:nvPr/>
              </p:nvSpPr>
              <p:spPr>
                <a:xfrm>
                  <a:off x="2978121" y="2302773"/>
                  <a:ext cx="44492" cy="52193"/>
                </a:xfrm>
                <a:custGeom>
                  <a:avLst/>
                  <a:gdLst>
                    <a:gd name="csX0" fmla="*/ 44982 w 44492"/>
                    <a:gd name="csY0" fmla="*/ 19686 h 52193"/>
                    <a:gd name="csX1" fmla="*/ 23686 w 44492"/>
                    <a:gd name="csY1" fmla="*/ 387 h 52193"/>
                    <a:gd name="csX2" fmla="*/ 489 w 44492"/>
                    <a:gd name="csY2" fmla="*/ 26816 h 52193"/>
                    <a:gd name="csX3" fmla="*/ 23591 w 44492"/>
                    <a:gd name="csY3" fmla="*/ 52580 h 52193"/>
                    <a:gd name="csX4" fmla="*/ 44982 w 44492"/>
                    <a:gd name="csY4" fmla="*/ 33376 h 52193"/>
                    <a:gd name="csX5" fmla="*/ 32718 w 44492"/>
                    <a:gd name="csY5" fmla="*/ 33376 h 52193"/>
                    <a:gd name="csX6" fmla="*/ 23591 w 44492"/>
                    <a:gd name="csY6" fmla="*/ 42313 h 52193"/>
                    <a:gd name="csX7" fmla="*/ 13228 w 44492"/>
                    <a:gd name="csY7" fmla="*/ 26816 h 52193"/>
                    <a:gd name="csX8" fmla="*/ 15700 w 44492"/>
                    <a:gd name="csY8" fmla="*/ 14932 h 52193"/>
                    <a:gd name="csX9" fmla="*/ 23591 w 44492"/>
                    <a:gd name="csY9" fmla="*/ 10654 h 52193"/>
                    <a:gd name="csX10" fmla="*/ 32718 w 44492"/>
                    <a:gd name="csY10" fmla="*/ 19686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4492" h="52193">
                      <a:moveTo>
                        <a:pt x="44982" y="19686"/>
                      </a:moveTo>
                      <a:cubicBezTo>
                        <a:pt x="44126" y="7612"/>
                        <a:pt x="36140" y="387"/>
                        <a:pt x="23686" y="387"/>
                      </a:cubicBezTo>
                      <a:cubicBezTo>
                        <a:pt x="8950" y="387"/>
                        <a:pt x="489" y="10084"/>
                        <a:pt x="489" y="26816"/>
                      </a:cubicBezTo>
                      <a:cubicBezTo>
                        <a:pt x="489" y="43073"/>
                        <a:pt x="8950" y="52580"/>
                        <a:pt x="23591" y="52580"/>
                      </a:cubicBezTo>
                      <a:cubicBezTo>
                        <a:pt x="35475" y="52580"/>
                        <a:pt x="43841" y="45165"/>
                        <a:pt x="44982" y="33376"/>
                      </a:cubicBezTo>
                      <a:lnTo>
                        <a:pt x="32718" y="33376"/>
                      </a:lnTo>
                      <a:cubicBezTo>
                        <a:pt x="31197" y="39841"/>
                        <a:pt x="28630" y="42313"/>
                        <a:pt x="23591" y="42313"/>
                      </a:cubicBezTo>
                      <a:cubicBezTo>
                        <a:pt x="17031" y="42313"/>
                        <a:pt x="13228" y="36513"/>
                        <a:pt x="13228" y="26816"/>
                      </a:cubicBezTo>
                      <a:cubicBezTo>
                        <a:pt x="13228" y="22063"/>
                        <a:pt x="14179" y="17785"/>
                        <a:pt x="15700" y="14932"/>
                      </a:cubicBezTo>
                      <a:cubicBezTo>
                        <a:pt x="17126" y="12175"/>
                        <a:pt x="19978" y="10654"/>
                        <a:pt x="23591" y="10654"/>
                      </a:cubicBezTo>
                      <a:cubicBezTo>
                        <a:pt x="28820" y="10654"/>
                        <a:pt x="31292" y="13126"/>
                        <a:pt x="32718" y="196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80" name="Freeform 3279">
                  <a:extLst>
                    <a:ext uri="{FF2B5EF4-FFF2-40B4-BE49-F238E27FC236}">
                      <a16:creationId xmlns:a16="http://schemas.microsoft.com/office/drawing/2014/main" id="{0A49F615-63BD-668C-842B-A4AB80BC65D4}"/>
                    </a:ext>
                  </a:extLst>
                </p:cNvPr>
                <p:cNvSpPr/>
                <p:nvPr/>
              </p:nvSpPr>
              <p:spPr>
                <a:xfrm>
                  <a:off x="3029839" y="2288132"/>
                  <a:ext cx="28330" cy="64742"/>
                </a:xfrm>
                <a:custGeom>
                  <a:avLst/>
                  <a:gdLst>
                    <a:gd name="csX0" fmla="*/ 15993 w 28330"/>
                    <a:gd name="csY0" fmla="*/ 20542 h 64742"/>
                    <a:gd name="csX1" fmla="*/ 15993 w 28330"/>
                    <a:gd name="csY1" fmla="*/ 65130 h 64742"/>
                    <a:gd name="csX2" fmla="*/ 28828 w 28330"/>
                    <a:gd name="csY2" fmla="*/ 65130 h 64742"/>
                    <a:gd name="csX3" fmla="*/ 28828 w 28330"/>
                    <a:gd name="csY3" fmla="*/ 387 h 64742"/>
                    <a:gd name="csX4" fmla="*/ 20367 w 28330"/>
                    <a:gd name="csY4" fmla="*/ 387 h 64742"/>
                    <a:gd name="csX5" fmla="*/ 497 w 28330"/>
                    <a:gd name="csY5" fmla="*/ 11985 h 64742"/>
                    <a:gd name="csX6" fmla="*/ 497 w 28330"/>
                    <a:gd name="csY6" fmla="*/ 20542 h 647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8330" h="64742">
                      <a:moveTo>
                        <a:pt x="15993" y="20542"/>
                      </a:moveTo>
                      <a:lnTo>
                        <a:pt x="15993" y="65130"/>
                      </a:lnTo>
                      <a:lnTo>
                        <a:pt x="28828" y="65130"/>
                      </a:lnTo>
                      <a:lnTo>
                        <a:pt x="28828" y="387"/>
                      </a:lnTo>
                      <a:lnTo>
                        <a:pt x="20367" y="387"/>
                      </a:lnTo>
                      <a:cubicBezTo>
                        <a:pt x="18275" y="8087"/>
                        <a:pt x="11620" y="11985"/>
                        <a:pt x="497" y="11985"/>
                      </a:cubicBezTo>
                      <a:lnTo>
                        <a:pt x="497" y="205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97" name="Freeform 2696">
                <a:extLst>
                  <a:ext uri="{FF2B5EF4-FFF2-40B4-BE49-F238E27FC236}">
                    <a16:creationId xmlns:a16="http://schemas.microsoft.com/office/drawing/2014/main" id="{78C69203-8F99-6881-8B12-43C3996D2BFE}"/>
                  </a:ext>
                </a:extLst>
              </p:cNvPr>
              <p:cNvSpPr/>
              <p:nvPr/>
            </p:nvSpPr>
            <p:spPr>
              <a:xfrm>
                <a:off x="2369087" y="1274297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698" name="Graphic 2">
                <a:extLst>
                  <a:ext uri="{FF2B5EF4-FFF2-40B4-BE49-F238E27FC236}">
                    <a16:creationId xmlns:a16="http://schemas.microsoft.com/office/drawing/2014/main" id="{A6206004-F2D6-639A-55A3-386420E0A1BE}"/>
                  </a:ext>
                </a:extLst>
              </p:cNvPr>
              <p:cNvGrpSpPr/>
              <p:nvPr/>
            </p:nvGrpSpPr>
            <p:grpSpPr>
              <a:xfrm>
                <a:off x="2419070" y="1306342"/>
                <a:ext cx="151637" cy="68640"/>
                <a:chOff x="3695402" y="1306342"/>
                <a:chExt cx="151637" cy="68640"/>
              </a:xfrm>
              <a:solidFill>
                <a:srgbClr val="000000"/>
              </a:solidFill>
            </p:grpSpPr>
            <p:sp>
              <p:nvSpPr>
                <p:cNvPr id="3272" name="Freeform 3271">
                  <a:extLst>
                    <a:ext uri="{FF2B5EF4-FFF2-40B4-BE49-F238E27FC236}">
                      <a16:creationId xmlns:a16="http://schemas.microsoft.com/office/drawing/2014/main" id="{F7D570A8-2EAF-4803-26F9-46F1A9AF8DE3}"/>
                    </a:ext>
                  </a:extLst>
                </p:cNvPr>
                <p:cNvSpPr/>
                <p:nvPr/>
              </p:nvSpPr>
              <p:spPr>
                <a:xfrm>
                  <a:off x="3695402" y="1322789"/>
                  <a:ext cx="44112" cy="50102"/>
                </a:xfrm>
                <a:custGeom>
                  <a:avLst/>
                  <a:gdLst>
                    <a:gd name="csX0" fmla="*/ 606 w 44112"/>
                    <a:gd name="csY0" fmla="*/ 1081 h 50102"/>
                    <a:gd name="csX1" fmla="*/ 606 w 44112"/>
                    <a:gd name="csY1" fmla="*/ 50328 h 50102"/>
                    <a:gd name="csX2" fmla="*/ 13441 w 44112"/>
                    <a:gd name="csY2" fmla="*/ 50328 h 50102"/>
                    <a:gd name="csX3" fmla="*/ 13441 w 44112"/>
                    <a:gd name="csY3" fmla="*/ 20761 h 50102"/>
                    <a:gd name="csX4" fmla="*/ 23708 w 44112"/>
                    <a:gd name="csY4" fmla="*/ 11064 h 50102"/>
                    <a:gd name="csX5" fmla="*/ 31980 w 44112"/>
                    <a:gd name="csY5" fmla="*/ 19905 h 50102"/>
                    <a:gd name="csX6" fmla="*/ 31980 w 44112"/>
                    <a:gd name="csY6" fmla="*/ 50328 h 50102"/>
                    <a:gd name="csX7" fmla="*/ 44719 w 44112"/>
                    <a:gd name="csY7" fmla="*/ 50328 h 50102"/>
                    <a:gd name="csX8" fmla="*/ 44719 w 44112"/>
                    <a:gd name="csY8" fmla="*/ 17243 h 50102"/>
                    <a:gd name="csX9" fmla="*/ 28177 w 44112"/>
                    <a:gd name="csY9" fmla="*/ 226 h 50102"/>
                    <a:gd name="csX10" fmla="*/ 13441 w 44112"/>
                    <a:gd name="csY10" fmla="*/ 8116 h 50102"/>
                    <a:gd name="csX11" fmla="*/ 13441 w 44112"/>
                    <a:gd name="csY11" fmla="*/ 1081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112" h="50102">
                      <a:moveTo>
                        <a:pt x="606" y="1081"/>
                      </a:moveTo>
                      <a:lnTo>
                        <a:pt x="606" y="50328"/>
                      </a:lnTo>
                      <a:lnTo>
                        <a:pt x="13441" y="50328"/>
                      </a:lnTo>
                      <a:lnTo>
                        <a:pt x="13441" y="20761"/>
                      </a:lnTo>
                      <a:cubicBezTo>
                        <a:pt x="13441" y="14962"/>
                        <a:pt x="17434" y="11064"/>
                        <a:pt x="23708" y="11064"/>
                      </a:cubicBezTo>
                      <a:cubicBezTo>
                        <a:pt x="29223" y="11064"/>
                        <a:pt x="31980" y="14106"/>
                        <a:pt x="31980" y="19905"/>
                      </a:cubicBezTo>
                      <a:lnTo>
                        <a:pt x="31980" y="50328"/>
                      </a:lnTo>
                      <a:lnTo>
                        <a:pt x="44719" y="50328"/>
                      </a:lnTo>
                      <a:lnTo>
                        <a:pt x="44719" y="17243"/>
                      </a:lnTo>
                      <a:cubicBezTo>
                        <a:pt x="44719" y="6310"/>
                        <a:pt x="38825" y="226"/>
                        <a:pt x="28177" y="226"/>
                      </a:cubicBezTo>
                      <a:cubicBezTo>
                        <a:pt x="21522" y="226"/>
                        <a:pt x="17054" y="2602"/>
                        <a:pt x="13441" y="8116"/>
                      </a:cubicBezTo>
                      <a:lnTo>
                        <a:pt x="13441" y="108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3" name="Freeform 3272">
                  <a:extLst>
                    <a:ext uri="{FF2B5EF4-FFF2-40B4-BE49-F238E27FC236}">
                      <a16:creationId xmlns:a16="http://schemas.microsoft.com/office/drawing/2014/main" id="{F411150E-3C29-23FC-D9AF-D74AD9C1D9EE}"/>
                    </a:ext>
                  </a:extLst>
                </p:cNvPr>
                <p:cNvSpPr/>
                <p:nvPr/>
              </p:nvSpPr>
              <p:spPr>
                <a:xfrm>
                  <a:off x="3745694" y="1306342"/>
                  <a:ext cx="48010" cy="66549"/>
                </a:xfrm>
                <a:custGeom>
                  <a:avLst/>
                  <a:gdLst>
                    <a:gd name="csX0" fmla="*/ 27901 w 48010"/>
                    <a:gd name="csY0" fmla="*/ 18479 h 66549"/>
                    <a:gd name="csX1" fmla="*/ 20390 w 48010"/>
                    <a:gd name="csY1" fmla="*/ 18479 h 66549"/>
                    <a:gd name="csX2" fmla="*/ 20390 w 48010"/>
                    <a:gd name="csY2" fmla="*/ 13631 h 66549"/>
                    <a:gd name="csX3" fmla="*/ 23813 w 48010"/>
                    <a:gd name="csY3" fmla="*/ 9828 h 66549"/>
                    <a:gd name="csX4" fmla="*/ 27520 w 48010"/>
                    <a:gd name="csY4" fmla="*/ 10113 h 66549"/>
                    <a:gd name="csX5" fmla="*/ 27520 w 48010"/>
                    <a:gd name="csY5" fmla="*/ 511 h 66549"/>
                    <a:gd name="csX6" fmla="*/ 20200 w 48010"/>
                    <a:gd name="csY6" fmla="*/ 226 h 66549"/>
                    <a:gd name="csX7" fmla="*/ 7556 w 48010"/>
                    <a:gd name="csY7" fmla="*/ 12585 h 66549"/>
                    <a:gd name="csX8" fmla="*/ 7556 w 48010"/>
                    <a:gd name="csY8" fmla="*/ 18479 h 66549"/>
                    <a:gd name="csX9" fmla="*/ 615 w 48010"/>
                    <a:gd name="csY9" fmla="*/ 18479 h 66549"/>
                    <a:gd name="csX10" fmla="*/ 615 w 48010"/>
                    <a:gd name="csY10" fmla="*/ 26940 h 66549"/>
                    <a:gd name="csX11" fmla="*/ 7556 w 48010"/>
                    <a:gd name="csY11" fmla="*/ 26940 h 66549"/>
                    <a:gd name="csX12" fmla="*/ 7556 w 48010"/>
                    <a:gd name="csY12" fmla="*/ 66775 h 66549"/>
                    <a:gd name="csX13" fmla="*/ 20390 w 48010"/>
                    <a:gd name="csY13" fmla="*/ 66775 h 66549"/>
                    <a:gd name="csX14" fmla="*/ 20390 w 48010"/>
                    <a:gd name="csY14" fmla="*/ 26940 h 66549"/>
                    <a:gd name="csX15" fmla="*/ 27901 w 48010"/>
                    <a:gd name="csY15" fmla="*/ 26940 h 66549"/>
                    <a:gd name="csX16" fmla="*/ 48626 w 48010"/>
                    <a:gd name="csY16" fmla="*/ 17528 h 66549"/>
                    <a:gd name="csX17" fmla="*/ 35886 w 48010"/>
                    <a:gd name="csY17" fmla="*/ 17528 h 66549"/>
                    <a:gd name="csX18" fmla="*/ 35886 w 48010"/>
                    <a:gd name="csY18" fmla="*/ 66775 h 66549"/>
                    <a:gd name="csX19" fmla="*/ 48626 w 48010"/>
                    <a:gd name="csY19" fmla="*/ 66775 h 66549"/>
                    <a:gd name="csX20" fmla="*/ 48626 w 48010"/>
                    <a:gd name="csY20" fmla="*/ 226 h 66549"/>
                    <a:gd name="csX21" fmla="*/ 35886 w 48010"/>
                    <a:gd name="csY21" fmla="*/ 226 h 66549"/>
                    <a:gd name="csX22" fmla="*/ 35886 w 48010"/>
                    <a:gd name="csY22" fmla="*/ 11634 h 66549"/>
                    <a:gd name="csX23" fmla="*/ 48626 w 48010"/>
                    <a:gd name="csY23" fmla="*/ 11634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48010" h="66549">
                      <a:moveTo>
                        <a:pt x="27901" y="18479"/>
                      </a:moveTo>
                      <a:lnTo>
                        <a:pt x="20390" y="18479"/>
                      </a:lnTo>
                      <a:lnTo>
                        <a:pt x="20390" y="13631"/>
                      </a:lnTo>
                      <a:cubicBezTo>
                        <a:pt x="20390" y="11064"/>
                        <a:pt x="21436" y="9828"/>
                        <a:pt x="23813" y="9828"/>
                      </a:cubicBezTo>
                      <a:cubicBezTo>
                        <a:pt x="25048" y="9828"/>
                        <a:pt x="26189" y="9923"/>
                        <a:pt x="27520" y="10113"/>
                      </a:cubicBezTo>
                      <a:lnTo>
                        <a:pt x="27520" y="511"/>
                      </a:lnTo>
                      <a:cubicBezTo>
                        <a:pt x="24763" y="321"/>
                        <a:pt x="22101" y="226"/>
                        <a:pt x="20200" y="226"/>
                      </a:cubicBezTo>
                      <a:cubicBezTo>
                        <a:pt x="11739" y="226"/>
                        <a:pt x="7556" y="4219"/>
                        <a:pt x="7556" y="12585"/>
                      </a:cubicBezTo>
                      <a:lnTo>
                        <a:pt x="7556" y="18479"/>
                      </a:lnTo>
                      <a:lnTo>
                        <a:pt x="615" y="18479"/>
                      </a:lnTo>
                      <a:lnTo>
                        <a:pt x="615" y="26940"/>
                      </a:lnTo>
                      <a:lnTo>
                        <a:pt x="7556" y="26940"/>
                      </a:lnTo>
                      <a:lnTo>
                        <a:pt x="7556" y="66775"/>
                      </a:lnTo>
                      <a:lnTo>
                        <a:pt x="20390" y="66775"/>
                      </a:lnTo>
                      <a:lnTo>
                        <a:pt x="20390" y="26940"/>
                      </a:lnTo>
                      <a:lnTo>
                        <a:pt x="27901" y="26940"/>
                      </a:lnTo>
                      <a:close/>
                      <a:moveTo>
                        <a:pt x="48626" y="17528"/>
                      </a:moveTo>
                      <a:lnTo>
                        <a:pt x="35886" y="17528"/>
                      </a:lnTo>
                      <a:lnTo>
                        <a:pt x="35886" y="66775"/>
                      </a:lnTo>
                      <a:lnTo>
                        <a:pt x="48626" y="66775"/>
                      </a:lnTo>
                      <a:close/>
                      <a:moveTo>
                        <a:pt x="48626" y="226"/>
                      </a:moveTo>
                      <a:lnTo>
                        <a:pt x="35886" y="226"/>
                      </a:lnTo>
                      <a:lnTo>
                        <a:pt x="35886" y="11634"/>
                      </a:lnTo>
                      <a:lnTo>
                        <a:pt x="48626" y="116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4" name="Freeform 3273">
                  <a:extLst>
                    <a:ext uri="{FF2B5EF4-FFF2-40B4-BE49-F238E27FC236}">
                      <a16:creationId xmlns:a16="http://schemas.microsoft.com/office/drawing/2014/main" id="{CC312C9F-3B86-D295-97D7-A63C6F7CE08F}"/>
                    </a:ext>
                  </a:extLst>
                </p:cNvPr>
                <p:cNvSpPr/>
                <p:nvPr/>
              </p:nvSpPr>
              <p:spPr>
                <a:xfrm>
                  <a:off x="3801786" y="1322789"/>
                  <a:ext cx="45253" cy="52193"/>
                </a:xfrm>
                <a:custGeom>
                  <a:avLst/>
                  <a:gdLst>
                    <a:gd name="csX0" fmla="*/ 45878 w 45253"/>
                    <a:gd name="csY0" fmla="*/ 48807 h 52193"/>
                    <a:gd name="csX1" fmla="*/ 42931 w 45253"/>
                    <a:gd name="csY1" fmla="*/ 42722 h 52193"/>
                    <a:gd name="csX2" fmla="*/ 42931 w 45253"/>
                    <a:gd name="csY2" fmla="*/ 15342 h 52193"/>
                    <a:gd name="csX3" fmla="*/ 22776 w 45253"/>
                    <a:gd name="csY3" fmla="*/ 226 h 52193"/>
                    <a:gd name="csX4" fmla="*/ 1670 w 45253"/>
                    <a:gd name="csY4" fmla="*/ 17243 h 52193"/>
                    <a:gd name="csX5" fmla="*/ 14029 w 45253"/>
                    <a:gd name="csY5" fmla="*/ 17243 h 52193"/>
                    <a:gd name="csX6" fmla="*/ 23061 w 45253"/>
                    <a:gd name="csY6" fmla="*/ 10493 h 52193"/>
                    <a:gd name="csX7" fmla="*/ 30476 w 45253"/>
                    <a:gd name="csY7" fmla="*/ 15437 h 52193"/>
                    <a:gd name="csX8" fmla="*/ 28290 w 45253"/>
                    <a:gd name="csY8" fmla="*/ 19335 h 52193"/>
                    <a:gd name="csX9" fmla="*/ 20209 w 45253"/>
                    <a:gd name="csY9" fmla="*/ 21236 h 52193"/>
                    <a:gd name="csX10" fmla="*/ 15170 w 45253"/>
                    <a:gd name="csY10" fmla="*/ 22092 h 52193"/>
                    <a:gd name="csX11" fmla="*/ 624 w 45253"/>
                    <a:gd name="csY11" fmla="*/ 37683 h 52193"/>
                    <a:gd name="csX12" fmla="*/ 15550 w 45253"/>
                    <a:gd name="csY12" fmla="*/ 52419 h 52193"/>
                    <a:gd name="csX13" fmla="*/ 30572 w 45253"/>
                    <a:gd name="csY13" fmla="*/ 45384 h 52193"/>
                    <a:gd name="csX14" fmla="*/ 31998 w 45253"/>
                    <a:gd name="csY14" fmla="*/ 50328 h 52193"/>
                    <a:gd name="csX15" fmla="*/ 45878 w 45253"/>
                    <a:gd name="csY15" fmla="*/ 50328 h 52193"/>
                    <a:gd name="csX16" fmla="*/ 30476 w 45253"/>
                    <a:gd name="csY16" fmla="*/ 30553 h 52193"/>
                    <a:gd name="csX17" fmla="*/ 20304 w 45253"/>
                    <a:gd name="csY17" fmla="*/ 42152 h 52193"/>
                    <a:gd name="csX18" fmla="*/ 13364 w 45253"/>
                    <a:gd name="csY18" fmla="*/ 36162 h 52193"/>
                    <a:gd name="csX19" fmla="*/ 20684 w 45253"/>
                    <a:gd name="csY19" fmla="*/ 29412 h 52193"/>
                    <a:gd name="csX20" fmla="*/ 25057 w 45253"/>
                    <a:gd name="csY20" fmla="*/ 28652 h 52193"/>
                    <a:gd name="csX21" fmla="*/ 30476 w 45253"/>
                    <a:gd name="csY21" fmla="*/ 27035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5253" h="52193">
                      <a:moveTo>
                        <a:pt x="45878" y="48807"/>
                      </a:moveTo>
                      <a:cubicBezTo>
                        <a:pt x="43691" y="46715"/>
                        <a:pt x="42931" y="45194"/>
                        <a:pt x="42931" y="42722"/>
                      </a:cubicBezTo>
                      <a:lnTo>
                        <a:pt x="42931" y="15342"/>
                      </a:lnTo>
                      <a:cubicBezTo>
                        <a:pt x="42931" y="5359"/>
                        <a:pt x="36086" y="226"/>
                        <a:pt x="22776" y="226"/>
                      </a:cubicBezTo>
                      <a:cubicBezTo>
                        <a:pt x="9466" y="226"/>
                        <a:pt x="2526" y="5835"/>
                        <a:pt x="1670" y="17243"/>
                      </a:cubicBezTo>
                      <a:lnTo>
                        <a:pt x="14029" y="17243"/>
                      </a:lnTo>
                      <a:cubicBezTo>
                        <a:pt x="14695" y="12204"/>
                        <a:pt x="16786" y="10493"/>
                        <a:pt x="23061" y="10493"/>
                      </a:cubicBezTo>
                      <a:cubicBezTo>
                        <a:pt x="28005" y="10493"/>
                        <a:pt x="30476" y="12204"/>
                        <a:pt x="30476" y="15437"/>
                      </a:cubicBezTo>
                      <a:cubicBezTo>
                        <a:pt x="30476" y="17148"/>
                        <a:pt x="29621" y="18479"/>
                        <a:pt x="28290" y="19335"/>
                      </a:cubicBezTo>
                      <a:cubicBezTo>
                        <a:pt x="26579" y="20190"/>
                        <a:pt x="26579" y="20190"/>
                        <a:pt x="20209" y="21236"/>
                      </a:cubicBezTo>
                      <a:lnTo>
                        <a:pt x="15170" y="22092"/>
                      </a:lnTo>
                      <a:cubicBezTo>
                        <a:pt x="5378" y="23803"/>
                        <a:pt x="624" y="28747"/>
                        <a:pt x="624" y="37683"/>
                      </a:cubicBezTo>
                      <a:cubicBezTo>
                        <a:pt x="624" y="46525"/>
                        <a:pt x="6519" y="52419"/>
                        <a:pt x="15550" y="52419"/>
                      </a:cubicBezTo>
                      <a:cubicBezTo>
                        <a:pt x="21065" y="52419"/>
                        <a:pt x="26008" y="50138"/>
                        <a:pt x="30572" y="45384"/>
                      </a:cubicBezTo>
                      <a:cubicBezTo>
                        <a:pt x="30572" y="47951"/>
                        <a:pt x="30857" y="48902"/>
                        <a:pt x="31998" y="50328"/>
                      </a:cubicBezTo>
                      <a:lnTo>
                        <a:pt x="45878" y="50328"/>
                      </a:lnTo>
                      <a:close/>
                      <a:moveTo>
                        <a:pt x="30476" y="30553"/>
                      </a:moveTo>
                      <a:cubicBezTo>
                        <a:pt x="30476" y="37873"/>
                        <a:pt x="26769" y="42152"/>
                        <a:pt x="20304" y="42152"/>
                      </a:cubicBezTo>
                      <a:cubicBezTo>
                        <a:pt x="16026" y="42152"/>
                        <a:pt x="13364" y="39870"/>
                        <a:pt x="13364" y="36162"/>
                      </a:cubicBezTo>
                      <a:cubicBezTo>
                        <a:pt x="13364" y="32359"/>
                        <a:pt x="15360" y="30553"/>
                        <a:pt x="20684" y="29412"/>
                      </a:cubicBezTo>
                      <a:lnTo>
                        <a:pt x="25057" y="28652"/>
                      </a:lnTo>
                      <a:cubicBezTo>
                        <a:pt x="28480" y="27986"/>
                        <a:pt x="28955" y="27796"/>
                        <a:pt x="30476" y="2703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699" name="Freeform 2698">
                <a:extLst>
                  <a:ext uri="{FF2B5EF4-FFF2-40B4-BE49-F238E27FC236}">
                    <a16:creationId xmlns:a16="http://schemas.microsoft.com/office/drawing/2014/main" id="{EAF29CB3-E09A-C423-189A-585D75C7EE1B}"/>
                  </a:ext>
                </a:extLst>
              </p:cNvPr>
              <p:cNvSpPr/>
              <p:nvPr/>
            </p:nvSpPr>
            <p:spPr>
              <a:xfrm>
                <a:off x="2969384" y="635568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700" name="Graphic 2">
                <a:extLst>
                  <a:ext uri="{FF2B5EF4-FFF2-40B4-BE49-F238E27FC236}">
                    <a16:creationId xmlns:a16="http://schemas.microsoft.com/office/drawing/2014/main" id="{E3F67B78-1012-7E50-9068-E23508833F45}"/>
                  </a:ext>
                </a:extLst>
              </p:cNvPr>
              <p:cNvGrpSpPr/>
              <p:nvPr/>
            </p:nvGrpSpPr>
            <p:grpSpPr>
              <a:xfrm>
                <a:off x="2994673" y="658486"/>
                <a:ext cx="199932" cy="86418"/>
                <a:chOff x="4271005" y="658486"/>
                <a:chExt cx="199932" cy="86418"/>
              </a:xfrm>
              <a:solidFill>
                <a:srgbClr val="000000"/>
              </a:solidFill>
            </p:grpSpPr>
            <p:sp>
              <p:nvSpPr>
                <p:cNvPr id="3267" name="Freeform 3266">
                  <a:extLst>
                    <a:ext uri="{FF2B5EF4-FFF2-40B4-BE49-F238E27FC236}">
                      <a16:creationId xmlns:a16="http://schemas.microsoft.com/office/drawing/2014/main" id="{9C146B48-1907-55F4-6C50-E229F61538CA}"/>
                    </a:ext>
                  </a:extLst>
                </p:cNvPr>
                <p:cNvSpPr/>
                <p:nvPr/>
              </p:nvSpPr>
              <p:spPr>
                <a:xfrm>
                  <a:off x="4271005" y="674933"/>
                  <a:ext cx="47059" cy="69971"/>
                </a:xfrm>
                <a:custGeom>
                  <a:avLst/>
                  <a:gdLst>
                    <a:gd name="csX0" fmla="*/ 13440 w 47059"/>
                    <a:gd name="csY0" fmla="*/ 975 h 69971"/>
                    <a:gd name="csX1" fmla="*/ 701 w 47059"/>
                    <a:gd name="csY1" fmla="*/ 975 h 69971"/>
                    <a:gd name="csX2" fmla="*/ 701 w 47059"/>
                    <a:gd name="csY2" fmla="*/ 70091 h 69971"/>
                    <a:gd name="csX3" fmla="*/ 13440 w 47059"/>
                    <a:gd name="csY3" fmla="*/ 70091 h 69971"/>
                    <a:gd name="csX4" fmla="*/ 13440 w 47059"/>
                    <a:gd name="csY4" fmla="*/ 44422 h 69971"/>
                    <a:gd name="csX5" fmla="*/ 27131 w 47059"/>
                    <a:gd name="csY5" fmla="*/ 52408 h 69971"/>
                    <a:gd name="csX6" fmla="*/ 47761 w 47059"/>
                    <a:gd name="csY6" fmla="*/ 26263 h 69971"/>
                    <a:gd name="csX7" fmla="*/ 42437 w 47059"/>
                    <a:gd name="csY7" fmla="*/ 7915 h 69971"/>
                    <a:gd name="csX8" fmla="*/ 27131 w 47059"/>
                    <a:gd name="csY8" fmla="*/ 119 h 69971"/>
                    <a:gd name="csX9" fmla="*/ 13440 w 47059"/>
                    <a:gd name="csY9" fmla="*/ 8200 h 69971"/>
                    <a:gd name="csX10" fmla="*/ 24183 w 47059"/>
                    <a:gd name="csY10" fmla="*/ 10767 h 69971"/>
                    <a:gd name="csX11" fmla="*/ 35021 w 47059"/>
                    <a:gd name="csY11" fmla="*/ 26454 h 69971"/>
                    <a:gd name="csX12" fmla="*/ 24183 w 47059"/>
                    <a:gd name="csY12" fmla="*/ 41760 h 69971"/>
                    <a:gd name="csX13" fmla="*/ 13440 w 47059"/>
                    <a:gd name="csY13" fmla="*/ 26263 h 69971"/>
                    <a:gd name="csX14" fmla="*/ 24183 w 47059"/>
                    <a:gd name="csY14" fmla="*/ 10767 h 699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7059" h="69971">
                      <a:moveTo>
                        <a:pt x="13440" y="975"/>
                      </a:moveTo>
                      <a:lnTo>
                        <a:pt x="701" y="975"/>
                      </a:lnTo>
                      <a:lnTo>
                        <a:pt x="701" y="70091"/>
                      </a:lnTo>
                      <a:lnTo>
                        <a:pt x="13440" y="70091"/>
                      </a:lnTo>
                      <a:lnTo>
                        <a:pt x="13440" y="44422"/>
                      </a:lnTo>
                      <a:cubicBezTo>
                        <a:pt x="16578" y="49841"/>
                        <a:pt x="20951" y="52408"/>
                        <a:pt x="27131" y="52408"/>
                      </a:cubicBezTo>
                      <a:cubicBezTo>
                        <a:pt x="39014" y="52408"/>
                        <a:pt x="47761" y="41285"/>
                        <a:pt x="47761" y="26263"/>
                      </a:cubicBezTo>
                      <a:cubicBezTo>
                        <a:pt x="47761" y="19418"/>
                        <a:pt x="45764" y="12478"/>
                        <a:pt x="42437" y="7915"/>
                      </a:cubicBezTo>
                      <a:cubicBezTo>
                        <a:pt x="39205" y="3256"/>
                        <a:pt x="33025" y="119"/>
                        <a:pt x="27131" y="119"/>
                      </a:cubicBezTo>
                      <a:cubicBezTo>
                        <a:pt x="20951" y="119"/>
                        <a:pt x="16578" y="2781"/>
                        <a:pt x="13440" y="8200"/>
                      </a:cubicBezTo>
                      <a:close/>
                      <a:moveTo>
                        <a:pt x="24183" y="10767"/>
                      </a:moveTo>
                      <a:cubicBezTo>
                        <a:pt x="30743" y="10767"/>
                        <a:pt x="35021" y="17042"/>
                        <a:pt x="35021" y="26454"/>
                      </a:cubicBezTo>
                      <a:cubicBezTo>
                        <a:pt x="35021" y="35485"/>
                        <a:pt x="30648" y="41760"/>
                        <a:pt x="24183" y="41760"/>
                      </a:cubicBezTo>
                      <a:cubicBezTo>
                        <a:pt x="17719" y="41760"/>
                        <a:pt x="13440" y="35485"/>
                        <a:pt x="13440" y="26263"/>
                      </a:cubicBezTo>
                      <a:cubicBezTo>
                        <a:pt x="13440" y="17042"/>
                        <a:pt x="17719" y="10767"/>
                        <a:pt x="24183" y="1076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68" name="Freeform 3267">
                  <a:extLst>
                    <a:ext uri="{FF2B5EF4-FFF2-40B4-BE49-F238E27FC236}">
                      <a16:creationId xmlns:a16="http://schemas.microsoft.com/office/drawing/2014/main" id="{AE3FE19B-38C9-07EE-1A3A-6EF00E3451F2}"/>
                    </a:ext>
                  </a:extLst>
                </p:cNvPr>
                <p:cNvSpPr/>
                <p:nvPr/>
              </p:nvSpPr>
              <p:spPr>
                <a:xfrm>
                  <a:off x="4326526" y="658486"/>
                  <a:ext cx="12834" cy="66549"/>
                </a:xfrm>
                <a:custGeom>
                  <a:avLst/>
                  <a:gdLst>
                    <a:gd name="csX0" fmla="*/ 13545 w 12834"/>
                    <a:gd name="csY0" fmla="*/ 17422 h 66549"/>
                    <a:gd name="csX1" fmla="*/ 710 w 12834"/>
                    <a:gd name="csY1" fmla="*/ 17422 h 66549"/>
                    <a:gd name="csX2" fmla="*/ 710 w 12834"/>
                    <a:gd name="csY2" fmla="*/ 66668 h 66549"/>
                    <a:gd name="csX3" fmla="*/ 13545 w 12834"/>
                    <a:gd name="csY3" fmla="*/ 66668 h 66549"/>
                    <a:gd name="csX4" fmla="*/ 13545 w 12834"/>
                    <a:gd name="csY4" fmla="*/ 119 h 66549"/>
                    <a:gd name="csX5" fmla="*/ 710 w 12834"/>
                    <a:gd name="csY5" fmla="*/ 119 h 66549"/>
                    <a:gd name="csX6" fmla="*/ 710 w 12834"/>
                    <a:gd name="csY6" fmla="*/ 11528 h 66549"/>
                    <a:gd name="csX7" fmla="*/ 13545 w 12834"/>
                    <a:gd name="csY7" fmla="*/ 11528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2834" h="66549">
                      <a:moveTo>
                        <a:pt x="13545" y="17422"/>
                      </a:moveTo>
                      <a:lnTo>
                        <a:pt x="710" y="17422"/>
                      </a:lnTo>
                      <a:lnTo>
                        <a:pt x="710" y="66668"/>
                      </a:lnTo>
                      <a:lnTo>
                        <a:pt x="13545" y="66668"/>
                      </a:lnTo>
                      <a:close/>
                      <a:moveTo>
                        <a:pt x="13545" y="119"/>
                      </a:moveTo>
                      <a:lnTo>
                        <a:pt x="710" y="119"/>
                      </a:lnTo>
                      <a:lnTo>
                        <a:pt x="710" y="11528"/>
                      </a:lnTo>
                      <a:lnTo>
                        <a:pt x="13545" y="115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69" name="Freeform 3268">
                  <a:extLst>
                    <a:ext uri="{FF2B5EF4-FFF2-40B4-BE49-F238E27FC236}">
                      <a16:creationId xmlns:a16="http://schemas.microsoft.com/office/drawing/2014/main" id="{ED453EFC-9873-5B96-4760-D5E87B0002AD}"/>
                    </a:ext>
                  </a:extLst>
                </p:cNvPr>
                <p:cNvSpPr/>
                <p:nvPr/>
              </p:nvSpPr>
              <p:spPr>
                <a:xfrm>
                  <a:off x="4346015" y="663524"/>
                  <a:ext cx="26239" cy="63601"/>
                </a:xfrm>
                <a:custGeom>
                  <a:avLst/>
                  <a:gdLst>
                    <a:gd name="csX0" fmla="*/ 26953 w 26239"/>
                    <a:gd name="csY0" fmla="*/ 13334 h 63601"/>
                    <a:gd name="csX1" fmla="*/ 19823 w 26239"/>
                    <a:gd name="csY1" fmla="*/ 13334 h 63601"/>
                    <a:gd name="csX2" fmla="*/ 19823 w 26239"/>
                    <a:gd name="csY2" fmla="*/ 119 h 63601"/>
                    <a:gd name="csX3" fmla="*/ 7084 w 26239"/>
                    <a:gd name="csY3" fmla="*/ 119 h 63601"/>
                    <a:gd name="csX4" fmla="*/ 7084 w 26239"/>
                    <a:gd name="csY4" fmla="*/ 13334 h 63601"/>
                    <a:gd name="csX5" fmla="*/ 714 w 26239"/>
                    <a:gd name="csY5" fmla="*/ 13334 h 63601"/>
                    <a:gd name="csX6" fmla="*/ 714 w 26239"/>
                    <a:gd name="csY6" fmla="*/ 21795 h 63601"/>
                    <a:gd name="csX7" fmla="*/ 7084 w 26239"/>
                    <a:gd name="csY7" fmla="*/ 21795 h 63601"/>
                    <a:gd name="csX8" fmla="*/ 7084 w 26239"/>
                    <a:gd name="csY8" fmla="*/ 52123 h 63601"/>
                    <a:gd name="csX9" fmla="*/ 19538 w 26239"/>
                    <a:gd name="csY9" fmla="*/ 63721 h 63601"/>
                    <a:gd name="csX10" fmla="*/ 26953 w 26239"/>
                    <a:gd name="csY10" fmla="*/ 62770 h 63601"/>
                    <a:gd name="csX11" fmla="*/ 26953 w 26239"/>
                    <a:gd name="csY11" fmla="*/ 53739 h 63601"/>
                    <a:gd name="csX12" fmla="*/ 24006 w 26239"/>
                    <a:gd name="csY12" fmla="*/ 54024 h 63601"/>
                    <a:gd name="csX13" fmla="*/ 19823 w 26239"/>
                    <a:gd name="csY13" fmla="*/ 48700 h 63601"/>
                    <a:gd name="csX14" fmla="*/ 19823 w 26239"/>
                    <a:gd name="csY14" fmla="*/ 21795 h 63601"/>
                    <a:gd name="csX15" fmla="*/ 26953 w 26239"/>
                    <a:gd name="csY15" fmla="*/ 21795 h 636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6239" h="63601">
                      <a:moveTo>
                        <a:pt x="26953" y="13334"/>
                      </a:moveTo>
                      <a:lnTo>
                        <a:pt x="19823" y="13334"/>
                      </a:lnTo>
                      <a:lnTo>
                        <a:pt x="19823" y="119"/>
                      </a:lnTo>
                      <a:lnTo>
                        <a:pt x="7084" y="119"/>
                      </a:lnTo>
                      <a:lnTo>
                        <a:pt x="7084" y="13334"/>
                      </a:lnTo>
                      <a:lnTo>
                        <a:pt x="714" y="13334"/>
                      </a:lnTo>
                      <a:lnTo>
                        <a:pt x="714" y="21795"/>
                      </a:lnTo>
                      <a:lnTo>
                        <a:pt x="7084" y="21795"/>
                      </a:lnTo>
                      <a:lnTo>
                        <a:pt x="7084" y="52123"/>
                      </a:lnTo>
                      <a:cubicBezTo>
                        <a:pt x="7084" y="59918"/>
                        <a:pt x="11172" y="63721"/>
                        <a:pt x="19538" y="63721"/>
                      </a:cubicBezTo>
                      <a:cubicBezTo>
                        <a:pt x="22485" y="63721"/>
                        <a:pt x="24577" y="63436"/>
                        <a:pt x="26953" y="62770"/>
                      </a:cubicBezTo>
                      <a:lnTo>
                        <a:pt x="26953" y="53739"/>
                      </a:lnTo>
                      <a:cubicBezTo>
                        <a:pt x="25718" y="53929"/>
                        <a:pt x="25052" y="54024"/>
                        <a:pt x="24006" y="54024"/>
                      </a:cubicBezTo>
                      <a:cubicBezTo>
                        <a:pt x="20679" y="54024"/>
                        <a:pt x="19823" y="53073"/>
                        <a:pt x="19823" y="48700"/>
                      </a:cubicBezTo>
                      <a:lnTo>
                        <a:pt x="19823" y="21795"/>
                      </a:lnTo>
                      <a:lnTo>
                        <a:pt x="26953" y="2179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0" name="Freeform 3269">
                  <a:extLst>
                    <a:ext uri="{FF2B5EF4-FFF2-40B4-BE49-F238E27FC236}">
                      <a16:creationId xmlns:a16="http://schemas.microsoft.com/office/drawing/2014/main" id="{47C90A34-9A7D-1776-93A9-6393597B13F2}"/>
                    </a:ext>
                  </a:extLst>
                </p:cNvPr>
                <p:cNvSpPr/>
                <p:nvPr/>
              </p:nvSpPr>
              <p:spPr>
                <a:xfrm>
                  <a:off x="4376628" y="675788"/>
                  <a:ext cx="47440" cy="49246"/>
                </a:xfrm>
                <a:custGeom>
                  <a:avLst/>
                  <a:gdLst>
                    <a:gd name="csX0" fmla="*/ 31712 w 47440"/>
                    <a:gd name="csY0" fmla="*/ 24552 h 49246"/>
                    <a:gd name="csX1" fmla="*/ 47779 w 47440"/>
                    <a:gd name="csY1" fmla="*/ 119 h 49246"/>
                    <a:gd name="csX2" fmla="*/ 32377 w 47440"/>
                    <a:gd name="csY2" fmla="*/ 119 h 49246"/>
                    <a:gd name="csX3" fmla="*/ 24487 w 47440"/>
                    <a:gd name="csY3" fmla="*/ 14950 h 49246"/>
                    <a:gd name="csX4" fmla="*/ 16406 w 47440"/>
                    <a:gd name="csY4" fmla="*/ 119 h 49246"/>
                    <a:gd name="csX5" fmla="*/ 1099 w 47440"/>
                    <a:gd name="csY5" fmla="*/ 119 h 49246"/>
                    <a:gd name="csX6" fmla="*/ 17166 w 47440"/>
                    <a:gd name="csY6" fmla="*/ 24552 h 49246"/>
                    <a:gd name="csX7" fmla="*/ 719 w 47440"/>
                    <a:gd name="csY7" fmla="*/ 49366 h 49246"/>
                    <a:gd name="csX8" fmla="*/ 16120 w 47440"/>
                    <a:gd name="csY8" fmla="*/ 49366 h 49246"/>
                    <a:gd name="csX9" fmla="*/ 24487 w 47440"/>
                    <a:gd name="csY9" fmla="*/ 34059 h 49246"/>
                    <a:gd name="csX10" fmla="*/ 32758 w 47440"/>
                    <a:gd name="csY10" fmla="*/ 49366 h 49246"/>
                    <a:gd name="csX11" fmla="*/ 48159 w 47440"/>
                    <a:gd name="csY11" fmla="*/ 49366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7440" h="49246">
                      <a:moveTo>
                        <a:pt x="31712" y="24552"/>
                      </a:moveTo>
                      <a:lnTo>
                        <a:pt x="47779" y="119"/>
                      </a:lnTo>
                      <a:lnTo>
                        <a:pt x="32377" y="119"/>
                      </a:lnTo>
                      <a:lnTo>
                        <a:pt x="24487" y="14950"/>
                      </a:lnTo>
                      <a:lnTo>
                        <a:pt x="16406" y="119"/>
                      </a:lnTo>
                      <a:lnTo>
                        <a:pt x="1099" y="119"/>
                      </a:lnTo>
                      <a:lnTo>
                        <a:pt x="17166" y="24552"/>
                      </a:lnTo>
                      <a:lnTo>
                        <a:pt x="719" y="49366"/>
                      </a:lnTo>
                      <a:lnTo>
                        <a:pt x="16120" y="49366"/>
                      </a:lnTo>
                      <a:lnTo>
                        <a:pt x="24487" y="34059"/>
                      </a:lnTo>
                      <a:lnTo>
                        <a:pt x="32758" y="49366"/>
                      </a:lnTo>
                      <a:lnTo>
                        <a:pt x="48159" y="493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71" name="Freeform 3270">
                  <a:extLst>
                    <a:ext uri="{FF2B5EF4-FFF2-40B4-BE49-F238E27FC236}">
                      <a16:creationId xmlns:a16="http://schemas.microsoft.com/office/drawing/2014/main" id="{79808A74-BC22-E66F-5A9B-B23472E79E08}"/>
                    </a:ext>
                  </a:extLst>
                </p:cNvPr>
                <p:cNvSpPr/>
                <p:nvPr/>
              </p:nvSpPr>
              <p:spPr>
                <a:xfrm>
                  <a:off x="4426540" y="658961"/>
                  <a:ext cx="44397" cy="68165"/>
                </a:xfrm>
                <a:custGeom>
                  <a:avLst/>
                  <a:gdLst>
                    <a:gd name="csX0" fmla="*/ 17840 w 44397"/>
                    <a:gd name="csY0" fmla="*/ 37292 h 68165"/>
                    <a:gd name="csX1" fmla="*/ 25350 w 44397"/>
                    <a:gd name="csY1" fmla="*/ 37862 h 68165"/>
                    <a:gd name="csX2" fmla="*/ 32385 w 44397"/>
                    <a:gd name="csY2" fmla="*/ 47559 h 68165"/>
                    <a:gd name="csX3" fmla="*/ 22783 w 44397"/>
                    <a:gd name="csY3" fmla="*/ 57351 h 68165"/>
                    <a:gd name="csX4" fmla="*/ 13086 w 44397"/>
                    <a:gd name="csY4" fmla="*/ 47179 h 68165"/>
                    <a:gd name="csX5" fmla="*/ 727 w 44397"/>
                    <a:gd name="csY5" fmla="*/ 47179 h 68165"/>
                    <a:gd name="csX6" fmla="*/ 22498 w 44397"/>
                    <a:gd name="csY6" fmla="*/ 68285 h 68165"/>
                    <a:gd name="csX7" fmla="*/ 45125 w 44397"/>
                    <a:gd name="csY7" fmla="*/ 47559 h 68165"/>
                    <a:gd name="csX8" fmla="*/ 34572 w 44397"/>
                    <a:gd name="csY8" fmla="*/ 31492 h 68165"/>
                    <a:gd name="csX9" fmla="*/ 43033 w 44397"/>
                    <a:gd name="csY9" fmla="*/ 17707 h 68165"/>
                    <a:gd name="csX10" fmla="*/ 22498 w 44397"/>
                    <a:gd name="csY10" fmla="*/ 119 h 68165"/>
                    <a:gd name="csX11" fmla="*/ 3104 w 44397"/>
                    <a:gd name="csY11" fmla="*/ 11242 h 68165"/>
                    <a:gd name="csX12" fmla="*/ 1488 w 44397"/>
                    <a:gd name="csY12" fmla="*/ 21795 h 68165"/>
                    <a:gd name="csX13" fmla="*/ 13371 w 44397"/>
                    <a:gd name="csY13" fmla="*/ 21795 h 68165"/>
                    <a:gd name="csX14" fmla="*/ 14417 w 44397"/>
                    <a:gd name="csY14" fmla="*/ 14950 h 68165"/>
                    <a:gd name="csX15" fmla="*/ 22213 w 44397"/>
                    <a:gd name="csY15" fmla="*/ 10387 h 68165"/>
                    <a:gd name="csX16" fmla="*/ 30294 w 44397"/>
                    <a:gd name="csY16" fmla="*/ 18943 h 68165"/>
                    <a:gd name="csX17" fmla="*/ 18981 w 44397"/>
                    <a:gd name="csY17" fmla="*/ 28640 h 68165"/>
                    <a:gd name="csX18" fmla="*/ 17840 w 44397"/>
                    <a:gd name="csY18" fmla="*/ 28640 h 6816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4397" h="68165">
                      <a:moveTo>
                        <a:pt x="17840" y="37292"/>
                      </a:moveTo>
                      <a:cubicBezTo>
                        <a:pt x="22783" y="37292"/>
                        <a:pt x="23069" y="37292"/>
                        <a:pt x="25350" y="37862"/>
                      </a:cubicBezTo>
                      <a:cubicBezTo>
                        <a:pt x="29628" y="39098"/>
                        <a:pt x="32385" y="42806"/>
                        <a:pt x="32385" y="47559"/>
                      </a:cubicBezTo>
                      <a:cubicBezTo>
                        <a:pt x="32385" y="53358"/>
                        <a:pt x="28393" y="57351"/>
                        <a:pt x="22783" y="57351"/>
                      </a:cubicBezTo>
                      <a:cubicBezTo>
                        <a:pt x="16794" y="57351"/>
                        <a:pt x="13466" y="53834"/>
                        <a:pt x="13086" y="47179"/>
                      </a:cubicBezTo>
                      <a:lnTo>
                        <a:pt x="727" y="47179"/>
                      </a:lnTo>
                      <a:cubicBezTo>
                        <a:pt x="822" y="60204"/>
                        <a:pt x="9188" y="68285"/>
                        <a:pt x="22498" y="68285"/>
                      </a:cubicBezTo>
                      <a:cubicBezTo>
                        <a:pt x="36283" y="68285"/>
                        <a:pt x="45125" y="60204"/>
                        <a:pt x="45125" y="47559"/>
                      </a:cubicBezTo>
                      <a:cubicBezTo>
                        <a:pt x="45125" y="39954"/>
                        <a:pt x="41892" y="35105"/>
                        <a:pt x="34572" y="31492"/>
                      </a:cubicBezTo>
                      <a:cubicBezTo>
                        <a:pt x="40466" y="27785"/>
                        <a:pt x="43033" y="23697"/>
                        <a:pt x="43033" y="17707"/>
                      </a:cubicBezTo>
                      <a:cubicBezTo>
                        <a:pt x="43033" y="6964"/>
                        <a:pt x="35047" y="119"/>
                        <a:pt x="22498" y="119"/>
                      </a:cubicBezTo>
                      <a:cubicBezTo>
                        <a:pt x="13086" y="119"/>
                        <a:pt x="5956" y="4207"/>
                        <a:pt x="3104" y="11242"/>
                      </a:cubicBezTo>
                      <a:cubicBezTo>
                        <a:pt x="1868" y="14380"/>
                        <a:pt x="1488" y="16471"/>
                        <a:pt x="1488" y="21795"/>
                      </a:cubicBezTo>
                      <a:lnTo>
                        <a:pt x="13371" y="21795"/>
                      </a:lnTo>
                      <a:cubicBezTo>
                        <a:pt x="13466" y="18373"/>
                        <a:pt x="13752" y="16661"/>
                        <a:pt x="14417" y="14950"/>
                      </a:cubicBezTo>
                      <a:cubicBezTo>
                        <a:pt x="15558" y="12193"/>
                        <a:pt x="18505" y="10387"/>
                        <a:pt x="22213" y="10387"/>
                      </a:cubicBezTo>
                      <a:cubicBezTo>
                        <a:pt x="27347" y="10387"/>
                        <a:pt x="30294" y="13524"/>
                        <a:pt x="30294" y="18943"/>
                      </a:cubicBezTo>
                      <a:cubicBezTo>
                        <a:pt x="30294" y="25503"/>
                        <a:pt x="26586" y="28640"/>
                        <a:pt x="18981" y="28640"/>
                      </a:cubicBezTo>
                      <a:lnTo>
                        <a:pt x="17840" y="286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701" name="Freeform 2700">
                <a:extLst>
                  <a:ext uri="{FF2B5EF4-FFF2-40B4-BE49-F238E27FC236}">
                    <a16:creationId xmlns:a16="http://schemas.microsoft.com/office/drawing/2014/main" id="{03B4737F-8CB4-121A-CB7F-3FCB5CBD06ED}"/>
                  </a:ext>
                </a:extLst>
              </p:cNvPr>
              <p:cNvSpPr/>
              <p:nvPr/>
            </p:nvSpPr>
            <p:spPr>
              <a:xfrm>
                <a:off x="1750647" y="942763"/>
                <a:ext cx="280087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702" name="Graphic 2">
                <a:extLst>
                  <a:ext uri="{FF2B5EF4-FFF2-40B4-BE49-F238E27FC236}">
                    <a16:creationId xmlns:a16="http://schemas.microsoft.com/office/drawing/2014/main" id="{C0E60B26-11C3-9C6F-9B80-37FF5FF6C77A}"/>
                  </a:ext>
                </a:extLst>
              </p:cNvPr>
              <p:cNvGrpSpPr/>
              <p:nvPr/>
            </p:nvGrpSpPr>
            <p:grpSpPr>
              <a:xfrm>
                <a:off x="1767887" y="976020"/>
                <a:ext cx="238055" cy="69971"/>
                <a:chOff x="3044219" y="976020"/>
                <a:chExt cx="238055" cy="69971"/>
              </a:xfrm>
              <a:solidFill>
                <a:srgbClr val="000000"/>
              </a:solidFill>
            </p:grpSpPr>
            <p:sp>
              <p:nvSpPr>
                <p:cNvPr id="3006" name="Freeform 3005">
                  <a:extLst>
                    <a:ext uri="{FF2B5EF4-FFF2-40B4-BE49-F238E27FC236}">
                      <a16:creationId xmlns:a16="http://schemas.microsoft.com/office/drawing/2014/main" id="{6A5CFA71-C376-ECAF-7228-A3B36B220929}"/>
                    </a:ext>
                  </a:extLst>
                </p:cNvPr>
                <p:cNvSpPr/>
                <p:nvPr/>
              </p:nvSpPr>
              <p:spPr>
                <a:xfrm>
                  <a:off x="3044219" y="976020"/>
                  <a:ext cx="47059" cy="69971"/>
                </a:xfrm>
                <a:custGeom>
                  <a:avLst/>
                  <a:gdLst>
                    <a:gd name="csX0" fmla="*/ 13239 w 47059"/>
                    <a:gd name="csY0" fmla="*/ 1024 h 69971"/>
                    <a:gd name="csX1" fmla="*/ 499 w 47059"/>
                    <a:gd name="csY1" fmla="*/ 1024 h 69971"/>
                    <a:gd name="csX2" fmla="*/ 499 w 47059"/>
                    <a:gd name="csY2" fmla="*/ 70140 h 69971"/>
                    <a:gd name="csX3" fmla="*/ 13239 w 47059"/>
                    <a:gd name="csY3" fmla="*/ 70140 h 69971"/>
                    <a:gd name="csX4" fmla="*/ 13239 w 47059"/>
                    <a:gd name="csY4" fmla="*/ 44471 h 69971"/>
                    <a:gd name="csX5" fmla="*/ 26929 w 47059"/>
                    <a:gd name="csY5" fmla="*/ 52457 h 69971"/>
                    <a:gd name="csX6" fmla="*/ 47559 w 47059"/>
                    <a:gd name="csY6" fmla="*/ 26313 h 69971"/>
                    <a:gd name="csX7" fmla="*/ 42235 w 47059"/>
                    <a:gd name="csY7" fmla="*/ 7964 h 69971"/>
                    <a:gd name="csX8" fmla="*/ 26929 w 47059"/>
                    <a:gd name="csY8" fmla="*/ 169 h 69971"/>
                    <a:gd name="csX9" fmla="*/ 13239 w 47059"/>
                    <a:gd name="csY9" fmla="*/ 8250 h 69971"/>
                    <a:gd name="csX10" fmla="*/ 23982 w 47059"/>
                    <a:gd name="csY10" fmla="*/ 10817 h 69971"/>
                    <a:gd name="csX11" fmla="*/ 34820 w 47059"/>
                    <a:gd name="csY11" fmla="*/ 26503 h 69971"/>
                    <a:gd name="csX12" fmla="*/ 23982 w 47059"/>
                    <a:gd name="csY12" fmla="*/ 41809 h 69971"/>
                    <a:gd name="csX13" fmla="*/ 13239 w 47059"/>
                    <a:gd name="csY13" fmla="*/ 26313 h 69971"/>
                    <a:gd name="csX14" fmla="*/ 23982 w 47059"/>
                    <a:gd name="csY14" fmla="*/ 10817 h 699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7059" h="69971">
                      <a:moveTo>
                        <a:pt x="13239" y="1024"/>
                      </a:moveTo>
                      <a:lnTo>
                        <a:pt x="499" y="1024"/>
                      </a:lnTo>
                      <a:lnTo>
                        <a:pt x="499" y="70140"/>
                      </a:lnTo>
                      <a:lnTo>
                        <a:pt x="13239" y="70140"/>
                      </a:lnTo>
                      <a:lnTo>
                        <a:pt x="13239" y="44471"/>
                      </a:lnTo>
                      <a:cubicBezTo>
                        <a:pt x="16376" y="49890"/>
                        <a:pt x="20749" y="52457"/>
                        <a:pt x="26929" y="52457"/>
                      </a:cubicBezTo>
                      <a:cubicBezTo>
                        <a:pt x="38813" y="52457"/>
                        <a:pt x="47559" y="41334"/>
                        <a:pt x="47559" y="26313"/>
                      </a:cubicBezTo>
                      <a:cubicBezTo>
                        <a:pt x="47559" y="19468"/>
                        <a:pt x="45563" y="12528"/>
                        <a:pt x="42235" y="7964"/>
                      </a:cubicBezTo>
                      <a:cubicBezTo>
                        <a:pt x="39003" y="3306"/>
                        <a:pt x="32823" y="169"/>
                        <a:pt x="26929" y="169"/>
                      </a:cubicBezTo>
                      <a:cubicBezTo>
                        <a:pt x="20749" y="169"/>
                        <a:pt x="16376" y="2831"/>
                        <a:pt x="13239" y="8250"/>
                      </a:cubicBezTo>
                      <a:close/>
                      <a:moveTo>
                        <a:pt x="23982" y="10817"/>
                      </a:moveTo>
                      <a:cubicBezTo>
                        <a:pt x="30542" y="10817"/>
                        <a:pt x="34820" y="17091"/>
                        <a:pt x="34820" y="26503"/>
                      </a:cubicBezTo>
                      <a:cubicBezTo>
                        <a:pt x="34820" y="35535"/>
                        <a:pt x="30447" y="41809"/>
                        <a:pt x="23982" y="41809"/>
                      </a:cubicBezTo>
                      <a:cubicBezTo>
                        <a:pt x="17517" y="41809"/>
                        <a:pt x="13239" y="35535"/>
                        <a:pt x="13239" y="26313"/>
                      </a:cubicBezTo>
                      <a:cubicBezTo>
                        <a:pt x="13239" y="17091"/>
                        <a:pt x="17517" y="10817"/>
                        <a:pt x="23982" y="1081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7" name="Freeform 3006">
                  <a:extLst>
                    <a:ext uri="{FF2B5EF4-FFF2-40B4-BE49-F238E27FC236}">
                      <a16:creationId xmlns:a16="http://schemas.microsoft.com/office/drawing/2014/main" id="{A299DBE0-B7E3-684C-B104-8C0832194A6D}"/>
                    </a:ext>
                  </a:extLst>
                </p:cNvPr>
                <p:cNvSpPr/>
                <p:nvPr/>
              </p:nvSpPr>
              <p:spPr>
                <a:xfrm>
                  <a:off x="3098979" y="976020"/>
                  <a:ext cx="47059" cy="69971"/>
                </a:xfrm>
                <a:custGeom>
                  <a:avLst/>
                  <a:gdLst>
                    <a:gd name="csX0" fmla="*/ 13248 w 47059"/>
                    <a:gd name="csY0" fmla="*/ 1024 h 69971"/>
                    <a:gd name="csX1" fmla="*/ 508 w 47059"/>
                    <a:gd name="csY1" fmla="*/ 1024 h 69971"/>
                    <a:gd name="csX2" fmla="*/ 508 w 47059"/>
                    <a:gd name="csY2" fmla="*/ 70140 h 69971"/>
                    <a:gd name="csX3" fmla="*/ 13248 w 47059"/>
                    <a:gd name="csY3" fmla="*/ 70140 h 69971"/>
                    <a:gd name="csX4" fmla="*/ 13248 w 47059"/>
                    <a:gd name="csY4" fmla="*/ 44471 h 69971"/>
                    <a:gd name="csX5" fmla="*/ 26938 w 47059"/>
                    <a:gd name="csY5" fmla="*/ 52457 h 69971"/>
                    <a:gd name="csX6" fmla="*/ 47568 w 47059"/>
                    <a:gd name="csY6" fmla="*/ 26313 h 69971"/>
                    <a:gd name="csX7" fmla="*/ 42244 w 47059"/>
                    <a:gd name="csY7" fmla="*/ 7964 h 69971"/>
                    <a:gd name="csX8" fmla="*/ 26938 w 47059"/>
                    <a:gd name="csY8" fmla="*/ 169 h 69971"/>
                    <a:gd name="csX9" fmla="*/ 13248 w 47059"/>
                    <a:gd name="csY9" fmla="*/ 8250 h 69971"/>
                    <a:gd name="csX10" fmla="*/ 23991 w 47059"/>
                    <a:gd name="csY10" fmla="*/ 10817 h 69971"/>
                    <a:gd name="csX11" fmla="*/ 34829 w 47059"/>
                    <a:gd name="csY11" fmla="*/ 26503 h 69971"/>
                    <a:gd name="csX12" fmla="*/ 23991 w 47059"/>
                    <a:gd name="csY12" fmla="*/ 41809 h 69971"/>
                    <a:gd name="csX13" fmla="*/ 13248 w 47059"/>
                    <a:gd name="csY13" fmla="*/ 26313 h 69971"/>
                    <a:gd name="csX14" fmla="*/ 23991 w 47059"/>
                    <a:gd name="csY14" fmla="*/ 10817 h 699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7059" h="69971">
                      <a:moveTo>
                        <a:pt x="13248" y="1024"/>
                      </a:moveTo>
                      <a:lnTo>
                        <a:pt x="508" y="1024"/>
                      </a:lnTo>
                      <a:lnTo>
                        <a:pt x="508" y="70140"/>
                      </a:lnTo>
                      <a:lnTo>
                        <a:pt x="13248" y="70140"/>
                      </a:lnTo>
                      <a:lnTo>
                        <a:pt x="13248" y="44471"/>
                      </a:lnTo>
                      <a:cubicBezTo>
                        <a:pt x="16385" y="49890"/>
                        <a:pt x="20758" y="52457"/>
                        <a:pt x="26938" y="52457"/>
                      </a:cubicBezTo>
                      <a:cubicBezTo>
                        <a:pt x="38822" y="52457"/>
                        <a:pt x="47568" y="41334"/>
                        <a:pt x="47568" y="26313"/>
                      </a:cubicBezTo>
                      <a:cubicBezTo>
                        <a:pt x="47568" y="19468"/>
                        <a:pt x="45572" y="12528"/>
                        <a:pt x="42244" y="7964"/>
                      </a:cubicBezTo>
                      <a:cubicBezTo>
                        <a:pt x="39012" y="3306"/>
                        <a:pt x="32832" y="169"/>
                        <a:pt x="26938" y="169"/>
                      </a:cubicBezTo>
                      <a:cubicBezTo>
                        <a:pt x="20758" y="169"/>
                        <a:pt x="16385" y="2831"/>
                        <a:pt x="13248" y="8250"/>
                      </a:cubicBezTo>
                      <a:close/>
                      <a:moveTo>
                        <a:pt x="23991" y="10817"/>
                      </a:moveTo>
                      <a:cubicBezTo>
                        <a:pt x="30551" y="10817"/>
                        <a:pt x="34829" y="17091"/>
                        <a:pt x="34829" y="26503"/>
                      </a:cubicBezTo>
                      <a:cubicBezTo>
                        <a:pt x="34829" y="35535"/>
                        <a:pt x="30456" y="41809"/>
                        <a:pt x="23991" y="41809"/>
                      </a:cubicBezTo>
                      <a:cubicBezTo>
                        <a:pt x="17526" y="41809"/>
                        <a:pt x="13248" y="35535"/>
                        <a:pt x="13248" y="26313"/>
                      </a:cubicBezTo>
                      <a:cubicBezTo>
                        <a:pt x="13248" y="17091"/>
                        <a:pt x="17526" y="10817"/>
                        <a:pt x="23991" y="1081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64" name="Freeform 3263">
                  <a:extLst>
                    <a:ext uri="{FF2B5EF4-FFF2-40B4-BE49-F238E27FC236}">
                      <a16:creationId xmlns:a16="http://schemas.microsoft.com/office/drawing/2014/main" id="{EECB3477-2FC5-EA8B-7046-7253595A1FA9}"/>
                    </a:ext>
                  </a:extLst>
                </p:cNvPr>
                <p:cNvSpPr/>
                <p:nvPr/>
              </p:nvSpPr>
              <p:spPr>
                <a:xfrm>
                  <a:off x="3150983" y="976020"/>
                  <a:ext cx="45253" cy="52193"/>
                </a:xfrm>
                <a:custGeom>
                  <a:avLst/>
                  <a:gdLst>
                    <a:gd name="csX0" fmla="*/ 45771 w 45253"/>
                    <a:gd name="csY0" fmla="*/ 48750 h 52193"/>
                    <a:gd name="csX1" fmla="*/ 42824 w 45253"/>
                    <a:gd name="csY1" fmla="*/ 42665 h 52193"/>
                    <a:gd name="csX2" fmla="*/ 42824 w 45253"/>
                    <a:gd name="csY2" fmla="*/ 15285 h 52193"/>
                    <a:gd name="csX3" fmla="*/ 22669 w 45253"/>
                    <a:gd name="csY3" fmla="*/ 169 h 52193"/>
                    <a:gd name="csX4" fmla="*/ 1563 w 45253"/>
                    <a:gd name="csY4" fmla="*/ 17186 h 52193"/>
                    <a:gd name="csX5" fmla="*/ 13922 w 45253"/>
                    <a:gd name="csY5" fmla="*/ 17186 h 52193"/>
                    <a:gd name="csX6" fmla="*/ 22954 w 45253"/>
                    <a:gd name="csY6" fmla="*/ 10436 h 52193"/>
                    <a:gd name="csX7" fmla="*/ 30370 w 45253"/>
                    <a:gd name="csY7" fmla="*/ 15380 h 52193"/>
                    <a:gd name="csX8" fmla="*/ 28183 w 45253"/>
                    <a:gd name="csY8" fmla="*/ 19278 h 52193"/>
                    <a:gd name="csX9" fmla="*/ 20102 w 45253"/>
                    <a:gd name="csY9" fmla="*/ 21179 h 52193"/>
                    <a:gd name="csX10" fmla="*/ 15063 w 45253"/>
                    <a:gd name="csY10" fmla="*/ 22035 h 52193"/>
                    <a:gd name="csX11" fmla="*/ 517 w 45253"/>
                    <a:gd name="csY11" fmla="*/ 37626 h 52193"/>
                    <a:gd name="csX12" fmla="*/ 15443 w 45253"/>
                    <a:gd name="csY12" fmla="*/ 52362 h 52193"/>
                    <a:gd name="csX13" fmla="*/ 30465 w 45253"/>
                    <a:gd name="csY13" fmla="*/ 45327 h 52193"/>
                    <a:gd name="csX14" fmla="*/ 31891 w 45253"/>
                    <a:gd name="csY14" fmla="*/ 50271 h 52193"/>
                    <a:gd name="csX15" fmla="*/ 45771 w 45253"/>
                    <a:gd name="csY15" fmla="*/ 50271 h 52193"/>
                    <a:gd name="csX16" fmla="*/ 30370 w 45253"/>
                    <a:gd name="csY16" fmla="*/ 30496 h 52193"/>
                    <a:gd name="csX17" fmla="*/ 20197 w 45253"/>
                    <a:gd name="csY17" fmla="*/ 42095 h 52193"/>
                    <a:gd name="csX18" fmla="*/ 13257 w 45253"/>
                    <a:gd name="csY18" fmla="*/ 36105 h 52193"/>
                    <a:gd name="csX19" fmla="*/ 20577 w 45253"/>
                    <a:gd name="csY19" fmla="*/ 29355 h 52193"/>
                    <a:gd name="csX20" fmla="*/ 24951 w 45253"/>
                    <a:gd name="csY20" fmla="*/ 28595 h 52193"/>
                    <a:gd name="csX21" fmla="*/ 30370 w 45253"/>
                    <a:gd name="csY21" fmla="*/ 26978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45253" h="52193">
                      <a:moveTo>
                        <a:pt x="45771" y="48750"/>
                      </a:moveTo>
                      <a:cubicBezTo>
                        <a:pt x="43584" y="46658"/>
                        <a:pt x="42824" y="45137"/>
                        <a:pt x="42824" y="42665"/>
                      </a:cubicBezTo>
                      <a:lnTo>
                        <a:pt x="42824" y="15285"/>
                      </a:lnTo>
                      <a:cubicBezTo>
                        <a:pt x="42824" y="5302"/>
                        <a:pt x="35979" y="169"/>
                        <a:pt x="22669" y="169"/>
                      </a:cubicBezTo>
                      <a:cubicBezTo>
                        <a:pt x="9359" y="169"/>
                        <a:pt x="2419" y="5778"/>
                        <a:pt x="1563" y="17186"/>
                      </a:cubicBezTo>
                      <a:lnTo>
                        <a:pt x="13922" y="17186"/>
                      </a:lnTo>
                      <a:cubicBezTo>
                        <a:pt x="14588" y="12147"/>
                        <a:pt x="16679" y="10436"/>
                        <a:pt x="22954" y="10436"/>
                      </a:cubicBezTo>
                      <a:cubicBezTo>
                        <a:pt x="27898" y="10436"/>
                        <a:pt x="30370" y="12147"/>
                        <a:pt x="30370" y="15380"/>
                      </a:cubicBezTo>
                      <a:cubicBezTo>
                        <a:pt x="30370" y="17091"/>
                        <a:pt x="29514" y="18422"/>
                        <a:pt x="28183" y="19278"/>
                      </a:cubicBezTo>
                      <a:cubicBezTo>
                        <a:pt x="26472" y="20133"/>
                        <a:pt x="26472" y="20133"/>
                        <a:pt x="20102" y="21179"/>
                      </a:cubicBezTo>
                      <a:lnTo>
                        <a:pt x="15063" y="22035"/>
                      </a:lnTo>
                      <a:cubicBezTo>
                        <a:pt x="5271" y="23746"/>
                        <a:pt x="517" y="28690"/>
                        <a:pt x="517" y="37626"/>
                      </a:cubicBezTo>
                      <a:cubicBezTo>
                        <a:pt x="517" y="46468"/>
                        <a:pt x="6412" y="52362"/>
                        <a:pt x="15443" y="52362"/>
                      </a:cubicBezTo>
                      <a:cubicBezTo>
                        <a:pt x="20958" y="52362"/>
                        <a:pt x="25901" y="50081"/>
                        <a:pt x="30465" y="45327"/>
                      </a:cubicBezTo>
                      <a:cubicBezTo>
                        <a:pt x="30465" y="47894"/>
                        <a:pt x="30750" y="48845"/>
                        <a:pt x="31891" y="50271"/>
                      </a:cubicBezTo>
                      <a:lnTo>
                        <a:pt x="45771" y="50271"/>
                      </a:lnTo>
                      <a:close/>
                      <a:moveTo>
                        <a:pt x="30370" y="30496"/>
                      </a:moveTo>
                      <a:cubicBezTo>
                        <a:pt x="30370" y="37816"/>
                        <a:pt x="26662" y="42095"/>
                        <a:pt x="20197" y="42095"/>
                      </a:cubicBezTo>
                      <a:cubicBezTo>
                        <a:pt x="15919" y="42095"/>
                        <a:pt x="13257" y="39813"/>
                        <a:pt x="13257" y="36105"/>
                      </a:cubicBezTo>
                      <a:cubicBezTo>
                        <a:pt x="13257" y="32302"/>
                        <a:pt x="15253" y="30496"/>
                        <a:pt x="20577" y="29355"/>
                      </a:cubicBezTo>
                      <a:lnTo>
                        <a:pt x="24951" y="28595"/>
                      </a:lnTo>
                      <a:cubicBezTo>
                        <a:pt x="28373" y="27929"/>
                        <a:pt x="28848" y="27739"/>
                        <a:pt x="30370" y="26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65" name="Freeform 3264">
                  <a:extLst>
                    <a:ext uri="{FF2B5EF4-FFF2-40B4-BE49-F238E27FC236}">
                      <a16:creationId xmlns:a16="http://schemas.microsoft.com/office/drawing/2014/main" id="{E2E80E70-C1B8-5932-0916-31A238A83584}"/>
                    </a:ext>
                  </a:extLst>
                </p:cNvPr>
                <p:cNvSpPr/>
                <p:nvPr/>
              </p:nvSpPr>
              <p:spPr>
                <a:xfrm>
                  <a:off x="3202796" y="976020"/>
                  <a:ext cx="28045" cy="50102"/>
                </a:xfrm>
                <a:custGeom>
                  <a:avLst/>
                  <a:gdLst>
                    <a:gd name="csX0" fmla="*/ 525 w 28045"/>
                    <a:gd name="csY0" fmla="*/ 1024 h 50102"/>
                    <a:gd name="csX1" fmla="*/ 525 w 28045"/>
                    <a:gd name="csY1" fmla="*/ 50271 h 50102"/>
                    <a:gd name="csX2" fmla="*/ 13360 w 28045"/>
                    <a:gd name="csY2" fmla="*/ 50271 h 50102"/>
                    <a:gd name="csX3" fmla="*/ 13360 w 28045"/>
                    <a:gd name="csY3" fmla="*/ 24031 h 50102"/>
                    <a:gd name="csX4" fmla="*/ 24578 w 28045"/>
                    <a:gd name="csY4" fmla="*/ 12813 h 50102"/>
                    <a:gd name="csX5" fmla="*/ 28571 w 28045"/>
                    <a:gd name="csY5" fmla="*/ 13193 h 50102"/>
                    <a:gd name="csX6" fmla="*/ 28571 w 28045"/>
                    <a:gd name="csY6" fmla="*/ 264 h 50102"/>
                    <a:gd name="csX7" fmla="*/ 27050 w 28045"/>
                    <a:gd name="csY7" fmla="*/ 169 h 50102"/>
                    <a:gd name="csX8" fmla="*/ 13360 w 28045"/>
                    <a:gd name="csY8" fmla="*/ 10626 h 50102"/>
                    <a:gd name="csX9" fmla="*/ 13360 w 28045"/>
                    <a:gd name="csY9" fmla="*/ 1024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8045" h="50102">
                      <a:moveTo>
                        <a:pt x="525" y="1024"/>
                      </a:moveTo>
                      <a:lnTo>
                        <a:pt x="525" y="50271"/>
                      </a:lnTo>
                      <a:lnTo>
                        <a:pt x="13360" y="50271"/>
                      </a:lnTo>
                      <a:lnTo>
                        <a:pt x="13360" y="24031"/>
                      </a:lnTo>
                      <a:cubicBezTo>
                        <a:pt x="13360" y="16616"/>
                        <a:pt x="17068" y="12813"/>
                        <a:pt x="24578" y="12813"/>
                      </a:cubicBezTo>
                      <a:cubicBezTo>
                        <a:pt x="25909" y="12813"/>
                        <a:pt x="26860" y="12908"/>
                        <a:pt x="28571" y="13193"/>
                      </a:cubicBezTo>
                      <a:lnTo>
                        <a:pt x="28571" y="264"/>
                      </a:lnTo>
                      <a:cubicBezTo>
                        <a:pt x="27906" y="169"/>
                        <a:pt x="27620" y="169"/>
                        <a:pt x="27050" y="169"/>
                      </a:cubicBezTo>
                      <a:cubicBezTo>
                        <a:pt x="21156" y="169"/>
                        <a:pt x="16212" y="3971"/>
                        <a:pt x="13360" y="10626"/>
                      </a:cubicBezTo>
                      <a:lnTo>
                        <a:pt x="13360" y="10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66" name="Freeform 3265">
                  <a:extLst>
                    <a:ext uri="{FF2B5EF4-FFF2-40B4-BE49-F238E27FC236}">
                      <a16:creationId xmlns:a16="http://schemas.microsoft.com/office/drawing/2014/main" id="{80537784-F8B9-915E-9906-F3157B902657}"/>
                    </a:ext>
                  </a:extLst>
                </p:cNvPr>
                <p:cNvSpPr/>
                <p:nvPr/>
              </p:nvSpPr>
              <p:spPr>
                <a:xfrm>
                  <a:off x="3237306" y="976020"/>
                  <a:ext cx="44968" cy="69971"/>
                </a:xfrm>
                <a:custGeom>
                  <a:avLst/>
                  <a:gdLst>
                    <a:gd name="csX0" fmla="*/ 33331 w 44968"/>
                    <a:gd name="csY0" fmla="*/ 1024 h 69971"/>
                    <a:gd name="csX1" fmla="*/ 33331 w 44968"/>
                    <a:gd name="csY1" fmla="*/ 8535 h 69971"/>
                    <a:gd name="csX2" fmla="*/ 20686 w 44968"/>
                    <a:gd name="csY2" fmla="*/ 169 h 69971"/>
                    <a:gd name="csX3" fmla="*/ 8042 w 44968"/>
                    <a:gd name="csY3" fmla="*/ 5873 h 69971"/>
                    <a:gd name="csX4" fmla="*/ 531 w 44968"/>
                    <a:gd name="csY4" fmla="*/ 26788 h 69971"/>
                    <a:gd name="csX5" fmla="*/ 20401 w 44968"/>
                    <a:gd name="csY5" fmla="*/ 52362 h 69971"/>
                    <a:gd name="csX6" fmla="*/ 33331 w 44968"/>
                    <a:gd name="csY6" fmla="*/ 45232 h 69971"/>
                    <a:gd name="csX7" fmla="*/ 33331 w 44968"/>
                    <a:gd name="csY7" fmla="*/ 51887 h 69971"/>
                    <a:gd name="csX8" fmla="*/ 23063 w 44968"/>
                    <a:gd name="csY8" fmla="*/ 61964 h 69971"/>
                    <a:gd name="csX9" fmla="*/ 14697 w 44968"/>
                    <a:gd name="csY9" fmla="*/ 56165 h 69971"/>
                    <a:gd name="csX10" fmla="*/ 1577 w 44968"/>
                    <a:gd name="csY10" fmla="*/ 56165 h 69971"/>
                    <a:gd name="csX11" fmla="*/ 6426 w 44968"/>
                    <a:gd name="csY11" fmla="*/ 65387 h 69971"/>
                    <a:gd name="csX12" fmla="*/ 22683 w 44968"/>
                    <a:gd name="csY12" fmla="*/ 70140 h 69971"/>
                    <a:gd name="csX13" fmla="*/ 45500 w 44968"/>
                    <a:gd name="csY13" fmla="*/ 51887 h 69971"/>
                    <a:gd name="csX14" fmla="*/ 45500 w 44968"/>
                    <a:gd name="csY14" fmla="*/ 1024 h 69971"/>
                    <a:gd name="csX15" fmla="*/ 23063 w 44968"/>
                    <a:gd name="csY15" fmla="*/ 10817 h 69971"/>
                    <a:gd name="csX16" fmla="*/ 33521 w 44968"/>
                    <a:gd name="csY16" fmla="*/ 26598 h 69971"/>
                    <a:gd name="csX17" fmla="*/ 22873 w 44968"/>
                    <a:gd name="csY17" fmla="*/ 41714 h 69971"/>
                    <a:gd name="csX18" fmla="*/ 13366 w 44968"/>
                    <a:gd name="csY18" fmla="*/ 26598 h 69971"/>
                    <a:gd name="csX19" fmla="*/ 23063 w 44968"/>
                    <a:gd name="csY19" fmla="*/ 10817 h 699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44968" h="69971">
                      <a:moveTo>
                        <a:pt x="33331" y="1024"/>
                      </a:moveTo>
                      <a:lnTo>
                        <a:pt x="33331" y="8535"/>
                      </a:lnTo>
                      <a:cubicBezTo>
                        <a:pt x="29813" y="2831"/>
                        <a:pt x="25820" y="169"/>
                        <a:pt x="20686" y="169"/>
                      </a:cubicBezTo>
                      <a:cubicBezTo>
                        <a:pt x="16218" y="169"/>
                        <a:pt x="11465" y="2355"/>
                        <a:pt x="8042" y="5873"/>
                      </a:cubicBezTo>
                      <a:cubicBezTo>
                        <a:pt x="3098" y="11007"/>
                        <a:pt x="531" y="18137"/>
                        <a:pt x="531" y="26788"/>
                      </a:cubicBezTo>
                      <a:cubicBezTo>
                        <a:pt x="531" y="42000"/>
                        <a:pt x="8612" y="52362"/>
                        <a:pt x="20401" y="52362"/>
                      </a:cubicBezTo>
                      <a:cubicBezTo>
                        <a:pt x="25630" y="52362"/>
                        <a:pt x="28862" y="50651"/>
                        <a:pt x="33331" y="45232"/>
                      </a:cubicBezTo>
                      <a:lnTo>
                        <a:pt x="33331" y="51887"/>
                      </a:lnTo>
                      <a:cubicBezTo>
                        <a:pt x="33331" y="57876"/>
                        <a:pt x="29148" y="61964"/>
                        <a:pt x="23063" y="61964"/>
                      </a:cubicBezTo>
                      <a:cubicBezTo>
                        <a:pt x="18500" y="61964"/>
                        <a:pt x="15743" y="59968"/>
                        <a:pt x="14697" y="56165"/>
                      </a:cubicBezTo>
                      <a:lnTo>
                        <a:pt x="1577" y="56165"/>
                      </a:lnTo>
                      <a:cubicBezTo>
                        <a:pt x="1672" y="60063"/>
                        <a:pt x="3003" y="62725"/>
                        <a:pt x="6426" y="65387"/>
                      </a:cubicBezTo>
                      <a:cubicBezTo>
                        <a:pt x="10324" y="68619"/>
                        <a:pt x="15743" y="70140"/>
                        <a:pt x="22683" y="70140"/>
                      </a:cubicBezTo>
                      <a:cubicBezTo>
                        <a:pt x="36848" y="70140"/>
                        <a:pt x="45500" y="63295"/>
                        <a:pt x="45500" y="51887"/>
                      </a:cubicBezTo>
                      <a:lnTo>
                        <a:pt x="45500" y="1024"/>
                      </a:lnTo>
                      <a:close/>
                      <a:moveTo>
                        <a:pt x="23063" y="10817"/>
                      </a:moveTo>
                      <a:cubicBezTo>
                        <a:pt x="29053" y="10817"/>
                        <a:pt x="33521" y="17471"/>
                        <a:pt x="33521" y="26598"/>
                      </a:cubicBezTo>
                      <a:cubicBezTo>
                        <a:pt x="33521" y="35535"/>
                        <a:pt x="29243" y="41714"/>
                        <a:pt x="22873" y="41714"/>
                      </a:cubicBezTo>
                      <a:cubicBezTo>
                        <a:pt x="17264" y="41714"/>
                        <a:pt x="13366" y="35535"/>
                        <a:pt x="13366" y="26598"/>
                      </a:cubicBezTo>
                      <a:cubicBezTo>
                        <a:pt x="13366" y="17281"/>
                        <a:pt x="17264" y="10817"/>
                        <a:pt x="23063" y="1081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703" name="Freeform 2702">
                <a:extLst>
                  <a:ext uri="{FF2B5EF4-FFF2-40B4-BE49-F238E27FC236}">
                    <a16:creationId xmlns:a16="http://schemas.microsoft.com/office/drawing/2014/main" id="{A8D31469-3EFB-F290-A194-BFB4CB68C6B4}"/>
                  </a:ext>
                </a:extLst>
              </p:cNvPr>
              <p:cNvSpPr/>
              <p:nvPr/>
            </p:nvSpPr>
            <p:spPr>
              <a:xfrm>
                <a:off x="2269632" y="2041062"/>
                <a:ext cx="288324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704" name="Graphic 2">
                <a:extLst>
                  <a:ext uri="{FF2B5EF4-FFF2-40B4-BE49-F238E27FC236}">
                    <a16:creationId xmlns:a16="http://schemas.microsoft.com/office/drawing/2014/main" id="{5FFB5552-AA6E-CF9B-4109-888E73420DFF}"/>
                  </a:ext>
                </a:extLst>
              </p:cNvPr>
              <p:cNvGrpSpPr/>
              <p:nvPr/>
            </p:nvGrpSpPr>
            <p:grpSpPr>
              <a:xfrm>
                <a:off x="2272781" y="2073107"/>
                <a:ext cx="263344" cy="68640"/>
                <a:chOff x="3549113" y="2073107"/>
                <a:chExt cx="263344" cy="68640"/>
              </a:xfrm>
              <a:solidFill>
                <a:srgbClr val="000000"/>
              </a:solidFill>
            </p:grpSpPr>
            <p:sp>
              <p:nvSpPr>
                <p:cNvPr id="2711" name="Freeform 2710">
                  <a:extLst>
                    <a:ext uri="{FF2B5EF4-FFF2-40B4-BE49-F238E27FC236}">
                      <a16:creationId xmlns:a16="http://schemas.microsoft.com/office/drawing/2014/main" id="{A6512CBC-B6EF-81D8-EB23-46D77BA1B111}"/>
                    </a:ext>
                  </a:extLst>
                </p:cNvPr>
                <p:cNvSpPr/>
                <p:nvPr/>
              </p:nvSpPr>
              <p:spPr>
                <a:xfrm>
                  <a:off x="3549113" y="2089554"/>
                  <a:ext cx="44778" cy="52193"/>
                </a:xfrm>
                <a:custGeom>
                  <a:avLst/>
                  <a:gdLst>
                    <a:gd name="csX0" fmla="*/ 44030 w 44778"/>
                    <a:gd name="csY0" fmla="*/ 17084 h 52193"/>
                    <a:gd name="csX1" fmla="*/ 22544 w 44778"/>
                    <a:gd name="csY1" fmla="*/ 352 h 52193"/>
                    <a:gd name="csX2" fmla="*/ 2294 w 44778"/>
                    <a:gd name="csY2" fmla="*/ 16799 h 52193"/>
                    <a:gd name="csX3" fmla="*/ 5051 w 44778"/>
                    <a:gd name="csY3" fmla="*/ 24785 h 52193"/>
                    <a:gd name="csX4" fmla="*/ 13037 w 44778"/>
                    <a:gd name="csY4" fmla="*/ 28873 h 52193"/>
                    <a:gd name="csX5" fmla="*/ 28343 w 44778"/>
                    <a:gd name="csY5" fmla="*/ 33626 h 52193"/>
                    <a:gd name="csX6" fmla="*/ 32622 w 44778"/>
                    <a:gd name="csY6" fmla="*/ 37714 h 52193"/>
                    <a:gd name="csX7" fmla="*/ 23115 w 44778"/>
                    <a:gd name="csY7" fmla="*/ 42468 h 52193"/>
                    <a:gd name="csX8" fmla="*/ 15509 w 44778"/>
                    <a:gd name="csY8" fmla="*/ 40757 h 52193"/>
                    <a:gd name="csX9" fmla="*/ 13037 w 44778"/>
                    <a:gd name="csY9" fmla="*/ 36098 h 52193"/>
                    <a:gd name="csX10" fmla="*/ 583 w 44778"/>
                    <a:gd name="csY10" fmla="*/ 36098 h 52193"/>
                    <a:gd name="csX11" fmla="*/ 23875 w 44778"/>
                    <a:gd name="csY11" fmla="*/ 52545 h 52193"/>
                    <a:gd name="csX12" fmla="*/ 39562 w 44778"/>
                    <a:gd name="csY12" fmla="*/ 48172 h 52193"/>
                    <a:gd name="csX13" fmla="*/ 45361 w 44778"/>
                    <a:gd name="csY13" fmla="*/ 35813 h 52193"/>
                    <a:gd name="csX14" fmla="*/ 35664 w 44778"/>
                    <a:gd name="csY14" fmla="*/ 23454 h 52193"/>
                    <a:gd name="csX15" fmla="*/ 19597 w 44778"/>
                    <a:gd name="csY15" fmla="*/ 18795 h 52193"/>
                    <a:gd name="csX16" fmla="*/ 15034 w 44778"/>
                    <a:gd name="csY16" fmla="*/ 14992 h 52193"/>
                    <a:gd name="csX17" fmla="*/ 22449 w 44778"/>
                    <a:gd name="csY17" fmla="*/ 10429 h 52193"/>
                    <a:gd name="csX18" fmla="*/ 31671 w 44778"/>
                    <a:gd name="csY18" fmla="*/ 17084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4778" h="52193">
                      <a:moveTo>
                        <a:pt x="44030" y="17084"/>
                      </a:moveTo>
                      <a:cubicBezTo>
                        <a:pt x="43840" y="6626"/>
                        <a:pt x="35759" y="352"/>
                        <a:pt x="22544" y="352"/>
                      </a:cubicBezTo>
                      <a:cubicBezTo>
                        <a:pt x="10090" y="352"/>
                        <a:pt x="2294" y="6626"/>
                        <a:pt x="2294" y="16799"/>
                      </a:cubicBezTo>
                      <a:cubicBezTo>
                        <a:pt x="2294" y="20031"/>
                        <a:pt x="3340" y="22883"/>
                        <a:pt x="5051" y="24785"/>
                      </a:cubicBezTo>
                      <a:cubicBezTo>
                        <a:pt x="6762" y="26496"/>
                        <a:pt x="8284" y="27352"/>
                        <a:pt x="13037" y="28873"/>
                      </a:cubicBezTo>
                      <a:lnTo>
                        <a:pt x="28343" y="33626"/>
                      </a:lnTo>
                      <a:cubicBezTo>
                        <a:pt x="31481" y="34672"/>
                        <a:pt x="32622" y="35623"/>
                        <a:pt x="32622" y="37714"/>
                      </a:cubicBezTo>
                      <a:cubicBezTo>
                        <a:pt x="32622" y="40661"/>
                        <a:pt x="29009" y="42468"/>
                        <a:pt x="23115" y="42468"/>
                      </a:cubicBezTo>
                      <a:cubicBezTo>
                        <a:pt x="19692" y="42468"/>
                        <a:pt x="17220" y="41992"/>
                        <a:pt x="15509" y="40757"/>
                      </a:cubicBezTo>
                      <a:cubicBezTo>
                        <a:pt x="14178" y="39806"/>
                        <a:pt x="13607" y="38760"/>
                        <a:pt x="13037" y="36098"/>
                      </a:cubicBezTo>
                      <a:lnTo>
                        <a:pt x="583" y="36098"/>
                      </a:lnTo>
                      <a:cubicBezTo>
                        <a:pt x="963" y="47031"/>
                        <a:pt x="8854" y="52545"/>
                        <a:pt x="23875" y="52545"/>
                      </a:cubicBezTo>
                      <a:cubicBezTo>
                        <a:pt x="30720" y="52545"/>
                        <a:pt x="35854" y="51119"/>
                        <a:pt x="39562" y="48172"/>
                      </a:cubicBezTo>
                      <a:cubicBezTo>
                        <a:pt x="43174" y="45225"/>
                        <a:pt x="45361" y="40661"/>
                        <a:pt x="45361" y="35813"/>
                      </a:cubicBezTo>
                      <a:cubicBezTo>
                        <a:pt x="45361" y="29443"/>
                        <a:pt x="42224" y="25355"/>
                        <a:pt x="35664" y="23454"/>
                      </a:cubicBezTo>
                      <a:lnTo>
                        <a:pt x="19597" y="18795"/>
                      </a:lnTo>
                      <a:cubicBezTo>
                        <a:pt x="15984" y="17654"/>
                        <a:pt x="15034" y="16989"/>
                        <a:pt x="15034" y="14992"/>
                      </a:cubicBezTo>
                      <a:cubicBezTo>
                        <a:pt x="15034" y="12235"/>
                        <a:pt x="17981" y="10429"/>
                        <a:pt x="22449" y="10429"/>
                      </a:cubicBezTo>
                      <a:cubicBezTo>
                        <a:pt x="28629" y="10429"/>
                        <a:pt x="31576" y="12616"/>
                        <a:pt x="31671" y="1708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1" name="Freeform 3000">
                  <a:extLst>
                    <a:ext uri="{FF2B5EF4-FFF2-40B4-BE49-F238E27FC236}">
                      <a16:creationId xmlns:a16="http://schemas.microsoft.com/office/drawing/2014/main" id="{6F706A97-96DD-F207-1609-69CD0327A0F7}"/>
                    </a:ext>
                  </a:extLst>
                </p:cNvPr>
                <p:cNvSpPr/>
                <p:nvPr/>
              </p:nvSpPr>
              <p:spPr>
                <a:xfrm>
                  <a:off x="3600831" y="2089554"/>
                  <a:ext cx="28045" cy="50102"/>
                </a:xfrm>
                <a:custGeom>
                  <a:avLst/>
                  <a:gdLst>
                    <a:gd name="csX0" fmla="*/ 591 w 28045"/>
                    <a:gd name="csY0" fmla="*/ 1207 h 50102"/>
                    <a:gd name="csX1" fmla="*/ 591 w 28045"/>
                    <a:gd name="csY1" fmla="*/ 50454 h 50102"/>
                    <a:gd name="csX2" fmla="*/ 13425 w 28045"/>
                    <a:gd name="csY2" fmla="*/ 50454 h 50102"/>
                    <a:gd name="csX3" fmla="*/ 13425 w 28045"/>
                    <a:gd name="csY3" fmla="*/ 24214 h 50102"/>
                    <a:gd name="csX4" fmla="*/ 24644 w 28045"/>
                    <a:gd name="csY4" fmla="*/ 12996 h 50102"/>
                    <a:gd name="csX5" fmla="*/ 28637 w 28045"/>
                    <a:gd name="csY5" fmla="*/ 13376 h 50102"/>
                    <a:gd name="csX6" fmla="*/ 28637 w 28045"/>
                    <a:gd name="csY6" fmla="*/ 447 h 50102"/>
                    <a:gd name="csX7" fmla="*/ 27115 w 28045"/>
                    <a:gd name="csY7" fmla="*/ 352 h 50102"/>
                    <a:gd name="csX8" fmla="*/ 13425 w 28045"/>
                    <a:gd name="csY8" fmla="*/ 10809 h 50102"/>
                    <a:gd name="csX9" fmla="*/ 13425 w 28045"/>
                    <a:gd name="csY9" fmla="*/ 1207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8045" h="50102">
                      <a:moveTo>
                        <a:pt x="591" y="1207"/>
                      </a:moveTo>
                      <a:lnTo>
                        <a:pt x="591" y="50454"/>
                      </a:lnTo>
                      <a:lnTo>
                        <a:pt x="13425" y="50454"/>
                      </a:lnTo>
                      <a:lnTo>
                        <a:pt x="13425" y="24214"/>
                      </a:lnTo>
                      <a:cubicBezTo>
                        <a:pt x="13425" y="16799"/>
                        <a:pt x="17133" y="12996"/>
                        <a:pt x="24644" y="12996"/>
                      </a:cubicBezTo>
                      <a:cubicBezTo>
                        <a:pt x="25975" y="12996"/>
                        <a:pt x="26925" y="13091"/>
                        <a:pt x="28637" y="13376"/>
                      </a:cubicBezTo>
                      <a:lnTo>
                        <a:pt x="28637" y="447"/>
                      </a:lnTo>
                      <a:cubicBezTo>
                        <a:pt x="27971" y="352"/>
                        <a:pt x="27686" y="352"/>
                        <a:pt x="27115" y="352"/>
                      </a:cubicBezTo>
                      <a:cubicBezTo>
                        <a:pt x="21221" y="352"/>
                        <a:pt x="16277" y="4154"/>
                        <a:pt x="13425" y="10809"/>
                      </a:cubicBezTo>
                      <a:lnTo>
                        <a:pt x="13425" y="120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2" name="Freeform 3001">
                  <a:extLst>
                    <a:ext uri="{FF2B5EF4-FFF2-40B4-BE49-F238E27FC236}">
                      <a16:creationId xmlns:a16="http://schemas.microsoft.com/office/drawing/2014/main" id="{77DBBB3B-ACAA-8468-13C4-E82BBAC61685}"/>
                    </a:ext>
                  </a:extLst>
                </p:cNvPr>
                <p:cNvSpPr/>
                <p:nvPr/>
              </p:nvSpPr>
              <p:spPr>
                <a:xfrm>
                  <a:off x="3633630" y="2089554"/>
                  <a:ext cx="45918" cy="52193"/>
                </a:xfrm>
                <a:custGeom>
                  <a:avLst/>
                  <a:gdLst>
                    <a:gd name="csX0" fmla="*/ 46421 w 45918"/>
                    <a:gd name="csY0" fmla="*/ 29823 h 52193"/>
                    <a:gd name="csX1" fmla="*/ 46516 w 45918"/>
                    <a:gd name="csY1" fmla="*/ 27637 h 52193"/>
                    <a:gd name="csX2" fmla="*/ 44614 w 45918"/>
                    <a:gd name="csY2" fmla="*/ 14707 h 52193"/>
                    <a:gd name="csX3" fmla="*/ 23414 w 45918"/>
                    <a:gd name="csY3" fmla="*/ 352 h 52193"/>
                    <a:gd name="csX4" fmla="*/ 597 w 45918"/>
                    <a:gd name="csY4" fmla="*/ 27066 h 52193"/>
                    <a:gd name="csX5" fmla="*/ 23129 w 45918"/>
                    <a:gd name="csY5" fmla="*/ 52545 h 52193"/>
                    <a:gd name="csX6" fmla="*/ 45945 w 45918"/>
                    <a:gd name="csY6" fmla="*/ 36573 h 52193"/>
                    <a:gd name="csX7" fmla="*/ 33396 w 45918"/>
                    <a:gd name="csY7" fmla="*/ 36573 h 52193"/>
                    <a:gd name="csX8" fmla="*/ 23604 w 45918"/>
                    <a:gd name="csY8" fmla="*/ 42753 h 52193"/>
                    <a:gd name="csX9" fmla="*/ 15238 w 45918"/>
                    <a:gd name="csY9" fmla="*/ 38475 h 52193"/>
                    <a:gd name="csX10" fmla="*/ 13431 w 45918"/>
                    <a:gd name="csY10" fmla="*/ 29823 h 52193"/>
                    <a:gd name="csX11" fmla="*/ 13526 w 45918"/>
                    <a:gd name="csY11" fmla="*/ 21362 h 52193"/>
                    <a:gd name="csX12" fmla="*/ 23224 w 45918"/>
                    <a:gd name="csY12" fmla="*/ 10144 h 52193"/>
                    <a:gd name="csX13" fmla="*/ 33206 w 45918"/>
                    <a:gd name="csY13" fmla="*/ 21362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45918" h="52193">
                      <a:moveTo>
                        <a:pt x="46421" y="29823"/>
                      </a:moveTo>
                      <a:cubicBezTo>
                        <a:pt x="46516" y="28778"/>
                        <a:pt x="46516" y="28302"/>
                        <a:pt x="46516" y="27637"/>
                      </a:cubicBezTo>
                      <a:cubicBezTo>
                        <a:pt x="46516" y="22693"/>
                        <a:pt x="45755" y="18130"/>
                        <a:pt x="44614" y="14707"/>
                      </a:cubicBezTo>
                      <a:cubicBezTo>
                        <a:pt x="41287" y="5771"/>
                        <a:pt x="33396" y="352"/>
                        <a:pt x="23414" y="352"/>
                      </a:cubicBezTo>
                      <a:cubicBezTo>
                        <a:pt x="9248" y="352"/>
                        <a:pt x="597" y="10524"/>
                        <a:pt x="597" y="27066"/>
                      </a:cubicBezTo>
                      <a:cubicBezTo>
                        <a:pt x="597" y="42848"/>
                        <a:pt x="9153" y="52545"/>
                        <a:pt x="23129" y="52545"/>
                      </a:cubicBezTo>
                      <a:cubicBezTo>
                        <a:pt x="34157" y="52545"/>
                        <a:pt x="43093" y="46366"/>
                        <a:pt x="45945" y="36573"/>
                      </a:cubicBezTo>
                      <a:lnTo>
                        <a:pt x="33396" y="36573"/>
                      </a:lnTo>
                      <a:cubicBezTo>
                        <a:pt x="31780" y="40471"/>
                        <a:pt x="28262" y="42753"/>
                        <a:pt x="23604" y="42753"/>
                      </a:cubicBezTo>
                      <a:cubicBezTo>
                        <a:pt x="19991" y="42753"/>
                        <a:pt x="17044" y="41232"/>
                        <a:pt x="15238" y="38475"/>
                      </a:cubicBezTo>
                      <a:cubicBezTo>
                        <a:pt x="14002" y="36668"/>
                        <a:pt x="13526" y="34482"/>
                        <a:pt x="13431" y="29823"/>
                      </a:cubicBezTo>
                      <a:close/>
                      <a:moveTo>
                        <a:pt x="13526" y="21362"/>
                      </a:moveTo>
                      <a:cubicBezTo>
                        <a:pt x="14382" y="13757"/>
                        <a:pt x="17614" y="10144"/>
                        <a:pt x="23224" y="10144"/>
                      </a:cubicBezTo>
                      <a:cubicBezTo>
                        <a:pt x="29118" y="10144"/>
                        <a:pt x="32540" y="14042"/>
                        <a:pt x="33206" y="213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3" name="Freeform 3002">
                  <a:extLst>
                    <a:ext uri="{FF2B5EF4-FFF2-40B4-BE49-F238E27FC236}">
                      <a16:creationId xmlns:a16="http://schemas.microsoft.com/office/drawing/2014/main" id="{16EB60B2-7093-323F-932A-C06FDC0343B0}"/>
                    </a:ext>
                  </a:extLst>
                </p:cNvPr>
                <p:cNvSpPr/>
                <p:nvPr/>
              </p:nvSpPr>
              <p:spPr>
                <a:xfrm>
                  <a:off x="3685729" y="2073107"/>
                  <a:ext cx="47059" cy="68640"/>
                </a:xfrm>
                <a:custGeom>
                  <a:avLst/>
                  <a:gdLst>
                    <a:gd name="csX0" fmla="*/ 605 w 47059"/>
                    <a:gd name="csY0" fmla="*/ 352 h 68640"/>
                    <a:gd name="csX1" fmla="*/ 605 w 47059"/>
                    <a:gd name="csY1" fmla="*/ 66901 h 68640"/>
                    <a:gd name="csX2" fmla="*/ 13344 w 47059"/>
                    <a:gd name="csY2" fmla="*/ 66901 h 68640"/>
                    <a:gd name="csX3" fmla="*/ 13344 w 47059"/>
                    <a:gd name="csY3" fmla="*/ 61862 h 68640"/>
                    <a:gd name="csX4" fmla="*/ 26939 w 47059"/>
                    <a:gd name="csY4" fmla="*/ 68992 h 68640"/>
                    <a:gd name="csX5" fmla="*/ 47665 w 47059"/>
                    <a:gd name="csY5" fmla="*/ 42943 h 68640"/>
                    <a:gd name="csX6" fmla="*/ 42341 w 47059"/>
                    <a:gd name="csY6" fmla="*/ 24690 h 68640"/>
                    <a:gd name="csX7" fmla="*/ 26939 w 47059"/>
                    <a:gd name="csY7" fmla="*/ 16799 h 68640"/>
                    <a:gd name="csX8" fmla="*/ 13344 w 47059"/>
                    <a:gd name="csY8" fmla="*/ 24024 h 68640"/>
                    <a:gd name="csX9" fmla="*/ 13344 w 47059"/>
                    <a:gd name="csY9" fmla="*/ 352 h 68640"/>
                    <a:gd name="csX10" fmla="*/ 24087 w 47059"/>
                    <a:gd name="csY10" fmla="*/ 27447 h 68640"/>
                    <a:gd name="csX11" fmla="*/ 34925 w 47059"/>
                    <a:gd name="csY11" fmla="*/ 42943 h 68640"/>
                    <a:gd name="csX12" fmla="*/ 24087 w 47059"/>
                    <a:gd name="csY12" fmla="*/ 58344 h 68640"/>
                    <a:gd name="csX13" fmla="*/ 13344 w 47059"/>
                    <a:gd name="csY13" fmla="*/ 42753 h 68640"/>
                    <a:gd name="csX14" fmla="*/ 24087 w 47059"/>
                    <a:gd name="csY14" fmla="*/ 27447 h 686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7059" h="68640">
                      <a:moveTo>
                        <a:pt x="605" y="352"/>
                      </a:moveTo>
                      <a:lnTo>
                        <a:pt x="605" y="66901"/>
                      </a:lnTo>
                      <a:lnTo>
                        <a:pt x="13344" y="66901"/>
                      </a:lnTo>
                      <a:lnTo>
                        <a:pt x="13344" y="61862"/>
                      </a:lnTo>
                      <a:cubicBezTo>
                        <a:pt x="16482" y="66711"/>
                        <a:pt x="20760" y="68992"/>
                        <a:pt x="26939" y="68992"/>
                      </a:cubicBezTo>
                      <a:cubicBezTo>
                        <a:pt x="38728" y="68992"/>
                        <a:pt x="47665" y="57774"/>
                        <a:pt x="47665" y="42943"/>
                      </a:cubicBezTo>
                      <a:cubicBezTo>
                        <a:pt x="47665" y="36193"/>
                        <a:pt x="45668" y="29443"/>
                        <a:pt x="42341" y="24690"/>
                      </a:cubicBezTo>
                      <a:cubicBezTo>
                        <a:pt x="39013" y="19936"/>
                        <a:pt x="32929" y="16799"/>
                        <a:pt x="26939" y="16799"/>
                      </a:cubicBezTo>
                      <a:cubicBezTo>
                        <a:pt x="20760" y="16799"/>
                        <a:pt x="16482" y="19080"/>
                        <a:pt x="13344" y="24024"/>
                      </a:cubicBezTo>
                      <a:lnTo>
                        <a:pt x="13344" y="352"/>
                      </a:lnTo>
                      <a:close/>
                      <a:moveTo>
                        <a:pt x="24087" y="27447"/>
                      </a:moveTo>
                      <a:cubicBezTo>
                        <a:pt x="30457" y="27447"/>
                        <a:pt x="34925" y="33816"/>
                        <a:pt x="34925" y="42943"/>
                      </a:cubicBezTo>
                      <a:cubicBezTo>
                        <a:pt x="34925" y="52070"/>
                        <a:pt x="30552" y="58344"/>
                        <a:pt x="24087" y="58344"/>
                      </a:cubicBezTo>
                      <a:cubicBezTo>
                        <a:pt x="17622" y="58344"/>
                        <a:pt x="13344" y="52165"/>
                        <a:pt x="13344" y="42753"/>
                      </a:cubicBezTo>
                      <a:cubicBezTo>
                        <a:pt x="13344" y="33721"/>
                        <a:pt x="17718" y="27447"/>
                        <a:pt x="24087" y="274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4" name="Freeform 3003">
                  <a:extLst>
                    <a:ext uri="{FF2B5EF4-FFF2-40B4-BE49-F238E27FC236}">
                      <a16:creationId xmlns:a16="http://schemas.microsoft.com/office/drawing/2014/main" id="{91776BEE-5D5B-58FE-6DD2-DFA3234508DA}"/>
                    </a:ext>
                  </a:extLst>
                </p:cNvPr>
                <p:cNvSpPr/>
                <p:nvPr/>
              </p:nvSpPr>
              <p:spPr>
                <a:xfrm>
                  <a:off x="3736306" y="2073107"/>
                  <a:ext cx="27285" cy="66549"/>
                </a:xfrm>
                <a:custGeom>
                  <a:avLst/>
                  <a:gdLst>
                    <a:gd name="csX0" fmla="*/ 27899 w 27285"/>
                    <a:gd name="csY0" fmla="*/ 18605 h 66549"/>
                    <a:gd name="csX1" fmla="*/ 20388 w 27285"/>
                    <a:gd name="csY1" fmla="*/ 18605 h 66549"/>
                    <a:gd name="csX2" fmla="*/ 20388 w 27285"/>
                    <a:gd name="csY2" fmla="*/ 13757 h 66549"/>
                    <a:gd name="csX3" fmla="*/ 23811 w 27285"/>
                    <a:gd name="csY3" fmla="*/ 9954 h 66549"/>
                    <a:gd name="csX4" fmla="*/ 27519 w 27285"/>
                    <a:gd name="csY4" fmla="*/ 10239 h 66549"/>
                    <a:gd name="csX5" fmla="*/ 27519 w 27285"/>
                    <a:gd name="csY5" fmla="*/ 637 h 66549"/>
                    <a:gd name="csX6" fmla="*/ 20198 w 27285"/>
                    <a:gd name="csY6" fmla="*/ 352 h 66549"/>
                    <a:gd name="csX7" fmla="*/ 7554 w 27285"/>
                    <a:gd name="csY7" fmla="*/ 12711 h 66549"/>
                    <a:gd name="csX8" fmla="*/ 7554 w 27285"/>
                    <a:gd name="csY8" fmla="*/ 18605 h 66549"/>
                    <a:gd name="csX9" fmla="*/ 614 w 27285"/>
                    <a:gd name="csY9" fmla="*/ 18605 h 66549"/>
                    <a:gd name="csX10" fmla="*/ 614 w 27285"/>
                    <a:gd name="csY10" fmla="*/ 27066 h 66549"/>
                    <a:gd name="csX11" fmla="*/ 7554 w 27285"/>
                    <a:gd name="csY11" fmla="*/ 27066 h 66549"/>
                    <a:gd name="csX12" fmla="*/ 7554 w 27285"/>
                    <a:gd name="csY12" fmla="*/ 66901 h 66549"/>
                    <a:gd name="csX13" fmla="*/ 20388 w 27285"/>
                    <a:gd name="csY13" fmla="*/ 66901 h 66549"/>
                    <a:gd name="csX14" fmla="*/ 20388 w 27285"/>
                    <a:gd name="csY14" fmla="*/ 27066 h 66549"/>
                    <a:gd name="csX15" fmla="*/ 27899 w 27285"/>
                    <a:gd name="csY15" fmla="*/ 27066 h 665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7285" h="66549">
                      <a:moveTo>
                        <a:pt x="27899" y="18605"/>
                      </a:moveTo>
                      <a:lnTo>
                        <a:pt x="20388" y="18605"/>
                      </a:lnTo>
                      <a:lnTo>
                        <a:pt x="20388" y="13757"/>
                      </a:lnTo>
                      <a:cubicBezTo>
                        <a:pt x="20388" y="11190"/>
                        <a:pt x="21434" y="9954"/>
                        <a:pt x="23811" y="9954"/>
                      </a:cubicBezTo>
                      <a:cubicBezTo>
                        <a:pt x="25047" y="9954"/>
                        <a:pt x="26188" y="10049"/>
                        <a:pt x="27519" y="10239"/>
                      </a:cubicBezTo>
                      <a:lnTo>
                        <a:pt x="27519" y="637"/>
                      </a:lnTo>
                      <a:cubicBezTo>
                        <a:pt x="24762" y="447"/>
                        <a:pt x="22100" y="352"/>
                        <a:pt x="20198" y="352"/>
                      </a:cubicBezTo>
                      <a:cubicBezTo>
                        <a:pt x="11737" y="352"/>
                        <a:pt x="7554" y="4345"/>
                        <a:pt x="7554" y="12711"/>
                      </a:cubicBezTo>
                      <a:lnTo>
                        <a:pt x="7554" y="18605"/>
                      </a:lnTo>
                      <a:lnTo>
                        <a:pt x="614" y="18605"/>
                      </a:lnTo>
                      <a:lnTo>
                        <a:pt x="614" y="27066"/>
                      </a:lnTo>
                      <a:lnTo>
                        <a:pt x="7554" y="27066"/>
                      </a:lnTo>
                      <a:lnTo>
                        <a:pt x="7554" y="66901"/>
                      </a:lnTo>
                      <a:lnTo>
                        <a:pt x="20388" y="66901"/>
                      </a:lnTo>
                      <a:lnTo>
                        <a:pt x="20388" y="27066"/>
                      </a:lnTo>
                      <a:lnTo>
                        <a:pt x="27899" y="270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05" name="Freeform 3004">
                  <a:extLst>
                    <a:ext uri="{FF2B5EF4-FFF2-40B4-BE49-F238E27FC236}">
                      <a16:creationId xmlns:a16="http://schemas.microsoft.com/office/drawing/2014/main" id="{3E1C3817-E625-5F33-E938-6B32379B0679}"/>
                    </a:ext>
                  </a:extLst>
                </p:cNvPr>
                <p:cNvSpPr/>
                <p:nvPr/>
              </p:nvSpPr>
              <p:spPr>
                <a:xfrm>
                  <a:off x="3768250" y="2073582"/>
                  <a:ext cx="44207" cy="66073"/>
                </a:xfrm>
                <a:custGeom>
                  <a:avLst/>
                  <a:gdLst>
                    <a:gd name="csX0" fmla="*/ 44636 w 44207"/>
                    <a:gd name="csY0" fmla="*/ 55017 h 66073"/>
                    <a:gd name="csX1" fmla="*/ 17161 w 44207"/>
                    <a:gd name="csY1" fmla="*/ 55017 h 66073"/>
                    <a:gd name="csX2" fmla="*/ 30376 w 44207"/>
                    <a:gd name="csY2" fmla="*/ 42753 h 66073"/>
                    <a:gd name="csX3" fmla="*/ 44827 w 44207"/>
                    <a:gd name="csY3" fmla="*/ 20887 h 66073"/>
                    <a:gd name="csX4" fmla="*/ 22675 w 44207"/>
                    <a:gd name="csY4" fmla="*/ 352 h 66073"/>
                    <a:gd name="csX5" fmla="*/ 1379 w 44207"/>
                    <a:gd name="csY5" fmla="*/ 21933 h 66073"/>
                    <a:gd name="csX6" fmla="*/ 1379 w 44207"/>
                    <a:gd name="csY6" fmla="*/ 24214 h 66073"/>
                    <a:gd name="csX7" fmla="*/ 13739 w 44207"/>
                    <a:gd name="csY7" fmla="*/ 24214 h 66073"/>
                    <a:gd name="csX8" fmla="*/ 13739 w 44207"/>
                    <a:gd name="csY8" fmla="*/ 22123 h 66073"/>
                    <a:gd name="csX9" fmla="*/ 22960 w 44207"/>
                    <a:gd name="csY9" fmla="*/ 10714 h 66073"/>
                    <a:gd name="csX10" fmla="*/ 32087 w 44207"/>
                    <a:gd name="csY10" fmla="*/ 21172 h 66073"/>
                    <a:gd name="csX11" fmla="*/ 15450 w 44207"/>
                    <a:gd name="csY11" fmla="*/ 41232 h 66073"/>
                    <a:gd name="csX12" fmla="*/ 619 w 44207"/>
                    <a:gd name="csY12" fmla="*/ 66425 h 66073"/>
                    <a:gd name="csX13" fmla="*/ 44636 w 44207"/>
                    <a:gd name="csY13" fmla="*/ 66425 h 660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44207" h="66073">
                      <a:moveTo>
                        <a:pt x="44636" y="55017"/>
                      </a:moveTo>
                      <a:lnTo>
                        <a:pt x="17161" y="55017"/>
                      </a:lnTo>
                      <a:cubicBezTo>
                        <a:pt x="18872" y="51595"/>
                        <a:pt x="20869" y="49598"/>
                        <a:pt x="30376" y="42753"/>
                      </a:cubicBezTo>
                      <a:cubicBezTo>
                        <a:pt x="41594" y="34577"/>
                        <a:pt x="44827" y="29728"/>
                        <a:pt x="44827" y="20887"/>
                      </a:cubicBezTo>
                      <a:cubicBezTo>
                        <a:pt x="44827" y="8338"/>
                        <a:pt x="36175" y="352"/>
                        <a:pt x="22675" y="352"/>
                      </a:cubicBezTo>
                      <a:cubicBezTo>
                        <a:pt x="9270" y="352"/>
                        <a:pt x="1379" y="8242"/>
                        <a:pt x="1379" y="21933"/>
                      </a:cubicBezTo>
                      <a:lnTo>
                        <a:pt x="1379" y="24214"/>
                      </a:lnTo>
                      <a:lnTo>
                        <a:pt x="13739" y="24214"/>
                      </a:lnTo>
                      <a:lnTo>
                        <a:pt x="13739" y="22123"/>
                      </a:lnTo>
                      <a:cubicBezTo>
                        <a:pt x="13739" y="14992"/>
                        <a:pt x="17161" y="10714"/>
                        <a:pt x="22960" y="10714"/>
                      </a:cubicBezTo>
                      <a:cubicBezTo>
                        <a:pt x="28665" y="10714"/>
                        <a:pt x="32087" y="14707"/>
                        <a:pt x="32087" y="21172"/>
                      </a:cubicBezTo>
                      <a:cubicBezTo>
                        <a:pt x="32087" y="28397"/>
                        <a:pt x="29901" y="31059"/>
                        <a:pt x="15450" y="41232"/>
                      </a:cubicBezTo>
                      <a:cubicBezTo>
                        <a:pt x="4517" y="48742"/>
                        <a:pt x="1189" y="54352"/>
                        <a:pt x="619" y="66425"/>
                      </a:cubicBezTo>
                      <a:lnTo>
                        <a:pt x="44636" y="664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705" name="Freeform 2704">
                <a:extLst>
                  <a:ext uri="{FF2B5EF4-FFF2-40B4-BE49-F238E27FC236}">
                    <a16:creationId xmlns:a16="http://schemas.microsoft.com/office/drawing/2014/main" id="{F15EF7CB-699A-5862-17D7-5951CCC4A379}"/>
                  </a:ext>
                </a:extLst>
              </p:cNvPr>
              <p:cNvSpPr/>
              <p:nvPr/>
            </p:nvSpPr>
            <p:spPr>
              <a:xfrm>
                <a:off x="1006184" y="898793"/>
                <a:ext cx="246802" cy="137115"/>
              </a:xfrm>
              <a:custGeom>
                <a:avLst/>
                <a:gdLst>
                  <a:gd name="csX0" fmla="*/ 0 w 246802"/>
                  <a:gd name="csY0" fmla="*/ 137115 h 137115"/>
                  <a:gd name="csX1" fmla="*/ 246802 w 246802"/>
                  <a:gd name="csY1" fmla="*/ 137115 h 137115"/>
                  <a:gd name="csX2" fmla="*/ 246802 w 246802"/>
                  <a:gd name="csY2" fmla="*/ 0 h 137115"/>
                  <a:gd name="csX3" fmla="*/ 0 w 246802"/>
                  <a:gd name="csY3" fmla="*/ 0 h 137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6802" h="137115">
                    <a:moveTo>
                      <a:pt x="0" y="137115"/>
                    </a:moveTo>
                    <a:lnTo>
                      <a:pt x="246802" y="137115"/>
                    </a:lnTo>
                    <a:lnTo>
                      <a:pt x="2468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9D9D9"/>
              </a:solidFill>
              <a:ln w="6835" cap="rnd">
                <a:solidFill>
                  <a:srgbClr val="4B3A68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706" name="Graphic 2">
                <a:extLst>
                  <a:ext uri="{FF2B5EF4-FFF2-40B4-BE49-F238E27FC236}">
                    <a16:creationId xmlns:a16="http://schemas.microsoft.com/office/drawing/2014/main" id="{E4DDDBCC-0E46-0E60-DB82-7AA038A8D560}"/>
                  </a:ext>
                </a:extLst>
              </p:cNvPr>
              <p:cNvGrpSpPr/>
              <p:nvPr/>
            </p:nvGrpSpPr>
            <p:grpSpPr>
              <a:xfrm>
                <a:off x="1031473" y="941201"/>
                <a:ext cx="201739" cy="52193"/>
                <a:chOff x="2307805" y="941201"/>
                <a:chExt cx="201739" cy="52193"/>
              </a:xfrm>
              <a:solidFill>
                <a:srgbClr val="000000"/>
              </a:solidFill>
            </p:grpSpPr>
            <p:sp>
              <p:nvSpPr>
                <p:cNvPr id="2707" name="Freeform 2706">
                  <a:extLst>
                    <a:ext uri="{FF2B5EF4-FFF2-40B4-BE49-F238E27FC236}">
                      <a16:creationId xmlns:a16="http://schemas.microsoft.com/office/drawing/2014/main" id="{249775C9-A18D-3CF9-9DB9-A8E9A5144B78}"/>
                    </a:ext>
                  </a:extLst>
                </p:cNvPr>
                <p:cNvSpPr/>
                <p:nvPr/>
              </p:nvSpPr>
              <p:spPr>
                <a:xfrm>
                  <a:off x="2307805" y="942056"/>
                  <a:ext cx="44017" cy="51337"/>
                </a:xfrm>
                <a:custGeom>
                  <a:avLst/>
                  <a:gdLst>
                    <a:gd name="csX0" fmla="*/ 44396 w 44017"/>
                    <a:gd name="csY0" fmla="*/ 49409 h 51337"/>
                    <a:gd name="csX1" fmla="*/ 44396 w 44017"/>
                    <a:gd name="csY1" fmla="*/ 163 h 51337"/>
                    <a:gd name="csX2" fmla="*/ 31657 w 44017"/>
                    <a:gd name="csY2" fmla="*/ 163 h 51337"/>
                    <a:gd name="csX3" fmla="*/ 31657 w 44017"/>
                    <a:gd name="csY3" fmla="*/ 30966 h 51337"/>
                    <a:gd name="csX4" fmla="*/ 21294 w 44017"/>
                    <a:gd name="csY4" fmla="*/ 40663 h 51337"/>
                    <a:gd name="csX5" fmla="*/ 13118 w 44017"/>
                    <a:gd name="csY5" fmla="*/ 31821 h 51337"/>
                    <a:gd name="csX6" fmla="*/ 13118 w 44017"/>
                    <a:gd name="csY6" fmla="*/ 163 h 51337"/>
                    <a:gd name="csX7" fmla="*/ 378 w 44017"/>
                    <a:gd name="csY7" fmla="*/ 163 h 51337"/>
                    <a:gd name="csX8" fmla="*/ 378 w 44017"/>
                    <a:gd name="csY8" fmla="*/ 34483 h 51337"/>
                    <a:gd name="csX9" fmla="*/ 16826 w 44017"/>
                    <a:gd name="csY9" fmla="*/ 51501 h 51337"/>
                    <a:gd name="csX10" fmla="*/ 31657 w 44017"/>
                    <a:gd name="csY10" fmla="*/ 43610 h 51337"/>
                    <a:gd name="csX11" fmla="*/ 31657 w 44017"/>
                    <a:gd name="csY11" fmla="*/ 49409 h 513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017" h="51337">
                      <a:moveTo>
                        <a:pt x="44396" y="49409"/>
                      </a:moveTo>
                      <a:lnTo>
                        <a:pt x="44396" y="163"/>
                      </a:lnTo>
                      <a:lnTo>
                        <a:pt x="31657" y="163"/>
                      </a:lnTo>
                      <a:lnTo>
                        <a:pt x="31657" y="30966"/>
                      </a:lnTo>
                      <a:cubicBezTo>
                        <a:pt x="31657" y="36860"/>
                        <a:pt x="27664" y="40663"/>
                        <a:pt x="21294" y="40663"/>
                      </a:cubicBezTo>
                      <a:cubicBezTo>
                        <a:pt x="15875" y="40663"/>
                        <a:pt x="13118" y="37716"/>
                        <a:pt x="13118" y="31821"/>
                      </a:cubicBezTo>
                      <a:lnTo>
                        <a:pt x="13118" y="163"/>
                      </a:lnTo>
                      <a:lnTo>
                        <a:pt x="378" y="163"/>
                      </a:lnTo>
                      <a:lnTo>
                        <a:pt x="378" y="34483"/>
                      </a:lnTo>
                      <a:cubicBezTo>
                        <a:pt x="378" y="45416"/>
                        <a:pt x="6273" y="51501"/>
                        <a:pt x="16826" y="51501"/>
                      </a:cubicBezTo>
                      <a:cubicBezTo>
                        <a:pt x="23576" y="51501"/>
                        <a:pt x="28044" y="49124"/>
                        <a:pt x="31657" y="43610"/>
                      </a:cubicBezTo>
                      <a:lnTo>
                        <a:pt x="31657" y="494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08" name="Freeform 2707">
                  <a:extLst>
                    <a:ext uri="{FF2B5EF4-FFF2-40B4-BE49-F238E27FC236}">
                      <a16:creationId xmlns:a16="http://schemas.microsoft.com/office/drawing/2014/main" id="{57A94A1A-BCA7-1E7A-85F9-7ED25488581F}"/>
                    </a:ext>
                  </a:extLst>
                </p:cNvPr>
                <p:cNvSpPr/>
                <p:nvPr/>
              </p:nvSpPr>
              <p:spPr>
                <a:xfrm>
                  <a:off x="2362945" y="941201"/>
                  <a:ext cx="44112" cy="50102"/>
                </a:xfrm>
                <a:custGeom>
                  <a:avLst/>
                  <a:gdLst>
                    <a:gd name="csX0" fmla="*/ 387 w 44112"/>
                    <a:gd name="csY0" fmla="*/ 1019 h 50102"/>
                    <a:gd name="csX1" fmla="*/ 387 w 44112"/>
                    <a:gd name="csY1" fmla="*/ 50265 h 50102"/>
                    <a:gd name="csX2" fmla="*/ 13222 w 44112"/>
                    <a:gd name="csY2" fmla="*/ 50265 h 50102"/>
                    <a:gd name="csX3" fmla="*/ 13222 w 44112"/>
                    <a:gd name="csY3" fmla="*/ 20698 h 50102"/>
                    <a:gd name="csX4" fmla="*/ 23489 w 44112"/>
                    <a:gd name="csY4" fmla="*/ 11001 h 50102"/>
                    <a:gd name="csX5" fmla="*/ 31761 w 44112"/>
                    <a:gd name="csY5" fmla="*/ 19842 h 50102"/>
                    <a:gd name="csX6" fmla="*/ 31761 w 44112"/>
                    <a:gd name="csY6" fmla="*/ 50265 h 50102"/>
                    <a:gd name="csX7" fmla="*/ 44500 w 44112"/>
                    <a:gd name="csY7" fmla="*/ 50265 h 50102"/>
                    <a:gd name="csX8" fmla="*/ 44500 w 44112"/>
                    <a:gd name="csY8" fmla="*/ 17180 h 50102"/>
                    <a:gd name="csX9" fmla="*/ 27958 w 44112"/>
                    <a:gd name="csY9" fmla="*/ 163 h 50102"/>
                    <a:gd name="csX10" fmla="*/ 13222 w 44112"/>
                    <a:gd name="csY10" fmla="*/ 8054 h 50102"/>
                    <a:gd name="csX11" fmla="*/ 13222 w 44112"/>
                    <a:gd name="csY11" fmla="*/ 1019 h 501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112" h="50102">
                      <a:moveTo>
                        <a:pt x="387" y="1019"/>
                      </a:moveTo>
                      <a:lnTo>
                        <a:pt x="387" y="50265"/>
                      </a:lnTo>
                      <a:lnTo>
                        <a:pt x="13222" y="50265"/>
                      </a:lnTo>
                      <a:lnTo>
                        <a:pt x="13222" y="20698"/>
                      </a:lnTo>
                      <a:cubicBezTo>
                        <a:pt x="13222" y="14899"/>
                        <a:pt x="17215" y="11001"/>
                        <a:pt x="23489" y="11001"/>
                      </a:cubicBezTo>
                      <a:cubicBezTo>
                        <a:pt x="29004" y="11001"/>
                        <a:pt x="31761" y="14043"/>
                        <a:pt x="31761" y="19842"/>
                      </a:cubicBezTo>
                      <a:lnTo>
                        <a:pt x="31761" y="50265"/>
                      </a:lnTo>
                      <a:lnTo>
                        <a:pt x="44500" y="50265"/>
                      </a:lnTo>
                      <a:lnTo>
                        <a:pt x="44500" y="17180"/>
                      </a:lnTo>
                      <a:cubicBezTo>
                        <a:pt x="44500" y="6247"/>
                        <a:pt x="38606" y="163"/>
                        <a:pt x="27958" y="163"/>
                      </a:cubicBezTo>
                      <a:cubicBezTo>
                        <a:pt x="21303" y="163"/>
                        <a:pt x="16835" y="2540"/>
                        <a:pt x="13222" y="8054"/>
                      </a:cubicBezTo>
                      <a:lnTo>
                        <a:pt x="13222" y="10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09" name="Freeform 2708">
                  <a:extLst>
                    <a:ext uri="{FF2B5EF4-FFF2-40B4-BE49-F238E27FC236}">
                      <a16:creationId xmlns:a16="http://schemas.microsoft.com/office/drawing/2014/main" id="{ED9C3CF3-B238-ECC8-C238-86AC369C512B}"/>
                    </a:ext>
                  </a:extLst>
                </p:cNvPr>
                <p:cNvSpPr/>
                <p:nvPr/>
              </p:nvSpPr>
              <p:spPr>
                <a:xfrm>
                  <a:off x="2415139" y="941201"/>
                  <a:ext cx="44492" cy="52193"/>
                </a:xfrm>
                <a:custGeom>
                  <a:avLst/>
                  <a:gdLst>
                    <a:gd name="csX0" fmla="*/ 44889 w 44492"/>
                    <a:gd name="csY0" fmla="*/ 19462 h 52193"/>
                    <a:gd name="csX1" fmla="*/ 23594 w 44492"/>
                    <a:gd name="csY1" fmla="*/ 163 h 52193"/>
                    <a:gd name="csX2" fmla="*/ 396 w 44492"/>
                    <a:gd name="csY2" fmla="*/ 26592 h 52193"/>
                    <a:gd name="csX3" fmla="*/ 23498 w 44492"/>
                    <a:gd name="csY3" fmla="*/ 52356 h 52193"/>
                    <a:gd name="csX4" fmla="*/ 44889 w 44492"/>
                    <a:gd name="csY4" fmla="*/ 33152 h 52193"/>
                    <a:gd name="csX5" fmla="*/ 32625 w 44492"/>
                    <a:gd name="csY5" fmla="*/ 33152 h 52193"/>
                    <a:gd name="csX6" fmla="*/ 23498 w 44492"/>
                    <a:gd name="csY6" fmla="*/ 42089 h 52193"/>
                    <a:gd name="csX7" fmla="*/ 13136 w 44492"/>
                    <a:gd name="csY7" fmla="*/ 26592 h 52193"/>
                    <a:gd name="csX8" fmla="*/ 15608 w 44492"/>
                    <a:gd name="csY8" fmla="*/ 14709 h 52193"/>
                    <a:gd name="csX9" fmla="*/ 23498 w 44492"/>
                    <a:gd name="csY9" fmla="*/ 10431 h 52193"/>
                    <a:gd name="csX10" fmla="*/ 32625 w 44492"/>
                    <a:gd name="csY10" fmla="*/ 19462 h 521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4492" h="52193">
                      <a:moveTo>
                        <a:pt x="44889" y="19462"/>
                      </a:moveTo>
                      <a:cubicBezTo>
                        <a:pt x="44034" y="7388"/>
                        <a:pt x="36048" y="163"/>
                        <a:pt x="23594" y="163"/>
                      </a:cubicBezTo>
                      <a:cubicBezTo>
                        <a:pt x="8858" y="163"/>
                        <a:pt x="396" y="9860"/>
                        <a:pt x="396" y="26592"/>
                      </a:cubicBezTo>
                      <a:cubicBezTo>
                        <a:pt x="396" y="42849"/>
                        <a:pt x="8858" y="52356"/>
                        <a:pt x="23498" y="52356"/>
                      </a:cubicBezTo>
                      <a:cubicBezTo>
                        <a:pt x="35382" y="52356"/>
                        <a:pt x="43748" y="44941"/>
                        <a:pt x="44889" y="33152"/>
                      </a:cubicBezTo>
                      <a:lnTo>
                        <a:pt x="32625" y="33152"/>
                      </a:lnTo>
                      <a:cubicBezTo>
                        <a:pt x="31104" y="39617"/>
                        <a:pt x="28537" y="42089"/>
                        <a:pt x="23498" y="42089"/>
                      </a:cubicBezTo>
                      <a:cubicBezTo>
                        <a:pt x="16939" y="42089"/>
                        <a:pt x="13136" y="36290"/>
                        <a:pt x="13136" y="26592"/>
                      </a:cubicBezTo>
                      <a:cubicBezTo>
                        <a:pt x="13136" y="21839"/>
                        <a:pt x="14087" y="17561"/>
                        <a:pt x="15608" y="14709"/>
                      </a:cubicBezTo>
                      <a:cubicBezTo>
                        <a:pt x="17034" y="11952"/>
                        <a:pt x="19886" y="10431"/>
                        <a:pt x="23498" y="10431"/>
                      </a:cubicBezTo>
                      <a:cubicBezTo>
                        <a:pt x="28727" y="10431"/>
                        <a:pt x="31199" y="12902"/>
                        <a:pt x="32625" y="194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10" name="Freeform 2709">
                  <a:extLst>
                    <a:ext uri="{FF2B5EF4-FFF2-40B4-BE49-F238E27FC236}">
                      <a16:creationId xmlns:a16="http://schemas.microsoft.com/office/drawing/2014/main" id="{718DB6B7-E785-9908-0827-2AF0BE08F189}"/>
                    </a:ext>
                  </a:extLst>
                </p:cNvPr>
                <p:cNvSpPr/>
                <p:nvPr/>
              </p:nvSpPr>
              <p:spPr>
                <a:xfrm>
                  <a:off x="2462104" y="942056"/>
                  <a:ext cx="47440" cy="49246"/>
                </a:xfrm>
                <a:custGeom>
                  <a:avLst/>
                  <a:gdLst>
                    <a:gd name="csX0" fmla="*/ 31397 w 47440"/>
                    <a:gd name="csY0" fmla="*/ 24596 h 49246"/>
                    <a:gd name="csX1" fmla="*/ 47464 w 47440"/>
                    <a:gd name="csY1" fmla="*/ 163 h 49246"/>
                    <a:gd name="csX2" fmla="*/ 32063 w 47440"/>
                    <a:gd name="csY2" fmla="*/ 163 h 49246"/>
                    <a:gd name="csX3" fmla="*/ 24172 w 47440"/>
                    <a:gd name="csY3" fmla="*/ 14994 h 49246"/>
                    <a:gd name="csX4" fmla="*/ 16091 w 47440"/>
                    <a:gd name="csY4" fmla="*/ 163 h 49246"/>
                    <a:gd name="csX5" fmla="*/ 785 w 47440"/>
                    <a:gd name="csY5" fmla="*/ 163 h 49246"/>
                    <a:gd name="csX6" fmla="*/ 16852 w 47440"/>
                    <a:gd name="csY6" fmla="*/ 24596 h 49246"/>
                    <a:gd name="csX7" fmla="*/ 404 w 47440"/>
                    <a:gd name="csY7" fmla="*/ 49409 h 49246"/>
                    <a:gd name="csX8" fmla="*/ 15806 w 47440"/>
                    <a:gd name="csY8" fmla="*/ 49409 h 49246"/>
                    <a:gd name="csX9" fmla="*/ 24172 w 47440"/>
                    <a:gd name="csY9" fmla="*/ 34103 h 49246"/>
                    <a:gd name="csX10" fmla="*/ 32443 w 47440"/>
                    <a:gd name="csY10" fmla="*/ 49409 h 49246"/>
                    <a:gd name="csX11" fmla="*/ 47844 w 47440"/>
                    <a:gd name="csY11" fmla="*/ 49409 h 492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7440" h="49246">
                      <a:moveTo>
                        <a:pt x="31397" y="24596"/>
                      </a:moveTo>
                      <a:lnTo>
                        <a:pt x="47464" y="163"/>
                      </a:lnTo>
                      <a:lnTo>
                        <a:pt x="32063" y="163"/>
                      </a:lnTo>
                      <a:lnTo>
                        <a:pt x="24172" y="14994"/>
                      </a:lnTo>
                      <a:lnTo>
                        <a:pt x="16091" y="163"/>
                      </a:lnTo>
                      <a:lnTo>
                        <a:pt x="785" y="163"/>
                      </a:lnTo>
                      <a:lnTo>
                        <a:pt x="16852" y="24596"/>
                      </a:lnTo>
                      <a:lnTo>
                        <a:pt x="404" y="49409"/>
                      </a:lnTo>
                      <a:lnTo>
                        <a:pt x="15806" y="49409"/>
                      </a:lnTo>
                      <a:lnTo>
                        <a:pt x="24172" y="34103"/>
                      </a:lnTo>
                      <a:lnTo>
                        <a:pt x="32443" y="49409"/>
                      </a:lnTo>
                      <a:lnTo>
                        <a:pt x="47844" y="494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076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3712" name="TextBox 3711">
              <a:extLst>
                <a:ext uri="{FF2B5EF4-FFF2-40B4-BE49-F238E27FC236}">
                  <a16:creationId xmlns:a16="http://schemas.microsoft.com/office/drawing/2014/main" id="{E477766E-7734-BA0E-F093-A4381C875BD3}"/>
                </a:ext>
              </a:extLst>
            </p:cNvPr>
            <p:cNvSpPr txBox="1"/>
            <p:nvPr/>
          </p:nvSpPr>
          <p:spPr>
            <a:xfrm>
              <a:off x="1303600" y="69369"/>
              <a:ext cx="10807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1_RGC GRN</a:t>
              </a:r>
            </a:p>
          </p:txBody>
        </p:sp>
      </p:grpSp>
      <p:sp>
        <p:nvSpPr>
          <p:cNvPr id="3615" name="TextBox 3614">
            <a:extLst>
              <a:ext uri="{FF2B5EF4-FFF2-40B4-BE49-F238E27FC236}">
                <a16:creationId xmlns:a16="http://schemas.microsoft.com/office/drawing/2014/main" id="{C8A49A44-3902-0396-C7BB-8206AC2CEF5A}"/>
              </a:ext>
            </a:extLst>
          </p:cNvPr>
          <p:cNvSpPr txBox="1"/>
          <p:nvPr/>
        </p:nvSpPr>
        <p:spPr>
          <a:xfrm>
            <a:off x="16763" y="-26382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16" name="TextBox 3615">
            <a:extLst>
              <a:ext uri="{FF2B5EF4-FFF2-40B4-BE49-F238E27FC236}">
                <a16:creationId xmlns:a16="http://schemas.microsoft.com/office/drawing/2014/main" id="{5D2B76A2-9A65-9EA0-BB65-9B2C664FB523}"/>
              </a:ext>
            </a:extLst>
          </p:cNvPr>
          <p:cNvSpPr txBox="1"/>
          <p:nvPr/>
        </p:nvSpPr>
        <p:spPr>
          <a:xfrm>
            <a:off x="3501086" y="0"/>
            <a:ext cx="314510" cy="3250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12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4536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949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1a3d99-6795-4360-9ac0-0295bb4ceb3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6B7879191E50A4AAAE05B439EDDC02C" ma:contentTypeVersion="10" ma:contentTypeDescription="Create a new document." ma:contentTypeScope="" ma:versionID="3f2d7982759a07367ccfdef1137c2b1a">
  <xsd:schema xmlns:xsd="http://www.w3.org/2001/XMLSchema" xmlns:xs="http://www.w3.org/2001/XMLSchema" xmlns:p="http://schemas.microsoft.com/office/2006/metadata/properties" xmlns:ns3="571a3d99-6795-4360-9ac0-0295bb4ceb32" targetNamespace="http://schemas.microsoft.com/office/2006/metadata/properties" ma:root="true" ma:fieldsID="cb871dbdfaf26c47009d691a4e72a0c1" ns3:_="">
    <xsd:import namespace="571a3d99-6795-4360-9ac0-0295bb4ceb3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BillingMetadata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1a3d99-6795-4360-9ac0-0295bb4ceb3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BillingMetadata" ma:index="1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118D936-078B-4E5F-942E-9A1658F91BA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81100CF-2234-4CA9-9DEA-71BB07B8164D}">
  <ds:schemaRefs>
    <ds:schemaRef ds:uri="http://schemas.microsoft.com/office/2006/metadata/propertie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571a3d99-6795-4360-9ac0-0295bb4ceb32"/>
  </ds:schemaRefs>
</ds:datastoreItem>
</file>

<file path=customXml/itemProps3.xml><?xml version="1.0" encoding="utf-8"?>
<ds:datastoreItem xmlns:ds="http://schemas.openxmlformats.org/officeDocument/2006/customXml" ds:itemID="{CC490BAA-4E73-465B-91E9-CCCDD8E4D1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1a3d99-6795-4360-9ac0-0295bb4ceb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0002a9b-0017-404d-97dc-3d3bab09be81}" enabled="0" method="" siteId="{b0002a9b-0017-404d-97dc-3d3bab09be8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64668</TotalTime>
  <Words>3073</Words>
  <Application>Microsoft Macintosh PowerPoint</Application>
  <PresentationFormat>Custom</PresentationFormat>
  <Paragraphs>1918</Paragraphs>
  <Slides>19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Google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Gabriel J.</dc:creator>
  <cp:lastModifiedBy>Graham, Gabriel J.</cp:lastModifiedBy>
  <cp:revision>84</cp:revision>
  <dcterms:created xsi:type="dcterms:W3CDTF">2026-04-30T17:53:34Z</dcterms:created>
  <dcterms:modified xsi:type="dcterms:W3CDTF">2026-10-23T20:15:59Z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0x01010096B7879191E50A4AAAE05B439EDDC02C</vt:lpwstr>
  </property>
</Properties>
</file>